
<file path=[Content_Types].xml><?xml version="1.0" encoding="utf-8"?>
<Types xmlns="http://schemas.openxmlformats.org/package/2006/content-types">
  <Default Extension="vml" ContentType="application/vnd.openxmlformats-officedocument.vmlDrawing"/>
  <Default Extension="doc" ContentType="application/msword"/>
  <Default Extension="bin" ContentType="application/vnd.openxmlformats-officedocument.oleObject"/>
  <Default Extension="wmf" ContentType="image/x-wmf"/>
  <Default Extension="gif" ContentType="image/gi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188"/>
  </p:handoutMasterIdLst>
  <p:sldIdLst>
    <p:sldId id="880" r:id="rId3"/>
    <p:sldId id="1246" r:id="rId4"/>
    <p:sldId id="1245" r:id="rId6"/>
    <p:sldId id="1247" r:id="rId7"/>
    <p:sldId id="999" r:id="rId8"/>
    <p:sldId id="757" r:id="rId9"/>
    <p:sldId id="1000" r:id="rId10"/>
    <p:sldId id="1001" r:id="rId11"/>
    <p:sldId id="1248" r:id="rId12"/>
    <p:sldId id="1250" r:id="rId13"/>
    <p:sldId id="1002" r:id="rId14"/>
    <p:sldId id="1003" r:id="rId15"/>
    <p:sldId id="1004" r:id="rId16"/>
    <p:sldId id="1005" r:id="rId17"/>
    <p:sldId id="1251" r:id="rId18"/>
    <p:sldId id="1006" r:id="rId19"/>
    <p:sldId id="1007" r:id="rId20"/>
    <p:sldId id="1252" r:id="rId21"/>
    <p:sldId id="1008" r:id="rId22"/>
    <p:sldId id="1009" r:id="rId23"/>
    <p:sldId id="1010" r:id="rId24"/>
    <p:sldId id="1258" r:id="rId25"/>
    <p:sldId id="1259" r:id="rId26"/>
    <p:sldId id="1011" r:id="rId27"/>
    <p:sldId id="1253" r:id="rId28"/>
    <p:sldId id="1012" r:id="rId29"/>
    <p:sldId id="1017" r:id="rId30"/>
    <p:sldId id="1013" r:id="rId31"/>
    <p:sldId id="1014" r:id="rId32"/>
    <p:sldId id="1015" r:id="rId33"/>
    <p:sldId id="1016" r:id="rId34"/>
    <p:sldId id="1018" r:id="rId35"/>
    <p:sldId id="1254" r:id="rId36"/>
    <p:sldId id="716" r:id="rId37"/>
    <p:sldId id="1427" r:id="rId38"/>
    <p:sldId id="1019" r:id="rId39"/>
    <p:sldId id="1020" r:id="rId40"/>
    <p:sldId id="1021" r:id="rId41"/>
    <p:sldId id="1260" r:id="rId42"/>
    <p:sldId id="1261" r:id="rId43"/>
    <p:sldId id="1262" r:id="rId44"/>
    <p:sldId id="1026" r:id="rId45"/>
    <p:sldId id="1027" r:id="rId46"/>
    <p:sldId id="1028" r:id="rId47"/>
    <p:sldId id="1029" r:id="rId48"/>
    <p:sldId id="1030" r:id="rId49"/>
    <p:sldId id="1031" r:id="rId50"/>
    <p:sldId id="1032" r:id="rId51"/>
    <p:sldId id="1033" r:id="rId52"/>
    <p:sldId id="1034" r:id="rId53"/>
    <p:sldId id="1035" r:id="rId54"/>
    <p:sldId id="1576" r:id="rId55"/>
    <p:sldId id="1037" r:id="rId56"/>
    <p:sldId id="1263" r:id="rId57"/>
    <p:sldId id="1038" r:id="rId58"/>
    <p:sldId id="1039" r:id="rId59"/>
    <p:sldId id="1040" r:id="rId60"/>
    <p:sldId id="1041" r:id="rId61"/>
    <p:sldId id="1042" r:id="rId62"/>
    <p:sldId id="1045" r:id="rId63"/>
    <p:sldId id="1046" r:id="rId64"/>
    <p:sldId id="1047" r:id="rId65"/>
    <p:sldId id="1043" r:id="rId66"/>
    <p:sldId id="1044" r:id="rId67"/>
    <p:sldId id="1264" r:id="rId68"/>
    <p:sldId id="1265" r:id="rId69"/>
    <p:sldId id="1049" r:id="rId70"/>
    <p:sldId id="1266" r:id="rId71"/>
    <p:sldId id="1072" r:id="rId72"/>
    <p:sldId id="1073" r:id="rId73"/>
    <p:sldId id="1074" r:id="rId74"/>
    <p:sldId id="1077" r:id="rId75"/>
    <p:sldId id="1076" r:id="rId76"/>
    <p:sldId id="1081" r:id="rId77"/>
    <p:sldId id="1082" r:id="rId78"/>
    <p:sldId id="1083" r:id="rId79"/>
    <p:sldId id="1084" r:id="rId80"/>
    <p:sldId id="1085" r:id="rId81"/>
    <p:sldId id="1086" r:id="rId82"/>
    <p:sldId id="1087" r:id="rId83"/>
    <p:sldId id="1088" r:id="rId84"/>
    <p:sldId id="1090" r:id="rId85"/>
    <p:sldId id="1102" r:id="rId86"/>
    <p:sldId id="1103" r:id="rId87"/>
    <p:sldId id="1104" r:id="rId88"/>
    <p:sldId id="1105" r:id="rId89"/>
    <p:sldId id="1106" r:id="rId90"/>
    <p:sldId id="1107" r:id="rId91"/>
    <p:sldId id="1108" r:id="rId92"/>
    <p:sldId id="1109" r:id="rId93"/>
    <p:sldId id="1110" r:id="rId94"/>
    <p:sldId id="1111" r:id="rId95"/>
    <p:sldId id="1124" r:id="rId96"/>
    <p:sldId id="1267" r:id="rId97"/>
    <p:sldId id="1268" r:id="rId98"/>
    <p:sldId id="1125" r:id="rId99"/>
    <p:sldId id="1126" r:id="rId100"/>
    <p:sldId id="1127" r:id="rId101"/>
    <p:sldId id="758" r:id="rId102"/>
    <p:sldId id="1255" r:id="rId103"/>
    <p:sldId id="1128" r:id="rId104"/>
    <p:sldId id="1129" r:id="rId105"/>
    <p:sldId id="1168" r:id="rId106"/>
    <p:sldId id="1130" r:id="rId107"/>
    <p:sldId id="717" r:id="rId108"/>
    <p:sldId id="1131" r:id="rId109"/>
    <p:sldId id="1133" r:id="rId110"/>
    <p:sldId id="1169" r:id="rId111"/>
    <p:sldId id="1170" r:id="rId112"/>
    <p:sldId id="1172" r:id="rId113"/>
    <p:sldId id="1171" r:id="rId114"/>
    <p:sldId id="1138" r:id="rId115"/>
    <p:sldId id="1140" r:id="rId116"/>
    <p:sldId id="1173" r:id="rId117"/>
    <p:sldId id="1178" r:id="rId118"/>
    <p:sldId id="1176" r:id="rId119"/>
    <p:sldId id="1177" r:id="rId120"/>
    <p:sldId id="1179" r:id="rId121"/>
    <p:sldId id="1180" r:id="rId122"/>
    <p:sldId id="1181" r:id="rId123"/>
    <p:sldId id="1182" r:id="rId124"/>
    <p:sldId id="1183" r:id="rId125"/>
    <p:sldId id="1185" r:id="rId126"/>
    <p:sldId id="1186" r:id="rId127"/>
    <p:sldId id="1190" r:id="rId128"/>
    <p:sldId id="1191" r:id="rId129"/>
    <p:sldId id="1184" r:id="rId130"/>
    <p:sldId id="1243" r:id="rId131"/>
    <p:sldId id="1192" r:id="rId132"/>
    <p:sldId id="1196" r:id="rId133"/>
    <p:sldId id="1197" r:id="rId134"/>
    <p:sldId id="1198" r:id="rId135"/>
    <p:sldId id="1156" r:id="rId136"/>
    <p:sldId id="1157" r:id="rId137"/>
    <p:sldId id="1161" r:id="rId138"/>
    <p:sldId id="1162" r:id="rId139"/>
    <p:sldId id="1163" r:id="rId140"/>
    <p:sldId id="1201" r:id="rId141"/>
    <p:sldId id="1203" r:id="rId142"/>
    <p:sldId id="1204" r:id="rId143"/>
    <p:sldId id="1205" r:id="rId144"/>
    <p:sldId id="1206" r:id="rId145"/>
    <p:sldId id="1207" r:id="rId146"/>
    <p:sldId id="1208" r:id="rId147"/>
    <p:sldId id="1209" r:id="rId148"/>
    <p:sldId id="1210" r:id="rId149"/>
    <p:sldId id="1211" r:id="rId150"/>
    <p:sldId id="1212" r:id="rId151"/>
    <p:sldId id="1202" r:id="rId152"/>
    <p:sldId id="689" r:id="rId153"/>
    <p:sldId id="1167" r:id="rId154"/>
    <p:sldId id="1213" r:id="rId155"/>
    <p:sldId id="1214" r:id="rId156"/>
    <p:sldId id="1215" r:id="rId157"/>
    <p:sldId id="1216" r:id="rId158"/>
    <p:sldId id="1217" r:id="rId159"/>
    <p:sldId id="1218" r:id="rId160"/>
    <p:sldId id="1219" r:id="rId161"/>
    <p:sldId id="1165" r:id="rId162"/>
    <p:sldId id="1166" r:id="rId163"/>
    <p:sldId id="1269" r:id="rId164"/>
    <p:sldId id="871" r:id="rId165"/>
    <p:sldId id="1232" r:id="rId166"/>
    <p:sldId id="1233" r:id="rId167"/>
    <p:sldId id="1234" r:id="rId168"/>
    <p:sldId id="1235" r:id="rId169"/>
    <p:sldId id="1236" r:id="rId170"/>
    <p:sldId id="1237" r:id="rId171"/>
    <p:sldId id="1238" r:id="rId172"/>
    <p:sldId id="1239" r:id="rId173"/>
    <p:sldId id="1240" r:id="rId174"/>
    <p:sldId id="1241" r:id="rId175"/>
    <p:sldId id="1270" r:id="rId176"/>
    <p:sldId id="1271" r:id="rId177"/>
    <p:sldId id="1272" r:id="rId178"/>
    <p:sldId id="1277" r:id="rId179"/>
    <p:sldId id="1274" r:id="rId180"/>
    <p:sldId id="1276" r:id="rId181"/>
    <p:sldId id="1242" r:id="rId182"/>
    <p:sldId id="876" r:id="rId183"/>
    <p:sldId id="877" r:id="rId184"/>
    <p:sldId id="879" r:id="rId185"/>
    <p:sldId id="1278" r:id="rId186"/>
    <p:sldId id="712" r:id="rId187"/>
  </p:sldIdLst>
  <p:sldSz cx="9144000" cy="6858000" type="screen4x3"/>
  <p:notesSz cx="7103745" cy="10234295"/>
  <p:custDataLst>
    <p:tags r:id="rId192"/>
  </p:custDataLst>
  <p:defaultTextStyle>
    <a:defPPr>
      <a:defRPr lang="zh-CN"/>
    </a:defPPr>
    <a:lvl1pPr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1pPr>
    <a:lvl2pPr marL="4572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2pPr>
    <a:lvl3pPr marL="9144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3pPr>
    <a:lvl4pPr marL="13716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4pPr>
    <a:lvl5pPr marL="18288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9pPr>
  </p:defaultTextStyle>
  <p:extLst>
    <p:ext uri="{521415D9-36F7-43E2-AB2F-B90AF26B5E84}">
      <p14:sectionLst xmlns:p14="http://schemas.microsoft.com/office/powerpoint/2010/main">
        <p14:section name="默认节" id="{750C67AB-75FA-4E23-B86D-14B0B3A90D75}">
          <p14:sldIdLst>
            <p14:sldId id="880"/>
            <p14:sldId id="1246"/>
            <p14:sldId id="1245"/>
            <p14:sldId id="1247"/>
            <p14:sldId id="999"/>
            <p14:sldId id="757"/>
            <p14:sldId id="1000"/>
            <p14:sldId id="1001"/>
            <p14:sldId id="1248"/>
            <p14:sldId id="1250"/>
            <p14:sldId id="1002"/>
            <p14:sldId id="1003"/>
            <p14:sldId id="1004"/>
            <p14:sldId id="1005"/>
            <p14:sldId id="1251"/>
            <p14:sldId id="1006"/>
            <p14:sldId id="1007"/>
            <p14:sldId id="1252"/>
            <p14:sldId id="1008"/>
            <p14:sldId id="1009"/>
            <p14:sldId id="1010"/>
            <p14:sldId id="1258"/>
            <p14:sldId id="1259"/>
            <p14:sldId id="1011"/>
            <p14:sldId id="1253"/>
            <p14:sldId id="1012"/>
            <p14:sldId id="1017"/>
            <p14:sldId id="1013"/>
            <p14:sldId id="1014"/>
            <p14:sldId id="1015"/>
            <p14:sldId id="1016"/>
            <p14:sldId id="1018"/>
            <p14:sldId id="1254"/>
            <p14:sldId id="716"/>
            <p14:sldId id="1427"/>
            <p14:sldId id="1019"/>
            <p14:sldId id="1020"/>
            <p14:sldId id="1021"/>
            <p14:sldId id="1260"/>
            <p14:sldId id="1261"/>
            <p14:sldId id="1262"/>
            <p14:sldId id="1026"/>
            <p14:sldId id="1027"/>
            <p14:sldId id="1028"/>
            <p14:sldId id="1029"/>
            <p14:sldId id="1030"/>
            <p14:sldId id="1031"/>
            <p14:sldId id="1032"/>
            <p14:sldId id="1033"/>
            <p14:sldId id="1034"/>
            <p14:sldId id="1035"/>
            <p14:sldId id="1576"/>
            <p14:sldId id="1037"/>
            <p14:sldId id="1263"/>
            <p14:sldId id="1038"/>
            <p14:sldId id="1039"/>
            <p14:sldId id="1040"/>
            <p14:sldId id="1041"/>
            <p14:sldId id="1042"/>
            <p14:sldId id="1045"/>
            <p14:sldId id="1046"/>
            <p14:sldId id="1047"/>
            <p14:sldId id="1043"/>
            <p14:sldId id="1044"/>
            <p14:sldId id="1264"/>
          </p14:sldIdLst>
        </p14:section>
        <p14:section name="无标题节" id="{2BF5CB71-715D-4DFB-B0E7-44743D24873D}">
          <p14:sldIdLst>
            <p14:sldId id="1265"/>
            <p14:sldId id="1049"/>
            <p14:sldId id="1266"/>
            <p14:sldId id="1072"/>
            <p14:sldId id="1073"/>
            <p14:sldId id="1074"/>
            <p14:sldId id="1077"/>
            <p14:sldId id="1076"/>
            <p14:sldId id="1081"/>
            <p14:sldId id="1082"/>
            <p14:sldId id="1083"/>
            <p14:sldId id="1084"/>
            <p14:sldId id="1085"/>
            <p14:sldId id="1086"/>
            <p14:sldId id="1087"/>
            <p14:sldId id="1088"/>
            <p14:sldId id="1090"/>
            <p14:sldId id="1102"/>
            <p14:sldId id="1103"/>
            <p14:sldId id="1104"/>
            <p14:sldId id="1105"/>
            <p14:sldId id="1106"/>
            <p14:sldId id="1107"/>
            <p14:sldId id="1108"/>
            <p14:sldId id="1109"/>
            <p14:sldId id="1110"/>
            <p14:sldId id="1111"/>
            <p14:sldId id="1124"/>
            <p14:sldId id="1267"/>
            <p14:sldId id="1268"/>
            <p14:sldId id="1125"/>
            <p14:sldId id="1126"/>
            <p14:sldId id="1127"/>
            <p14:sldId id="758"/>
            <p14:sldId id="1255"/>
            <p14:sldId id="1128"/>
            <p14:sldId id="1129"/>
            <p14:sldId id="1168"/>
            <p14:sldId id="1130"/>
            <p14:sldId id="717"/>
            <p14:sldId id="1131"/>
            <p14:sldId id="1133"/>
            <p14:sldId id="1169"/>
            <p14:sldId id="1170"/>
            <p14:sldId id="1172"/>
            <p14:sldId id="1171"/>
            <p14:sldId id="1138"/>
            <p14:sldId id="1140"/>
            <p14:sldId id="1173"/>
            <p14:sldId id="1178"/>
            <p14:sldId id="1176"/>
            <p14:sldId id="1177"/>
            <p14:sldId id="1179"/>
            <p14:sldId id="1180"/>
            <p14:sldId id="1181"/>
            <p14:sldId id="1182"/>
            <p14:sldId id="1183"/>
            <p14:sldId id="1185"/>
            <p14:sldId id="1186"/>
            <p14:sldId id="1190"/>
            <p14:sldId id="1191"/>
            <p14:sldId id="1184"/>
            <p14:sldId id="1243"/>
            <p14:sldId id="1192"/>
            <p14:sldId id="1196"/>
            <p14:sldId id="1197"/>
            <p14:sldId id="1198"/>
            <p14:sldId id="1156"/>
            <p14:sldId id="1157"/>
            <p14:sldId id="1161"/>
            <p14:sldId id="1162"/>
            <p14:sldId id="1163"/>
            <p14:sldId id="1201"/>
            <p14:sldId id="1203"/>
            <p14:sldId id="1204"/>
            <p14:sldId id="1205"/>
            <p14:sldId id="1206"/>
            <p14:sldId id="1207"/>
            <p14:sldId id="1208"/>
            <p14:sldId id="1209"/>
            <p14:sldId id="1210"/>
            <p14:sldId id="1211"/>
            <p14:sldId id="1212"/>
            <p14:sldId id="1202"/>
            <p14:sldId id="689"/>
            <p14:sldId id="1167"/>
            <p14:sldId id="1213"/>
            <p14:sldId id="1214"/>
            <p14:sldId id="1215"/>
            <p14:sldId id="1216"/>
            <p14:sldId id="1217"/>
            <p14:sldId id="1218"/>
            <p14:sldId id="1219"/>
            <p14:sldId id="1165"/>
            <p14:sldId id="1166"/>
            <p14:sldId id="1269"/>
            <p14:sldId id="871"/>
            <p14:sldId id="1232"/>
            <p14:sldId id="1233"/>
            <p14:sldId id="1234"/>
            <p14:sldId id="1235"/>
            <p14:sldId id="1236"/>
            <p14:sldId id="1237"/>
            <p14:sldId id="1238"/>
            <p14:sldId id="1239"/>
            <p14:sldId id="1240"/>
            <p14:sldId id="1241"/>
            <p14:sldId id="1270"/>
            <p14:sldId id="1271"/>
            <p14:sldId id="1272"/>
            <p14:sldId id="1277"/>
            <p14:sldId id="1274"/>
            <p14:sldId id="1276"/>
            <p14:sldId id="1242"/>
            <p14:sldId id="876"/>
            <p14:sldId id="877"/>
            <p14:sldId id="879"/>
            <p14:sldId id="1278"/>
            <p14:sldId id="712"/>
          </p14:sldIdLst>
        </p14:section>
      </p14:sectionLst>
    </p:ext>
    <p:ext uri="{EFAFB233-063F-42B5-8137-9DF3F51BA10A}">
      <p15:sldGuideLst xmlns:p15="http://schemas.microsoft.com/office/powerpoint/2012/main">
        <p15:guide id="1" orient="horz" pos="1824" userDrawn="1">
          <p15:clr>
            <a:srgbClr val="A4A3A4"/>
          </p15:clr>
        </p15:guide>
        <p15:guide id="2" pos="29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rgbClr val="00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a:srgbClr val="2F2FC5"/>
    <a:srgbClr val="9900CC"/>
    <a:srgbClr val="FFFFCC"/>
    <a:srgbClr val="740000"/>
    <a:srgbClr val="4B0064"/>
    <a:srgbClr val="3030C7"/>
    <a:srgbClr val="3333FF"/>
    <a:srgbClr val="CB1522"/>
    <a:srgbClr val="C177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2042" autoAdjust="0"/>
  </p:normalViewPr>
  <p:slideViewPr>
    <p:cSldViewPr showGuides="1">
      <p:cViewPr varScale="1">
        <p:scale>
          <a:sx n="103" d="100"/>
          <a:sy n="103" d="100"/>
        </p:scale>
        <p:origin x="1722" y="72"/>
      </p:cViewPr>
      <p:guideLst>
        <p:guide orient="horz" pos="1824"/>
        <p:guide pos="2928"/>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00" d="100"/>
        <a:sy n="100" d="100"/>
      </p:scale>
      <p:origin x="0" y="0"/>
    </p:cViewPr>
  </p:notesTextViewPr>
  <p:sorterViewPr>
    <p:cViewPr varScale="1">
      <p:scale>
        <a:sx n="1" d="1"/>
        <a:sy n="1" d="1"/>
      </p:scale>
      <p:origin x="0" y="-20970"/>
    </p:cViewPr>
  </p:sorterViewPr>
  <p:notesViewPr>
    <p:cSldViewPr>
      <p:cViewPr varScale="1">
        <p:scale>
          <a:sx n="48" d="100"/>
          <a:sy n="48" d="100"/>
        </p:scale>
        <p:origin x="-3012" y="-84"/>
      </p:cViewPr>
      <p:guideLst>
        <p:guide orient="horz" pos="3222"/>
        <p:guide pos="2237"/>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2" Type="http://schemas.openxmlformats.org/officeDocument/2006/relationships/tags" Target="tags/tag4.xml"/><Relationship Id="rId191" Type="http://schemas.openxmlformats.org/officeDocument/2006/relationships/tableStyles" Target="tableStyles.xml"/><Relationship Id="rId190" Type="http://schemas.openxmlformats.org/officeDocument/2006/relationships/viewProps" Target="viewProps.xml"/><Relationship Id="rId19" Type="http://schemas.openxmlformats.org/officeDocument/2006/relationships/slide" Target="slides/slide16.xml"/><Relationship Id="rId189" Type="http://schemas.openxmlformats.org/officeDocument/2006/relationships/presProps" Target="presProps.xml"/><Relationship Id="rId188" Type="http://schemas.openxmlformats.org/officeDocument/2006/relationships/handoutMaster" Target="handoutMasters/handoutMaster1.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4" Type="http://schemas.openxmlformats.org/officeDocument/2006/relationships/slide" Target="slides/slide14.xml"/><Relationship Id="rId3" Type="http://schemas.openxmlformats.org/officeDocument/2006/relationships/slide" Target="slides/slide13.xml"/><Relationship Id="rId2" Type="http://schemas.openxmlformats.org/officeDocument/2006/relationships/slide" Target="slides/slide12.xml"/><Relationship Id="rId1" Type="http://schemas.openxmlformats.org/officeDocument/2006/relationships/slide" Target="slides/slide1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C17279E-B884-4745-AF89-77546837E7C3}" type="doc">
      <dgm:prSet loTypeId="urn:microsoft.com/office/officeart/2005/8/layout/process1" loCatId="process" qsTypeId="urn:microsoft.com/office/officeart/2005/8/quickstyle/simple1" qsCatId="simple" csTypeId="urn:microsoft.com/office/officeart/2005/8/colors/accent1_2" csCatId="accent1" phldr="1"/>
      <dgm:spPr/>
    </dgm:pt>
    <dgm:pt modelId="{C5F6580B-8C85-4825-BCF1-ACDBA31855B8}">
      <dgm:prSet phldrT="[文本]"/>
      <dgm:spPr/>
      <dgm:t>
        <a:bodyPr/>
        <a:lstStyle/>
        <a:p>
          <a:r>
            <a:rPr lang="zh-CN" altLang="en-US" dirty="0" smtClean="0"/>
            <a:t>编辑</a:t>
          </a:r>
          <a:r>
            <a:rPr lang="en-US" altLang="zh-CN" dirty="0" smtClean="0"/>
            <a:t/>
          </a:r>
          <a:br>
            <a:rPr lang="en-US" altLang="zh-CN" dirty="0" smtClean="0"/>
          </a:br>
          <a:r>
            <a:rPr lang="zh-CN" altLang="en-US" dirty="0" smtClean="0"/>
            <a:t>源代码或者工程文件</a:t>
          </a:r>
          <a:endParaRPr lang="zh-CN" altLang="en-US" dirty="0"/>
        </a:p>
      </dgm:t>
    </dgm:pt>
    <dgm:pt modelId="{F139D44F-9A5F-4D0E-90B0-EDDB3902C6AB}" cxnId="{2B3F771A-0740-4C3E-8A96-5998CD4EA83F}" type="parTrans">
      <dgm:prSet/>
      <dgm:spPr/>
      <dgm:t>
        <a:bodyPr/>
        <a:lstStyle/>
        <a:p>
          <a:endParaRPr lang="zh-CN" altLang="en-US"/>
        </a:p>
      </dgm:t>
    </dgm:pt>
    <dgm:pt modelId="{BC6BE4F6-B4D2-40EC-9A65-46BA5BBFE748}" cxnId="{2B3F771A-0740-4C3E-8A96-5998CD4EA83F}" type="sibTrans">
      <dgm:prSet/>
      <dgm:spPr/>
      <dgm:t>
        <a:bodyPr/>
        <a:lstStyle/>
        <a:p>
          <a:endParaRPr lang="zh-CN" altLang="en-US"/>
        </a:p>
      </dgm:t>
    </dgm:pt>
    <dgm:pt modelId="{201579EE-9FAE-4348-AD08-4F2C2A40A707}">
      <dgm:prSet phldrT="[文本]"/>
      <dgm:spPr/>
      <dgm:t>
        <a:bodyPr/>
        <a:lstStyle/>
        <a:p>
          <a:r>
            <a:rPr lang="zh-CN" altLang="en-US" dirty="0" smtClean="0"/>
            <a:t>汇编</a:t>
          </a:r>
          <a:r>
            <a:rPr lang="en-US" altLang="zh-CN" dirty="0" smtClean="0"/>
            <a:t>+</a:t>
          </a:r>
          <a:r>
            <a:rPr lang="zh-CN" altLang="en-US" dirty="0" smtClean="0"/>
            <a:t>链接生成可执行文件</a:t>
          </a:r>
          <a:endParaRPr lang="zh-CN" altLang="en-US" dirty="0"/>
        </a:p>
      </dgm:t>
    </dgm:pt>
    <dgm:pt modelId="{6F691243-99CA-4C92-B7BD-6F0D0914A3EE}" cxnId="{81CA9CFE-D9A1-4983-A141-789F65F17EE3}" type="parTrans">
      <dgm:prSet/>
      <dgm:spPr/>
      <dgm:t>
        <a:bodyPr/>
        <a:lstStyle/>
        <a:p>
          <a:endParaRPr lang="zh-CN" altLang="en-US"/>
        </a:p>
      </dgm:t>
    </dgm:pt>
    <dgm:pt modelId="{A4BCDD80-2E6D-4A4A-98B1-3FC638C0AD17}" cxnId="{81CA9CFE-D9A1-4983-A141-789F65F17EE3}" type="sibTrans">
      <dgm:prSet/>
      <dgm:spPr/>
      <dgm:t>
        <a:bodyPr/>
        <a:lstStyle/>
        <a:p>
          <a:endParaRPr lang="zh-CN" altLang="en-US"/>
        </a:p>
      </dgm:t>
    </dgm:pt>
    <dgm:pt modelId="{68915FE9-6E68-41E0-838F-C84801CFCA7C}">
      <dgm:prSet phldrT="[文本]"/>
      <dgm:spPr/>
      <dgm:t>
        <a:bodyPr/>
        <a:lstStyle/>
        <a:p>
          <a:r>
            <a:rPr lang="zh-CN" altLang="en-US" dirty="0" smtClean="0"/>
            <a:t>执行可执行文件</a:t>
          </a:r>
          <a:endParaRPr lang="zh-CN" altLang="en-US" dirty="0"/>
        </a:p>
      </dgm:t>
    </dgm:pt>
    <dgm:pt modelId="{862D8412-AF73-4BDE-A51F-12845139460F}" cxnId="{140DB11F-4A4D-47A9-8641-E0C2FB2A2B35}" type="parTrans">
      <dgm:prSet/>
      <dgm:spPr/>
      <dgm:t>
        <a:bodyPr/>
        <a:lstStyle/>
        <a:p>
          <a:endParaRPr lang="zh-CN" altLang="en-US"/>
        </a:p>
      </dgm:t>
    </dgm:pt>
    <dgm:pt modelId="{306C0C05-9E70-42B2-927C-1F5FAE82A2A6}" cxnId="{140DB11F-4A4D-47A9-8641-E0C2FB2A2B35}" type="sibTrans">
      <dgm:prSet/>
      <dgm:spPr/>
      <dgm:t>
        <a:bodyPr/>
        <a:lstStyle/>
        <a:p>
          <a:endParaRPr lang="zh-CN" altLang="en-US"/>
        </a:p>
      </dgm:t>
    </dgm:pt>
    <dgm:pt modelId="{D7F39A37-652C-4C6D-961C-4577A58D8A42}">
      <dgm:prSet phldrT="[文本]"/>
      <dgm:spPr/>
      <dgm:t>
        <a:bodyPr/>
        <a:lstStyle/>
        <a:p>
          <a:r>
            <a:rPr lang="zh-CN" altLang="en-US" dirty="0" smtClean="0"/>
            <a:t>汇编生成机器码</a:t>
          </a:r>
          <a:endParaRPr lang="zh-CN" altLang="en-US" dirty="0"/>
        </a:p>
      </dgm:t>
    </dgm:pt>
    <dgm:pt modelId="{B26FC234-2F5B-4FF0-AADC-4CEA3D3624E9}" cxnId="{92E1E4C3-A3CA-43F7-922E-CA2F4FA59FA8}" type="parTrans">
      <dgm:prSet/>
      <dgm:spPr/>
      <dgm:t>
        <a:bodyPr/>
        <a:lstStyle/>
        <a:p>
          <a:endParaRPr lang="zh-CN" altLang="en-US"/>
        </a:p>
      </dgm:t>
    </dgm:pt>
    <dgm:pt modelId="{9FFA860D-3BDB-40C8-8C7D-7DF2CD5DD16A}" cxnId="{92E1E4C3-A3CA-43F7-922E-CA2F4FA59FA8}" type="sibTrans">
      <dgm:prSet/>
      <dgm:spPr/>
      <dgm:t>
        <a:bodyPr/>
        <a:lstStyle/>
        <a:p>
          <a:endParaRPr lang="zh-CN" altLang="en-US"/>
        </a:p>
      </dgm:t>
    </dgm:pt>
    <dgm:pt modelId="{5F6F2E7B-5F39-47B1-A5A8-13B642FB6A4B}">
      <dgm:prSet phldrT="[文本]"/>
      <dgm:spPr/>
      <dgm:t>
        <a:bodyPr/>
        <a:lstStyle/>
        <a:p>
          <a:r>
            <a:rPr lang="zh-CN" altLang="en-US" dirty="0" smtClean="0"/>
            <a:t>预编译宏替换</a:t>
          </a:r>
          <a:endParaRPr lang="en-US" altLang="zh-CN" dirty="0" smtClean="0"/>
        </a:p>
        <a:p>
          <a:r>
            <a:rPr lang="zh-CN" altLang="en-US" dirty="0" smtClean="0"/>
            <a:t>头文件加载</a:t>
          </a:r>
          <a:endParaRPr lang="zh-CN" altLang="en-US" dirty="0"/>
        </a:p>
      </dgm:t>
    </dgm:pt>
    <dgm:pt modelId="{1FE5A371-A5B0-45FF-95C3-B27EF2EF5CB9}" cxnId="{18284065-92D0-44E8-8627-6FE51CB08DB4}" type="parTrans">
      <dgm:prSet/>
      <dgm:spPr/>
      <dgm:t>
        <a:bodyPr/>
        <a:lstStyle/>
        <a:p>
          <a:endParaRPr lang="zh-CN" altLang="en-US"/>
        </a:p>
      </dgm:t>
    </dgm:pt>
    <dgm:pt modelId="{8D021CE9-3D87-4A5F-8DDC-8EB4854EA269}" cxnId="{18284065-92D0-44E8-8627-6FE51CB08DB4}" type="sibTrans">
      <dgm:prSet/>
      <dgm:spPr/>
      <dgm:t>
        <a:bodyPr/>
        <a:lstStyle/>
        <a:p>
          <a:endParaRPr lang="zh-CN" altLang="en-US"/>
        </a:p>
      </dgm:t>
    </dgm:pt>
    <dgm:pt modelId="{11DBEB53-0498-453A-A795-83AF5ED2613E}">
      <dgm:prSet phldrT="[文本]"/>
      <dgm:spPr/>
      <dgm:t>
        <a:bodyPr/>
        <a:lstStyle/>
        <a:p>
          <a:r>
            <a:rPr lang="zh-CN" altLang="en-US" dirty="0" smtClean="0"/>
            <a:t>编译生成汇编语言</a:t>
          </a:r>
          <a:endParaRPr lang="zh-CN" altLang="en-US" dirty="0"/>
        </a:p>
      </dgm:t>
    </dgm:pt>
    <dgm:pt modelId="{25042E2E-C157-48FB-B882-F1F85DB99512}" cxnId="{7EC3DE99-0F13-475A-B525-3FB7F09DD07D}" type="parTrans">
      <dgm:prSet/>
      <dgm:spPr/>
      <dgm:t>
        <a:bodyPr/>
        <a:lstStyle/>
        <a:p>
          <a:endParaRPr lang="zh-CN" altLang="en-US"/>
        </a:p>
      </dgm:t>
    </dgm:pt>
    <dgm:pt modelId="{F795C6B8-3EA3-46E0-9D38-59D51882D639}" cxnId="{7EC3DE99-0F13-475A-B525-3FB7F09DD07D}" type="sibTrans">
      <dgm:prSet/>
      <dgm:spPr/>
      <dgm:t>
        <a:bodyPr/>
        <a:lstStyle/>
        <a:p>
          <a:endParaRPr lang="zh-CN" altLang="en-US"/>
        </a:p>
      </dgm:t>
    </dgm:pt>
    <dgm:pt modelId="{EB2B2FA0-B987-4B05-9F12-C63C8D6CEC8E}" type="pres">
      <dgm:prSet presAssocID="{0C17279E-B884-4745-AF89-77546837E7C3}" presName="Name0" presStyleCnt="0">
        <dgm:presLayoutVars>
          <dgm:dir/>
          <dgm:resizeHandles val="exact"/>
        </dgm:presLayoutVars>
      </dgm:prSet>
      <dgm:spPr/>
    </dgm:pt>
    <dgm:pt modelId="{71BC1A83-7D0D-4A4B-936C-027B8782315B}" type="pres">
      <dgm:prSet presAssocID="{C5F6580B-8C85-4825-BCF1-ACDBA31855B8}" presName="node" presStyleLbl="node1" presStyleIdx="0" presStyleCnt="6">
        <dgm:presLayoutVars>
          <dgm:bulletEnabled val="1"/>
        </dgm:presLayoutVars>
      </dgm:prSet>
      <dgm:spPr/>
      <dgm:t>
        <a:bodyPr/>
        <a:lstStyle/>
        <a:p>
          <a:endParaRPr lang="zh-CN" altLang="en-US"/>
        </a:p>
      </dgm:t>
    </dgm:pt>
    <dgm:pt modelId="{363469EA-13AE-499F-B499-B1E83D681913}" type="pres">
      <dgm:prSet presAssocID="{BC6BE4F6-B4D2-40EC-9A65-46BA5BBFE748}" presName="sibTrans" presStyleLbl="sibTrans2D1" presStyleIdx="0" presStyleCnt="5"/>
      <dgm:spPr/>
      <dgm:t>
        <a:bodyPr/>
        <a:lstStyle/>
        <a:p>
          <a:endParaRPr lang="zh-CN" altLang="en-US"/>
        </a:p>
      </dgm:t>
    </dgm:pt>
    <dgm:pt modelId="{1BCC0EF3-6D30-49ED-B1C8-E6090CB5A4BC}" type="pres">
      <dgm:prSet presAssocID="{BC6BE4F6-B4D2-40EC-9A65-46BA5BBFE748}" presName="connectorText" presStyleLbl="sibTrans2D1" presStyleIdx="0" presStyleCnt="5"/>
      <dgm:spPr/>
      <dgm:t>
        <a:bodyPr/>
        <a:lstStyle/>
        <a:p>
          <a:endParaRPr lang="zh-CN" altLang="en-US"/>
        </a:p>
      </dgm:t>
    </dgm:pt>
    <dgm:pt modelId="{04FE32FC-6DB3-439F-994C-76BD536732DD}" type="pres">
      <dgm:prSet presAssocID="{5F6F2E7B-5F39-47B1-A5A8-13B642FB6A4B}" presName="node" presStyleLbl="node1" presStyleIdx="1" presStyleCnt="6">
        <dgm:presLayoutVars>
          <dgm:bulletEnabled val="1"/>
        </dgm:presLayoutVars>
      </dgm:prSet>
      <dgm:spPr/>
      <dgm:t>
        <a:bodyPr/>
        <a:lstStyle/>
        <a:p>
          <a:endParaRPr lang="zh-CN" altLang="en-US"/>
        </a:p>
      </dgm:t>
    </dgm:pt>
    <dgm:pt modelId="{7934F518-D2A0-435D-BE3B-37BF5DC0145E}" type="pres">
      <dgm:prSet presAssocID="{8D021CE9-3D87-4A5F-8DDC-8EB4854EA269}" presName="sibTrans" presStyleLbl="sibTrans2D1" presStyleIdx="1" presStyleCnt="5"/>
      <dgm:spPr/>
      <dgm:t>
        <a:bodyPr/>
        <a:lstStyle/>
        <a:p>
          <a:endParaRPr lang="zh-CN" altLang="en-US"/>
        </a:p>
      </dgm:t>
    </dgm:pt>
    <dgm:pt modelId="{8B689C85-4566-44ED-BEC3-CA54004972ED}" type="pres">
      <dgm:prSet presAssocID="{8D021CE9-3D87-4A5F-8DDC-8EB4854EA269}" presName="connectorText" presStyleLbl="sibTrans2D1" presStyleIdx="1" presStyleCnt="5"/>
      <dgm:spPr/>
      <dgm:t>
        <a:bodyPr/>
        <a:lstStyle/>
        <a:p>
          <a:endParaRPr lang="zh-CN" altLang="en-US"/>
        </a:p>
      </dgm:t>
    </dgm:pt>
    <dgm:pt modelId="{157E5B21-D799-40CF-BDB0-30F60056F8CD}" type="pres">
      <dgm:prSet presAssocID="{11DBEB53-0498-453A-A795-83AF5ED2613E}" presName="node" presStyleLbl="node1" presStyleIdx="2" presStyleCnt="6">
        <dgm:presLayoutVars>
          <dgm:bulletEnabled val="1"/>
        </dgm:presLayoutVars>
      </dgm:prSet>
      <dgm:spPr/>
      <dgm:t>
        <a:bodyPr/>
        <a:lstStyle/>
        <a:p>
          <a:endParaRPr lang="zh-CN" altLang="en-US"/>
        </a:p>
      </dgm:t>
    </dgm:pt>
    <dgm:pt modelId="{55E4C12A-D668-4919-ACED-3DE42B7C4E8C}" type="pres">
      <dgm:prSet presAssocID="{F795C6B8-3EA3-46E0-9D38-59D51882D639}" presName="sibTrans" presStyleLbl="sibTrans2D1" presStyleIdx="2" presStyleCnt="5"/>
      <dgm:spPr/>
      <dgm:t>
        <a:bodyPr/>
        <a:lstStyle/>
        <a:p>
          <a:endParaRPr lang="zh-CN" altLang="en-US"/>
        </a:p>
      </dgm:t>
    </dgm:pt>
    <dgm:pt modelId="{6AC41DA3-7404-4E48-9CB2-D013A2A812C5}" type="pres">
      <dgm:prSet presAssocID="{F795C6B8-3EA3-46E0-9D38-59D51882D639}" presName="connectorText" presStyleLbl="sibTrans2D1" presStyleIdx="2" presStyleCnt="5"/>
      <dgm:spPr/>
      <dgm:t>
        <a:bodyPr/>
        <a:lstStyle/>
        <a:p>
          <a:endParaRPr lang="zh-CN" altLang="en-US"/>
        </a:p>
      </dgm:t>
    </dgm:pt>
    <dgm:pt modelId="{5272F6BF-57A5-430E-B22B-309C6CDFB0C1}" type="pres">
      <dgm:prSet presAssocID="{D7F39A37-652C-4C6D-961C-4577A58D8A42}" presName="node" presStyleLbl="node1" presStyleIdx="3" presStyleCnt="6">
        <dgm:presLayoutVars>
          <dgm:bulletEnabled val="1"/>
        </dgm:presLayoutVars>
      </dgm:prSet>
      <dgm:spPr/>
      <dgm:t>
        <a:bodyPr/>
        <a:lstStyle/>
        <a:p>
          <a:endParaRPr lang="zh-CN" altLang="en-US"/>
        </a:p>
      </dgm:t>
    </dgm:pt>
    <dgm:pt modelId="{D04BE799-F35F-482A-BD16-2AA0E069F1B6}" type="pres">
      <dgm:prSet presAssocID="{9FFA860D-3BDB-40C8-8C7D-7DF2CD5DD16A}" presName="sibTrans" presStyleLbl="sibTrans2D1" presStyleIdx="3" presStyleCnt="5"/>
      <dgm:spPr/>
      <dgm:t>
        <a:bodyPr/>
        <a:lstStyle/>
        <a:p>
          <a:endParaRPr lang="zh-CN" altLang="en-US"/>
        </a:p>
      </dgm:t>
    </dgm:pt>
    <dgm:pt modelId="{4D5720EE-679E-44CB-99FA-8AC9AEAD948A}" type="pres">
      <dgm:prSet presAssocID="{9FFA860D-3BDB-40C8-8C7D-7DF2CD5DD16A}" presName="connectorText" presStyleLbl="sibTrans2D1" presStyleIdx="3" presStyleCnt="5"/>
      <dgm:spPr/>
      <dgm:t>
        <a:bodyPr/>
        <a:lstStyle/>
        <a:p>
          <a:endParaRPr lang="zh-CN" altLang="en-US"/>
        </a:p>
      </dgm:t>
    </dgm:pt>
    <dgm:pt modelId="{CC283798-3BF7-4EAB-8AC5-274F1CC5F3C6}" type="pres">
      <dgm:prSet presAssocID="{201579EE-9FAE-4348-AD08-4F2C2A40A707}" presName="node" presStyleLbl="node1" presStyleIdx="4" presStyleCnt="6">
        <dgm:presLayoutVars>
          <dgm:bulletEnabled val="1"/>
        </dgm:presLayoutVars>
      </dgm:prSet>
      <dgm:spPr/>
      <dgm:t>
        <a:bodyPr/>
        <a:lstStyle/>
        <a:p>
          <a:endParaRPr lang="zh-CN" altLang="en-US"/>
        </a:p>
      </dgm:t>
    </dgm:pt>
    <dgm:pt modelId="{9D87C54A-1E34-495D-9C8A-AB1E06205548}" type="pres">
      <dgm:prSet presAssocID="{A4BCDD80-2E6D-4A4A-98B1-3FC638C0AD17}" presName="sibTrans" presStyleLbl="sibTrans2D1" presStyleIdx="4" presStyleCnt="5"/>
      <dgm:spPr/>
      <dgm:t>
        <a:bodyPr/>
        <a:lstStyle/>
        <a:p>
          <a:endParaRPr lang="zh-CN" altLang="en-US"/>
        </a:p>
      </dgm:t>
    </dgm:pt>
    <dgm:pt modelId="{8C5F75BC-3DB3-43D9-92BA-54C0FD595A03}" type="pres">
      <dgm:prSet presAssocID="{A4BCDD80-2E6D-4A4A-98B1-3FC638C0AD17}" presName="connectorText" presStyleLbl="sibTrans2D1" presStyleIdx="4" presStyleCnt="5"/>
      <dgm:spPr/>
      <dgm:t>
        <a:bodyPr/>
        <a:lstStyle/>
        <a:p>
          <a:endParaRPr lang="zh-CN" altLang="en-US"/>
        </a:p>
      </dgm:t>
    </dgm:pt>
    <dgm:pt modelId="{DE1F2B90-1087-4B15-A3C8-83BC85D09B11}" type="pres">
      <dgm:prSet presAssocID="{68915FE9-6E68-41E0-838F-C84801CFCA7C}" presName="node" presStyleLbl="node1" presStyleIdx="5" presStyleCnt="6">
        <dgm:presLayoutVars>
          <dgm:bulletEnabled val="1"/>
        </dgm:presLayoutVars>
      </dgm:prSet>
      <dgm:spPr/>
      <dgm:t>
        <a:bodyPr/>
        <a:lstStyle/>
        <a:p>
          <a:endParaRPr lang="zh-CN" altLang="en-US"/>
        </a:p>
      </dgm:t>
    </dgm:pt>
  </dgm:ptLst>
  <dgm:cxnLst>
    <dgm:cxn modelId="{C767051F-3D9D-4641-9C99-F6DA8350556B}" type="presOf" srcId="{68915FE9-6E68-41E0-838F-C84801CFCA7C}" destId="{DE1F2B90-1087-4B15-A3C8-83BC85D09B11}" srcOrd="0" destOrd="0" presId="urn:microsoft.com/office/officeart/2005/8/layout/process1"/>
    <dgm:cxn modelId="{CE3E72FE-34F8-4DBA-A292-1AE8AF7F950F}" type="presOf" srcId="{D7F39A37-652C-4C6D-961C-4577A58D8A42}" destId="{5272F6BF-57A5-430E-B22B-309C6CDFB0C1}" srcOrd="0" destOrd="0" presId="urn:microsoft.com/office/officeart/2005/8/layout/process1"/>
    <dgm:cxn modelId="{73706E31-34DE-4534-9F10-03446DFA1DD4}" type="presOf" srcId="{BC6BE4F6-B4D2-40EC-9A65-46BA5BBFE748}" destId="{363469EA-13AE-499F-B499-B1E83D681913}" srcOrd="0" destOrd="0" presId="urn:microsoft.com/office/officeart/2005/8/layout/process1"/>
    <dgm:cxn modelId="{25544CA0-3B90-4DF6-B4A6-FEE8A9B46FDD}" type="presOf" srcId="{0C17279E-B884-4745-AF89-77546837E7C3}" destId="{EB2B2FA0-B987-4B05-9F12-C63C8D6CEC8E}" srcOrd="0" destOrd="0" presId="urn:microsoft.com/office/officeart/2005/8/layout/process1"/>
    <dgm:cxn modelId="{92937837-4B8A-480B-982E-86529E02A68C}" type="presOf" srcId="{8D021CE9-3D87-4A5F-8DDC-8EB4854EA269}" destId="{7934F518-D2A0-435D-BE3B-37BF5DC0145E}" srcOrd="0" destOrd="0" presId="urn:microsoft.com/office/officeart/2005/8/layout/process1"/>
    <dgm:cxn modelId="{E8C3AA88-794F-40CE-B65C-493F0A1E4708}" type="presOf" srcId="{A4BCDD80-2E6D-4A4A-98B1-3FC638C0AD17}" destId="{8C5F75BC-3DB3-43D9-92BA-54C0FD595A03}" srcOrd="1" destOrd="0" presId="urn:microsoft.com/office/officeart/2005/8/layout/process1"/>
    <dgm:cxn modelId="{7E68822F-CE4C-4656-BD41-CB51FF8CCBBF}" type="presOf" srcId="{11DBEB53-0498-453A-A795-83AF5ED2613E}" destId="{157E5B21-D799-40CF-BDB0-30F60056F8CD}" srcOrd="0" destOrd="0" presId="urn:microsoft.com/office/officeart/2005/8/layout/process1"/>
    <dgm:cxn modelId="{9C8CF61F-D796-4245-8D82-791BC20DC44D}" type="presOf" srcId="{201579EE-9FAE-4348-AD08-4F2C2A40A707}" destId="{CC283798-3BF7-4EAB-8AC5-274F1CC5F3C6}" srcOrd="0" destOrd="0" presId="urn:microsoft.com/office/officeart/2005/8/layout/process1"/>
    <dgm:cxn modelId="{D2AF619B-022E-46C2-8F55-4EF14F91BCC4}" type="presOf" srcId="{9FFA860D-3BDB-40C8-8C7D-7DF2CD5DD16A}" destId="{4D5720EE-679E-44CB-99FA-8AC9AEAD948A}" srcOrd="1" destOrd="0" presId="urn:microsoft.com/office/officeart/2005/8/layout/process1"/>
    <dgm:cxn modelId="{A77F946A-B83E-46B3-8099-7E0CD940E1F3}" type="presOf" srcId="{F795C6B8-3EA3-46E0-9D38-59D51882D639}" destId="{55E4C12A-D668-4919-ACED-3DE42B7C4E8C}" srcOrd="0" destOrd="0" presId="urn:microsoft.com/office/officeart/2005/8/layout/process1"/>
    <dgm:cxn modelId="{81CA9CFE-D9A1-4983-A141-789F65F17EE3}" srcId="{0C17279E-B884-4745-AF89-77546837E7C3}" destId="{201579EE-9FAE-4348-AD08-4F2C2A40A707}" srcOrd="4" destOrd="0" parTransId="{6F691243-99CA-4C92-B7BD-6F0D0914A3EE}" sibTransId="{A4BCDD80-2E6D-4A4A-98B1-3FC638C0AD17}"/>
    <dgm:cxn modelId="{AE5049A8-AEBC-4035-91D7-092869D379A7}" type="presOf" srcId="{BC6BE4F6-B4D2-40EC-9A65-46BA5BBFE748}" destId="{1BCC0EF3-6D30-49ED-B1C8-E6090CB5A4BC}" srcOrd="1" destOrd="0" presId="urn:microsoft.com/office/officeart/2005/8/layout/process1"/>
    <dgm:cxn modelId="{18284065-92D0-44E8-8627-6FE51CB08DB4}" srcId="{0C17279E-B884-4745-AF89-77546837E7C3}" destId="{5F6F2E7B-5F39-47B1-A5A8-13B642FB6A4B}" srcOrd="1" destOrd="0" parTransId="{1FE5A371-A5B0-45FF-95C3-B27EF2EF5CB9}" sibTransId="{8D021CE9-3D87-4A5F-8DDC-8EB4854EA269}"/>
    <dgm:cxn modelId="{92E1E4C3-A3CA-43F7-922E-CA2F4FA59FA8}" srcId="{0C17279E-B884-4745-AF89-77546837E7C3}" destId="{D7F39A37-652C-4C6D-961C-4577A58D8A42}" srcOrd="3" destOrd="0" parTransId="{B26FC234-2F5B-4FF0-AADC-4CEA3D3624E9}" sibTransId="{9FFA860D-3BDB-40C8-8C7D-7DF2CD5DD16A}"/>
    <dgm:cxn modelId="{DE5A8CB2-0F9B-406C-94FE-760D8CDDA4A3}" type="presOf" srcId="{5F6F2E7B-5F39-47B1-A5A8-13B642FB6A4B}" destId="{04FE32FC-6DB3-439F-994C-76BD536732DD}" srcOrd="0" destOrd="0" presId="urn:microsoft.com/office/officeart/2005/8/layout/process1"/>
    <dgm:cxn modelId="{86FD132B-C19A-41B5-B4B5-2D06C91F943B}" type="presOf" srcId="{9FFA860D-3BDB-40C8-8C7D-7DF2CD5DD16A}" destId="{D04BE799-F35F-482A-BD16-2AA0E069F1B6}" srcOrd="0" destOrd="0" presId="urn:microsoft.com/office/officeart/2005/8/layout/process1"/>
    <dgm:cxn modelId="{E5E6D2CB-FFC7-4FC4-8FDE-7610DD7E6659}" type="presOf" srcId="{8D021CE9-3D87-4A5F-8DDC-8EB4854EA269}" destId="{8B689C85-4566-44ED-BEC3-CA54004972ED}" srcOrd="1" destOrd="0" presId="urn:microsoft.com/office/officeart/2005/8/layout/process1"/>
    <dgm:cxn modelId="{FBDE2B23-5524-4298-B398-722303493F0F}" type="presOf" srcId="{F795C6B8-3EA3-46E0-9D38-59D51882D639}" destId="{6AC41DA3-7404-4E48-9CB2-D013A2A812C5}" srcOrd="1" destOrd="0" presId="urn:microsoft.com/office/officeart/2005/8/layout/process1"/>
    <dgm:cxn modelId="{F57F9AA4-3CED-4606-836B-0562BB9F25C3}" type="presOf" srcId="{A4BCDD80-2E6D-4A4A-98B1-3FC638C0AD17}" destId="{9D87C54A-1E34-495D-9C8A-AB1E06205548}" srcOrd="0" destOrd="0" presId="urn:microsoft.com/office/officeart/2005/8/layout/process1"/>
    <dgm:cxn modelId="{2B3F771A-0740-4C3E-8A96-5998CD4EA83F}" srcId="{0C17279E-B884-4745-AF89-77546837E7C3}" destId="{C5F6580B-8C85-4825-BCF1-ACDBA31855B8}" srcOrd="0" destOrd="0" parTransId="{F139D44F-9A5F-4D0E-90B0-EDDB3902C6AB}" sibTransId="{BC6BE4F6-B4D2-40EC-9A65-46BA5BBFE748}"/>
    <dgm:cxn modelId="{7EC3DE99-0F13-475A-B525-3FB7F09DD07D}" srcId="{0C17279E-B884-4745-AF89-77546837E7C3}" destId="{11DBEB53-0498-453A-A795-83AF5ED2613E}" srcOrd="2" destOrd="0" parTransId="{25042E2E-C157-48FB-B882-F1F85DB99512}" sibTransId="{F795C6B8-3EA3-46E0-9D38-59D51882D639}"/>
    <dgm:cxn modelId="{F3FBD825-584B-40D8-ACA2-F9858EA88224}" type="presOf" srcId="{C5F6580B-8C85-4825-BCF1-ACDBA31855B8}" destId="{71BC1A83-7D0D-4A4B-936C-027B8782315B}" srcOrd="0" destOrd="0" presId="urn:microsoft.com/office/officeart/2005/8/layout/process1"/>
    <dgm:cxn modelId="{140DB11F-4A4D-47A9-8641-E0C2FB2A2B35}" srcId="{0C17279E-B884-4745-AF89-77546837E7C3}" destId="{68915FE9-6E68-41E0-838F-C84801CFCA7C}" srcOrd="5" destOrd="0" parTransId="{862D8412-AF73-4BDE-A51F-12845139460F}" sibTransId="{306C0C05-9E70-42B2-927C-1F5FAE82A2A6}"/>
    <dgm:cxn modelId="{961C028D-7DFB-4C29-BDE2-43A706BB106F}" type="presParOf" srcId="{EB2B2FA0-B987-4B05-9F12-C63C8D6CEC8E}" destId="{71BC1A83-7D0D-4A4B-936C-027B8782315B}" srcOrd="0" destOrd="0" presId="urn:microsoft.com/office/officeart/2005/8/layout/process1"/>
    <dgm:cxn modelId="{236B9677-2CC0-4B77-B203-BB3960860CD1}" type="presParOf" srcId="{EB2B2FA0-B987-4B05-9F12-C63C8D6CEC8E}" destId="{363469EA-13AE-499F-B499-B1E83D681913}" srcOrd="1" destOrd="0" presId="urn:microsoft.com/office/officeart/2005/8/layout/process1"/>
    <dgm:cxn modelId="{E3616519-8D8F-4708-9FBB-B34444B54D45}" type="presParOf" srcId="{363469EA-13AE-499F-B499-B1E83D681913}" destId="{1BCC0EF3-6D30-49ED-B1C8-E6090CB5A4BC}" srcOrd="0" destOrd="0" presId="urn:microsoft.com/office/officeart/2005/8/layout/process1"/>
    <dgm:cxn modelId="{7154E3A1-3FA6-4229-97FC-FAB420528B8D}" type="presParOf" srcId="{EB2B2FA0-B987-4B05-9F12-C63C8D6CEC8E}" destId="{04FE32FC-6DB3-439F-994C-76BD536732DD}" srcOrd="2" destOrd="0" presId="urn:microsoft.com/office/officeart/2005/8/layout/process1"/>
    <dgm:cxn modelId="{068C1D60-AEFE-400A-828E-2BA960889E4B}" type="presParOf" srcId="{EB2B2FA0-B987-4B05-9F12-C63C8D6CEC8E}" destId="{7934F518-D2A0-435D-BE3B-37BF5DC0145E}" srcOrd="3" destOrd="0" presId="urn:microsoft.com/office/officeart/2005/8/layout/process1"/>
    <dgm:cxn modelId="{0D32DED7-FFD5-4ED0-927B-75C7F27B9AA6}" type="presParOf" srcId="{7934F518-D2A0-435D-BE3B-37BF5DC0145E}" destId="{8B689C85-4566-44ED-BEC3-CA54004972ED}" srcOrd="0" destOrd="0" presId="urn:microsoft.com/office/officeart/2005/8/layout/process1"/>
    <dgm:cxn modelId="{D531C715-21F1-44CA-8FA0-3C40301F8C94}" type="presParOf" srcId="{EB2B2FA0-B987-4B05-9F12-C63C8D6CEC8E}" destId="{157E5B21-D799-40CF-BDB0-30F60056F8CD}" srcOrd="4" destOrd="0" presId="urn:microsoft.com/office/officeart/2005/8/layout/process1"/>
    <dgm:cxn modelId="{698E3CFF-B337-4EEB-B6B4-00BC99AC5397}" type="presParOf" srcId="{EB2B2FA0-B987-4B05-9F12-C63C8D6CEC8E}" destId="{55E4C12A-D668-4919-ACED-3DE42B7C4E8C}" srcOrd="5" destOrd="0" presId="urn:microsoft.com/office/officeart/2005/8/layout/process1"/>
    <dgm:cxn modelId="{E6B583A1-8FFA-4841-BC69-98614F202E73}" type="presParOf" srcId="{55E4C12A-D668-4919-ACED-3DE42B7C4E8C}" destId="{6AC41DA3-7404-4E48-9CB2-D013A2A812C5}" srcOrd="0" destOrd="0" presId="urn:microsoft.com/office/officeart/2005/8/layout/process1"/>
    <dgm:cxn modelId="{C90CD2E5-7F8E-4B56-BEFD-5D2D71168ABD}" type="presParOf" srcId="{EB2B2FA0-B987-4B05-9F12-C63C8D6CEC8E}" destId="{5272F6BF-57A5-430E-B22B-309C6CDFB0C1}" srcOrd="6" destOrd="0" presId="urn:microsoft.com/office/officeart/2005/8/layout/process1"/>
    <dgm:cxn modelId="{B0BC94DF-B738-4FCD-960C-1A88CC4D42B8}" type="presParOf" srcId="{EB2B2FA0-B987-4B05-9F12-C63C8D6CEC8E}" destId="{D04BE799-F35F-482A-BD16-2AA0E069F1B6}" srcOrd="7" destOrd="0" presId="urn:microsoft.com/office/officeart/2005/8/layout/process1"/>
    <dgm:cxn modelId="{B642AD22-A632-4CE9-A7F3-8FB97D668381}" type="presParOf" srcId="{D04BE799-F35F-482A-BD16-2AA0E069F1B6}" destId="{4D5720EE-679E-44CB-99FA-8AC9AEAD948A}" srcOrd="0" destOrd="0" presId="urn:microsoft.com/office/officeart/2005/8/layout/process1"/>
    <dgm:cxn modelId="{CE5790CB-E054-4D64-9AAC-AACEA394029C}" type="presParOf" srcId="{EB2B2FA0-B987-4B05-9F12-C63C8D6CEC8E}" destId="{CC283798-3BF7-4EAB-8AC5-274F1CC5F3C6}" srcOrd="8" destOrd="0" presId="urn:microsoft.com/office/officeart/2005/8/layout/process1"/>
    <dgm:cxn modelId="{82A226B7-E710-4D8E-8015-85DA2A59E0BE}" type="presParOf" srcId="{EB2B2FA0-B987-4B05-9F12-C63C8D6CEC8E}" destId="{9D87C54A-1E34-495D-9C8A-AB1E06205548}" srcOrd="9" destOrd="0" presId="urn:microsoft.com/office/officeart/2005/8/layout/process1"/>
    <dgm:cxn modelId="{730D1DAD-2493-4179-8429-A90123367537}" type="presParOf" srcId="{9D87C54A-1E34-495D-9C8A-AB1E06205548}" destId="{8C5F75BC-3DB3-43D9-92BA-54C0FD595A03}" srcOrd="0" destOrd="0" presId="urn:microsoft.com/office/officeart/2005/8/layout/process1"/>
    <dgm:cxn modelId="{0B3BDEBE-310B-4649-AB7D-9A4D84404895}" type="presParOf" srcId="{EB2B2FA0-B987-4B05-9F12-C63C8D6CEC8E}" destId="{DE1F2B90-1087-4B15-A3C8-83BC85D09B11}"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96000" cy="4064000"/>
        <a:chOff x="0" y="0"/>
        <a:chExt cx="6096000" cy="4064000"/>
      </a:xfrm>
    </dsp:grpSpPr>
    <dsp:sp modelId="{71BC1A83-7D0D-4A4B-936C-027B8782315B}">
      <dsp:nvSpPr>
        <dsp:cNvPr id="3" name="圆角矩形 2"/>
        <dsp:cNvSpPr/>
      </dsp:nvSpPr>
      <dsp:spPr bwMode="white">
        <a:xfrm>
          <a:off x="0" y="1490980"/>
          <a:ext cx="762000" cy="108204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53340" tIns="53340" rIns="53340" bIns="5334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smtClean="0"/>
            <a:t>编辑</a:t>
          </a:r>
          <a:br>
            <a:rPr lang="en-US" altLang="zh-CN" dirty="0" smtClean="0"/>
          </a:br>
          <a:r>
            <a:rPr lang="zh-CN" altLang="en-US" dirty="0" smtClean="0"/>
            <a:t>源代码或者工程文件</a:t>
          </a:r>
          <a:endParaRPr lang="zh-CN" altLang="en-US" dirty="0"/>
        </a:p>
      </dsp:txBody>
      <dsp:txXfrm>
        <a:off x="0" y="1490980"/>
        <a:ext cx="762000" cy="1082040"/>
      </dsp:txXfrm>
    </dsp:sp>
    <dsp:sp modelId="{363469EA-13AE-499F-B499-B1E83D681913}">
      <dsp:nvSpPr>
        <dsp:cNvPr id="4" name="右箭头 3"/>
        <dsp:cNvSpPr/>
      </dsp:nvSpPr>
      <dsp:spPr bwMode="white">
        <a:xfrm>
          <a:off x="833628" y="1937512"/>
          <a:ext cx="161544" cy="188976"/>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700"/>
          </a:lvl1pPr>
          <a:lvl2pPr marL="57150" indent="-57150" algn="ctr">
            <a:defRPr sz="500"/>
          </a:lvl2pPr>
          <a:lvl3pPr marL="114300" indent="-57150" algn="ctr">
            <a:defRPr sz="500"/>
          </a:lvl3pPr>
          <a:lvl4pPr marL="171450" indent="-57150" algn="ctr">
            <a:defRPr sz="500"/>
          </a:lvl4pPr>
          <a:lvl5pPr marL="228600" indent="-57150" algn="ctr">
            <a:defRPr sz="500"/>
          </a:lvl5pPr>
          <a:lvl6pPr marL="285750" indent="-57150" algn="ctr">
            <a:defRPr sz="500"/>
          </a:lvl6pPr>
          <a:lvl7pPr marL="342900" indent="-57150" algn="ctr">
            <a:defRPr sz="500"/>
          </a:lvl7pPr>
          <a:lvl8pPr marL="400050" indent="-57150" algn="ctr">
            <a:defRPr sz="500"/>
          </a:lvl8pPr>
          <a:lvl9pPr marL="457200" indent="-57150" algn="ctr">
            <a:defRPr sz="500"/>
          </a:lvl9pPr>
        </a:lstStyle>
        <a:p>
          <a:pPr lvl="0">
            <a:lnSpc>
              <a:spcPct val="100000"/>
            </a:lnSpc>
            <a:spcBef>
              <a:spcPct val="0"/>
            </a:spcBef>
            <a:spcAft>
              <a:spcPct val="35000"/>
            </a:spcAft>
          </a:pPr>
          <a:endParaRPr lang="zh-CN" altLang="en-US"/>
        </a:p>
      </dsp:txBody>
      <dsp:txXfrm>
        <a:off x="833628" y="1937512"/>
        <a:ext cx="161544" cy="188976"/>
      </dsp:txXfrm>
    </dsp:sp>
    <dsp:sp modelId="{04FE32FC-6DB3-439F-994C-76BD536732DD}">
      <dsp:nvSpPr>
        <dsp:cNvPr id="5" name="圆角矩形 4"/>
        <dsp:cNvSpPr/>
      </dsp:nvSpPr>
      <dsp:spPr bwMode="white">
        <a:xfrm>
          <a:off x="1066800" y="1490980"/>
          <a:ext cx="762000" cy="108204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53340" tIns="53340" rIns="53340" bIns="5334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smtClean="0"/>
            <a:t>预编译宏替换</a:t>
          </a:r>
          <a:endParaRPr lang="en-US" altLang="zh-CN" dirty="0" smtClean="0"/>
        </a:p>
        <a:p>
          <a:pPr lvl="0">
            <a:lnSpc>
              <a:spcPct val="100000"/>
            </a:lnSpc>
            <a:spcBef>
              <a:spcPct val="0"/>
            </a:spcBef>
            <a:spcAft>
              <a:spcPct val="35000"/>
            </a:spcAft>
          </a:pPr>
          <a:r>
            <a:rPr lang="zh-CN" altLang="en-US" dirty="0" smtClean="0"/>
            <a:t>头文件加载</a:t>
          </a:r>
          <a:endParaRPr lang="zh-CN" altLang="en-US" dirty="0"/>
        </a:p>
      </dsp:txBody>
      <dsp:txXfrm>
        <a:off x="1066800" y="1490980"/>
        <a:ext cx="762000" cy="1082040"/>
      </dsp:txXfrm>
    </dsp:sp>
    <dsp:sp modelId="{7934F518-D2A0-435D-BE3B-37BF5DC0145E}">
      <dsp:nvSpPr>
        <dsp:cNvPr id="6" name="右箭头 5"/>
        <dsp:cNvSpPr/>
      </dsp:nvSpPr>
      <dsp:spPr bwMode="white">
        <a:xfrm>
          <a:off x="1900428" y="1937512"/>
          <a:ext cx="161544" cy="188976"/>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700"/>
          </a:lvl1pPr>
          <a:lvl2pPr marL="57150" indent="-57150" algn="ctr">
            <a:defRPr sz="500"/>
          </a:lvl2pPr>
          <a:lvl3pPr marL="114300" indent="-57150" algn="ctr">
            <a:defRPr sz="500"/>
          </a:lvl3pPr>
          <a:lvl4pPr marL="171450" indent="-57150" algn="ctr">
            <a:defRPr sz="500"/>
          </a:lvl4pPr>
          <a:lvl5pPr marL="228600" indent="-57150" algn="ctr">
            <a:defRPr sz="500"/>
          </a:lvl5pPr>
          <a:lvl6pPr marL="285750" indent="-57150" algn="ctr">
            <a:defRPr sz="500"/>
          </a:lvl6pPr>
          <a:lvl7pPr marL="342900" indent="-57150" algn="ctr">
            <a:defRPr sz="500"/>
          </a:lvl7pPr>
          <a:lvl8pPr marL="400050" indent="-57150" algn="ctr">
            <a:defRPr sz="500"/>
          </a:lvl8pPr>
          <a:lvl9pPr marL="457200" indent="-57150" algn="ctr">
            <a:defRPr sz="500"/>
          </a:lvl9pPr>
        </a:lstStyle>
        <a:p>
          <a:pPr lvl="0">
            <a:lnSpc>
              <a:spcPct val="100000"/>
            </a:lnSpc>
            <a:spcBef>
              <a:spcPct val="0"/>
            </a:spcBef>
            <a:spcAft>
              <a:spcPct val="35000"/>
            </a:spcAft>
          </a:pPr>
          <a:endParaRPr lang="zh-CN" altLang="en-US"/>
        </a:p>
      </dsp:txBody>
      <dsp:txXfrm>
        <a:off x="1900428" y="1937512"/>
        <a:ext cx="161544" cy="188976"/>
      </dsp:txXfrm>
    </dsp:sp>
    <dsp:sp modelId="{157E5B21-D799-40CF-BDB0-30F60056F8CD}">
      <dsp:nvSpPr>
        <dsp:cNvPr id="7" name="圆角矩形 6"/>
        <dsp:cNvSpPr/>
      </dsp:nvSpPr>
      <dsp:spPr bwMode="white">
        <a:xfrm>
          <a:off x="2133600" y="1490980"/>
          <a:ext cx="762000" cy="108204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53340" tIns="53340" rIns="53340" bIns="5334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smtClean="0"/>
            <a:t>编译生成汇编语言</a:t>
          </a:r>
          <a:endParaRPr lang="zh-CN" altLang="en-US" dirty="0"/>
        </a:p>
      </dsp:txBody>
      <dsp:txXfrm>
        <a:off x="2133600" y="1490980"/>
        <a:ext cx="762000" cy="1082040"/>
      </dsp:txXfrm>
    </dsp:sp>
    <dsp:sp modelId="{55E4C12A-D668-4919-ACED-3DE42B7C4E8C}">
      <dsp:nvSpPr>
        <dsp:cNvPr id="8" name="右箭头 7"/>
        <dsp:cNvSpPr/>
      </dsp:nvSpPr>
      <dsp:spPr bwMode="white">
        <a:xfrm>
          <a:off x="2967228" y="1937512"/>
          <a:ext cx="161544" cy="188976"/>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700"/>
          </a:lvl1pPr>
          <a:lvl2pPr marL="57150" indent="-57150" algn="ctr">
            <a:defRPr sz="500"/>
          </a:lvl2pPr>
          <a:lvl3pPr marL="114300" indent="-57150" algn="ctr">
            <a:defRPr sz="500"/>
          </a:lvl3pPr>
          <a:lvl4pPr marL="171450" indent="-57150" algn="ctr">
            <a:defRPr sz="500"/>
          </a:lvl4pPr>
          <a:lvl5pPr marL="228600" indent="-57150" algn="ctr">
            <a:defRPr sz="500"/>
          </a:lvl5pPr>
          <a:lvl6pPr marL="285750" indent="-57150" algn="ctr">
            <a:defRPr sz="500"/>
          </a:lvl6pPr>
          <a:lvl7pPr marL="342900" indent="-57150" algn="ctr">
            <a:defRPr sz="500"/>
          </a:lvl7pPr>
          <a:lvl8pPr marL="400050" indent="-57150" algn="ctr">
            <a:defRPr sz="500"/>
          </a:lvl8pPr>
          <a:lvl9pPr marL="457200" indent="-57150" algn="ctr">
            <a:defRPr sz="500"/>
          </a:lvl9pPr>
        </a:lstStyle>
        <a:p>
          <a:pPr lvl="0">
            <a:lnSpc>
              <a:spcPct val="100000"/>
            </a:lnSpc>
            <a:spcBef>
              <a:spcPct val="0"/>
            </a:spcBef>
            <a:spcAft>
              <a:spcPct val="35000"/>
            </a:spcAft>
          </a:pPr>
          <a:endParaRPr lang="zh-CN" altLang="en-US"/>
        </a:p>
      </dsp:txBody>
      <dsp:txXfrm>
        <a:off x="2967228" y="1937512"/>
        <a:ext cx="161544" cy="188976"/>
      </dsp:txXfrm>
    </dsp:sp>
    <dsp:sp modelId="{5272F6BF-57A5-430E-B22B-309C6CDFB0C1}">
      <dsp:nvSpPr>
        <dsp:cNvPr id="9" name="圆角矩形 8"/>
        <dsp:cNvSpPr/>
      </dsp:nvSpPr>
      <dsp:spPr bwMode="white">
        <a:xfrm>
          <a:off x="3200400" y="1490980"/>
          <a:ext cx="762000" cy="108204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53340" tIns="53340" rIns="53340" bIns="5334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smtClean="0"/>
            <a:t>汇编生成机器码</a:t>
          </a:r>
          <a:endParaRPr lang="zh-CN" altLang="en-US" dirty="0"/>
        </a:p>
      </dsp:txBody>
      <dsp:txXfrm>
        <a:off x="3200400" y="1490980"/>
        <a:ext cx="762000" cy="1082040"/>
      </dsp:txXfrm>
    </dsp:sp>
    <dsp:sp modelId="{D04BE799-F35F-482A-BD16-2AA0E069F1B6}">
      <dsp:nvSpPr>
        <dsp:cNvPr id="10" name="右箭头 9"/>
        <dsp:cNvSpPr/>
      </dsp:nvSpPr>
      <dsp:spPr bwMode="white">
        <a:xfrm>
          <a:off x="4034028" y="1937512"/>
          <a:ext cx="161544" cy="188976"/>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700"/>
          </a:lvl1pPr>
          <a:lvl2pPr marL="57150" indent="-57150" algn="ctr">
            <a:defRPr sz="500"/>
          </a:lvl2pPr>
          <a:lvl3pPr marL="114300" indent="-57150" algn="ctr">
            <a:defRPr sz="500"/>
          </a:lvl3pPr>
          <a:lvl4pPr marL="171450" indent="-57150" algn="ctr">
            <a:defRPr sz="500"/>
          </a:lvl4pPr>
          <a:lvl5pPr marL="228600" indent="-57150" algn="ctr">
            <a:defRPr sz="500"/>
          </a:lvl5pPr>
          <a:lvl6pPr marL="285750" indent="-57150" algn="ctr">
            <a:defRPr sz="500"/>
          </a:lvl6pPr>
          <a:lvl7pPr marL="342900" indent="-57150" algn="ctr">
            <a:defRPr sz="500"/>
          </a:lvl7pPr>
          <a:lvl8pPr marL="400050" indent="-57150" algn="ctr">
            <a:defRPr sz="500"/>
          </a:lvl8pPr>
          <a:lvl9pPr marL="457200" indent="-57150" algn="ctr">
            <a:defRPr sz="500"/>
          </a:lvl9pPr>
        </a:lstStyle>
        <a:p>
          <a:pPr lvl="0">
            <a:lnSpc>
              <a:spcPct val="100000"/>
            </a:lnSpc>
            <a:spcBef>
              <a:spcPct val="0"/>
            </a:spcBef>
            <a:spcAft>
              <a:spcPct val="35000"/>
            </a:spcAft>
          </a:pPr>
          <a:endParaRPr lang="zh-CN" altLang="en-US"/>
        </a:p>
      </dsp:txBody>
      <dsp:txXfrm>
        <a:off x="4034028" y="1937512"/>
        <a:ext cx="161544" cy="188976"/>
      </dsp:txXfrm>
    </dsp:sp>
    <dsp:sp modelId="{CC283798-3BF7-4EAB-8AC5-274F1CC5F3C6}">
      <dsp:nvSpPr>
        <dsp:cNvPr id="11" name="圆角矩形 10"/>
        <dsp:cNvSpPr/>
      </dsp:nvSpPr>
      <dsp:spPr bwMode="white">
        <a:xfrm>
          <a:off x="4267200" y="1490980"/>
          <a:ext cx="762000" cy="108204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53340" tIns="53340" rIns="53340" bIns="5334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smtClean="0"/>
            <a:t>汇编</a:t>
          </a:r>
          <a:r>
            <a:rPr lang="en-US" altLang="zh-CN" dirty="0" smtClean="0"/>
            <a:t>+</a:t>
          </a:r>
          <a:r>
            <a:rPr lang="zh-CN" altLang="en-US" dirty="0" smtClean="0"/>
            <a:t>链接生成可执行文件</a:t>
          </a:r>
          <a:endParaRPr lang="zh-CN" altLang="en-US" dirty="0"/>
        </a:p>
      </dsp:txBody>
      <dsp:txXfrm>
        <a:off x="4267200" y="1490980"/>
        <a:ext cx="762000" cy="1082040"/>
      </dsp:txXfrm>
    </dsp:sp>
    <dsp:sp modelId="{9D87C54A-1E34-495D-9C8A-AB1E06205548}">
      <dsp:nvSpPr>
        <dsp:cNvPr id="12" name="右箭头 11"/>
        <dsp:cNvSpPr/>
      </dsp:nvSpPr>
      <dsp:spPr bwMode="white">
        <a:xfrm>
          <a:off x="5100828" y="1937512"/>
          <a:ext cx="161544" cy="188976"/>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700"/>
          </a:lvl1pPr>
          <a:lvl2pPr marL="57150" indent="-57150" algn="ctr">
            <a:defRPr sz="500"/>
          </a:lvl2pPr>
          <a:lvl3pPr marL="114300" indent="-57150" algn="ctr">
            <a:defRPr sz="500"/>
          </a:lvl3pPr>
          <a:lvl4pPr marL="171450" indent="-57150" algn="ctr">
            <a:defRPr sz="500"/>
          </a:lvl4pPr>
          <a:lvl5pPr marL="228600" indent="-57150" algn="ctr">
            <a:defRPr sz="500"/>
          </a:lvl5pPr>
          <a:lvl6pPr marL="285750" indent="-57150" algn="ctr">
            <a:defRPr sz="500"/>
          </a:lvl6pPr>
          <a:lvl7pPr marL="342900" indent="-57150" algn="ctr">
            <a:defRPr sz="500"/>
          </a:lvl7pPr>
          <a:lvl8pPr marL="400050" indent="-57150" algn="ctr">
            <a:defRPr sz="500"/>
          </a:lvl8pPr>
          <a:lvl9pPr marL="457200" indent="-57150" algn="ctr">
            <a:defRPr sz="500"/>
          </a:lvl9pPr>
        </a:lstStyle>
        <a:p>
          <a:pPr lvl="0">
            <a:lnSpc>
              <a:spcPct val="100000"/>
            </a:lnSpc>
            <a:spcBef>
              <a:spcPct val="0"/>
            </a:spcBef>
            <a:spcAft>
              <a:spcPct val="35000"/>
            </a:spcAft>
          </a:pPr>
          <a:endParaRPr lang="zh-CN" altLang="en-US"/>
        </a:p>
      </dsp:txBody>
      <dsp:txXfrm>
        <a:off x="5100828" y="1937512"/>
        <a:ext cx="161544" cy="188976"/>
      </dsp:txXfrm>
    </dsp:sp>
    <dsp:sp modelId="{DE1F2B90-1087-4B15-A3C8-83BC85D09B11}">
      <dsp:nvSpPr>
        <dsp:cNvPr id="13" name="圆角矩形 12"/>
        <dsp:cNvSpPr/>
      </dsp:nvSpPr>
      <dsp:spPr bwMode="white">
        <a:xfrm>
          <a:off x="5334000" y="1490980"/>
          <a:ext cx="762000" cy="108204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53340" tIns="53340" rIns="53340" bIns="5334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smtClean="0"/>
            <a:t>执行可执行文件</a:t>
          </a:r>
          <a:endParaRPr lang="zh-CN" altLang="en-US" dirty="0"/>
        </a:p>
      </dsp:txBody>
      <dsp:txXfrm>
        <a:off x="5334000" y="1490980"/>
        <a:ext cx="762000" cy="108204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1" y="-1661"/>
            <a:ext cx="3078767" cy="513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102" tIns="0" rIns="20102" bIns="0" numCol="1" anchor="t" anchorCtr="0" compatLnSpc="1"/>
          <a:lstStyle>
            <a:lvl1pPr algn="l" eaLnBrk="0" hangingPunct="0">
              <a:defRPr sz="1100" i="1">
                <a:latin typeface="Book Antiqua" panose="02040602050305030304" pitchFamily="18" charset="0"/>
                <a:ea typeface="宋体" panose="02010600030101010101" pitchFamily="2" charset="-122"/>
              </a:defRPr>
            </a:lvl1pPr>
          </a:lstStyle>
          <a:p>
            <a:r>
              <a:rPr lang="zh-CN" altLang="en-US"/>
              <a:t>网站建设与网络安全</a:t>
            </a:r>
            <a:endParaRPr lang="zh-CN" altLang="en-US"/>
          </a:p>
        </p:txBody>
      </p:sp>
      <p:sp>
        <p:nvSpPr>
          <p:cNvPr id="4099" name="Rectangle 3"/>
          <p:cNvSpPr>
            <a:spLocks noGrp="1" noChangeArrowheads="1"/>
          </p:cNvSpPr>
          <p:nvPr>
            <p:ph type="dt" sz="quarter" idx="1"/>
          </p:nvPr>
        </p:nvSpPr>
        <p:spPr bwMode="auto">
          <a:xfrm>
            <a:off x="4025297" y="-1661"/>
            <a:ext cx="3078766" cy="513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102" tIns="0" rIns="20102" bIns="0" numCol="1" anchor="t" anchorCtr="0" compatLnSpc="1"/>
          <a:lstStyle>
            <a:lvl1pPr algn="r" eaLnBrk="0" hangingPunct="0">
              <a:defRPr sz="1100" i="1">
                <a:latin typeface="Book Antiqua" panose="02040602050305030304" pitchFamily="18" charset="0"/>
                <a:ea typeface="宋体" panose="02010600030101010101" pitchFamily="2" charset="-122"/>
              </a:defRPr>
            </a:lvl1pPr>
          </a:lstStyle>
          <a:p>
            <a:endParaRPr lang="en-US" altLang="zh-CN"/>
          </a:p>
        </p:txBody>
      </p:sp>
      <p:sp>
        <p:nvSpPr>
          <p:cNvPr id="4100" name="Rectangle 4"/>
          <p:cNvSpPr>
            <a:spLocks noGrp="1" noChangeArrowheads="1"/>
          </p:cNvSpPr>
          <p:nvPr>
            <p:ph type="ftr" sz="quarter" idx="2"/>
          </p:nvPr>
        </p:nvSpPr>
        <p:spPr bwMode="auto">
          <a:xfrm>
            <a:off x="1" y="9721389"/>
            <a:ext cx="3078767" cy="51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102" tIns="0" rIns="20102" bIns="0" numCol="1" anchor="b" anchorCtr="0" compatLnSpc="1"/>
          <a:lstStyle>
            <a:lvl1pPr algn="l" eaLnBrk="0" hangingPunct="0">
              <a:defRPr sz="1100" i="1">
                <a:latin typeface="Book Antiqua" panose="02040602050305030304" pitchFamily="18" charset="0"/>
                <a:ea typeface="宋体" panose="02010600030101010101" pitchFamily="2" charset="-122"/>
              </a:defRPr>
            </a:lvl1pPr>
          </a:lstStyle>
          <a:p>
            <a:r>
              <a:rPr lang="zh-CN" altLang="en-US"/>
              <a:t>武汉大学计算机学院 梁意文</a:t>
            </a:r>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1" y="-1661"/>
            <a:ext cx="3078767" cy="513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102" tIns="0" rIns="20102" bIns="0" numCol="1" anchor="t" anchorCtr="0" compatLnSpc="1"/>
          <a:lstStyle>
            <a:lvl1pPr algn="l" defTabSz="803910" eaLnBrk="0" hangingPunct="0">
              <a:defRPr sz="1100" i="1">
                <a:ea typeface="宋体" panose="02010600030101010101" pitchFamily="2" charset="-122"/>
              </a:defRPr>
            </a:lvl1pPr>
          </a:lstStyle>
          <a:p>
            <a:endParaRPr lang="en-US" altLang="zh-CN"/>
          </a:p>
        </p:txBody>
      </p:sp>
      <p:sp>
        <p:nvSpPr>
          <p:cNvPr id="2051" name="Rectangle 3"/>
          <p:cNvSpPr>
            <a:spLocks noGrp="1" noChangeArrowheads="1"/>
          </p:cNvSpPr>
          <p:nvPr>
            <p:ph type="dt" idx="1"/>
          </p:nvPr>
        </p:nvSpPr>
        <p:spPr bwMode="auto">
          <a:xfrm>
            <a:off x="4025297" y="-1661"/>
            <a:ext cx="3078766" cy="513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102" tIns="0" rIns="20102" bIns="0" numCol="1" anchor="t" anchorCtr="0" compatLnSpc="1"/>
          <a:lstStyle>
            <a:lvl1pPr algn="r" defTabSz="803910" eaLnBrk="0" hangingPunct="0">
              <a:defRPr sz="1100" i="1">
                <a:ea typeface="宋体" panose="02010600030101010101" pitchFamily="2" charset="-122"/>
              </a:defRPr>
            </a:lvl1pPr>
          </a:lstStyle>
          <a:p>
            <a:endParaRPr lang="en-US" altLang="zh-CN"/>
          </a:p>
        </p:txBody>
      </p:sp>
      <p:sp>
        <p:nvSpPr>
          <p:cNvPr id="2052" name="Rectangle 4"/>
          <p:cNvSpPr>
            <a:spLocks noGrp="1" noChangeArrowheads="1"/>
          </p:cNvSpPr>
          <p:nvPr>
            <p:ph type="ftr" sz="quarter" idx="4"/>
          </p:nvPr>
        </p:nvSpPr>
        <p:spPr bwMode="auto">
          <a:xfrm>
            <a:off x="1" y="9721389"/>
            <a:ext cx="3078767" cy="51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102" tIns="0" rIns="20102" bIns="0" numCol="1" anchor="b" anchorCtr="0" compatLnSpc="1"/>
          <a:lstStyle>
            <a:lvl1pPr algn="l" defTabSz="803910" eaLnBrk="0" hangingPunct="0">
              <a:defRPr sz="1100" i="1">
                <a:ea typeface="宋体" panose="02010600030101010101" pitchFamily="2" charset="-122"/>
              </a:defRPr>
            </a:lvl1pPr>
          </a:lstStyle>
          <a:p>
            <a:endParaRPr lang="en-US" altLang="zh-CN"/>
          </a:p>
        </p:txBody>
      </p:sp>
      <p:sp>
        <p:nvSpPr>
          <p:cNvPr id="2053" name="Rectangle 5"/>
          <p:cNvSpPr>
            <a:spLocks noGrp="1" noChangeArrowheads="1"/>
          </p:cNvSpPr>
          <p:nvPr>
            <p:ph type="sldNum" sz="quarter" idx="5"/>
          </p:nvPr>
        </p:nvSpPr>
        <p:spPr bwMode="auto">
          <a:xfrm>
            <a:off x="4025297" y="9721389"/>
            <a:ext cx="3078766" cy="51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102" tIns="0" rIns="20102" bIns="0" numCol="1" anchor="b" anchorCtr="0" compatLnSpc="1"/>
          <a:lstStyle>
            <a:lvl1pPr algn="r" defTabSz="803910" eaLnBrk="0" hangingPunct="0">
              <a:defRPr sz="1100" i="1">
                <a:ea typeface="宋体" panose="02010600030101010101" pitchFamily="2" charset="-122"/>
              </a:defRPr>
            </a:lvl1pPr>
          </a:lstStyle>
          <a:p>
            <a:fld id="{2294745A-D51A-4D6A-8042-2BC64911E49A}" type="slidenum">
              <a:rPr lang="en-US" altLang="zh-CN"/>
            </a:fld>
            <a:endParaRPr lang="en-US" altLang="zh-CN"/>
          </a:p>
        </p:txBody>
      </p:sp>
      <p:sp>
        <p:nvSpPr>
          <p:cNvPr id="2054" name="Rectangle 6"/>
          <p:cNvSpPr>
            <a:spLocks noGrp="1" noChangeArrowheads="1"/>
          </p:cNvSpPr>
          <p:nvPr>
            <p:ph type="body" sz="quarter" idx="3"/>
          </p:nvPr>
        </p:nvSpPr>
        <p:spPr bwMode="auto">
          <a:xfrm>
            <a:off x="946530" y="4859864"/>
            <a:ext cx="5211003" cy="4607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158" tIns="48579" rIns="97158" bIns="48579" numCol="1" anchor="t" anchorCtr="0" compatLnSpc="1"/>
          <a:lstStyle/>
          <a:p>
            <a:pPr lvl="0"/>
            <a:r>
              <a:rPr lang="en-US" altLang="zh-CN" smtClean="0"/>
              <a:t>Click to edit Master notes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en-US" altLang="zh-CN" smtClean="0"/>
          </a:p>
        </p:txBody>
      </p:sp>
      <p:sp>
        <p:nvSpPr>
          <p:cNvPr id="2055" name="Rectangle 7"/>
          <p:cNvSpPr>
            <a:spLocks noGrp="1" noRot="1" noChangeAspect="1" noChangeArrowheads="1" noTextEdit="1"/>
          </p:cNvSpPr>
          <p:nvPr>
            <p:ph type="sldImg" idx="2"/>
          </p:nvPr>
        </p:nvSpPr>
        <p:spPr bwMode="auto">
          <a:xfrm>
            <a:off x="1004888" y="774700"/>
            <a:ext cx="5095875" cy="3822700"/>
          </a:xfrm>
          <a:prstGeom prst="rect">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Times New Roman" panose="02020603050405020304" pitchFamily="18" charset="0"/>
                <a:ea typeface="宋体" panose="02010600030101010101" pitchFamily="2" charset="-122"/>
              </a:defRPr>
            </a:lvl1pPr>
            <a:lvl2pPr marL="784225" indent="-301625">
              <a:spcBef>
                <a:spcPct val="30000"/>
              </a:spcBef>
              <a:defRPr sz="1300">
                <a:solidFill>
                  <a:schemeClr val="tx1"/>
                </a:solidFill>
                <a:latin typeface="Times New Roman" panose="02020603050405020304" pitchFamily="18" charset="0"/>
                <a:ea typeface="宋体" panose="02010600030101010101" pitchFamily="2" charset="-122"/>
              </a:defRPr>
            </a:lvl2pPr>
            <a:lvl3pPr marL="1205865" indent="-241300">
              <a:spcBef>
                <a:spcPct val="30000"/>
              </a:spcBef>
              <a:defRPr sz="1300">
                <a:solidFill>
                  <a:schemeClr val="tx1"/>
                </a:solidFill>
                <a:latin typeface="Times New Roman" panose="02020603050405020304" pitchFamily="18" charset="0"/>
                <a:ea typeface="宋体" panose="02010600030101010101" pitchFamily="2" charset="-122"/>
              </a:defRPr>
            </a:lvl3pPr>
            <a:lvl4pPr marL="1688465" indent="-241300">
              <a:spcBef>
                <a:spcPct val="30000"/>
              </a:spcBef>
              <a:defRPr sz="1300">
                <a:solidFill>
                  <a:schemeClr val="tx1"/>
                </a:solidFill>
                <a:latin typeface="Times New Roman" panose="02020603050405020304" pitchFamily="18" charset="0"/>
                <a:ea typeface="宋体" panose="02010600030101010101" pitchFamily="2" charset="-122"/>
              </a:defRPr>
            </a:lvl4pPr>
            <a:lvl5pPr marL="2171065" indent="-241300">
              <a:spcBef>
                <a:spcPct val="30000"/>
              </a:spcBef>
              <a:defRPr sz="1300">
                <a:solidFill>
                  <a:schemeClr val="tx1"/>
                </a:solidFill>
                <a:latin typeface="Times New Roman" panose="02020603050405020304" pitchFamily="18" charset="0"/>
                <a:ea typeface="宋体" panose="02010600030101010101" pitchFamily="2" charset="-122"/>
              </a:defRPr>
            </a:lvl5pPr>
            <a:lvl6pPr marL="2653665"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6pPr>
            <a:lvl7pPr marL="31356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7pPr>
            <a:lvl8pPr marL="36182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8pPr>
            <a:lvl9pPr marL="41008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9pPr>
          </a:lstStyle>
          <a:p>
            <a:pPr>
              <a:spcBef>
                <a:spcPct val="0"/>
              </a:spcBef>
            </a:pPr>
            <a:fld id="{7B7D08DF-415F-4E02-8FC8-21CA33C59E77}" type="datetime1">
              <a:rPr lang="zh-CN" altLang="en-US" smtClean="0"/>
            </a:fld>
            <a:endParaRPr lang="en-US" altLang="zh-CN" smtClean="0"/>
          </a:p>
        </p:txBody>
      </p:sp>
      <p:sp>
        <p:nvSpPr>
          <p:cNvPr id="4710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Times New Roman" panose="02020603050405020304" pitchFamily="18" charset="0"/>
                <a:ea typeface="宋体" panose="02010600030101010101" pitchFamily="2" charset="-122"/>
              </a:defRPr>
            </a:lvl1pPr>
            <a:lvl2pPr marL="784225" indent="-301625">
              <a:spcBef>
                <a:spcPct val="30000"/>
              </a:spcBef>
              <a:defRPr sz="1300">
                <a:solidFill>
                  <a:schemeClr val="tx1"/>
                </a:solidFill>
                <a:latin typeface="Times New Roman" panose="02020603050405020304" pitchFamily="18" charset="0"/>
                <a:ea typeface="宋体" panose="02010600030101010101" pitchFamily="2" charset="-122"/>
              </a:defRPr>
            </a:lvl2pPr>
            <a:lvl3pPr marL="1205865" indent="-241300">
              <a:spcBef>
                <a:spcPct val="30000"/>
              </a:spcBef>
              <a:defRPr sz="1300">
                <a:solidFill>
                  <a:schemeClr val="tx1"/>
                </a:solidFill>
                <a:latin typeface="Times New Roman" panose="02020603050405020304" pitchFamily="18" charset="0"/>
                <a:ea typeface="宋体" panose="02010600030101010101" pitchFamily="2" charset="-122"/>
              </a:defRPr>
            </a:lvl3pPr>
            <a:lvl4pPr marL="1688465" indent="-241300">
              <a:spcBef>
                <a:spcPct val="30000"/>
              </a:spcBef>
              <a:defRPr sz="1300">
                <a:solidFill>
                  <a:schemeClr val="tx1"/>
                </a:solidFill>
                <a:latin typeface="Times New Roman" panose="02020603050405020304" pitchFamily="18" charset="0"/>
                <a:ea typeface="宋体" panose="02010600030101010101" pitchFamily="2" charset="-122"/>
              </a:defRPr>
            </a:lvl4pPr>
            <a:lvl5pPr marL="2171065" indent="-241300">
              <a:spcBef>
                <a:spcPct val="30000"/>
              </a:spcBef>
              <a:defRPr sz="1300">
                <a:solidFill>
                  <a:schemeClr val="tx1"/>
                </a:solidFill>
                <a:latin typeface="Times New Roman" panose="02020603050405020304" pitchFamily="18" charset="0"/>
                <a:ea typeface="宋体" panose="02010600030101010101" pitchFamily="2" charset="-122"/>
              </a:defRPr>
            </a:lvl5pPr>
            <a:lvl6pPr marL="2653665"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6pPr>
            <a:lvl7pPr marL="31356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7pPr>
            <a:lvl8pPr marL="36182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8pPr>
            <a:lvl9pPr marL="41008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9pPr>
          </a:lstStyle>
          <a:p>
            <a:pPr>
              <a:spcBef>
                <a:spcPct val="0"/>
              </a:spcBef>
            </a:pPr>
            <a:fld id="{7B0CA9E8-F3A2-413B-8C1D-63DDB5649873}" type="slidenum">
              <a:rPr lang="en-US" altLang="zh-CN" smtClean="0"/>
            </a:fld>
            <a:endParaRPr lang="en-US" altLang="zh-CN" smtClean="0"/>
          </a:p>
        </p:txBody>
      </p:sp>
      <p:sp>
        <p:nvSpPr>
          <p:cNvPr id="47108" name="Rectangle 2"/>
          <p:cNvSpPr>
            <a:spLocks noGrp="1" noRot="1" noChangeAspect="1" noChangeArrowheads="1" noTextEdit="1"/>
          </p:cNvSpPr>
          <p:nvPr>
            <p:ph type="sldImg"/>
          </p:nvPr>
        </p:nvSpPr>
        <p:spPr/>
      </p:sp>
      <p:sp>
        <p:nvSpPr>
          <p:cNvPr id="4710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Times New Roman" panose="02020603050405020304" pitchFamily="18" charset="0"/>
                <a:ea typeface="宋体" panose="02010600030101010101" pitchFamily="2" charset="-122"/>
              </a:defRPr>
            </a:lvl1pPr>
            <a:lvl2pPr marL="784225" indent="-301625">
              <a:spcBef>
                <a:spcPct val="30000"/>
              </a:spcBef>
              <a:defRPr sz="1300">
                <a:solidFill>
                  <a:schemeClr val="tx1"/>
                </a:solidFill>
                <a:latin typeface="Times New Roman" panose="02020603050405020304" pitchFamily="18" charset="0"/>
                <a:ea typeface="宋体" panose="02010600030101010101" pitchFamily="2" charset="-122"/>
              </a:defRPr>
            </a:lvl2pPr>
            <a:lvl3pPr marL="1205865" indent="-241300">
              <a:spcBef>
                <a:spcPct val="30000"/>
              </a:spcBef>
              <a:defRPr sz="1300">
                <a:solidFill>
                  <a:schemeClr val="tx1"/>
                </a:solidFill>
                <a:latin typeface="Times New Roman" panose="02020603050405020304" pitchFamily="18" charset="0"/>
                <a:ea typeface="宋体" panose="02010600030101010101" pitchFamily="2" charset="-122"/>
              </a:defRPr>
            </a:lvl3pPr>
            <a:lvl4pPr marL="1688465" indent="-241300">
              <a:spcBef>
                <a:spcPct val="30000"/>
              </a:spcBef>
              <a:defRPr sz="1300">
                <a:solidFill>
                  <a:schemeClr val="tx1"/>
                </a:solidFill>
                <a:latin typeface="Times New Roman" panose="02020603050405020304" pitchFamily="18" charset="0"/>
                <a:ea typeface="宋体" panose="02010600030101010101" pitchFamily="2" charset="-122"/>
              </a:defRPr>
            </a:lvl4pPr>
            <a:lvl5pPr marL="2171065" indent="-241300">
              <a:spcBef>
                <a:spcPct val="30000"/>
              </a:spcBef>
              <a:defRPr sz="1300">
                <a:solidFill>
                  <a:schemeClr val="tx1"/>
                </a:solidFill>
                <a:latin typeface="Times New Roman" panose="02020603050405020304" pitchFamily="18" charset="0"/>
                <a:ea typeface="宋体" panose="02010600030101010101" pitchFamily="2" charset="-122"/>
              </a:defRPr>
            </a:lvl5pPr>
            <a:lvl6pPr marL="2653665"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6pPr>
            <a:lvl7pPr marL="31356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7pPr>
            <a:lvl8pPr marL="36182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8pPr>
            <a:lvl9pPr marL="41008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9pPr>
          </a:lstStyle>
          <a:p>
            <a:pPr>
              <a:spcBef>
                <a:spcPct val="0"/>
              </a:spcBef>
            </a:pPr>
            <a:fld id="{D3257D4B-57C6-4506-8F05-8AF7C20796D4}" type="datetime1">
              <a:rPr lang="zh-CN" altLang="en-US" smtClean="0"/>
            </a:fld>
            <a:endParaRPr lang="en-US" altLang="zh-CN" smtClean="0"/>
          </a:p>
        </p:txBody>
      </p:sp>
      <p:sp>
        <p:nvSpPr>
          <p:cNvPr id="4915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Times New Roman" panose="02020603050405020304" pitchFamily="18" charset="0"/>
                <a:ea typeface="宋体" panose="02010600030101010101" pitchFamily="2" charset="-122"/>
              </a:defRPr>
            </a:lvl1pPr>
            <a:lvl2pPr marL="784225" indent="-301625">
              <a:spcBef>
                <a:spcPct val="30000"/>
              </a:spcBef>
              <a:defRPr sz="1300">
                <a:solidFill>
                  <a:schemeClr val="tx1"/>
                </a:solidFill>
                <a:latin typeface="Times New Roman" panose="02020603050405020304" pitchFamily="18" charset="0"/>
                <a:ea typeface="宋体" panose="02010600030101010101" pitchFamily="2" charset="-122"/>
              </a:defRPr>
            </a:lvl2pPr>
            <a:lvl3pPr marL="1205865" indent="-241300">
              <a:spcBef>
                <a:spcPct val="30000"/>
              </a:spcBef>
              <a:defRPr sz="1300">
                <a:solidFill>
                  <a:schemeClr val="tx1"/>
                </a:solidFill>
                <a:latin typeface="Times New Roman" panose="02020603050405020304" pitchFamily="18" charset="0"/>
                <a:ea typeface="宋体" panose="02010600030101010101" pitchFamily="2" charset="-122"/>
              </a:defRPr>
            </a:lvl3pPr>
            <a:lvl4pPr marL="1688465" indent="-241300">
              <a:spcBef>
                <a:spcPct val="30000"/>
              </a:spcBef>
              <a:defRPr sz="1300">
                <a:solidFill>
                  <a:schemeClr val="tx1"/>
                </a:solidFill>
                <a:latin typeface="Times New Roman" panose="02020603050405020304" pitchFamily="18" charset="0"/>
                <a:ea typeface="宋体" panose="02010600030101010101" pitchFamily="2" charset="-122"/>
              </a:defRPr>
            </a:lvl4pPr>
            <a:lvl5pPr marL="2171065" indent="-241300">
              <a:spcBef>
                <a:spcPct val="30000"/>
              </a:spcBef>
              <a:defRPr sz="1300">
                <a:solidFill>
                  <a:schemeClr val="tx1"/>
                </a:solidFill>
                <a:latin typeface="Times New Roman" panose="02020603050405020304" pitchFamily="18" charset="0"/>
                <a:ea typeface="宋体" panose="02010600030101010101" pitchFamily="2" charset="-122"/>
              </a:defRPr>
            </a:lvl5pPr>
            <a:lvl6pPr marL="2653665"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6pPr>
            <a:lvl7pPr marL="31356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7pPr>
            <a:lvl8pPr marL="36182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8pPr>
            <a:lvl9pPr marL="41008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9pPr>
          </a:lstStyle>
          <a:p>
            <a:pPr>
              <a:spcBef>
                <a:spcPct val="0"/>
              </a:spcBef>
            </a:pPr>
            <a:fld id="{9A94A0C3-7B03-4305-ACA2-C9D9CCD23E14}" type="slidenum">
              <a:rPr lang="en-US" altLang="zh-CN" smtClean="0"/>
            </a:fld>
            <a:endParaRPr lang="en-US" altLang="zh-CN" smtClean="0"/>
          </a:p>
        </p:txBody>
      </p:sp>
      <p:sp>
        <p:nvSpPr>
          <p:cNvPr id="49156" name="Rectangle 2"/>
          <p:cNvSpPr>
            <a:spLocks noGrp="1" noRot="1" noChangeAspect="1" noChangeArrowheads="1" noTextEdit="1"/>
          </p:cNvSpPr>
          <p:nvPr>
            <p:ph type="sldImg"/>
          </p:nvPr>
        </p:nvSpPr>
        <p:spPr/>
      </p:sp>
      <p:sp>
        <p:nvSpPr>
          <p:cNvPr id="4915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Times New Roman" panose="02020603050405020304" pitchFamily="18" charset="0"/>
                <a:ea typeface="宋体" panose="02010600030101010101" pitchFamily="2" charset="-122"/>
              </a:defRPr>
            </a:lvl1pPr>
            <a:lvl2pPr marL="784225" indent="-301625">
              <a:spcBef>
                <a:spcPct val="30000"/>
              </a:spcBef>
              <a:defRPr sz="1300">
                <a:solidFill>
                  <a:schemeClr val="tx1"/>
                </a:solidFill>
                <a:latin typeface="Times New Roman" panose="02020603050405020304" pitchFamily="18" charset="0"/>
                <a:ea typeface="宋体" panose="02010600030101010101" pitchFamily="2" charset="-122"/>
              </a:defRPr>
            </a:lvl2pPr>
            <a:lvl3pPr marL="1205865" indent="-241300">
              <a:spcBef>
                <a:spcPct val="30000"/>
              </a:spcBef>
              <a:defRPr sz="1300">
                <a:solidFill>
                  <a:schemeClr val="tx1"/>
                </a:solidFill>
                <a:latin typeface="Times New Roman" panose="02020603050405020304" pitchFamily="18" charset="0"/>
                <a:ea typeface="宋体" panose="02010600030101010101" pitchFamily="2" charset="-122"/>
              </a:defRPr>
            </a:lvl3pPr>
            <a:lvl4pPr marL="1688465" indent="-241300">
              <a:spcBef>
                <a:spcPct val="30000"/>
              </a:spcBef>
              <a:defRPr sz="1300">
                <a:solidFill>
                  <a:schemeClr val="tx1"/>
                </a:solidFill>
                <a:latin typeface="Times New Roman" panose="02020603050405020304" pitchFamily="18" charset="0"/>
                <a:ea typeface="宋体" panose="02010600030101010101" pitchFamily="2" charset="-122"/>
              </a:defRPr>
            </a:lvl4pPr>
            <a:lvl5pPr marL="2171065" indent="-241300">
              <a:spcBef>
                <a:spcPct val="30000"/>
              </a:spcBef>
              <a:defRPr sz="1300">
                <a:solidFill>
                  <a:schemeClr val="tx1"/>
                </a:solidFill>
                <a:latin typeface="Times New Roman" panose="02020603050405020304" pitchFamily="18" charset="0"/>
                <a:ea typeface="宋体" panose="02010600030101010101" pitchFamily="2" charset="-122"/>
              </a:defRPr>
            </a:lvl5pPr>
            <a:lvl6pPr marL="2653665"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6pPr>
            <a:lvl7pPr marL="31356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7pPr>
            <a:lvl8pPr marL="36182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8pPr>
            <a:lvl9pPr marL="41008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9pPr>
          </a:lstStyle>
          <a:p>
            <a:pPr>
              <a:spcBef>
                <a:spcPct val="0"/>
              </a:spcBef>
            </a:pPr>
            <a:fld id="{D3257D4B-57C6-4506-8F05-8AF7C20796D4}" type="datetime1">
              <a:rPr lang="zh-CN" altLang="en-US" smtClean="0"/>
            </a:fld>
            <a:endParaRPr lang="en-US" altLang="zh-CN" smtClean="0"/>
          </a:p>
        </p:txBody>
      </p:sp>
      <p:sp>
        <p:nvSpPr>
          <p:cNvPr id="4915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Times New Roman" panose="02020603050405020304" pitchFamily="18" charset="0"/>
                <a:ea typeface="宋体" panose="02010600030101010101" pitchFamily="2" charset="-122"/>
              </a:defRPr>
            </a:lvl1pPr>
            <a:lvl2pPr marL="784225" indent="-301625">
              <a:spcBef>
                <a:spcPct val="30000"/>
              </a:spcBef>
              <a:defRPr sz="1300">
                <a:solidFill>
                  <a:schemeClr val="tx1"/>
                </a:solidFill>
                <a:latin typeface="Times New Roman" panose="02020603050405020304" pitchFamily="18" charset="0"/>
                <a:ea typeface="宋体" panose="02010600030101010101" pitchFamily="2" charset="-122"/>
              </a:defRPr>
            </a:lvl2pPr>
            <a:lvl3pPr marL="1205865" indent="-241300">
              <a:spcBef>
                <a:spcPct val="30000"/>
              </a:spcBef>
              <a:defRPr sz="1300">
                <a:solidFill>
                  <a:schemeClr val="tx1"/>
                </a:solidFill>
                <a:latin typeface="Times New Roman" panose="02020603050405020304" pitchFamily="18" charset="0"/>
                <a:ea typeface="宋体" panose="02010600030101010101" pitchFamily="2" charset="-122"/>
              </a:defRPr>
            </a:lvl3pPr>
            <a:lvl4pPr marL="1688465" indent="-241300">
              <a:spcBef>
                <a:spcPct val="30000"/>
              </a:spcBef>
              <a:defRPr sz="1300">
                <a:solidFill>
                  <a:schemeClr val="tx1"/>
                </a:solidFill>
                <a:latin typeface="Times New Roman" panose="02020603050405020304" pitchFamily="18" charset="0"/>
                <a:ea typeface="宋体" panose="02010600030101010101" pitchFamily="2" charset="-122"/>
              </a:defRPr>
            </a:lvl4pPr>
            <a:lvl5pPr marL="2171065" indent="-241300">
              <a:spcBef>
                <a:spcPct val="30000"/>
              </a:spcBef>
              <a:defRPr sz="1300">
                <a:solidFill>
                  <a:schemeClr val="tx1"/>
                </a:solidFill>
                <a:latin typeface="Times New Roman" panose="02020603050405020304" pitchFamily="18" charset="0"/>
                <a:ea typeface="宋体" panose="02010600030101010101" pitchFamily="2" charset="-122"/>
              </a:defRPr>
            </a:lvl5pPr>
            <a:lvl6pPr marL="2653665"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6pPr>
            <a:lvl7pPr marL="31356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7pPr>
            <a:lvl8pPr marL="36182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8pPr>
            <a:lvl9pPr marL="41008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9pPr>
          </a:lstStyle>
          <a:p>
            <a:pPr>
              <a:spcBef>
                <a:spcPct val="0"/>
              </a:spcBef>
            </a:pPr>
            <a:fld id="{9A94A0C3-7B03-4305-ACA2-C9D9CCD23E14}" type="slidenum">
              <a:rPr lang="en-US" altLang="zh-CN" smtClean="0"/>
            </a:fld>
            <a:endParaRPr lang="en-US" altLang="zh-CN" smtClean="0"/>
          </a:p>
        </p:txBody>
      </p:sp>
      <p:sp>
        <p:nvSpPr>
          <p:cNvPr id="49156" name="Rectangle 2"/>
          <p:cNvSpPr>
            <a:spLocks noGrp="1" noRot="1" noChangeAspect="1" noChangeArrowheads="1" noTextEdit="1"/>
          </p:cNvSpPr>
          <p:nvPr>
            <p:ph type="sldImg"/>
          </p:nvPr>
        </p:nvSpPr>
        <p:spPr/>
      </p:sp>
      <p:sp>
        <p:nvSpPr>
          <p:cNvPr id="4915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Times New Roman" panose="02020603050405020304" pitchFamily="18" charset="0"/>
                <a:ea typeface="宋体" panose="02010600030101010101" pitchFamily="2" charset="-122"/>
              </a:defRPr>
            </a:lvl1pPr>
            <a:lvl2pPr marL="784225" indent="-301625">
              <a:spcBef>
                <a:spcPct val="30000"/>
              </a:spcBef>
              <a:defRPr sz="1300">
                <a:solidFill>
                  <a:schemeClr val="tx1"/>
                </a:solidFill>
                <a:latin typeface="Times New Roman" panose="02020603050405020304" pitchFamily="18" charset="0"/>
                <a:ea typeface="宋体" panose="02010600030101010101" pitchFamily="2" charset="-122"/>
              </a:defRPr>
            </a:lvl2pPr>
            <a:lvl3pPr marL="1205865" indent="-241300">
              <a:spcBef>
                <a:spcPct val="30000"/>
              </a:spcBef>
              <a:defRPr sz="1300">
                <a:solidFill>
                  <a:schemeClr val="tx1"/>
                </a:solidFill>
                <a:latin typeface="Times New Roman" panose="02020603050405020304" pitchFamily="18" charset="0"/>
                <a:ea typeface="宋体" panose="02010600030101010101" pitchFamily="2" charset="-122"/>
              </a:defRPr>
            </a:lvl3pPr>
            <a:lvl4pPr marL="1688465" indent="-241300">
              <a:spcBef>
                <a:spcPct val="30000"/>
              </a:spcBef>
              <a:defRPr sz="1300">
                <a:solidFill>
                  <a:schemeClr val="tx1"/>
                </a:solidFill>
                <a:latin typeface="Times New Roman" panose="02020603050405020304" pitchFamily="18" charset="0"/>
                <a:ea typeface="宋体" panose="02010600030101010101" pitchFamily="2" charset="-122"/>
              </a:defRPr>
            </a:lvl4pPr>
            <a:lvl5pPr marL="2171065" indent="-241300">
              <a:spcBef>
                <a:spcPct val="30000"/>
              </a:spcBef>
              <a:defRPr sz="1300">
                <a:solidFill>
                  <a:schemeClr val="tx1"/>
                </a:solidFill>
                <a:latin typeface="Times New Roman" panose="02020603050405020304" pitchFamily="18" charset="0"/>
                <a:ea typeface="宋体" panose="02010600030101010101" pitchFamily="2" charset="-122"/>
              </a:defRPr>
            </a:lvl5pPr>
            <a:lvl6pPr marL="2653665"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6pPr>
            <a:lvl7pPr marL="31356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7pPr>
            <a:lvl8pPr marL="36182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8pPr>
            <a:lvl9pPr marL="41008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9pPr>
          </a:lstStyle>
          <a:p>
            <a:pPr>
              <a:spcBef>
                <a:spcPct val="0"/>
              </a:spcBef>
            </a:pPr>
            <a:fld id="{A325D5A9-1168-4577-B2BA-7ACB32A94690}" type="datetime1">
              <a:rPr lang="zh-CN" altLang="en-US" smtClean="0"/>
            </a:fld>
            <a:endParaRPr lang="en-US" altLang="zh-CN" smtClean="0"/>
          </a:p>
        </p:txBody>
      </p:sp>
      <p:sp>
        <p:nvSpPr>
          <p:cNvPr id="5120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Times New Roman" panose="02020603050405020304" pitchFamily="18" charset="0"/>
                <a:ea typeface="宋体" panose="02010600030101010101" pitchFamily="2" charset="-122"/>
              </a:defRPr>
            </a:lvl1pPr>
            <a:lvl2pPr marL="784225" indent="-301625">
              <a:spcBef>
                <a:spcPct val="30000"/>
              </a:spcBef>
              <a:defRPr sz="1300">
                <a:solidFill>
                  <a:schemeClr val="tx1"/>
                </a:solidFill>
                <a:latin typeface="Times New Roman" panose="02020603050405020304" pitchFamily="18" charset="0"/>
                <a:ea typeface="宋体" panose="02010600030101010101" pitchFamily="2" charset="-122"/>
              </a:defRPr>
            </a:lvl2pPr>
            <a:lvl3pPr marL="1205865" indent="-241300">
              <a:spcBef>
                <a:spcPct val="30000"/>
              </a:spcBef>
              <a:defRPr sz="1300">
                <a:solidFill>
                  <a:schemeClr val="tx1"/>
                </a:solidFill>
                <a:latin typeface="Times New Roman" panose="02020603050405020304" pitchFamily="18" charset="0"/>
                <a:ea typeface="宋体" panose="02010600030101010101" pitchFamily="2" charset="-122"/>
              </a:defRPr>
            </a:lvl3pPr>
            <a:lvl4pPr marL="1688465" indent="-241300">
              <a:spcBef>
                <a:spcPct val="30000"/>
              </a:spcBef>
              <a:defRPr sz="1300">
                <a:solidFill>
                  <a:schemeClr val="tx1"/>
                </a:solidFill>
                <a:latin typeface="Times New Roman" panose="02020603050405020304" pitchFamily="18" charset="0"/>
                <a:ea typeface="宋体" panose="02010600030101010101" pitchFamily="2" charset="-122"/>
              </a:defRPr>
            </a:lvl4pPr>
            <a:lvl5pPr marL="2171065" indent="-241300">
              <a:spcBef>
                <a:spcPct val="30000"/>
              </a:spcBef>
              <a:defRPr sz="1300">
                <a:solidFill>
                  <a:schemeClr val="tx1"/>
                </a:solidFill>
                <a:latin typeface="Times New Roman" panose="02020603050405020304" pitchFamily="18" charset="0"/>
                <a:ea typeface="宋体" panose="02010600030101010101" pitchFamily="2" charset="-122"/>
              </a:defRPr>
            </a:lvl5pPr>
            <a:lvl6pPr marL="2653665"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6pPr>
            <a:lvl7pPr marL="31356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7pPr>
            <a:lvl8pPr marL="36182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8pPr>
            <a:lvl9pPr marL="4100830" indent="-241300"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9pPr>
          </a:lstStyle>
          <a:p>
            <a:pPr>
              <a:spcBef>
                <a:spcPct val="0"/>
              </a:spcBef>
            </a:pPr>
            <a:fld id="{71D91127-E725-4E37-B7DC-FDD8FE837795}" type="slidenum">
              <a:rPr lang="en-US" altLang="zh-CN" smtClean="0"/>
            </a:fld>
            <a:endParaRPr lang="en-US" altLang="zh-CN" smtClean="0"/>
          </a:p>
        </p:txBody>
      </p:sp>
      <p:sp>
        <p:nvSpPr>
          <p:cNvPr id="51204" name="Rectangle 2"/>
          <p:cNvSpPr>
            <a:spLocks noGrp="1" noRot="1" noChangeAspect="1" noChangeArrowheads="1" noTextEdit="1"/>
          </p:cNvSpPr>
          <p:nvPr>
            <p:ph type="sldImg"/>
          </p:nvPr>
        </p:nvSpPr>
        <p:spPr/>
      </p:sp>
      <p:sp>
        <p:nvSpPr>
          <p:cNvPr id="5120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p:cNvSpPr>
            <a:spLocks noGrp="1" noRot="1" noChangeAspect="1" noTextEdit="1"/>
          </p:cNvSpPr>
          <p:nvPr>
            <p:ph type="sldImg"/>
          </p:nvPr>
        </p:nvSpPr>
        <p:spPr/>
      </p:sp>
      <p:sp>
        <p:nvSpPr>
          <p:cNvPr id="14131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smtClean="0">
              <a:ea typeface="宋体" panose="02010600030101010101" pitchFamily="2" charset="-122"/>
            </a:endParaRPr>
          </a:p>
        </p:txBody>
      </p:sp>
      <p:sp>
        <p:nvSpPr>
          <p:cNvPr id="14131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2435"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635"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835"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E8A348BF-75EB-4457-8D43-204996386B31}" type="slidenum">
              <a:rPr lang="en-US" altLang="zh-CN" sz="1300"/>
            </a:fld>
            <a:endParaRPr lang="en-US" altLang="zh-CN" sz="13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p:cNvSpPr>
            <a:spLocks noGrp="1" noRot="1" noChangeAspect="1" noTextEdit="1"/>
          </p:cNvSpPr>
          <p:nvPr>
            <p:ph type="sldImg"/>
          </p:nvPr>
        </p:nvSpPr>
        <p:spPr/>
      </p:sp>
      <p:sp>
        <p:nvSpPr>
          <p:cNvPr id="14131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smtClean="0">
              <a:ea typeface="宋体" panose="02010600030101010101" pitchFamily="2" charset="-122"/>
            </a:endParaRPr>
          </a:p>
        </p:txBody>
      </p:sp>
      <p:sp>
        <p:nvSpPr>
          <p:cNvPr id="14131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2435"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635"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835"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E8A348BF-75EB-4457-8D43-204996386B31}" type="slidenum">
              <a:rPr lang="en-US" altLang="zh-CN" sz="1300"/>
            </a:fld>
            <a:endParaRPr lang="en-US" altLang="zh-CN" sz="13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p:cNvSpPr>
            <a:spLocks noGrp="1" noRot="1" noChangeAspect="1" noTextEdit="1"/>
          </p:cNvSpPr>
          <p:nvPr>
            <p:ph type="sldImg"/>
          </p:nvPr>
        </p:nvSpPr>
        <p:spPr/>
      </p:sp>
      <p:sp>
        <p:nvSpPr>
          <p:cNvPr id="14131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smtClean="0">
              <a:ea typeface="宋体" panose="02010600030101010101" pitchFamily="2" charset="-122"/>
            </a:endParaRPr>
          </a:p>
        </p:txBody>
      </p:sp>
      <p:sp>
        <p:nvSpPr>
          <p:cNvPr id="14131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2435"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635"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835"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E8A348BF-75EB-4457-8D43-204996386B31}" type="slidenum">
              <a:rPr lang="en-US" altLang="zh-CN" sz="1300"/>
            </a:fld>
            <a:endParaRPr lang="en-US" altLang="zh-CN" sz="13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ASCII</a:t>
            </a:r>
            <a:r>
              <a:rPr lang="zh-CN" altLang="en-US" dirty="0" smtClean="0"/>
              <a:t>码：美国人的编码</a:t>
            </a:r>
            <a:endParaRPr lang="en-US" altLang="zh-CN" dirty="0" smtClean="0"/>
          </a:p>
          <a:p>
            <a:r>
              <a:rPr lang="en-US" altLang="zh-CN" dirty="0" smtClean="0"/>
              <a:t>Unicode</a:t>
            </a:r>
            <a:r>
              <a:rPr lang="zh-CN" altLang="en-US" dirty="0" smtClean="0"/>
              <a:t>：万国码、统一码</a:t>
            </a:r>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幻灯片图像占位符 1"/>
          <p:cNvSpPr>
            <a:spLocks noGrp="1" noRot="1" noChangeAspect="1" noTextEdit="1"/>
          </p:cNvSpPr>
          <p:nvPr>
            <p:ph type="sldImg"/>
          </p:nvPr>
        </p:nvSpPr>
        <p:spPr/>
      </p:sp>
      <p:sp>
        <p:nvSpPr>
          <p:cNvPr id="171011"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smtClean="0">
              <a:ea typeface="宋体" panose="02010600030101010101" pitchFamily="2" charset="-122"/>
            </a:endParaRPr>
          </a:p>
        </p:txBody>
      </p:sp>
      <p:sp>
        <p:nvSpPr>
          <p:cNvPr id="171012"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2435"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635"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835"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F4AC189A-3C24-4360-ADD3-B1B05146CA15}" type="slidenum">
              <a:rPr lang="en-US" altLang="zh-CN" sz="1300"/>
            </a:fld>
            <a:endParaRPr lang="en-US" altLang="zh-CN" sz="13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9E06E7C-7773-4CE7-AF42-99D00C6AA830}"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第三种形式是</a:t>
            </a:r>
            <a:r>
              <a:rPr lang="en-US" altLang="zh-CN" dirty="0" smtClean="0"/>
              <a:t>C++</a:t>
            </a:r>
            <a:r>
              <a:rPr lang="zh-CN" altLang="en-US" dirty="0" smtClean="0"/>
              <a:t>风格，更安全一些，尤其对指针转换而言</a:t>
            </a:r>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幻灯片图像占位符 1"/>
          <p:cNvSpPr>
            <a:spLocks noGrp="1" noRot="1" noChangeAspect="1" noTextEdit="1"/>
          </p:cNvSpPr>
          <p:nvPr>
            <p:ph type="sldImg"/>
          </p:nvPr>
        </p:nvSpPr>
        <p:spPr/>
      </p:sp>
      <p:sp>
        <p:nvSpPr>
          <p:cNvPr id="17203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smtClean="0">
              <a:ea typeface="宋体" panose="02010600030101010101" pitchFamily="2" charset="-122"/>
            </a:endParaRPr>
          </a:p>
        </p:txBody>
      </p:sp>
      <p:sp>
        <p:nvSpPr>
          <p:cNvPr id="17203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2435"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635"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835"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36425173-E1C2-4109-A1AA-7D95F7737301}" type="slidenum">
              <a:rPr lang="en-US" altLang="zh-CN" sz="1300"/>
            </a:fld>
            <a:endParaRPr lang="en-US" altLang="zh-CN" sz="13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幻灯片图像占位符 1"/>
          <p:cNvSpPr>
            <a:spLocks noGrp="1" noRot="1" noChangeAspect="1" noTextEdit="1"/>
          </p:cNvSpPr>
          <p:nvPr>
            <p:ph type="sldImg"/>
          </p:nvPr>
        </p:nvSpPr>
        <p:spPr/>
      </p:sp>
      <p:sp>
        <p:nvSpPr>
          <p:cNvPr id="17305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smtClean="0">
              <a:ea typeface="宋体" panose="02010600030101010101" pitchFamily="2" charset="-122"/>
            </a:endParaRPr>
          </a:p>
        </p:txBody>
      </p:sp>
      <p:sp>
        <p:nvSpPr>
          <p:cNvPr id="173060"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2435"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635"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835"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709508E5-1CAE-458E-A226-A66D168FB5EB}" type="slidenum">
              <a:rPr lang="en-US" altLang="zh-CN" sz="1300"/>
            </a:fld>
            <a:endParaRPr lang="en-US" altLang="zh-CN" sz="13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幻灯片图像占位符 1"/>
          <p:cNvSpPr>
            <a:spLocks noGrp="1" noRot="1" noChangeAspect="1" noTextEdit="1"/>
          </p:cNvSpPr>
          <p:nvPr>
            <p:ph type="sldImg"/>
          </p:nvPr>
        </p:nvSpPr>
        <p:spPr/>
      </p:sp>
      <p:sp>
        <p:nvSpPr>
          <p:cNvPr id="174083"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smtClean="0">
              <a:ea typeface="宋体" panose="02010600030101010101" pitchFamily="2" charset="-122"/>
            </a:endParaRPr>
          </a:p>
        </p:txBody>
      </p:sp>
      <p:sp>
        <p:nvSpPr>
          <p:cNvPr id="174084"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2435"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635"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835"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461640DA-2AB1-4A28-9E9E-5AFF1BDE1719}" type="slidenum">
              <a:rPr lang="en-US" altLang="zh-CN" sz="1300"/>
            </a:fld>
            <a:endParaRPr lang="en-US" altLang="zh-CN" sz="13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825625"/>
            <a:ext cx="3867150" cy="4351338"/>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空白">
    <p:spTree>
      <p:nvGrpSpPr>
        <p:cNvPr id="1" name=""/>
        <p:cNvGrpSpPr/>
        <p:nvPr/>
      </p:nvGrpSpPr>
      <p:grpSpPr>
        <a:xfrm>
          <a:off x="0" y="0"/>
          <a:ext cx="0" cy="0"/>
          <a:chOff x="0" y="0"/>
          <a:chExt cx="0" cy="0"/>
        </a:xfrm>
      </p:grpSpPr>
      <p:sp>
        <p:nvSpPr>
          <p:cNvPr id="3" name="标题 2"/>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6"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a:xfrm>
            <a:off x="457200" y="6248400"/>
            <a:ext cx="2133600" cy="457200"/>
          </a:xfrm>
          <a:prstGeom prst="rect">
            <a:avLst/>
          </a:prstGeom>
        </p:spPr>
        <p:txBody>
          <a:bodyPr/>
          <a:lstStyle>
            <a:lvl1pPr>
              <a:defRPr/>
            </a:lvl1pPr>
          </a:lstStyle>
          <a:p>
            <a:pPr>
              <a:defRPr/>
            </a:pPr>
            <a:endParaRPr lang="en-US" altLang="zh-CN" dirty="0"/>
          </a:p>
        </p:txBody>
      </p:sp>
      <p:sp>
        <p:nvSpPr>
          <p:cNvPr id="4"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370013" y="301625"/>
            <a:ext cx="7313612" cy="1143000"/>
          </a:xfrm>
          <a:prstGeom prst="rect">
            <a:avLst/>
          </a:prstGeo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1370013" y="1827213"/>
            <a:ext cx="7313612" cy="4114800"/>
          </a:xfrm>
          <a:prstGeom prst="rect">
            <a:avLst/>
          </a:prstGeom>
        </p:spPr>
        <p:txBody>
          <a:bodyPr/>
          <a:lstStyle/>
          <a:p>
            <a:pPr lvl="0"/>
            <a:endParaRPr lang="zh-CN" altLang="en-US" noProof="0" smtClean="0"/>
          </a:p>
        </p:txBody>
      </p:sp>
      <p:sp>
        <p:nvSpPr>
          <p:cNvPr id="4" name="Rectangle 8"/>
          <p:cNvSpPr>
            <a:spLocks noGrp="1" noChangeArrowheads="1"/>
          </p:cNvSpPr>
          <p:nvPr>
            <p:ph type="dt" sz="half" idx="10"/>
          </p:nvPr>
        </p:nvSpPr>
        <p:spPr>
          <a:xfrm>
            <a:off x="457200" y="6248400"/>
            <a:ext cx="2133600" cy="457200"/>
          </a:xfrm>
          <a:prstGeom prst="rect">
            <a:avLst/>
          </a:prstGeom>
        </p:spPr>
        <p:txBody>
          <a:bodyPr/>
          <a:lstStyle>
            <a:lvl1pPr>
              <a:defRPr/>
            </a:lvl1pPr>
          </a:lstStyle>
          <a:p>
            <a:pPr>
              <a:defRPr/>
            </a:pPr>
            <a:endParaRPr lang="en-US" altLang="zh-CN"/>
          </a:p>
        </p:txBody>
      </p:sp>
      <p:sp>
        <p:nvSpPr>
          <p:cNvPr id="5" name="Rectangle 9"/>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ltLang="zh-CN"/>
          </a:p>
        </p:txBody>
      </p:sp>
      <p:sp>
        <p:nvSpPr>
          <p:cNvPr id="6" name="Rectangle 10"/>
          <p:cNvSpPr>
            <a:spLocks noGrp="1" noChangeArrowheads="1"/>
          </p:cNvSpPr>
          <p:nvPr>
            <p:ph type="sldNum" sz="quarter" idx="12"/>
          </p:nvPr>
        </p:nvSpPr>
        <p:spPr>
          <a:xfrm>
            <a:off x="6553200" y="6248400"/>
            <a:ext cx="2133600" cy="457200"/>
          </a:xfrm>
          <a:prstGeom prst="rect">
            <a:avLst/>
          </a:prstGeom>
        </p:spPr>
        <p:txBody>
          <a:bodyPr/>
          <a:lstStyle>
            <a:lvl1pPr>
              <a:defRPr/>
            </a:lvl1pPr>
          </a:lstStyle>
          <a:p>
            <a:fld id="{CB3FDEF5-E45B-425E-BA39-97AB4732C2E7}" type="slidenum">
              <a:rPr lang="en-US" altLang="zh-CN"/>
            </a:fld>
            <a:endParaRPr lang="en-US" altLang="zh-CN"/>
          </a:p>
        </p:txBody>
      </p:sp>
      <p:sp>
        <p:nvSpPr>
          <p:cNvPr id="8"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370013" y="301625"/>
            <a:ext cx="7313612" cy="1143000"/>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1370013" y="1827213"/>
            <a:ext cx="3579812" cy="41148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5102225" y="1827213"/>
            <a:ext cx="3581400" cy="41148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8"/>
          <p:cNvSpPr>
            <a:spLocks noGrp="1" noChangeArrowheads="1"/>
          </p:cNvSpPr>
          <p:nvPr>
            <p:ph type="dt" sz="half" idx="10"/>
          </p:nvPr>
        </p:nvSpPr>
        <p:spPr>
          <a:xfrm>
            <a:off x="457200" y="6248400"/>
            <a:ext cx="2133600" cy="457200"/>
          </a:xfrm>
          <a:prstGeom prst="rect">
            <a:avLst/>
          </a:prstGeom>
        </p:spPr>
        <p:txBody>
          <a:bodyPr/>
          <a:lstStyle>
            <a:lvl1pPr>
              <a:defRPr/>
            </a:lvl1pPr>
          </a:lstStyle>
          <a:p>
            <a:pPr>
              <a:defRPr/>
            </a:pPr>
            <a:endParaRPr lang="en-US" altLang="zh-CN"/>
          </a:p>
        </p:txBody>
      </p:sp>
      <p:sp>
        <p:nvSpPr>
          <p:cNvPr id="6" name="Rectangle 9"/>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ltLang="zh-CN"/>
          </a:p>
        </p:txBody>
      </p:sp>
      <p:sp>
        <p:nvSpPr>
          <p:cNvPr id="7" name="Rectangle 10"/>
          <p:cNvSpPr>
            <a:spLocks noGrp="1" noChangeArrowheads="1"/>
          </p:cNvSpPr>
          <p:nvPr>
            <p:ph type="sldNum" sz="quarter" idx="12"/>
          </p:nvPr>
        </p:nvSpPr>
        <p:spPr>
          <a:xfrm>
            <a:off x="6553200" y="6248400"/>
            <a:ext cx="2133600" cy="457200"/>
          </a:xfrm>
          <a:prstGeom prst="rect">
            <a:avLst/>
          </a:prstGeom>
        </p:spPr>
        <p:txBody>
          <a:bodyPr/>
          <a:lstStyle>
            <a:lvl1pPr>
              <a:defRPr/>
            </a:lvl1pPr>
          </a:lstStyle>
          <a:p>
            <a:fld id="{C59D9295-A461-4269-A159-DE0A39D209EA}" type="slidenum">
              <a:rPr lang="en-US" altLang="zh-CN"/>
            </a:fld>
            <a:endParaRPr lang="en-US" altLang="zh-CN"/>
          </a:p>
        </p:txBody>
      </p:sp>
    </p:spTree>
  </p:cSld>
  <p:clrMapOvr>
    <a:masterClrMapping/>
  </p:clrMapOvr>
  <p:transition/>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1085" name="Text Box 61"/>
          <p:cNvSpPr txBox="1">
            <a:spLocks noChangeArrowheads="1"/>
          </p:cNvSpPr>
          <p:nvPr/>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p:timing>
    <p:tnLst>
      <p:par>
        <p:cTn id="1" dur="indefinite" restart="never" nodeType="tmRoot"/>
      </p:par>
    </p:tnLst>
  </p:timing>
  <p:txStyles>
    <p:title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p:titleStyle>
    <p:bodyStyle>
      <a:lvl1pPr marL="342900" indent="-342900" algn="l" rtl="0" fontAlgn="base">
        <a:spcBef>
          <a:spcPct val="20000"/>
        </a:spcBef>
        <a:spcAft>
          <a:spcPct val="0"/>
        </a:spcAft>
        <a:buClr>
          <a:schemeClr val="tx2"/>
        </a:buClr>
        <a:buSzPct val="75000"/>
        <a:buFont typeface="Monotype Sorts" pitchFamily="2" charset="2"/>
        <a:buChar char="u"/>
        <a:defRPr kumimoji="1" sz="3200" kern="12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Font typeface="Monotype Sorts" pitchFamily="2" charset="2"/>
        <a:buChar char="u"/>
        <a:defRPr kumimoji="1"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SzPct val="62000"/>
        <a:buFont typeface="Monotype Sorts" pitchFamily="2" charset="2"/>
        <a:buChar char="u"/>
        <a:defRPr kumimoji="1" sz="2400" kern="1200">
          <a:solidFill>
            <a:schemeClr val="tx1"/>
          </a:solidFill>
          <a:latin typeface="+mn-lt"/>
          <a:ea typeface="+mn-ea"/>
          <a:cs typeface="+mn-cs"/>
        </a:defRPr>
      </a:lvl3pPr>
      <a:lvl4pPr marL="1600200" indent="-228600" algn="l" rtl="0" fontAlgn="base">
        <a:spcBef>
          <a:spcPct val="20000"/>
        </a:spcBef>
        <a:spcAft>
          <a:spcPct val="0"/>
        </a:spcAft>
        <a:buClr>
          <a:schemeClr val="tx1"/>
        </a:buClr>
        <a:buSzPct val="62000"/>
        <a:buFont typeface="Monotype Sorts" pitchFamily="2" charset="2"/>
        <a:buChar char="u"/>
        <a:defRPr kumimoji="1"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SzPct val="62000"/>
        <a:buFont typeface="Monotype Sorts" pitchFamily="2" charset="2"/>
        <a:buChar char="u"/>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3.xml"/><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wmf"/></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wmf"/><Relationship Id="rId1" Type="http://schemas.openxmlformats.org/officeDocument/2006/relationships/image" Target="../media/image5.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2.vml"/><Relationship Id="rId3" Type="http://schemas.openxmlformats.org/officeDocument/2006/relationships/slideLayout" Target="../slideLayouts/slideLayout3.xml"/><Relationship Id="rId2" Type="http://schemas.openxmlformats.org/officeDocument/2006/relationships/image" Target="../media/image1.wmf"/><Relationship Id="rId1"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vmlDrawing" Target="../drawings/vmlDrawing3.vml"/><Relationship Id="rId3" Type="http://schemas.openxmlformats.org/officeDocument/2006/relationships/slideLayout" Target="../slideLayouts/slideLayout3.xml"/><Relationship Id="rId2" Type="http://schemas.openxmlformats.org/officeDocument/2006/relationships/image" Target="../media/image1.wmf"/><Relationship Id="rId1"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hyperlink" Target="http://baike.baidu.com/view/332356.ht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vmlDrawing" Target="../drawings/vmlDrawing4.vml"/><Relationship Id="rId3" Type="http://schemas.openxmlformats.org/officeDocument/2006/relationships/slideLayout" Target="../slideLayouts/slideLayout3.xml"/><Relationship Id="rId2" Type="http://schemas.openxmlformats.org/officeDocument/2006/relationships/image" Target="../media/image1.wmf"/><Relationship Id="rId1"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vmlDrawing" Target="../drawings/vmlDrawing5.vml"/><Relationship Id="rId3" Type="http://schemas.openxmlformats.org/officeDocument/2006/relationships/slideLayout" Target="../slideLayouts/slideLayout3.xml"/><Relationship Id="rId2" Type="http://schemas.openxmlformats.org/officeDocument/2006/relationships/image" Target="../media/image1.wmf"/><Relationship Id="rId1" Type="http://schemas.openxmlformats.org/officeDocument/2006/relationships/oleObject" Target="../embeddings/oleObject5.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vmlDrawing" Target="../drawings/vmlDrawing6.vml"/><Relationship Id="rId3" Type="http://schemas.openxmlformats.org/officeDocument/2006/relationships/slideLayout" Target="../slideLayouts/slideLayout3.xml"/><Relationship Id="rId2" Type="http://schemas.openxmlformats.org/officeDocument/2006/relationships/image" Target="../media/image1.wmf"/><Relationship Id="rId1" Type="http://schemas.openxmlformats.org/officeDocument/2006/relationships/oleObject" Target="../embeddings/oleObject6.bin"/></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GIF"/></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2.xml"/><Relationship Id="rId3" Type="http://schemas.openxmlformats.org/officeDocument/2006/relationships/image" Target="../media/image14.emf"/><Relationship Id="rId2" Type="http://schemas.openxmlformats.org/officeDocument/2006/relationships/oleObject" Target="../embeddings/Document1.doc"/><Relationship Id="rId1" Type="http://schemas.openxmlformats.org/officeDocument/2006/relationships/tags" Target="../tags/tag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vmlDrawing" Target="../drawings/vmlDrawing8.vml"/><Relationship Id="rId3" Type="http://schemas.openxmlformats.org/officeDocument/2006/relationships/slideLayout" Target="../slideLayouts/slideLayout3.xml"/><Relationship Id="rId2" Type="http://schemas.openxmlformats.org/officeDocument/2006/relationships/image" Target="../media/image1.wmf"/><Relationship Id="rId1" Type="http://schemas.openxmlformats.org/officeDocument/2006/relationships/oleObject" Target="../embeddings/oleObject7.bin"/></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wmf"/></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wmf"/></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0066" name="Object 2"/>
          <p:cNvGraphicFramePr>
            <a:graphicFrameLocks noChangeAspect="1"/>
          </p:cNvGraphicFramePr>
          <p:nvPr/>
        </p:nvGraphicFramePr>
        <p:xfrm>
          <a:off x="0" y="5486400"/>
          <a:ext cx="1524000" cy="1371600"/>
        </p:xfrm>
        <a:graphic>
          <a:graphicData uri="http://schemas.openxmlformats.org/presentationml/2006/ole">
            <mc:AlternateContent xmlns:mc="http://schemas.openxmlformats.org/markup-compatibility/2006">
              <mc:Choice xmlns:v="urn:schemas-microsoft-com:vml" Requires="v">
                <p:oleObj spid="_x0000_s601572" name="剪辑" r:id="rId1" imgW="685800" imgH="586740" progId="">
                  <p:embed/>
                </p:oleObj>
              </mc:Choice>
              <mc:Fallback>
                <p:oleObj name="剪辑" r:id="rId1" imgW="685800" imgH="586740" progId="">
                  <p:embed/>
                  <p:pic>
                    <p:nvPicPr>
                      <p:cNvPr id="0" name="Picture 36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486400"/>
                        <a:ext cx="1524000" cy="137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0068" name="Rectangle 4"/>
          <p:cNvSpPr>
            <a:spLocks noChangeArrowheads="1"/>
          </p:cNvSpPr>
          <p:nvPr/>
        </p:nvSpPr>
        <p:spPr bwMode="auto">
          <a:xfrm>
            <a:off x="533400" y="1219200"/>
            <a:ext cx="7848600" cy="76200"/>
          </a:xfrm>
          <a:prstGeom prst="rect">
            <a:avLst/>
          </a:prstGeom>
          <a:gradFill rotWithShape="0">
            <a:gsLst>
              <a:gs pos="0">
                <a:srgbClr val="5E9EFF"/>
              </a:gs>
              <a:gs pos="39999">
                <a:srgbClr val="85C2FF"/>
              </a:gs>
              <a:gs pos="70000">
                <a:srgbClr val="C4D6EB"/>
              </a:gs>
              <a:gs pos="100000">
                <a:srgbClr val="FFEBFA"/>
              </a:gs>
            </a:gsLst>
            <a:lin ang="5400000" scaled="1"/>
          </a:gradFill>
          <a:ln>
            <a:noFill/>
          </a:ln>
          <a:effectLst/>
          <a:extLst>
            <a:ext uri="{91240B29-F687-4F45-9708-019B960494DF}">
              <a14:hiddenLine xmlns:a14="http://schemas.microsoft.com/office/drawing/2010/main" w="22225">
                <a:solidFill>
                  <a:schemeClr val="tx1"/>
                </a:solidFill>
                <a:miter lim="800000"/>
                <a:headEnd type="none" w="sm" len="med"/>
                <a:tailEnd type="none" w="sm" len="med"/>
              </a14:hiddenLine>
            </a:ext>
            <a:ext uri="{AF507438-7753-43E0-B8FC-AC1667EBCBE1}">
              <a14:hiddenEffects xmlns:a14="http://schemas.microsoft.com/office/drawing/2010/main">
                <a:effectLst>
                  <a:outerShdw dist="35921" dir="2700000" sy="50000" rotWithShape="0">
                    <a:srgbClr val="875B0D"/>
                  </a:outerShdw>
                </a:effectLst>
              </a14:hiddenEffects>
            </a:ext>
          </a:extLst>
        </p:spPr>
        <p:txBody>
          <a:bodyPr wrap="none" anchor="ctr"/>
          <a:lstStyle/>
          <a:p>
            <a:endParaRPr lang="zh-CN" altLang="en-US"/>
          </a:p>
        </p:txBody>
      </p:sp>
      <p:pic>
        <p:nvPicPr>
          <p:cNvPr id="600069" name="Picture 5"/>
          <p:cNvPicPr>
            <a:picLocks noChangeAspect="1" noChangeArrowheads="1"/>
          </p:cNvPicPr>
          <p:nvPr/>
        </p:nvPicPr>
        <p:blipFill>
          <a:blip r:embed="rId3" cstate="print">
            <a:clrChange>
              <a:clrFrom>
                <a:srgbClr val="FFFFFF"/>
              </a:clrFrom>
              <a:clrTo>
                <a:srgbClr val="FFFFFF">
                  <a:alpha val="0"/>
                </a:srgbClr>
              </a:clrTo>
            </a:clrChange>
            <a:biLevel thresh="50000"/>
            <a:grayscl/>
            <a:lum contrast="70000"/>
            <a:extLst>
              <a:ext uri="{28A0092B-C50C-407E-A947-70E740481C1C}">
                <a14:useLocalDpi xmlns:a14="http://schemas.microsoft.com/office/drawing/2010/main" val="0"/>
              </a:ext>
            </a:extLst>
          </a:blip>
          <a:srcRect/>
          <a:stretch>
            <a:fillRect/>
          </a:stretch>
        </p:blipFill>
        <p:spPr bwMode="auto">
          <a:xfrm>
            <a:off x="7696200" y="388939"/>
            <a:ext cx="1219200" cy="754063"/>
          </a:xfrm>
          <a:prstGeom prst="rect">
            <a:avLst/>
          </a:prstGeom>
          <a:noFill/>
          <a:effectLst>
            <a:prstShdw prst="shdw17">
              <a:srgbClr val="FFFFFF">
                <a:gamma/>
                <a:shade val="60000"/>
                <a:invGamma/>
              </a:srgbClr>
            </a:prstShdw>
          </a:effectLst>
          <a:extLst>
            <a:ext uri="{909E8E84-426E-40DD-AFC4-6F175D3DCCD1}">
              <a14:hiddenFill xmlns:a14="http://schemas.microsoft.com/office/drawing/2010/main">
                <a:solidFill>
                  <a:srgbClr val="FFFFFF"/>
                </a:solidFill>
              </a14:hiddenFill>
            </a:ext>
          </a:extLst>
        </p:spPr>
      </p:pic>
      <p:sp>
        <p:nvSpPr>
          <p:cNvPr id="600070" name="Text Box 6"/>
          <p:cNvSpPr txBox="1">
            <a:spLocks noChangeArrowheads="1"/>
          </p:cNvSpPr>
          <p:nvPr/>
        </p:nvSpPr>
        <p:spPr bwMode="auto">
          <a:xfrm>
            <a:off x="685664" y="2407504"/>
            <a:ext cx="7848872"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sy="50000" rotWithShape="0">
                    <a:srgbClr val="875B0D"/>
                  </a:outerShdw>
                </a:effectLst>
              </a14:hiddenEffects>
            </a:ext>
          </a:extLst>
        </p:spPr>
        <p:txBody>
          <a:bodyPr wrap="square" anchor="ctr">
            <a:spAutoFit/>
          </a:bodyPr>
          <a:lstStyle/>
          <a:p>
            <a:pPr>
              <a:spcBef>
                <a:spcPct val="50000"/>
              </a:spcBef>
            </a:pPr>
            <a:r>
              <a:rPr lang="en-US" altLang="zh-CN" sz="4800" b="1" dirty="0">
                <a:solidFill>
                  <a:srgbClr val="FFFF00"/>
                </a:solidFill>
                <a:latin typeface="+mj-lt"/>
                <a:ea typeface="黑体" panose="02010609060101010101" pitchFamily="49" charset="-122"/>
              </a:rPr>
              <a:t>UNIT </a:t>
            </a:r>
            <a:r>
              <a:rPr lang="en-US" altLang="zh-CN" sz="4800" b="1" dirty="0" smtClean="0">
                <a:solidFill>
                  <a:srgbClr val="FFFF00"/>
                </a:solidFill>
                <a:latin typeface="+mj-lt"/>
                <a:ea typeface="黑体" panose="02010609060101010101" pitchFamily="49" charset="-122"/>
              </a:rPr>
              <a:t>02   </a:t>
            </a:r>
            <a:r>
              <a:rPr lang="zh-CN" altLang="en-US" sz="4800" b="1" dirty="0" smtClean="0">
                <a:latin typeface="+mn-lt"/>
                <a:ea typeface="微软雅黑" panose="020B0503020204020204" pitchFamily="34" charset="-122"/>
              </a:rPr>
              <a:t>简单程序设计</a:t>
            </a:r>
            <a:endParaRPr lang="zh-CN" altLang="en-US" sz="4800" b="1" dirty="0">
              <a:latin typeface="+mn-lt"/>
              <a:ea typeface="微软雅黑" panose="020B0503020204020204" pitchFamily="34" charset="-122"/>
            </a:endParaRPr>
          </a:p>
        </p:txBody>
      </p:sp>
      <p:sp>
        <p:nvSpPr>
          <p:cNvPr id="600071" name="Text Box 7"/>
          <p:cNvSpPr txBox="1">
            <a:spLocks noChangeArrowheads="1"/>
          </p:cNvSpPr>
          <p:nvPr/>
        </p:nvSpPr>
        <p:spPr bwMode="auto">
          <a:xfrm>
            <a:off x="2123728" y="4872102"/>
            <a:ext cx="5810200" cy="3924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algn="dist">
              <a:lnSpc>
                <a:spcPct val="70000"/>
              </a:lnSpc>
              <a:spcBef>
                <a:spcPct val="50000"/>
              </a:spcBef>
            </a:pPr>
            <a:r>
              <a:rPr lang="zh-CN" altLang="en-US" sz="2800" b="1" dirty="0">
                <a:solidFill>
                  <a:srgbClr val="FFFF00"/>
                </a:solidFill>
                <a:ea typeface="隶书" panose="02010509060101010101" pitchFamily="49" charset="-122"/>
              </a:rPr>
              <a:t>主讲人</a:t>
            </a:r>
            <a:r>
              <a:rPr lang="zh-CN" altLang="en-US" sz="2800" b="1" dirty="0" smtClean="0">
                <a:solidFill>
                  <a:srgbClr val="FFFF00"/>
                </a:solidFill>
                <a:ea typeface="隶书" panose="02010509060101010101" pitchFamily="49" charset="-122"/>
              </a:rPr>
              <a:t>：</a:t>
            </a:r>
            <a:r>
              <a:rPr lang="zh-CN" altLang="en-US" sz="2800" b="1" dirty="0" smtClean="0">
                <a:solidFill>
                  <a:srgbClr val="FFFF00"/>
                </a:solidFill>
                <a:ea typeface="隶书" panose="02010509060101010101" pitchFamily="49" charset="-122"/>
              </a:rPr>
              <a:t>刘峰  教授</a:t>
            </a:r>
            <a:endParaRPr lang="zh-CN" altLang="en-US" sz="2800" b="1" dirty="0">
              <a:solidFill>
                <a:srgbClr val="FFFF00"/>
              </a:solidFill>
              <a:ea typeface="隶书" panose="02010509060101010101" pitchFamily="49" charset="-122"/>
            </a:endParaRPr>
          </a:p>
        </p:txBody>
      </p:sp>
      <p:sp>
        <p:nvSpPr>
          <p:cNvPr id="600073" name="Rectangle 9"/>
          <p:cNvSpPr>
            <a:spLocks noGrp="1" noChangeArrowheads="1"/>
          </p:cNvSpPr>
          <p:nvPr>
            <p:ph type="title"/>
          </p:nvPr>
        </p:nvSpPr>
        <p:spPr bwMode="auto">
          <a:xfrm>
            <a:off x="1905000" y="685800"/>
            <a:ext cx="5410200" cy="609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dist"/>
            <a:r>
              <a:rPr lang="zh-CN" altLang="en-US" sz="2400" dirty="0">
                <a:ea typeface="幼圆" panose="02010509060101010101" pitchFamily="49" charset="-122"/>
              </a:rPr>
              <a:t>武汉</a:t>
            </a:r>
            <a:r>
              <a:rPr lang="zh-CN" altLang="en-US" sz="2400" dirty="0" smtClean="0">
                <a:ea typeface="幼圆" panose="02010509060101010101" pitchFamily="49" charset="-122"/>
              </a:rPr>
              <a:t>大学</a:t>
            </a:r>
            <a:r>
              <a:rPr lang="en-US" altLang="zh-CN" sz="2400" dirty="0" smtClean="0">
                <a:ea typeface="幼圆" panose="02010509060101010101" pitchFamily="49" charset="-122"/>
              </a:rPr>
              <a:t>《</a:t>
            </a:r>
            <a:r>
              <a:rPr lang="zh-CN" altLang="en-US" sz="2400" dirty="0" smtClean="0">
                <a:ea typeface="幼圆" panose="02010509060101010101" pitchFamily="49" charset="-122"/>
              </a:rPr>
              <a:t>程序设计</a:t>
            </a:r>
            <a:r>
              <a:rPr lang="en-US" altLang="zh-CN" sz="2400" smtClean="0">
                <a:ea typeface="幼圆" panose="02010509060101010101" pitchFamily="49" charset="-122"/>
              </a:rPr>
              <a:t>D》</a:t>
            </a:r>
            <a:endParaRPr lang="zh-CN" altLang="en-US" sz="2400" dirty="0">
              <a:ea typeface="幼圆" panose="02010509060101010101" pitchFamily="49" charset="-122"/>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8758" y="188640"/>
            <a:ext cx="8156709" cy="1440160"/>
          </a:xfrm>
        </p:spPr>
        <p:txBody>
          <a:bodyPr/>
          <a:lstStyle/>
          <a:p>
            <a:r>
              <a:rPr lang="zh-CN" altLang="en-US" smtClean="0"/>
              <a:t>从高中走来、</a:t>
            </a:r>
            <a:r>
              <a:rPr lang="en-US" altLang="zh-CN" smtClean="0"/>
              <a:t>CS</a:t>
            </a:r>
            <a:r>
              <a:rPr lang="zh-CN" altLang="en-US" smtClean="0"/>
              <a:t>的门口</a:t>
            </a:r>
            <a:br>
              <a:rPr lang="en-US" altLang="zh-CN" smtClean="0"/>
            </a:br>
            <a:r>
              <a:rPr lang="en-US" altLang="zh-CN" smtClean="0"/>
              <a:t>                 ——</a:t>
            </a:r>
            <a:r>
              <a:rPr lang="zh-CN" altLang="en-US" smtClean="0"/>
              <a:t>进入计算机科学的美境</a:t>
            </a:r>
            <a:endParaRPr lang="zh-CN" altLang="en-US"/>
          </a:p>
        </p:txBody>
      </p:sp>
      <p:sp>
        <p:nvSpPr>
          <p:cNvPr id="4" name="矩形 3"/>
          <p:cNvSpPr/>
          <p:nvPr/>
        </p:nvSpPr>
        <p:spPr>
          <a:xfrm>
            <a:off x="1204991" y="1052736"/>
            <a:ext cx="6110968" cy="830997"/>
          </a:xfrm>
          <a:prstGeom prst="rect">
            <a:avLst/>
          </a:prstGeom>
          <a:noFill/>
        </p:spPr>
        <p:txBody>
          <a:bodyPr wrap="none" lIns="91440" tIns="45720" rIns="91440" bIns="45720">
            <a:spAutoFit/>
          </a:bodyPr>
          <a:lstStyle/>
          <a:p>
            <a:pPr algn="ctr"/>
            <a:r>
              <a:rPr lang="zh-CN" altLang="en-US" sz="48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rPr>
              <a:t>神学 </a:t>
            </a:r>
            <a:r>
              <a:rPr lang="zh-CN" altLang="en-US" sz="3200" b="1" dirty="0" smtClean="0">
                <a:ln w="13462">
                  <a:solidFill>
                    <a:schemeClr val="bg1"/>
                  </a:solidFill>
                  <a:prstDash val="solid"/>
                </a:ln>
                <a:solidFill>
                  <a:schemeClr val="tx1">
                    <a:lumMod val="85000"/>
                    <a:lumOff val="15000"/>
                  </a:schemeClr>
                </a:solidFill>
                <a:latin typeface="华文新魏" panose="02010800040101010101" pitchFamily="2" charset="-122"/>
                <a:ea typeface="华文新魏" panose="02010800040101010101" pitchFamily="2" charset="-122"/>
              </a:rPr>
              <a:t>人类最朴质的思考与探索</a:t>
            </a:r>
            <a:endParaRPr lang="zh-CN" altLang="en-US" sz="3200" b="1" cap="none" spc="0" dirty="0">
              <a:ln w="13462">
                <a:solidFill>
                  <a:schemeClr val="bg1"/>
                </a:solidFill>
                <a:prstDash val="solid"/>
              </a:ln>
              <a:solidFill>
                <a:schemeClr val="tx1">
                  <a:lumMod val="85000"/>
                  <a:lumOff val="15000"/>
                </a:schemeClr>
              </a:solidFill>
              <a:latin typeface="华文新魏" panose="02010800040101010101" pitchFamily="2" charset="-122"/>
              <a:ea typeface="华文新魏" panose="02010800040101010101" pitchFamily="2" charset="-122"/>
            </a:endParaRPr>
          </a:p>
        </p:txBody>
      </p:sp>
      <p:sp>
        <p:nvSpPr>
          <p:cNvPr id="7" name="矩形 6"/>
          <p:cNvSpPr/>
          <p:nvPr/>
        </p:nvSpPr>
        <p:spPr>
          <a:xfrm>
            <a:off x="1115616" y="1745087"/>
            <a:ext cx="7346884" cy="830997"/>
          </a:xfrm>
          <a:prstGeom prst="rect">
            <a:avLst/>
          </a:prstGeom>
          <a:noFill/>
        </p:spPr>
        <p:txBody>
          <a:bodyPr wrap="none" lIns="91440" tIns="45720" rIns="91440" bIns="45720">
            <a:spAutoFit/>
          </a:bodyPr>
          <a:lstStyle/>
          <a:p>
            <a:pPr algn="ctr"/>
            <a:r>
              <a:rPr lang="zh-CN" altLang="en-US" sz="48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rPr>
              <a:t>哲学 </a:t>
            </a:r>
            <a:r>
              <a:rPr lang="zh-CN" altLang="en-US" sz="3200" b="1" dirty="0">
                <a:ln w="13462">
                  <a:solidFill>
                    <a:schemeClr val="bg1"/>
                  </a:solidFill>
                  <a:prstDash val="solid"/>
                </a:ln>
                <a:solidFill>
                  <a:schemeClr val="tx1">
                    <a:lumMod val="85000"/>
                    <a:lumOff val="15000"/>
                  </a:schemeClr>
                </a:solidFill>
                <a:latin typeface="华文新魏" panose="02010800040101010101" pitchFamily="2" charset="-122"/>
                <a:ea typeface="华文新魏" panose="02010800040101010101" pitchFamily="2" charset="-122"/>
              </a:rPr>
              <a:t>最古老、逻辑认知、学问的学问</a:t>
            </a:r>
            <a:endParaRPr lang="zh-CN" altLang="en-US" sz="3200" b="1" dirty="0">
              <a:ln w="13462">
                <a:solidFill>
                  <a:schemeClr val="bg1"/>
                </a:solidFill>
                <a:prstDash val="solid"/>
              </a:ln>
              <a:solidFill>
                <a:schemeClr val="tx1">
                  <a:lumMod val="85000"/>
                  <a:lumOff val="15000"/>
                </a:schemeClr>
              </a:solidFill>
              <a:latin typeface="华文新魏" panose="02010800040101010101" pitchFamily="2" charset="-122"/>
              <a:ea typeface="华文新魏" panose="02010800040101010101" pitchFamily="2" charset="-122"/>
            </a:endParaRPr>
          </a:p>
        </p:txBody>
      </p:sp>
      <p:sp>
        <p:nvSpPr>
          <p:cNvPr id="8" name="矩形 7"/>
          <p:cNvSpPr/>
          <p:nvPr/>
        </p:nvSpPr>
        <p:spPr>
          <a:xfrm>
            <a:off x="1204991" y="2535631"/>
            <a:ext cx="6503703" cy="830997"/>
          </a:xfrm>
          <a:prstGeom prst="rect">
            <a:avLst/>
          </a:prstGeom>
          <a:noFill/>
        </p:spPr>
        <p:txBody>
          <a:bodyPr wrap="none" lIns="91440" tIns="45720" rIns="91440" bIns="45720">
            <a:spAutoFit/>
          </a:bodyPr>
          <a:lstStyle/>
          <a:p>
            <a:r>
              <a:rPr lang="zh-CN" altLang="en-U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rPr>
              <a:t>数</a:t>
            </a:r>
            <a:r>
              <a:rPr lang="zh-CN" altLang="en-US" sz="48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rPr>
              <a:t>学 </a:t>
            </a:r>
            <a:r>
              <a:rPr lang="zh-CN" altLang="en-US" sz="32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华文新魏" panose="02010800040101010101" pitchFamily="2" charset="-122"/>
                <a:ea typeface="华文新魏" panose="02010800040101010101" pitchFamily="2" charset="-122"/>
              </a:rPr>
              <a:t>思</a:t>
            </a:r>
            <a:r>
              <a:rPr lang="zh-CN" altLang="en-US"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华文新魏" panose="02010800040101010101" pitchFamily="2" charset="-122"/>
                <a:ea typeface="华文新魏" panose="02010800040101010101" pitchFamily="2" charset="-122"/>
              </a:rPr>
              <a:t>逻</a:t>
            </a:r>
            <a:r>
              <a:rPr lang="zh-CN" altLang="en-US" sz="32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华文新魏" panose="02010800040101010101" pitchFamily="2" charset="-122"/>
                <a:ea typeface="华文新魏" panose="02010800040101010101" pitchFamily="2" charset="-122"/>
              </a:rPr>
              <a:t>考</a:t>
            </a:r>
            <a:r>
              <a:rPr lang="zh-CN" altLang="en-US"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华文新魏" panose="02010800040101010101" pitchFamily="2" charset="-122"/>
                <a:ea typeface="华文新魏" panose="02010800040101010101" pitchFamily="2" charset="-122"/>
              </a:rPr>
              <a:t>辑</a:t>
            </a:r>
            <a:r>
              <a:rPr lang="zh-CN" altLang="en-US" sz="32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华文新魏" panose="02010800040101010101" pitchFamily="2" charset="-122"/>
                <a:ea typeface="华文新魏" panose="02010800040101010101" pitchFamily="2" charset="-122"/>
              </a:rPr>
              <a:t>的</a:t>
            </a:r>
            <a:r>
              <a:rPr lang="zh-CN" altLang="en-US" sz="3200" b="1" dirty="0" smtClean="0">
                <a:ln w="13462">
                  <a:solidFill>
                    <a:schemeClr val="bg1"/>
                  </a:solidFill>
                  <a:prstDash val="solid"/>
                </a:ln>
                <a:solidFill>
                  <a:schemeClr val="tx1">
                    <a:lumMod val="85000"/>
                    <a:lumOff val="15000"/>
                  </a:schemeClr>
                </a:solidFill>
                <a:latin typeface="华文新魏" panose="02010800040101010101" pitchFamily="2" charset="-122"/>
                <a:ea typeface="华文新魏" panose="02010800040101010101" pitchFamily="2" charset="-122"/>
              </a:rPr>
              <a:t>符号化、形式化</a:t>
            </a:r>
            <a:endParaRPr lang="zh-CN" altLang="en-US" sz="3200" b="1" cap="none" spc="0" dirty="0">
              <a:ln w="13462">
                <a:solidFill>
                  <a:schemeClr val="bg1"/>
                </a:solidFill>
                <a:prstDash val="solid"/>
              </a:ln>
              <a:solidFill>
                <a:schemeClr val="tx1">
                  <a:lumMod val="85000"/>
                  <a:lumOff val="15000"/>
                </a:schemeClr>
              </a:solidFill>
              <a:latin typeface="华文新魏" panose="02010800040101010101" pitchFamily="2" charset="-122"/>
              <a:ea typeface="华文新魏" panose="02010800040101010101" pitchFamily="2" charset="-122"/>
            </a:endParaRPr>
          </a:p>
        </p:txBody>
      </p:sp>
      <p:sp>
        <p:nvSpPr>
          <p:cNvPr id="9" name="矩形 8"/>
          <p:cNvSpPr/>
          <p:nvPr/>
        </p:nvSpPr>
        <p:spPr>
          <a:xfrm>
            <a:off x="515315" y="3254318"/>
            <a:ext cx="8170152" cy="1323439"/>
          </a:xfrm>
          <a:prstGeom prst="rect">
            <a:avLst/>
          </a:prstGeom>
          <a:noFill/>
        </p:spPr>
        <p:txBody>
          <a:bodyPr wrap="square" lIns="91440" tIns="45720" rIns="91440" bIns="45720">
            <a:spAutoFit/>
          </a:bodyPr>
          <a:lstStyle/>
          <a:p>
            <a:pPr algn="ctr"/>
            <a:r>
              <a:rPr lang="en-US" altLang="zh-CN" sz="80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rPr>
              <a:t>CS</a:t>
            </a:r>
            <a:r>
              <a:rPr lang="zh-CN" altLang="en-US" sz="48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rPr>
              <a:t> </a:t>
            </a:r>
            <a:r>
              <a:rPr lang="zh-CN" altLang="en-US" sz="32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rPr>
              <a:t>机器化：</a:t>
            </a:r>
            <a:r>
              <a:rPr lang="zh-CN" altLang="en-US" sz="5400" b="1" dirty="0" smtClean="0">
                <a:ln w="13462">
                  <a:solidFill>
                    <a:schemeClr val="bg1"/>
                  </a:solidFill>
                  <a:prstDash val="solid"/>
                </a:ln>
                <a:solidFill>
                  <a:schemeClr val="tx1">
                    <a:lumMod val="85000"/>
                    <a:lumOff val="15000"/>
                  </a:schemeClr>
                </a:solidFill>
                <a:latin typeface="华文新魏" panose="02010800040101010101" pitchFamily="2" charset="-122"/>
                <a:ea typeface="华文新魏" panose="02010800040101010101" pitchFamily="2" charset="-122"/>
              </a:rPr>
              <a:t>硬件</a:t>
            </a:r>
            <a:r>
              <a:rPr lang="en-US" altLang="zh-CN" sz="5400" b="1" dirty="0" smtClean="0">
                <a:ln w="13462">
                  <a:solidFill>
                    <a:schemeClr val="bg1"/>
                  </a:solidFill>
                  <a:prstDash val="solid"/>
                </a:ln>
                <a:solidFill>
                  <a:schemeClr val="tx1">
                    <a:lumMod val="85000"/>
                    <a:lumOff val="15000"/>
                  </a:schemeClr>
                </a:solidFill>
                <a:latin typeface="华文新魏" panose="02010800040101010101" pitchFamily="2" charset="-122"/>
                <a:ea typeface="华文新魏" panose="02010800040101010101" pitchFamily="2" charset="-122"/>
              </a:rPr>
              <a:t>+</a:t>
            </a:r>
            <a:r>
              <a:rPr lang="zh-CN" altLang="en-US" sz="5400" b="1" dirty="0" smtClean="0">
                <a:ln w="13462">
                  <a:solidFill>
                    <a:schemeClr val="bg1"/>
                  </a:solidFill>
                  <a:prstDash val="solid"/>
                </a:ln>
                <a:solidFill>
                  <a:schemeClr val="tx1">
                    <a:lumMod val="85000"/>
                    <a:lumOff val="15000"/>
                  </a:schemeClr>
                </a:solidFill>
                <a:latin typeface="华文新魏" panose="02010800040101010101" pitchFamily="2" charset="-122"/>
                <a:ea typeface="华文新魏" panose="02010800040101010101" pitchFamily="2" charset="-122"/>
              </a:rPr>
              <a:t>软件 </a:t>
            </a:r>
            <a:r>
              <a:rPr lang="zh-CN" altLang="en-US" sz="3200" b="1" dirty="0" smtClean="0">
                <a:ln w="13462">
                  <a:solidFill>
                    <a:schemeClr val="bg1"/>
                  </a:solidFill>
                  <a:prstDash val="solid"/>
                </a:ln>
                <a:solidFill>
                  <a:schemeClr val="tx1">
                    <a:lumMod val="85000"/>
                    <a:lumOff val="15000"/>
                  </a:schemeClr>
                </a:solidFill>
                <a:latin typeface="华文新魏" panose="02010800040101010101" pitchFamily="2" charset="-122"/>
                <a:ea typeface="华文新魏" panose="02010800040101010101" pitchFamily="2" charset="-122"/>
              </a:rPr>
              <a:t>演进</a:t>
            </a:r>
            <a:r>
              <a:rPr lang="en-US" altLang="zh-CN" sz="3200" b="1" dirty="0" err="1" smtClean="0">
                <a:ln w="13462">
                  <a:solidFill>
                    <a:schemeClr val="bg1"/>
                  </a:solidFill>
                  <a:prstDash val="solid"/>
                </a:ln>
                <a:solidFill>
                  <a:schemeClr val="tx1">
                    <a:lumMod val="85000"/>
                    <a:lumOff val="15000"/>
                  </a:schemeClr>
                </a:solidFill>
                <a:latin typeface="华文新魏" panose="02010800040101010101" pitchFamily="2" charset="-122"/>
                <a:ea typeface="华文新魏" panose="02010800040101010101" pitchFamily="2" charset="-122"/>
              </a:rPr>
              <a:t>ing</a:t>
            </a:r>
            <a:endParaRPr lang="zh-CN" altLang="en-US" sz="2000" b="1" cap="none" spc="0" dirty="0">
              <a:ln w="13462">
                <a:solidFill>
                  <a:schemeClr val="bg1"/>
                </a:solidFill>
                <a:prstDash val="solid"/>
              </a:ln>
              <a:solidFill>
                <a:schemeClr val="tx1">
                  <a:lumMod val="85000"/>
                  <a:lumOff val="15000"/>
                </a:schemeClr>
              </a:solidFill>
              <a:latin typeface="华文新魏" panose="02010800040101010101" pitchFamily="2" charset="-122"/>
              <a:ea typeface="华文新魏" panose="02010800040101010101" pitchFamily="2" charset="-122"/>
            </a:endParaRPr>
          </a:p>
        </p:txBody>
      </p:sp>
      <p:sp>
        <p:nvSpPr>
          <p:cNvPr id="12" name="矩形 11"/>
          <p:cNvSpPr/>
          <p:nvPr/>
        </p:nvSpPr>
        <p:spPr>
          <a:xfrm>
            <a:off x="899592" y="4671216"/>
            <a:ext cx="6452408" cy="584775"/>
          </a:xfrm>
          <a:prstGeom prst="rect">
            <a:avLst/>
          </a:prstGeom>
          <a:noFill/>
        </p:spPr>
        <p:txBody>
          <a:bodyPr wrap="none" lIns="91440" tIns="45720" rIns="91440" bIns="45720">
            <a:spAutoFit/>
          </a:bodyPr>
          <a:lstStyle/>
          <a:p>
            <a:pPr algn="ctr"/>
            <a:r>
              <a:rPr lang="en-US" altLang="zh-CN" sz="3200" b="1" dirty="0" smtClean="0">
                <a:ln w="13462">
                  <a:solidFill>
                    <a:schemeClr val="bg1"/>
                  </a:solidFill>
                  <a:prstDash val="solid"/>
                </a:ln>
                <a:solidFill>
                  <a:schemeClr val="tx1">
                    <a:lumMod val="85000"/>
                    <a:lumOff val="15000"/>
                  </a:schemeClr>
                </a:solidFill>
                <a:latin typeface="微软雅黑" panose="020B0503020204020204" pitchFamily="34" charset="-122"/>
                <a:ea typeface="微软雅黑" panose="020B0503020204020204" pitchFamily="34" charset="-122"/>
              </a:rPr>
              <a:t>CS</a:t>
            </a:r>
            <a:r>
              <a:rPr lang="zh-CN" altLang="en-US" sz="3200" b="1" dirty="0" smtClean="0">
                <a:ln w="13462">
                  <a:solidFill>
                    <a:schemeClr val="bg1"/>
                  </a:solidFill>
                  <a:prstDash val="solid"/>
                </a:ln>
                <a:solidFill>
                  <a:schemeClr val="tx1">
                    <a:lumMod val="85000"/>
                    <a:lumOff val="15000"/>
                  </a:schemeClr>
                </a:solidFill>
                <a:latin typeface="隶书" panose="02010509060101010101" pitchFamily="49" charset="-122"/>
                <a:ea typeface="隶书" panose="02010509060101010101" pitchFamily="49" charset="-122"/>
              </a:rPr>
              <a:t>的根基</a:t>
            </a:r>
            <a:r>
              <a:rPr lang="zh-CN" altLang="en-US" sz="3200" b="1" dirty="0" smtClean="0">
                <a:ln w="13462">
                  <a:solidFill>
                    <a:schemeClr val="bg1"/>
                  </a:solidFill>
                  <a:prstDash val="solid"/>
                </a:ln>
                <a:solidFill>
                  <a:schemeClr val="tx1">
                    <a:lumMod val="85000"/>
                    <a:lumOff val="15000"/>
                  </a:schemeClr>
                </a:solidFill>
                <a:latin typeface="微软雅黑" panose="020B0503020204020204" pitchFamily="34" charset="-122"/>
                <a:ea typeface="微软雅黑" panose="020B0503020204020204" pitchFamily="34" charset="-122"/>
              </a:rPr>
              <a:t>：图灵机→冯诺依曼模型</a:t>
            </a:r>
            <a:endParaRPr lang="zh-CN" altLang="en-US" sz="3200" b="1" cap="none" spc="0" dirty="0">
              <a:ln w="13462">
                <a:solidFill>
                  <a:schemeClr val="bg1"/>
                </a:solidFill>
                <a:prstDash val="solid"/>
              </a:ln>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5" name="下箭头 4"/>
          <p:cNvSpPr/>
          <p:nvPr/>
        </p:nvSpPr>
        <p:spPr bwMode="auto">
          <a:xfrm>
            <a:off x="790575" y="1196753"/>
            <a:ext cx="541065" cy="2324012"/>
          </a:xfrm>
          <a:prstGeom prst="downArrow">
            <a:avLst/>
          </a:prstGeom>
          <a:solidFill>
            <a:schemeClr val="bg1">
              <a:lumMod val="40000"/>
              <a:lumOff val="60000"/>
            </a:schemeClr>
          </a:solidFill>
          <a:ln w="9525" cap="flat" cmpd="sng" algn="ctr">
            <a:solidFill>
              <a:schemeClr val="tx1"/>
            </a:solidFill>
            <a:prstDash val="solid"/>
            <a:round/>
            <a:headEnd type="none" w="med" len="med"/>
            <a:tailEnd type="none" w="med" len="med"/>
          </a:ln>
          <a:effec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endParaRPr>
          </a:p>
        </p:txBody>
      </p:sp>
      <p:sp>
        <p:nvSpPr>
          <p:cNvPr id="13" name="矩形 12"/>
          <p:cNvSpPr/>
          <p:nvPr/>
        </p:nvSpPr>
        <p:spPr>
          <a:xfrm>
            <a:off x="865312" y="5290491"/>
            <a:ext cx="7683514" cy="1077218"/>
          </a:xfrm>
          <a:prstGeom prst="rect">
            <a:avLst/>
          </a:prstGeom>
          <a:noFill/>
        </p:spPr>
        <p:txBody>
          <a:bodyPr wrap="none" lIns="91440" tIns="45720" rIns="91440" bIns="45720">
            <a:spAutoFit/>
          </a:bodyPr>
          <a:lstStyle/>
          <a:p>
            <a:pPr algn="ctr"/>
            <a:r>
              <a:rPr lang="en-US" altLang="zh-CN" sz="3200" b="1" dirty="0" smtClean="0">
                <a:ln w="13462">
                  <a:solidFill>
                    <a:schemeClr val="bg1"/>
                  </a:solidFill>
                  <a:prstDash val="solid"/>
                </a:ln>
                <a:solidFill>
                  <a:schemeClr val="tx1">
                    <a:lumMod val="85000"/>
                    <a:lumOff val="15000"/>
                  </a:schemeClr>
                </a:solidFill>
                <a:latin typeface="微软雅黑" panose="020B0503020204020204" pitchFamily="34" charset="-122"/>
                <a:ea typeface="微软雅黑" panose="020B0503020204020204" pitchFamily="34" charset="-122"/>
              </a:rPr>
              <a:t>CS</a:t>
            </a:r>
            <a:r>
              <a:rPr lang="zh-CN" altLang="en-US" sz="3200" b="1" dirty="0">
                <a:ln w="13462">
                  <a:solidFill>
                    <a:schemeClr val="bg1"/>
                  </a:solidFill>
                  <a:prstDash val="solid"/>
                </a:ln>
                <a:solidFill>
                  <a:schemeClr val="tx1">
                    <a:lumMod val="85000"/>
                    <a:lumOff val="15000"/>
                  </a:schemeClr>
                </a:solidFill>
                <a:latin typeface="隶书" panose="02010509060101010101" pitchFamily="49" charset="-122"/>
                <a:ea typeface="隶书" panose="02010509060101010101" pitchFamily="49" charset="-122"/>
              </a:rPr>
              <a:t>知识能力体系</a:t>
            </a:r>
            <a:r>
              <a:rPr lang="zh-CN" altLang="en-US" sz="3200" b="1" dirty="0" smtClean="0">
                <a:ln w="13462">
                  <a:solidFill>
                    <a:schemeClr val="bg1"/>
                  </a:solidFill>
                  <a:prstDash val="solid"/>
                </a:ln>
                <a:solidFill>
                  <a:schemeClr val="tx1">
                    <a:lumMod val="85000"/>
                    <a:lumOff val="15000"/>
                  </a:schemeClr>
                </a:solidFill>
                <a:latin typeface="微软雅黑" panose="020B0503020204020204" pitchFamily="34" charset="-122"/>
                <a:ea typeface="微软雅黑" panose="020B0503020204020204" pitchFamily="34" charset="-122"/>
              </a:rPr>
              <a:t>：程设基础、</a:t>
            </a:r>
            <a:r>
              <a:rPr lang="zh-CN" altLang="en-US" sz="3200" b="1" dirty="0" smtClean="0">
                <a:ln w="13462">
                  <a:solidFill>
                    <a:schemeClr val="bg1"/>
                  </a:solidFill>
                  <a:prstDash val="solid"/>
                </a:ln>
                <a:solidFill>
                  <a:srgbClr val="00B050"/>
                </a:solidFill>
                <a:latin typeface="微软雅黑" panose="020B0503020204020204" pitchFamily="34" charset="-122"/>
                <a:ea typeface="微软雅黑" panose="020B0503020204020204" pitchFamily="34" charset="-122"/>
              </a:rPr>
              <a:t>数据结构、</a:t>
            </a:r>
            <a:endParaRPr lang="en-US" altLang="zh-CN" sz="3200" b="1" dirty="0" smtClean="0">
              <a:ln w="13462">
                <a:solidFill>
                  <a:schemeClr val="bg1"/>
                </a:solidFill>
                <a:prstDash val="solid"/>
              </a:ln>
              <a:solidFill>
                <a:srgbClr val="00B050"/>
              </a:solidFill>
              <a:latin typeface="微软雅黑" panose="020B0503020204020204" pitchFamily="34" charset="-122"/>
              <a:ea typeface="微软雅黑" panose="020B0503020204020204" pitchFamily="34" charset="-122"/>
            </a:endParaRPr>
          </a:p>
          <a:p>
            <a:pPr algn="ctr"/>
            <a:r>
              <a:rPr lang="zh-CN" altLang="en-US" sz="3200" b="1" dirty="0" smtClean="0">
                <a:ln w="13462">
                  <a:solidFill>
                    <a:schemeClr val="bg1"/>
                  </a:solidFill>
                  <a:prstDash val="solid"/>
                </a:ln>
                <a:solidFill>
                  <a:srgbClr val="00B050"/>
                </a:solidFill>
                <a:latin typeface="微软雅黑" panose="020B0503020204020204" pitchFamily="34" charset="-122"/>
                <a:ea typeface="微软雅黑" panose="020B0503020204020204" pitchFamily="34" charset="-122"/>
              </a:rPr>
              <a:t>数据库、软件工程、算法论、可计算性</a:t>
            </a:r>
            <a:endParaRPr lang="zh-CN" altLang="en-US" sz="3200" b="1" cap="none" spc="0" dirty="0">
              <a:ln w="13462">
                <a:solidFill>
                  <a:schemeClr val="bg1"/>
                </a:solidFill>
                <a:prstDash val="solid"/>
              </a:ln>
              <a:solidFill>
                <a:srgbClr val="00B05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911" y="-8736"/>
            <a:ext cx="8156709" cy="1440160"/>
          </a:xfrm>
        </p:spPr>
        <p:txBody>
          <a:bodyPr/>
          <a:lstStyle/>
          <a:p>
            <a:r>
              <a:rPr lang="zh-CN" altLang="en-US" dirty="0" smtClean="0"/>
              <a:t>理想</a:t>
            </a:r>
            <a:r>
              <a:rPr lang="en-US" altLang="zh-CN" dirty="0"/>
              <a:t>&amp;</a:t>
            </a:r>
            <a:r>
              <a:rPr lang="zh-CN" altLang="en-US" sz="2800" dirty="0" smtClean="0"/>
              <a:t>机器的</a:t>
            </a:r>
            <a:r>
              <a:rPr lang="zh-CN" altLang="en-US" dirty="0" smtClean="0"/>
              <a:t>现实：数与编码</a:t>
            </a:r>
            <a:br>
              <a:rPr lang="en-US" altLang="zh-CN" dirty="0" smtClean="0"/>
            </a:br>
            <a:r>
              <a:rPr lang="en-US" altLang="zh-CN" dirty="0" smtClean="0"/>
              <a:t>                 ——</a:t>
            </a:r>
            <a:r>
              <a:rPr lang="zh-CN" altLang="en-US" dirty="0" smtClean="0"/>
              <a:t>冯诺依曼计算机之怪异</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489443" y="1196752"/>
                <a:ext cx="7886700" cy="3528392"/>
              </a:xfrm>
            </p:spPr>
            <p:txBody>
              <a:bodyPr/>
              <a:lstStyle/>
              <a:p>
                <a14:m>
                  <m:oMath xmlns:m="http://schemas.openxmlformats.org/officeDocument/2006/math">
                    <m:r>
                      <a:rPr lang="zh-CN" altLang="en-US" i="1" smtClean="0">
                        <a:latin typeface="Cambria Math" panose="02040503050406030204" pitchFamily="18" charset="0"/>
                      </a:rPr>
                      <m:t>数学的</m:t>
                    </m:r>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3</m:t>
                        </m:r>
                      </m:den>
                    </m:f>
                    <m:r>
                      <a:rPr lang="en-US" altLang="zh-CN" b="0" i="0" smtClean="0">
                        <a:latin typeface="Cambria Math" panose="02040503050406030204" pitchFamily="18" charset="0"/>
                      </a:rPr>
                      <m:t>: </m:t>
                    </m:r>
                    <m:r>
                      <a:rPr lang="zh-CN" altLang="en-US" i="1">
                        <a:latin typeface="Cambria Math" panose="02040503050406030204" pitchFamily="18" charset="0"/>
                      </a:rPr>
                      <m:t>计算机</m:t>
                    </m:r>
                  </m:oMath>
                </a14:m>
                <a:r>
                  <a:rPr lang="zh-CN" altLang="en-US" dirty="0" smtClean="0"/>
                  <a:t>的表达式</a:t>
                </a:r>
                <a:r>
                  <a:rPr lang="en-US" altLang="zh-CN" dirty="0" smtClean="0"/>
                  <a:t>1/3</a:t>
                </a:r>
                <a:r>
                  <a:rPr lang="zh-CN" altLang="en-US" dirty="0" smtClean="0"/>
                  <a:t>，内存编码？</a:t>
                </a:r>
                <a:endParaRPr lang="en-US" altLang="zh-CN" dirty="0" smtClean="0"/>
              </a:p>
              <a:p>
                <a:r>
                  <a:rPr lang="zh-CN" altLang="en-US" dirty="0" smtClean="0"/>
                  <a:t>有序集：有数</a:t>
                </a:r>
                <a:endParaRPr lang="en-US" altLang="zh-CN" dirty="0" smtClean="0"/>
              </a:p>
              <a:p>
                <a:r>
                  <a:rPr lang="zh-CN" altLang="en-US" dirty="0" smtClean="0"/>
                  <a:t>数学的 </a:t>
                </a:r>
                <a:r>
                  <a:rPr lang="en-US" altLang="zh-CN" dirty="0" smtClean="0"/>
                  <a:t>x/10 * 10 == x?</a:t>
                </a:r>
                <a:endParaRPr lang="en-US" altLang="zh-CN" dirty="0" smtClean="0"/>
              </a:p>
              <a:p>
                <a:r>
                  <a:rPr lang="zh-CN" altLang="en-US" dirty="0" smtClean="0"/>
                  <a:t>程序表达 </a:t>
                </a:r>
                <a:r>
                  <a:rPr lang="en-US" altLang="zh-CN" dirty="0" smtClean="0"/>
                  <a:t>for(</a:t>
                </a:r>
                <a:r>
                  <a:rPr lang="en-US" altLang="zh-CN" dirty="0" err="1" smtClean="0"/>
                  <a:t>int</a:t>
                </a:r>
                <a:r>
                  <a:rPr lang="en-US" altLang="zh-CN" dirty="0" smtClean="0"/>
                  <a:t> </a:t>
                </a:r>
                <a:r>
                  <a:rPr lang="en-US" altLang="zh-CN" dirty="0" err="1" smtClean="0"/>
                  <a:t>i</a:t>
                </a:r>
                <a:r>
                  <a:rPr lang="en-US" altLang="zh-CN" dirty="0" smtClean="0"/>
                  <a:t> = 0</a:t>
                </a:r>
                <a:r>
                  <a:rPr lang="zh-CN" altLang="en-US" dirty="0" smtClean="0"/>
                  <a:t>；</a:t>
                </a:r>
                <a:r>
                  <a:rPr lang="en-US" altLang="zh-CN" dirty="0" err="1" smtClean="0"/>
                  <a:t>i</a:t>
                </a:r>
                <a:r>
                  <a:rPr lang="en-US" altLang="zh-CN" dirty="0" smtClean="0"/>
                  <a:t> != 100</a:t>
                </a:r>
                <a:r>
                  <a:rPr lang="zh-CN" altLang="en-US" dirty="0" smtClean="0"/>
                  <a:t>；</a:t>
                </a:r>
                <a:r>
                  <a:rPr lang="en-US" altLang="zh-CN" dirty="0" err="1" smtClean="0"/>
                  <a:t>i</a:t>
                </a:r>
                <a:r>
                  <a:rPr lang="en-US" altLang="zh-CN" dirty="0" smtClean="0"/>
                  <a:t>++ )</a:t>
                </a:r>
                <a:endParaRPr lang="en-US" altLang="zh-CN" dirty="0" smtClean="0"/>
              </a:p>
              <a:p>
                <a:r>
                  <a:rPr lang="en-US" altLang="zh-CN" dirty="0" smtClean="0"/>
                  <a:t>                 for(</a:t>
                </a:r>
                <a:r>
                  <a:rPr lang="en-US" altLang="zh-CN" dirty="0" err="1" smtClean="0"/>
                  <a:t>int</a:t>
                </a:r>
                <a:r>
                  <a:rPr lang="en-US" altLang="zh-CN" dirty="0" smtClean="0"/>
                  <a:t> </a:t>
                </a:r>
                <a:r>
                  <a:rPr lang="en-US" altLang="zh-CN" dirty="0" err="1"/>
                  <a:t>i</a:t>
                </a:r>
                <a:r>
                  <a:rPr lang="en-US" altLang="zh-CN" dirty="0"/>
                  <a:t> = 0</a:t>
                </a:r>
                <a:r>
                  <a:rPr lang="zh-CN" altLang="en-US" dirty="0"/>
                  <a:t>；</a:t>
                </a:r>
                <a:r>
                  <a:rPr lang="en-US" altLang="zh-CN" dirty="0" err="1"/>
                  <a:t>i</a:t>
                </a:r>
                <a:r>
                  <a:rPr lang="en-US" altLang="zh-CN" dirty="0"/>
                  <a:t> &lt;</a:t>
                </a:r>
                <a:r>
                  <a:rPr lang="en-US" altLang="zh-CN" dirty="0" smtClean="0"/>
                  <a:t>100</a:t>
                </a:r>
                <a:r>
                  <a:rPr lang="zh-CN" altLang="en-US" dirty="0"/>
                  <a:t>；</a:t>
                </a:r>
                <a:r>
                  <a:rPr lang="en-US" altLang="zh-CN" dirty="0" err="1"/>
                  <a:t>i</a:t>
                </a:r>
                <a:r>
                  <a:rPr lang="en-US" altLang="zh-CN" dirty="0"/>
                  <a:t>++ )</a:t>
                </a:r>
                <a:endParaRPr lang="zh-CN" altLang="en-US" dirty="0"/>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489443" y="1196752"/>
                <a:ext cx="7886700" cy="3528392"/>
              </a:xfrm>
              <a:blipFill rotWithShape="1">
                <a:blip r:embed="rId1"/>
                <a:stretch>
                  <a:fillRect l="-6" t="-12" r="-1709" b="-3830"/>
                </a:stretch>
              </a:blipFill>
            </p:spPr>
            <p:txBody>
              <a:bodyPr/>
              <a:lstStyle/>
              <a:p>
                <a:r>
                  <a:rPr lang="zh-CN" altLang="en-US">
                    <a:noFill/>
                  </a:rPr>
                  <a:t> </a:t>
                </a:r>
              </a:p>
            </p:txBody>
          </p:sp>
        </mc:Fallback>
      </mc:AlternateContent>
      <p:sp>
        <p:nvSpPr>
          <p:cNvPr id="4" name="矩形 3"/>
          <p:cNvSpPr/>
          <p:nvPr/>
        </p:nvSpPr>
        <p:spPr>
          <a:xfrm>
            <a:off x="590145" y="4280029"/>
            <a:ext cx="8228535" cy="2492990"/>
          </a:xfrm>
          <a:prstGeom prst="rect">
            <a:avLst/>
          </a:prstGeom>
          <a:noFill/>
        </p:spPr>
        <p:txBody>
          <a:bodyPr wrap="none" lIns="91440" tIns="45720" rIns="91440" bIns="45720">
            <a:spAutoFit/>
          </a:bodyPr>
          <a:lstStyle/>
          <a:p>
            <a:pPr algn="ctr"/>
            <a:r>
              <a:rPr lang="zh-CN" altLang="en-US" sz="60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rPr>
              <a:t>如此</a:t>
            </a:r>
            <a:r>
              <a:rPr lang="zh-CN" altLang="en-US" sz="48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rPr>
              <a:t>，细微的技术，</a:t>
            </a:r>
            <a:endParaRPr lang="en-US" altLang="zh-CN" sz="48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endParaRPr>
          </a:p>
          <a:p>
            <a:pPr algn="ctr"/>
            <a:r>
              <a:rPr lang="zh-CN" altLang="en-US" sz="48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rPr>
              <a:t>构成了未来计算机科学、工程</a:t>
            </a:r>
            <a:endParaRPr lang="en-US" altLang="zh-CN" sz="48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endParaRPr>
          </a:p>
          <a:p>
            <a:pPr algn="ctr"/>
            <a:r>
              <a:rPr lang="zh-CN" altLang="en-US" sz="48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rPr>
              <a:t>最深刻、最迷人 </a:t>
            </a:r>
            <a:endParaRPr lang="zh-CN" altLang="en-US" sz="40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404664"/>
            <a:ext cx="7886700" cy="1325563"/>
          </a:xfrm>
        </p:spPr>
        <p:txBody>
          <a:bodyPr/>
          <a:lstStyle/>
          <a:p>
            <a:r>
              <a:rPr lang="en-US" altLang="zh-CN" dirty="0" smtClean="0"/>
              <a:t>CS</a:t>
            </a:r>
            <a:r>
              <a:rPr lang="zh-CN" altLang="en-US" dirty="0" smtClean="0"/>
              <a:t>的大门被打开</a:t>
            </a:r>
            <a:br>
              <a:rPr lang="en-US" altLang="zh-CN" dirty="0" smtClean="0"/>
            </a:br>
            <a:r>
              <a:rPr lang="zh-CN" altLang="en-US" dirty="0"/>
              <a:t>也</a:t>
            </a:r>
            <a:r>
              <a:rPr lang="zh-CN" altLang="en-US" dirty="0" smtClean="0"/>
              <a:t>许是魔瓶、。。。 走下去</a:t>
            </a:r>
            <a:endParaRPr lang="zh-CN" altLang="en-US" dirty="0"/>
          </a:p>
        </p:txBody>
      </p:sp>
      <p:sp>
        <p:nvSpPr>
          <p:cNvPr id="5" name="矩形 4"/>
          <p:cNvSpPr/>
          <p:nvPr/>
        </p:nvSpPr>
        <p:spPr>
          <a:xfrm>
            <a:off x="683568" y="1484784"/>
            <a:ext cx="5383205" cy="1323439"/>
          </a:xfrm>
          <a:prstGeom prst="rect">
            <a:avLst/>
          </a:prstGeom>
          <a:noFill/>
        </p:spPr>
        <p:txBody>
          <a:bodyPr wrap="none" lIns="91440" tIns="45720" rIns="91440" bIns="45720">
            <a:spAutoFit/>
          </a:bodyPr>
          <a:lstStyle/>
          <a:p>
            <a:pPr algn="ctr"/>
            <a:r>
              <a:rPr lang="en-US" altLang="zh-CN" sz="8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rPr>
              <a:t>2</a:t>
            </a:r>
            <a:r>
              <a:rPr lang="zh-CN" altLang="en-US" sz="4000" b="1" cap="none" spc="0"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黑体" panose="02010609060101010101" pitchFamily="49" charset="-122"/>
                <a:ea typeface="黑体" panose="02010609060101010101" pitchFamily="49" charset="-122"/>
              </a:rPr>
              <a:t>条</a:t>
            </a:r>
            <a:r>
              <a:rPr lang="zh-CN" altLang="en-US" sz="6000" b="1" cap="none" spc="0"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黑体" panose="02010609060101010101" pitchFamily="49" charset="-122"/>
                <a:ea typeface="黑体" panose="02010609060101010101" pitchFamily="49" charset="-122"/>
              </a:rPr>
              <a:t>主线</a:t>
            </a:r>
            <a:r>
              <a:rPr lang="zh-CN" altLang="en-US" sz="4000" b="1" cap="none" spc="0"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黑体" panose="02010609060101010101" pitchFamily="49" charset="-122"/>
                <a:ea typeface="黑体" panose="02010609060101010101" pitchFamily="49" charset="-122"/>
              </a:rPr>
              <a:t>紧紧把握：</a:t>
            </a:r>
            <a:endParaRPr lang="zh-CN" altLang="en-US" sz="40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黑体" panose="02010609060101010101" pitchFamily="49" charset="-122"/>
              <a:ea typeface="黑体" panose="02010609060101010101" pitchFamily="49" charset="-122"/>
            </a:endParaRPr>
          </a:p>
        </p:txBody>
      </p:sp>
      <p:sp>
        <p:nvSpPr>
          <p:cNvPr id="6" name="矩形 5"/>
          <p:cNvSpPr/>
          <p:nvPr/>
        </p:nvSpPr>
        <p:spPr>
          <a:xfrm>
            <a:off x="1043608" y="3226623"/>
            <a:ext cx="6696744" cy="1323439"/>
          </a:xfrm>
          <a:prstGeom prst="rect">
            <a:avLst/>
          </a:prstGeom>
          <a:noFill/>
        </p:spPr>
        <p:txBody>
          <a:bodyPr wrap="square" lIns="91440" tIns="45720" rIns="91440" bIns="45720">
            <a:spAutoFit/>
          </a:bodyPr>
          <a:lstStyle/>
          <a:p>
            <a:pPr algn="ctr"/>
            <a:r>
              <a:rPr lang="zh-CN" altLang="en-US" sz="8000" b="1" dirty="0" smtClean="0">
                <a:ln w="6600">
                  <a:solidFill>
                    <a:schemeClr val="accent2"/>
                  </a:solidFill>
                  <a:prstDash val="solid"/>
                </a:ln>
                <a:solidFill>
                  <a:srgbClr val="FFFFFF"/>
                </a:solidFill>
                <a:effectLst>
                  <a:outerShdw dist="38100" dir="2700000" algn="tl" rotWithShape="0">
                    <a:schemeClr val="accent2"/>
                  </a:outerShdw>
                </a:effectLst>
                <a:latin typeface="华文琥珀" panose="02010800040101010101" pitchFamily="2" charset="-122"/>
                <a:ea typeface="华文琥珀" panose="02010800040101010101" pitchFamily="2" charset="-122"/>
              </a:rPr>
              <a:t>数据</a:t>
            </a:r>
            <a:r>
              <a:rPr lang="en-US" altLang="zh-CN" sz="8000" b="1" dirty="0" smtClean="0">
                <a:ln w="6600">
                  <a:solidFill>
                    <a:schemeClr val="accent2"/>
                  </a:solidFill>
                  <a:prstDash val="solid"/>
                </a:ln>
                <a:solidFill>
                  <a:srgbClr val="FFFFFF"/>
                </a:solidFill>
                <a:effectLst>
                  <a:outerShdw dist="38100" dir="2700000" algn="tl" rotWithShape="0">
                    <a:schemeClr val="accent2"/>
                  </a:outerShdw>
                </a:effectLst>
                <a:latin typeface="华文琥珀" panose="02010800040101010101" pitchFamily="2" charset="-122"/>
                <a:ea typeface="华文琥珀" panose="02010800040101010101" pitchFamily="2" charset="-122"/>
              </a:rPr>
              <a:t>+</a:t>
            </a:r>
            <a:r>
              <a:rPr lang="zh-CN" altLang="en-US" sz="8000" b="1" dirty="0" smtClean="0">
                <a:ln w="6600">
                  <a:solidFill>
                    <a:schemeClr val="accent2"/>
                  </a:solidFill>
                  <a:prstDash val="solid"/>
                </a:ln>
                <a:solidFill>
                  <a:srgbClr val="FFFFFF"/>
                </a:solidFill>
                <a:effectLst>
                  <a:outerShdw dist="38100" dir="2700000" algn="tl" rotWithShape="0">
                    <a:schemeClr val="accent2"/>
                  </a:outerShdw>
                </a:effectLst>
                <a:latin typeface="华文琥珀" panose="02010800040101010101" pitchFamily="2" charset="-122"/>
                <a:ea typeface="华文琥珀" panose="02010800040101010101" pitchFamily="2" charset="-122"/>
              </a:rPr>
              <a:t>算法</a:t>
            </a:r>
            <a:endParaRPr lang="zh-CN" altLang="en-US" sz="8000" b="1" cap="none" spc="0" dirty="0">
              <a:ln w="6600">
                <a:solidFill>
                  <a:schemeClr val="accent2"/>
                </a:solidFill>
                <a:prstDash val="solid"/>
              </a:ln>
              <a:solidFill>
                <a:srgbClr val="FFFFFF"/>
              </a:solidFill>
              <a:effectLst>
                <a:outerShdw dist="38100" dir="2700000" algn="tl" rotWithShape="0">
                  <a:schemeClr val="accent2"/>
                </a:outerShdw>
              </a:effectLst>
              <a:latin typeface="华文琥珀" panose="02010800040101010101" pitchFamily="2" charset="-122"/>
              <a:ea typeface="华文琥珀" panose="02010800040101010101" pitchFamily="2" charset="-122"/>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5"/>
          <p:cNvSpPr>
            <a:spLocks noChangeArrowheads="1"/>
          </p:cNvSpPr>
          <p:nvPr/>
        </p:nvSpPr>
        <p:spPr bwMode="auto">
          <a:xfrm>
            <a:off x="899592" y="260647"/>
            <a:ext cx="7313613" cy="82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0"/>
              </a:spcBef>
              <a:buClrTx/>
              <a:buSzTx/>
              <a:buFontTx/>
              <a:buNone/>
            </a:pPr>
            <a:r>
              <a:rPr lang="zh-CN" altLang="en-US" sz="4000" b="1" dirty="0">
                <a:latin typeface="隶书" panose="02010509060101010101" pitchFamily="49" charset="-122"/>
                <a:ea typeface="隶书" panose="02010509060101010101" pitchFamily="49" charset="-122"/>
              </a:rPr>
              <a:t>思考两个问题？</a:t>
            </a:r>
            <a:endParaRPr lang="zh-CN" altLang="en-US" sz="4000" b="1" dirty="0">
              <a:latin typeface="隶书" panose="02010509060101010101" pitchFamily="49" charset="-122"/>
              <a:ea typeface="隶书" panose="02010509060101010101" pitchFamily="49" charset="-122"/>
            </a:endParaRPr>
          </a:p>
        </p:txBody>
      </p:sp>
      <p:grpSp>
        <p:nvGrpSpPr>
          <p:cNvPr id="6147" name="Group 27"/>
          <p:cNvGrpSpPr/>
          <p:nvPr/>
        </p:nvGrpSpPr>
        <p:grpSpPr bwMode="auto">
          <a:xfrm>
            <a:off x="1042988" y="2037021"/>
            <a:ext cx="7596187" cy="2357437"/>
            <a:chOff x="657" y="1706"/>
            <a:chExt cx="4785" cy="1485"/>
          </a:xfrm>
        </p:grpSpPr>
        <p:sp>
          <p:nvSpPr>
            <p:cNvPr id="6148" name="Text Box 20"/>
            <p:cNvSpPr txBox="1">
              <a:spLocks noChangeArrowheads="1"/>
            </p:cNvSpPr>
            <p:nvPr/>
          </p:nvSpPr>
          <p:spPr bwMode="auto">
            <a:xfrm>
              <a:off x="2947" y="1788"/>
              <a:ext cx="2443" cy="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144000">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a:lnSpc>
                  <a:spcPct val="110000"/>
                </a:lnSpc>
                <a:spcBef>
                  <a:spcPct val="0"/>
                </a:spcBef>
                <a:buClrTx/>
                <a:buSzTx/>
                <a:buFontTx/>
                <a:buNone/>
              </a:pPr>
              <a:r>
                <a:rPr lang="zh-CN" altLang="en-US" sz="2400" b="1" dirty="0" smtClean="0">
                  <a:latin typeface="Times New Roman" panose="02020603050405020304" pitchFamily="18" charset="0"/>
                  <a:ea typeface="华文楷体" panose="02010600040101010101" pitchFamily="2" charset="-122"/>
                </a:rPr>
                <a:t>计算机</a:t>
              </a:r>
              <a:r>
                <a:rPr lang="zh-CN" altLang="en-US" sz="2400" b="1" dirty="0">
                  <a:latin typeface="Times New Roman" panose="02020603050405020304" pitchFamily="18" charset="0"/>
                  <a:ea typeface="华文楷体" panose="02010600040101010101" pitchFamily="2" charset="-122"/>
                </a:rPr>
                <a:t>中的数据和数学中的数据有何相同和不同之处</a:t>
              </a:r>
              <a:r>
                <a:rPr lang="zh-CN" altLang="en-US" sz="2400" b="1" dirty="0" smtClean="0">
                  <a:latin typeface="Times New Roman" panose="02020603050405020304" pitchFamily="18" charset="0"/>
                  <a:ea typeface="华文楷体" panose="02010600040101010101" pitchFamily="2" charset="-122"/>
                </a:rPr>
                <a:t>？</a:t>
              </a:r>
              <a:endParaRPr lang="en-US" altLang="zh-CN" sz="2400" b="1" dirty="0" smtClean="0">
                <a:latin typeface="Times New Roman" panose="02020603050405020304" pitchFamily="18" charset="0"/>
                <a:ea typeface="华文楷体" panose="02010600040101010101" pitchFamily="2" charset="-122"/>
              </a:endParaRPr>
            </a:p>
            <a:p>
              <a:pPr algn="l">
                <a:lnSpc>
                  <a:spcPct val="110000"/>
                </a:lnSpc>
                <a:spcBef>
                  <a:spcPct val="0"/>
                </a:spcBef>
                <a:buClrTx/>
                <a:buSzTx/>
                <a:buFontTx/>
                <a:buNone/>
              </a:pPr>
              <a:endParaRPr lang="en-US" altLang="zh-CN" sz="2400" b="1" dirty="0">
                <a:latin typeface="Times New Roman" panose="02020603050405020304" pitchFamily="18" charset="0"/>
                <a:ea typeface="华文楷体" panose="02010600040101010101" pitchFamily="2" charset="-122"/>
              </a:endParaRPr>
            </a:p>
            <a:p>
              <a:pPr algn="l">
                <a:lnSpc>
                  <a:spcPct val="110000"/>
                </a:lnSpc>
                <a:spcBef>
                  <a:spcPct val="0"/>
                </a:spcBef>
                <a:buClrTx/>
                <a:buSzTx/>
                <a:buFontTx/>
                <a:buNone/>
              </a:pPr>
              <a:r>
                <a:rPr lang="zh-CN" altLang="en-US" sz="2400" b="1" dirty="0" smtClean="0">
                  <a:latin typeface="Times New Roman" panose="02020603050405020304" pitchFamily="18" charset="0"/>
                  <a:ea typeface="华文楷体" panose="02010600040101010101" pitchFamily="2" charset="-122"/>
                </a:rPr>
                <a:t>结构化程序设计为什么只有三种基本结构？</a:t>
              </a:r>
              <a:endParaRPr lang="zh-CN" altLang="en-US" sz="2800" b="1" dirty="0">
                <a:latin typeface="Times New Roman" panose="02020603050405020304" pitchFamily="18" charset="0"/>
                <a:ea typeface="华文楷体" panose="02010600040101010101" pitchFamily="2" charset="-122"/>
              </a:endParaRPr>
            </a:p>
          </p:txBody>
        </p:sp>
        <p:sp>
          <p:nvSpPr>
            <p:cNvPr id="6149" name="Rectangle 21"/>
            <p:cNvSpPr>
              <a:spLocks noChangeArrowheads="1"/>
            </p:cNvSpPr>
            <p:nvPr/>
          </p:nvSpPr>
          <p:spPr bwMode="auto">
            <a:xfrm>
              <a:off x="657" y="1706"/>
              <a:ext cx="4785" cy="148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80000"/>
                </a:lnSpc>
                <a:spcBef>
                  <a:spcPct val="0"/>
                </a:spcBef>
                <a:buClr>
                  <a:schemeClr val="accent2"/>
                </a:buClr>
                <a:buFont typeface="Wingdings" panose="05000000000000000000" pitchFamily="2" charset="2"/>
                <a:buNone/>
              </a:pPr>
              <a:endParaRPr lang="zh-CN" altLang="en-US" sz="2000" b="1">
                <a:latin typeface="Times New Roman" panose="02020603050405020304" pitchFamily="18" charset="0"/>
                <a:ea typeface="华文楷体" panose="02010600040101010101" pitchFamily="2" charset="-122"/>
              </a:endParaRPr>
            </a:p>
          </p:txBody>
        </p:sp>
        <p:sp>
          <p:nvSpPr>
            <p:cNvPr id="6150" name="Rectangle 22"/>
            <p:cNvSpPr>
              <a:spLocks noChangeArrowheads="1"/>
            </p:cNvSpPr>
            <p:nvPr/>
          </p:nvSpPr>
          <p:spPr bwMode="auto">
            <a:xfrm>
              <a:off x="793" y="1820"/>
              <a:ext cx="735" cy="645"/>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0"/>
                </a:spcBef>
                <a:buFont typeface="Wingdings" panose="05000000000000000000" pitchFamily="2" charset="2"/>
                <a:buNone/>
              </a:pPr>
              <a:r>
                <a:rPr lang="zh-CN" altLang="en-US" sz="1500" b="1">
                  <a:latin typeface="Times New Roman" panose="02020603050405020304" pitchFamily="18" charset="0"/>
                </a:rPr>
                <a:t>数值数据：</a:t>
              </a:r>
              <a:endParaRPr lang="zh-CN" altLang="en-US" sz="1500" b="1">
                <a:latin typeface="Times New Roman" panose="02020603050405020304" pitchFamily="18" charset="0"/>
              </a:endParaRPr>
            </a:p>
            <a:p>
              <a:pPr algn="l" eaLnBrk="1" hangingPunct="1">
                <a:spcBef>
                  <a:spcPct val="0"/>
                </a:spcBef>
                <a:buFont typeface="Wingdings" panose="05000000000000000000" pitchFamily="2" charset="2"/>
                <a:buNone/>
              </a:pPr>
              <a:r>
                <a:rPr lang="en-US" altLang="zh-CN" sz="1500" b="1">
                  <a:latin typeface="Times New Roman" panose="02020603050405020304" pitchFamily="18" charset="0"/>
                </a:rPr>
                <a:t>1</a:t>
              </a:r>
              <a:r>
                <a:rPr lang="zh-CN" altLang="en-US" sz="1500" b="1">
                  <a:latin typeface="Times New Roman" panose="02020603050405020304" pitchFamily="18" charset="0"/>
                </a:rPr>
                <a:t>，</a:t>
              </a:r>
              <a:r>
                <a:rPr lang="en-US" altLang="zh-CN" sz="1500" b="1">
                  <a:latin typeface="Times New Roman" panose="02020603050405020304" pitchFamily="18" charset="0"/>
                </a:rPr>
                <a:t>2</a:t>
              </a:r>
              <a:r>
                <a:rPr lang="zh-CN" altLang="en-US" sz="1500" b="1">
                  <a:latin typeface="Times New Roman" panose="02020603050405020304" pitchFamily="18" charset="0"/>
                </a:rPr>
                <a:t>，</a:t>
              </a:r>
              <a:r>
                <a:rPr lang="en-US" altLang="zh-CN" sz="1500" b="1">
                  <a:latin typeface="Times New Roman" panose="02020603050405020304" pitchFamily="18" charset="0"/>
                </a:rPr>
                <a:t>…</a:t>
              </a:r>
              <a:endParaRPr lang="en-US" altLang="zh-CN" sz="1500" b="1">
                <a:latin typeface="Times New Roman" panose="02020603050405020304" pitchFamily="18" charset="0"/>
              </a:endParaRPr>
            </a:p>
            <a:p>
              <a:pPr algn="l" eaLnBrk="1" hangingPunct="1">
                <a:spcBef>
                  <a:spcPct val="0"/>
                </a:spcBef>
                <a:buFont typeface="Wingdings" panose="05000000000000000000" pitchFamily="2" charset="2"/>
                <a:buNone/>
              </a:pPr>
              <a:r>
                <a:rPr lang="en-US" altLang="zh-CN" sz="1500" b="1">
                  <a:latin typeface="Times New Roman" panose="02020603050405020304" pitchFamily="18" charset="0"/>
                </a:rPr>
                <a:t>1.23</a:t>
              </a:r>
              <a:r>
                <a:rPr lang="zh-CN" altLang="en-US" sz="1500" b="1">
                  <a:latin typeface="Times New Roman" panose="02020603050405020304" pitchFamily="18" charset="0"/>
                </a:rPr>
                <a:t>，</a:t>
              </a:r>
              <a:r>
                <a:rPr lang="en-US" altLang="zh-CN" sz="1500" b="1">
                  <a:latin typeface="Times New Roman" panose="02020603050405020304" pitchFamily="18" charset="0"/>
                </a:rPr>
                <a:t>…</a:t>
              </a:r>
              <a:endParaRPr lang="en-US" altLang="zh-CN" sz="1500" b="1">
                <a:latin typeface="Times New Roman" panose="02020603050405020304" pitchFamily="18" charset="0"/>
              </a:endParaRPr>
            </a:p>
            <a:p>
              <a:pPr algn="l" eaLnBrk="1" hangingPunct="1">
                <a:spcBef>
                  <a:spcPct val="0"/>
                </a:spcBef>
                <a:buFont typeface="Wingdings" panose="05000000000000000000" pitchFamily="2" charset="2"/>
                <a:buNone/>
              </a:pPr>
              <a:r>
                <a:rPr lang="en-US" altLang="zh-CN" sz="1500" b="1">
                  <a:latin typeface="Times New Roman" panose="02020603050405020304" pitchFamily="18" charset="0"/>
                </a:rPr>
                <a:t>-2.3</a:t>
              </a:r>
              <a:r>
                <a:rPr lang="zh-CN" altLang="en-US" sz="1500" b="1">
                  <a:latin typeface="Times New Roman" panose="02020603050405020304" pitchFamily="18" charset="0"/>
                </a:rPr>
                <a:t>，</a:t>
              </a:r>
              <a:r>
                <a:rPr lang="en-US" altLang="zh-CN" sz="1500" b="1">
                  <a:latin typeface="Times New Roman" panose="02020603050405020304" pitchFamily="18" charset="0"/>
                </a:rPr>
                <a:t>…</a:t>
              </a:r>
              <a:endParaRPr lang="en-US" altLang="zh-CN" sz="1500" b="1">
                <a:latin typeface="Times New Roman" panose="02020603050405020304" pitchFamily="18" charset="0"/>
              </a:endParaRPr>
            </a:p>
          </p:txBody>
        </p:sp>
        <p:sp>
          <p:nvSpPr>
            <p:cNvPr id="6151" name="Rectangle 23"/>
            <p:cNvSpPr>
              <a:spLocks noChangeArrowheads="1"/>
            </p:cNvSpPr>
            <p:nvPr/>
          </p:nvSpPr>
          <p:spPr bwMode="auto">
            <a:xfrm>
              <a:off x="1528" y="1820"/>
              <a:ext cx="820" cy="645"/>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0"/>
                </a:spcBef>
                <a:buFont typeface="Wingdings" panose="05000000000000000000" pitchFamily="2" charset="2"/>
                <a:buNone/>
              </a:pPr>
              <a:r>
                <a:rPr lang="zh-CN" altLang="en-US" sz="1500" b="1">
                  <a:latin typeface="Times New Roman" panose="02020603050405020304" pitchFamily="18" charset="0"/>
                </a:rPr>
                <a:t>文本：</a:t>
              </a:r>
              <a:endParaRPr lang="zh-CN" altLang="en-US" sz="1500" b="1">
                <a:latin typeface="Times New Roman" panose="02020603050405020304" pitchFamily="18" charset="0"/>
              </a:endParaRPr>
            </a:p>
            <a:p>
              <a:pPr algn="l" eaLnBrk="1" hangingPunct="1">
                <a:spcBef>
                  <a:spcPct val="0"/>
                </a:spcBef>
                <a:buFont typeface="Wingdings" panose="05000000000000000000" pitchFamily="2" charset="2"/>
                <a:buNone/>
              </a:pPr>
              <a:r>
                <a:rPr lang="zh-CN" altLang="en-US" sz="1500" b="1">
                  <a:latin typeface="Times New Roman" panose="02020603050405020304" pitchFamily="18" charset="0"/>
                </a:rPr>
                <a:t>武汉大学</a:t>
              </a:r>
              <a:endParaRPr lang="zh-CN" altLang="en-US" sz="1500" b="1">
                <a:latin typeface="Times New Roman" panose="02020603050405020304" pitchFamily="18" charset="0"/>
              </a:endParaRPr>
            </a:p>
            <a:p>
              <a:pPr algn="l" eaLnBrk="1" hangingPunct="1">
                <a:spcBef>
                  <a:spcPct val="0"/>
                </a:spcBef>
                <a:buFont typeface="Wingdings" panose="05000000000000000000" pitchFamily="2" charset="2"/>
                <a:buNone/>
              </a:pPr>
              <a:r>
                <a:rPr lang="en-US" altLang="zh-CN" sz="1500" b="1">
                  <a:latin typeface="Times New Roman" panose="02020603050405020304" pitchFamily="18" charset="0"/>
                </a:rPr>
                <a:t>Program</a:t>
              </a:r>
              <a:endParaRPr lang="en-US" altLang="zh-CN" sz="1500" b="1">
                <a:latin typeface="Times New Roman" panose="02020603050405020304" pitchFamily="18" charset="0"/>
              </a:endParaRPr>
            </a:p>
            <a:p>
              <a:pPr algn="l" eaLnBrk="1" hangingPunct="1">
                <a:spcBef>
                  <a:spcPct val="0"/>
                </a:spcBef>
                <a:buFont typeface="Wingdings" panose="05000000000000000000" pitchFamily="2" charset="2"/>
                <a:buNone/>
              </a:pPr>
              <a:r>
                <a:rPr lang="en-US" altLang="zh-CN" sz="1500" b="1">
                  <a:latin typeface="Times New Roman" panose="02020603050405020304" pitchFamily="18" charset="0"/>
                </a:rPr>
                <a:t>……</a:t>
              </a:r>
              <a:endParaRPr lang="en-US" altLang="zh-CN" sz="1500" b="1">
                <a:latin typeface="Times New Roman" panose="02020603050405020304" pitchFamily="18" charset="0"/>
              </a:endParaRPr>
            </a:p>
          </p:txBody>
        </p:sp>
        <p:sp>
          <p:nvSpPr>
            <p:cNvPr id="6152" name="Rectangle 24"/>
            <p:cNvSpPr>
              <a:spLocks noChangeArrowheads="1"/>
            </p:cNvSpPr>
            <p:nvPr/>
          </p:nvSpPr>
          <p:spPr bwMode="auto">
            <a:xfrm>
              <a:off x="793" y="2465"/>
              <a:ext cx="735" cy="646"/>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80000"/>
                </a:lnSpc>
                <a:buFont typeface="Wingdings" panose="05000000000000000000" pitchFamily="2" charset="2"/>
                <a:buNone/>
              </a:pPr>
              <a:r>
                <a:rPr lang="zh-CN" altLang="en-US" sz="1500" b="1">
                  <a:latin typeface="Times New Roman" panose="02020603050405020304" pitchFamily="18" charset="0"/>
                </a:rPr>
                <a:t>图形图像：</a:t>
              </a:r>
              <a:endParaRPr lang="zh-CN" altLang="en-US" sz="1500" b="1">
                <a:latin typeface="Times New Roman" panose="02020603050405020304" pitchFamily="18" charset="0"/>
              </a:endParaRPr>
            </a:p>
            <a:p>
              <a:pPr algn="l" eaLnBrk="1" hangingPunct="1">
                <a:lnSpc>
                  <a:spcPct val="80000"/>
                </a:lnSpc>
                <a:buFont typeface="Wingdings" panose="05000000000000000000" pitchFamily="2" charset="2"/>
                <a:buNone/>
              </a:pPr>
              <a:r>
                <a:rPr lang="zh-CN" altLang="en-US" sz="1500" b="1">
                  <a:latin typeface="Times New Roman" panose="02020603050405020304" pitchFamily="18" charset="0"/>
                </a:rPr>
                <a:t>照片</a:t>
              </a:r>
              <a:endParaRPr lang="zh-CN" altLang="en-US" sz="1500" b="1">
                <a:latin typeface="Times New Roman" panose="02020603050405020304" pitchFamily="18" charset="0"/>
              </a:endParaRPr>
            </a:p>
            <a:p>
              <a:pPr algn="l" eaLnBrk="1" hangingPunct="1">
                <a:lnSpc>
                  <a:spcPct val="80000"/>
                </a:lnSpc>
                <a:buFont typeface="Wingdings" panose="05000000000000000000" pitchFamily="2" charset="2"/>
                <a:buNone/>
              </a:pPr>
              <a:r>
                <a:rPr lang="zh-CN" altLang="en-US" sz="1500" b="1">
                  <a:latin typeface="Times New Roman" panose="02020603050405020304" pitchFamily="18" charset="0"/>
                </a:rPr>
                <a:t>视频</a:t>
              </a:r>
              <a:endParaRPr lang="zh-CN" altLang="en-US" sz="1500" b="1">
                <a:latin typeface="Times New Roman" panose="02020603050405020304" pitchFamily="18" charset="0"/>
              </a:endParaRPr>
            </a:p>
            <a:p>
              <a:pPr algn="l" eaLnBrk="1" hangingPunct="1">
                <a:lnSpc>
                  <a:spcPct val="80000"/>
                </a:lnSpc>
                <a:buFont typeface="Wingdings" panose="05000000000000000000" pitchFamily="2" charset="2"/>
                <a:buNone/>
              </a:pPr>
              <a:r>
                <a:rPr lang="en-US" altLang="zh-CN" sz="1500" b="1">
                  <a:latin typeface="Times New Roman" panose="02020603050405020304" pitchFamily="18" charset="0"/>
                </a:rPr>
                <a:t>……</a:t>
              </a:r>
              <a:endParaRPr lang="en-US" altLang="zh-CN" sz="1500" b="1">
                <a:latin typeface="Times New Roman" panose="02020603050405020304" pitchFamily="18" charset="0"/>
              </a:endParaRPr>
            </a:p>
          </p:txBody>
        </p:sp>
        <p:sp>
          <p:nvSpPr>
            <p:cNvPr id="6153" name="Rectangle 25"/>
            <p:cNvSpPr>
              <a:spLocks noChangeArrowheads="1"/>
            </p:cNvSpPr>
            <p:nvPr/>
          </p:nvSpPr>
          <p:spPr bwMode="auto">
            <a:xfrm>
              <a:off x="1528" y="2465"/>
              <a:ext cx="813" cy="646"/>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80000"/>
                </a:lnSpc>
                <a:buFont typeface="Wingdings" panose="05000000000000000000" pitchFamily="2" charset="2"/>
                <a:buNone/>
              </a:pPr>
              <a:r>
                <a:rPr lang="zh-CN" altLang="en-US" sz="1500" b="1">
                  <a:latin typeface="Times New Roman" panose="02020603050405020304" pitchFamily="18" charset="0"/>
                </a:rPr>
                <a:t>音频：</a:t>
              </a:r>
              <a:endParaRPr lang="zh-CN" altLang="en-US" sz="1500" b="1">
                <a:latin typeface="Times New Roman" panose="02020603050405020304" pitchFamily="18" charset="0"/>
              </a:endParaRPr>
            </a:p>
            <a:p>
              <a:pPr algn="l" eaLnBrk="1" hangingPunct="1">
                <a:lnSpc>
                  <a:spcPct val="80000"/>
                </a:lnSpc>
                <a:buFont typeface="Wingdings" panose="05000000000000000000" pitchFamily="2" charset="2"/>
                <a:buNone/>
              </a:pPr>
              <a:r>
                <a:rPr lang="zh-CN" altLang="en-US" sz="1500" b="1">
                  <a:latin typeface="Times New Roman" panose="02020603050405020304" pitchFamily="18" charset="0"/>
                </a:rPr>
                <a:t>说话 </a:t>
              </a:r>
              <a:endParaRPr lang="zh-CN" altLang="en-US" sz="1500" b="1">
                <a:latin typeface="Times New Roman" panose="02020603050405020304" pitchFamily="18" charset="0"/>
              </a:endParaRPr>
            </a:p>
            <a:p>
              <a:pPr algn="l" eaLnBrk="1" hangingPunct="1">
                <a:lnSpc>
                  <a:spcPct val="80000"/>
                </a:lnSpc>
                <a:buFont typeface="Wingdings" panose="05000000000000000000" pitchFamily="2" charset="2"/>
                <a:buNone/>
              </a:pPr>
              <a:r>
                <a:rPr lang="zh-CN" altLang="en-US" sz="1500" b="1">
                  <a:latin typeface="Times New Roman" panose="02020603050405020304" pitchFamily="18" charset="0"/>
                </a:rPr>
                <a:t>音乐</a:t>
              </a:r>
              <a:endParaRPr lang="zh-CN" altLang="en-US" sz="1500" b="1">
                <a:latin typeface="Times New Roman" panose="02020603050405020304" pitchFamily="18" charset="0"/>
              </a:endParaRPr>
            </a:p>
            <a:p>
              <a:pPr algn="l" eaLnBrk="1" hangingPunct="1">
                <a:lnSpc>
                  <a:spcPct val="80000"/>
                </a:lnSpc>
                <a:buFont typeface="Wingdings" panose="05000000000000000000" pitchFamily="2" charset="2"/>
                <a:buNone/>
              </a:pPr>
              <a:r>
                <a:rPr lang="en-US" altLang="zh-CN" sz="1500" b="1">
                  <a:latin typeface="Times New Roman" panose="02020603050405020304" pitchFamily="18" charset="0"/>
                </a:rPr>
                <a:t>……</a:t>
              </a:r>
              <a:endParaRPr lang="en-US" altLang="zh-CN" sz="1500" b="1">
                <a:latin typeface="Times New Roman" panose="02020603050405020304" pitchFamily="18" charset="0"/>
              </a:endParaRPr>
            </a:p>
          </p:txBody>
        </p:sp>
      </p:grpSp>
      <p:sp>
        <p:nvSpPr>
          <p:cNvPr id="10" name="矩形 9"/>
          <p:cNvSpPr/>
          <p:nvPr/>
        </p:nvSpPr>
        <p:spPr>
          <a:xfrm>
            <a:off x="2081312" y="1316370"/>
            <a:ext cx="3562207" cy="1107996"/>
          </a:xfrm>
          <a:prstGeom prst="rect">
            <a:avLst/>
          </a:prstGeom>
          <a:noFill/>
        </p:spPr>
        <p:txBody>
          <a:bodyPr wrap="square" lIns="91440" tIns="45720" rIns="91440" bIns="45720">
            <a:spAutoFit/>
          </a:bodyPr>
          <a:lstStyle/>
          <a:p>
            <a:pPr algn="ctr"/>
            <a:r>
              <a:rPr lang="zh-CN" altLang="en-US" sz="6600" b="1" dirty="0" smtClean="0">
                <a:ln w="6600">
                  <a:solidFill>
                    <a:schemeClr val="accent2"/>
                  </a:solidFill>
                  <a:prstDash val="solid"/>
                </a:ln>
                <a:solidFill>
                  <a:srgbClr val="FFFFFF"/>
                </a:solidFill>
                <a:effectLst>
                  <a:outerShdw dist="38100" dir="2700000" algn="tl" rotWithShape="0">
                    <a:schemeClr val="accent2"/>
                  </a:outerShdw>
                </a:effectLst>
                <a:latin typeface="华文琥珀" panose="02010800040101010101" pitchFamily="2" charset="-122"/>
                <a:ea typeface="华文琥珀" panose="02010800040101010101" pitchFamily="2" charset="-122"/>
              </a:rPr>
              <a:t>数据</a:t>
            </a:r>
            <a:endParaRPr lang="zh-CN" altLang="en-US" sz="6600" b="1" cap="none" spc="0" dirty="0">
              <a:ln w="6600">
                <a:solidFill>
                  <a:schemeClr val="accent2"/>
                </a:solidFill>
                <a:prstDash val="solid"/>
              </a:ln>
              <a:solidFill>
                <a:srgbClr val="FFFFFF"/>
              </a:solidFill>
              <a:effectLst>
                <a:outerShdw dist="38100" dir="2700000" algn="tl" rotWithShape="0">
                  <a:schemeClr val="accent2"/>
                </a:outerShdw>
              </a:effectLst>
              <a:latin typeface="华文琥珀" panose="02010800040101010101" pitchFamily="2" charset="-122"/>
              <a:ea typeface="华文琥珀" panose="02010800040101010101" pitchFamily="2" charset="-122"/>
            </a:endParaRPr>
          </a:p>
        </p:txBody>
      </p:sp>
      <p:sp>
        <p:nvSpPr>
          <p:cNvPr id="11" name="矩形 10"/>
          <p:cNvSpPr/>
          <p:nvPr/>
        </p:nvSpPr>
        <p:spPr>
          <a:xfrm>
            <a:off x="2335020" y="3919706"/>
            <a:ext cx="3278907" cy="1200329"/>
          </a:xfrm>
          <a:prstGeom prst="rect">
            <a:avLst/>
          </a:prstGeom>
          <a:noFill/>
        </p:spPr>
        <p:txBody>
          <a:bodyPr wrap="square" lIns="91440" tIns="45720" rIns="91440" bIns="45720">
            <a:spAutoFit/>
          </a:bodyPr>
          <a:lstStyle/>
          <a:p>
            <a:pPr algn="ctr"/>
            <a:r>
              <a:rPr lang="zh-CN" altLang="en-US" sz="7200" b="1" dirty="0" smtClean="0">
                <a:ln w="6600">
                  <a:solidFill>
                    <a:schemeClr val="accent2"/>
                  </a:solidFill>
                  <a:prstDash val="solid"/>
                </a:ln>
                <a:solidFill>
                  <a:srgbClr val="FFFFFF"/>
                </a:solidFill>
                <a:effectLst>
                  <a:outerShdw dist="38100" dir="2700000" algn="tl" rotWithShape="0">
                    <a:schemeClr val="accent2"/>
                  </a:outerShdw>
                </a:effectLst>
                <a:latin typeface="华文琥珀" panose="02010800040101010101" pitchFamily="2" charset="-122"/>
                <a:ea typeface="华文琥珀" panose="02010800040101010101" pitchFamily="2" charset="-122"/>
              </a:rPr>
              <a:t>算法</a:t>
            </a:r>
            <a:endParaRPr lang="zh-CN" altLang="en-US" sz="7200" b="1" cap="none" spc="0" dirty="0">
              <a:ln w="6600">
                <a:solidFill>
                  <a:schemeClr val="accent2"/>
                </a:solidFill>
                <a:prstDash val="solid"/>
              </a:ln>
              <a:solidFill>
                <a:srgbClr val="FFFFFF"/>
              </a:solidFill>
              <a:effectLst>
                <a:outerShdw dist="38100" dir="2700000" algn="tl" rotWithShape="0">
                  <a:schemeClr val="accent2"/>
                </a:outerShdw>
              </a:effectLst>
              <a:latin typeface="华文琥珀" panose="02010800040101010101" pitchFamily="2" charset="-122"/>
              <a:ea typeface="华文琥珀" panose="02010800040101010101" pitchFamily="2" charset="-122"/>
            </a:endParaRPr>
          </a:p>
        </p:txBody>
      </p:sp>
      <p:sp>
        <p:nvSpPr>
          <p:cNvPr id="12" name="矩形 11"/>
          <p:cNvSpPr/>
          <p:nvPr/>
        </p:nvSpPr>
        <p:spPr>
          <a:xfrm>
            <a:off x="-180528" y="5067469"/>
            <a:ext cx="9036496" cy="1323439"/>
          </a:xfrm>
          <a:prstGeom prst="rect">
            <a:avLst/>
          </a:prstGeom>
          <a:noFill/>
        </p:spPr>
        <p:txBody>
          <a:bodyPr wrap="square" lIns="91440" tIns="45720" rIns="91440" bIns="45720">
            <a:spAutoFit/>
          </a:bodyPr>
          <a:lstStyle/>
          <a:p>
            <a:pPr algn="ctr"/>
            <a:r>
              <a:rPr lang="zh-CN" altLang="en-US" sz="7200" b="1" dirty="0" smtClean="0">
                <a:ln w="6600">
                  <a:solidFill>
                    <a:schemeClr val="accent2"/>
                  </a:solidFill>
                  <a:prstDash val="solid"/>
                </a:ln>
                <a:solidFill>
                  <a:srgbClr val="FFFFFF"/>
                </a:solidFill>
                <a:effectLst>
                  <a:outerShdw dist="38100" dir="2700000" algn="tl" rotWithShape="0">
                    <a:schemeClr val="accent2"/>
                  </a:outerShdw>
                </a:effectLst>
                <a:latin typeface="华文琥珀" panose="02010800040101010101" pitchFamily="2" charset="-122"/>
                <a:ea typeface="华文琥珀" panose="02010800040101010101" pitchFamily="2" charset="-122"/>
              </a:rPr>
              <a:t>数据</a:t>
            </a:r>
            <a:r>
              <a:rPr lang="en-US" altLang="zh-CN" sz="7200" b="1" dirty="0" smtClean="0">
                <a:ln w="6600">
                  <a:solidFill>
                    <a:schemeClr val="accent2"/>
                  </a:solidFill>
                  <a:prstDash val="solid"/>
                </a:ln>
                <a:solidFill>
                  <a:srgbClr val="FFFFFF"/>
                </a:solidFill>
                <a:effectLst>
                  <a:outerShdw dist="38100" dir="2700000" algn="tl" rotWithShape="0">
                    <a:schemeClr val="accent2"/>
                  </a:outerShdw>
                </a:effectLst>
                <a:latin typeface="华文琥珀" panose="02010800040101010101" pitchFamily="2" charset="-122"/>
                <a:ea typeface="华文琥珀" panose="02010800040101010101" pitchFamily="2" charset="-122"/>
              </a:rPr>
              <a:t>+</a:t>
            </a:r>
            <a:r>
              <a:rPr lang="zh-CN" altLang="en-US" sz="7200" b="1" dirty="0" smtClean="0">
                <a:ln w="6600">
                  <a:solidFill>
                    <a:schemeClr val="accent2"/>
                  </a:solidFill>
                  <a:prstDash val="solid"/>
                </a:ln>
                <a:solidFill>
                  <a:srgbClr val="FFFFFF"/>
                </a:solidFill>
                <a:effectLst>
                  <a:outerShdw dist="38100" dir="2700000" algn="tl" rotWithShape="0">
                    <a:schemeClr val="accent2"/>
                  </a:outerShdw>
                </a:effectLst>
                <a:latin typeface="华文琥珀" panose="02010800040101010101" pitchFamily="2" charset="-122"/>
                <a:ea typeface="华文琥珀" panose="02010800040101010101" pitchFamily="2" charset="-122"/>
              </a:rPr>
              <a:t>算法：</a:t>
            </a:r>
            <a:r>
              <a:rPr lang="zh-CN" altLang="en-US" sz="8000" b="1" dirty="0" smtClean="0">
                <a:ln w="6600">
                  <a:solidFill>
                    <a:schemeClr val="accent2"/>
                  </a:solidFill>
                  <a:prstDash val="solid"/>
                </a:ln>
                <a:solidFill>
                  <a:srgbClr val="FFFFFF"/>
                </a:solidFill>
                <a:effectLst>
                  <a:outerShdw dist="38100" dir="2700000" algn="tl" rotWithShape="0">
                    <a:schemeClr val="accent2"/>
                  </a:outerShdw>
                </a:effectLst>
                <a:latin typeface="+mj-ea"/>
                <a:ea typeface="+mj-ea"/>
              </a:rPr>
              <a:t>封装</a:t>
            </a:r>
            <a:endParaRPr lang="zh-CN" altLang="en-US" sz="8000" b="1" cap="none" spc="0" dirty="0">
              <a:ln w="6600">
                <a:solidFill>
                  <a:schemeClr val="accent2"/>
                </a:solidFill>
                <a:prstDash val="solid"/>
              </a:ln>
              <a:solidFill>
                <a:srgbClr val="FFFFFF"/>
              </a:solidFill>
              <a:effectLst>
                <a:outerShdw dist="38100" dir="2700000" algn="tl" rotWithShape="0">
                  <a:schemeClr val="accent2"/>
                </a:outerShdw>
              </a:effectLst>
              <a:latin typeface="+mj-ea"/>
              <a:ea typeface="+mj-ea"/>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body" idx="1"/>
          </p:nvPr>
        </p:nvSpPr>
        <p:spPr bwMode="auto">
          <a:xfrm>
            <a:off x="2251770" y="835019"/>
            <a:ext cx="6623992" cy="468221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noAutofit/>
          </a:bodyPr>
          <a:lstStyle/>
          <a:p>
            <a:pPr>
              <a:lnSpc>
                <a:spcPct val="150000"/>
              </a:lnSpc>
              <a:spcBef>
                <a:spcPts val="0"/>
              </a:spcBef>
              <a:buClr>
                <a:schemeClr val="tx1"/>
              </a:buClr>
              <a:buFont typeface="Monotype Sorts" pitchFamily="2" charset="2"/>
              <a:buChar char="&amp;"/>
            </a:pPr>
            <a:r>
              <a:rPr lang="zh-CN" altLang="en-US" b="1" dirty="0">
                <a:ea typeface="华文中宋" panose="02010600040101010101" pitchFamily="2" charset="-122"/>
              </a:rPr>
              <a:t> </a:t>
            </a:r>
            <a:r>
              <a:rPr lang="en-US" altLang="zh-CN" b="1" dirty="0" smtClean="0">
                <a:ea typeface="华文中宋" panose="02010600040101010101" pitchFamily="2" charset="-122"/>
              </a:rPr>
              <a:t> C++</a:t>
            </a:r>
            <a:r>
              <a:rPr lang="zh-CN" altLang="en-US" b="1" dirty="0" smtClean="0">
                <a:ea typeface="华文中宋" panose="02010600040101010101" pitchFamily="2" charset="-122"/>
              </a:rPr>
              <a:t>语言概述</a:t>
            </a:r>
            <a:endParaRPr lang="en-US" altLang="zh-CN" b="1" dirty="0" smtClean="0">
              <a:ea typeface="华文中宋" panose="02010600040101010101" pitchFamily="2" charset="-122"/>
            </a:endParaRPr>
          </a:p>
          <a:p>
            <a:pPr>
              <a:lnSpc>
                <a:spcPct val="150000"/>
              </a:lnSpc>
              <a:spcBef>
                <a:spcPts val="0"/>
              </a:spcBef>
              <a:buClr>
                <a:schemeClr val="tx1"/>
              </a:buClr>
              <a:buFont typeface="Monotype Sorts" pitchFamily="2" charset="2"/>
              <a:buChar char="&amp;"/>
            </a:pPr>
            <a:r>
              <a:rPr lang="en-US" altLang="zh-CN" b="1" dirty="0" smtClean="0">
                <a:ea typeface="华文中宋" panose="02010600040101010101" pitchFamily="2" charset="-122"/>
              </a:rPr>
              <a:t> </a:t>
            </a:r>
            <a:r>
              <a:rPr lang="zh-CN" altLang="en-US" b="1" dirty="0">
                <a:ea typeface="华文中宋" panose="02010600040101010101" pitchFamily="2" charset="-122"/>
              </a:rPr>
              <a:t>基本数据类型和</a:t>
            </a:r>
            <a:r>
              <a:rPr lang="zh-CN" altLang="en-US" b="1" dirty="0" smtClean="0">
                <a:ea typeface="华文中宋" panose="02010600040101010101" pitchFamily="2" charset="-122"/>
              </a:rPr>
              <a:t>表达式</a:t>
            </a:r>
            <a:endParaRPr lang="en-US" altLang="zh-CN" b="1" dirty="0" smtClean="0">
              <a:solidFill>
                <a:srgbClr val="FFFF00"/>
              </a:solidFill>
              <a:ea typeface="华文中宋" panose="02010600040101010101" pitchFamily="2" charset="-122"/>
            </a:endParaRPr>
          </a:p>
          <a:p>
            <a:pPr>
              <a:lnSpc>
                <a:spcPct val="150000"/>
              </a:lnSpc>
              <a:spcBef>
                <a:spcPts val="0"/>
              </a:spcBef>
              <a:buClr>
                <a:schemeClr val="tx1"/>
              </a:buClr>
              <a:buFont typeface="Monotype Sorts" pitchFamily="2" charset="2"/>
              <a:buChar char="&amp;"/>
            </a:pPr>
            <a:r>
              <a:rPr lang="en-US" altLang="zh-CN" b="1" dirty="0" smtClean="0">
                <a:ea typeface="华文中宋" panose="02010600040101010101" pitchFamily="2" charset="-122"/>
              </a:rPr>
              <a:t> </a:t>
            </a:r>
            <a:r>
              <a:rPr lang="zh-CN" altLang="en-US" b="1" dirty="0">
                <a:ea typeface="华文中宋" panose="02010600040101010101" pitchFamily="2" charset="-122"/>
              </a:rPr>
              <a:t>数据的输入与</a:t>
            </a:r>
            <a:r>
              <a:rPr lang="zh-CN" altLang="en-US" b="1" dirty="0" smtClean="0">
                <a:ea typeface="华文中宋" panose="02010600040101010101" pitchFamily="2" charset="-122"/>
              </a:rPr>
              <a:t>输出</a:t>
            </a:r>
            <a:endParaRPr lang="en-US" altLang="zh-CN" b="1" dirty="0" smtClean="0">
              <a:ea typeface="华文中宋" panose="02010600040101010101" pitchFamily="2" charset="-122"/>
            </a:endParaRPr>
          </a:p>
          <a:p>
            <a:pPr>
              <a:lnSpc>
                <a:spcPct val="150000"/>
              </a:lnSpc>
              <a:spcBef>
                <a:spcPts val="0"/>
              </a:spcBef>
              <a:buClr>
                <a:schemeClr val="tx1"/>
              </a:buClr>
              <a:buFont typeface="Monotype Sorts" pitchFamily="2" charset="2"/>
              <a:buChar char="&amp;"/>
            </a:pPr>
            <a:r>
              <a:rPr lang="en-US" altLang="zh-CN" b="1" dirty="0" smtClean="0">
                <a:ea typeface="华文中宋" panose="02010600040101010101" pitchFamily="2" charset="-122"/>
              </a:rPr>
              <a:t> </a:t>
            </a:r>
            <a:r>
              <a:rPr lang="zh-CN" altLang="en-US" b="1" dirty="0">
                <a:ea typeface="华文中宋" panose="02010600040101010101" pitchFamily="2" charset="-122"/>
              </a:rPr>
              <a:t>算法的基本</a:t>
            </a:r>
            <a:r>
              <a:rPr lang="zh-CN" altLang="en-US" b="1" dirty="0" smtClean="0">
                <a:ea typeface="华文中宋" panose="02010600040101010101" pitchFamily="2" charset="-122"/>
              </a:rPr>
              <a:t>控制结构</a:t>
            </a:r>
            <a:endParaRPr lang="en-US" altLang="zh-CN" sz="2400" b="1" dirty="0">
              <a:solidFill>
                <a:srgbClr val="FFFF00"/>
              </a:solidFill>
              <a:ea typeface="华文中宋" panose="02010600040101010101" pitchFamily="2" charset="-122"/>
            </a:endParaRPr>
          </a:p>
          <a:p>
            <a:pPr>
              <a:lnSpc>
                <a:spcPct val="150000"/>
              </a:lnSpc>
              <a:spcBef>
                <a:spcPts val="0"/>
              </a:spcBef>
              <a:buClr>
                <a:schemeClr val="tx1"/>
              </a:buClr>
              <a:buFont typeface="Monotype Sorts" pitchFamily="2" charset="2"/>
              <a:buChar char="&amp;"/>
            </a:pPr>
            <a:r>
              <a:rPr lang="zh-CN" altLang="en-US" b="1" dirty="0" smtClean="0">
                <a:ea typeface="华文中宋" panose="02010600040101010101" pitchFamily="2" charset="-122"/>
              </a:rPr>
              <a:t> 类型别名与类型推断</a:t>
            </a:r>
            <a:endParaRPr lang="en-US" altLang="zh-CN" b="1" dirty="0" smtClean="0">
              <a:ea typeface="华文中宋" panose="02010600040101010101" pitchFamily="2" charset="-122"/>
            </a:endParaRPr>
          </a:p>
          <a:p>
            <a:pPr>
              <a:lnSpc>
                <a:spcPct val="150000"/>
              </a:lnSpc>
              <a:spcBef>
                <a:spcPts val="0"/>
              </a:spcBef>
              <a:buClr>
                <a:schemeClr val="tx1"/>
              </a:buClr>
              <a:buFont typeface="Monotype Sorts" pitchFamily="2" charset="2"/>
              <a:buChar char="&amp;"/>
            </a:pPr>
            <a:r>
              <a:rPr lang="en-US" altLang="zh-CN" b="1" dirty="0" smtClean="0">
                <a:ea typeface="华文中宋" panose="02010600040101010101" pitchFamily="2" charset="-122"/>
              </a:rPr>
              <a:t> </a:t>
            </a:r>
            <a:r>
              <a:rPr lang="zh-CN" altLang="en-US" b="1" dirty="0">
                <a:ea typeface="华文中宋" panose="02010600040101010101" pitchFamily="2" charset="-122"/>
              </a:rPr>
              <a:t>深度探索</a:t>
            </a:r>
            <a:endParaRPr lang="en-US" altLang="zh-CN" b="1" dirty="0">
              <a:ea typeface="华文中宋" panose="02010600040101010101" pitchFamily="2" charset="-122"/>
            </a:endParaRPr>
          </a:p>
        </p:txBody>
      </p:sp>
      <p:sp>
        <p:nvSpPr>
          <p:cNvPr id="687107" name="WordArt 3"/>
          <p:cNvSpPr>
            <a:spLocks noChangeArrowheads="1" noChangeShapeType="1" noTextEdit="1"/>
          </p:cNvSpPr>
          <p:nvPr/>
        </p:nvSpPr>
        <p:spPr bwMode="auto">
          <a:xfrm rot="5373304">
            <a:off x="-1257300" y="2857500"/>
            <a:ext cx="4876800" cy="838200"/>
          </a:xfrm>
          <a:prstGeom prst="rect">
            <a:avLst/>
          </a:prstGeom>
          <a:extLst>
            <a:ext uri="{AF507438-7753-43E0-B8FC-AC1667EBCBE1}">
              <a14:hiddenEffects xmlns:a14="http://schemas.microsoft.com/office/drawing/2010/main">
                <a:effectLst/>
              </a14:hiddenEffects>
            </a:ext>
          </a:extLst>
        </p:spPr>
        <p:txBody>
          <a:bodyPr vert="eaVert" wrap="none" fromWordArt="1">
            <a:prstTxWarp prst="textPlain">
              <a:avLst>
                <a:gd name="adj" fmla="val 50000"/>
              </a:avLst>
            </a:prstTxWarp>
            <a:scene3d>
              <a:camera prst="legacyPerspectiveFront">
                <a:rot lat="20639999" lon="20699999" rev="0"/>
              </a:camera>
              <a:lightRig rig="legacyFlat4" dir="b"/>
            </a:scene3d>
            <a:sp3d extrusionH="201600" prstMaterial="legacyPlastic">
              <a:extrusionClr>
                <a:srgbClr val="FF9966"/>
              </a:extrusionClr>
              <a:contourClr>
                <a:schemeClr val="tx1"/>
              </a:contourClr>
            </a:sp3d>
          </a:bodyPr>
          <a:lstStyle/>
          <a:p>
            <a:pPr fontAlgn="auto"/>
            <a:r>
              <a:rPr lang="zh-CN" altLang="en-US" sz="3600" kern="10" spc="1800" dirty="0">
                <a:ln w="9525">
                  <a:round/>
                </a:ln>
                <a:latin typeface="隶书" panose="02010509060101010101" pitchFamily="49" charset="-122"/>
                <a:ea typeface="隶书" panose="02010509060101010101" pitchFamily="49" charset="-122"/>
              </a:rPr>
              <a:t>本讲提纲</a:t>
            </a:r>
            <a:endParaRPr lang="zh-CN" altLang="en-US" sz="3600" kern="10" spc="1800" dirty="0">
              <a:ln w="9525">
                <a:round/>
              </a:ln>
              <a:latin typeface="隶书" panose="02010509060101010101" pitchFamily="49" charset="-122"/>
              <a:ea typeface="隶书" panose="02010509060101010101" pitchFamily="49" charset="-122"/>
            </a:endParaRPr>
          </a:p>
        </p:txBody>
      </p:sp>
      <p:pic>
        <p:nvPicPr>
          <p:cNvPr id="687109" name="Picture 5" descr="BS00975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596336" y="270662"/>
            <a:ext cx="1295400" cy="11287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bwMode="auto">
          <a:xfrm>
            <a:off x="-135315" y="1648418"/>
            <a:ext cx="8712968"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a:pPr>
            <a:r>
              <a:rPr lang="en-US" altLang="zh-CN" sz="5800" b="1" dirty="0" smtClean="0">
                <a:ea typeface="华文彩云" panose="02010800040101010101" pitchFamily="2" charset="-122"/>
              </a:rPr>
              <a:t>C++</a:t>
            </a:r>
            <a:r>
              <a:rPr lang="zh-CN" altLang="en-US" sz="5800" b="1" dirty="0" smtClean="0">
                <a:ea typeface="华文彩云" panose="02010800040101010101" pitchFamily="2" charset="-122"/>
              </a:rPr>
              <a:t>语言概述</a:t>
            </a:r>
            <a:endParaRPr lang="zh-CN" altLang="en-US" sz="5800" dirty="0"/>
          </a:p>
        </p:txBody>
      </p:sp>
      <p:grpSp>
        <p:nvGrpSpPr>
          <p:cNvPr id="642052" name="Group 4"/>
          <p:cNvGrpSpPr/>
          <p:nvPr/>
        </p:nvGrpSpPr>
        <p:grpSpPr bwMode="auto">
          <a:xfrm>
            <a:off x="5181600" y="4800600"/>
            <a:ext cx="2438400" cy="1219200"/>
            <a:chOff x="2358" y="2934"/>
            <a:chExt cx="450" cy="283"/>
          </a:xfrm>
        </p:grpSpPr>
        <p:grpSp>
          <p:nvGrpSpPr>
            <p:cNvPr id="642053" name="Group 5"/>
            <p:cNvGrpSpPr/>
            <p:nvPr/>
          </p:nvGrpSpPr>
          <p:grpSpPr bwMode="auto">
            <a:xfrm>
              <a:off x="2401" y="2996"/>
              <a:ext cx="407" cy="221"/>
              <a:chOff x="2401" y="2996"/>
              <a:chExt cx="407" cy="221"/>
            </a:xfrm>
          </p:grpSpPr>
          <p:grpSp>
            <p:nvGrpSpPr>
              <p:cNvPr id="642054" name="Group 6"/>
              <p:cNvGrpSpPr/>
              <p:nvPr/>
            </p:nvGrpSpPr>
            <p:grpSpPr bwMode="auto">
              <a:xfrm>
                <a:off x="2733" y="3096"/>
                <a:ext cx="75" cy="121"/>
                <a:chOff x="2733" y="3096"/>
                <a:chExt cx="75" cy="121"/>
              </a:xfrm>
            </p:grpSpPr>
            <p:sp>
              <p:nvSpPr>
                <p:cNvPr id="642055" name="Freeform 7"/>
                <p:cNvSpPr/>
                <p:nvPr/>
              </p:nvSpPr>
              <p:spPr bwMode="auto">
                <a:xfrm>
                  <a:off x="2733" y="3096"/>
                  <a:ext cx="75" cy="121"/>
                </a:xfrm>
                <a:custGeom>
                  <a:avLst/>
                  <a:gdLst>
                    <a:gd name="T0" fmla="*/ 531 w 531"/>
                    <a:gd name="T1" fmla="*/ 54 h 967"/>
                    <a:gd name="T2" fmla="*/ 531 w 531"/>
                    <a:gd name="T3" fmla="*/ 967 h 967"/>
                    <a:gd name="T4" fmla="*/ 154 w 531"/>
                    <a:gd name="T5" fmla="*/ 967 h 967"/>
                    <a:gd name="T6" fmla="*/ 0 w 531"/>
                    <a:gd name="T7" fmla="*/ 330 h 967"/>
                    <a:gd name="T8" fmla="*/ 120 w 531"/>
                    <a:gd name="T9" fmla="*/ 0 h 967"/>
                    <a:gd name="T10" fmla="*/ 531 w 531"/>
                    <a:gd name="T11" fmla="*/ 54 h 967"/>
                  </a:gdLst>
                  <a:ahLst/>
                  <a:cxnLst>
                    <a:cxn ang="0">
                      <a:pos x="T0" y="T1"/>
                    </a:cxn>
                    <a:cxn ang="0">
                      <a:pos x="T2" y="T3"/>
                    </a:cxn>
                    <a:cxn ang="0">
                      <a:pos x="T4" y="T5"/>
                    </a:cxn>
                    <a:cxn ang="0">
                      <a:pos x="T6" y="T7"/>
                    </a:cxn>
                    <a:cxn ang="0">
                      <a:pos x="T8" y="T9"/>
                    </a:cxn>
                    <a:cxn ang="0">
                      <a:pos x="T10" y="T11"/>
                    </a:cxn>
                  </a:cxnLst>
                  <a:rect l="0" t="0" r="r" b="b"/>
                  <a:pathLst>
                    <a:path w="531" h="967">
                      <a:moveTo>
                        <a:pt x="531" y="54"/>
                      </a:moveTo>
                      <a:lnTo>
                        <a:pt x="531" y="967"/>
                      </a:lnTo>
                      <a:lnTo>
                        <a:pt x="154" y="967"/>
                      </a:lnTo>
                      <a:lnTo>
                        <a:pt x="0" y="330"/>
                      </a:lnTo>
                      <a:lnTo>
                        <a:pt x="120" y="0"/>
                      </a:lnTo>
                      <a:lnTo>
                        <a:pt x="531" y="54"/>
                      </a:lnTo>
                      <a:close/>
                    </a:path>
                  </a:pathLst>
                </a:custGeom>
                <a:solidFill>
                  <a:srgbClr val="A04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6" name="Freeform 8"/>
                <p:cNvSpPr/>
                <p:nvPr/>
              </p:nvSpPr>
              <p:spPr bwMode="auto">
                <a:xfrm>
                  <a:off x="2739" y="3106"/>
                  <a:ext cx="36" cy="111"/>
                </a:xfrm>
                <a:custGeom>
                  <a:avLst/>
                  <a:gdLst>
                    <a:gd name="T0" fmla="*/ 55 w 253"/>
                    <a:gd name="T1" fmla="*/ 142 h 889"/>
                    <a:gd name="T2" fmla="*/ 121 w 253"/>
                    <a:gd name="T3" fmla="*/ 209 h 889"/>
                    <a:gd name="T4" fmla="*/ 146 w 253"/>
                    <a:gd name="T5" fmla="*/ 232 h 889"/>
                    <a:gd name="T6" fmla="*/ 181 w 253"/>
                    <a:gd name="T7" fmla="*/ 0 h 889"/>
                    <a:gd name="T8" fmla="*/ 175 w 253"/>
                    <a:gd name="T9" fmla="*/ 256 h 889"/>
                    <a:gd name="T10" fmla="*/ 242 w 253"/>
                    <a:gd name="T11" fmla="*/ 360 h 889"/>
                    <a:gd name="T12" fmla="*/ 235 w 253"/>
                    <a:gd name="T13" fmla="*/ 683 h 889"/>
                    <a:gd name="T14" fmla="*/ 253 w 253"/>
                    <a:gd name="T15" fmla="*/ 889 h 889"/>
                    <a:gd name="T16" fmla="*/ 36 w 253"/>
                    <a:gd name="T17" fmla="*/ 889 h 889"/>
                    <a:gd name="T18" fmla="*/ 0 w 253"/>
                    <a:gd name="T19" fmla="*/ 383 h 889"/>
                    <a:gd name="T20" fmla="*/ 55 w 253"/>
                    <a:gd name="T21" fmla="*/ 142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3" h="889">
                      <a:moveTo>
                        <a:pt x="55" y="142"/>
                      </a:moveTo>
                      <a:lnTo>
                        <a:pt x="121" y="209"/>
                      </a:lnTo>
                      <a:lnTo>
                        <a:pt x="146" y="232"/>
                      </a:lnTo>
                      <a:lnTo>
                        <a:pt x="181" y="0"/>
                      </a:lnTo>
                      <a:lnTo>
                        <a:pt x="175" y="256"/>
                      </a:lnTo>
                      <a:lnTo>
                        <a:pt x="242" y="360"/>
                      </a:lnTo>
                      <a:lnTo>
                        <a:pt x="235" y="683"/>
                      </a:lnTo>
                      <a:lnTo>
                        <a:pt x="253" y="889"/>
                      </a:lnTo>
                      <a:lnTo>
                        <a:pt x="36" y="889"/>
                      </a:lnTo>
                      <a:lnTo>
                        <a:pt x="0" y="383"/>
                      </a:lnTo>
                      <a:lnTo>
                        <a:pt x="55" y="142"/>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7" name="Freeform 9"/>
                <p:cNvSpPr/>
                <p:nvPr/>
              </p:nvSpPr>
              <p:spPr bwMode="auto">
                <a:xfrm>
                  <a:off x="2785" y="3107"/>
                  <a:ext cx="22" cy="110"/>
                </a:xfrm>
                <a:custGeom>
                  <a:avLst/>
                  <a:gdLst>
                    <a:gd name="T0" fmla="*/ 18 w 152"/>
                    <a:gd name="T1" fmla="*/ 0 h 883"/>
                    <a:gd name="T2" fmla="*/ 6 w 152"/>
                    <a:gd name="T3" fmla="*/ 179 h 883"/>
                    <a:gd name="T4" fmla="*/ 0 w 152"/>
                    <a:gd name="T5" fmla="*/ 287 h 883"/>
                    <a:gd name="T6" fmla="*/ 29 w 152"/>
                    <a:gd name="T7" fmla="*/ 305 h 883"/>
                    <a:gd name="T8" fmla="*/ 40 w 152"/>
                    <a:gd name="T9" fmla="*/ 546 h 883"/>
                    <a:gd name="T10" fmla="*/ 90 w 152"/>
                    <a:gd name="T11" fmla="*/ 768 h 883"/>
                    <a:gd name="T12" fmla="*/ 109 w 152"/>
                    <a:gd name="T13" fmla="*/ 883 h 883"/>
                    <a:gd name="T14" fmla="*/ 136 w 152"/>
                    <a:gd name="T15" fmla="*/ 883 h 883"/>
                    <a:gd name="T16" fmla="*/ 138 w 152"/>
                    <a:gd name="T17" fmla="*/ 762 h 883"/>
                    <a:gd name="T18" fmla="*/ 152 w 152"/>
                    <a:gd name="T19" fmla="*/ 647 h 883"/>
                    <a:gd name="T20" fmla="*/ 133 w 152"/>
                    <a:gd name="T21" fmla="*/ 510 h 883"/>
                    <a:gd name="T22" fmla="*/ 102 w 152"/>
                    <a:gd name="T23" fmla="*/ 445 h 883"/>
                    <a:gd name="T24" fmla="*/ 78 w 152"/>
                    <a:gd name="T25" fmla="*/ 402 h 883"/>
                    <a:gd name="T26" fmla="*/ 53 w 152"/>
                    <a:gd name="T27" fmla="*/ 239 h 883"/>
                    <a:gd name="T28" fmla="*/ 18 w 152"/>
                    <a:gd name="T29" fmla="*/ 0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2" h="883">
                      <a:moveTo>
                        <a:pt x="18" y="0"/>
                      </a:moveTo>
                      <a:lnTo>
                        <a:pt x="6" y="179"/>
                      </a:lnTo>
                      <a:lnTo>
                        <a:pt x="0" y="287"/>
                      </a:lnTo>
                      <a:lnTo>
                        <a:pt x="29" y="305"/>
                      </a:lnTo>
                      <a:lnTo>
                        <a:pt x="40" y="546"/>
                      </a:lnTo>
                      <a:lnTo>
                        <a:pt x="90" y="768"/>
                      </a:lnTo>
                      <a:lnTo>
                        <a:pt x="109" y="883"/>
                      </a:lnTo>
                      <a:lnTo>
                        <a:pt x="136" y="883"/>
                      </a:lnTo>
                      <a:lnTo>
                        <a:pt x="138" y="762"/>
                      </a:lnTo>
                      <a:lnTo>
                        <a:pt x="152" y="647"/>
                      </a:lnTo>
                      <a:lnTo>
                        <a:pt x="133" y="510"/>
                      </a:lnTo>
                      <a:lnTo>
                        <a:pt x="102" y="445"/>
                      </a:lnTo>
                      <a:lnTo>
                        <a:pt x="78" y="402"/>
                      </a:lnTo>
                      <a:lnTo>
                        <a:pt x="53" y="239"/>
                      </a:lnTo>
                      <a:lnTo>
                        <a:pt x="18" y="0"/>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8" name="Freeform 10"/>
                <p:cNvSpPr/>
                <p:nvPr/>
              </p:nvSpPr>
              <p:spPr bwMode="auto">
                <a:xfrm>
                  <a:off x="2791" y="3100"/>
                  <a:ext cx="13" cy="53"/>
                </a:xfrm>
                <a:custGeom>
                  <a:avLst/>
                  <a:gdLst>
                    <a:gd name="T0" fmla="*/ 0 w 90"/>
                    <a:gd name="T1" fmla="*/ 79 h 425"/>
                    <a:gd name="T2" fmla="*/ 90 w 90"/>
                    <a:gd name="T3" fmla="*/ 425 h 425"/>
                    <a:gd name="T4" fmla="*/ 13 w 90"/>
                    <a:gd name="T5" fmla="*/ 0 h 425"/>
                    <a:gd name="T6" fmla="*/ 0 w 90"/>
                    <a:gd name="T7" fmla="*/ 79 h 425"/>
                  </a:gdLst>
                  <a:ahLst/>
                  <a:cxnLst>
                    <a:cxn ang="0">
                      <a:pos x="T0" y="T1"/>
                    </a:cxn>
                    <a:cxn ang="0">
                      <a:pos x="T2" y="T3"/>
                    </a:cxn>
                    <a:cxn ang="0">
                      <a:pos x="T4" y="T5"/>
                    </a:cxn>
                    <a:cxn ang="0">
                      <a:pos x="T6" y="T7"/>
                    </a:cxn>
                  </a:cxnLst>
                  <a:rect l="0" t="0" r="r" b="b"/>
                  <a:pathLst>
                    <a:path w="90" h="425">
                      <a:moveTo>
                        <a:pt x="0" y="79"/>
                      </a:moveTo>
                      <a:lnTo>
                        <a:pt x="90" y="425"/>
                      </a:lnTo>
                      <a:lnTo>
                        <a:pt x="13" y="0"/>
                      </a:lnTo>
                      <a:lnTo>
                        <a:pt x="0" y="79"/>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9" name="Freeform 11"/>
                <p:cNvSpPr/>
                <p:nvPr/>
              </p:nvSpPr>
              <p:spPr bwMode="auto">
                <a:xfrm>
                  <a:off x="2775" y="3110"/>
                  <a:ext cx="20" cy="107"/>
                </a:xfrm>
                <a:custGeom>
                  <a:avLst/>
                  <a:gdLst>
                    <a:gd name="T0" fmla="*/ 18 w 140"/>
                    <a:gd name="T1" fmla="*/ 0 h 859"/>
                    <a:gd name="T2" fmla="*/ 31 w 140"/>
                    <a:gd name="T3" fmla="*/ 232 h 859"/>
                    <a:gd name="T4" fmla="*/ 42 w 140"/>
                    <a:gd name="T5" fmla="*/ 366 h 859"/>
                    <a:gd name="T6" fmla="*/ 74 w 140"/>
                    <a:gd name="T7" fmla="*/ 402 h 859"/>
                    <a:gd name="T8" fmla="*/ 87 w 140"/>
                    <a:gd name="T9" fmla="*/ 462 h 859"/>
                    <a:gd name="T10" fmla="*/ 140 w 140"/>
                    <a:gd name="T11" fmla="*/ 859 h 859"/>
                    <a:gd name="T12" fmla="*/ 37 w 140"/>
                    <a:gd name="T13" fmla="*/ 856 h 859"/>
                    <a:gd name="T14" fmla="*/ 0 w 140"/>
                    <a:gd name="T15" fmla="*/ 421 h 859"/>
                    <a:gd name="T16" fmla="*/ 6 w 140"/>
                    <a:gd name="T17" fmla="*/ 179 h 859"/>
                    <a:gd name="T18" fmla="*/ 18 w 140"/>
                    <a:gd name="T19" fmla="*/ 0 h 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0" h="859">
                      <a:moveTo>
                        <a:pt x="18" y="0"/>
                      </a:moveTo>
                      <a:lnTo>
                        <a:pt x="31" y="232"/>
                      </a:lnTo>
                      <a:lnTo>
                        <a:pt x="42" y="366"/>
                      </a:lnTo>
                      <a:lnTo>
                        <a:pt x="74" y="402"/>
                      </a:lnTo>
                      <a:lnTo>
                        <a:pt x="87" y="462"/>
                      </a:lnTo>
                      <a:lnTo>
                        <a:pt x="140" y="859"/>
                      </a:lnTo>
                      <a:lnTo>
                        <a:pt x="37" y="856"/>
                      </a:lnTo>
                      <a:lnTo>
                        <a:pt x="0" y="421"/>
                      </a:lnTo>
                      <a:lnTo>
                        <a:pt x="6" y="179"/>
                      </a:lnTo>
                      <a:lnTo>
                        <a:pt x="18" y="0"/>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0" name="Freeform 12"/>
                <p:cNvSpPr/>
                <p:nvPr/>
              </p:nvSpPr>
              <p:spPr bwMode="auto">
                <a:xfrm>
                  <a:off x="2794" y="3105"/>
                  <a:ext cx="13" cy="51"/>
                </a:xfrm>
                <a:custGeom>
                  <a:avLst/>
                  <a:gdLst>
                    <a:gd name="T0" fmla="*/ 0 w 90"/>
                    <a:gd name="T1" fmla="*/ 17 h 407"/>
                    <a:gd name="T2" fmla="*/ 45 w 90"/>
                    <a:gd name="T3" fmla="*/ 217 h 407"/>
                    <a:gd name="T4" fmla="*/ 90 w 90"/>
                    <a:gd name="T5" fmla="*/ 407 h 407"/>
                    <a:gd name="T6" fmla="*/ 70 w 90"/>
                    <a:gd name="T7" fmla="*/ 0 h 407"/>
                    <a:gd name="T8" fmla="*/ 0 w 90"/>
                    <a:gd name="T9" fmla="*/ 17 h 407"/>
                  </a:gdLst>
                  <a:ahLst/>
                  <a:cxnLst>
                    <a:cxn ang="0">
                      <a:pos x="T0" y="T1"/>
                    </a:cxn>
                    <a:cxn ang="0">
                      <a:pos x="T2" y="T3"/>
                    </a:cxn>
                    <a:cxn ang="0">
                      <a:pos x="T4" y="T5"/>
                    </a:cxn>
                    <a:cxn ang="0">
                      <a:pos x="T6" y="T7"/>
                    </a:cxn>
                    <a:cxn ang="0">
                      <a:pos x="T8" y="T9"/>
                    </a:cxn>
                  </a:cxnLst>
                  <a:rect l="0" t="0" r="r" b="b"/>
                  <a:pathLst>
                    <a:path w="90" h="407">
                      <a:moveTo>
                        <a:pt x="0" y="17"/>
                      </a:moveTo>
                      <a:lnTo>
                        <a:pt x="45" y="217"/>
                      </a:lnTo>
                      <a:lnTo>
                        <a:pt x="90" y="407"/>
                      </a:lnTo>
                      <a:lnTo>
                        <a:pt x="70" y="0"/>
                      </a:lnTo>
                      <a:lnTo>
                        <a:pt x="0" y="17"/>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1" name="Freeform 13"/>
                <p:cNvSpPr/>
                <p:nvPr/>
              </p:nvSpPr>
              <p:spPr bwMode="auto">
                <a:xfrm>
                  <a:off x="2796" y="3163"/>
                  <a:ext cx="9" cy="54"/>
                </a:xfrm>
                <a:custGeom>
                  <a:avLst/>
                  <a:gdLst>
                    <a:gd name="T0" fmla="*/ 0 w 65"/>
                    <a:gd name="T1" fmla="*/ 0 h 431"/>
                    <a:gd name="T2" fmla="*/ 26 w 65"/>
                    <a:gd name="T3" fmla="*/ 187 h 431"/>
                    <a:gd name="T4" fmla="*/ 52 w 65"/>
                    <a:gd name="T5" fmla="*/ 393 h 431"/>
                    <a:gd name="T6" fmla="*/ 65 w 65"/>
                    <a:gd name="T7" fmla="*/ 431 h 431"/>
                    <a:gd name="T8" fmla="*/ 65 w 65"/>
                    <a:gd name="T9" fmla="*/ 296 h 431"/>
                    <a:gd name="T10" fmla="*/ 59 w 65"/>
                    <a:gd name="T11" fmla="*/ 175 h 431"/>
                    <a:gd name="T12" fmla="*/ 39 w 65"/>
                    <a:gd name="T13" fmla="*/ 91 h 431"/>
                    <a:gd name="T14" fmla="*/ 0 w 65"/>
                    <a:gd name="T15" fmla="*/ 0 h 4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5" h="431">
                      <a:moveTo>
                        <a:pt x="0" y="0"/>
                      </a:moveTo>
                      <a:lnTo>
                        <a:pt x="26" y="187"/>
                      </a:lnTo>
                      <a:lnTo>
                        <a:pt x="52" y="393"/>
                      </a:lnTo>
                      <a:lnTo>
                        <a:pt x="65" y="431"/>
                      </a:lnTo>
                      <a:lnTo>
                        <a:pt x="65" y="296"/>
                      </a:lnTo>
                      <a:lnTo>
                        <a:pt x="59" y="175"/>
                      </a:lnTo>
                      <a:lnTo>
                        <a:pt x="39" y="91"/>
                      </a:lnTo>
                      <a:lnTo>
                        <a:pt x="0"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2" name="Freeform 14"/>
                <p:cNvSpPr/>
                <p:nvPr/>
              </p:nvSpPr>
              <p:spPr bwMode="auto">
                <a:xfrm>
                  <a:off x="2773" y="3108"/>
                  <a:ext cx="6" cy="47"/>
                </a:xfrm>
                <a:custGeom>
                  <a:avLst/>
                  <a:gdLst>
                    <a:gd name="T0" fmla="*/ 42 w 42"/>
                    <a:gd name="T1" fmla="*/ 0 h 372"/>
                    <a:gd name="T2" fmla="*/ 28 w 42"/>
                    <a:gd name="T3" fmla="*/ 206 h 372"/>
                    <a:gd name="T4" fmla="*/ 28 w 42"/>
                    <a:gd name="T5" fmla="*/ 372 h 372"/>
                    <a:gd name="T6" fmla="*/ 0 w 42"/>
                    <a:gd name="T7" fmla="*/ 262 h 372"/>
                    <a:gd name="T8" fmla="*/ 42 w 42"/>
                    <a:gd name="T9" fmla="*/ 0 h 372"/>
                  </a:gdLst>
                  <a:ahLst/>
                  <a:cxnLst>
                    <a:cxn ang="0">
                      <a:pos x="T0" y="T1"/>
                    </a:cxn>
                    <a:cxn ang="0">
                      <a:pos x="T2" y="T3"/>
                    </a:cxn>
                    <a:cxn ang="0">
                      <a:pos x="T4" y="T5"/>
                    </a:cxn>
                    <a:cxn ang="0">
                      <a:pos x="T6" y="T7"/>
                    </a:cxn>
                    <a:cxn ang="0">
                      <a:pos x="T8" y="T9"/>
                    </a:cxn>
                  </a:cxnLst>
                  <a:rect l="0" t="0" r="r" b="b"/>
                  <a:pathLst>
                    <a:path w="42" h="372">
                      <a:moveTo>
                        <a:pt x="42" y="0"/>
                      </a:moveTo>
                      <a:lnTo>
                        <a:pt x="28" y="206"/>
                      </a:lnTo>
                      <a:lnTo>
                        <a:pt x="28" y="372"/>
                      </a:lnTo>
                      <a:lnTo>
                        <a:pt x="0" y="262"/>
                      </a:lnTo>
                      <a:lnTo>
                        <a:pt x="42"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3" name="Freeform 15"/>
                <p:cNvSpPr/>
                <p:nvPr/>
              </p:nvSpPr>
              <p:spPr bwMode="auto">
                <a:xfrm>
                  <a:off x="2774" y="3161"/>
                  <a:ext cx="11" cy="56"/>
                </a:xfrm>
                <a:custGeom>
                  <a:avLst/>
                  <a:gdLst>
                    <a:gd name="T0" fmla="*/ 13 w 78"/>
                    <a:gd name="T1" fmla="*/ 0 h 449"/>
                    <a:gd name="T2" fmla="*/ 32 w 78"/>
                    <a:gd name="T3" fmla="*/ 181 h 449"/>
                    <a:gd name="T4" fmla="*/ 46 w 78"/>
                    <a:gd name="T5" fmla="*/ 309 h 449"/>
                    <a:gd name="T6" fmla="*/ 78 w 78"/>
                    <a:gd name="T7" fmla="*/ 449 h 449"/>
                    <a:gd name="T8" fmla="*/ 39 w 78"/>
                    <a:gd name="T9" fmla="*/ 449 h 449"/>
                    <a:gd name="T10" fmla="*/ 7 w 78"/>
                    <a:gd name="T11" fmla="*/ 255 h 449"/>
                    <a:gd name="T12" fmla="*/ 0 w 78"/>
                    <a:gd name="T13" fmla="*/ 120 h 449"/>
                    <a:gd name="T14" fmla="*/ 13 w 78"/>
                    <a:gd name="T15" fmla="*/ 0 h 4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449">
                      <a:moveTo>
                        <a:pt x="13" y="0"/>
                      </a:moveTo>
                      <a:lnTo>
                        <a:pt x="32" y="181"/>
                      </a:lnTo>
                      <a:lnTo>
                        <a:pt x="46" y="309"/>
                      </a:lnTo>
                      <a:lnTo>
                        <a:pt x="78" y="449"/>
                      </a:lnTo>
                      <a:lnTo>
                        <a:pt x="39" y="449"/>
                      </a:lnTo>
                      <a:lnTo>
                        <a:pt x="7" y="255"/>
                      </a:lnTo>
                      <a:lnTo>
                        <a:pt x="0" y="120"/>
                      </a:lnTo>
                      <a:lnTo>
                        <a:pt x="13"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4" name="Freeform 16"/>
                <p:cNvSpPr/>
                <p:nvPr/>
              </p:nvSpPr>
              <p:spPr bwMode="auto">
                <a:xfrm>
                  <a:off x="2755" y="3172"/>
                  <a:ext cx="12" cy="45"/>
                </a:xfrm>
                <a:custGeom>
                  <a:avLst/>
                  <a:gdLst>
                    <a:gd name="T0" fmla="*/ 0 w 84"/>
                    <a:gd name="T1" fmla="*/ 0 h 359"/>
                    <a:gd name="T2" fmla="*/ 59 w 84"/>
                    <a:gd name="T3" fmla="*/ 221 h 359"/>
                    <a:gd name="T4" fmla="*/ 84 w 84"/>
                    <a:gd name="T5" fmla="*/ 359 h 359"/>
                    <a:gd name="T6" fmla="*/ 0 w 84"/>
                    <a:gd name="T7" fmla="*/ 0 h 359"/>
                  </a:gdLst>
                  <a:ahLst/>
                  <a:cxnLst>
                    <a:cxn ang="0">
                      <a:pos x="T0" y="T1"/>
                    </a:cxn>
                    <a:cxn ang="0">
                      <a:pos x="T2" y="T3"/>
                    </a:cxn>
                    <a:cxn ang="0">
                      <a:pos x="T4" y="T5"/>
                    </a:cxn>
                    <a:cxn ang="0">
                      <a:pos x="T6" y="T7"/>
                    </a:cxn>
                  </a:cxnLst>
                  <a:rect l="0" t="0" r="r" b="b"/>
                  <a:pathLst>
                    <a:path w="84" h="359">
                      <a:moveTo>
                        <a:pt x="0" y="0"/>
                      </a:moveTo>
                      <a:lnTo>
                        <a:pt x="59" y="221"/>
                      </a:lnTo>
                      <a:lnTo>
                        <a:pt x="84" y="359"/>
                      </a:lnTo>
                      <a:lnTo>
                        <a:pt x="0"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5" name="Freeform 17"/>
                <p:cNvSpPr/>
                <p:nvPr/>
              </p:nvSpPr>
              <p:spPr bwMode="auto">
                <a:xfrm>
                  <a:off x="2789" y="3113"/>
                  <a:ext cx="9" cy="49"/>
                </a:xfrm>
                <a:custGeom>
                  <a:avLst/>
                  <a:gdLst>
                    <a:gd name="T0" fmla="*/ 0 w 61"/>
                    <a:gd name="T1" fmla="*/ 0 h 390"/>
                    <a:gd name="T2" fmla="*/ 13 w 61"/>
                    <a:gd name="T3" fmla="*/ 163 h 390"/>
                    <a:gd name="T4" fmla="*/ 40 w 61"/>
                    <a:gd name="T5" fmla="*/ 292 h 390"/>
                    <a:gd name="T6" fmla="*/ 61 w 61"/>
                    <a:gd name="T7" fmla="*/ 390 h 390"/>
                    <a:gd name="T8" fmla="*/ 54 w 61"/>
                    <a:gd name="T9" fmla="*/ 219 h 390"/>
                    <a:gd name="T10" fmla="*/ 40 w 61"/>
                    <a:gd name="T11" fmla="*/ 127 h 390"/>
                    <a:gd name="T12" fmla="*/ 0 w 61"/>
                    <a:gd name="T13" fmla="*/ 0 h 390"/>
                  </a:gdLst>
                  <a:ahLst/>
                  <a:cxnLst>
                    <a:cxn ang="0">
                      <a:pos x="T0" y="T1"/>
                    </a:cxn>
                    <a:cxn ang="0">
                      <a:pos x="T2" y="T3"/>
                    </a:cxn>
                    <a:cxn ang="0">
                      <a:pos x="T4" y="T5"/>
                    </a:cxn>
                    <a:cxn ang="0">
                      <a:pos x="T6" y="T7"/>
                    </a:cxn>
                    <a:cxn ang="0">
                      <a:pos x="T8" y="T9"/>
                    </a:cxn>
                    <a:cxn ang="0">
                      <a:pos x="T10" y="T11"/>
                    </a:cxn>
                    <a:cxn ang="0">
                      <a:pos x="T12" y="T13"/>
                    </a:cxn>
                  </a:cxnLst>
                  <a:rect l="0" t="0" r="r" b="b"/>
                  <a:pathLst>
                    <a:path w="61" h="390">
                      <a:moveTo>
                        <a:pt x="0" y="0"/>
                      </a:moveTo>
                      <a:lnTo>
                        <a:pt x="13" y="163"/>
                      </a:lnTo>
                      <a:lnTo>
                        <a:pt x="40" y="292"/>
                      </a:lnTo>
                      <a:lnTo>
                        <a:pt x="61" y="390"/>
                      </a:lnTo>
                      <a:lnTo>
                        <a:pt x="54" y="219"/>
                      </a:lnTo>
                      <a:lnTo>
                        <a:pt x="40" y="127"/>
                      </a:lnTo>
                      <a:lnTo>
                        <a:pt x="0" y="0"/>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6" name="Freeform 18"/>
                <p:cNvSpPr/>
                <p:nvPr/>
              </p:nvSpPr>
              <p:spPr bwMode="auto">
                <a:xfrm>
                  <a:off x="2754" y="3108"/>
                  <a:ext cx="11" cy="56"/>
                </a:xfrm>
                <a:custGeom>
                  <a:avLst/>
                  <a:gdLst>
                    <a:gd name="T0" fmla="*/ 72 w 72"/>
                    <a:gd name="T1" fmla="*/ 0 h 449"/>
                    <a:gd name="T2" fmla="*/ 53 w 72"/>
                    <a:gd name="T3" fmla="*/ 133 h 449"/>
                    <a:gd name="T4" fmla="*/ 46 w 72"/>
                    <a:gd name="T5" fmla="*/ 247 h 449"/>
                    <a:gd name="T6" fmla="*/ 34 w 72"/>
                    <a:gd name="T7" fmla="*/ 371 h 449"/>
                    <a:gd name="T8" fmla="*/ 34 w 72"/>
                    <a:gd name="T9" fmla="*/ 449 h 449"/>
                    <a:gd name="T10" fmla="*/ 0 w 72"/>
                    <a:gd name="T11" fmla="*/ 279 h 449"/>
                    <a:gd name="T12" fmla="*/ 14 w 72"/>
                    <a:gd name="T13" fmla="*/ 151 h 449"/>
                    <a:gd name="T14" fmla="*/ 72 w 72"/>
                    <a:gd name="T15" fmla="*/ 0 h 4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449">
                      <a:moveTo>
                        <a:pt x="72" y="0"/>
                      </a:moveTo>
                      <a:lnTo>
                        <a:pt x="53" y="133"/>
                      </a:lnTo>
                      <a:lnTo>
                        <a:pt x="46" y="247"/>
                      </a:lnTo>
                      <a:lnTo>
                        <a:pt x="34" y="371"/>
                      </a:lnTo>
                      <a:lnTo>
                        <a:pt x="34" y="449"/>
                      </a:lnTo>
                      <a:lnTo>
                        <a:pt x="0" y="279"/>
                      </a:lnTo>
                      <a:lnTo>
                        <a:pt x="14" y="151"/>
                      </a:lnTo>
                      <a:lnTo>
                        <a:pt x="72" y="0"/>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67" name="Group 19"/>
              <p:cNvGrpSpPr/>
              <p:nvPr/>
            </p:nvGrpSpPr>
            <p:grpSpPr bwMode="auto">
              <a:xfrm>
                <a:off x="2401" y="2996"/>
                <a:ext cx="365" cy="221"/>
                <a:chOff x="2401" y="2996"/>
                <a:chExt cx="365" cy="221"/>
              </a:xfrm>
            </p:grpSpPr>
            <p:sp>
              <p:nvSpPr>
                <p:cNvPr id="642068" name="Freeform 20"/>
                <p:cNvSpPr/>
                <p:nvPr/>
              </p:nvSpPr>
              <p:spPr bwMode="auto">
                <a:xfrm>
                  <a:off x="2401" y="3053"/>
                  <a:ext cx="365" cy="164"/>
                </a:xfrm>
                <a:custGeom>
                  <a:avLst/>
                  <a:gdLst>
                    <a:gd name="T0" fmla="*/ 0 w 2559"/>
                    <a:gd name="T1" fmla="*/ 1310 h 1310"/>
                    <a:gd name="T2" fmla="*/ 1081 w 2559"/>
                    <a:gd name="T3" fmla="*/ 0 h 1310"/>
                    <a:gd name="T4" fmla="*/ 2308 w 2559"/>
                    <a:gd name="T5" fmla="*/ 0 h 1310"/>
                    <a:gd name="T6" fmla="*/ 2559 w 2559"/>
                    <a:gd name="T7" fmla="*/ 1310 h 1310"/>
                    <a:gd name="T8" fmla="*/ 0 w 2559"/>
                    <a:gd name="T9" fmla="*/ 1310 h 1310"/>
                  </a:gdLst>
                  <a:ahLst/>
                  <a:cxnLst>
                    <a:cxn ang="0">
                      <a:pos x="T0" y="T1"/>
                    </a:cxn>
                    <a:cxn ang="0">
                      <a:pos x="T2" y="T3"/>
                    </a:cxn>
                    <a:cxn ang="0">
                      <a:pos x="T4" y="T5"/>
                    </a:cxn>
                    <a:cxn ang="0">
                      <a:pos x="T6" y="T7"/>
                    </a:cxn>
                    <a:cxn ang="0">
                      <a:pos x="T8" y="T9"/>
                    </a:cxn>
                  </a:cxnLst>
                  <a:rect l="0" t="0" r="r" b="b"/>
                  <a:pathLst>
                    <a:path w="2559" h="1310">
                      <a:moveTo>
                        <a:pt x="0" y="1310"/>
                      </a:moveTo>
                      <a:lnTo>
                        <a:pt x="1081" y="0"/>
                      </a:lnTo>
                      <a:lnTo>
                        <a:pt x="2308" y="0"/>
                      </a:lnTo>
                      <a:lnTo>
                        <a:pt x="2559" y="1310"/>
                      </a:lnTo>
                      <a:lnTo>
                        <a:pt x="0" y="1310"/>
                      </a:lnTo>
                      <a:close/>
                    </a:path>
                  </a:pathLst>
                </a:custGeom>
                <a:solidFill>
                  <a:srgbClr val="A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069" name="Group 21"/>
                <p:cNvGrpSpPr/>
                <p:nvPr/>
              </p:nvGrpSpPr>
              <p:grpSpPr bwMode="auto">
                <a:xfrm>
                  <a:off x="2506" y="2996"/>
                  <a:ext cx="212" cy="221"/>
                  <a:chOff x="2506" y="2996"/>
                  <a:chExt cx="212" cy="221"/>
                </a:xfrm>
              </p:grpSpPr>
              <p:grpSp>
                <p:nvGrpSpPr>
                  <p:cNvPr id="642070" name="Group 22"/>
                  <p:cNvGrpSpPr/>
                  <p:nvPr/>
                </p:nvGrpSpPr>
                <p:grpSpPr bwMode="auto">
                  <a:xfrm>
                    <a:off x="2509" y="3148"/>
                    <a:ext cx="118" cy="69"/>
                    <a:chOff x="2509" y="3148"/>
                    <a:chExt cx="118" cy="69"/>
                  </a:xfrm>
                </p:grpSpPr>
                <p:sp>
                  <p:nvSpPr>
                    <p:cNvPr id="642071" name="Freeform 23"/>
                    <p:cNvSpPr/>
                    <p:nvPr/>
                  </p:nvSpPr>
                  <p:spPr bwMode="auto">
                    <a:xfrm>
                      <a:off x="2509" y="3148"/>
                      <a:ext cx="118" cy="69"/>
                    </a:xfrm>
                    <a:custGeom>
                      <a:avLst/>
                      <a:gdLst>
                        <a:gd name="T0" fmla="*/ 183 w 824"/>
                        <a:gd name="T1" fmla="*/ 0 h 550"/>
                        <a:gd name="T2" fmla="*/ 824 w 824"/>
                        <a:gd name="T3" fmla="*/ 0 h 550"/>
                        <a:gd name="T4" fmla="*/ 801 w 824"/>
                        <a:gd name="T5" fmla="*/ 550 h 550"/>
                        <a:gd name="T6" fmla="*/ 0 w 824"/>
                        <a:gd name="T7" fmla="*/ 550 h 550"/>
                        <a:gd name="T8" fmla="*/ 183 w 824"/>
                        <a:gd name="T9" fmla="*/ 0 h 550"/>
                      </a:gdLst>
                      <a:ahLst/>
                      <a:cxnLst>
                        <a:cxn ang="0">
                          <a:pos x="T0" y="T1"/>
                        </a:cxn>
                        <a:cxn ang="0">
                          <a:pos x="T2" y="T3"/>
                        </a:cxn>
                        <a:cxn ang="0">
                          <a:pos x="T4" y="T5"/>
                        </a:cxn>
                        <a:cxn ang="0">
                          <a:pos x="T6" y="T7"/>
                        </a:cxn>
                        <a:cxn ang="0">
                          <a:pos x="T8" y="T9"/>
                        </a:cxn>
                      </a:cxnLst>
                      <a:rect l="0" t="0" r="r" b="b"/>
                      <a:pathLst>
                        <a:path w="824" h="550">
                          <a:moveTo>
                            <a:pt x="183" y="0"/>
                          </a:moveTo>
                          <a:lnTo>
                            <a:pt x="824" y="0"/>
                          </a:lnTo>
                          <a:lnTo>
                            <a:pt x="801" y="550"/>
                          </a:lnTo>
                          <a:lnTo>
                            <a:pt x="0" y="550"/>
                          </a:lnTo>
                          <a:lnTo>
                            <a:pt x="183" y="0"/>
                          </a:lnTo>
                          <a:close/>
                        </a:path>
                      </a:pathLst>
                    </a:custGeom>
                    <a:solidFill>
                      <a:srgbClr val="C0E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72" name="Freeform 24"/>
                    <p:cNvSpPr/>
                    <p:nvPr/>
                  </p:nvSpPr>
                  <p:spPr bwMode="auto">
                    <a:xfrm>
                      <a:off x="2532" y="3148"/>
                      <a:ext cx="95" cy="8"/>
                    </a:xfrm>
                    <a:custGeom>
                      <a:avLst/>
                      <a:gdLst>
                        <a:gd name="T0" fmla="*/ 17 w 661"/>
                        <a:gd name="T1" fmla="*/ 0 h 63"/>
                        <a:gd name="T2" fmla="*/ 0 w 661"/>
                        <a:gd name="T3" fmla="*/ 63 h 63"/>
                        <a:gd name="T4" fmla="*/ 659 w 661"/>
                        <a:gd name="T5" fmla="*/ 63 h 63"/>
                        <a:gd name="T6" fmla="*/ 661 w 661"/>
                        <a:gd name="T7" fmla="*/ 0 h 63"/>
                        <a:gd name="T8" fmla="*/ 17 w 661"/>
                        <a:gd name="T9" fmla="*/ 0 h 63"/>
                      </a:gdLst>
                      <a:ahLst/>
                      <a:cxnLst>
                        <a:cxn ang="0">
                          <a:pos x="T0" y="T1"/>
                        </a:cxn>
                        <a:cxn ang="0">
                          <a:pos x="T2" y="T3"/>
                        </a:cxn>
                        <a:cxn ang="0">
                          <a:pos x="T4" y="T5"/>
                        </a:cxn>
                        <a:cxn ang="0">
                          <a:pos x="T6" y="T7"/>
                        </a:cxn>
                        <a:cxn ang="0">
                          <a:pos x="T8" y="T9"/>
                        </a:cxn>
                      </a:cxnLst>
                      <a:rect l="0" t="0" r="r" b="b"/>
                      <a:pathLst>
                        <a:path w="661" h="63">
                          <a:moveTo>
                            <a:pt x="17" y="0"/>
                          </a:moveTo>
                          <a:lnTo>
                            <a:pt x="0" y="63"/>
                          </a:lnTo>
                          <a:lnTo>
                            <a:pt x="659" y="63"/>
                          </a:lnTo>
                          <a:lnTo>
                            <a:pt x="661" y="0"/>
                          </a:lnTo>
                          <a:lnTo>
                            <a:pt x="17"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73" name="Group 25"/>
                  <p:cNvGrpSpPr/>
                  <p:nvPr/>
                </p:nvGrpSpPr>
                <p:grpSpPr bwMode="auto">
                  <a:xfrm>
                    <a:off x="2506" y="2996"/>
                    <a:ext cx="212" cy="148"/>
                    <a:chOff x="2506" y="2996"/>
                    <a:chExt cx="212" cy="148"/>
                  </a:xfrm>
                </p:grpSpPr>
                <p:grpSp>
                  <p:nvGrpSpPr>
                    <p:cNvPr id="642074" name="Group 26"/>
                    <p:cNvGrpSpPr/>
                    <p:nvPr/>
                  </p:nvGrpSpPr>
                  <p:grpSpPr bwMode="auto">
                    <a:xfrm>
                      <a:off x="2506" y="2996"/>
                      <a:ext cx="203" cy="135"/>
                      <a:chOff x="2506" y="2996"/>
                      <a:chExt cx="203" cy="135"/>
                    </a:xfrm>
                  </p:grpSpPr>
                  <p:grpSp>
                    <p:nvGrpSpPr>
                      <p:cNvPr id="642075" name="Group 27"/>
                      <p:cNvGrpSpPr/>
                      <p:nvPr/>
                    </p:nvGrpSpPr>
                    <p:grpSpPr bwMode="auto">
                      <a:xfrm>
                        <a:off x="2506" y="3042"/>
                        <a:ext cx="203" cy="89"/>
                        <a:chOff x="2506" y="3042"/>
                        <a:chExt cx="203" cy="89"/>
                      </a:xfrm>
                    </p:grpSpPr>
                    <p:grpSp>
                      <p:nvGrpSpPr>
                        <p:cNvPr id="642076" name="Group 28"/>
                        <p:cNvGrpSpPr/>
                        <p:nvPr/>
                      </p:nvGrpSpPr>
                      <p:grpSpPr bwMode="auto">
                        <a:xfrm>
                          <a:off x="2508" y="3042"/>
                          <a:ext cx="201" cy="89"/>
                          <a:chOff x="2508" y="3042"/>
                          <a:chExt cx="201" cy="89"/>
                        </a:xfrm>
                      </p:grpSpPr>
                      <p:sp>
                        <p:nvSpPr>
                          <p:cNvPr id="642077" name="Freeform 29"/>
                          <p:cNvSpPr/>
                          <p:nvPr/>
                        </p:nvSpPr>
                        <p:spPr bwMode="auto">
                          <a:xfrm>
                            <a:off x="2508" y="3061"/>
                            <a:ext cx="71" cy="25"/>
                          </a:xfrm>
                          <a:custGeom>
                            <a:avLst/>
                            <a:gdLst>
                              <a:gd name="T0" fmla="*/ 0 w 501"/>
                              <a:gd name="T1" fmla="*/ 194 h 194"/>
                              <a:gd name="T2" fmla="*/ 33 w 501"/>
                              <a:gd name="T3" fmla="*/ 194 h 194"/>
                              <a:gd name="T4" fmla="*/ 501 w 501"/>
                              <a:gd name="T5" fmla="*/ 7 h 194"/>
                              <a:gd name="T6" fmla="*/ 486 w 501"/>
                              <a:gd name="T7" fmla="*/ 0 h 194"/>
                              <a:gd name="T8" fmla="*/ 0 w 501"/>
                              <a:gd name="T9" fmla="*/ 194 h 194"/>
                            </a:gdLst>
                            <a:ahLst/>
                            <a:cxnLst>
                              <a:cxn ang="0">
                                <a:pos x="T0" y="T1"/>
                              </a:cxn>
                              <a:cxn ang="0">
                                <a:pos x="T2" y="T3"/>
                              </a:cxn>
                              <a:cxn ang="0">
                                <a:pos x="T4" y="T5"/>
                              </a:cxn>
                              <a:cxn ang="0">
                                <a:pos x="T6" y="T7"/>
                              </a:cxn>
                              <a:cxn ang="0">
                                <a:pos x="T8" y="T9"/>
                              </a:cxn>
                            </a:cxnLst>
                            <a:rect l="0" t="0" r="r" b="b"/>
                            <a:pathLst>
                              <a:path w="501" h="194">
                                <a:moveTo>
                                  <a:pt x="0" y="194"/>
                                </a:moveTo>
                                <a:lnTo>
                                  <a:pt x="33" y="194"/>
                                </a:lnTo>
                                <a:lnTo>
                                  <a:pt x="501" y="7"/>
                                </a:lnTo>
                                <a:lnTo>
                                  <a:pt x="486" y="0"/>
                                </a:lnTo>
                                <a:lnTo>
                                  <a:pt x="0" y="194"/>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078" name="Group 30"/>
                          <p:cNvGrpSpPr/>
                          <p:nvPr/>
                        </p:nvGrpSpPr>
                        <p:grpSpPr bwMode="auto">
                          <a:xfrm>
                            <a:off x="2525" y="3042"/>
                            <a:ext cx="184" cy="89"/>
                            <a:chOff x="2525" y="3042"/>
                            <a:chExt cx="184" cy="89"/>
                          </a:xfrm>
                        </p:grpSpPr>
                        <p:sp>
                          <p:nvSpPr>
                            <p:cNvPr id="642079" name="Freeform 31"/>
                            <p:cNvSpPr/>
                            <p:nvPr/>
                          </p:nvSpPr>
                          <p:spPr bwMode="auto">
                            <a:xfrm>
                              <a:off x="2598" y="3078"/>
                              <a:ext cx="109" cy="53"/>
                            </a:xfrm>
                            <a:custGeom>
                              <a:avLst/>
                              <a:gdLst>
                                <a:gd name="T0" fmla="*/ 759 w 759"/>
                                <a:gd name="T1" fmla="*/ 0 h 424"/>
                                <a:gd name="T2" fmla="*/ 332 w 759"/>
                                <a:gd name="T3" fmla="*/ 171 h 424"/>
                                <a:gd name="T4" fmla="*/ 332 w 759"/>
                                <a:gd name="T5" fmla="*/ 192 h 424"/>
                                <a:gd name="T6" fmla="*/ 328 w 759"/>
                                <a:gd name="T7" fmla="*/ 204 h 424"/>
                                <a:gd name="T8" fmla="*/ 326 w 759"/>
                                <a:gd name="T9" fmla="*/ 209 h 424"/>
                                <a:gd name="T10" fmla="*/ 320 w 759"/>
                                <a:gd name="T11" fmla="*/ 218 h 424"/>
                                <a:gd name="T12" fmla="*/ 239 w 759"/>
                                <a:gd name="T13" fmla="*/ 256 h 424"/>
                                <a:gd name="T14" fmla="*/ 235 w 759"/>
                                <a:gd name="T15" fmla="*/ 267 h 424"/>
                                <a:gd name="T16" fmla="*/ 0 w 759"/>
                                <a:gd name="T17" fmla="*/ 369 h 424"/>
                                <a:gd name="T18" fmla="*/ 0 w 759"/>
                                <a:gd name="T19" fmla="*/ 424 h 424"/>
                                <a:gd name="T20" fmla="*/ 9 w 759"/>
                                <a:gd name="T21" fmla="*/ 424 h 424"/>
                                <a:gd name="T22" fmla="*/ 751 w 759"/>
                                <a:gd name="T23" fmla="*/ 93 h 424"/>
                                <a:gd name="T24" fmla="*/ 754 w 759"/>
                                <a:gd name="T25" fmla="*/ 91 h 424"/>
                                <a:gd name="T26" fmla="*/ 757 w 759"/>
                                <a:gd name="T27" fmla="*/ 87 h 424"/>
                                <a:gd name="T28" fmla="*/ 759 w 759"/>
                                <a:gd name="T29" fmla="*/ 79 h 424"/>
                                <a:gd name="T30" fmla="*/ 759 w 759"/>
                                <a:gd name="T3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9" h="424">
                                  <a:moveTo>
                                    <a:pt x="759" y="0"/>
                                  </a:moveTo>
                                  <a:lnTo>
                                    <a:pt x="332" y="171"/>
                                  </a:lnTo>
                                  <a:lnTo>
                                    <a:pt x="332" y="192"/>
                                  </a:lnTo>
                                  <a:lnTo>
                                    <a:pt x="328" y="204"/>
                                  </a:lnTo>
                                  <a:lnTo>
                                    <a:pt x="326" y="209"/>
                                  </a:lnTo>
                                  <a:lnTo>
                                    <a:pt x="320" y="218"/>
                                  </a:lnTo>
                                  <a:lnTo>
                                    <a:pt x="239" y="256"/>
                                  </a:lnTo>
                                  <a:lnTo>
                                    <a:pt x="235" y="267"/>
                                  </a:lnTo>
                                  <a:lnTo>
                                    <a:pt x="0" y="369"/>
                                  </a:lnTo>
                                  <a:lnTo>
                                    <a:pt x="0" y="424"/>
                                  </a:lnTo>
                                  <a:lnTo>
                                    <a:pt x="9" y="424"/>
                                  </a:lnTo>
                                  <a:lnTo>
                                    <a:pt x="751" y="93"/>
                                  </a:lnTo>
                                  <a:lnTo>
                                    <a:pt x="754" y="91"/>
                                  </a:lnTo>
                                  <a:lnTo>
                                    <a:pt x="757" y="87"/>
                                  </a:lnTo>
                                  <a:lnTo>
                                    <a:pt x="759" y="79"/>
                                  </a:lnTo>
                                  <a:lnTo>
                                    <a:pt x="759"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0" name="Freeform 32"/>
                            <p:cNvSpPr/>
                            <p:nvPr/>
                          </p:nvSpPr>
                          <p:spPr bwMode="auto">
                            <a:xfrm>
                              <a:off x="2694" y="3082"/>
                              <a:ext cx="7" cy="7"/>
                            </a:xfrm>
                            <a:custGeom>
                              <a:avLst/>
                              <a:gdLst>
                                <a:gd name="T0" fmla="*/ 0 w 53"/>
                                <a:gd name="T1" fmla="*/ 23 h 57"/>
                                <a:gd name="T2" fmla="*/ 53 w 53"/>
                                <a:gd name="T3" fmla="*/ 0 h 57"/>
                                <a:gd name="T4" fmla="*/ 53 w 53"/>
                                <a:gd name="T5" fmla="*/ 33 h 57"/>
                                <a:gd name="T6" fmla="*/ 0 w 53"/>
                                <a:gd name="T7" fmla="*/ 57 h 57"/>
                                <a:gd name="T8" fmla="*/ 0 w 53"/>
                                <a:gd name="T9" fmla="*/ 23 h 57"/>
                              </a:gdLst>
                              <a:ahLst/>
                              <a:cxnLst>
                                <a:cxn ang="0">
                                  <a:pos x="T0" y="T1"/>
                                </a:cxn>
                                <a:cxn ang="0">
                                  <a:pos x="T2" y="T3"/>
                                </a:cxn>
                                <a:cxn ang="0">
                                  <a:pos x="T4" y="T5"/>
                                </a:cxn>
                                <a:cxn ang="0">
                                  <a:pos x="T6" y="T7"/>
                                </a:cxn>
                                <a:cxn ang="0">
                                  <a:pos x="T8" y="T9"/>
                                </a:cxn>
                              </a:cxnLst>
                              <a:rect l="0" t="0" r="r" b="b"/>
                              <a:pathLst>
                                <a:path w="53" h="57">
                                  <a:moveTo>
                                    <a:pt x="0" y="23"/>
                                  </a:moveTo>
                                  <a:lnTo>
                                    <a:pt x="53" y="0"/>
                                  </a:lnTo>
                                  <a:lnTo>
                                    <a:pt x="53" y="33"/>
                                  </a:lnTo>
                                  <a:lnTo>
                                    <a:pt x="0" y="57"/>
                                  </a:lnTo>
                                  <a:lnTo>
                                    <a:pt x="0" y="23"/>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081" name="Group 33"/>
                            <p:cNvGrpSpPr/>
                            <p:nvPr/>
                          </p:nvGrpSpPr>
                          <p:grpSpPr bwMode="auto">
                            <a:xfrm>
                              <a:off x="2525" y="3042"/>
                              <a:ext cx="184" cy="89"/>
                              <a:chOff x="2525" y="3042"/>
                              <a:chExt cx="184" cy="89"/>
                            </a:xfrm>
                          </p:grpSpPr>
                          <p:sp>
                            <p:nvSpPr>
                              <p:cNvPr id="642082" name="Freeform 34"/>
                              <p:cNvSpPr/>
                              <p:nvPr/>
                            </p:nvSpPr>
                            <p:spPr bwMode="auto">
                              <a:xfrm>
                                <a:off x="2570" y="3049"/>
                                <a:ext cx="12" cy="16"/>
                              </a:xfrm>
                              <a:custGeom>
                                <a:avLst/>
                                <a:gdLst>
                                  <a:gd name="T0" fmla="*/ 68 w 85"/>
                                  <a:gd name="T1" fmla="*/ 0 h 129"/>
                                  <a:gd name="T2" fmla="*/ 85 w 85"/>
                                  <a:gd name="T3" fmla="*/ 129 h 129"/>
                                  <a:gd name="T4" fmla="*/ 0 w 85"/>
                                  <a:gd name="T5" fmla="*/ 97 h 129"/>
                                  <a:gd name="T6" fmla="*/ 68 w 85"/>
                                  <a:gd name="T7" fmla="*/ 0 h 129"/>
                                </a:gdLst>
                                <a:ahLst/>
                                <a:cxnLst>
                                  <a:cxn ang="0">
                                    <a:pos x="T0" y="T1"/>
                                  </a:cxn>
                                  <a:cxn ang="0">
                                    <a:pos x="T2" y="T3"/>
                                  </a:cxn>
                                  <a:cxn ang="0">
                                    <a:pos x="T4" y="T5"/>
                                  </a:cxn>
                                  <a:cxn ang="0">
                                    <a:pos x="T6" y="T7"/>
                                  </a:cxn>
                                </a:cxnLst>
                                <a:rect l="0" t="0" r="r" b="b"/>
                                <a:pathLst>
                                  <a:path w="85" h="129">
                                    <a:moveTo>
                                      <a:pt x="68" y="0"/>
                                    </a:moveTo>
                                    <a:lnTo>
                                      <a:pt x="85" y="129"/>
                                    </a:lnTo>
                                    <a:lnTo>
                                      <a:pt x="0" y="97"/>
                                    </a:lnTo>
                                    <a:lnTo>
                                      <a:pt x="68" y="0"/>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3" name="Freeform 35"/>
                              <p:cNvSpPr/>
                              <p:nvPr/>
                            </p:nvSpPr>
                            <p:spPr bwMode="auto">
                              <a:xfrm>
                                <a:off x="2525" y="3079"/>
                                <a:ext cx="75" cy="46"/>
                              </a:xfrm>
                              <a:custGeom>
                                <a:avLst/>
                                <a:gdLst>
                                  <a:gd name="T0" fmla="*/ 0 w 523"/>
                                  <a:gd name="T1" fmla="*/ 21 h 367"/>
                                  <a:gd name="T2" fmla="*/ 523 w 523"/>
                                  <a:gd name="T3" fmla="*/ 367 h 367"/>
                                  <a:gd name="T4" fmla="*/ 523 w 523"/>
                                  <a:gd name="T5" fmla="*/ 316 h 367"/>
                                  <a:gd name="T6" fmla="*/ 16 w 523"/>
                                  <a:gd name="T7" fmla="*/ 0 h 367"/>
                                  <a:gd name="T8" fmla="*/ 0 w 523"/>
                                  <a:gd name="T9" fmla="*/ 21 h 367"/>
                                </a:gdLst>
                                <a:ahLst/>
                                <a:cxnLst>
                                  <a:cxn ang="0">
                                    <a:pos x="T0" y="T1"/>
                                  </a:cxn>
                                  <a:cxn ang="0">
                                    <a:pos x="T2" y="T3"/>
                                  </a:cxn>
                                  <a:cxn ang="0">
                                    <a:pos x="T4" y="T5"/>
                                  </a:cxn>
                                  <a:cxn ang="0">
                                    <a:pos x="T6" y="T7"/>
                                  </a:cxn>
                                  <a:cxn ang="0">
                                    <a:pos x="T8" y="T9"/>
                                  </a:cxn>
                                </a:cxnLst>
                                <a:rect l="0" t="0" r="r" b="b"/>
                                <a:pathLst>
                                  <a:path w="523" h="367">
                                    <a:moveTo>
                                      <a:pt x="0" y="21"/>
                                    </a:moveTo>
                                    <a:lnTo>
                                      <a:pt x="523" y="367"/>
                                    </a:lnTo>
                                    <a:lnTo>
                                      <a:pt x="523" y="316"/>
                                    </a:lnTo>
                                    <a:lnTo>
                                      <a:pt x="16" y="0"/>
                                    </a:lnTo>
                                    <a:lnTo>
                                      <a:pt x="0" y="21"/>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4" name="Freeform 36"/>
                              <p:cNvSpPr/>
                              <p:nvPr/>
                            </p:nvSpPr>
                            <p:spPr bwMode="auto">
                              <a:xfrm>
                                <a:off x="2598" y="3097"/>
                                <a:ext cx="49" cy="28"/>
                              </a:xfrm>
                              <a:custGeom>
                                <a:avLst/>
                                <a:gdLst>
                                  <a:gd name="T0" fmla="*/ 0 w 340"/>
                                  <a:gd name="T1" fmla="*/ 230 h 230"/>
                                  <a:gd name="T2" fmla="*/ 0 w 340"/>
                                  <a:gd name="T3" fmla="*/ 167 h 230"/>
                                  <a:gd name="T4" fmla="*/ 340 w 340"/>
                                  <a:gd name="T5" fmla="*/ 0 h 230"/>
                                  <a:gd name="T6" fmla="*/ 340 w 340"/>
                                  <a:gd name="T7" fmla="*/ 82 h 230"/>
                                  <a:gd name="T8" fmla="*/ 0 w 340"/>
                                  <a:gd name="T9" fmla="*/ 230 h 230"/>
                                </a:gdLst>
                                <a:ahLst/>
                                <a:cxnLst>
                                  <a:cxn ang="0">
                                    <a:pos x="T0" y="T1"/>
                                  </a:cxn>
                                  <a:cxn ang="0">
                                    <a:pos x="T2" y="T3"/>
                                  </a:cxn>
                                  <a:cxn ang="0">
                                    <a:pos x="T4" y="T5"/>
                                  </a:cxn>
                                  <a:cxn ang="0">
                                    <a:pos x="T6" y="T7"/>
                                  </a:cxn>
                                  <a:cxn ang="0">
                                    <a:pos x="T8" y="T9"/>
                                  </a:cxn>
                                </a:cxnLst>
                                <a:rect l="0" t="0" r="r" b="b"/>
                                <a:pathLst>
                                  <a:path w="340" h="230">
                                    <a:moveTo>
                                      <a:pt x="0" y="230"/>
                                    </a:moveTo>
                                    <a:lnTo>
                                      <a:pt x="0" y="167"/>
                                    </a:lnTo>
                                    <a:lnTo>
                                      <a:pt x="340" y="0"/>
                                    </a:lnTo>
                                    <a:lnTo>
                                      <a:pt x="340" y="82"/>
                                    </a:lnTo>
                                    <a:lnTo>
                                      <a:pt x="0" y="23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5" name="Freeform 37"/>
                              <p:cNvSpPr/>
                              <p:nvPr/>
                            </p:nvSpPr>
                            <p:spPr bwMode="auto">
                              <a:xfrm>
                                <a:off x="2623" y="3067"/>
                                <a:ext cx="31" cy="30"/>
                              </a:xfrm>
                              <a:custGeom>
                                <a:avLst/>
                                <a:gdLst>
                                  <a:gd name="T0" fmla="*/ 6 w 219"/>
                                  <a:gd name="T1" fmla="*/ 0 h 234"/>
                                  <a:gd name="T2" fmla="*/ 0 w 219"/>
                                  <a:gd name="T3" fmla="*/ 164 h 234"/>
                                  <a:gd name="T4" fmla="*/ 165 w 219"/>
                                  <a:gd name="T5" fmla="*/ 234 h 234"/>
                                  <a:gd name="T6" fmla="*/ 219 w 219"/>
                                  <a:gd name="T7" fmla="*/ 105 h 234"/>
                                  <a:gd name="T8" fmla="*/ 6 w 219"/>
                                  <a:gd name="T9" fmla="*/ 0 h 234"/>
                                </a:gdLst>
                                <a:ahLst/>
                                <a:cxnLst>
                                  <a:cxn ang="0">
                                    <a:pos x="T0" y="T1"/>
                                  </a:cxn>
                                  <a:cxn ang="0">
                                    <a:pos x="T2" y="T3"/>
                                  </a:cxn>
                                  <a:cxn ang="0">
                                    <a:pos x="T4" y="T5"/>
                                  </a:cxn>
                                  <a:cxn ang="0">
                                    <a:pos x="T6" y="T7"/>
                                  </a:cxn>
                                  <a:cxn ang="0">
                                    <a:pos x="T8" y="T9"/>
                                  </a:cxn>
                                </a:cxnLst>
                                <a:rect l="0" t="0" r="r" b="b"/>
                                <a:pathLst>
                                  <a:path w="219" h="234">
                                    <a:moveTo>
                                      <a:pt x="6" y="0"/>
                                    </a:moveTo>
                                    <a:lnTo>
                                      <a:pt x="0" y="164"/>
                                    </a:lnTo>
                                    <a:lnTo>
                                      <a:pt x="165" y="234"/>
                                    </a:lnTo>
                                    <a:lnTo>
                                      <a:pt x="219" y="105"/>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6" name="Freeform 38"/>
                              <p:cNvSpPr/>
                              <p:nvPr/>
                            </p:nvSpPr>
                            <p:spPr bwMode="auto">
                              <a:xfrm>
                                <a:off x="2577" y="3050"/>
                                <a:ext cx="28" cy="25"/>
                              </a:xfrm>
                              <a:custGeom>
                                <a:avLst/>
                                <a:gdLst>
                                  <a:gd name="T0" fmla="*/ 14 w 197"/>
                                  <a:gd name="T1" fmla="*/ 0 h 199"/>
                                  <a:gd name="T2" fmla="*/ 0 w 197"/>
                                  <a:gd name="T3" fmla="*/ 133 h 199"/>
                                  <a:gd name="T4" fmla="*/ 136 w 197"/>
                                  <a:gd name="T5" fmla="*/ 199 h 199"/>
                                  <a:gd name="T6" fmla="*/ 197 w 197"/>
                                  <a:gd name="T7" fmla="*/ 88 h 199"/>
                                  <a:gd name="T8" fmla="*/ 14 w 197"/>
                                  <a:gd name="T9" fmla="*/ 0 h 199"/>
                                </a:gdLst>
                                <a:ahLst/>
                                <a:cxnLst>
                                  <a:cxn ang="0">
                                    <a:pos x="T0" y="T1"/>
                                  </a:cxn>
                                  <a:cxn ang="0">
                                    <a:pos x="T2" y="T3"/>
                                  </a:cxn>
                                  <a:cxn ang="0">
                                    <a:pos x="T4" y="T5"/>
                                  </a:cxn>
                                  <a:cxn ang="0">
                                    <a:pos x="T6" y="T7"/>
                                  </a:cxn>
                                  <a:cxn ang="0">
                                    <a:pos x="T8" y="T9"/>
                                  </a:cxn>
                                </a:cxnLst>
                                <a:rect l="0" t="0" r="r" b="b"/>
                                <a:pathLst>
                                  <a:path w="197" h="199">
                                    <a:moveTo>
                                      <a:pt x="14" y="0"/>
                                    </a:moveTo>
                                    <a:lnTo>
                                      <a:pt x="0" y="133"/>
                                    </a:lnTo>
                                    <a:lnTo>
                                      <a:pt x="136" y="199"/>
                                    </a:lnTo>
                                    <a:lnTo>
                                      <a:pt x="197" y="88"/>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7" name="Freeform 39"/>
                              <p:cNvSpPr/>
                              <p:nvPr/>
                            </p:nvSpPr>
                            <p:spPr bwMode="auto">
                              <a:xfrm>
                                <a:off x="2615" y="3070"/>
                                <a:ext cx="10" cy="17"/>
                              </a:xfrm>
                              <a:custGeom>
                                <a:avLst/>
                                <a:gdLst>
                                  <a:gd name="T0" fmla="*/ 70 w 70"/>
                                  <a:gd name="T1" fmla="*/ 0 h 135"/>
                                  <a:gd name="T2" fmla="*/ 70 w 70"/>
                                  <a:gd name="T3" fmla="*/ 135 h 135"/>
                                  <a:gd name="T4" fmla="*/ 0 w 70"/>
                                  <a:gd name="T5" fmla="*/ 97 h 135"/>
                                  <a:gd name="T6" fmla="*/ 70 w 70"/>
                                  <a:gd name="T7" fmla="*/ 0 h 135"/>
                                </a:gdLst>
                                <a:ahLst/>
                                <a:cxnLst>
                                  <a:cxn ang="0">
                                    <a:pos x="T0" y="T1"/>
                                  </a:cxn>
                                  <a:cxn ang="0">
                                    <a:pos x="T2" y="T3"/>
                                  </a:cxn>
                                  <a:cxn ang="0">
                                    <a:pos x="T4" y="T5"/>
                                  </a:cxn>
                                  <a:cxn ang="0">
                                    <a:pos x="T6" y="T7"/>
                                  </a:cxn>
                                </a:cxnLst>
                                <a:rect l="0" t="0" r="r" b="b"/>
                                <a:pathLst>
                                  <a:path w="70" h="135">
                                    <a:moveTo>
                                      <a:pt x="70" y="0"/>
                                    </a:moveTo>
                                    <a:lnTo>
                                      <a:pt x="70" y="135"/>
                                    </a:lnTo>
                                    <a:lnTo>
                                      <a:pt x="0" y="97"/>
                                    </a:lnTo>
                                    <a:lnTo>
                                      <a:pt x="70" y="0"/>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8" name="Freeform 40"/>
                              <p:cNvSpPr/>
                              <p:nvPr/>
                            </p:nvSpPr>
                            <p:spPr bwMode="auto">
                              <a:xfrm>
                                <a:off x="2525" y="3082"/>
                                <a:ext cx="75" cy="49"/>
                              </a:xfrm>
                              <a:custGeom>
                                <a:avLst/>
                                <a:gdLst>
                                  <a:gd name="T0" fmla="*/ 523 w 523"/>
                                  <a:gd name="T1" fmla="*/ 340 h 394"/>
                                  <a:gd name="T2" fmla="*/ 523 w 523"/>
                                  <a:gd name="T3" fmla="*/ 394 h 394"/>
                                  <a:gd name="T4" fmla="*/ 0 w 523"/>
                                  <a:gd name="T5" fmla="*/ 51 h 394"/>
                                  <a:gd name="T6" fmla="*/ 0 w 523"/>
                                  <a:gd name="T7" fmla="*/ 0 h 394"/>
                                  <a:gd name="T8" fmla="*/ 523 w 523"/>
                                  <a:gd name="T9" fmla="*/ 340 h 394"/>
                                </a:gdLst>
                                <a:ahLst/>
                                <a:cxnLst>
                                  <a:cxn ang="0">
                                    <a:pos x="T0" y="T1"/>
                                  </a:cxn>
                                  <a:cxn ang="0">
                                    <a:pos x="T2" y="T3"/>
                                  </a:cxn>
                                  <a:cxn ang="0">
                                    <a:pos x="T4" y="T5"/>
                                  </a:cxn>
                                  <a:cxn ang="0">
                                    <a:pos x="T6" y="T7"/>
                                  </a:cxn>
                                  <a:cxn ang="0">
                                    <a:pos x="T8" y="T9"/>
                                  </a:cxn>
                                </a:cxnLst>
                                <a:rect l="0" t="0" r="r" b="b"/>
                                <a:pathLst>
                                  <a:path w="523" h="394">
                                    <a:moveTo>
                                      <a:pt x="523" y="340"/>
                                    </a:moveTo>
                                    <a:lnTo>
                                      <a:pt x="523" y="394"/>
                                    </a:lnTo>
                                    <a:lnTo>
                                      <a:pt x="0" y="51"/>
                                    </a:lnTo>
                                    <a:lnTo>
                                      <a:pt x="0" y="0"/>
                                    </a:lnTo>
                                    <a:lnTo>
                                      <a:pt x="523" y="34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9" name="Freeform 41"/>
                              <p:cNvSpPr/>
                              <p:nvPr/>
                            </p:nvSpPr>
                            <p:spPr bwMode="auto">
                              <a:xfrm>
                                <a:off x="2624" y="3042"/>
                                <a:ext cx="85" cy="30"/>
                              </a:xfrm>
                              <a:custGeom>
                                <a:avLst/>
                                <a:gdLst>
                                  <a:gd name="T0" fmla="*/ 0 w 589"/>
                                  <a:gd name="T1" fmla="*/ 19 h 243"/>
                                  <a:gd name="T2" fmla="*/ 503 w 589"/>
                                  <a:gd name="T3" fmla="*/ 243 h 243"/>
                                  <a:gd name="T4" fmla="*/ 589 w 589"/>
                                  <a:gd name="T5" fmla="*/ 213 h 243"/>
                                  <a:gd name="T6" fmla="*/ 104 w 589"/>
                                  <a:gd name="T7" fmla="*/ 0 h 243"/>
                                  <a:gd name="T8" fmla="*/ 0 w 589"/>
                                  <a:gd name="T9" fmla="*/ 19 h 243"/>
                                </a:gdLst>
                                <a:ahLst/>
                                <a:cxnLst>
                                  <a:cxn ang="0">
                                    <a:pos x="T0" y="T1"/>
                                  </a:cxn>
                                  <a:cxn ang="0">
                                    <a:pos x="T2" y="T3"/>
                                  </a:cxn>
                                  <a:cxn ang="0">
                                    <a:pos x="T4" y="T5"/>
                                  </a:cxn>
                                  <a:cxn ang="0">
                                    <a:pos x="T6" y="T7"/>
                                  </a:cxn>
                                  <a:cxn ang="0">
                                    <a:pos x="T8" y="T9"/>
                                  </a:cxn>
                                </a:cxnLst>
                                <a:rect l="0" t="0" r="r" b="b"/>
                                <a:pathLst>
                                  <a:path w="589" h="243">
                                    <a:moveTo>
                                      <a:pt x="0" y="19"/>
                                    </a:moveTo>
                                    <a:lnTo>
                                      <a:pt x="503" y="243"/>
                                    </a:lnTo>
                                    <a:lnTo>
                                      <a:pt x="589" y="213"/>
                                    </a:lnTo>
                                    <a:lnTo>
                                      <a:pt x="104" y="0"/>
                                    </a:lnTo>
                                    <a:lnTo>
                                      <a:pt x="0" y="19"/>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0" name="Freeform 42"/>
                              <p:cNvSpPr/>
                              <p:nvPr/>
                            </p:nvSpPr>
                            <p:spPr bwMode="auto">
                              <a:xfrm>
                                <a:off x="2690" y="3067"/>
                                <a:ext cx="19" cy="18"/>
                              </a:xfrm>
                              <a:custGeom>
                                <a:avLst/>
                                <a:gdLst>
                                  <a:gd name="T0" fmla="*/ 131 w 131"/>
                                  <a:gd name="T1" fmla="*/ 0 h 136"/>
                                  <a:gd name="T2" fmla="*/ 37 w 131"/>
                                  <a:gd name="T3" fmla="*/ 31 h 136"/>
                                  <a:gd name="T4" fmla="*/ 0 w 131"/>
                                  <a:gd name="T5" fmla="*/ 136 h 136"/>
                                  <a:gd name="T6" fmla="*/ 131 w 131"/>
                                  <a:gd name="T7" fmla="*/ 86 h 136"/>
                                  <a:gd name="T8" fmla="*/ 131 w 131"/>
                                  <a:gd name="T9" fmla="*/ 0 h 136"/>
                                </a:gdLst>
                                <a:ahLst/>
                                <a:cxnLst>
                                  <a:cxn ang="0">
                                    <a:pos x="T0" y="T1"/>
                                  </a:cxn>
                                  <a:cxn ang="0">
                                    <a:pos x="T2" y="T3"/>
                                  </a:cxn>
                                  <a:cxn ang="0">
                                    <a:pos x="T4" y="T5"/>
                                  </a:cxn>
                                  <a:cxn ang="0">
                                    <a:pos x="T6" y="T7"/>
                                  </a:cxn>
                                  <a:cxn ang="0">
                                    <a:pos x="T8" y="T9"/>
                                  </a:cxn>
                                </a:cxnLst>
                                <a:rect l="0" t="0" r="r" b="b"/>
                                <a:pathLst>
                                  <a:path w="131" h="136">
                                    <a:moveTo>
                                      <a:pt x="131" y="0"/>
                                    </a:moveTo>
                                    <a:lnTo>
                                      <a:pt x="37" y="31"/>
                                    </a:lnTo>
                                    <a:lnTo>
                                      <a:pt x="0" y="136"/>
                                    </a:lnTo>
                                    <a:lnTo>
                                      <a:pt x="131" y="86"/>
                                    </a:lnTo>
                                    <a:lnTo>
                                      <a:pt x="13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1" name="Freeform 43"/>
                              <p:cNvSpPr/>
                              <p:nvPr/>
                            </p:nvSpPr>
                            <p:spPr bwMode="auto">
                              <a:xfrm>
                                <a:off x="2568" y="3044"/>
                                <a:ext cx="129" cy="39"/>
                              </a:xfrm>
                              <a:custGeom>
                                <a:avLst/>
                                <a:gdLst>
                                  <a:gd name="T0" fmla="*/ 402 w 898"/>
                                  <a:gd name="T1" fmla="*/ 0 h 312"/>
                                  <a:gd name="T2" fmla="*/ 53 w 898"/>
                                  <a:gd name="T3" fmla="*/ 42 h 312"/>
                                  <a:gd name="T4" fmla="*/ 0 w 898"/>
                                  <a:gd name="T5" fmla="*/ 120 h 312"/>
                                  <a:gd name="T6" fmla="*/ 12 w 898"/>
                                  <a:gd name="T7" fmla="*/ 143 h 312"/>
                                  <a:gd name="T8" fmla="*/ 73 w 898"/>
                                  <a:gd name="T9" fmla="*/ 51 h 312"/>
                                  <a:gd name="T10" fmla="*/ 232 w 898"/>
                                  <a:gd name="T11" fmla="*/ 134 h 312"/>
                                  <a:gd name="T12" fmla="*/ 175 w 898"/>
                                  <a:gd name="T13" fmla="*/ 220 h 312"/>
                                  <a:gd name="T14" fmla="*/ 337 w 898"/>
                                  <a:gd name="T15" fmla="*/ 309 h 312"/>
                                  <a:gd name="T16" fmla="*/ 396 w 898"/>
                                  <a:gd name="T17" fmla="*/ 218 h 312"/>
                                  <a:gd name="T18" fmla="*/ 576 w 898"/>
                                  <a:gd name="T19" fmla="*/ 312 h 312"/>
                                  <a:gd name="T20" fmla="*/ 898 w 898"/>
                                  <a:gd name="T21" fmla="*/ 223 h 312"/>
                                  <a:gd name="T22" fmla="*/ 402 w 898"/>
                                  <a:gd name="T23" fmla="*/ 0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8" h="312">
                                    <a:moveTo>
                                      <a:pt x="402" y="0"/>
                                    </a:moveTo>
                                    <a:lnTo>
                                      <a:pt x="53" y="42"/>
                                    </a:lnTo>
                                    <a:lnTo>
                                      <a:pt x="0" y="120"/>
                                    </a:lnTo>
                                    <a:lnTo>
                                      <a:pt x="12" y="143"/>
                                    </a:lnTo>
                                    <a:lnTo>
                                      <a:pt x="73" y="51"/>
                                    </a:lnTo>
                                    <a:lnTo>
                                      <a:pt x="232" y="134"/>
                                    </a:lnTo>
                                    <a:lnTo>
                                      <a:pt x="175" y="220"/>
                                    </a:lnTo>
                                    <a:lnTo>
                                      <a:pt x="337" y="309"/>
                                    </a:lnTo>
                                    <a:lnTo>
                                      <a:pt x="396" y="218"/>
                                    </a:lnTo>
                                    <a:lnTo>
                                      <a:pt x="576" y="312"/>
                                    </a:lnTo>
                                    <a:lnTo>
                                      <a:pt x="898" y="223"/>
                                    </a:lnTo>
                                    <a:lnTo>
                                      <a:pt x="402"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2" name="Freeform 44"/>
                              <p:cNvSpPr/>
                              <p:nvPr/>
                            </p:nvSpPr>
                            <p:spPr bwMode="auto">
                              <a:xfrm>
                                <a:off x="2645" y="3071"/>
                                <a:ext cx="51" cy="25"/>
                              </a:xfrm>
                              <a:custGeom>
                                <a:avLst/>
                                <a:gdLst>
                                  <a:gd name="T0" fmla="*/ 359 w 359"/>
                                  <a:gd name="T1" fmla="*/ 0 h 198"/>
                                  <a:gd name="T2" fmla="*/ 322 w 359"/>
                                  <a:gd name="T3" fmla="*/ 104 h 198"/>
                                  <a:gd name="T4" fmla="*/ 0 w 359"/>
                                  <a:gd name="T5" fmla="*/ 198 h 198"/>
                                  <a:gd name="T6" fmla="*/ 34 w 359"/>
                                  <a:gd name="T7" fmla="*/ 91 h 198"/>
                                  <a:gd name="T8" fmla="*/ 359 w 359"/>
                                  <a:gd name="T9" fmla="*/ 0 h 198"/>
                                </a:gdLst>
                                <a:ahLst/>
                                <a:cxnLst>
                                  <a:cxn ang="0">
                                    <a:pos x="T0" y="T1"/>
                                  </a:cxn>
                                  <a:cxn ang="0">
                                    <a:pos x="T2" y="T3"/>
                                  </a:cxn>
                                  <a:cxn ang="0">
                                    <a:pos x="T4" y="T5"/>
                                  </a:cxn>
                                  <a:cxn ang="0">
                                    <a:pos x="T6" y="T7"/>
                                  </a:cxn>
                                  <a:cxn ang="0">
                                    <a:pos x="T8" y="T9"/>
                                  </a:cxn>
                                </a:cxnLst>
                                <a:rect l="0" t="0" r="r" b="b"/>
                                <a:pathLst>
                                  <a:path w="359" h="198">
                                    <a:moveTo>
                                      <a:pt x="359" y="0"/>
                                    </a:moveTo>
                                    <a:lnTo>
                                      <a:pt x="322" y="104"/>
                                    </a:lnTo>
                                    <a:lnTo>
                                      <a:pt x="0" y="198"/>
                                    </a:lnTo>
                                    <a:lnTo>
                                      <a:pt x="34" y="91"/>
                                    </a:lnTo>
                                    <a:lnTo>
                                      <a:pt x="359" y="0"/>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3" name="Freeform 45"/>
                              <p:cNvSpPr/>
                              <p:nvPr/>
                            </p:nvSpPr>
                            <p:spPr bwMode="auto">
                              <a:xfrm>
                                <a:off x="2645" y="3083"/>
                                <a:ext cx="47" cy="18"/>
                              </a:xfrm>
                              <a:custGeom>
                                <a:avLst/>
                                <a:gdLst>
                                  <a:gd name="T0" fmla="*/ 0 w 326"/>
                                  <a:gd name="T1" fmla="*/ 96 h 142"/>
                                  <a:gd name="T2" fmla="*/ 0 w 326"/>
                                  <a:gd name="T3" fmla="*/ 142 h 142"/>
                                  <a:gd name="T4" fmla="*/ 326 w 326"/>
                                  <a:gd name="T5" fmla="*/ 0 h 142"/>
                                  <a:gd name="T6" fmla="*/ 0 w 326"/>
                                  <a:gd name="T7" fmla="*/ 96 h 142"/>
                                </a:gdLst>
                                <a:ahLst/>
                                <a:cxnLst>
                                  <a:cxn ang="0">
                                    <a:pos x="T0" y="T1"/>
                                  </a:cxn>
                                  <a:cxn ang="0">
                                    <a:pos x="T2" y="T3"/>
                                  </a:cxn>
                                  <a:cxn ang="0">
                                    <a:pos x="T4" y="T5"/>
                                  </a:cxn>
                                  <a:cxn ang="0">
                                    <a:pos x="T6" y="T7"/>
                                  </a:cxn>
                                </a:cxnLst>
                                <a:rect l="0" t="0" r="r" b="b"/>
                                <a:pathLst>
                                  <a:path w="326" h="142">
                                    <a:moveTo>
                                      <a:pt x="0" y="96"/>
                                    </a:moveTo>
                                    <a:lnTo>
                                      <a:pt x="0" y="142"/>
                                    </a:lnTo>
                                    <a:lnTo>
                                      <a:pt x="326" y="0"/>
                                    </a:lnTo>
                                    <a:lnTo>
                                      <a:pt x="0" y="96"/>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4" name="Freeform 46"/>
                              <p:cNvSpPr/>
                              <p:nvPr/>
                            </p:nvSpPr>
                            <p:spPr bwMode="auto">
                              <a:xfrm>
                                <a:off x="2527" y="3063"/>
                                <a:ext cx="119" cy="56"/>
                              </a:xfrm>
                              <a:custGeom>
                                <a:avLst/>
                                <a:gdLst>
                                  <a:gd name="T0" fmla="*/ 0 w 836"/>
                                  <a:gd name="T1" fmla="*/ 136 h 453"/>
                                  <a:gd name="T2" fmla="*/ 506 w 836"/>
                                  <a:gd name="T3" fmla="*/ 453 h 453"/>
                                  <a:gd name="T4" fmla="*/ 810 w 836"/>
                                  <a:gd name="T5" fmla="*/ 273 h 453"/>
                                  <a:gd name="T6" fmla="*/ 836 w 836"/>
                                  <a:gd name="T7" fmla="*/ 262 h 453"/>
                                  <a:gd name="T8" fmla="*/ 351 w 836"/>
                                  <a:gd name="T9" fmla="*/ 0 h 453"/>
                                  <a:gd name="T10" fmla="*/ 0 w 836"/>
                                  <a:gd name="T11" fmla="*/ 136 h 453"/>
                                </a:gdLst>
                                <a:ahLst/>
                                <a:cxnLst>
                                  <a:cxn ang="0">
                                    <a:pos x="T0" y="T1"/>
                                  </a:cxn>
                                  <a:cxn ang="0">
                                    <a:pos x="T2" y="T3"/>
                                  </a:cxn>
                                  <a:cxn ang="0">
                                    <a:pos x="T4" y="T5"/>
                                  </a:cxn>
                                  <a:cxn ang="0">
                                    <a:pos x="T6" y="T7"/>
                                  </a:cxn>
                                  <a:cxn ang="0">
                                    <a:pos x="T8" y="T9"/>
                                  </a:cxn>
                                  <a:cxn ang="0">
                                    <a:pos x="T10" y="T11"/>
                                  </a:cxn>
                                </a:cxnLst>
                                <a:rect l="0" t="0" r="r" b="b"/>
                                <a:pathLst>
                                  <a:path w="836" h="453">
                                    <a:moveTo>
                                      <a:pt x="0" y="136"/>
                                    </a:moveTo>
                                    <a:lnTo>
                                      <a:pt x="506" y="453"/>
                                    </a:lnTo>
                                    <a:lnTo>
                                      <a:pt x="810" y="273"/>
                                    </a:lnTo>
                                    <a:lnTo>
                                      <a:pt x="836" y="262"/>
                                    </a:lnTo>
                                    <a:lnTo>
                                      <a:pt x="351" y="0"/>
                                    </a:lnTo>
                                    <a:lnTo>
                                      <a:pt x="0" y="136"/>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5" name="Freeform 47"/>
                              <p:cNvSpPr/>
                              <p:nvPr/>
                            </p:nvSpPr>
                            <p:spPr bwMode="auto">
                              <a:xfrm>
                                <a:off x="2598" y="3094"/>
                                <a:ext cx="48" cy="25"/>
                              </a:xfrm>
                              <a:custGeom>
                                <a:avLst/>
                                <a:gdLst>
                                  <a:gd name="T0" fmla="*/ 0 w 336"/>
                                  <a:gd name="T1" fmla="*/ 197 h 197"/>
                                  <a:gd name="T2" fmla="*/ 308 w 336"/>
                                  <a:gd name="T3" fmla="*/ 11 h 197"/>
                                  <a:gd name="T4" fmla="*/ 336 w 336"/>
                                  <a:gd name="T5" fmla="*/ 0 h 197"/>
                                  <a:gd name="T6" fmla="*/ 336 w 336"/>
                                  <a:gd name="T7" fmla="*/ 22 h 197"/>
                                  <a:gd name="T8" fmla="*/ 0 w 336"/>
                                  <a:gd name="T9" fmla="*/ 197 h 197"/>
                                </a:gdLst>
                                <a:ahLst/>
                                <a:cxnLst>
                                  <a:cxn ang="0">
                                    <a:pos x="T0" y="T1"/>
                                  </a:cxn>
                                  <a:cxn ang="0">
                                    <a:pos x="T2" y="T3"/>
                                  </a:cxn>
                                  <a:cxn ang="0">
                                    <a:pos x="T4" y="T5"/>
                                  </a:cxn>
                                  <a:cxn ang="0">
                                    <a:pos x="T6" y="T7"/>
                                  </a:cxn>
                                  <a:cxn ang="0">
                                    <a:pos x="T8" y="T9"/>
                                  </a:cxn>
                                </a:cxnLst>
                                <a:rect l="0" t="0" r="r" b="b"/>
                                <a:pathLst>
                                  <a:path w="336" h="197">
                                    <a:moveTo>
                                      <a:pt x="0" y="197"/>
                                    </a:moveTo>
                                    <a:lnTo>
                                      <a:pt x="308" y="11"/>
                                    </a:lnTo>
                                    <a:lnTo>
                                      <a:pt x="336" y="0"/>
                                    </a:lnTo>
                                    <a:lnTo>
                                      <a:pt x="336" y="22"/>
                                    </a:lnTo>
                                    <a:lnTo>
                                      <a:pt x="0" y="197"/>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42096" name="Line 48"/>
                            <p:cNvSpPr>
                              <a:spLocks noChangeShapeType="1"/>
                            </p:cNvSpPr>
                            <p:nvPr/>
                          </p:nvSpPr>
                          <p:spPr bwMode="auto">
                            <a:xfrm>
                              <a:off x="2598" y="3068"/>
                              <a:ext cx="20" cy="10"/>
                            </a:xfrm>
                            <a:prstGeom prst="line">
                              <a:avLst/>
                            </a:prstGeom>
                            <a:noFill/>
                            <a:ln w="15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642097" name="Group 49"/>
                        <p:cNvGrpSpPr/>
                        <p:nvPr/>
                      </p:nvGrpSpPr>
                      <p:grpSpPr bwMode="auto">
                        <a:xfrm>
                          <a:off x="2533" y="3064"/>
                          <a:ext cx="107" cy="50"/>
                          <a:chOff x="2533" y="3064"/>
                          <a:chExt cx="107" cy="50"/>
                        </a:xfrm>
                      </p:grpSpPr>
                      <p:grpSp>
                        <p:nvGrpSpPr>
                          <p:cNvPr id="642098" name="Group 50"/>
                          <p:cNvGrpSpPr/>
                          <p:nvPr/>
                        </p:nvGrpSpPr>
                        <p:grpSpPr bwMode="auto">
                          <a:xfrm>
                            <a:off x="2533" y="3065"/>
                            <a:ext cx="107" cy="49"/>
                            <a:chOff x="2533" y="3065"/>
                            <a:chExt cx="107" cy="49"/>
                          </a:xfrm>
                        </p:grpSpPr>
                        <p:sp>
                          <p:nvSpPr>
                            <p:cNvPr id="642099" name="Freeform 51"/>
                            <p:cNvSpPr/>
                            <p:nvPr/>
                          </p:nvSpPr>
                          <p:spPr bwMode="auto">
                            <a:xfrm>
                              <a:off x="2558" y="3085"/>
                              <a:ext cx="29" cy="16"/>
                            </a:xfrm>
                            <a:custGeom>
                              <a:avLst/>
                              <a:gdLst>
                                <a:gd name="T0" fmla="*/ 35 w 202"/>
                                <a:gd name="T1" fmla="*/ 0 h 121"/>
                                <a:gd name="T2" fmla="*/ 202 w 202"/>
                                <a:gd name="T3" fmla="*/ 104 h 121"/>
                                <a:gd name="T4" fmla="*/ 167 w 202"/>
                                <a:gd name="T5" fmla="*/ 121 h 121"/>
                                <a:gd name="T6" fmla="*/ 0 w 202"/>
                                <a:gd name="T7" fmla="*/ 17 h 121"/>
                                <a:gd name="T8" fmla="*/ 35 w 202"/>
                                <a:gd name="T9" fmla="*/ 0 h 121"/>
                              </a:gdLst>
                              <a:ahLst/>
                              <a:cxnLst>
                                <a:cxn ang="0">
                                  <a:pos x="T0" y="T1"/>
                                </a:cxn>
                                <a:cxn ang="0">
                                  <a:pos x="T2" y="T3"/>
                                </a:cxn>
                                <a:cxn ang="0">
                                  <a:pos x="T4" y="T5"/>
                                </a:cxn>
                                <a:cxn ang="0">
                                  <a:pos x="T6" y="T7"/>
                                </a:cxn>
                                <a:cxn ang="0">
                                  <a:pos x="T8" y="T9"/>
                                </a:cxn>
                              </a:cxnLst>
                              <a:rect l="0" t="0" r="r" b="b"/>
                              <a:pathLst>
                                <a:path w="202" h="121">
                                  <a:moveTo>
                                    <a:pt x="35" y="0"/>
                                  </a:moveTo>
                                  <a:lnTo>
                                    <a:pt x="202" y="104"/>
                                  </a:lnTo>
                                  <a:lnTo>
                                    <a:pt x="167" y="121"/>
                                  </a:lnTo>
                                  <a:lnTo>
                                    <a:pt x="0" y="17"/>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0" name="Freeform 52"/>
                            <p:cNvSpPr/>
                            <p:nvPr/>
                          </p:nvSpPr>
                          <p:spPr bwMode="auto">
                            <a:xfrm>
                              <a:off x="2582" y="3098"/>
                              <a:ext cx="14" cy="7"/>
                            </a:xfrm>
                            <a:custGeom>
                              <a:avLst/>
                              <a:gdLst>
                                <a:gd name="T0" fmla="*/ 37 w 98"/>
                                <a:gd name="T1" fmla="*/ 0 h 60"/>
                                <a:gd name="T2" fmla="*/ 98 w 98"/>
                                <a:gd name="T3" fmla="*/ 38 h 60"/>
                                <a:gd name="T4" fmla="*/ 64 w 98"/>
                                <a:gd name="T5" fmla="*/ 60 h 60"/>
                                <a:gd name="T6" fmla="*/ 0 w 98"/>
                                <a:gd name="T7" fmla="*/ 17 h 60"/>
                                <a:gd name="T8" fmla="*/ 37 w 98"/>
                                <a:gd name="T9" fmla="*/ 0 h 60"/>
                              </a:gdLst>
                              <a:ahLst/>
                              <a:cxnLst>
                                <a:cxn ang="0">
                                  <a:pos x="T0" y="T1"/>
                                </a:cxn>
                                <a:cxn ang="0">
                                  <a:pos x="T2" y="T3"/>
                                </a:cxn>
                                <a:cxn ang="0">
                                  <a:pos x="T4" y="T5"/>
                                </a:cxn>
                                <a:cxn ang="0">
                                  <a:pos x="T6" y="T7"/>
                                </a:cxn>
                                <a:cxn ang="0">
                                  <a:pos x="T8" y="T9"/>
                                </a:cxn>
                              </a:cxnLst>
                              <a:rect l="0" t="0" r="r" b="b"/>
                              <a:pathLst>
                                <a:path w="98" h="60">
                                  <a:moveTo>
                                    <a:pt x="37" y="0"/>
                                  </a:moveTo>
                                  <a:lnTo>
                                    <a:pt x="98" y="38"/>
                                  </a:lnTo>
                                  <a:lnTo>
                                    <a:pt x="64" y="60"/>
                                  </a:lnTo>
                                  <a:lnTo>
                                    <a:pt x="0" y="17"/>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1" name="Freeform 53"/>
                            <p:cNvSpPr/>
                            <p:nvPr/>
                          </p:nvSpPr>
                          <p:spPr bwMode="auto">
                            <a:xfrm>
                              <a:off x="2587" y="3102"/>
                              <a:ext cx="15" cy="8"/>
                            </a:xfrm>
                            <a:custGeom>
                              <a:avLst/>
                              <a:gdLst>
                                <a:gd name="T0" fmla="*/ 63 w 107"/>
                                <a:gd name="T1" fmla="*/ 0 h 64"/>
                                <a:gd name="T2" fmla="*/ 107 w 107"/>
                                <a:gd name="T3" fmla="*/ 30 h 64"/>
                                <a:gd name="T4" fmla="*/ 70 w 107"/>
                                <a:gd name="T5" fmla="*/ 54 h 64"/>
                                <a:gd name="T6" fmla="*/ 64 w 107"/>
                                <a:gd name="T7" fmla="*/ 47 h 64"/>
                                <a:gd name="T8" fmla="*/ 39 w 107"/>
                                <a:gd name="T9" fmla="*/ 64 h 64"/>
                                <a:gd name="T10" fmla="*/ 0 w 107"/>
                                <a:gd name="T11" fmla="*/ 38 h 64"/>
                                <a:gd name="T12" fmla="*/ 63 w 107"/>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107" h="64">
                                  <a:moveTo>
                                    <a:pt x="63" y="0"/>
                                  </a:moveTo>
                                  <a:lnTo>
                                    <a:pt x="107" y="30"/>
                                  </a:lnTo>
                                  <a:lnTo>
                                    <a:pt x="70" y="54"/>
                                  </a:lnTo>
                                  <a:lnTo>
                                    <a:pt x="64" y="47"/>
                                  </a:lnTo>
                                  <a:lnTo>
                                    <a:pt x="39" y="64"/>
                                  </a:lnTo>
                                  <a:lnTo>
                                    <a:pt x="0" y="38"/>
                                  </a:lnTo>
                                  <a:lnTo>
                                    <a:pt x="6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2" name="Freeform 54"/>
                            <p:cNvSpPr/>
                            <p:nvPr/>
                          </p:nvSpPr>
                          <p:spPr bwMode="auto">
                            <a:xfrm>
                              <a:off x="2597" y="3106"/>
                              <a:ext cx="15" cy="8"/>
                            </a:xfrm>
                            <a:custGeom>
                              <a:avLst/>
                              <a:gdLst>
                                <a:gd name="T0" fmla="*/ 35 w 103"/>
                                <a:gd name="T1" fmla="*/ 0 h 65"/>
                                <a:gd name="T2" fmla="*/ 103 w 103"/>
                                <a:gd name="T3" fmla="*/ 45 h 65"/>
                                <a:gd name="T4" fmla="*/ 66 w 103"/>
                                <a:gd name="T5" fmla="*/ 65 h 65"/>
                                <a:gd name="T6" fmla="*/ 0 w 103"/>
                                <a:gd name="T7" fmla="*/ 21 h 65"/>
                                <a:gd name="T8" fmla="*/ 35 w 103"/>
                                <a:gd name="T9" fmla="*/ 0 h 65"/>
                              </a:gdLst>
                              <a:ahLst/>
                              <a:cxnLst>
                                <a:cxn ang="0">
                                  <a:pos x="T0" y="T1"/>
                                </a:cxn>
                                <a:cxn ang="0">
                                  <a:pos x="T2" y="T3"/>
                                </a:cxn>
                                <a:cxn ang="0">
                                  <a:pos x="T4" y="T5"/>
                                </a:cxn>
                                <a:cxn ang="0">
                                  <a:pos x="T6" y="T7"/>
                                </a:cxn>
                                <a:cxn ang="0">
                                  <a:pos x="T8" y="T9"/>
                                </a:cxn>
                              </a:cxnLst>
                              <a:rect l="0" t="0" r="r" b="b"/>
                              <a:pathLst>
                                <a:path w="103" h="65">
                                  <a:moveTo>
                                    <a:pt x="35" y="0"/>
                                  </a:moveTo>
                                  <a:lnTo>
                                    <a:pt x="103" y="45"/>
                                  </a:lnTo>
                                  <a:lnTo>
                                    <a:pt x="66" y="65"/>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3" name="Freeform 55"/>
                            <p:cNvSpPr/>
                            <p:nvPr/>
                          </p:nvSpPr>
                          <p:spPr bwMode="auto">
                            <a:xfrm>
                              <a:off x="2551" y="3081"/>
                              <a:ext cx="12" cy="7"/>
                            </a:xfrm>
                            <a:custGeom>
                              <a:avLst/>
                              <a:gdLst>
                                <a:gd name="T0" fmla="*/ 34 w 86"/>
                                <a:gd name="T1" fmla="*/ 0 h 52"/>
                                <a:gd name="T2" fmla="*/ 86 w 86"/>
                                <a:gd name="T3" fmla="*/ 34 h 52"/>
                                <a:gd name="T4" fmla="*/ 50 w 86"/>
                                <a:gd name="T5" fmla="*/ 52 h 52"/>
                                <a:gd name="T6" fmla="*/ 0 w 86"/>
                                <a:gd name="T7" fmla="*/ 19 h 52"/>
                                <a:gd name="T8" fmla="*/ 34 w 86"/>
                                <a:gd name="T9" fmla="*/ 0 h 52"/>
                              </a:gdLst>
                              <a:ahLst/>
                              <a:cxnLst>
                                <a:cxn ang="0">
                                  <a:pos x="T0" y="T1"/>
                                </a:cxn>
                                <a:cxn ang="0">
                                  <a:pos x="T2" y="T3"/>
                                </a:cxn>
                                <a:cxn ang="0">
                                  <a:pos x="T4" y="T5"/>
                                </a:cxn>
                                <a:cxn ang="0">
                                  <a:pos x="T6" y="T7"/>
                                </a:cxn>
                                <a:cxn ang="0">
                                  <a:pos x="T8" y="T9"/>
                                </a:cxn>
                              </a:cxnLst>
                              <a:rect l="0" t="0" r="r" b="b"/>
                              <a:pathLst>
                                <a:path w="86" h="52">
                                  <a:moveTo>
                                    <a:pt x="34" y="0"/>
                                  </a:moveTo>
                                  <a:lnTo>
                                    <a:pt x="86" y="34"/>
                                  </a:lnTo>
                                  <a:lnTo>
                                    <a:pt x="50" y="52"/>
                                  </a:lnTo>
                                  <a:lnTo>
                                    <a:pt x="0" y="19"/>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4" name="Freeform 56"/>
                            <p:cNvSpPr/>
                            <p:nvPr/>
                          </p:nvSpPr>
                          <p:spPr bwMode="auto">
                            <a:xfrm>
                              <a:off x="2542" y="3077"/>
                              <a:ext cx="11" cy="5"/>
                            </a:xfrm>
                            <a:custGeom>
                              <a:avLst/>
                              <a:gdLst>
                                <a:gd name="T0" fmla="*/ 39 w 78"/>
                                <a:gd name="T1" fmla="*/ 0 h 45"/>
                                <a:gd name="T2" fmla="*/ 78 w 78"/>
                                <a:gd name="T3" fmla="*/ 25 h 45"/>
                                <a:gd name="T4" fmla="*/ 39 w 78"/>
                                <a:gd name="T5" fmla="*/ 45 h 45"/>
                                <a:gd name="T6" fmla="*/ 0 w 78"/>
                                <a:gd name="T7" fmla="*/ 19 h 45"/>
                                <a:gd name="T8" fmla="*/ 39 w 78"/>
                                <a:gd name="T9" fmla="*/ 0 h 45"/>
                              </a:gdLst>
                              <a:ahLst/>
                              <a:cxnLst>
                                <a:cxn ang="0">
                                  <a:pos x="T0" y="T1"/>
                                </a:cxn>
                                <a:cxn ang="0">
                                  <a:pos x="T2" y="T3"/>
                                </a:cxn>
                                <a:cxn ang="0">
                                  <a:pos x="T4" y="T5"/>
                                </a:cxn>
                                <a:cxn ang="0">
                                  <a:pos x="T6" y="T7"/>
                                </a:cxn>
                                <a:cxn ang="0">
                                  <a:pos x="T8" y="T9"/>
                                </a:cxn>
                              </a:cxnLst>
                              <a:rect l="0" t="0" r="r" b="b"/>
                              <a:pathLst>
                                <a:path w="78" h="45">
                                  <a:moveTo>
                                    <a:pt x="39" y="0"/>
                                  </a:moveTo>
                                  <a:lnTo>
                                    <a:pt x="78" y="25"/>
                                  </a:lnTo>
                                  <a:lnTo>
                                    <a:pt x="39" y="45"/>
                                  </a:lnTo>
                                  <a:lnTo>
                                    <a:pt x="0" y="19"/>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5" name="Freeform 57"/>
                            <p:cNvSpPr/>
                            <p:nvPr/>
                          </p:nvSpPr>
                          <p:spPr bwMode="auto">
                            <a:xfrm>
                              <a:off x="2536" y="3079"/>
                              <a:ext cx="10" cy="6"/>
                            </a:xfrm>
                            <a:custGeom>
                              <a:avLst/>
                              <a:gdLst>
                                <a:gd name="T0" fmla="*/ 36 w 72"/>
                                <a:gd name="T1" fmla="*/ 0 h 42"/>
                                <a:gd name="T2" fmla="*/ 72 w 72"/>
                                <a:gd name="T3" fmla="*/ 25 h 42"/>
                                <a:gd name="T4" fmla="*/ 35 w 72"/>
                                <a:gd name="T5" fmla="*/ 42 h 42"/>
                                <a:gd name="T6" fmla="*/ 0 w 72"/>
                                <a:gd name="T7" fmla="*/ 15 h 42"/>
                                <a:gd name="T8" fmla="*/ 36 w 72"/>
                                <a:gd name="T9" fmla="*/ 0 h 42"/>
                              </a:gdLst>
                              <a:ahLst/>
                              <a:cxnLst>
                                <a:cxn ang="0">
                                  <a:pos x="T0" y="T1"/>
                                </a:cxn>
                                <a:cxn ang="0">
                                  <a:pos x="T2" y="T3"/>
                                </a:cxn>
                                <a:cxn ang="0">
                                  <a:pos x="T4" y="T5"/>
                                </a:cxn>
                                <a:cxn ang="0">
                                  <a:pos x="T6" y="T7"/>
                                </a:cxn>
                                <a:cxn ang="0">
                                  <a:pos x="T8" y="T9"/>
                                </a:cxn>
                              </a:cxnLst>
                              <a:rect l="0" t="0" r="r" b="b"/>
                              <a:pathLst>
                                <a:path w="72" h="42">
                                  <a:moveTo>
                                    <a:pt x="36" y="0"/>
                                  </a:moveTo>
                                  <a:lnTo>
                                    <a:pt x="72" y="25"/>
                                  </a:lnTo>
                                  <a:lnTo>
                                    <a:pt x="35" y="42"/>
                                  </a:lnTo>
                                  <a:lnTo>
                                    <a:pt x="0" y="15"/>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6" name="Freeform 58"/>
                            <p:cNvSpPr/>
                            <p:nvPr/>
                          </p:nvSpPr>
                          <p:spPr bwMode="auto">
                            <a:xfrm>
                              <a:off x="2541" y="3082"/>
                              <a:ext cx="9" cy="5"/>
                            </a:xfrm>
                            <a:custGeom>
                              <a:avLst/>
                              <a:gdLst>
                                <a:gd name="T0" fmla="*/ 36 w 63"/>
                                <a:gd name="T1" fmla="*/ 0 h 41"/>
                                <a:gd name="T2" fmla="*/ 63 w 63"/>
                                <a:gd name="T3" fmla="*/ 21 h 41"/>
                                <a:gd name="T4" fmla="*/ 32 w 63"/>
                                <a:gd name="T5" fmla="*/ 41 h 41"/>
                                <a:gd name="T6" fmla="*/ 0 w 63"/>
                                <a:gd name="T7" fmla="*/ 19 h 41"/>
                                <a:gd name="T8" fmla="*/ 36 w 63"/>
                                <a:gd name="T9" fmla="*/ 0 h 41"/>
                              </a:gdLst>
                              <a:ahLst/>
                              <a:cxnLst>
                                <a:cxn ang="0">
                                  <a:pos x="T0" y="T1"/>
                                </a:cxn>
                                <a:cxn ang="0">
                                  <a:pos x="T2" y="T3"/>
                                </a:cxn>
                                <a:cxn ang="0">
                                  <a:pos x="T4" y="T5"/>
                                </a:cxn>
                                <a:cxn ang="0">
                                  <a:pos x="T6" y="T7"/>
                                </a:cxn>
                                <a:cxn ang="0">
                                  <a:pos x="T8" y="T9"/>
                                </a:cxn>
                              </a:cxnLst>
                              <a:rect l="0" t="0" r="r" b="b"/>
                              <a:pathLst>
                                <a:path w="63" h="41">
                                  <a:moveTo>
                                    <a:pt x="36" y="0"/>
                                  </a:moveTo>
                                  <a:lnTo>
                                    <a:pt x="63" y="21"/>
                                  </a:lnTo>
                                  <a:lnTo>
                                    <a:pt x="32" y="41"/>
                                  </a:lnTo>
                                  <a:lnTo>
                                    <a:pt x="0" y="19"/>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7" name="Freeform 59"/>
                            <p:cNvSpPr/>
                            <p:nvPr/>
                          </p:nvSpPr>
                          <p:spPr bwMode="auto">
                            <a:xfrm>
                              <a:off x="2533" y="3078"/>
                              <a:ext cx="8" cy="4"/>
                            </a:xfrm>
                            <a:custGeom>
                              <a:avLst/>
                              <a:gdLst>
                                <a:gd name="T0" fmla="*/ 37 w 58"/>
                                <a:gd name="T1" fmla="*/ 0 h 33"/>
                                <a:gd name="T2" fmla="*/ 58 w 58"/>
                                <a:gd name="T3" fmla="*/ 16 h 33"/>
                                <a:gd name="T4" fmla="*/ 21 w 58"/>
                                <a:gd name="T5" fmla="*/ 33 h 33"/>
                                <a:gd name="T6" fmla="*/ 0 w 58"/>
                                <a:gd name="T7" fmla="*/ 17 h 33"/>
                                <a:gd name="T8" fmla="*/ 37 w 58"/>
                                <a:gd name="T9" fmla="*/ 0 h 33"/>
                              </a:gdLst>
                              <a:ahLst/>
                              <a:cxnLst>
                                <a:cxn ang="0">
                                  <a:pos x="T0" y="T1"/>
                                </a:cxn>
                                <a:cxn ang="0">
                                  <a:pos x="T2" y="T3"/>
                                </a:cxn>
                                <a:cxn ang="0">
                                  <a:pos x="T4" y="T5"/>
                                </a:cxn>
                                <a:cxn ang="0">
                                  <a:pos x="T6" y="T7"/>
                                </a:cxn>
                                <a:cxn ang="0">
                                  <a:pos x="T8" y="T9"/>
                                </a:cxn>
                              </a:cxnLst>
                              <a:rect l="0" t="0" r="r" b="b"/>
                              <a:pathLst>
                                <a:path w="58" h="33">
                                  <a:moveTo>
                                    <a:pt x="37" y="0"/>
                                  </a:moveTo>
                                  <a:lnTo>
                                    <a:pt x="58" y="16"/>
                                  </a:lnTo>
                                  <a:lnTo>
                                    <a:pt x="21" y="33"/>
                                  </a:lnTo>
                                  <a:lnTo>
                                    <a:pt x="0" y="17"/>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8" name="Freeform 60"/>
                            <p:cNvSpPr/>
                            <p:nvPr/>
                          </p:nvSpPr>
                          <p:spPr bwMode="auto">
                            <a:xfrm>
                              <a:off x="2603" y="3103"/>
                              <a:ext cx="15" cy="8"/>
                            </a:xfrm>
                            <a:custGeom>
                              <a:avLst/>
                              <a:gdLst>
                                <a:gd name="T0" fmla="*/ 34 w 102"/>
                                <a:gd name="T1" fmla="*/ 0 h 64"/>
                                <a:gd name="T2" fmla="*/ 102 w 102"/>
                                <a:gd name="T3" fmla="*/ 42 h 64"/>
                                <a:gd name="T4" fmla="*/ 66 w 102"/>
                                <a:gd name="T5" fmla="*/ 64 h 64"/>
                                <a:gd name="T6" fmla="*/ 0 w 102"/>
                                <a:gd name="T7" fmla="*/ 22 h 64"/>
                                <a:gd name="T8" fmla="*/ 34 w 102"/>
                                <a:gd name="T9" fmla="*/ 0 h 64"/>
                              </a:gdLst>
                              <a:ahLst/>
                              <a:cxnLst>
                                <a:cxn ang="0">
                                  <a:pos x="T0" y="T1"/>
                                </a:cxn>
                                <a:cxn ang="0">
                                  <a:pos x="T2" y="T3"/>
                                </a:cxn>
                                <a:cxn ang="0">
                                  <a:pos x="T4" y="T5"/>
                                </a:cxn>
                                <a:cxn ang="0">
                                  <a:pos x="T6" y="T7"/>
                                </a:cxn>
                                <a:cxn ang="0">
                                  <a:pos x="T8" y="T9"/>
                                </a:cxn>
                              </a:cxnLst>
                              <a:rect l="0" t="0" r="r" b="b"/>
                              <a:pathLst>
                                <a:path w="102" h="64">
                                  <a:moveTo>
                                    <a:pt x="34" y="0"/>
                                  </a:moveTo>
                                  <a:lnTo>
                                    <a:pt x="102" y="42"/>
                                  </a:lnTo>
                                  <a:lnTo>
                                    <a:pt x="66" y="64"/>
                                  </a:lnTo>
                                  <a:lnTo>
                                    <a:pt x="0" y="22"/>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9" name="Freeform 61"/>
                            <p:cNvSpPr/>
                            <p:nvPr/>
                          </p:nvSpPr>
                          <p:spPr bwMode="auto">
                            <a:xfrm>
                              <a:off x="2609" y="3100"/>
                              <a:ext cx="15" cy="8"/>
                            </a:xfrm>
                            <a:custGeom>
                              <a:avLst/>
                              <a:gdLst>
                                <a:gd name="T0" fmla="*/ 34 w 101"/>
                                <a:gd name="T1" fmla="*/ 0 h 63"/>
                                <a:gd name="T2" fmla="*/ 101 w 101"/>
                                <a:gd name="T3" fmla="*/ 43 h 63"/>
                                <a:gd name="T4" fmla="*/ 66 w 101"/>
                                <a:gd name="T5" fmla="*/ 63 h 63"/>
                                <a:gd name="T6" fmla="*/ 0 w 101"/>
                                <a:gd name="T7" fmla="*/ 21 h 63"/>
                                <a:gd name="T8" fmla="*/ 34 w 101"/>
                                <a:gd name="T9" fmla="*/ 0 h 63"/>
                              </a:gdLst>
                              <a:ahLst/>
                              <a:cxnLst>
                                <a:cxn ang="0">
                                  <a:pos x="T0" y="T1"/>
                                </a:cxn>
                                <a:cxn ang="0">
                                  <a:pos x="T2" y="T3"/>
                                </a:cxn>
                                <a:cxn ang="0">
                                  <a:pos x="T4" y="T5"/>
                                </a:cxn>
                                <a:cxn ang="0">
                                  <a:pos x="T6" y="T7"/>
                                </a:cxn>
                                <a:cxn ang="0">
                                  <a:pos x="T8" y="T9"/>
                                </a:cxn>
                              </a:cxnLst>
                              <a:rect l="0" t="0" r="r" b="b"/>
                              <a:pathLst>
                                <a:path w="101" h="63">
                                  <a:moveTo>
                                    <a:pt x="34" y="0"/>
                                  </a:moveTo>
                                  <a:lnTo>
                                    <a:pt x="101" y="43"/>
                                  </a:lnTo>
                                  <a:lnTo>
                                    <a:pt x="66" y="63"/>
                                  </a:lnTo>
                                  <a:lnTo>
                                    <a:pt x="0" y="21"/>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0" name="Freeform 62"/>
                            <p:cNvSpPr/>
                            <p:nvPr/>
                          </p:nvSpPr>
                          <p:spPr bwMode="auto">
                            <a:xfrm>
                              <a:off x="2615" y="3097"/>
                              <a:ext cx="15" cy="8"/>
                            </a:xfrm>
                            <a:custGeom>
                              <a:avLst/>
                              <a:gdLst>
                                <a:gd name="T0" fmla="*/ 31 w 102"/>
                                <a:gd name="T1" fmla="*/ 0 h 61"/>
                                <a:gd name="T2" fmla="*/ 102 w 102"/>
                                <a:gd name="T3" fmla="*/ 42 h 61"/>
                                <a:gd name="T4" fmla="*/ 65 w 102"/>
                                <a:gd name="T5" fmla="*/ 61 h 61"/>
                                <a:gd name="T6" fmla="*/ 0 w 102"/>
                                <a:gd name="T7" fmla="*/ 21 h 61"/>
                                <a:gd name="T8" fmla="*/ 31 w 102"/>
                                <a:gd name="T9" fmla="*/ 0 h 61"/>
                              </a:gdLst>
                              <a:ahLst/>
                              <a:cxnLst>
                                <a:cxn ang="0">
                                  <a:pos x="T0" y="T1"/>
                                </a:cxn>
                                <a:cxn ang="0">
                                  <a:pos x="T2" y="T3"/>
                                </a:cxn>
                                <a:cxn ang="0">
                                  <a:pos x="T4" y="T5"/>
                                </a:cxn>
                                <a:cxn ang="0">
                                  <a:pos x="T6" y="T7"/>
                                </a:cxn>
                                <a:cxn ang="0">
                                  <a:pos x="T8" y="T9"/>
                                </a:cxn>
                              </a:cxnLst>
                              <a:rect l="0" t="0" r="r" b="b"/>
                              <a:pathLst>
                                <a:path w="102" h="61">
                                  <a:moveTo>
                                    <a:pt x="31" y="0"/>
                                  </a:moveTo>
                                  <a:lnTo>
                                    <a:pt x="102" y="42"/>
                                  </a:lnTo>
                                  <a:lnTo>
                                    <a:pt x="65" y="61"/>
                                  </a:lnTo>
                                  <a:lnTo>
                                    <a:pt x="0" y="21"/>
                                  </a:lnTo>
                                  <a:lnTo>
                                    <a:pt x="3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1" name="Freeform 63"/>
                            <p:cNvSpPr/>
                            <p:nvPr/>
                          </p:nvSpPr>
                          <p:spPr bwMode="auto">
                            <a:xfrm>
                              <a:off x="2598" y="3100"/>
                              <a:ext cx="10" cy="6"/>
                            </a:xfrm>
                            <a:custGeom>
                              <a:avLst/>
                              <a:gdLst>
                                <a:gd name="T0" fmla="*/ 38 w 71"/>
                                <a:gd name="T1" fmla="*/ 0 h 45"/>
                                <a:gd name="T2" fmla="*/ 71 w 71"/>
                                <a:gd name="T3" fmla="*/ 22 h 45"/>
                                <a:gd name="T4" fmla="*/ 35 w 71"/>
                                <a:gd name="T5" fmla="*/ 45 h 45"/>
                                <a:gd name="T6" fmla="*/ 0 w 71"/>
                                <a:gd name="T7" fmla="*/ 22 h 45"/>
                                <a:gd name="T8" fmla="*/ 38 w 71"/>
                                <a:gd name="T9" fmla="*/ 0 h 45"/>
                              </a:gdLst>
                              <a:ahLst/>
                              <a:cxnLst>
                                <a:cxn ang="0">
                                  <a:pos x="T0" y="T1"/>
                                </a:cxn>
                                <a:cxn ang="0">
                                  <a:pos x="T2" y="T3"/>
                                </a:cxn>
                                <a:cxn ang="0">
                                  <a:pos x="T4" y="T5"/>
                                </a:cxn>
                                <a:cxn ang="0">
                                  <a:pos x="T6" y="T7"/>
                                </a:cxn>
                                <a:cxn ang="0">
                                  <a:pos x="T8" y="T9"/>
                                </a:cxn>
                              </a:cxnLst>
                              <a:rect l="0" t="0" r="r" b="b"/>
                              <a:pathLst>
                                <a:path w="71" h="45">
                                  <a:moveTo>
                                    <a:pt x="38" y="0"/>
                                  </a:moveTo>
                                  <a:lnTo>
                                    <a:pt x="71" y="22"/>
                                  </a:lnTo>
                                  <a:lnTo>
                                    <a:pt x="35" y="45"/>
                                  </a:lnTo>
                                  <a:lnTo>
                                    <a:pt x="0" y="22"/>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2" name="Freeform 64"/>
                            <p:cNvSpPr/>
                            <p:nvPr/>
                          </p:nvSpPr>
                          <p:spPr bwMode="auto">
                            <a:xfrm>
                              <a:off x="2604" y="3097"/>
                              <a:ext cx="10" cy="6"/>
                            </a:xfrm>
                            <a:custGeom>
                              <a:avLst/>
                              <a:gdLst>
                                <a:gd name="T0" fmla="*/ 34 w 68"/>
                                <a:gd name="T1" fmla="*/ 0 h 45"/>
                                <a:gd name="T2" fmla="*/ 68 w 68"/>
                                <a:gd name="T3" fmla="*/ 22 h 45"/>
                                <a:gd name="T4" fmla="*/ 31 w 68"/>
                                <a:gd name="T5" fmla="*/ 45 h 45"/>
                                <a:gd name="T6" fmla="*/ 0 w 68"/>
                                <a:gd name="T7" fmla="*/ 22 h 45"/>
                                <a:gd name="T8" fmla="*/ 34 w 68"/>
                                <a:gd name="T9" fmla="*/ 0 h 45"/>
                              </a:gdLst>
                              <a:ahLst/>
                              <a:cxnLst>
                                <a:cxn ang="0">
                                  <a:pos x="T0" y="T1"/>
                                </a:cxn>
                                <a:cxn ang="0">
                                  <a:pos x="T2" y="T3"/>
                                </a:cxn>
                                <a:cxn ang="0">
                                  <a:pos x="T4" y="T5"/>
                                </a:cxn>
                                <a:cxn ang="0">
                                  <a:pos x="T6" y="T7"/>
                                </a:cxn>
                                <a:cxn ang="0">
                                  <a:pos x="T8" y="T9"/>
                                </a:cxn>
                              </a:cxnLst>
                              <a:rect l="0" t="0" r="r" b="b"/>
                              <a:pathLst>
                                <a:path w="68" h="45">
                                  <a:moveTo>
                                    <a:pt x="34" y="0"/>
                                  </a:moveTo>
                                  <a:lnTo>
                                    <a:pt x="68" y="22"/>
                                  </a:lnTo>
                                  <a:lnTo>
                                    <a:pt x="31" y="45"/>
                                  </a:lnTo>
                                  <a:lnTo>
                                    <a:pt x="0" y="22"/>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3" name="Freeform 65"/>
                            <p:cNvSpPr/>
                            <p:nvPr/>
                          </p:nvSpPr>
                          <p:spPr bwMode="auto">
                            <a:xfrm>
                              <a:off x="2610" y="3094"/>
                              <a:ext cx="10" cy="6"/>
                            </a:xfrm>
                            <a:custGeom>
                              <a:avLst/>
                              <a:gdLst>
                                <a:gd name="T0" fmla="*/ 36 w 69"/>
                                <a:gd name="T1" fmla="*/ 0 h 41"/>
                                <a:gd name="T2" fmla="*/ 69 w 69"/>
                                <a:gd name="T3" fmla="*/ 20 h 41"/>
                                <a:gd name="T4" fmla="*/ 34 w 69"/>
                                <a:gd name="T5" fmla="*/ 41 h 41"/>
                                <a:gd name="T6" fmla="*/ 0 w 69"/>
                                <a:gd name="T7" fmla="*/ 21 h 41"/>
                                <a:gd name="T8" fmla="*/ 36 w 69"/>
                                <a:gd name="T9" fmla="*/ 0 h 41"/>
                              </a:gdLst>
                              <a:ahLst/>
                              <a:cxnLst>
                                <a:cxn ang="0">
                                  <a:pos x="T0" y="T1"/>
                                </a:cxn>
                                <a:cxn ang="0">
                                  <a:pos x="T2" y="T3"/>
                                </a:cxn>
                                <a:cxn ang="0">
                                  <a:pos x="T4" y="T5"/>
                                </a:cxn>
                                <a:cxn ang="0">
                                  <a:pos x="T6" y="T7"/>
                                </a:cxn>
                                <a:cxn ang="0">
                                  <a:pos x="T8" y="T9"/>
                                </a:cxn>
                              </a:cxnLst>
                              <a:rect l="0" t="0" r="r" b="b"/>
                              <a:pathLst>
                                <a:path w="69" h="41">
                                  <a:moveTo>
                                    <a:pt x="36" y="0"/>
                                  </a:moveTo>
                                  <a:lnTo>
                                    <a:pt x="69" y="20"/>
                                  </a:lnTo>
                                  <a:lnTo>
                                    <a:pt x="34" y="41"/>
                                  </a:lnTo>
                                  <a:lnTo>
                                    <a:pt x="0" y="21"/>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4" name="Freeform 66"/>
                            <p:cNvSpPr/>
                            <p:nvPr/>
                          </p:nvSpPr>
                          <p:spPr bwMode="auto">
                            <a:xfrm>
                              <a:off x="2616" y="3091"/>
                              <a:ext cx="10" cy="6"/>
                            </a:xfrm>
                            <a:custGeom>
                              <a:avLst/>
                              <a:gdLst>
                                <a:gd name="T0" fmla="*/ 35 w 68"/>
                                <a:gd name="T1" fmla="*/ 0 h 41"/>
                                <a:gd name="T2" fmla="*/ 68 w 68"/>
                                <a:gd name="T3" fmla="*/ 20 h 41"/>
                                <a:gd name="T4" fmla="*/ 32 w 68"/>
                                <a:gd name="T5" fmla="*/ 41 h 41"/>
                                <a:gd name="T6" fmla="*/ 0 w 68"/>
                                <a:gd name="T7" fmla="*/ 24 h 41"/>
                                <a:gd name="T8" fmla="*/ 35 w 68"/>
                                <a:gd name="T9" fmla="*/ 0 h 41"/>
                              </a:gdLst>
                              <a:ahLst/>
                              <a:cxnLst>
                                <a:cxn ang="0">
                                  <a:pos x="T0" y="T1"/>
                                </a:cxn>
                                <a:cxn ang="0">
                                  <a:pos x="T2" y="T3"/>
                                </a:cxn>
                                <a:cxn ang="0">
                                  <a:pos x="T4" y="T5"/>
                                </a:cxn>
                                <a:cxn ang="0">
                                  <a:pos x="T6" y="T7"/>
                                </a:cxn>
                                <a:cxn ang="0">
                                  <a:pos x="T8" y="T9"/>
                                </a:cxn>
                              </a:cxnLst>
                              <a:rect l="0" t="0" r="r" b="b"/>
                              <a:pathLst>
                                <a:path w="68" h="41">
                                  <a:moveTo>
                                    <a:pt x="35" y="0"/>
                                  </a:moveTo>
                                  <a:lnTo>
                                    <a:pt x="68" y="20"/>
                                  </a:lnTo>
                                  <a:lnTo>
                                    <a:pt x="32" y="41"/>
                                  </a:lnTo>
                                  <a:lnTo>
                                    <a:pt x="0" y="24"/>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5" name="Freeform 67"/>
                            <p:cNvSpPr/>
                            <p:nvPr/>
                          </p:nvSpPr>
                          <p:spPr bwMode="auto">
                            <a:xfrm>
                              <a:off x="2622" y="3089"/>
                              <a:ext cx="8" cy="5"/>
                            </a:xfrm>
                            <a:custGeom>
                              <a:avLst/>
                              <a:gdLst>
                                <a:gd name="T0" fmla="*/ 28 w 59"/>
                                <a:gd name="T1" fmla="*/ 0 h 38"/>
                                <a:gd name="T2" fmla="*/ 59 w 59"/>
                                <a:gd name="T3" fmla="*/ 20 h 38"/>
                                <a:gd name="T4" fmla="*/ 32 w 59"/>
                                <a:gd name="T5" fmla="*/ 38 h 38"/>
                                <a:gd name="T6" fmla="*/ 0 w 59"/>
                                <a:gd name="T7" fmla="*/ 16 h 38"/>
                                <a:gd name="T8" fmla="*/ 28 w 59"/>
                                <a:gd name="T9" fmla="*/ 0 h 38"/>
                              </a:gdLst>
                              <a:ahLst/>
                              <a:cxnLst>
                                <a:cxn ang="0">
                                  <a:pos x="T0" y="T1"/>
                                </a:cxn>
                                <a:cxn ang="0">
                                  <a:pos x="T2" y="T3"/>
                                </a:cxn>
                                <a:cxn ang="0">
                                  <a:pos x="T4" y="T5"/>
                                </a:cxn>
                                <a:cxn ang="0">
                                  <a:pos x="T6" y="T7"/>
                                </a:cxn>
                                <a:cxn ang="0">
                                  <a:pos x="T8" y="T9"/>
                                </a:cxn>
                              </a:cxnLst>
                              <a:rect l="0" t="0" r="r" b="b"/>
                              <a:pathLst>
                                <a:path w="59" h="38">
                                  <a:moveTo>
                                    <a:pt x="28" y="0"/>
                                  </a:moveTo>
                                  <a:lnTo>
                                    <a:pt x="59" y="20"/>
                                  </a:lnTo>
                                  <a:lnTo>
                                    <a:pt x="32" y="38"/>
                                  </a:lnTo>
                                  <a:lnTo>
                                    <a:pt x="0" y="16"/>
                                  </a:lnTo>
                                  <a:lnTo>
                                    <a:pt x="2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6" name="Freeform 68"/>
                            <p:cNvSpPr/>
                            <p:nvPr/>
                          </p:nvSpPr>
                          <p:spPr bwMode="auto">
                            <a:xfrm>
                              <a:off x="2627" y="3092"/>
                              <a:ext cx="8" cy="4"/>
                            </a:xfrm>
                            <a:custGeom>
                              <a:avLst/>
                              <a:gdLst>
                                <a:gd name="T0" fmla="*/ 29 w 61"/>
                                <a:gd name="T1" fmla="*/ 0 h 38"/>
                                <a:gd name="T2" fmla="*/ 61 w 61"/>
                                <a:gd name="T3" fmla="*/ 19 h 38"/>
                                <a:gd name="T4" fmla="*/ 32 w 61"/>
                                <a:gd name="T5" fmla="*/ 38 h 38"/>
                                <a:gd name="T6" fmla="*/ 0 w 61"/>
                                <a:gd name="T7" fmla="*/ 19 h 38"/>
                                <a:gd name="T8" fmla="*/ 29 w 61"/>
                                <a:gd name="T9" fmla="*/ 0 h 38"/>
                              </a:gdLst>
                              <a:ahLst/>
                              <a:cxnLst>
                                <a:cxn ang="0">
                                  <a:pos x="T0" y="T1"/>
                                </a:cxn>
                                <a:cxn ang="0">
                                  <a:pos x="T2" y="T3"/>
                                </a:cxn>
                                <a:cxn ang="0">
                                  <a:pos x="T4" y="T5"/>
                                </a:cxn>
                                <a:cxn ang="0">
                                  <a:pos x="T6" y="T7"/>
                                </a:cxn>
                                <a:cxn ang="0">
                                  <a:pos x="T8" y="T9"/>
                                </a:cxn>
                              </a:cxnLst>
                              <a:rect l="0" t="0" r="r" b="b"/>
                              <a:pathLst>
                                <a:path w="61" h="38">
                                  <a:moveTo>
                                    <a:pt x="29" y="0"/>
                                  </a:moveTo>
                                  <a:lnTo>
                                    <a:pt x="61" y="19"/>
                                  </a:lnTo>
                                  <a:lnTo>
                                    <a:pt x="32" y="38"/>
                                  </a:lnTo>
                                  <a:lnTo>
                                    <a:pt x="0" y="19"/>
                                  </a:lnTo>
                                  <a:lnTo>
                                    <a:pt x="2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7" name="Freeform 69"/>
                            <p:cNvSpPr/>
                            <p:nvPr/>
                          </p:nvSpPr>
                          <p:spPr bwMode="auto">
                            <a:xfrm>
                              <a:off x="2621" y="3094"/>
                              <a:ext cx="10" cy="5"/>
                            </a:xfrm>
                            <a:custGeom>
                              <a:avLst/>
                              <a:gdLst>
                                <a:gd name="T0" fmla="*/ 37 w 69"/>
                                <a:gd name="T1" fmla="*/ 0 h 41"/>
                                <a:gd name="T2" fmla="*/ 69 w 69"/>
                                <a:gd name="T3" fmla="*/ 18 h 41"/>
                                <a:gd name="T4" fmla="*/ 33 w 69"/>
                                <a:gd name="T5" fmla="*/ 41 h 41"/>
                                <a:gd name="T6" fmla="*/ 0 w 69"/>
                                <a:gd name="T7" fmla="*/ 20 h 41"/>
                                <a:gd name="T8" fmla="*/ 37 w 69"/>
                                <a:gd name="T9" fmla="*/ 0 h 41"/>
                              </a:gdLst>
                              <a:ahLst/>
                              <a:cxnLst>
                                <a:cxn ang="0">
                                  <a:pos x="T0" y="T1"/>
                                </a:cxn>
                                <a:cxn ang="0">
                                  <a:pos x="T2" y="T3"/>
                                </a:cxn>
                                <a:cxn ang="0">
                                  <a:pos x="T4" y="T5"/>
                                </a:cxn>
                                <a:cxn ang="0">
                                  <a:pos x="T6" y="T7"/>
                                </a:cxn>
                                <a:cxn ang="0">
                                  <a:pos x="T8" y="T9"/>
                                </a:cxn>
                              </a:cxnLst>
                              <a:rect l="0" t="0" r="r" b="b"/>
                              <a:pathLst>
                                <a:path w="69" h="41">
                                  <a:moveTo>
                                    <a:pt x="37" y="0"/>
                                  </a:moveTo>
                                  <a:lnTo>
                                    <a:pt x="69" y="18"/>
                                  </a:lnTo>
                                  <a:lnTo>
                                    <a:pt x="33" y="41"/>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8" name="Freeform 70"/>
                            <p:cNvSpPr/>
                            <p:nvPr/>
                          </p:nvSpPr>
                          <p:spPr bwMode="auto">
                            <a:xfrm>
                              <a:off x="2632" y="3094"/>
                              <a:ext cx="8" cy="5"/>
                            </a:xfrm>
                            <a:custGeom>
                              <a:avLst/>
                              <a:gdLst>
                                <a:gd name="T0" fmla="*/ 28 w 60"/>
                                <a:gd name="T1" fmla="*/ 0 h 39"/>
                                <a:gd name="T2" fmla="*/ 60 w 60"/>
                                <a:gd name="T3" fmla="*/ 19 h 39"/>
                                <a:gd name="T4" fmla="*/ 32 w 60"/>
                                <a:gd name="T5" fmla="*/ 39 h 39"/>
                                <a:gd name="T6" fmla="*/ 0 w 60"/>
                                <a:gd name="T7" fmla="*/ 18 h 39"/>
                                <a:gd name="T8" fmla="*/ 28 w 60"/>
                                <a:gd name="T9" fmla="*/ 0 h 39"/>
                              </a:gdLst>
                              <a:ahLst/>
                              <a:cxnLst>
                                <a:cxn ang="0">
                                  <a:pos x="T0" y="T1"/>
                                </a:cxn>
                                <a:cxn ang="0">
                                  <a:pos x="T2" y="T3"/>
                                </a:cxn>
                                <a:cxn ang="0">
                                  <a:pos x="T4" y="T5"/>
                                </a:cxn>
                                <a:cxn ang="0">
                                  <a:pos x="T6" y="T7"/>
                                </a:cxn>
                                <a:cxn ang="0">
                                  <a:pos x="T8" y="T9"/>
                                </a:cxn>
                              </a:cxnLst>
                              <a:rect l="0" t="0" r="r" b="b"/>
                              <a:pathLst>
                                <a:path w="60" h="39">
                                  <a:moveTo>
                                    <a:pt x="28" y="0"/>
                                  </a:moveTo>
                                  <a:lnTo>
                                    <a:pt x="60" y="19"/>
                                  </a:lnTo>
                                  <a:lnTo>
                                    <a:pt x="32" y="39"/>
                                  </a:lnTo>
                                  <a:lnTo>
                                    <a:pt x="0" y="18"/>
                                  </a:lnTo>
                                  <a:lnTo>
                                    <a:pt x="2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9" name="Freeform 71"/>
                            <p:cNvSpPr/>
                            <p:nvPr/>
                          </p:nvSpPr>
                          <p:spPr bwMode="auto">
                            <a:xfrm>
                              <a:off x="2626" y="3096"/>
                              <a:ext cx="10" cy="6"/>
                            </a:xfrm>
                            <a:custGeom>
                              <a:avLst/>
                              <a:gdLst>
                                <a:gd name="T0" fmla="*/ 35 w 69"/>
                                <a:gd name="T1" fmla="*/ 0 h 44"/>
                                <a:gd name="T2" fmla="*/ 69 w 69"/>
                                <a:gd name="T3" fmla="*/ 21 h 44"/>
                                <a:gd name="T4" fmla="*/ 31 w 69"/>
                                <a:gd name="T5" fmla="*/ 44 h 44"/>
                                <a:gd name="T6" fmla="*/ 0 w 69"/>
                                <a:gd name="T7" fmla="*/ 23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1"/>
                                  </a:lnTo>
                                  <a:lnTo>
                                    <a:pt x="31" y="44"/>
                                  </a:lnTo>
                                  <a:lnTo>
                                    <a:pt x="0" y="23"/>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0" name="Freeform 72"/>
                            <p:cNvSpPr/>
                            <p:nvPr/>
                          </p:nvSpPr>
                          <p:spPr bwMode="auto">
                            <a:xfrm>
                              <a:off x="2599" y="3095"/>
                              <a:ext cx="10" cy="5"/>
                            </a:xfrm>
                            <a:custGeom>
                              <a:avLst/>
                              <a:gdLst>
                                <a:gd name="T0" fmla="*/ 35 w 69"/>
                                <a:gd name="T1" fmla="*/ 0 h 43"/>
                                <a:gd name="T2" fmla="*/ 69 w 69"/>
                                <a:gd name="T3" fmla="*/ 21 h 43"/>
                                <a:gd name="T4" fmla="*/ 34 w 69"/>
                                <a:gd name="T5" fmla="*/ 43 h 43"/>
                                <a:gd name="T6" fmla="*/ 0 w 69"/>
                                <a:gd name="T7" fmla="*/ 21 h 43"/>
                                <a:gd name="T8" fmla="*/ 35 w 69"/>
                                <a:gd name="T9" fmla="*/ 0 h 43"/>
                              </a:gdLst>
                              <a:ahLst/>
                              <a:cxnLst>
                                <a:cxn ang="0">
                                  <a:pos x="T0" y="T1"/>
                                </a:cxn>
                                <a:cxn ang="0">
                                  <a:pos x="T2" y="T3"/>
                                </a:cxn>
                                <a:cxn ang="0">
                                  <a:pos x="T4" y="T5"/>
                                </a:cxn>
                                <a:cxn ang="0">
                                  <a:pos x="T6" y="T7"/>
                                </a:cxn>
                                <a:cxn ang="0">
                                  <a:pos x="T8" y="T9"/>
                                </a:cxn>
                              </a:cxnLst>
                              <a:rect l="0" t="0" r="r" b="b"/>
                              <a:pathLst>
                                <a:path w="69" h="43">
                                  <a:moveTo>
                                    <a:pt x="35" y="0"/>
                                  </a:moveTo>
                                  <a:lnTo>
                                    <a:pt x="69" y="21"/>
                                  </a:lnTo>
                                  <a:lnTo>
                                    <a:pt x="34" y="43"/>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1" name="Freeform 73"/>
                            <p:cNvSpPr/>
                            <p:nvPr/>
                          </p:nvSpPr>
                          <p:spPr bwMode="auto">
                            <a:xfrm>
                              <a:off x="2605" y="3092"/>
                              <a:ext cx="10" cy="5"/>
                            </a:xfrm>
                            <a:custGeom>
                              <a:avLst/>
                              <a:gdLst>
                                <a:gd name="T0" fmla="*/ 36 w 70"/>
                                <a:gd name="T1" fmla="*/ 0 h 42"/>
                                <a:gd name="T2" fmla="*/ 70 w 70"/>
                                <a:gd name="T3" fmla="*/ 22 h 42"/>
                                <a:gd name="T4" fmla="*/ 34 w 70"/>
                                <a:gd name="T5" fmla="*/ 42 h 42"/>
                                <a:gd name="T6" fmla="*/ 0 w 70"/>
                                <a:gd name="T7" fmla="*/ 22 h 42"/>
                                <a:gd name="T8" fmla="*/ 36 w 70"/>
                                <a:gd name="T9" fmla="*/ 0 h 42"/>
                              </a:gdLst>
                              <a:ahLst/>
                              <a:cxnLst>
                                <a:cxn ang="0">
                                  <a:pos x="T0" y="T1"/>
                                </a:cxn>
                                <a:cxn ang="0">
                                  <a:pos x="T2" y="T3"/>
                                </a:cxn>
                                <a:cxn ang="0">
                                  <a:pos x="T4" y="T5"/>
                                </a:cxn>
                                <a:cxn ang="0">
                                  <a:pos x="T6" y="T7"/>
                                </a:cxn>
                                <a:cxn ang="0">
                                  <a:pos x="T8" y="T9"/>
                                </a:cxn>
                              </a:cxnLst>
                              <a:rect l="0" t="0" r="r" b="b"/>
                              <a:pathLst>
                                <a:path w="70" h="42">
                                  <a:moveTo>
                                    <a:pt x="36" y="0"/>
                                  </a:moveTo>
                                  <a:lnTo>
                                    <a:pt x="70" y="22"/>
                                  </a:lnTo>
                                  <a:lnTo>
                                    <a:pt x="34" y="42"/>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2" name="Freeform 74"/>
                            <p:cNvSpPr/>
                            <p:nvPr/>
                          </p:nvSpPr>
                          <p:spPr bwMode="auto">
                            <a:xfrm>
                              <a:off x="2612" y="3089"/>
                              <a:ext cx="9" cy="5"/>
                            </a:xfrm>
                            <a:custGeom>
                              <a:avLst/>
                              <a:gdLst>
                                <a:gd name="T0" fmla="*/ 35 w 67"/>
                                <a:gd name="T1" fmla="*/ 0 h 42"/>
                                <a:gd name="T2" fmla="*/ 67 w 67"/>
                                <a:gd name="T3" fmla="*/ 19 h 42"/>
                                <a:gd name="T4" fmla="*/ 31 w 67"/>
                                <a:gd name="T5" fmla="*/ 42 h 42"/>
                                <a:gd name="T6" fmla="*/ 0 w 67"/>
                                <a:gd name="T7" fmla="*/ 22 h 42"/>
                                <a:gd name="T8" fmla="*/ 35 w 67"/>
                                <a:gd name="T9" fmla="*/ 0 h 42"/>
                              </a:gdLst>
                              <a:ahLst/>
                              <a:cxnLst>
                                <a:cxn ang="0">
                                  <a:pos x="T0" y="T1"/>
                                </a:cxn>
                                <a:cxn ang="0">
                                  <a:pos x="T2" y="T3"/>
                                </a:cxn>
                                <a:cxn ang="0">
                                  <a:pos x="T4" y="T5"/>
                                </a:cxn>
                                <a:cxn ang="0">
                                  <a:pos x="T6" y="T7"/>
                                </a:cxn>
                                <a:cxn ang="0">
                                  <a:pos x="T8" y="T9"/>
                                </a:cxn>
                              </a:cxnLst>
                              <a:rect l="0" t="0" r="r" b="b"/>
                              <a:pathLst>
                                <a:path w="67" h="42">
                                  <a:moveTo>
                                    <a:pt x="35" y="0"/>
                                  </a:moveTo>
                                  <a:lnTo>
                                    <a:pt x="67" y="19"/>
                                  </a:lnTo>
                                  <a:lnTo>
                                    <a:pt x="31" y="42"/>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3" name="Freeform 75"/>
                            <p:cNvSpPr/>
                            <p:nvPr/>
                          </p:nvSpPr>
                          <p:spPr bwMode="auto">
                            <a:xfrm>
                              <a:off x="2617" y="3087"/>
                              <a:ext cx="9" cy="5"/>
                            </a:xfrm>
                            <a:custGeom>
                              <a:avLst/>
                              <a:gdLst>
                                <a:gd name="T0" fmla="*/ 26 w 58"/>
                                <a:gd name="T1" fmla="*/ 0 h 36"/>
                                <a:gd name="T2" fmla="*/ 58 w 58"/>
                                <a:gd name="T3" fmla="*/ 19 h 36"/>
                                <a:gd name="T4" fmla="*/ 29 w 58"/>
                                <a:gd name="T5" fmla="*/ 36 h 36"/>
                                <a:gd name="T6" fmla="*/ 0 w 58"/>
                                <a:gd name="T7" fmla="*/ 17 h 36"/>
                                <a:gd name="T8" fmla="*/ 26 w 58"/>
                                <a:gd name="T9" fmla="*/ 0 h 36"/>
                              </a:gdLst>
                              <a:ahLst/>
                              <a:cxnLst>
                                <a:cxn ang="0">
                                  <a:pos x="T0" y="T1"/>
                                </a:cxn>
                                <a:cxn ang="0">
                                  <a:pos x="T2" y="T3"/>
                                </a:cxn>
                                <a:cxn ang="0">
                                  <a:pos x="T4" y="T5"/>
                                </a:cxn>
                                <a:cxn ang="0">
                                  <a:pos x="T6" y="T7"/>
                                </a:cxn>
                                <a:cxn ang="0">
                                  <a:pos x="T8" y="T9"/>
                                </a:cxn>
                              </a:cxnLst>
                              <a:rect l="0" t="0" r="r" b="b"/>
                              <a:pathLst>
                                <a:path w="58" h="36">
                                  <a:moveTo>
                                    <a:pt x="26" y="0"/>
                                  </a:moveTo>
                                  <a:lnTo>
                                    <a:pt x="58" y="19"/>
                                  </a:lnTo>
                                  <a:lnTo>
                                    <a:pt x="29" y="36"/>
                                  </a:lnTo>
                                  <a:lnTo>
                                    <a:pt x="0" y="17"/>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4" name="Freeform 76"/>
                            <p:cNvSpPr/>
                            <p:nvPr/>
                          </p:nvSpPr>
                          <p:spPr bwMode="auto">
                            <a:xfrm>
                              <a:off x="2593" y="3097"/>
                              <a:ext cx="10" cy="6"/>
                            </a:xfrm>
                            <a:custGeom>
                              <a:avLst/>
                              <a:gdLst>
                                <a:gd name="T0" fmla="*/ 36 w 72"/>
                                <a:gd name="T1" fmla="*/ 0 h 46"/>
                                <a:gd name="T2" fmla="*/ 72 w 72"/>
                                <a:gd name="T3" fmla="*/ 23 h 46"/>
                                <a:gd name="T4" fmla="*/ 35 w 72"/>
                                <a:gd name="T5" fmla="*/ 46 h 46"/>
                                <a:gd name="T6" fmla="*/ 0 w 72"/>
                                <a:gd name="T7" fmla="*/ 22 h 46"/>
                                <a:gd name="T8" fmla="*/ 36 w 72"/>
                                <a:gd name="T9" fmla="*/ 0 h 46"/>
                              </a:gdLst>
                              <a:ahLst/>
                              <a:cxnLst>
                                <a:cxn ang="0">
                                  <a:pos x="T0" y="T1"/>
                                </a:cxn>
                                <a:cxn ang="0">
                                  <a:pos x="T2" y="T3"/>
                                </a:cxn>
                                <a:cxn ang="0">
                                  <a:pos x="T4" y="T5"/>
                                </a:cxn>
                                <a:cxn ang="0">
                                  <a:pos x="T6" y="T7"/>
                                </a:cxn>
                                <a:cxn ang="0">
                                  <a:pos x="T8" y="T9"/>
                                </a:cxn>
                              </a:cxnLst>
                              <a:rect l="0" t="0" r="r" b="b"/>
                              <a:pathLst>
                                <a:path w="72" h="46">
                                  <a:moveTo>
                                    <a:pt x="36" y="0"/>
                                  </a:moveTo>
                                  <a:lnTo>
                                    <a:pt x="72" y="23"/>
                                  </a:lnTo>
                                  <a:lnTo>
                                    <a:pt x="35" y="46"/>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5" name="Freeform 77"/>
                            <p:cNvSpPr/>
                            <p:nvPr/>
                          </p:nvSpPr>
                          <p:spPr bwMode="auto">
                            <a:xfrm>
                              <a:off x="2588" y="3095"/>
                              <a:ext cx="10" cy="5"/>
                            </a:xfrm>
                            <a:custGeom>
                              <a:avLst/>
                              <a:gdLst>
                                <a:gd name="T0" fmla="*/ 37 w 70"/>
                                <a:gd name="T1" fmla="*/ 0 h 45"/>
                                <a:gd name="T2" fmla="*/ 70 w 70"/>
                                <a:gd name="T3" fmla="*/ 22 h 45"/>
                                <a:gd name="T4" fmla="*/ 35 w 70"/>
                                <a:gd name="T5" fmla="*/ 45 h 45"/>
                                <a:gd name="T6" fmla="*/ 0 w 70"/>
                                <a:gd name="T7" fmla="*/ 22 h 45"/>
                                <a:gd name="T8" fmla="*/ 37 w 70"/>
                                <a:gd name="T9" fmla="*/ 0 h 45"/>
                              </a:gdLst>
                              <a:ahLst/>
                              <a:cxnLst>
                                <a:cxn ang="0">
                                  <a:pos x="T0" y="T1"/>
                                </a:cxn>
                                <a:cxn ang="0">
                                  <a:pos x="T2" y="T3"/>
                                </a:cxn>
                                <a:cxn ang="0">
                                  <a:pos x="T4" y="T5"/>
                                </a:cxn>
                                <a:cxn ang="0">
                                  <a:pos x="T6" y="T7"/>
                                </a:cxn>
                                <a:cxn ang="0">
                                  <a:pos x="T8" y="T9"/>
                                </a:cxn>
                              </a:cxnLst>
                              <a:rect l="0" t="0" r="r" b="b"/>
                              <a:pathLst>
                                <a:path w="70" h="45">
                                  <a:moveTo>
                                    <a:pt x="37" y="0"/>
                                  </a:moveTo>
                                  <a:lnTo>
                                    <a:pt x="70" y="22"/>
                                  </a:lnTo>
                                  <a:lnTo>
                                    <a:pt x="35" y="45"/>
                                  </a:lnTo>
                                  <a:lnTo>
                                    <a:pt x="0" y="22"/>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6" name="Freeform 78"/>
                            <p:cNvSpPr/>
                            <p:nvPr/>
                          </p:nvSpPr>
                          <p:spPr bwMode="auto">
                            <a:xfrm>
                              <a:off x="2594" y="3092"/>
                              <a:ext cx="10" cy="6"/>
                            </a:xfrm>
                            <a:custGeom>
                              <a:avLst/>
                              <a:gdLst>
                                <a:gd name="T0" fmla="*/ 37 w 69"/>
                                <a:gd name="T1" fmla="*/ 0 h 44"/>
                                <a:gd name="T2" fmla="*/ 69 w 69"/>
                                <a:gd name="T3" fmla="*/ 23 h 44"/>
                                <a:gd name="T4" fmla="*/ 33 w 69"/>
                                <a:gd name="T5" fmla="*/ 44 h 44"/>
                                <a:gd name="T6" fmla="*/ 0 w 69"/>
                                <a:gd name="T7" fmla="*/ 23 h 44"/>
                                <a:gd name="T8" fmla="*/ 37 w 69"/>
                                <a:gd name="T9" fmla="*/ 0 h 44"/>
                              </a:gdLst>
                              <a:ahLst/>
                              <a:cxnLst>
                                <a:cxn ang="0">
                                  <a:pos x="T0" y="T1"/>
                                </a:cxn>
                                <a:cxn ang="0">
                                  <a:pos x="T2" y="T3"/>
                                </a:cxn>
                                <a:cxn ang="0">
                                  <a:pos x="T4" y="T5"/>
                                </a:cxn>
                                <a:cxn ang="0">
                                  <a:pos x="T6" y="T7"/>
                                </a:cxn>
                                <a:cxn ang="0">
                                  <a:pos x="T8" y="T9"/>
                                </a:cxn>
                              </a:cxnLst>
                              <a:rect l="0" t="0" r="r" b="b"/>
                              <a:pathLst>
                                <a:path w="69" h="44">
                                  <a:moveTo>
                                    <a:pt x="37" y="0"/>
                                  </a:moveTo>
                                  <a:lnTo>
                                    <a:pt x="69" y="23"/>
                                  </a:lnTo>
                                  <a:lnTo>
                                    <a:pt x="33" y="44"/>
                                  </a:lnTo>
                                  <a:lnTo>
                                    <a:pt x="0" y="23"/>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7" name="Freeform 79"/>
                            <p:cNvSpPr/>
                            <p:nvPr/>
                          </p:nvSpPr>
                          <p:spPr bwMode="auto">
                            <a:xfrm>
                              <a:off x="2601" y="3090"/>
                              <a:ext cx="9" cy="5"/>
                            </a:xfrm>
                            <a:custGeom>
                              <a:avLst/>
                              <a:gdLst>
                                <a:gd name="T0" fmla="*/ 35 w 67"/>
                                <a:gd name="T1" fmla="*/ 0 h 44"/>
                                <a:gd name="T2" fmla="*/ 67 w 67"/>
                                <a:gd name="T3" fmla="*/ 21 h 44"/>
                                <a:gd name="T4" fmla="*/ 33 w 67"/>
                                <a:gd name="T5" fmla="*/ 44 h 44"/>
                                <a:gd name="T6" fmla="*/ 0 w 67"/>
                                <a:gd name="T7" fmla="*/ 22 h 44"/>
                                <a:gd name="T8" fmla="*/ 35 w 67"/>
                                <a:gd name="T9" fmla="*/ 0 h 44"/>
                              </a:gdLst>
                              <a:ahLst/>
                              <a:cxnLst>
                                <a:cxn ang="0">
                                  <a:pos x="T0" y="T1"/>
                                </a:cxn>
                                <a:cxn ang="0">
                                  <a:pos x="T2" y="T3"/>
                                </a:cxn>
                                <a:cxn ang="0">
                                  <a:pos x="T4" y="T5"/>
                                </a:cxn>
                                <a:cxn ang="0">
                                  <a:pos x="T6" y="T7"/>
                                </a:cxn>
                                <a:cxn ang="0">
                                  <a:pos x="T8" y="T9"/>
                                </a:cxn>
                              </a:cxnLst>
                              <a:rect l="0" t="0" r="r" b="b"/>
                              <a:pathLst>
                                <a:path w="67" h="44">
                                  <a:moveTo>
                                    <a:pt x="35" y="0"/>
                                  </a:moveTo>
                                  <a:lnTo>
                                    <a:pt x="67" y="21"/>
                                  </a:lnTo>
                                  <a:lnTo>
                                    <a:pt x="33" y="44"/>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8" name="Freeform 80"/>
                            <p:cNvSpPr/>
                            <p:nvPr/>
                          </p:nvSpPr>
                          <p:spPr bwMode="auto">
                            <a:xfrm>
                              <a:off x="2607" y="3087"/>
                              <a:ext cx="9" cy="5"/>
                            </a:xfrm>
                            <a:custGeom>
                              <a:avLst/>
                              <a:gdLst>
                                <a:gd name="T0" fmla="*/ 36 w 67"/>
                                <a:gd name="T1" fmla="*/ 0 h 41"/>
                                <a:gd name="T2" fmla="*/ 67 w 67"/>
                                <a:gd name="T3" fmla="*/ 18 h 41"/>
                                <a:gd name="T4" fmla="*/ 32 w 67"/>
                                <a:gd name="T5" fmla="*/ 41 h 41"/>
                                <a:gd name="T6" fmla="*/ 0 w 67"/>
                                <a:gd name="T7" fmla="*/ 21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18"/>
                                  </a:lnTo>
                                  <a:lnTo>
                                    <a:pt x="32" y="41"/>
                                  </a:lnTo>
                                  <a:lnTo>
                                    <a:pt x="0" y="21"/>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9" name="Freeform 81"/>
                            <p:cNvSpPr/>
                            <p:nvPr/>
                          </p:nvSpPr>
                          <p:spPr bwMode="auto">
                            <a:xfrm>
                              <a:off x="2612" y="3085"/>
                              <a:ext cx="9" cy="4"/>
                            </a:xfrm>
                            <a:custGeom>
                              <a:avLst/>
                              <a:gdLst>
                                <a:gd name="T0" fmla="*/ 27 w 57"/>
                                <a:gd name="T1" fmla="*/ 0 h 36"/>
                                <a:gd name="T2" fmla="*/ 57 w 57"/>
                                <a:gd name="T3" fmla="*/ 20 h 36"/>
                                <a:gd name="T4" fmla="*/ 31 w 57"/>
                                <a:gd name="T5" fmla="*/ 36 h 36"/>
                                <a:gd name="T6" fmla="*/ 0 w 57"/>
                                <a:gd name="T7" fmla="*/ 17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20"/>
                                  </a:lnTo>
                                  <a:lnTo>
                                    <a:pt x="31" y="36"/>
                                  </a:lnTo>
                                  <a:lnTo>
                                    <a:pt x="0" y="17"/>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0" name="Freeform 82"/>
                            <p:cNvSpPr/>
                            <p:nvPr/>
                          </p:nvSpPr>
                          <p:spPr bwMode="auto">
                            <a:xfrm>
                              <a:off x="2589" y="3090"/>
                              <a:ext cx="10" cy="5"/>
                            </a:xfrm>
                            <a:custGeom>
                              <a:avLst/>
                              <a:gdLst>
                                <a:gd name="T0" fmla="*/ 35 w 69"/>
                                <a:gd name="T1" fmla="*/ 0 h 44"/>
                                <a:gd name="T2" fmla="*/ 69 w 69"/>
                                <a:gd name="T3" fmla="*/ 22 h 44"/>
                                <a:gd name="T4" fmla="*/ 34 w 69"/>
                                <a:gd name="T5" fmla="*/ 44 h 44"/>
                                <a:gd name="T6" fmla="*/ 0 w 69"/>
                                <a:gd name="T7" fmla="*/ 22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2"/>
                                  </a:lnTo>
                                  <a:lnTo>
                                    <a:pt x="34" y="44"/>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1" name="Freeform 83"/>
                            <p:cNvSpPr/>
                            <p:nvPr/>
                          </p:nvSpPr>
                          <p:spPr bwMode="auto">
                            <a:xfrm>
                              <a:off x="2595" y="3087"/>
                              <a:ext cx="11" cy="5"/>
                            </a:xfrm>
                            <a:custGeom>
                              <a:avLst/>
                              <a:gdLst>
                                <a:gd name="T0" fmla="*/ 38 w 71"/>
                                <a:gd name="T1" fmla="*/ 0 h 43"/>
                                <a:gd name="T2" fmla="*/ 71 w 71"/>
                                <a:gd name="T3" fmla="*/ 20 h 43"/>
                                <a:gd name="T4" fmla="*/ 34 w 71"/>
                                <a:gd name="T5" fmla="*/ 43 h 43"/>
                                <a:gd name="T6" fmla="*/ 0 w 71"/>
                                <a:gd name="T7" fmla="*/ 20 h 43"/>
                                <a:gd name="T8" fmla="*/ 38 w 71"/>
                                <a:gd name="T9" fmla="*/ 0 h 43"/>
                              </a:gdLst>
                              <a:ahLst/>
                              <a:cxnLst>
                                <a:cxn ang="0">
                                  <a:pos x="T0" y="T1"/>
                                </a:cxn>
                                <a:cxn ang="0">
                                  <a:pos x="T2" y="T3"/>
                                </a:cxn>
                                <a:cxn ang="0">
                                  <a:pos x="T4" y="T5"/>
                                </a:cxn>
                                <a:cxn ang="0">
                                  <a:pos x="T6" y="T7"/>
                                </a:cxn>
                                <a:cxn ang="0">
                                  <a:pos x="T8" y="T9"/>
                                </a:cxn>
                              </a:cxnLst>
                              <a:rect l="0" t="0" r="r" b="b"/>
                              <a:pathLst>
                                <a:path w="71" h="43">
                                  <a:moveTo>
                                    <a:pt x="38" y="0"/>
                                  </a:moveTo>
                                  <a:lnTo>
                                    <a:pt x="71" y="20"/>
                                  </a:lnTo>
                                  <a:lnTo>
                                    <a:pt x="34" y="43"/>
                                  </a:lnTo>
                                  <a:lnTo>
                                    <a:pt x="0" y="20"/>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2" name="Freeform 84"/>
                            <p:cNvSpPr/>
                            <p:nvPr/>
                          </p:nvSpPr>
                          <p:spPr bwMode="auto">
                            <a:xfrm>
                              <a:off x="2602" y="3084"/>
                              <a:ext cx="10" cy="5"/>
                            </a:xfrm>
                            <a:custGeom>
                              <a:avLst/>
                              <a:gdLst>
                                <a:gd name="T0" fmla="*/ 35 w 68"/>
                                <a:gd name="T1" fmla="*/ 0 h 40"/>
                                <a:gd name="T2" fmla="*/ 68 w 68"/>
                                <a:gd name="T3" fmla="*/ 20 h 40"/>
                                <a:gd name="T4" fmla="*/ 32 w 68"/>
                                <a:gd name="T5" fmla="*/ 40 h 40"/>
                                <a:gd name="T6" fmla="*/ 0 w 68"/>
                                <a:gd name="T7" fmla="*/ 22 h 40"/>
                                <a:gd name="T8" fmla="*/ 35 w 68"/>
                                <a:gd name="T9" fmla="*/ 0 h 40"/>
                              </a:gdLst>
                              <a:ahLst/>
                              <a:cxnLst>
                                <a:cxn ang="0">
                                  <a:pos x="T0" y="T1"/>
                                </a:cxn>
                                <a:cxn ang="0">
                                  <a:pos x="T2" y="T3"/>
                                </a:cxn>
                                <a:cxn ang="0">
                                  <a:pos x="T4" y="T5"/>
                                </a:cxn>
                                <a:cxn ang="0">
                                  <a:pos x="T6" y="T7"/>
                                </a:cxn>
                                <a:cxn ang="0">
                                  <a:pos x="T8" y="T9"/>
                                </a:cxn>
                              </a:cxnLst>
                              <a:rect l="0" t="0" r="r" b="b"/>
                              <a:pathLst>
                                <a:path w="68" h="40">
                                  <a:moveTo>
                                    <a:pt x="35" y="0"/>
                                  </a:moveTo>
                                  <a:lnTo>
                                    <a:pt x="68" y="20"/>
                                  </a:lnTo>
                                  <a:lnTo>
                                    <a:pt x="32" y="40"/>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3" name="Freeform 85"/>
                            <p:cNvSpPr/>
                            <p:nvPr/>
                          </p:nvSpPr>
                          <p:spPr bwMode="auto">
                            <a:xfrm>
                              <a:off x="2608" y="3083"/>
                              <a:ext cx="8" cy="4"/>
                            </a:xfrm>
                            <a:custGeom>
                              <a:avLst/>
                              <a:gdLst>
                                <a:gd name="T0" fmla="*/ 27 w 57"/>
                                <a:gd name="T1" fmla="*/ 0 h 33"/>
                                <a:gd name="T2" fmla="*/ 57 w 57"/>
                                <a:gd name="T3" fmla="*/ 17 h 33"/>
                                <a:gd name="T4" fmla="*/ 31 w 57"/>
                                <a:gd name="T5" fmla="*/ 33 h 33"/>
                                <a:gd name="T6" fmla="*/ 0 w 57"/>
                                <a:gd name="T7" fmla="*/ 13 h 33"/>
                                <a:gd name="T8" fmla="*/ 27 w 57"/>
                                <a:gd name="T9" fmla="*/ 0 h 33"/>
                              </a:gdLst>
                              <a:ahLst/>
                              <a:cxnLst>
                                <a:cxn ang="0">
                                  <a:pos x="T0" y="T1"/>
                                </a:cxn>
                                <a:cxn ang="0">
                                  <a:pos x="T2" y="T3"/>
                                </a:cxn>
                                <a:cxn ang="0">
                                  <a:pos x="T4" y="T5"/>
                                </a:cxn>
                                <a:cxn ang="0">
                                  <a:pos x="T6" y="T7"/>
                                </a:cxn>
                                <a:cxn ang="0">
                                  <a:pos x="T8" y="T9"/>
                                </a:cxn>
                              </a:cxnLst>
                              <a:rect l="0" t="0" r="r" b="b"/>
                              <a:pathLst>
                                <a:path w="57" h="33">
                                  <a:moveTo>
                                    <a:pt x="27" y="0"/>
                                  </a:moveTo>
                                  <a:lnTo>
                                    <a:pt x="57" y="17"/>
                                  </a:lnTo>
                                  <a:lnTo>
                                    <a:pt x="31" y="33"/>
                                  </a:lnTo>
                                  <a:lnTo>
                                    <a:pt x="0" y="13"/>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4" name="Freeform 86"/>
                            <p:cNvSpPr/>
                            <p:nvPr/>
                          </p:nvSpPr>
                          <p:spPr bwMode="auto">
                            <a:xfrm>
                              <a:off x="2583" y="3092"/>
                              <a:ext cx="10" cy="6"/>
                            </a:xfrm>
                            <a:custGeom>
                              <a:avLst/>
                              <a:gdLst>
                                <a:gd name="T0" fmla="*/ 39 w 73"/>
                                <a:gd name="T1" fmla="*/ 0 h 45"/>
                                <a:gd name="T2" fmla="*/ 73 w 73"/>
                                <a:gd name="T3" fmla="*/ 22 h 45"/>
                                <a:gd name="T4" fmla="*/ 38 w 73"/>
                                <a:gd name="T5" fmla="*/ 45 h 45"/>
                                <a:gd name="T6" fmla="*/ 0 w 73"/>
                                <a:gd name="T7" fmla="*/ 22 h 45"/>
                                <a:gd name="T8" fmla="*/ 39 w 73"/>
                                <a:gd name="T9" fmla="*/ 0 h 45"/>
                              </a:gdLst>
                              <a:ahLst/>
                              <a:cxnLst>
                                <a:cxn ang="0">
                                  <a:pos x="T0" y="T1"/>
                                </a:cxn>
                                <a:cxn ang="0">
                                  <a:pos x="T2" y="T3"/>
                                </a:cxn>
                                <a:cxn ang="0">
                                  <a:pos x="T4" y="T5"/>
                                </a:cxn>
                                <a:cxn ang="0">
                                  <a:pos x="T6" y="T7"/>
                                </a:cxn>
                                <a:cxn ang="0">
                                  <a:pos x="T8" y="T9"/>
                                </a:cxn>
                              </a:cxnLst>
                              <a:rect l="0" t="0" r="r" b="b"/>
                              <a:pathLst>
                                <a:path w="73" h="45">
                                  <a:moveTo>
                                    <a:pt x="39" y="0"/>
                                  </a:moveTo>
                                  <a:lnTo>
                                    <a:pt x="73" y="22"/>
                                  </a:lnTo>
                                  <a:lnTo>
                                    <a:pt x="38" y="45"/>
                                  </a:lnTo>
                                  <a:lnTo>
                                    <a:pt x="0" y="22"/>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5" name="Freeform 87"/>
                            <p:cNvSpPr/>
                            <p:nvPr/>
                          </p:nvSpPr>
                          <p:spPr bwMode="auto">
                            <a:xfrm>
                              <a:off x="2578" y="3090"/>
                              <a:ext cx="10" cy="5"/>
                            </a:xfrm>
                            <a:custGeom>
                              <a:avLst/>
                              <a:gdLst>
                                <a:gd name="T0" fmla="*/ 36 w 68"/>
                                <a:gd name="T1" fmla="*/ 0 h 44"/>
                                <a:gd name="T2" fmla="*/ 68 w 68"/>
                                <a:gd name="T3" fmla="*/ 21 h 44"/>
                                <a:gd name="T4" fmla="*/ 32 w 68"/>
                                <a:gd name="T5" fmla="*/ 44 h 44"/>
                                <a:gd name="T6" fmla="*/ 0 w 68"/>
                                <a:gd name="T7" fmla="*/ 22 h 44"/>
                                <a:gd name="T8" fmla="*/ 36 w 68"/>
                                <a:gd name="T9" fmla="*/ 0 h 44"/>
                              </a:gdLst>
                              <a:ahLst/>
                              <a:cxnLst>
                                <a:cxn ang="0">
                                  <a:pos x="T0" y="T1"/>
                                </a:cxn>
                                <a:cxn ang="0">
                                  <a:pos x="T2" y="T3"/>
                                </a:cxn>
                                <a:cxn ang="0">
                                  <a:pos x="T4" y="T5"/>
                                </a:cxn>
                                <a:cxn ang="0">
                                  <a:pos x="T6" y="T7"/>
                                </a:cxn>
                                <a:cxn ang="0">
                                  <a:pos x="T8" y="T9"/>
                                </a:cxn>
                              </a:cxnLst>
                              <a:rect l="0" t="0" r="r" b="b"/>
                              <a:pathLst>
                                <a:path w="68" h="44">
                                  <a:moveTo>
                                    <a:pt x="36" y="0"/>
                                  </a:moveTo>
                                  <a:lnTo>
                                    <a:pt x="68" y="21"/>
                                  </a:lnTo>
                                  <a:lnTo>
                                    <a:pt x="32" y="44"/>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6" name="Freeform 88"/>
                            <p:cNvSpPr/>
                            <p:nvPr/>
                          </p:nvSpPr>
                          <p:spPr bwMode="auto">
                            <a:xfrm>
                              <a:off x="2584" y="3087"/>
                              <a:ext cx="10" cy="6"/>
                            </a:xfrm>
                            <a:custGeom>
                              <a:avLst/>
                              <a:gdLst>
                                <a:gd name="T0" fmla="*/ 37 w 70"/>
                                <a:gd name="T1" fmla="*/ 0 h 43"/>
                                <a:gd name="T2" fmla="*/ 70 w 70"/>
                                <a:gd name="T3" fmla="*/ 21 h 43"/>
                                <a:gd name="T4" fmla="*/ 34 w 70"/>
                                <a:gd name="T5" fmla="*/ 43 h 43"/>
                                <a:gd name="T6" fmla="*/ 0 w 70"/>
                                <a:gd name="T7" fmla="*/ 21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1"/>
                                  </a:lnTo>
                                  <a:lnTo>
                                    <a:pt x="34" y="43"/>
                                  </a:lnTo>
                                  <a:lnTo>
                                    <a:pt x="0" y="21"/>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7" name="Freeform 89"/>
                            <p:cNvSpPr/>
                            <p:nvPr/>
                          </p:nvSpPr>
                          <p:spPr bwMode="auto">
                            <a:xfrm>
                              <a:off x="2591" y="3085"/>
                              <a:ext cx="9" cy="5"/>
                            </a:xfrm>
                            <a:custGeom>
                              <a:avLst/>
                              <a:gdLst>
                                <a:gd name="T0" fmla="*/ 35 w 68"/>
                                <a:gd name="T1" fmla="*/ 0 h 43"/>
                                <a:gd name="T2" fmla="*/ 68 w 68"/>
                                <a:gd name="T3" fmla="*/ 21 h 43"/>
                                <a:gd name="T4" fmla="*/ 33 w 68"/>
                                <a:gd name="T5" fmla="*/ 43 h 43"/>
                                <a:gd name="T6" fmla="*/ 0 w 68"/>
                                <a:gd name="T7" fmla="*/ 22 h 43"/>
                                <a:gd name="T8" fmla="*/ 35 w 68"/>
                                <a:gd name="T9" fmla="*/ 0 h 43"/>
                              </a:gdLst>
                              <a:ahLst/>
                              <a:cxnLst>
                                <a:cxn ang="0">
                                  <a:pos x="T0" y="T1"/>
                                </a:cxn>
                                <a:cxn ang="0">
                                  <a:pos x="T2" y="T3"/>
                                </a:cxn>
                                <a:cxn ang="0">
                                  <a:pos x="T4" y="T5"/>
                                </a:cxn>
                                <a:cxn ang="0">
                                  <a:pos x="T6" y="T7"/>
                                </a:cxn>
                                <a:cxn ang="0">
                                  <a:pos x="T8" y="T9"/>
                                </a:cxn>
                              </a:cxnLst>
                              <a:rect l="0" t="0" r="r" b="b"/>
                              <a:pathLst>
                                <a:path w="68" h="43">
                                  <a:moveTo>
                                    <a:pt x="35" y="0"/>
                                  </a:moveTo>
                                  <a:lnTo>
                                    <a:pt x="68" y="21"/>
                                  </a:lnTo>
                                  <a:lnTo>
                                    <a:pt x="33" y="43"/>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8" name="Freeform 90"/>
                            <p:cNvSpPr/>
                            <p:nvPr/>
                          </p:nvSpPr>
                          <p:spPr bwMode="auto">
                            <a:xfrm>
                              <a:off x="2597" y="3082"/>
                              <a:ext cx="9" cy="5"/>
                            </a:xfrm>
                            <a:custGeom>
                              <a:avLst/>
                              <a:gdLst>
                                <a:gd name="T0" fmla="*/ 36 w 67"/>
                                <a:gd name="T1" fmla="*/ 0 h 41"/>
                                <a:gd name="T2" fmla="*/ 67 w 67"/>
                                <a:gd name="T3" fmla="*/ 20 h 41"/>
                                <a:gd name="T4" fmla="*/ 32 w 67"/>
                                <a:gd name="T5" fmla="*/ 41 h 41"/>
                                <a:gd name="T6" fmla="*/ 0 w 67"/>
                                <a:gd name="T7" fmla="*/ 22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20"/>
                                  </a:lnTo>
                                  <a:lnTo>
                                    <a:pt x="32" y="41"/>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9" name="Freeform 91"/>
                            <p:cNvSpPr/>
                            <p:nvPr/>
                          </p:nvSpPr>
                          <p:spPr bwMode="auto">
                            <a:xfrm>
                              <a:off x="2603" y="3080"/>
                              <a:ext cx="8" cy="5"/>
                            </a:xfrm>
                            <a:custGeom>
                              <a:avLst/>
                              <a:gdLst>
                                <a:gd name="T0" fmla="*/ 26 w 56"/>
                                <a:gd name="T1" fmla="*/ 0 h 34"/>
                                <a:gd name="T2" fmla="*/ 56 w 56"/>
                                <a:gd name="T3" fmla="*/ 19 h 34"/>
                                <a:gd name="T4" fmla="*/ 29 w 56"/>
                                <a:gd name="T5" fmla="*/ 34 h 34"/>
                                <a:gd name="T6" fmla="*/ 0 w 56"/>
                                <a:gd name="T7" fmla="*/ 15 h 34"/>
                                <a:gd name="T8" fmla="*/ 26 w 56"/>
                                <a:gd name="T9" fmla="*/ 0 h 34"/>
                              </a:gdLst>
                              <a:ahLst/>
                              <a:cxnLst>
                                <a:cxn ang="0">
                                  <a:pos x="T0" y="T1"/>
                                </a:cxn>
                                <a:cxn ang="0">
                                  <a:pos x="T2" y="T3"/>
                                </a:cxn>
                                <a:cxn ang="0">
                                  <a:pos x="T4" y="T5"/>
                                </a:cxn>
                                <a:cxn ang="0">
                                  <a:pos x="T6" y="T7"/>
                                </a:cxn>
                                <a:cxn ang="0">
                                  <a:pos x="T8" y="T9"/>
                                </a:cxn>
                              </a:cxnLst>
                              <a:rect l="0" t="0" r="r" b="b"/>
                              <a:pathLst>
                                <a:path w="56" h="34">
                                  <a:moveTo>
                                    <a:pt x="26" y="0"/>
                                  </a:moveTo>
                                  <a:lnTo>
                                    <a:pt x="56" y="19"/>
                                  </a:lnTo>
                                  <a:lnTo>
                                    <a:pt x="29" y="34"/>
                                  </a:lnTo>
                                  <a:lnTo>
                                    <a:pt x="0" y="15"/>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0" name="Freeform 92"/>
                            <p:cNvSpPr/>
                            <p:nvPr/>
                          </p:nvSpPr>
                          <p:spPr bwMode="auto">
                            <a:xfrm>
                              <a:off x="2580" y="3085"/>
                              <a:ext cx="9" cy="5"/>
                            </a:xfrm>
                            <a:custGeom>
                              <a:avLst/>
                              <a:gdLst>
                                <a:gd name="T0" fmla="*/ 35 w 67"/>
                                <a:gd name="T1" fmla="*/ 0 h 43"/>
                                <a:gd name="T2" fmla="*/ 67 w 67"/>
                                <a:gd name="T3" fmla="*/ 21 h 43"/>
                                <a:gd name="T4" fmla="*/ 31 w 67"/>
                                <a:gd name="T5" fmla="*/ 43 h 43"/>
                                <a:gd name="T6" fmla="*/ 0 w 67"/>
                                <a:gd name="T7" fmla="*/ 21 h 43"/>
                                <a:gd name="T8" fmla="*/ 35 w 67"/>
                                <a:gd name="T9" fmla="*/ 0 h 43"/>
                              </a:gdLst>
                              <a:ahLst/>
                              <a:cxnLst>
                                <a:cxn ang="0">
                                  <a:pos x="T0" y="T1"/>
                                </a:cxn>
                                <a:cxn ang="0">
                                  <a:pos x="T2" y="T3"/>
                                </a:cxn>
                                <a:cxn ang="0">
                                  <a:pos x="T4" y="T5"/>
                                </a:cxn>
                                <a:cxn ang="0">
                                  <a:pos x="T6" y="T7"/>
                                </a:cxn>
                                <a:cxn ang="0">
                                  <a:pos x="T8" y="T9"/>
                                </a:cxn>
                              </a:cxnLst>
                              <a:rect l="0" t="0" r="r" b="b"/>
                              <a:pathLst>
                                <a:path w="67" h="43">
                                  <a:moveTo>
                                    <a:pt x="35" y="0"/>
                                  </a:moveTo>
                                  <a:lnTo>
                                    <a:pt x="67" y="21"/>
                                  </a:lnTo>
                                  <a:lnTo>
                                    <a:pt x="31" y="43"/>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1" name="Freeform 93"/>
                            <p:cNvSpPr/>
                            <p:nvPr/>
                          </p:nvSpPr>
                          <p:spPr bwMode="auto">
                            <a:xfrm>
                              <a:off x="2586" y="3082"/>
                              <a:ext cx="9" cy="5"/>
                            </a:xfrm>
                            <a:custGeom>
                              <a:avLst/>
                              <a:gdLst>
                                <a:gd name="T0" fmla="*/ 37 w 66"/>
                                <a:gd name="T1" fmla="*/ 0 h 42"/>
                                <a:gd name="T2" fmla="*/ 66 w 66"/>
                                <a:gd name="T3" fmla="*/ 20 h 42"/>
                                <a:gd name="T4" fmla="*/ 31 w 66"/>
                                <a:gd name="T5" fmla="*/ 42 h 42"/>
                                <a:gd name="T6" fmla="*/ 0 w 66"/>
                                <a:gd name="T7" fmla="*/ 21 h 42"/>
                                <a:gd name="T8" fmla="*/ 37 w 66"/>
                                <a:gd name="T9" fmla="*/ 0 h 42"/>
                              </a:gdLst>
                              <a:ahLst/>
                              <a:cxnLst>
                                <a:cxn ang="0">
                                  <a:pos x="T0" y="T1"/>
                                </a:cxn>
                                <a:cxn ang="0">
                                  <a:pos x="T2" y="T3"/>
                                </a:cxn>
                                <a:cxn ang="0">
                                  <a:pos x="T4" y="T5"/>
                                </a:cxn>
                                <a:cxn ang="0">
                                  <a:pos x="T6" y="T7"/>
                                </a:cxn>
                                <a:cxn ang="0">
                                  <a:pos x="T8" y="T9"/>
                                </a:cxn>
                              </a:cxnLst>
                              <a:rect l="0" t="0" r="r" b="b"/>
                              <a:pathLst>
                                <a:path w="66" h="42">
                                  <a:moveTo>
                                    <a:pt x="37" y="0"/>
                                  </a:moveTo>
                                  <a:lnTo>
                                    <a:pt x="66" y="20"/>
                                  </a:lnTo>
                                  <a:lnTo>
                                    <a:pt x="31" y="42"/>
                                  </a:lnTo>
                                  <a:lnTo>
                                    <a:pt x="0" y="21"/>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2" name="Freeform 94"/>
                            <p:cNvSpPr/>
                            <p:nvPr/>
                          </p:nvSpPr>
                          <p:spPr bwMode="auto">
                            <a:xfrm>
                              <a:off x="2592" y="3080"/>
                              <a:ext cx="10" cy="5"/>
                            </a:xfrm>
                            <a:custGeom>
                              <a:avLst/>
                              <a:gdLst>
                                <a:gd name="T0" fmla="*/ 36 w 68"/>
                                <a:gd name="T1" fmla="*/ 0 h 41"/>
                                <a:gd name="T2" fmla="*/ 68 w 68"/>
                                <a:gd name="T3" fmla="*/ 19 h 41"/>
                                <a:gd name="T4" fmla="*/ 31 w 68"/>
                                <a:gd name="T5" fmla="*/ 41 h 41"/>
                                <a:gd name="T6" fmla="*/ 0 w 68"/>
                                <a:gd name="T7" fmla="*/ 20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19"/>
                                  </a:lnTo>
                                  <a:lnTo>
                                    <a:pt x="31" y="41"/>
                                  </a:lnTo>
                                  <a:lnTo>
                                    <a:pt x="0" y="20"/>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3" name="Freeform 95"/>
                            <p:cNvSpPr/>
                            <p:nvPr/>
                          </p:nvSpPr>
                          <p:spPr bwMode="auto">
                            <a:xfrm>
                              <a:off x="2598" y="3078"/>
                              <a:ext cx="8" cy="4"/>
                            </a:xfrm>
                            <a:custGeom>
                              <a:avLst/>
                              <a:gdLst>
                                <a:gd name="T0" fmla="*/ 26 w 57"/>
                                <a:gd name="T1" fmla="*/ 0 h 35"/>
                                <a:gd name="T2" fmla="*/ 57 w 57"/>
                                <a:gd name="T3" fmla="*/ 19 h 35"/>
                                <a:gd name="T4" fmla="*/ 33 w 57"/>
                                <a:gd name="T5" fmla="*/ 35 h 35"/>
                                <a:gd name="T6" fmla="*/ 0 w 57"/>
                                <a:gd name="T7" fmla="*/ 14 h 35"/>
                                <a:gd name="T8" fmla="*/ 26 w 57"/>
                                <a:gd name="T9" fmla="*/ 0 h 35"/>
                              </a:gdLst>
                              <a:ahLst/>
                              <a:cxnLst>
                                <a:cxn ang="0">
                                  <a:pos x="T0" y="T1"/>
                                </a:cxn>
                                <a:cxn ang="0">
                                  <a:pos x="T2" y="T3"/>
                                </a:cxn>
                                <a:cxn ang="0">
                                  <a:pos x="T4" y="T5"/>
                                </a:cxn>
                                <a:cxn ang="0">
                                  <a:pos x="T6" y="T7"/>
                                </a:cxn>
                                <a:cxn ang="0">
                                  <a:pos x="T8" y="T9"/>
                                </a:cxn>
                              </a:cxnLst>
                              <a:rect l="0" t="0" r="r" b="b"/>
                              <a:pathLst>
                                <a:path w="57" h="35">
                                  <a:moveTo>
                                    <a:pt x="26" y="0"/>
                                  </a:moveTo>
                                  <a:lnTo>
                                    <a:pt x="57" y="19"/>
                                  </a:lnTo>
                                  <a:lnTo>
                                    <a:pt x="33" y="35"/>
                                  </a:lnTo>
                                  <a:lnTo>
                                    <a:pt x="0" y="14"/>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4" name="Freeform 96"/>
                            <p:cNvSpPr/>
                            <p:nvPr/>
                          </p:nvSpPr>
                          <p:spPr bwMode="auto">
                            <a:xfrm>
                              <a:off x="2573" y="3087"/>
                              <a:ext cx="10" cy="6"/>
                            </a:xfrm>
                            <a:custGeom>
                              <a:avLst/>
                              <a:gdLst>
                                <a:gd name="T0" fmla="*/ 37 w 70"/>
                                <a:gd name="T1" fmla="*/ 0 h 42"/>
                                <a:gd name="T2" fmla="*/ 70 w 70"/>
                                <a:gd name="T3" fmla="*/ 22 h 42"/>
                                <a:gd name="T4" fmla="*/ 30 w 70"/>
                                <a:gd name="T5" fmla="*/ 42 h 42"/>
                                <a:gd name="T6" fmla="*/ 0 w 70"/>
                                <a:gd name="T7" fmla="*/ 20 h 42"/>
                                <a:gd name="T8" fmla="*/ 37 w 70"/>
                                <a:gd name="T9" fmla="*/ 0 h 42"/>
                              </a:gdLst>
                              <a:ahLst/>
                              <a:cxnLst>
                                <a:cxn ang="0">
                                  <a:pos x="T0" y="T1"/>
                                </a:cxn>
                                <a:cxn ang="0">
                                  <a:pos x="T2" y="T3"/>
                                </a:cxn>
                                <a:cxn ang="0">
                                  <a:pos x="T4" y="T5"/>
                                </a:cxn>
                                <a:cxn ang="0">
                                  <a:pos x="T6" y="T7"/>
                                </a:cxn>
                                <a:cxn ang="0">
                                  <a:pos x="T8" y="T9"/>
                                </a:cxn>
                              </a:cxnLst>
                              <a:rect l="0" t="0" r="r" b="b"/>
                              <a:pathLst>
                                <a:path w="70" h="42">
                                  <a:moveTo>
                                    <a:pt x="37" y="0"/>
                                  </a:moveTo>
                                  <a:lnTo>
                                    <a:pt x="70" y="22"/>
                                  </a:lnTo>
                                  <a:lnTo>
                                    <a:pt x="30" y="42"/>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5" name="Freeform 97"/>
                            <p:cNvSpPr/>
                            <p:nvPr/>
                          </p:nvSpPr>
                          <p:spPr bwMode="auto">
                            <a:xfrm>
                              <a:off x="2568" y="3085"/>
                              <a:ext cx="10" cy="5"/>
                            </a:xfrm>
                            <a:custGeom>
                              <a:avLst/>
                              <a:gdLst>
                                <a:gd name="T0" fmla="*/ 41 w 70"/>
                                <a:gd name="T1" fmla="*/ 0 h 43"/>
                                <a:gd name="T2" fmla="*/ 70 w 70"/>
                                <a:gd name="T3" fmla="*/ 21 h 43"/>
                                <a:gd name="T4" fmla="*/ 33 w 70"/>
                                <a:gd name="T5" fmla="*/ 43 h 43"/>
                                <a:gd name="T6" fmla="*/ 0 w 70"/>
                                <a:gd name="T7" fmla="*/ 21 h 43"/>
                                <a:gd name="T8" fmla="*/ 41 w 70"/>
                                <a:gd name="T9" fmla="*/ 0 h 43"/>
                              </a:gdLst>
                              <a:ahLst/>
                              <a:cxnLst>
                                <a:cxn ang="0">
                                  <a:pos x="T0" y="T1"/>
                                </a:cxn>
                                <a:cxn ang="0">
                                  <a:pos x="T2" y="T3"/>
                                </a:cxn>
                                <a:cxn ang="0">
                                  <a:pos x="T4" y="T5"/>
                                </a:cxn>
                                <a:cxn ang="0">
                                  <a:pos x="T6" y="T7"/>
                                </a:cxn>
                                <a:cxn ang="0">
                                  <a:pos x="T8" y="T9"/>
                                </a:cxn>
                              </a:cxnLst>
                              <a:rect l="0" t="0" r="r" b="b"/>
                              <a:pathLst>
                                <a:path w="70" h="43">
                                  <a:moveTo>
                                    <a:pt x="41" y="0"/>
                                  </a:moveTo>
                                  <a:lnTo>
                                    <a:pt x="70" y="21"/>
                                  </a:lnTo>
                                  <a:lnTo>
                                    <a:pt x="33" y="43"/>
                                  </a:lnTo>
                                  <a:lnTo>
                                    <a:pt x="0" y="21"/>
                                  </a:lnTo>
                                  <a:lnTo>
                                    <a:pt x="4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6" name="Freeform 98"/>
                            <p:cNvSpPr/>
                            <p:nvPr/>
                          </p:nvSpPr>
                          <p:spPr bwMode="auto">
                            <a:xfrm>
                              <a:off x="2575" y="3083"/>
                              <a:ext cx="10" cy="4"/>
                            </a:xfrm>
                            <a:custGeom>
                              <a:avLst/>
                              <a:gdLst>
                                <a:gd name="T0" fmla="*/ 37 w 69"/>
                                <a:gd name="T1" fmla="*/ 0 h 39"/>
                                <a:gd name="T2" fmla="*/ 69 w 69"/>
                                <a:gd name="T3" fmla="*/ 18 h 39"/>
                                <a:gd name="T4" fmla="*/ 32 w 69"/>
                                <a:gd name="T5" fmla="*/ 39 h 39"/>
                                <a:gd name="T6" fmla="*/ 0 w 69"/>
                                <a:gd name="T7" fmla="*/ 18 h 39"/>
                                <a:gd name="T8" fmla="*/ 37 w 69"/>
                                <a:gd name="T9" fmla="*/ 0 h 39"/>
                              </a:gdLst>
                              <a:ahLst/>
                              <a:cxnLst>
                                <a:cxn ang="0">
                                  <a:pos x="T0" y="T1"/>
                                </a:cxn>
                                <a:cxn ang="0">
                                  <a:pos x="T2" y="T3"/>
                                </a:cxn>
                                <a:cxn ang="0">
                                  <a:pos x="T4" y="T5"/>
                                </a:cxn>
                                <a:cxn ang="0">
                                  <a:pos x="T6" y="T7"/>
                                </a:cxn>
                                <a:cxn ang="0">
                                  <a:pos x="T8" y="T9"/>
                                </a:cxn>
                              </a:cxnLst>
                              <a:rect l="0" t="0" r="r" b="b"/>
                              <a:pathLst>
                                <a:path w="69" h="39">
                                  <a:moveTo>
                                    <a:pt x="37" y="0"/>
                                  </a:moveTo>
                                  <a:lnTo>
                                    <a:pt x="69" y="18"/>
                                  </a:lnTo>
                                  <a:lnTo>
                                    <a:pt x="32" y="39"/>
                                  </a:lnTo>
                                  <a:lnTo>
                                    <a:pt x="0" y="18"/>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7" name="Freeform 99"/>
                            <p:cNvSpPr/>
                            <p:nvPr/>
                          </p:nvSpPr>
                          <p:spPr bwMode="auto">
                            <a:xfrm>
                              <a:off x="2581" y="3080"/>
                              <a:ext cx="10" cy="5"/>
                            </a:xfrm>
                            <a:custGeom>
                              <a:avLst/>
                              <a:gdLst>
                                <a:gd name="T0" fmla="*/ 37 w 69"/>
                                <a:gd name="T1" fmla="*/ 0 h 42"/>
                                <a:gd name="T2" fmla="*/ 69 w 69"/>
                                <a:gd name="T3" fmla="*/ 20 h 42"/>
                                <a:gd name="T4" fmla="*/ 33 w 69"/>
                                <a:gd name="T5" fmla="*/ 42 h 42"/>
                                <a:gd name="T6" fmla="*/ 0 w 69"/>
                                <a:gd name="T7" fmla="*/ 20 h 42"/>
                                <a:gd name="T8" fmla="*/ 37 w 69"/>
                                <a:gd name="T9" fmla="*/ 0 h 42"/>
                              </a:gdLst>
                              <a:ahLst/>
                              <a:cxnLst>
                                <a:cxn ang="0">
                                  <a:pos x="T0" y="T1"/>
                                </a:cxn>
                                <a:cxn ang="0">
                                  <a:pos x="T2" y="T3"/>
                                </a:cxn>
                                <a:cxn ang="0">
                                  <a:pos x="T4" y="T5"/>
                                </a:cxn>
                                <a:cxn ang="0">
                                  <a:pos x="T6" y="T7"/>
                                </a:cxn>
                                <a:cxn ang="0">
                                  <a:pos x="T8" y="T9"/>
                                </a:cxn>
                              </a:cxnLst>
                              <a:rect l="0" t="0" r="r" b="b"/>
                              <a:pathLst>
                                <a:path w="69" h="42">
                                  <a:moveTo>
                                    <a:pt x="37" y="0"/>
                                  </a:moveTo>
                                  <a:lnTo>
                                    <a:pt x="69" y="20"/>
                                  </a:lnTo>
                                  <a:lnTo>
                                    <a:pt x="33" y="42"/>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8" name="Freeform 100"/>
                            <p:cNvSpPr/>
                            <p:nvPr/>
                          </p:nvSpPr>
                          <p:spPr bwMode="auto">
                            <a:xfrm>
                              <a:off x="2587" y="3077"/>
                              <a:ext cx="10" cy="5"/>
                            </a:xfrm>
                            <a:custGeom>
                              <a:avLst/>
                              <a:gdLst>
                                <a:gd name="T0" fmla="*/ 38 w 70"/>
                                <a:gd name="T1" fmla="*/ 0 h 40"/>
                                <a:gd name="T2" fmla="*/ 70 w 70"/>
                                <a:gd name="T3" fmla="*/ 19 h 40"/>
                                <a:gd name="T4" fmla="*/ 32 w 70"/>
                                <a:gd name="T5" fmla="*/ 40 h 40"/>
                                <a:gd name="T6" fmla="*/ 0 w 70"/>
                                <a:gd name="T7" fmla="*/ 20 h 40"/>
                                <a:gd name="T8" fmla="*/ 38 w 70"/>
                                <a:gd name="T9" fmla="*/ 0 h 40"/>
                              </a:gdLst>
                              <a:ahLst/>
                              <a:cxnLst>
                                <a:cxn ang="0">
                                  <a:pos x="T0" y="T1"/>
                                </a:cxn>
                                <a:cxn ang="0">
                                  <a:pos x="T2" y="T3"/>
                                </a:cxn>
                                <a:cxn ang="0">
                                  <a:pos x="T4" y="T5"/>
                                </a:cxn>
                                <a:cxn ang="0">
                                  <a:pos x="T6" y="T7"/>
                                </a:cxn>
                                <a:cxn ang="0">
                                  <a:pos x="T8" y="T9"/>
                                </a:cxn>
                              </a:cxnLst>
                              <a:rect l="0" t="0" r="r" b="b"/>
                              <a:pathLst>
                                <a:path w="70" h="40">
                                  <a:moveTo>
                                    <a:pt x="38" y="0"/>
                                  </a:moveTo>
                                  <a:lnTo>
                                    <a:pt x="70" y="19"/>
                                  </a:lnTo>
                                  <a:lnTo>
                                    <a:pt x="32" y="40"/>
                                  </a:lnTo>
                                  <a:lnTo>
                                    <a:pt x="0" y="20"/>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9" name="Freeform 101"/>
                            <p:cNvSpPr/>
                            <p:nvPr/>
                          </p:nvSpPr>
                          <p:spPr bwMode="auto">
                            <a:xfrm>
                              <a:off x="2593" y="3076"/>
                              <a:ext cx="8" cy="4"/>
                            </a:xfrm>
                            <a:custGeom>
                              <a:avLst/>
                              <a:gdLst>
                                <a:gd name="T0" fmla="*/ 23 w 56"/>
                                <a:gd name="T1" fmla="*/ 0 h 34"/>
                                <a:gd name="T2" fmla="*/ 56 w 56"/>
                                <a:gd name="T3" fmla="*/ 20 h 34"/>
                                <a:gd name="T4" fmla="*/ 32 w 56"/>
                                <a:gd name="T5" fmla="*/ 34 h 34"/>
                                <a:gd name="T6" fmla="*/ 0 w 56"/>
                                <a:gd name="T7" fmla="*/ 12 h 34"/>
                                <a:gd name="T8" fmla="*/ 23 w 56"/>
                                <a:gd name="T9" fmla="*/ 0 h 34"/>
                              </a:gdLst>
                              <a:ahLst/>
                              <a:cxnLst>
                                <a:cxn ang="0">
                                  <a:pos x="T0" y="T1"/>
                                </a:cxn>
                                <a:cxn ang="0">
                                  <a:pos x="T2" y="T3"/>
                                </a:cxn>
                                <a:cxn ang="0">
                                  <a:pos x="T4" y="T5"/>
                                </a:cxn>
                                <a:cxn ang="0">
                                  <a:pos x="T6" y="T7"/>
                                </a:cxn>
                                <a:cxn ang="0">
                                  <a:pos x="T8" y="T9"/>
                                </a:cxn>
                              </a:cxnLst>
                              <a:rect l="0" t="0" r="r" b="b"/>
                              <a:pathLst>
                                <a:path w="56" h="34">
                                  <a:moveTo>
                                    <a:pt x="23" y="0"/>
                                  </a:moveTo>
                                  <a:lnTo>
                                    <a:pt x="56" y="20"/>
                                  </a:lnTo>
                                  <a:lnTo>
                                    <a:pt x="32" y="34"/>
                                  </a:lnTo>
                                  <a:lnTo>
                                    <a:pt x="0" y="12"/>
                                  </a:lnTo>
                                  <a:lnTo>
                                    <a:pt x="2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0" name="Freeform 102"/>
                            <p:cNvSpPr/>
                            <p:nvPr/>
                          </p:nvSpPr>
                          <p:spPr bwMode="auto">
                            <a:xfrm>
                              <a:off x="2571" y="3080"/>
                              <a:ext cx="9" cy="5"/>
                            </a:xfrm>
                            <a:custGeom>
                              <a:avLst/>
                              <a:gdLst>
                                <a:gd name="T0" fmla="*/ 39 w 64"/>
                                <a:gd name="T1" fmla="*/ 0 h 38"/>
                                <a:gd name="T2" fmla="*/ 64 w 64"/>
                                <a:gd name="T3" fmla="*/ 19 h 38"/>
                                <a:gd name="T4" fmla="*/ 27 w 64"/>
                                <a:gd name="T5" fmla="*/ 38 h 38"/>
                                <a:gd name="T6" fmla="*/ 0 w 64"/>
                                <a:gd name="T7" fmla="*/ 20 h 38"/>
                                <a:gd name="T8" fmla="*/ 39 w 64"/>
                                <a:gd name="T9" fmla="*/ 0 h 38"/>
                              </a:gdLst>
                              <a:ahLst/>
                              <a:cxnLst>
                                <a:cxn ang="0">
                                  <a:pos x="T0" y="T1"/>
                                </a:cxn>
                                <a:cxn ang="0">
                                  <a:pos x="T2" y="T3"/>
                                </a:cxn>
                                <a:cxn ang="0">
                                  <a:pos x="T4" y="T5"/>
                                </a:cxn>
                                <a:cxn ang="0">
                                  <a:pos x="T6" y="T7"/>
                                </a:cxn>
                                <a:cxn ang="0">
                                  <a:pos x="T8" y="T9"/>
                                </a:cxn>
                              </a:cxnLst>
                              <a:rect l="0" t="0" r="r" b="b"/>
                              <a:pathLst>
                                <a:path w="64" h="38">
                                  <a:moveTo>
                                    <a:pt x="39" y="0"/>
                                  </a:moveTo>
                                  <a:lnTo>
                                    <a:pt x="64" y="19"/>
                                  </a:lnTo>
                                  <a:lnTo>
                                    <a:pt x="27" y="38"/>
                                  </a:lnTo>
                                  <a:lnTo>
                                    <a:pt x="0" y="20"/>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1" name="Freeform 103"/>
                            <p:cNvSpPr/>
                            <p:nvPr/>
                          </p:nvSpPr>
                          <p:spPr bwMode="auto">
                            <a:xfrm>
                              <a:off x="2577" y="3078"/>
                              <a:ext cx="9" cy="4"/>
                            </a:xfrm>
                            <a:custGeom>
                              <a:avLst/>
                              <a:gdLst>
                                <a:gd name="T0" fmla="*/ 37 w 64"/>
                                <a:gd name="T1" fmla="*/ 0 h 37"/>
                                <a:gd name="T2" fmla="*/ 64 w 64"/>
                                <a:gd name="T3" fmla="*/ 18 h 37"/>
                                <a:gd name="T4" fmla="*/ 26 w 64"/>
                                <a:gd name="T5" fmla="*/ 37 h 37"/>
                                <a:gd name="T6" fmla="*/ 0 w 64"/>
                                <a:gd name="T7" fmla="*/ 20 h 37"/>
                                <a:gd name="T8" fmla="*/ 37 w 64"/>
                                <a:gd name="T9" fmla="*/ 0 h 37"/>
                              </a:gdLst>
                              <a:ahLst/>
                              <a:cxnLst>
                                <a:cxn ang="0">
                                  <a:pos x="T0" y="T1"/>
                                </a:cxn>
                                <a:cxn ang="0">
                                  <a:pos x="T2" y="T3"/>
                                </a:cxn>
                                <a:cxn ang="0">
                                  <a:pos x="T4" y="T5"/>
                                </a:cxn>
                                <a:cxn ang="0">
                                  <a:pos x="T6" y="T7"/>
                                </a:cxn>
                                <a:cxn ang="0">
                                  <a:pos x="T8" y="T9"/>
                                </a:cxn>
                              </a:cxnLst>
                              <a:rect l="0" t="0" r="r" b="b"/>
                              <a:pathLst>
                                <a:path w="64" h="37">
                                  <a:moveTo>
                                    <a:pt x="37" y="0"/>
                                  </a:moveTo>
                                  <a:lnTo>
                                    <a:pt x="64" y="18"/>
                                  </a:lnTo>
                                  <a:lnTo>
                                    <a:pt x="26" y="37"/>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2" name="Freeform 104"/>
                            <p:cNvSpPr/>
                            <p:nvPr/>
                          </p:nvSpPr>
                          <p:spPr bwMode="auto">
                            <a:xfrm>
                              <a:off x="2583" y="3075"/>
                              <a:ext cx="9" cy="5"/>
                            </a:xfrm>
                            <a:custGeom>
                              <a:avLst/>
                              <a:gdLst>
                                <a:gd name="T0" fmla="*/ 42 w 68"/>
                                <a:gd name="T1" fmla="*/ 0 h 39"/>
                                <a:gd name="T2" fmla="*/ 68 w 68"/>
                                <a:gd name="T3" fmla="*/ 17 h 39"/>
                                <a:gd name="T4" fmla="*/ 30 w 68"/>
                                <a:gd name="T5" fmla="*/ 39 h 39"/>
                                <a:gd name="T6" fmla="*/ 0 w 68"/>
                                <a:gd name="T7" fmla="*/ 20 h 39"/>
                                <a:gd name="T8" fmla="*/ 42 w 68"/>
                                <a:gd name="T9" fmla="*/ 0 h 39"/>
                              </a:gdLst>
                              <a:ahLst/>
                              <a:cxnLst>
                                <a:cxn ang="0">
                                  <a:pos x="T0" y="T1"/>
                                </a:cxn>
                                <a:cxn ang="0">
                                  <a:pos x="T2" y="T3"/>
                                </a:cxn>
                                <a:cxn ang="0">
                                  <a:pos x="T4" y="T5"/>
                                </a:cxn>
                                <a:cxn ang="0">
                                  <a:pos x="T6" y="T7"/>
                                </a:cxn>
                                <a:cxn ang="0">
                                  <a:pos x="T8" y="T9"/>
                                </a:cxn>
                              </a:cxnLst>
                              <a:rect l="0" t="0" r="r" b="b"/>
                              <a:pathLst>
                                <a:path w="68" h="39">
                                  <a:moveTo>
                                    <a:pt x="42" y="0"/>
                                  </a:moveTo>
                                  <a:lnTo>
                                    <a:pt x="68" y="17"/>
                                  </a:lnTo>
                                  <a:lnTo>
                                    <a:pt x="30" y="39"/>
                                  </a:lnTo>
                                  <a:lnTo>
                                    <a:pt x="0" y="20"/>
                                  </a:lnTo>
                                  <a:lnTo>
                                    <a:pt x="42"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3" name="Freeform 105"/>
                            <p:cNvSpPr/>
                            <p:nvPr/>
                          </p:nvSpPr>
                          <p:spPr bwMode="auto">
                            <a:xfrm>
                              <a:off x="2589" y="3073"/>
                              <a:ext cx="7" cy="5"/>
                            </a:xfrm>
                            <a:custGeom>
                              <a:avLst/>
                              <a:gdLst>
                                <a:gd name="T0" fmla="*/ 25 w 54"/>
                                <a:gd name="T1" fmla="*/ 0 h 34"/>
                                <a:gd name="T2" fmla="*/ 54 w 54"/>
                                <a:gd name="T3" fmla="*/ 22 h 34"/>
                                <a:gd name="T4" fmla="*/ 31 w 54"/>
                                <a:gd name="T5" fmla="*/ 34 h 34"/>
                                <a:gd name="T6" fmla="*/ 0 w 54"/>
                                <a:gd name="T7" fmla="*/ 13 h 34"/>
                                <a:gd name="T8" fmla="*/ 25 w 54"/>
                                <a:gd name="T9" fmla="*/ 0 h 34"/>
                              </a:gdLst>
                              <a:ahLst/>
                              <a:cxnLst>
                                <a:cxn ang="0">
                                  <a:pos x="T0" y="T1"/>
                                </a:cxn>
                                <a:cxn ang="0">
                                  <a:pos x="T2" y="T3"/>
                                </a:cxn>
                                <a:cxn ang="0">
                                  <a:pos x="T4" y="T5"/>
                                </a:cxn>
                                <a:cxn ang="0">
                                  <a:pos x="T6" y="T7"/>
                                </a:cxn>
                                <a:cxn ang="0">
                                  <a:pos x="T8" y="T9"/>
                                </a:cxn>
                              </a:cxnLst>
                              <a:rect l="0" t="0" r="r" b="b"/>
                              <a:pathLst>
                                <a:path w="54" h="34">
                                  <a:moveTo>
                                    <a:pt x="25" y="0"/>
                                  </a:moveTo>
                                  <a:lnTo>
                                    <a:pt x="54" y="22"/>
                                  </a:lnTo>
                                  <a:lnTo>
                                    <a:pt x="31" y="34"/>
                                  </a:lnTo>
                                  <a:lnTo>
                                    <a:pt x="0" y="13"/>
                                  </a:lnTo>
                                  <a:lnTo>
                                    <a:pt x="2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4" name="Freeform 106"/>
                            <p:cNvSpPr/>
                            <p:nvPr/>
                          </p:nvSpPr>
                          <p:spPr bwMode="auto">
                            <a:xfrm>
                              <a:off x="2564" y="3083"/>
                              <a:ext cx="10" cy="4"/>
                            </a:xfrm>
                            <a:custGeom>
                              <a:avLst/>
                              <a:gdLst>
                                <a:gd name="T0" fmla="*/ 40 w 64"/>
                                <a:gd name="T1" fmla="*/ 0 h 37"/>
                                <a:gd name="T2" fmla="*/ 64 w 64"/>
                                <a:gd name="T3" fmla="*/ 15 h 37"/>
                                <a:gd name="T4" fmla="*/ 25 w 64"/>
                                <a:gd name="T5" fmla="*/ 37 h 37"/>
                                <a:gd name="T6" fmla="*/ 0 w 64"/>
                                <a:gd name="T7" fmla="*/ 19 h 37"/>
                                <a:gd name="T8" fmla="*/ 40 w 64"/>
                                <a:gd name="T9" fmla="*/ 0 h 37"/>
                              </a:gdLst>
                              <a:ahLst/>
                              <a:cxnLst>
                                <a:cxn ang="0">
                                  <a:pos x="T0" y="T1"/>
                                </a:cxn>
                                <a:cxn ang="0">
                                  <a:pos x="T2" y="T3"/>
                                </a:cxn>
                                <a:cxn ang="0">
                                  <a:pos x="T4" y="T5"/>
                                </a:cxn>
                                <a:cxn ang="0">
                                  <a:pos x="T6" y="T7"/>
                                </a:cxn>
                                <a:cxn ang="0">
                                  <a:pos x="T8" y="T9"/>
                                </a:cxn>
                              </a:cxnLst>
                              <a:rect l="0" t="0" r="r" b="b"/>
                              <a:pathLst>
                                <a:path w="64" h="37">
                                  <a:moveTo>
                                    <a:pt x="40" y="0"/>
                                  </a:moveTo>
                                  <a:lnTo>
                                    <a:pt x="64" y="15"/>
                                  </a:lnTo>
                                  <a:lnTo>
                                    <a:pt x="25" y="37"/>
                                  </a:lnTo>
                                  <a:lnTo>
                                    <a:pt x="0" y="19"/>
                                  </a:lnTo>
                                  <a:lnTo>
                                    <a:pt x="40"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5" name="Freeform 107"/>
                            <p:cNvSpPr/>
                            <p:nvPr/>
                          </p:nvSpPr>
                          <p:spPr bwMode="auto">
                            <a:xfrm>
                              <a:off x="2565" y="3077"/>
                              <a:ext cx="11" cy="6"/>
                            </a:xfrm>
                            <a:custGeom>
                              <a:avLst/>
                              <a:gdLst>
                                <a:gd name="T0" fmla="*/ 38 w 74"/>
                                <a:gd name="T1" fmla="*/ 0 h 44"/>
                                <a:gd name="T2" fmla="*/ 74 w 74"/>
                                <a:gd name="T3" fmla="*/ 23 h 44"/>
                                <a:gd name="T4" fmla="*/ 38 w 74"/>
                                <a:gd name="T5" fmla="*/ 44 h 44"/>
                                <a:gd name="T6" fmla="*/ 0 w 74"/>
                                <a:gd name="T7" fmla="*/ 18 h 44"/>
                                <a:gd name="T8" fmla="*/ 38 w 74"/>
                                <a:gd name="T9" fmla="*/ 0 h 44"/>
                              </a:gdLst>
                              <a:ahLst/>
                              <a:cxnLst>
                                <a:cxn ang="0">
                                  <a:pos x="T0" y="T1"/>
                                </a:cxn>
                                <a:cxn ang="0">
                                  <a:pos x="T2" y="T3"/>
                                </a:cxn>
                                <a:cxn ang="0">
                                  <a:pos x="T4" y="T5"/>
                                </a:cxn>
                                <a:cxn ang="0">
                                  <a:pos x="T6" y="T7"/>
                                </a:cxn>
                                <a:cxn ang="0">
                                  <a:pos x="T8" y="T9"/>
                                </a:cxn>
                              </a:cxnLst>
                              <a:rect l="0" t="0" r="r" b="b"/>
                              <a:pathLst>
                                <a:path w="74" h="44">
                                  <a:moveTo>
                                    <a:pt x="38" y="0"/>
                                  </a:moveTo>
                                  <a:lnTo>
                                    <a:pt x="74" y="23"/>
                                  </a:lnTo>
                                  <a:lnTo>
                                    <a:pt x="38" y="44"/>
                                  </a:lnTo>
                                  <a:lnTo>
                                    <a:pt x="0" y="18"/>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6" name="Freeform 108"/>
                            <p:cNvSpPr/>
                            <p:nvPr/>
                          </p:nvSpPr>
                          <p:spPr bwMode="auto">
                            <a:xfrm>
                              <a:off x="2571" y="3075"/>
                              <a:ext cx="11" cy="5"/>
                            </a:xfrm>
                            <a:custGeom>
                              <a:avLst/>
                              <a:gdLst>
                                <a:gd name="T0" fmla="*/ 40 w 75"/>
                                <a:gd name="T1" fmla="*/ 0 h 43"/>
                                <a:gd name="T2" fmla="*/ 75 w 75"/>
                                <a:gd name="T3" fmla="*/ 24 h 43"/>
                                <a:gd name="T4" fmla="*/ 37 w 75"/>
                                <a:gd name="T5" fmla="*/ 43 h 43"/>
                                <a:gd name="T6" fmla="*/ 0 w 75"/>
                                <a:gd name="T7" fmla="*/ 19 h 43"/>
                                <a:gd name="T8" fmla="*/ 40 w 75"/>
                                <a:gd name="T9" fmla="*/ 0 h 43"/>
                              </a:gdLst>
                              <a:ahLst/>
                              <a:cxnLst>
                                <a:cxn ang="0">
                                  <a:pos x="T0" y="T1"/>
                                </a:cxn>
                                <a:cxn ang="0">
                                  <a:pos x="T2" y="T3"/>
                                </a:cxn>
                                <a:cxn ang="0">
                                  <a:pos x="T4" y="T5"/>
                                </a:cxn>
                                <a:cxn ang="0">
                                  <a:pos x="T6" y="T7"/>
                                </a:cxn>
                                <a:cxn ang="0">
                                  <a:pos x="T8" y="T9"/>
                                </a:cxn>
                              </a:cxnLst>
                              <a:rect l="0" t="0" r="r" b="b"/>
                              <a:pathLst>
                                <a:path w="75" h="43">
                                  <a:moveTo>
                                    <a:pt x="40" y="0"/>
                                  </a:moveTo>
                                  <a:lnTo>
                                    <a:pt x="75" y="24"/>
                                  </a:lnTo>
                                  <a:lnTo>
                                    <a:pt x="37" y="43"/>
                                  </a:lnTo>
                                  <a:lnTo>
                                    <a:pt x="0" y="19"/>
                                  </a:lnTo>
                                  <a:lnTo>
                                    <a:pt x="40"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7" name="Freeform 109"/>
                            <p:cNvSpPr/>
                            <p:nvPr/>
                          </p:nvSpPr>
                          <p:spPr bwMode="auto">
                            <a:xfrm>
                              <a:off x="2577" y="3072"/>
                              <a:ext cx="11" cy="6"/>
                            </a:xfrm>
                            <a:custGeom>
                              <a:avLst/>
                              <a:gdLst>
                                <a:gd name="T0" fmla="*/ 38 w 74"/>
                                <a:gd name="T1" fmla="*/ 0 h 42"/>
                                <a:gd name="T2" fmla="*/ 74 w 74"/>
                                <a:gd name="T3" fmla="*/ 21 h 42"/>
                                <a:gd name="T4" fmla="*/ 36 w 74"/>
                                <a:gd name="T5" fmla="*/ 42 h 42"/>
                                <a:gd name="T6" fmla="*/ 0 w 74"/>
                                <a:gd name="T7" fmla="*/ 19 h 42"/>
                                <a:gd name="T8" fmla="*/ 38 w 74"/>
                                <a:gd name="T9" fmla="*/ 0 h 42"/>
                              </a:gdLst>
                              <a:ahLst/>
                              <a:cxnLst>
                                <a:cxn ang="0">
                                  <a:pos x="T0" y="T1"/>
                                </a:cxn>
                                <a:cxn ang="0">
                                  <a:pos x="T2" y="T3"/>
                                </a:cxn>
                                <a:cxn ang="0">
                                  <a:pos x="T4" y="T5"/>
                                </a:cxn>
                                <a:cxn ang="0">
                                  <a:pos x="T6" y="T7"/>
                                </a:cxn>
                                <a:cxn ang="0">
                                  <a:pos x="T8" y="T9"/>
                                </a:cxn>
                              </a:cxnLst>
                              <a:rect l="0" t="0" r="r" b="b"/>
                              <a:pathLst>
                                <a:path w="74" h="42">
                                  <a:moveTo>
                                    <a:pt x="38" y="0"/>
                                  </a:moveTo>
                                  <a:lnTo>
                                    <a:pt x="74" y="21"/>
                                  </a:lnTo>
                                  <a:lnTo>
                                    <a:pt x="36" y="42"/>
                                  </a:lnTo>
                                  <a:lnTo>
                                    <a:pt x="0" y="19"/>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8" name="Freeform 110"/>
                            <p:cNvSpPr/>
                            <p:nvPr/>
                          </p:nvSpPr>
                          <p:spPr bwMode="auto">
                            <a:xfrm>
                              <a:off x="2584" y="3071"/>
                              <a:ext cx="8" cy="4"/>
                            </a:xfrm>
                            <a:custGeom>
                              <a:avLst/>
                              <a:gdLst>
                                <a:gd name="T0" fmla="*/ 26 w 57"/>
                                <a:gd name="T1" fmla="*/ 0 h 34"/>
                                <a:gd name="T2" fmla="*/ 57 w 57"/>
                                <a:gd name="T3" fmla="*/ 20 h 34"/>
                                <a:gd name="T4" fmla="*/ 35 w 57"/>
                                <a:gd name="T5" fmla="*/ 34 h 34"/>
                                <a:gd name="T6" fmla="*/ 0 w 57"/>
                                <a:gd name="T7" fmla="*/ 13 h 34"/>
                                <a:gd name="T8" fmla="*/ 26 w 57"/>
                                <a:gd name="T9" fmla="*/ 0 h 34"/>
                              </a:gdLst>
                              <a:ahLst/>
                              <a:cxnLst>
                                <a:cxn ang="0">
                                  <a:pos x="T0" y="T1"/>
                                </a:cxn>
                                <a:cxn ang="0">
                                  <a:pos x="T2" y="T3"/>
                                </a:cxn>
                                <a:cxn ang="0">
                                  <a:pos x="T4" y="T5"/>
                                </a:cxn>
                                <a:cxn ang="0">
                                  <a:pos x="T6" y="T7"/>
                                </a:cxn>
                                <a:cxn ang="0">
                                  <a:pos x="T8" y="T9"/>
                                </a:cxn>
                              </a:cxnLst>
                              <a:rect l="0" t="0" r="r" b="b"/>
                              <a:pathLst>
                                <a:path w="57" h="34">
                                  <a:moveTo>
                                    <a:pt x="26" y="0"/>
                                  </a:moveTo>
                                  <a:lnTo>
                                    <a:pt x="57" y="20"/>
                                  </a:lnTo>
                                  <a:lnTo>
                                    <a:pt x="35" y="34"/>
                                  </a:lnTo>
                                  <a:lnTo>
                                    <a:pt x="0" y="13"/>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9" name="Freeform 111"/>
                            <p:cNvSpPr/>
                            <p:nvPr/>
                          </p:nvSpPr>
                          <p:spPr bwMode="auto">
                            <a:xfrm>
                              <a:off x="2558" y="3080"/>
                              <a:ext cx="12" cy="5"/>
                            </a:xfrm>
                            <a:custGeom>
                              <a:avLst/>
                              <a:gdLst>
                                <a:gd name="T0" fmla="*/ 41 w 79"/>
                                <a:gd name="T1" fmla="*/ 0 h 45"/>
                                <a:gd name="T2" fmla="*/ 79 w 79"/>
                                <a:gd name="T3" fmla="*/ 24 h 45"/>
                                <a:gd name="T4" fmla="*/ 42 w 79"/>
                                <a:gd name="T5" fmla="*/ 45 h 45"/>
                                <a:gd name="T6" fmla="*/ 0 w 79"/>
                                <a:gd name="T7" fmla="*/ 18 h 45"/>
                                <a:gd name="T8" fmla="*/ 41 w 79"/>
                                <a:gd name="T9" fmla="*/ 0 h 45"/>
                              </a:gdLst>
                              <a:ahLst/>
                              <a:cxnLst>
                                <a:cxn ang="0">
                                  <a:pos x="T0" y="T1"/>
                                </a:cxn>
                                <a:cxn ang="0">
                                  <a:pos x="T2" y="T3"/>
                                </a:cxn>
                                <a:cxn ang="0">
                                  <a:pos x="T4" y="T5"/>
                                </a:cxn>
                                <a:cxn ang="0">
                                  <a:pos x="T6" y="T7"/>
                                </a:cxn>
                                <a:cxn ang="0">
                                  <a:pos x="T8" y="T9"/>
                                </a:cxn>
                              </a:cxnLst>
                              <a:rect l="0" t="0" r="r" b="b"/>
                              <a:pathLst>
                                <a:path w="79" h="45">
                                  <a:moveTo>
                                    <a:pt x="41" y="0"/>
                                  </a:moveTo>
                                  <a:lnTo>
                                    <a:pt x="79" y="24"/>
                                  </a:lnTo>
                                  <a:lnTo>
                                    <a:pt x="42" y="45"/>
                                  </a:lnTo>
                                  <a:lnTo>
                                    <a:pt x="0" y="18"/>
                                  </a:lnTo>
                                  <a:lnTo>
                                    <a:pt x="4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0" name="Freeform 112"/>
                            <p:cNvSpPr/>
                            <p:nvPr/>
                          </p:nvSpPr>
                          <p:spPr bwMode="auto">
                            <a:xfrm>
                              <a:off x="2550" y="3075"/>
                              <a:ext cx="14" cy="7"/>
                            </a:xfrm>
                            <a:custGeom>
                              <a:avLst/>
                              <a:gdLst>
                                <a:gd name="T0" fmla="*/ 38 w 99"/>
                                <a:gd name="T1" fmla="*/ 0 h 57"/>
                                <a:gd name="T2" fmla="*/ 99 w 99"/>
                                <a:gd name="T3" fmla="*/ 39 h 57"/>
                                <a:gd name="T4" fmla="*/ 60 w 99"/>
                                <a:gd name="T5" fmla="*/ 57 h 57"/>
                                <a:gd name="T6" fmla="*/ 0 w 99"/>
                                <a:gd name="T7" fmla="*/ 17 h 57"/>
                                <a:gd name="T8" fmla="*/ 38 w 99"/>
                                <a:gd name="T9" fmla="*/ 0 h 57"/>
                              </a:gdLst>
                              <a:ahLst/>
                              <a:cxnLst>
                                <a:cxn ang="0">
                                  <a:pos x="T0" y="T1"/>
                                </a:cxn>
                                <a:cxn ang="0">
                                  <a:pos x="T2" y="T3"/>
                                </a:cxn>
                                <a:cxn ang="0">
                                  <a:pos x="T4" y="T5"/>
                                </a:cxn>
                                <a:cxn ang="0">
                                  <a:pos x="T6" y="T7"/>
                                </a:cxn>
                                <a:cxn ang="0">
                                  <a:pos x="T8" y="T9"/>
                                </a:cxn>
                              </a:cxnLst>
                              <a:rect l="0" t="0" r="r" b="b"/>
                              <a:pathLst>
                                <a:path w="99" h="57">
                                  <a:moveTo>
                                    <a:pt x="38" y="0"/>
                                  </a:moveTo>
                                  <a:lnTo>
                                    <a:pt x="99" y="39"/>
                                  </a:lnTo>
                                  <a:lnTo>
                                    <a:pt x="60" y="57"/>
                                  </a:lnTo>
                                  <a:lnTo>
                                    <a:pt x="0" y="17"/>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1" name="Freeform 113"/>
                            <p:cNvSpPr/>
                            <p:nvPr/>
                          </p:nvSpPr>
                          <p:spPr bwMode="auto">
                            <a:xfrm>
                              <a:off x="2551" y="3068"/>
                              <a:ext cx="19" cy="12"/>
                            </a:xfrm>
                            <a:custGeom>
                              <a:avLst/>
                              <a:gdLst>
                                <a:gd name="T0" fmla="*/ 0 w 130"/>
                                <a:gd name="T1" fmla="*/ 33 h 91"/>
                                <a:gd name="T2" fmla="*/ 94 w 130"/>
                                <a:gd name="T3" fmla="*/ 91 h 91"/>
                                <a:gd name="T4" fmla="*/ 130 w 130"/>
                                <a:gd name="T5" fmla="*/ 73 h 91"/>
                                <a:gd name="T6" fmla="*/ 64 w 130"/>
                                <a:gd name="T7" fmla="*/ 33 h 91"/>
                                <a:gd name="T8" fmla="*/ 110 w 130"/>
                                <a:gd name="T9" fmla="*/ 12 h 91"/>
                                <a:gd name="T10" fmla="*/ 88 w 130"/>
                                <a:gd name="T11" fmla="*/ 0 h 91"/>
                                <a:gd name="T12" fmla="*/ 0 w 130"/>
                                <a:gd name="T13" fmla="*/ 33 h 91"/>
                              </a:gdLst>
                              <a:ahLst/>
                              <a:cxnLst>
                                <a:cxn ang="0">
                                  <a:pos x="T0" y="T1"/>
                                </a:cxn>
                                <a:cxn ang="0">
                                  <a:pos x="T2" y="T3"/>
                                </a:cxn>
                                <a:cxn ang="0">
                                  <a:pos x="T4" y="T5"/>
                                </a:cxn>
                                <a:cxn ang="0">
                                  <a:pos x="T6" y="T7"/>
                                </a:cxn>
                                <a:cxn ang="0">
                                  <a:pos x="T8" y="T9"/>
                                </a:cxn>
                                <a:cxn ang="0">
                                  <a:pos x="T10" y="T11"/>
                                </a:cxn>
                                <a:cxn ang="0">
                                  <a:pos x="T12" y="T13"/>
                                </a:cxn>
                              </a:cxnLst>
                              <a:rect l="0" t="0" r="r" b="b"/>
                              <a:pathLst>
                                <a:path w="130" h="91">
                                  <a:moveTo>
                                    <a:pt x="0" y="33"/>
                                  </a:moveTo>
                                  <a:lnTo>
                                    <a:pt x="94" y="91"/>
                                  </a:lnTo>
                                  <a:lnTo>
                                    <a:pt x="130" y="73"/>
                                  </a:lnTo>
                                  <a:lnTo>
                                    <a:pt x="64" y="33"/>
                                  </a:lnTo>
                                  <a:lnTo>
                                    <a:pt x="110" y="12"/>
                                  </a:lnTo>
                                  <a:lnTo>
                                    <a:pt x="88" y="0"/>
                                  </a:lnTo>
                                  <a:lnTo>
                                    <a:pt x="0" y="33"/>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2" name="Freeform 114"/>
                            <p:cNvSpPr/>
                            <p:nvPr/>
                          </p:nvSpPr>
                          <p:spPr bwMode="auto">
                            <a:xfrm>
                              <a:off x="2562" y="3070"/>
                              <a:ext cx="15" cy="8"/>
                            </a:xfrm>
                            <a:custGeom>
                              <a:avLst/>
                              <a:gdLst>
                                <a:gd name="T0" fmla="*/ 0 w 100"/>
                                <a:gd name="T1" fmla="*/ 19 h 58"/>
                                <a:gd name="T2" fmla="*/ 61 w 100"/>
                                <a:gd name="T3" fmla="*/ 58 h 58"/>
                                <a:gd name="T4" fmla="*/ 100 w 100"/>
                                <a:gd name="T5" fmla="*/ 40 h 58"/>
                                <a:gd name="T6" fmla="*/ 37 w 100"/>
                                <a:gd name="T7" fmla="*/ 0 h 58"/>
                                <a:gd name="T8" fmla="*/ 0 w 100"/>
                                <a:gd name="T9" fmla="*/ 19 h 58"/>
                              </a:gdLst>
                              <a:ahLst/>
                              <a:cxnLst>
                                <a:cxn ang="0">
                                  <a:pos x="T0" y="T1"/>
                                </a:cxn>
                                <a:cxn ang="0">
                                  <a:pos x="T2" y="T3"/>
                                </a:cxn>
                                <a:cxn ang="0">
                                  <a:pos x="T4" y="T5"/>
                                </a:cxn>
                                <a:cxn ang="0">
                                  <a:pos x="T6" y="T7"/>
                                </a:cxn>
                                <a:cxn ang="0">
                                  <a:pos x="T8" y="T9"/>
                                </a:cxn>
                              </a:cxnLst>
                              <a:rect l="0" t="0" r="r" b="b"/>
                              <a:pathLst>
                                <a:path w="100" h="58">
                                  <a:moveTo>
                                    <a:pt x="0" y="19"/>
                                  </a:moveTo>
                                  <a:lnTo>
                                    <a:pt x="61" y="58"/>
                                  </a:lnTo>
                                  <a:lnTo>
                                    <a:pt x="100" y="40"/>
                                  </a:lnTo>
                                  <a:lnTo>
                                    <a:pt x="37" y="0"/>
                                  </a:lnTo>
                                  <a:lnTo>
                                    <a:pt x="0" y="19"/>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3" name="Freeform 115"/>
                            <p:cNvSpPr/>
                            <p:nvPr/>
                          </p:nvSpPr>
                          <p:spPr bwMode="auto">
                            <a:xfrm>
                              <a:off x="2573" y="3070"/>
                              <a:ext cx="10" cy="5"/>
                            </a:xfrm>
                            <a:custGeom>
                              <a:avLst/>
                              <a:gdLst>
                                <a:gd name="T0" fmla="*/ 0 w 67"/>
                                <a:gd name="T1" fmla="*/ 20 h 39"/>
                                <a:gd name="T2" fmla="*/ 28 w 67"/>
                                <a:gd name="T3" fmla="*/ 39 h 39"/>
                                <a:gd name="T4" fmla="*/ 67 w 67"/>
                                <a:gd name="T5" fmla="*/ 19 h 39"/>
                                <a:gd name="T6" fmla="*/ 40 w 67"/>
                                <a:gd name="T7" fmla="*/ 0 h 39"/>
                                <a:gd name="T8" fmla="*/ 0 w 67"/>
                                <a:gd name="T9" fmla="*/ 20 h 39"/>
                              </a:gdLst>
                              <a:ahLst/>
                              <a:cxnLst>
                                <a:cxn ang="0">
                                  <a:pos x="T0" y="T1"/>
                                </a:cxn>
                                <a:cxn ang="0">
                                  <a:pos x="T2" y="T3"/>
                                </a:cxn>
                                <a:cxn ang="0">
                                  <a:pos x="T4" y="T5"/>
                                </a:cxn>
                                <a:cxn ang="0">
                                  <a:pos x="T6" y="T7"/>
                                </a:cxn>
                                <a:cxn ang="0">
                                  <a:pos x="T8" y="T9"/>
                                </a:cxn>
                              </a:cxnLst>
                              <a:rect l="0" t="0" r="r" b="b"/>
                              <a:pathLst>
                                <a:path w="67" h="39">
                                  <a:moveTo>
                                    <a:pt x="0" y="20"/>
                                  </a:moveTo>
                                  <a:lnTo>
                                    <a:pt x="28" y="39"/>
                                  </a:lnTo>
                                  <a:lnTo>
                                    <a:pt x="67" y="19"/>
                                  </a:lnTo>
                                  <a:lnTo>
                                    <a:pt x="40" y="0"/>
                                  </a:lnTo>
                                  <a:lnTo>
                                    <a:pt x="0" y="2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4" name="Freeform 116"/>
                            <p:cNvSpPr/>
                            <p:nvPr/>
                          </p:nvSpPr>
                          <p:spPr bwMode="auto">
                            <a:xfrm>
                              <a:off x="2568" y="3068"/>
                              <a:ext cx="10" cy="5"/>
                            </a:xfrm>
                            <a:custGeom>
                              <a:avLst/>
                              <a:gdLst>
                                <a:gd name="T0" fmla="*/ 0 w 70"/>
                                <a:gd name="T1" fmla="*/ 20 h 39"/>
                                <a:gd name="T2" fmla="*/ 32 w 70"/>
                                <a:gd name="T3" fmla="*/ 39 h 39"/>
                                <a:gd name="T4" fmla="*/ 70 w 70"/>
                                <a:gd name="T5" fmla="*/ 20 h 39"/>
                                <a:gd name="T6" fmla="*/ 38 w 70"/>
                                <a:gd name="T7" fmla="*/ 0 h 39"/>
                                <a:gd name="T8" fmla="*/ 0 w 70"/>
                                <a:gd name="T9" fmla="*/ 20 h 39"/>
                              </a:gdLst>
                              <a:ahLst/>
                              <a:cxnLst>
                                <a:cxn ang="0">
                                  <a:pos x="T0" y="T1"/>
                                </a:cxn>
                                <a:cxn ang="0">
                                  <a:pos x="T2" y="T3"/>
                                </a:cxn>
                                <a:cxn ang="0">
                                  <a:pos x="T4" y="T5"/>
                                </a:cxn>
                                <a:cxn ang="0">
                                  <a:pos x="T6" y="T7"/>
                                </a:cxn>
                                <a:cxn ang="0">
                                  <a:pos x="T8" y="T9"/>
                                </a:cxn>
                              </a:cxnLst>
                              <a:rect l="0" t="0" r="r" b="b"/>
                              <a:pathLst>
                                <a:path w="70" h="39">
                                  <a:moveTo>
                                    <a:pt x="0" y="20"/>
                                  </a:moveTo>
                                  <a:lnTo>
                                    <a:pt x="32" y="39"/>
                                  </a:lnTo>
                                  <a:lnTo>
                                    <a:pt x="70" y="20"/>
                                  </a:lnTo>
                                  <a:lnTo>
                                    <a:pt x="38" y="0"/>
                                  </a:lnTo>
                                  <a:lnTo>
                                    <a:pt x="0" y="2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5" name="Freeform 117"/>
                            <p:cNvSpPr/>
                            <p:nvPr/>
                          </p:nvSpPr>
                          <p:spPr bwMode="auto">
                            <a:xfrm>
                              <a:off x="2564" y="3066"/>
                              <a:ext cx="9" cy="4"/>
                            </a:xfrm>
                            <a:custGeom>
                              <a:avLst/>
                              <a:gdLst>
                                <a:gd name="T0" fmla="*/ 0 w 66"/>
                                <a:gd name="T1" fmla="*/ 18 h 34"/>
                                <a:gd name="T2" fmla="*/ 26 w 66"/>
                                <a:gd name="T3" fmla="*/ 34 h 34"/>
                                <a:gd name="T4" fmla="*/ 66 w 66"/>
                                <a:gd name="T5" fmla="*/ 16 h 34"/>
                                <a:gd name="T6" fmla="*/ 43 w 66"/>
                                <a:gd name="T7" fmla="*/ 0 h 34"/>
                                <a:gd name="T8" fmla="*/ 0 w 66"/>
                                <a:gd name="T9" fmla="*/ 18 h 34"/>
                              </a:gdLst>
                              <a:ahLst/>
                              <a:cxnLst>
                                <a:cxn ang="0">
                                  <a:pos x="T0" y="T1"/>
                                </a:cxn>
                                <a:cxn ang="0">
                                  <a:pos x="T2" y="T3"/>
                                </a:cxn>
                                <a:cxn ang="0">
                                  <a:pos x="T4" y="T5"/>
                                </a:cxn>
                                <a:cxn ang="0">
                                  <a:pos x="T6" y="T7"/>
                                </a:cxn>
                                <a:cxn ang="0">
                                  <a:pos x="T8" y="T9"/>
                                </a:cxn>
                              </a:cxnLst>
                              <a:rect l="0" t="0" r="r" b="b"/>
                              <a:pathLst>
                                <a:path w="66" h="34">
                                  <a:moveTo>
                                    <a:pt x="0" y="18"/>
                                  </a:moveTo>
                                  <a:lnTo>
                                    <a:pt x="26" y="34"/>
                                  </a:lnTo>
                                  <a:lnTo>
                                    <a:pt x="66" y="16"/>
                                  </a:lnTo>
                                  <a:lnTo>
                                    <a:pt x="43" y="0"/>
                                  </a:lnTo>
                                  <a:lnTo>
                                    <a:pt x="0" y="18"/>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6" name="Freeform 118"/>
                            <p:cNvSpPr/>
                            <p:nvPr/>
                          </p:nvSpPr>
                          <p:spPr bwMode="auto">
                            <a:xfrm>
                              <a:off x="2571" y="3065"/>
                              <a:ext cx="7" cy="3"/>
                            </a:xfrm>
                            <a:custGeom>
                              <a:avLst/>
                              <a:gdLst>
                                <a:gd name="T0" fmla="*/ 0 w 48"/>
                                <a:gd name="T1" fmla="*/ 10 h 28"/>
                                <a:gd name="T2" fmla="*/ 26 w 48"/>
                                <a:gd name="T3" fmla="*/ 28 h 28"/>
                                <a:gd name="T4" fmla="*/ 48 w 48"/>
                                <a:gd name="T5" fmla="*/ 16 h 28"/>
                                <a:gd name="T6" fmla="*/ 23 w 48"/>
                                <a:gd name="T7" fmla="*/ 0 h 28"/>
                                <a:gd name="T8" fmla="*/ 0 w 48"/>
                                <a:gd name="T9" fmla="*/ 10 h 28"/>
                              </a:gdLst>
                              <a:ahLst/>
                              <a:cxnLst>
                                <a:cxn ang="0">
                                  <a:pos x="T0" y="T1"/>
                                </a:cxn>
                                <a:cxn ang="0">
                                  <a:pos x="T2" y="T3"/>
                                </a:cxn>
                                <a:cxn ang="0">
                                  <a:pos x="T4" y="T5"/>
                                </a:cxn>
                                <a:cxn ang="0">
                                  <a:pos x="T6" y="T7"/>
                                </a:cxn>
                                <a:cxn ang="0">
                                  <a:pos x="T8" y="T9"/>
                                </a:cxn>
                              </a:cxnLst>
                              <a:rect l="0" t="0" r="r" b="b"/>
                              <a:pathLst>
                                <a:path w="48" h="28">
                                  <a:moveTo>
                                    <a:pt x="0" y="10"/>
                                  </a:moveTo>
                                  <a:lnTo>
                                    <a:pt x="26" y="28"/>
                                  </a:lnTo>
                                  <a:lnTo>
                                    <a:pt x="48" y="16"/>
                                  </a:lnTo>
                                  <a:lnTo>
                                    <a:pt x="23" y="0"/>
                                  </a:lnTo>
                                  <a:lnTo>
                                    <a:pt x="0" y="1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7" name="Freeform 119"/>
                            <p:cNvSpPr/>
                            <p:nvPr/>
                          </p:nvSpPr>
                          <p:spPr bwMode="auto">
                            <a:xfrm>
                              <a:off x="2574" y="3066"/>
                              <a:ext cx="8" cy="4"/>
                            </a:xfrm>
                            <a:custGeom>
                              <a:avLst/>
                              <a:gdLst>
                                <a:gd name="T0" fmla="*/ 0 w 54"/>
                                <a:gd name="T1" fmla="*/ 13 h 32"/>
                                <a:gd name="T2" fmla="*/ 33 w 54"/>
                                <a:gd name="T3" fmla="*/ 32 h 32"/>
                                <a:gd name="T4" fmla="*/ 54 w 54"/>
                                <a:gd name="T5" fmla="*/ 23 h 32"/>
                                <a:gd name="T6" fmla="*/ 23 w 54"/>
                                <a:gd name="T7" fmla="*/ 0 h 32"/>
                                <a:gd name="T8" fmla="*/ 0 w 54"/>
                                <a:gd name="T9" fmla="*/ 13 h 32"/>
                              </a:gdLst>
                              <a:ahLst/>
                              <a:cxnLst>
                                <a:cxn ang="0">
                                  <a:pos x="T0" y="T1"/>
                                </a:cxn>
                                <a:cxn ang="0">
                                  <a:pos x="T2" y="T3"/>
                                </a:cxn>
                                <a:cxn ang="0">
                                  <a:pos x="T4" y="T5"/>
                                </a:cxn>
                                <a:cxn ang="0">
                                  <a:pos x="T6" y="T7"/>
                                </a:cxn>
                                <a:cxn ang="0">
                                  <a:pos x="T8" y="T9"/>
                                </a:cxn>
                              </a:cxnLst>
                              <a:rect l="0" t="0" r="r" b="b"/>
                              <a:pathLst>
                                <a:path w="54" h="32">
                                  <a:moveTo>
                                    <a:pt x="0" y="13"/>
                                  </a:moveTo>
                                  <a:lnTo>
                                    <a:pt x="33" y="32"/>
                                  </a:lnTo>
                                  <a:lnTo>
                                    <a:pt x="54" y="23"/>
                                  </a:lnTo>
                                  <a:lnTo>
                                    <a:pt x="23" y="0"/>
                                  </a:lnTo>
                                  <a:lnTo>
                                    <a:pt x="0" y="13"/>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8" name="Freeform 120"/>
                            <p:cNvSpPr/>
                            <p:nvPr/>
                          </p:nvSpPr>
                          <p:spPr bwMode="auto">
                            <a:xfrm>
                              <a:off x="2545" y="3073"/>
                              <a:ext cx="10" cy="5"/>
                            </a:xfrm>
                            <a:custGeom>
                              <a:avLst/>
                              <a:gdLst>
                                <a:gd name="T0" fmla="*/ 0 w 68"/>
                                <a:gd name="T1" fmla="*/ 17 h 39"/>
                                <a:gd name="T2" fmla="*/ 28 w 68"/>
                                <a:gd name="T3" fmla="*/ 39 h 39"/>
                                <a:gd name="T4" fmla="*/ 68 w 68"/>
                                <a:gd name="T5" fmla="*/ 19 h 39"/>
                                <a:gd name="T6" fmla="*/ 43 w 68"/>
                                <a:gd name="T7" fmla="*/ 0 h 39"/>
                                <a:gd name="T8" fmla="*/ 0 w 68"/>
                                <a:gd name="T9" fmla="*/ 17 h 39"/>
                              </a:gdLst>
                              <a:ahLst/>
                              <a:cxnLst>
                                <a:cxn ang="0">
                                  <a:pos x="T0" y="T1"/>
                                </a:cxn>
                                <a:cxn ang="0">
                                  <a:pos x="T2" y="T3"/>
                                </a:cxn>
                                <a:cxn ang="0">
                                  <a:pos x="T4" y="T5"/>
                                </a:cxn>
                                <a:cxn ang="0">
                                  <a:pos x="T6" y="T7"/>
                                </a:cxn>
                                <a:cxn ang="0">
                                  <a:pos x="T8" y="T9"/>
                                </a:cxn>
                              </a:cxnLst>
                              <a:rect l="0" t="0" r="r" b="b"/>
                              <a:pathLst>
                                <a:path w="68" h="39">
                                  <a:moveTo>
                                    <a:pt x="0" y="17"/>
                                  </a:moveTo>
                                  <a:lnTo>
                                    <a:pt x="28" y="39"/>
                                  </a:lnTo>
                                  <a:lnTo>
                                    <a:pt x="68" y="19"/>
                                  </a:lnTo>
                                  <a:lnTo>
                                    <a:pt x="43" y="0"/>
                                  </a:lnTo>
                                  <a:lnTo>
                                    <a:pt x="0" y="17"/>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9" name="Freeform 121"/>
                            <p:cNvSpPr/>
                            <p:nvPr/>
                          </p:nvSpPr>
                          <p:spPr bwMode="auto">
                            <a:xfrm>
                              <a:off x="2579" y="3069"/>
                              <a:ext cx="8" cy="4"/>
                            </a:xfrm>
                            <a:custGeom>
                              <a:avLst/>
                              <a:gdLst>
                                <a:gd name="T0" fmla="*/ 0 w 54"/>
                                <a:gd name="T1" fmla="*/ 12 h 32"/>
                                <a:gd name="T2" fmla="*/ 31 w 54"/>
                                <a:gd name="T3" fmla="*/ 32 h 32"/>
                                <a:gd name="T4" fmla="*/ 54 w 54"/>
                                <a:gd name="T5" fmla="*/ 20 h 32"/>
                                <a:gd name="T6" fmla="*/ 22 w 54"/>
                                <a:gd name="T7" fmla="*/ 0 h 32"/>
                                <a:gd name="T8" fmla="*/ 0 w 54"/>
                                <a:gd name="T9" fmla="*/ 12 h 32"/>
                              </a:gdLst>
                              <a:ahLst/>
                              <a:cxnLst>
                                <a:cxn ang="0">
                                  <a:pos x="T0" y="T1"/>
                                </a:cxn>
                                <a:cxn ang="0">
                                  <a:pos x="T2" y="T3"/>
                                </a:cxn>
                                <a:cxn ang="0">
                                  <a:pos x="T4" y="T5"/>
                                </a:cxn>
                                <a:cxn ang="0">
                                  <a:pos x="T6" y="T7"/>
                                </a:cxn>
                                <a:cxn ang="0">
                                  <a:pos x="T8" y="T9"/>
                                </a:cxn>
                              </a:cxnLst>
                              <a:rect l="0" t="0" r="r" b="b"/>
                              <a:pathLst>
                                <a:path w="54" h="32">
                                  <a:moveTo>
                                    <a:pt x="0" y="12"/>
                                  </a:moveTo>
                                  <a:lnTo>
                                    <a:pt x="31" y="32"/>
                                  </a:lnTo>
                                  <a:lnTo>
                                    <a:pt x="54" y="20"/>
                                  </a:lnTo>
                                  <a:lnTo>
                                    <a:pt x="22" y="0"/>
                                  </a:lnTo>
                                  <a:lnTo>
                                    <a:pt x="0" y="12"/>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170" name="Group 122"/>
                          <p:cNvGrpSpPr/>
                          <p:nvPr/>
                        </p:nvGrpSpPr>
                        <p:grpSpPr bwMode="auto">
                          <a:xfrm>
                            <a:off x="2533" y="3064"/>
                            <a:ext cx="107" cy="49"/>
                            <a:chOff x="2533" y="3064"/>
                            <a:chExt cx="107" cy="49"/>
                          </a:xfrm>
                        </p:grpSpPr>
                        <p:sp>
                          <p:nvSpPr>
                            <p:cNvPr id="642171" name="Freeform 123"/>
                            <p:cNvSpPr/>
                            <p:nvPr/>
                          </p:nvSpPr>
                          <p:spPr bwMode="auto">
                            <a:xfrm>
                              <a:off x="2558" y="3085"/>
                              <a:ext cx="29" cy="15"/>
                            </a:xfrm>
                            <a:custGeom>
                              <a:avLst/>
                              <a:gdLst>
                                <a:gd name="T0" fmla="*/ 35 w 202"/>
                                <a:gd name="T1" fmla="*/ 0 h 123"/>
                                <a:gd name="T2" fmla="*/ 202 w 202"/>
                                <a:gd name="T3" fmla="*/ 105 h 123"/>
                                <a:gd name="T4" fmla="*/ 167 w 202"/>
                                <a:gd name="T5" fmla="*/ 123 h 123"/>
                                <a:gd name="T6" fmla="*/ 0 w 202"/>
                                <a:gd name="T7" fmla="*/ 18 h 123"/>
                                <a:gd name="T8" fmla="*/ 35 w 202"/>
                                <a:gd name="T9" fmla="*/ 0 h 123"/>
                              </a:gdLst>
                              <a:ahLst/>
                              <a:cxnLst>
                                <a:cxn ang="0">
                                  <a:pos x="T0" y="T1"/>
                                </a:cxn>
                                <a:cxn ang="0">
                                  <a:pos x="T2" y="T3"/>
                                </a:cxn>
                                <a:cxn ang="0">
                                  <a:pos x="T4" y="T5"/>
                                </a:cxn>
                                <a:cxn ang="0">
                                  <a:pos x="T6" y="T7"/>
                                </a:cxn>
                                <a:cxn ang="0">
                                  <a:pos x="T8" y="T9"/>
                                </a:cxn>
                              </a:cxnLst>
                              <a:rect l="0" t="0" r="r" b="b"/>
                              <a:pathLst>
                                <a:path w="202" h="123">
                                  <a:moveTo>
                                    <a:pt x="35" y="0"/>
                                  </a:moveTo>
                                  <a:lnTo>
                                    <a:pt x="202" y="105"/>
                                  </a:lnTo>
                                  <a:lnTo>
                                    <a:pt x="167" y="123"/>
                                  </a:lnTo>
                                  <a:lnTo>
                                    <a:pt x="0" y="18"/>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2" name="Freeform 124"/>
                            <p:cNvSpPr/>
                            <p:nvPr/>
                          </p:nvSpPr>
                          <p:spPr bwMode="auto">
                            <a:xfrm>
                              <a:off x="2582" y="3097"/>
                              <a:ext cx="14" cy="8"/>
                            </a:xfrm>
                            <a:custGeom>
                              <a:avLst/>
                              <a:gdLst>
                                <a:gd name="T0" fmla="*/ 37 w 98"/>
                                <a:gd name="T1" fmla="*/ 0 h 60"/>
                                <a:gd name="T2" fmla="*/ 98 w 98"/>
                                <a:gd name="T3" fmla="*/ 41 h 60"/>
                                <a:gd name="T4" fmla="*/ 64 w 98"/>
                                <a:gd name="T5" fmla="*/ 60 h 60"/>
                                <a:gd name="T6" fmla="*/ 0 w 98"/>
                                <a:gd name="T7" fmla="*/ 20 h 60"/>
                                <a:gd name="T8" fmla="*/ 37 w 98"/>
                                <a:gd name="T9" fmla="*/ 0 h 60"/>
                              </a:gdLst>
                              <a:ahLst/>
                              <a:cxnLst>
                                <a:cxn ang="0">
                                  <a:pos x="T0" y="T1"/>
                                </a:cxn>
                                <a:cxn ang="0">
                                  <a:pos x="T2" y="T3"/>
                                </a:cxn>
                                <a:cxn ang="0">
                                  <a:pos x="T4" y="T5"/>
                                </a:cxn>
                                <a:cxn ang="0">
                                  <a:pos x="T6" y="T7"/>
                                </a:cxn>
                                <a:cxn ang="0">
                                  <a:pos x="T8" y="T9"/>
                                </a:cxn>
                              </a:cxnLst>
                              <a:rect l="0" t="0" r="r" b="b"/>
                              <a:pathLst>
                                <a:path w="98" h="60">
                                  <a:moveTo>
                                    <a:pt x="37" y="0"/>
                                  </a:moveTo>
                                  <a:lnTo>
                                    <a:pt x="98" y="41"/>
                                  </a:lnTo>
                                  <a:lnTo>
                                    <a:pt x="64" y="60"/>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3" name="Freeform 125"/>
                            <p:cNvSpPr/>
                            <p:nvPr/>
                          </p:nvSpPr>
                          <p:spPr bwMode="auto">
                            <a:xfrm>
                              <a:off x="2587" y="3102"/>
                              <a:ext cx="15" cy="8"/>
                            </a:xfrm>
                            <a:custGeom>
                              <a:avLst/>
                              <a:gdLst>
                                <a:gd name="T0" fmla="*/ 63 w 107"/>
                                <a:gd name="T1" fmla="*/ 0 h 64"/>
                                <a:gd name="T2" fmla="*/ 107 w 107"/>
                                <a:gd name="T3" fmla="*/ 29 h 64"/>
                                <a:gd name="T4" fmla="*/ 70 w 107"/>
                                <a:gd name="T5" fmla="*/ 52 h 64"/>
                                <a:gd name="T6" fmla="*/ 65 w 107"/>
                                <a:gd name="T7" fmla="*/ 48 h 64"/>
                                <a:gd name="T8" fmla="*/ 40 w 107"/>
                                <a:gd name="T9" fmla="*/ 64 h 64"/>
                                <a:gd name="T10" fmla="*/ 0 w 107"/>
                                <a:gd name="T11" fmla="*/ 38 h 64"/>
                                <a:gd name="T12" fmla="*/ 63 w 107"/>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107" h="64">
                                  <a:moveTo>
                                    <a:pt x="63" y="0"/>
                                  </a:moveTo>
                                  <a:lnTo>
                                    <a:pt x="107" y="29"/>
                                  </a:lnTo>
                                  <a:lnTo>
                                    <a:pt x="70" y="52"/>
                                  </a:lnTo>
                                  <a:lnTo>
                                    <a:pt x="65" y="48"/>
                                  </a:lnTo>
                                  <a:lnTo>
                                    <a:pt x="40" y="64"/>
                                  </a:lnTo>
                                  <a:lnTo>
                                    <a:pt x="0" y="38"/>
                                  </a:lnTo>
                                  <a:lnTo>
                                    <a:pt x="6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4" name="Freeform 126"/>
                            <p:cNvSpPr/>
                            <p:nvPr/>
                          </p:nvSpPr>
                          <p:spPr bwMode="auto">
                            <a:xfrm>
                              <a:off x="2597" y="3105"/>
                              <a:ext cx="15" cy="8"/>
                            </a:xfrm>
                            <a:custGeom>
                              <a:avLst/>
                              <a:gdLst>
                                <a:gd name="T0" fmla="*/ 34 w 103"/>
                                <a:gd name="T1" fmla="*/ 0 h 65"/>
                                <a:gd name="T2" fmla="*/ 103 w 103"/>
                                <a:gd name="T3" fmla="*/ 43 h 65"/>
                                <a:gd name="T4" fmla="*/ 66 w 103"/>
                                <a:gd name="T5" fmla="*/ 65 h 65"/>
                                <a:gd name="T6" fmla="*/ 0 w 103"/>
                                <a:gd name="T7" fmla="*/ 21 h 65"/>
                                <a:gd name="T8" fmla="*/ 34 w 103"/>
                                <a:gd name="T9" fmla="*/ 0 h 65"/>
                              </a:gdLst>
                              <a:ahLst/>
                              <a:cxnLst>
                                <a:cxn ang="0">
                                  <a:pos x="T0" y="T1"/>
                                </a:cxn>
                                <a:cxn ang="0">
                                  <a:pos x="T2" y="T3"/>
                                </a:cxn>
                                <a:cxn ang="0">
                                  <a:pos x="T4" y="T5"/>
                                </a:cxn>
                                <a:cxn ang="0">
                                  <a:pos x="T6" y="T7"/>
                                </a:cxn>
                                <a:cxn ang="0">
                                  <a:pos x="T8" y="T9"/>
                                </a:cxn>
                              </a:cxnLst>
                              <a:rect l="0" t="0" r="r" b="b"/>
                              <a:pathLst>
                                <a:path w="103" h="65">
                                  <a:moveTo>
                                    <a:pt x="34" y="0"/>
                                  </a:moveTo>
                                  <a:lnTo>
                                    <a:pt x="103" y="43"/>
                                  </a:lnTo>
                                  <a:lnTo>
                                    <a:pt x="66" y="65"/>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5" name="Freeform 127"/>
                            <p:cNvSpPr/>
                            <p:nvPr/>
                          </p:nvSpPr>
                          <p:spPr bwMode="auto">
                            <a:xfrm>
                              <a:off x="2551" y="3081"/>
                              <a:ext cx="13" cy="6"/>
                            </a:xfrm>
                            <a:custGeom>
                              <a:avLst/>
                              <a:gdLst>
                                <a:gd name="T0" fmla="*/ 34 w 86"/>
                                <a:gd name="T1" fmla="*/ 0 h 53"/>
                                <a:gd name="T2" fmla="*/ 86 w 86"/>
                                <a:gd name="T3" fmla="*/ 33 h 53"/>
                                <a:gd name="T4" fmla="*/ 49 w 86"/>
                                <a:gd name="T5" fmla="*/ 53 h 53"/>
                                <a:gd name="T6" fmla="*/ 0 w 86"/>
                                <a:gd name="T7" fmla="*/ 19 h 53"/>
                                <a:gd name="T8" fmla="*/ 34 w 86"/>
                                <a:gd name="T9" fmla="*/ 0 h 53"/>
                              </a:gdLst>
                              <a:ahLst/>
                              <a:cxnLst>
                                <a:cxn ang="0">
                                  <a:pos x="T0" y="T1"/>
                                </a:cxn>
                                <a:cxn ang="0">
                                  <a:pos x="T2" y="T3"/>
                                </a:cxn>
                                <a:cxn ang="0">
                                  <a:pos x="T4" y="T5"/>
                                </a:cxn>
                                <a:cxn ang="0">
                                  <a:pos x="T6" y="T7"/>
                                </a:cxn>
                                <a:cxn ang="0">
                                  <a:pos x="T8" y="T9"/>
                                </a:cxn>
                              </a:cxnLst>
                              <a:rect l="0" t="0" r="r" b="b"/>
                              <a:pathLst>
                                <a:path w="86" h="53">
                                  <a:moveTo>
                                    <a:pt x="34" y="0"/>
                                  </a:moveTo>
                                  <a:lnTo>
                                    <a:pt x="86" y="33"/>
                                  </a:lnTo>
                                  <a:lnTo>
                                    <a:pt x="49" y="53"/>
                                  </a:lnTo>
                                  <a:lnTo>
                                    <a:pt x="0" y="19"/>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6" name="Freeform 128"/>
                            <p:cNvSpPr/>
                            <p:nvPr/>
                          </p:nvSpPr>
                          <p:spPr bwMode="auto">
                            <a:xfrm>
                              <a:off x="2542" y="3076"/>
                              <a:ext cx="12" cy="6"/>
                            </a:xfrm>
                            <a:custGeom>
                              <a:avLst/>
                              <a:gdLst>
                                <a:gd name="T0" fmla="*/ 40 w 80"/>
                                <a:gd name="T1" fmla="*/ 0 h 46"/>
                                <a:gd name="T2" fmla="*/ 80 w 80"/>
                                <a:gd name="T3" fmla="*/ 28 h 46"/>
                                <a:gd name="T4" fmla="*/ 40 w 80"/>
                                <a:gd name="T5" fmla="*/ 46 h 46"/>
                                <a:gd name="T6" fmla="*/ 0 w 80"/>
                                <a:gd name="T7" fmla="*/ 18 h 46"/>
                                <a:gd name="T8" fmla="*/ 40 w 80"/>
                                <a:gd name="T9" fmla="*/ 0 h 46"/>
                              </a:gdLst>
                              <a:ahLst/>
                              <a:cxnLst>
                                <a:cxn ang="0">
                                  <a:pos x="T0" y="T1"/>
                                </a:cxn>
                                <a:cxn ang="0">
                                  <a:pos x="T2" y="T3"/>
                                </a:cxn>
                                <a:cxn ang="0">
                                  <a:pos x="T4" y="T5"/>
                                </a:cxn>
                                <a:cxn ang="0">
                                  <a:pos x="T6" y="T7"/>
                                </a:cxn>
                                <a:cxn ang="0">
                                  <a:pos x="T8" y="T9"/>
                                </a:cxn>
                              </a:cxnLst>
                              <a:rect l="0" t="0" r="r" b="b"/>
                              <a:pathLst>
                                <a:path w="80" h="46">
                                  <a:moveTo>
                                    <a:pt x="40" y="0"/>
                                  </a:moveTo>
                                  <a:lnTo>
                                    <a:pt x="80" y="28"/>
                                  </a:lnTo>
                                  <a:lnTo>
                                    <a:pt x="40" y="46"/>
                                  </a:lnTo>
                                  <a:lnTo>
                                    <a:pt x="0" y="18"/>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7" name="Freeform 129"/>
                            <p:cNvSpPr/>
                            <p:nvPr/>
                          </p:nvSpPr>
                          <p:spPr bwMode="auto">
                            <a:xfrm>
                              <a:off x="2536" y="3079"/>
                              <a:ext cx="10" cy="5"/>
                            </a:xfrm>
                            <a:custGeom>
                              <a:avLst/>
                              <a:gdLst>
                                <a:gd name="T0" fmla="*/ 37 w 72"/>
                                <a:gd name="T1" fmla="*/ 0 h 41"/>
                                <a:gd name="T2" fmla="*/ 72 w 72"/>
                                <a:gd name="T3" fmla="*/ 24 h 41"/>
                                <a:gd name="T4" fmla="*/ 36 w 72"/>
                                <a:gd name="T5" fmla="*/ 41 h 41"/>
                                <a:gd name="T6" fmla="*/ 0 w 72"/>
                                <a:gd name="T7" fmla="*/ 15 h 41"/>
                                <a:gd name="T8" fmla="*/ 37 w 72"/>
                                <a:gd name="T9" fmla="*/ 0 h 41"/>
                              </a:gdLst>
                              <a:ahLst/>
                              <a:cxnLst>
                                <a:cxn ang="0">
                                  <a:pos x="T0" y="T1"/>
                                </a:cxn>
                                <a:cxn ang="0">
                                  <a:pos x="T2" y="T3"/>
                                </a:cxn>
                                <a:cxn ang="0">
                                  <a:pos x="T4" y="T5"/>
                                </a:cxn>
                                <a:cxn ang="0">
                                  <a:pos x="T6" y="T7"/>
                                </a:cxn>
                                <a:cxn ang="0">
                                  <a:pos x="T8" y="T9"/>
                                </a:cxn>
                              </a:cxnLst>
                              <a:rect l="0" t="0" r="r" b="b"/>
                              <a:pathLst>
                                <a:path w="72" h="41">
                                  <a:moveTo>
                                    <a:pt x="37" y="0"/>
                                  </a:moveTo>
                                  <a:lnTo>
                                    <a:pt x="72" y="24"/>
                                  </a:lnTo>
                                  <a:lnTo>
                                    <a:pt x="36" y="41"/>
                                  </a:lnTo>
                                  <a:lnTo>
                                    <a:pt x="0" y="15"/>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8" name="Freeform 130"/>
                            <p:cNvSpPr/>
                            <p:nvPr/>
                          </p:nvSpPr>
                          <p:spPr bwMode="auto">
                            <a:xfrm>
                              <a:off x="2542" y="3082"/>
                              <a:ext cx="9" cy="5"/>
                            </a:xfrm>
                            <a:custGeom>
                              <a:avLst/>
                              <a:gdLst>
                                <a:gd name="T0" fmla="*/ 36 w 64"/>
                                <a:gd name="T1" fmla="*/ 0 h 40"/>
                                <a:gd name="T2" fmla="*/ 64 w 64"/>
                                <a:gd name="T3" fmla="*/ 20 h 40"/>
                                <a:gd name="T4" fmla="*/ 32 w 64"/>
                                <a:gd name="T5" fmla="*/ 40 h 40"/>
                                <a:gd name="T6" fmla="*/ 0 w 64"/>
                                <a:gd name="T7" fmla="*/ 16 h 40"/>
                                <a:gd name="T8" fmla="*/ 36 w 64"/>
                                <a:gd name="T9" fmla="*/ 0 h 40"/>
                              </a:gdLst>
                              <a:ahLst/>
                              <a:cxnLst>
                                <a:cxn ang="0">
                                  <a:pos x="T0" y="T1"/>
                                </a:cxn>
                                <a:cxn ang="0">
                                  <a:pos x="T2" y="T3"/>
                                </a:cxn>
                                <a:cxn ang="0">
                                  <a:pos x="T4" y="T5"/>
                                </a:cxn>
                                <a:cxn ang="0">
                                  <a:pos x="T6" y="T7"/>
                                </a:cxn>
                                <a:cxn ang="0">
                                  <a:pos x="T8" y="T9"/>
                                </a:cxn>
                              </a:cxnLst>
                              <a:rect l="0" t="0" r="r" b="b"/>
                              <a:pathLst>
                                <a:path w="64" h="40">
                                  <a:moveTo>
                                    <a:pt x="36" y="0"/>
                                  </a:moveTo>
                                  <a:lnTo>
                                    <a:pt x="64" y="20"/>
                                  </a:lnTo>
                                  <a:lnTo>
                                    <a:pt x="32" y="40"/>
                                  </a:lnTo>
                                  <a:lnTo>
                                    <a:pt x="0" y="16"/>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9" name="Freeform 131"/>
                            <p:cNvSpPr/>
                            <p:nvPr/>
                          </p:nvSpPr>
                          <p:spPr bwMode="auto">
                            <a:xfrm>
                              <a:off x="2533" y="3077"/>
                              <a:ext cx="8" cy="4"/>
                            </a:xfrm>
                            <a:custGeom>
                              <a:avLst/>
                              <a:gdLst>
                                <a:gd name="T0" fmla="*/ 38 w 59"/>
                                <a:gd name="T1" fmla="*/ 0 h 34"/>
                                <a:gd name="T2" fmla="*/ 59 w 59"/>
                                <a:gd name="T3" fmla="*/ 16 h 34"/>
                                <a:gd name="T4" fmla="*/ 22 w 59"/>
                                <a:gd name="T5" fmla="*/ 34 h 34"/>
                                <a:gd name="T6" fmla="*/ 0 w 59"/>
                                <a:gd name="T7" fmla="*/ 19 h 34"/>
                                <a:gd name="T8" fmla="*/ 38 w 59"/>
                                <a:gd name="T9" fmla="*/ 0 h 34"/>
                              </a:gdLst>
                              <a:ahLst/>
                              <a:cxnLst>
                                <a:cxn ang="0">
                                  <a:pos x="T0" y="T1"/>
                                </a:cxn>
                                <a:cxn ang="0">
                                  <a:pos x="T2" y="T3"/>
                                </a:cxn>
                                <a:cxn ang="0">
                                  <a:pos x="T4" y="T5"/>
                                </a:cxn>
                                <a:cxn ang="0">
                                  <a:pos x="T6" y="T7"/>
                                </a:cxn>
                                <a:cxn ang="0">
                                  <a:pos x="T8" y="T9"/>
                                </a:cxn>
                              </a:cxnLst>
                              <a:rect l="0" t="0" r="r" b="b"/>
                              <a:pathLst>
                                <a:path w="59" h="34">
                                  <a:moveTo>
                                    <a:pt x="38" y="0"/>
                                  </a:moveTo>
                                  <a:lnTo>
                                    <a:pt x="59" y="16"/>
                                  </a:lnTo>
                                  <a:lnTo>
                                    <a:pt x="22" y="34"/>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0" name="Freeform 132"/>
                            <p:cNvSpPr/>
                            <p:nvPr/>
                          </p:nvSpPr>
                          <p:spPr bwMode="auto">
                            <a:xfrm>
                              <a:off x="2603" y="3102"/>
                              <a:ext cx="15" cy="8"/>
                            </a:xfrm>
                            <a:custGeom>
                              <a:avLst/>
                              <a:gdLst>
                                <a:gd name="T0" fmla="*/ 34 w 102"/>
                                <a:gd name="T1" fmla="*/ 0 h 65"/>
                                <a:gd name="T2" fmla="*/ 102 w 102"/>
                                <a:gd name="T3" fmla="*/ 45 h 65"/>
                                <a:gd name="T4" fmla="*/ 65 w 102"/>
                                <a:gd name="T5" fmla="*/ 65 h 65"/>
                                <a:gd name="T6" fmla="*/ 0 w 102"/>
                                <a:gd name="T7" fmla="*/ 22 h 65"/>
                                <a:gd name="T8" fmla="*/ 34 w 102"/>
                                <a:gd name="T9" fmla="*/ 0 h 65"/>
                              </a:gdLst>
                              <a:ahLst/>
                              <a:cxnLst>
                                <a:cxn ang="0">
                                  <a:pos x="T0" y="T1"/>
                                </a:cxn>
                                <a:cxn ang="0">
                                  <a:pos x="T2" y="T3"/>
                                </a:cxn>
                                <a:cxn ang="0">
                                  <a:pos x="T4" y="T5"/>
                                </a:cxn>
                                <a:cxn ang="0">
                                  <a:pos x="T6" y="T7"/>
                                </a:cxn>
                                <a:cxn ang="0">
                                  <a:pos x="T8" y="T9"/>
                                </a:cxn>
                              </a:cxnLst>
                              <a:rect l="0" t="0" r="r" b="b"/>
                              <a:pathLst>
                                <a:path w="102" h="65">
                                  <a:moveTo>
                                    <a:pt x="34" y="0"/>
                                  </a:moveTo>
                                  <a:lnTo>
                                    <a:pt x="102" y="45"/>
                                  </a:lnTo>
                                  <a:lnTo>
                                    <a:pt x="65" y="65"/>
                                  </a:lnTo>
                                  <a:lnTo>
                                    <a:pt x="0" y="22"/>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1" name="Freeform 133"/>
                            <p:cNvSpPr/>
                            <p:nvPr/>
                          </p:nvSpPr>
                          <p:spPr bwMode="auto">
                            <a:xfrm>
                              <a:off x="2609" y="3099"/>
                              <a:ext cx="15" cy="8"/>
                            </a:xfrm>
                            <a:custGeom>
                              <a:avLst/>
                              <a:gdLst>
                                <a:gd name="T0" fmla="*/ 34 w 103"/>
                                <a:gd name="T1" fmla="*/ 0 h 62"/>
                                <a:gd name="T2" fmla="*/ 103 w 103"/>
                                <a:gd name="T3" fmla="*/ 44 h 62"/>
                                <a:gd name="T4" fmla="*/ 66 w 103"/>
                                <a:gd name="T5" fmla="*/ 62 h 62"/>
                                <a:gd name="T6" fmla="*/ 0 w 103"/>
                                <a:gd name="T7" fmla="*/ 22 h 62"/>
                                <a:gd name="T8" fmla="*/ 34 w 103"/>
                                <a:gd name="T9" fmla="*/ 0 h 62"/>
                              </a:gdLst>
                              <a:ahLst/>
                              <a:cxnLst>
                                <a:cxn ang="0">
                                  <a:pos x="T0" y="T1"/>
                                </a:cxn>
                                <a:cxn ang="0">
                                  <a:pos x="T2" y="T3"/>
                                </a:cxn>
                                <a:cxn ang="0">
                                  <a:pos x="T4" y="T5"/>
                                </a:cxn>
                                <a:cxn ang="0">
                                  <a:pos x="T6" y="T7"/>
                                </a:cxn>
                                <a:cxn ang="0">
                                  <a:pos x="T8" y="T9"/>
                                </a:cxn>
                              </a:cxnLst>
                              <a:rect l="0" t="0" r="r" b="b"/>
                              <a:pathLst>
                                <a:path w="103" h="62">
                                  <a:moveTo>
                                    <a:pt x="34" y="0"/>
                                  </a:moveTo>
                                  <a:lnTo>
                                    <a:pt x="103" y="44"/>
                                  </a:lnTo>
                                  <a:lnTo>
                                    <a:pt x="66" y="62"/>
                                  </a:lnTo>
                                  <a:lnTo>
                                    <a:pt x="0" y="22"/>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2" name="Freeform 134"/>
                            <p:cNvSpPr/>
                            <p:nvPr/>
                          </p:nvSpPr>
                          <p:spPr bwMode="auto">
                            <a:xfrm>
                              <a:off x="2615" y="3096"/>
                              <a:ext cx="15" cy="8"/>
                            </a:xfrm>
                            <a:custGeom>
                              <a:avLst/>
                              <a:gdLst>
                                <a:gd name="T0" fmla="*/ 32 w 101"/>
                                <a:gd name="T1" fmla="*/ 0 h 62"/>
                                <a:gd name="T2" fmla="*/ 101 w 101"/>
                                <a:gd name="T3" fmla="*/ 41 h 62"/>
                                <a:gd name="T4" fmla="*/ 64 w 101"/>
                                <a:gd name="T5" fmla="*/ 62 h 62"/>
                                <a:gd name="T6" fmla="*/ 0 w 101"/>
                                <a:gd name="T7" fmla="*/ 22 h 62"/>
                                <a:gd name="T8" fmla="*/ 32 w 101"/>
                                <a:gd name="T9" fmla="*/ 0 h 62"/>
                              </a:gdLst>
                              <a:ahLst/>
                              <a:cxnLst>
                                <a:cxn ang="0">
                                  <a:pos x="T0" y="T1"/>
                                </a:cxn>
                                <a:cxn ang="0">
                                  <a:pos x="T2" y="T3"/>
                                </a:cxn>
                                <a:cxn ang="0">
                                  <a:pos x="T4" y="T5"/>
                                </a:cxn>
                                <a:cxn ang="0">
                                  <a:pos x="T6" y="T7"/>
                                </a:cxn>
                                <a:cxn ang="0">
                                  <a:pos x="T8" y="T9"/>
                                </a:cxn>
                              </a:cxnLst>
                              <a:rect l="0" t="0" r="r" b="b"/>
                              <a:pathLst>
                                <a:path w="101" h="62">
                                  <a:moveTo>
                                    <a:pt x="32" y="0"/>
                                  </a:moveTo>
                                  <a:lnTo>
                                    <a:pt x="101" y="41"/>
                                  </a:lnTo>
                                  <a:lnTo>
                                    <a:pt x="64" y="62"/>
                                  </a:lnTo>
                                  <a:lnTo>
                                    <a:pt x="0" y="22"/>
                                  </a:lnTo>
                                  <a:lnTo>
                                    <a:pt x="32"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3" name="Freeform 135"/>
                            <p:cNvSpPr/>
                            <p:nvPr/>
                          </p:nvSpPr>
                          <p:spPr bwMode="auto">
                            <a:xfrm>
                              <a:off x="2598" y="3100"/>
                              <a:ext cx="10" cy="5"/>
                            </a:xfrm>
                            <a:custGeom>
                              <a:avLst/>
                              <a:gdLst>
                                <a:gd name="T0" fmla="*/ 38 w 73"/>
                                <a:gd name="T1" fmla="*/ 0 h 46"/>
                                <a:gd name="T2" fmla="*/ 73 w 73"/>
                                <a:gd name="T3" fmla="*/ 23 h 46"/>
                                <a:gd name="T4" fmla="*/ 36 w 73"/>
                                <a:gd name="T5" fmla="*/ 46 h 46"/>
                                <a:gd name="T6" fmla="*/ 0 w 73"/>
                                <a:gd name="T7" fmla="*/ 23 h 46"/>
                                <a:gd name="T8" fmla="*/ 38 w 73"/>
                                <a:gd name="T9" fmla="*/ 0 h 46"/>
                              </a:gdLst>
                              <a:ahLst/>
                              <a:cxnLst>
                                <a:cxn ang="0">
                                  <a:pos x="T0" y="T1"/>
                                </a:cxn>
                                <a:cxn ang="0">
                                  <a:pos x="T2" y="T3"/>
                                </a:cxn>
                                <a:cxn ang="0">
                                  <a:pos x="T4" y="T5"/>
                                </a:cxn>
                                <a:cxn ang="0">
                                  <a:pos x="T6" y="T7"/>
                                </a:cxn>
                                <a:cxn ang="0">
                                  <a:pos x="T8" y="T9"/>
                                </a:cxn>
                              </a:cxnLst>
                              <a:rect l="0" t="0" r="r" b="b"/>
                              <a:pathLst>
                                <a:path w="73" h="46">
                                  <a:moveTo>
                                    <a:pt x="38" y="0"/>
                                  </a:moveTo>
                                  <a:lnTo>
                                    <a:pt x="73" y="23"/>
                                  </a:lnTo>
                                  <a:lnTo>
                                    <a:pt x="36" y="46"/>
                                  </a:lnTo>
                                  <a:lnTo>
                                    <a:pt x="0" y="23"/>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4" name="Freeform 136"/>
                            <p:cNvSpPr/>
                            <p:nvPr/>
                          </p:nvSpPr>
                          <p:spPr bwMode="auto">
                            <a:xfrm>
                              <a:off x="2604" y="3097"/>
                              <a:ext cx="10" cy="5"/>
                            </a:xfrm>
                            <a:custGeom>
                              <a:avLst/>
                              <a:gdLst>
                                <a:gd name="T0" fmla="*/ 35 w 69"/>
                                <a:gd name="T1" fmla="*/ 0 h 43"/>
                                <a:gd name="T2" fmla="*/ 69 w 69"/>
                                <a:gd name="T3" fmla="*/ 22 h 43"/>
                                <a:gd name="T4" fmla="*/ 31 w 69"/>
                                <a:gd name="T5" fmla="*/ 43 h 43"/>
                                <a:gd name="T6" fmla="*/ 0 w 69"/>
                                <a:gd name="T7" fmla="*/ 22 h 43"/>
                                <a:gd name="T8" fmla="*/ 35 w 69"/>
                                <a:gd name="T9" fmla="*/ 0 h 43"/>
                              </a:gdLst>
                              <a:ahLst/>
                              <a:cxnLst>
                                <a:cxn ang="0">
                                  <a:pos x="T0" y="T1"/>
                                </a:cxn>
                                <a:cxn ang="0">
                                  <a:pos x="T2" y="T3"/>
                                </a:cxn>
                                <a:cxn ang="0">
                                  <a:pos x="T4" y="T5"/>
                                </a:cxn>
                                <a:cxn ang="0">
                                  <a:pos x="T6" y="T7"/>
                                </a:cxn>
                                <a:cxn ang="0">
                                  <a:pos x="T8" y="T9"/>
                                </a:cxn>
                              </a:cxnLst>
                              <a:rect l="0" t="0" r="r" b="b"/>
                              <a:pathLst>
                                <a:path w="69" h="43">
                                  <a:moveTo>
                                    <a:pt x="35" y="0"/>
                                  </a:moveTo>
                                  <a:lnTo>
                                    <a:pt x="69" y="22"/>
                                  </a:lnTo>
                                  <a:lnTo>
                                    <a:pt x="31" y="43"/>
                                  </a:lnTo>
                                  <a:lnTo>
                                    <a:pt x="0" y="22"/>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5" name="Freeform 137"/>
                            <p:cNvSpPr/>
                            <p:nvPr/>
                          </p:nvSpPr>
                          <p:spPr bwMode="auto">
                            <a:xfrm>
                              <a:off x="2610" y="3094"/>
                              <a:ext cx="10" cy="5"/>
                            </a:xfrm>
                            <a:custGeom>
                              <a:avLst/>
                              <a:gdLst>
                                <a:gd name="T0" fmla="*/ 36 w 68"/>
                                <a:gd name="T1" fmla="*/ 0 h 43"/>
                                <a:gd name="T2" fmla="*/ 68 w 68"/>
                                <a:gd name="T3" fmla="*/ 20 h 43"/>
                                <a:gd name="T4" fmla="*/ 34 w 68"/>
                                <a:gd name="T5" fmla="*/ 43 h 43"/>
                                <a:gd name="T6" fmla="*/ 0 w 68"/>
                                <a:gd name="T7" fmla="*/ 21 h 43"/>
                                <a:gd name="T8" fmla="*/ 36 w 68"/>
                                <a:gd name="T9" fmla="*/ 0 h 43"/>
                              </a:gdLst>
                              <a:ahLst/>
                              <a:cxnLst>
                                <a:cxn ang="0">
                                  <a:pos x="T0" y="T1"/>
                                </a:cxn>
                                <a:cxn ang="0">
                                  <a:pos x="T2" y="T3"/>
                                </a:cxn>
                                <a:cxn ang="0">
                                  <a:pos x="T4" y="T5"/>
                                </a:cxn>
                                <a:cxn ang="0">
                                  <a:pos x="T6" y="T7"/>
                                </a:cxn>
                                <a:cxn ang="0">
                                  <a:pos x="T8" y="T9"/>
                                </a:cxn>
                              </a:cxnLst>
                              <a:rect l="0" t="0" r="r" b="b"/>
                              <a:pathLst>
                                <a:path w="68" h="43">
                                  <a:moveTo>
                                    <a:pt x="36" y="0"/>
                                  </a:moveTo>
                                  <a:lnTo>
                                    <a:pt x="68" y="20"/>
                                  </a:lnTo>
                                  <a:lnTo>
                                    <a:pt x="34" y="43"/>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6" name="Freeform 138"/>
                            <p:cNvSpPr/>
                            <p:nvPr/>
                          </p:nvSpPr>
                          <p:spPr bwMode="auto">
                            <a:xfrm>
                              <a:off x="2616" y="3091"/>
                              <a:ext cx="10" cy="5"/>
                            </a:xfrm>
                            <a:custGeom>
                              <a:avLst/>
                              <a:gdLst>
                                <a:gd name="T0" fmla="*/ 35 w 67"/>
                                <a:gd name="T1" fmla="*/ 0 h 42"/>
                                <a:gd name="T2" fmla="*/ 67 w 67"/>
                                <a:gd name="T3" fmla="*/ 19 h 42"/>
                                <a:gd name="T4" fmla="*/ 31 w 67"/>
                                <a:gd name="T5" fmla="*/ 42 h 42"/>
                                <a:gd name="T6" fmla="*/ 0 w 67"/>
                                <a:gd name="T7" fmla="*/ 21 h 42"/>
                                <a:gd name="T8" fmla="*/ 35 w 67"/>
                                <a:gd name="T9" fmla="*/ 0 h 42"/>
                              </a:gdLst>
                              <a:ahLst/>
                              <a:cxnLst>
                                <a:cxn ang="0">
                                  <a:pos x="T0" y="T1"/>
                                </a:cxn>
                                <a:cxn ang="0">
                                  <a:pos x="T2" y="T3"/>
                                </a:cxn>
                                <a:cxn ang="0">
                                  <a:pos x="T4" y="T5"/>
                                </a:cxn>
                                <a:cxn ang="0">
                                  <a:pos x="T6" y="T7"/>
                                </a:cxn>
                                <a:cxn ang="0">
                                  <a:pos x="T8" y="T9"/>
                                </a:cxn>
                              </a:cxnLst>
                              <a:rect l="0" t="0" r="r" b="b"/>
                              <a:pathLst>
                                <a:path w="67" h="42">
                                  <a:moveTo>
                                    <a:pt x="35" y="0"/>
                                  </a:moveTo>
                                  <a:lnTo>
                                    <a:pt x="67" y="19"/>
                                  </a:lnTo>
                                  <a:lnTo>
                                    <a:pt x="31" y="42"/>
                                  </a:lnTo>
                                  <a:lnTo>
                                    <a:pt x="0" y="21"/>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7" name="Freeform 139"/>
                            <p:cNvSpPr/>
                            <p:nvPr/>
                          </p:nvSpPr>
                          <p:spPr bwMode="auto">
                            <a:xfrm>
                              <a:off x="2622" y="3089"/>
                              <a:ext cx="8" cy="4"/>
                            </a:xfrm>
                            <a:custGeom>
                              <a:avLst/>
                              <a:gdLst>
                                <a:gd name="T0" fmla="*/ 28 w 59"/>
                                <a:gd name="T1" fmla="*/ 0 h 36"/>
                                <a:gd name="T2" fmla="*/ 59 w 59"/>
                                <a:gd name="T3" fmla="*/ 19 h 36"/>
                                <a:gd name="T4" fmla="*/ 32 w 59"/>
                                <a:gd name="T5" fmla="*/ 36 h 36"/>
                                <a:gd name="T6" fmla="*/ 0 w 59"/>
                                <a:gd name="T7" fmla="*/ 18 h 36"/>
                                <a:gd name="T8" fmla="*/ 28 w 59"/>
                                <a:gd name="T9" fmla="*/ 0 h 36"/>
                              </a:gdLst>
                              <a:ahLst/>
                              <a:cxnLst>
                                <a:cxn ang="0">
                                  <a:pos x="T0" y="T1"/>
                                </a:cxn>
                                <a:cxn ang="0">
                                  <a:pos x="T2" y="T3"/>
                                </a:cxn>
                                <a:cxn ang="0">
                                  <a:pos x="T4" y="T5"/>
                                </a:cxn>
                                <a:cxn ang="0">
                                  <a:pos x="T6" y="T7"/>
                                </a:cxn>
                                <a:cxn ang="0">
                                  <a:pos x="T8" y="T9"/>
                                </a:cxn>
                              </a:cxnLst>
                              <a:rect l="0" t="0" r="r" b="b"/>
                              <a:pathLst>
                                <a:path w="59" h="36">
                                  <a:moveTo>
                                    <a:pt x="28" y="0"/>
                                  </a:moveTo>
                                  <a:lnTo>
                                    <a:pt x="59" y="19"/>
                                  </a:lnTo>
                                  <a:lnTo>
                                    <a:pt x="32" y="36"/>
                                  </a:lnTo>
                                  <a:lnTo>
                                    <a:pt x="0" y="18"/>
                                  </a:ln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8" name="Freeform 140"/>
                            <p:cNvSpPr/>
                            <p:nvPr/>
                          </p:nvSpPr>
                          <p:spPr bwMode="auto">
                            <a:xfrm>
                              <a:off x="2627" y="3091"/>
                              <a:ext cx="8" cy="5"/>
                            </a:xfrm>
                            <a:custGeom>
                              <a:avLst/>
                              <a:gdLst>
                                <a:gd name="T0" fmla="*/ 28 w 61"/>
                                <a:gd name="T1" fmla="*/ 0 h 39"/>
                                <a:gd name="T2" fmla="*/ 61 w 61"/>
                                <a:gd name="T3" fmla="*/ 20 h 39"/>
                                <a:gd name="T4" fmla="*/ 31 w 61"/>
                                <a:gd name="T5" fmla="*/ 39 h 39"/>
                                <a:gd name="T6" fmla="*/ 0 w 61"/>
                                <a:gd name="T7" fmla="*/ 19 h 39"/>
                                <a:gd name="T8" fmla="*/ 28 w 61"/>
                                <a:gd name="T9" fmla="*/ 0 h 39"/>
                              </a:gdLst>
                              <a:ahLst/>
                              <a:cxnLst>
                                <a:cxn ang="0">
                                  <a:pos x="T0" y="T1"/>
                                </a:cxn>
                                <a:cxn ang="0">
                                  <a:pos x="T2" y="T3"/>
                                </a:cxn>
                                <a:cxn ang="0">
                                  <a:pos x="T4" y="T5"/>
                                </a:cxn>
                                <a:cxn ang="0">
                                  <a:pos x="T6" y="T7"/>
                                </a:cxn>
                                <a:cxn ang="0">
                                  <a:pos x="T8" y="T9"/>
                                </a:cxn>
                              </a:cxnLst>
                              <a:rect l="0" t="0" r="r" b="b"/>
                              <a:pathLst>
                                <a:path w="61" h="39">
                                  <a:moveTo>
                                    <a:pt x="28" y="0"/>
                                  </a:moveTo>
                                  <a:lnTo>
                                    <a:pt x="61" y="20"/>
                                  </a:lnTo>
                                  <a:lnTo>
                                    <a:pt x="31" y="39"/>
                                  </a:lnTo>
                                  <a:lnTo>
                                    <a:pt x="0" y="19"/>
                                  </a:ln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9" name="Freeform 141"/>
                            <p:cNvSpPr/>
                            <p:nvPr/>
                          </p:nvSpPr>
                          <p:spPr bwMode="auto">
                            <a:xfrm>
                              <a:off x="2621" y="3093"/>
                              <a:ext cx="10" cy="5"/>
                            </a:xfrm>
                            <a:custGeom>
                              <a:avLst/>
                              <a:gdLst>
                                <a:gd name="T0" fmla="*/ 36 w 68"/>
                                <a:gd name="T1" fmla="*/ 0 h 42"/>
                                <a:gd name="T2" fmla="*/ 68 w 68"/>
                                <a:gd name="T3" fmla="*/ 21 h 42"/>
                                <a:gd name="T4" fmla="*/ 32 w 68"/>
                                <a:gd name="T5" fmla="*/ 42 h 42"/>
                                <a:gd name="T6" fmla="*/ 0 w 68"/>
                                <a:gd name="T7" fmla="*/ 24 h 42"/>
                                <a:gd name="T8" fmla="*/ 36 w 68"/>
                                <a:gd name="T9" fmla="*/ 0 h 42"/>
                              </a:gdLst>
                              <a:ahLst/>
                              <a:cxnLst>
                                <a:cxn ang="0">
                                  <a:pos x="T0" y="T1"/>
                                </a:cxn>
                                <a:cxn ang="0">
                                  <a:pos x="T2" y="T3"/>
                                </a:cxn>
                                <a:cxn ang="0">
                                  <a:pos x="T4" y="T5"/>
                                </a:cxn>
                                <a:cxn ang="0">
                                  <a:pos x="T6" y="T7"/>
                                </a:cxn>
                                <a:cxn ang="0">
                                  <a:pos x="T8" y="T9"/>
                                </a:cxn>
                              </a:cxnLst>
                              <a:rect l="0" t="0" r="r" b="b"/>
                              <a:pathLst>
                                <a:path w="68" h="42">
                                  <a:moveTo>
                                    <a:pt x="36" y="0"/>
                                  </a:moveTo>
                                  <a:lnTo>
                                    <a:pt x="68" y="21"/>
                                  </a:lnTo>
                                  <a:lnTo>
                                    <a:pt x="32" y="42"/>
                                  </a:lnTo>
                                  <a:lnTo>
                                    <a:pt x="0" y="24"/>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0" name="Freeform 142"/>
                            <p:cNvSpPr/>
                            <p:nvPr/>
                          </p:nvSpPr>
                          <p:spPr bwMode="auto">
                            <a:xfrm>
                              <a:off x="2632" y="3093"/>
                              <a:ext cx="8" cy="5"/>
                            </a:xfrm>
                            <a:custGeom>
                              <a:avLst/>
                              <a:gdLst>
                                <a:gd name="T0" fmla="*/ 29 w 61"/>
                                <a:gd name="T1" fmla="*/ 0 h 39"/>
                                <a:gd name="T2" fmla="*/ 61 w 61"/>
                                <a:gd name="T3" fmla="*/ 20 h 39"/>
                                <a:gd name="T4" fmla="*/ 32 w 61"/>
                                <a:gd name="T5" fmla="*/ 39 h 39"/>
                                <a:gd name="T6" fmla="*/ 0 w 61"/>
                                <a:gd name="T7" fmla="*/ 20 h 39"/>
                                <a:gd name="T8" fmla="*/ 29 w 61"/>
                                <a:gd name="T9" fmla="*/ 0 h 39"/>
                              </a:gdLst>
                              <a:ahLst/>
                              <a:cxnLst>
                                <a:cxn ang="0">
                                  <a:pos x="T0" y="T1"/>
                                </a:cxn>
                                <a:cxn ang="0">
                                  <a:pos x="T2" y="T3"/>
                                </a:cxn>
                                <a:cxn ang="0">
                                  <a:pos x="T4" y="T5"/>
                                </a:cxn>
                                <a:cxn ang="0">
                                  <a:pos x="T6" y="T7"/>
                                </a:cxn>
                                <a:cxn ang="0">
                                  <a:pos x="T8" y="T9"/>
                                </a:cxn>
                              </a:cxnLst>
                              <a:rect l="0" t="0" r="r" b="b"/>
                              <a:pathLst>
                                <a:path w="61" h="39">
                                  <a:moveTo>
                                    <a:pt x="29" y="0"/>
                                  </a:moveTo>
                                  <a:lnTo>
                                    <a:pt x="61" y="20"/>
                                  </a:lnTo>
                                  <a:lnTo>
                                    <a:pt x="32" y="39"/>
                                  </a:lnTo>
                                  <a:lnTo>
                                    <a:pt x="0" y="20"/>
                                  </a:lnTo>
                                  <a:lnTo>
                                    <a:pt x="2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1" name="Freeform 143"/>
                            <p:cNvSpPr/>
                            <p:nvPr/>
                          </p:nvSpPr>
                          <p:spPr bwMode="auto">
                            <a:xfrm>
                              <a:off x="2626" y="3095"/>
                              <a:ext cx="10" cy="6"/>
                            </a:xfrm>
                            <a:custGeom>
                              <a:avLst/>
                              <a:gdLst>
                                <a:gd name="T0" fmla="*/ 36 w 69"/>
                                <a:gd name="T1" fmla="*/ 0 h 42"/>
                                <a:gd name="T2" fmla="*/ 69 w 69"/>
                                <a:gd name="T3" fmla="*/ 20 h 42"/>
                                <a:gd name="T4" fmla="*/ 32 w 69"/>
                                <a:gd name="T5" fmla="*/ 42 h 42"/>
                                <a:gd name="T6" fmla="*/ 0 w 69"/>
                                <a:gd name="T7" fmla="*/ 23 h 42"/>
                                <a:gd name="T8" fmla="*/ 36 w 69"/>
                                <a:gd name="T9" fmla="*/ 0 h 42"/>
                              </a:gdLst>
                              <a:ahLst/>
                              <a:cxnLst>
                                <a:cxn ang="0">
                                  <a:pos x="T0" y="T1"/>
                                </a:cxn>
                                <a:cxn ang="0">
                                  <a:pos x="T2" y="T3"/>
                                </a:cxn>
                                <a:cxn ang="0">
                                  <a:pos x="T4" y="T5"/>
                                </a:cxn>
                                <a:cxn ang="0">
                                  <a:pos x="T6" y="T7"/>
                                </a:cxn>
                                <a:cxn ang="0">
                                  <a:pos x="T8" y="T9"/>
                                </a:cxn>
                              </a:cxnLst>
                              <a:rect l="0" t="0" r="r" b="b"/>
                              <a:pathLst>
                                <a:path w="69" h="42">
                                  <a:moveTo>
                                    <a:pt x="36" y="0"/>
                                  </a:moveTo>
                                  <a:lnTo>
                                    <a:pt x="69" y="20"/>
                                  </a:lnTo>
                                  <a:lnTo>
                                    <a:pt x="32" y="42"/>
                                  </a:lnTo>
                                  <a:lnTo>
                                    <a:pt x="0" y="23"/>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2" name="Freeform 144"/>
                            <p:cNvSpPr/>
                            <p:nvPr/>
                          </p:nvSpPr>
                          <p:spPr bwMode="auto">
                            <a:xfrm>
                              <a:off x="2599" y="3094"/>
                              <a:ext cx="10" cy="6"/>
                            </a:xfrm>
                            <a:custGeom>
                              <a:avLst/>
                              <a:gdLst>
                                <a:gd name="T0" fmla="*/ 35 w 68"/>
                                <a:gd name="T1" fmla="*/ 0 h 42"/>
                                <a:gd name="T2" fmla="*/ 68 w 68"/>
                                <a:gd name="T3" fmla="*/ 21 h 42"/>
                                <a:gd name="T4" fmla="*/ 33 w 68"/>
                                <a:gd name="T5" fmla="*/ 42 h 42"/>
                                <a:gd name="T6" fmla="*/ 0 w 68"/>
                                <a:gd name="T7" fmla="*/ 19 h 42"/>
                                <a:gd name="T8" fmla="*/ 35 w 68"/>
                                <a:gd name="T9" fmla="*/ 0 h 42"/>
                              </a:gdLst>
                              <a:ahLst/>
                              <a:cxnLst>
                                <a:cxn ang="0">
                                  <a:pos x="T0" y="T1"/>
                                </a:cxn>
                                <a:cxn ang="0">
                                  <a:pos x="T2" y="T3"/>
                                </a:cxn>
                                <a:cxn ang="0">
                                  <a:pos x="T4" y="T5"/>
                                </a:cxn>
                                <a:cxn ang="0">
                                  <a:pos x="T6" y="T7"/>
                                </a:cxn>
                                <a:cxn ang="0">
                                  <a:pos x="T8" y="T9"/>
                                </a:cxn>
                              </a:cxnLst>
                              <a:rect l="0" t="0" r="r" b="b"/>
                              <a:pathLst>
                                <a:path w="68" h="42">
                                  <a:moveTo>
                                    <a:pt x="35" y="0"/>
                                  </a:moveTo>
                                  <a:lnTo>
                                    <a:pt x="68" y="21"/>
                                  </a:lnTo>
                                  <a:lnTo>
                                    <a:pt x="33" y="42"/>
                                  </a:lnTo>
                                  <a:lnTo>
                                    <a:pt x="0" y="19"/>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3" name="Freeform 145"/>
                            <p:cNvSpPr/>
                            <p:nvPr/>
                          </p:nvSpPr>
                          <p:spPr bwMode="auto">
                            <a:xfrm>
                              <a:off x="2605" y="3091"/>
                              <a:ext cx="10" cy="6"/>
                            </a:xfrm>
                            <a:custGeom>
                              <a:avLst/>
                              <a:gdLst>
                                <a:gd name="T0" fmla="*/ 37 w 69"/>
                                <a:gd name="T1" fmla="*/ 0 h 42"/>
                                <a:gd name="T2" fmla="*/ 69 w 69"/>
                                <a:gd name="T3" fmla="*/ 21 h 42"/>
                                <a:gd name="T4" fmla="*/ 33 w 69"/>
                                <a:gd name="T5" fmla="*/ 42 h 42"/>
                                <a:gd name="T6" fmla="*/ 0 w 69"/>
                                <a:gd name="T7" fmla="*/ 21 h 42"/>
                                <a:gd name="T8" fmla="*/ 37 w 69"/>
                                <a:gd name="T9" fmla="*/ 0 h 42"/>
                              </a:gdLst>
                              <a:ahLst/>
                              <a:cxnLst>
                                <a:cxn ang="0">
                                  <a:pos x="T0" y="T1"/>
                                </a:cxn>
                                <a:cxn ang="0">
                                  <a:pos x="T2" y="T3"/>
                                </a:cxn>
                                <a:cxn ang="0">
                                  <a:pos x="T4" y="T5"/>
                                </a:cxn>
                                <a:cxn ang="0">
                                  <a:pos x="T6" y="T7"/>
                                </a:cxn>
                                <a:cxn ang="0">
                                  <a:pos x="T8" y="T9"/>
                                </a:cxn>
                              </a:cxnLst>
                              <a:rect l="0" t="0" r="r" b="b"/>
                              <a:pathLst>
                                <a:path w="69" h="42">
                                  <a:moveTo>
                                    <a:pt x="37" y="0"/>
                                  </a:moveTo>
                                  <a:lnTo>
                                    <a:pt x="69" y="21"/>
                                  </a:lnTo>
                                  <a:lnTo>
                                    <a:pt x="33" y="42"/>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4" name="Freeform 146"/>
                            <p:cNvSpPr/>
                            <p:nvPr/>
                          </p:nvSpPr>
                          <p:spPr bwMode="auto">
                            <a:xfrm>
                              <a:off x="2612" y="3088"/>
                              <a:ext cx="9" cy="6"/>
                            </a:xfrm>
                            <a:custGeom>
                              <a:avLst/>
                              <a:gdLst>
                                <a:gd name="T0" fmla="*/ 35 w 66"/>
                                <a:gd name="T1" fmla="*/ 0 h 42"/>
                                <a:gd name="T2" fmla="*/ 66 w 66"/>
                                <a:gd name="T3" fmla="*/ 21 h 42"/>
                                <a:gd name="T4" fmla="*/ 30 w 66"/>
                                <a:gd name="T5" fmla="*/ 42 h 42"/>
                                <a:gd name="T6" fmla="*/ 0 w 66"/>
                                <a:gd name="T7" fmla="*/ 22 h 42"/>
                                <a:gd name="T8" fmla="*/ 35 w 66"/>
                                <a:gd name="T9" fmla="*/ 0 h 42"/>
                              </a:gdLst>
                              <a:ahLst/>
                              <a:cxnLst>
                                <a:cxn ang="0">
                                  <a:pos x="T0" y="T1"/>
                                </a:cxn>
                                <a:cxn ang="0">
                                  <a:pos x="T2" y="T3"/>
                                </a:cxn>
                                <a:cxn ang="0">
                                  <a:pos x="T4" y="T5"/>
                                </a:cxn>
                                <a:cxn ang="0">
                                  <a:pos x="T6" y="T7"/>
                                </a:cxn>
                                <a:cxn ang="0">
                                  <a:pos x="T8" y="T9"/>
                                </a:cxn>
                              </a:cxnLst>
                              <a:rect l="0" t="0" r="r" b="b"/>
                              <a:pathLst>
                                <a:path w="66" h="42">
                                  <a:moveTo>
                                    <a:pt x="35" y="0"/>
                                  </a:moveTo>
                                  <a:lnTo>
                                    <a:pt x="66" y="21"/>
                                  </a:lnTo>
                                  <a:lnTo>
                                    <a:pt x="30" y="42"/>
                                  </a:lnTo>
                                  <a:lnTo>
                                    <a:pt x="0" y="22"/>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5" name="Freeform 147"/>
                            <p:cNvSpPr/>
                            <p:nvPr/>
                          </p:nvSpPr>
                          <p:spPr bwMode="auto">
                            <a:xfrm>
                              <a:off x="2617" y="3086"/>
                              <a:ext cx="9" cy="5"/>
                            </a:xfrm>
                            <a:custGeom>
                              <a:avLst/>
                              <a:gdLst>
                                <a:gd name="T0" fmla="*/ 25 w 57"/>
                                <a:gd name="T1" fmla="*/ 0 h 35"/>
                                <a:gd name="T2" fmla="*/ 57 w 57"/>
                                <a:gd name="T3" fmla="*/ 20 h 35"/>
                                <a:gd name="T4" fmla="*/ 29 w 57"/>
                                <a:gd name="T5" fmla="*/ 35 h 35"/>
                                <a:gd name="T6" fmla="*/ 0 w 57"/>
                                <a:gd name="T7" fmla="*/ 16 h 35"/>
                                <a:gd name="T8" fmla="*/ 25 w 57"/>
                                <a:gd name="T9" fmla="*/ 0 h 35"/>
                              </a:gdLst>
                              <a:ahLst/>
                              <a:cxnLst>
                                <a:cxn ang="0">
                                  <a:pos x="T0" y="T1"/>
                                </a:cxn>
                                <a:cxn ang="0">
                                  <a:pos x="T2" y="T3"/>
                                </a:cxn>
                                <a:cxn ang="0">
                                  <a:pos x="T4" y="T5"/>
                                </a:cxn>
                                <a:cxn ang="0">
                                  <a:pos x="T6" y="T7"/>
                                </a:cxn>
                                <a:cxn ang="0">
                                  <a:pos x="T8" y="T9"/>
                                </a:cxn>
                              </a:cxnLst>
                              <a:rect l="0" t="0" r="r" b="b"/>
                              <a:pathLst>
                                <a:path w="57" h="35">
                                  <a:moveTo>
                                    <a:pt x="25" y="0"/>
                                  </a:moveTo>
                                  <a:lnTo>
                                    <a:pt x="57" y="20"/>
                                  </a:lnTo>
                                  <a:lnTo>
                                    <a:pt x="29" y="35"/>
                                  </a:lnTo>
                                  <a:lnTo>
                                    <a:pt x="0" y="16"/>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6" name="Freeform 148"/>
                            <p:cNvSpPr/>
                            <p:nvPr/>
                          </p:nvSpPr>
                          <p:spPr bwMode="auto">
                            <a:xfrm>
                              <a:off x="2593" y="3097"/>
                              <a:ext cx="10" cy="6"/>
                            </a:xfrm>
                            <a:custGeom>
                              <a:avLst/>
                              <a:gdLst>
                                <a:gd name="T0" fmla="*/ 37 w 72"/>
                                <a:gd name="T1" fmla="*/ 0 h 46"/>
                                <a:gd name="T2" fmla="*/ 72 w 72"/>
                                <a:gd name="T3" fmla="*/ 23 h 46"/>
                                <a:gd name="T4" fmla="*/ 36 w 72"/>
                                <a:gd name="T5" fmla="*/ 46 h 46"/>
                                <a:gd name="T6" fmla="*/ 0 w 72"/>
                                <a:gd name="T7" fmla="*/ 22 h 46"/>
                                <a:gd name="T8" fmla="*/ 37 w 72"/>
                                <a:gd name="T9" fmla="*/ 0 h 46"/>
                              </a:gdLst>
                              <a:ahLst/>
                              <a:cxnLst>
                                <a:cxn ang="0">
                                  <a:pos x="T0" y="T1"/>
                                </a:cxn>
                                <a:cxn ang="0">
                                  <a:pos x="T2" y="T3"/>
                                </a:cxn>
                                <a:cxn ang="0">
                                  <a:pos x="T4" y="T5"/>
                                </a:cxn>
                                <a:cxn ang="0">
                                  <a:pos x="T6" y="T7"/>
                                </a:cxn>
                                <a:cxn ang="0">
                                  <a:pos x="T8" y="T9"/>
                                </a:cxn>
                              </a:cxnLst>
                              <a:rect l="0" t="0" r="r" b="b"/>
                              <a:pathLst>
                                <a:path w="72" h="46">
                                  <a:moveTo>
                                    <a:pt x="37" y="0"/>
                                  </a:moveTo>
                                  <a:lnTo>
                                    <a:pt x="72" y="23"/>
                                  </a:lnTo>
                                  <a:lnTo>
                                    <a:pt x="36" y="46"/>
                                  </a:lnTo>
                                  <a:lnTo>
                                    <a:pt x="0" y="22"/>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7" name="Freeform 149"/>
                            <p:cNvSpPr/>
                            <p:nvPr/>
                          </p:nvSpPr>
                          <p:spPr bwMode="auto">
                            <a:xfrm>
                              <a:off x="2588" y="3094"/>
                              <a:ext cx="10" cy="6"/>
                            </a:xfrm>
                            <a:custGeom>
                              <a:avLst/>
                              <a:gdLst>
                                <a:gd name="T0" fmla="*/ 38 w 71"/>
                                <a:gd name="T1" fmla="*/ 0 h 43"/>
                                <a:gd name="T2" fmla="*/ 71 w 71"/>
                                <a:gd name="T3" fmla="*/ 21 h 43"/>
                                <a:gd name="T4" fmla="*/ 35 w 71"/>
                                <a:gd name="T5" fmla="*/ 43 h 43"/>
                                <a:gd name="T6" fmla="*/ 0 w 71"/>
                                <a:gd name="T7" fmla="*/ 21 h 43"/>
                                <a:gd name="T8" fmla="*/ 38 w 71"/>
                                <a:gd name="T9" fmla="*/ 0 h 43"/>
                              </a:gdLst>
                              <a:ahLst/>
                              <a:cxnLst>
                                <a:cxn ang="0">
                                  <a:pos x="T0" y="T1"/>
                                </a:cxn>
                                <a:cxn ang="0">
                                  <a:pos x="T2" y="T3"/>
                                </a:cxn>
                                <a:cxn ang="0">
                                  <a:pos x="T4" y="T5"/>
                                </a:cxn>
                                <a:cxn ang="0">
                                  <a:pos x="T6" y="T7"/>
                                </a:cxn>
                                <a:cxn ang="0">
                                  <a:pos x="T8" y="T9"/>
                                </a:cxn>
                              </a:cxnLst>
                              <a:rect l="0" t="0" r="r" b="b"/>
                              <a:pathLst>
                                <a:path w="71" h="43">
                                  <a:moveTo>
                                    <a:pt x="38" y="0"/>
                                  </a:moveTo>
                                  <a:lnTo>
                                    <a:pt x="71" y="21"/>
                                  </a:lnTo>
                                  <a:lnTo>
                                    <a:pt x="35" y="43"/>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8" name="Freeform 150"/>
                            <p:cNvSpPr/>
                            <p:nvPr/>
                          </p:nvSpPr>
                          <p:spPr bwMode="auto">
                            <a:xfrm>
                              <a:off x="2594" y="3091"/>
                              <a:ext cx="10" cy="6"/>
                            </a:xfrm>
                            <a:custGeom>
                              <a:avLst/>
                              <a:gdLst>
                                <a:gd name="T0" fmla="*/ 37 w 70"/>
                                <a:gd name="T1" fmla="*/ 0 h 43"/>
                                <a:gd name="T2" fmla="*/ 70 w 70"/>
                                <a:gd name="T3" fmla="*/ 21 h 43"/>
                                <a:gd name="T4" fmla="*/ 33 w 70"/>
                                <a:gd name="T5" fmla="*/ 43 h 43"/>
                                <a:gd name="T6" fmla="*/ 0 w 70"/>
                                <a:gd name="T7" fmla="*/ 21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1"/>
                                  </a:lnTo>
                                  <a:lnTo>
                                    <a:pt x="33" y="43"/>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9" name="Freeform 151"/>
                            <p:cNvSpPr/>
                            <p:nvPr/>
                          </p:nvSpPr>
                          <p:spPr bwMode="auto">
                            <a:xfrm>
                              <a:off x="2601" y="3089"/>
                              <a:ext cx="9" cy="5"/>
                            </a:xfrm>
                            <a:custGeom>
                              <a:avLst/>
                              <a:gdLst>
                                <a:gd name="T0" fmla="*/ 34 w 67"/>
                                <a:gd name="T1" fmla="*/ 0 h 43"/>
                                <a:gd name="T2" fmla="*/ 67 w 67"/>
                                <a:gd name="T3" fmla="*/ 20 h 43"/>
                                <a:gd name="T4" fmla="*/ 32 w 67"/>
                                <a:gd name="T5" fmla="*/ 43 h 43"/>
                                <a:gd name="T6" fmla="*/ 0 w 67"/>
                                <a:gd name="T7" fmla="*/ 21 h 43"/>
                                <a:gd name="T8" fmla="*/ 34 w 67"/>
                                <a:gd name="T9" fmla="*/ 0 h 43"/>
                              </a:gdLst>
                              <a:ahLst/>
                              <a:cxnLst>
                                <a:cxn ang="0">
                                  <a:pos x="T0" y="T1"/>
                                </a:cxn>
                                <a:cxn ang="0">
                                  <a:pos x="T2" y="T3"/>
                                </a:cxn>
                                <a:cxn ang="0">
                                  <a:pos x="T4" y="T5"/>
                                </a:cxn>
                                <a:cxn ang="0">
                                  <a:pos x="T6" y="T7"/>
                                </a:cxn>
                                <a:cxn ang="0">
                                  <a:pos x="T8" y="T9"/>
                                </a:cxn>
                              </a:cxnLst>
                              <a:rect l="0" t="0" r="r" b="b"/>
                              <a:pathLst>
                                <a:path w="67" h="43">
                                  <a:moveTo>
                                    <a:pt x="34" y="0"/>
                                  </a:moveTo>
                                  <a:lnTo>
                                    <a:pt x="67" y="20"/>
                                  </a:lnTo>
                                  <a:lnTo>
                                    <a:pt x="32" y="43"/>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0" name="Freeform 152"/>
                            <p:cNvSpPr/>
                            <p:nvPr/>
                          </p:nvSpPr>
                          <p:spPr bwMode="auto">
                            <a:xfrm>
                              <a:off x="2607" y="3086"/>
                              <a:ext cx="9" cy="5"/>
                            </a:xfrm>
                            <a:custGeom>
                              <a:avLst/>
                              <a:gdLst>
                                <a:gd name="T0" fmla="*/ 38 w 68"/>
                                <a:gd name="T1" fmla="*/ 0 h 43"/>
                                <a:gd name="T2" fmla="*/ 68 w 68"/>
                                <a:gd name="T3" fmla="*/ 20 h 43"/>
                                <a:gd name="T4" fmla="*/ 33 w 68"/>
                                <a:gd name="T5" fmla="*/ 43 h 43"/>
                                <a:gd name="T6" fmla="*/ 0 w 68"/>
                                <a:gd name="T7" fmla="*/ 22 h 43"/>
                                <a:gd name="T8" fmla="*/ 38 w 68"/>
                                <a:gd name="T9" fmla="*/ 0 h 43"/>
                              </a:gdLst>
                              <a:ahLst/>
                              <a:cxnLst>
                                <a:cxn ang="0">
                                  <a:pos x="T0" y="T1"/>
                                </a:cxn>
                                <a:cxn ang="0">
                                  <a:pos x="T2" y="T3"/>
                                </a:cxn>
                                <a:cxn ang="0">
                                  <a:pos x="T4" y="T5"/>
                                </a:cxn>
                                <a:cxn ang="0">
                                  <a:pos x="T6" y="T7"/>
                                </a:cxn>
                                <a:cxn ang="0">
                                  <a:pos x="T8" y="T9"/>
                                </a:cxn>
                              </a:cxnLst>
                              <a:rect l="0" t="0" r="r" b="b"/>
                              <a:pathLst>
                                <a:path w="68" h="43">
                                  <a:moveTo>
                                    <a:pt x="38" y="0"/>
                                  </a:moveTo>
                                  <a:lnTo>
                                    <a:pt x="68" y="20"/>
                                  </a:lnTo>
                                  <a:lnTo>
                                    <a:pt x="33" y="43"/>
                                  </a:lnTo>
                                  <a:lnTo>
                                    <a:pt x="0" y="22"/>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1" name="Freeform 153"/>
                            <p:cNvSpPr/>
                            <p:nvPr/>
                          </p:nvSpPr>
                          <p:spPr bwMode="auto">
                            <a:xfrm>
                              <a:off x="2612" y="3084"/>
                              <a:ext cx="9" cy="5"/>
                            </a:xfrm>
                            <a:custGeom>
                              <a:avLst/>
                              <a:gdLst>
                                <a:gd name="T0" fmla="*/ 27 w 57"/>
                                <a:gd name="T1" fmla="*/ 0 h 36"/>
                                <a:gd name="T2" fmla="*/ 57 w 57"/>
                                <a:gd name="T3" fmla="*/ 19 h 36"/>
                                <a:gd name="T4" fmla="*/ 31 w 57"/>
                                <a:gd name="T5" fmla="*/ 36 h 36"/>
                                <a:gd name="T6" fmla="*/ 0 w 57"/>
                                <a:gd name="T7" fmla="*/ 16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19"/>
                                  </a:lnTo>
                                  <a:lnTo>
                                    <a:pt x="31" y="36"/>
                                  </a:lnTo>
                                  <a:lnTo>
                                    <a:pt x="0" y="16"/>
                                  </a:lnTo>
                                  <a:lnTo>
                                    <a:pt x="2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2" name="Freeform 154"/>
                            <p:cNvSpPr/>
                            <p:nvPr/>
                          </p:nvSpPr>
                          <p:spPr bwMode="auto">
                            <a:xfrm>
                              <a:off x="2590" y="3089"/>
                              <a:ext cx="9" cy="5"/>
                            </a:xfrm>
                            <a:custGeom>
                              <a:avLst/>
                              <a:gdLst>
                                <a:gd name="T0" fmla="*/ 35 w 69"/>
                                <a:gd name="T1" fmla="*/ 0 h 44"/>
                                <a:gd name="T2" fmla="*/ 69 w 69"/>
                                <a:gd name="T3" fmla="*/ 23 h 44"/>
                                <a:gd name="T4" fmla="*/ 33 w 69"/>
                                <a:gd name="T5" fmla="*/ 44 h 44"/>
                                <a:gd name="T6" fmla="*/ 0 w 69"/>
                                <a:gd name="T7" fmla="*/ 21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3"/>
                                  </a:lnTo>
                                  <a:lnTo>
                                    <a:pt x="33" y="44"/>
                                  </a:lnTo>
                                  <a:lnTo>
                                    <a:pt x="0" y="21"/>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3" name="Freeform 155"/>
                            <p:cNvSpPr/>
                            <p:nvPr/>
                          </p:nvSpPr>
                          <p:spPr bwMode="auto">
                            <a:xfrm>
                              <a:off x="2596" y="3086"/>
                              <a:ext cx="10" cy="6"/>
                            </a:xfrm>
                            <a:custGeom>
                              <a:avLst/>
                              <a:gdLst>
                                <a:gd name="T0" fmla="*/ 37 w 70"/>
                                <a:gd name="T1" fmla="*/ 0 h 42"/>
                                <a:gd name="T2" fmla="*/ 70 w 70"/>
                                <a:gd name="T3" fmla="*/ 20 h 42"/>
                                <a:gd name="T4" fmla="*/ 34 w 70"/>
                                <a:gd name="T5" fmla="*/ 42 h 42"/>
                                <a:gd name="T6" fmla="*/ 0 w 70"/>
                                <a:gd name="T7" fmla="*/ 20 h 42"/>
                                <a:gd name="T8" fmla="*/ 37 w 70"/>
                                <a:gd name="T9" fmla="*/ 0 h 42"/>
                              </a:gdLst>
                              <a:ahLst/>
                              <a:cxnLst>
                                <a:cxn ang="0">
                                  <a:pos x="T0" y="T1"/>
                                </a:cxn>
                                <a:cxn ang="0">
                                  <a:pos x="T2" y="T3"/>
                                </a:cxn>
                                <a:cxn ang="0">
                                  <a:pos x="T4" y="T5"/>
                                </a:cxn>
                                <a:cxn ang="0">
                                  <a:pos x="T6" y="T7"/>
                                </a:cxn>
                                <a:cxn ang="0">
                                  <a:pos x="T8" y="T9"/>
                                </a:cxn>
                              </a:cxnLst>
                              <a:rect l="0" t="0" r="r" b="b"/>
                              <a:pathLst>
                                <a:path w="70" h="42">
                                  <a:moveTo>
                                    <a:pt x="37" y="0"/>
                                  </a:moveTo>
                                  <a:lnTo>
                                    <a:pt x="70" y="20"/>
                                  </a:lnTo>
                                  <a:lnTo>
                                    <a:pt x="34" y="42"/>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4" name="Freeform 156"/>
                            <p:cNvSpPr/>
                            <p:nvPr/>
                          </p:nvSpPr>
                          <p:spPr bwMode="auto">
                            <a:xfrm>
                              <a:off x="2602" y="3084"/>
                              <a:ext cx="10" cy="5"/>
                            </a:xfrm>
                            <a:custGeom>
                              <a:avLst/>
                              <a:gdLst>
                                <a:gd name="T0" fmla="*/ 36 w 68"/>
                                <a:gd name="T1" fmla="*/ 0 h 41"/>
                                <a:gd name="T2" fmla="*/ 68 w 68"/>
                                <a:gd name="T3" fmla="*/ 19 h 41"/>
                                <a:gd name="T4" fmla="*/ 32 w 68"/>
                                <a:gd name="T5" fmla="*/ 41 h 41"/>
                                <a:gd name="T6" fmla="*/ 0 w 68"/>
                                <a:gd name="T7" fmla="*/ 21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19"/>
                                  </a:lnTo>
                                  <a:lnTo>
                                    <a:pt x="32" y="41"/>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5" name="Freeform 157"/>
                            <p:cNvSpPr/>
                            <p:nvPr/>
                          </p:nvSpPr>
                          <p:spPr bwMode="auto">
                            <a:xfrm>
                              <a:off x="2608" y="3082"/>
                              <a:ext cx="8" cy="4"/>
                            </a:xfrm>
                            <a:custGeom>
                              <a:avLst/>
                              <a:gdLst>
                                <a:gd name="T0" fmla="*/ 27 w 57"/>
                                <a:gd name="T1" fmla="*/ 0 h 36"/>
                                <a:gd name="T2" fmla="*/ 57 w 57"/>
                                <a:gd name="T3" fmla="*/ 21 h 36"/>
                                <a:gd name="T4" fmla="*/ 33 w 57"/>
                                <a:gd name="T5" fmla="*/ 36 h 36"/>
                                <a:gd name="T6" fmla="*/ 0 w 57"/>
                                <a:gd name="T7" fmla="*/ 15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21"/>
                                  </a:lnTo>
                                  <a:lnTo>
                                    <a:pt x="33" y="36"/>
                                  </a:lnTo>
                                  <a:lnTo>
                                    <a:pt x="0" y="15"/>
                                  </a:lnTo>
                                  <a:lnTo>
                                    <a:pt x="2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6" name="Freeform 158"/>
                            <p:cNvSpPr/>
                            <p:nvPr/>
                          </p:nvSpPr>
                          <p:spPr bwMode="auto">
                            <a:xfrm>
                              <a:off x="2583" y="3092"/>
                              <a:ext cx="10" cy="5"/>
                            </a:xfrm>
                            <a:custGeom>
                              <a:avLst/>
                              <a:gdLst>
                                <a:gd name="T0" fmla="*/ 38 w 73"/>
                                <a:gd name="T1" fmla="*/ 0 h 44"/>
                                <a:gd name="T2" fmla="*/ 73 w 73"/>
                                <a:gd name="T3" fmla="*/ 23 h 44"/>
                                <a:gd name="T4" fmla="*/ 37 w 73"/>
                                <a:gd name="T5" fmla="*/ 44 h 44"/>
                                <a:gd name="T6" fmla="*/ 0 w 73"/>
                                <a:gd name="T7" fmla="*/ 22 h 44"/>
                                <a:gd name="T8" fmla="*/ 38 w 73"/>
                                <a:gd name="T9" fmla="*/ 0 h 44"/>
                              </a:gdLst>
                              <a:ahLst/>
                              <a:cxnLst>
                                <a:cxn ang="0">
                                  <a:pos x="T0" y="T1"/>
                                </a:cxn>
                                <a:cxn ang="0">
                                  <a:pos x="T2" y="T3"/>
                                </a:cxn>
                                <a:cxn ang="0">
                                  <a:pos x="T4" y="T5"/>
                                </a:cxn>
                                <a:cxn ang="0">
                                  <a:pos x="T6" y="T7"/>
                                </a:cxn>
                                <a:cxn ang="0">
                                  <a:pos x="T8" y="T9"/>
                                </a:cxn>
                              </a:cxnLst>
                              <a:rect l="0" t="0" r="r" b="b"/>
                              <a:pathLst>
                                <a:path w="73" h="44">
                                  <a:moveTo>
                                    <a:pt x="38" y="0"/>
                                  </a:moveTo>
                                  <a:lnTo>
                                    <a:pt x="73" y="23"/>
                                  </a:lnTo>
                                  <a:lnTo>
                                    <a:pt x="37" y="44"/>
                                  </a:lnTo>
                                  <a:lnTo>
                                    <a:pt x="0" y="22"/>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7" name="Freeform 159"/>
                            <p:cNvSpPr/>
                            <p:nvPr/>
                          </p:nvSpPr>
                          <p:spPr bwMode="auto">
                            <a:xfrm>
                              <a:off x="2578" y="3089"/>
                              <a:ext cx="10" cy="5"/>
                            </a:xfrm>
                            <a:custGeom>
                              <a:avLst/>
                              <a:gdLst>
                                <a:gd name="T0" fmla="*/ 36 w 68"/>
                                <a:gd name="T1" fmla="*/ 0 h 43"/>
                                <a:gd name="T2" fmla="*/ 68 w 68"/>
                                <a:gd name="T3" fmla="*/ 22 h 43"/>
                                <a:gd name="T4" fmla="*/ 31 w 68"/>
                                <a:gd name="T5" fmla="*/ 43 h 43"/>
                                <a:gd name="T6" fmla="*/ 0 w 68"/>
                                <a:gd name="T7" fmla="*/ 23 h 43"/>
                                <a:gd name="T8" fmla="*/ 36 w 68"/>
                                <a:gd name="T9" fmla="*/ 0 h 43"/>
                              </a:gdLst>
                              <a:ahLst/>
                              <a:cxnLst>
                                <a:cxn ang="0">
                                  <a:pos x="T0" y="T1"/>
                                </a:cxn>
                                <a:cxn ang="0">
                                  <a:pos x="T2" y="T3"/>
                                </a:cxn>
                                <a:cxn ang="0">
                                  <a:pos x="T4" y="T5"/>
                                </a:cxn>
                                <a:cxn ang="0">
                                  <a:pos x="T6" y="T7"/>
                                </a:cxn>
                                <a:cxn ang="0">
                                  <a:pos x="T8" y="T9"/>
                                </a:cxn>
                              </a:cxnLst>
                              <a:rect l="0" t="0" r="r" b="b"/>
                              <a:pathLst>
                                <a:path w="68" h="43">
                                  <a:moveTo>
                                    <a:pt x="36" y="0"/>
                                  </a:moveTo>
                                  <a:lnTo>
                                    <a:pt x="68" y="22"/>
                                  </a:lnTo>
                                  <a:lnTo>
                                    <a:pt x="31" y="43"/>
                                  </a:lnTo>
                                  <a:lnTo>
                                    <a:pt x="0" y="23"/>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8" name="Freeform 160"/>
                            <p:cNvSpPr/>
                            <p:nvPr/>
                          </p:nvSpPr>
                          <p:spPr bwMode="auto">
                            <a:xfrm>
                              <a:off x="2584" y="3086"/>
                              <a:ext cx="10" cy="6"/>
                            </a:xfrm>
                            <a:custGeom>
                              <a:avLst/>
                              <a:gdLst>
                                <a:gd name="T0" fmla="*/ 37 w 70"/>
                                <a:gd name="T1" fmla="*/ 0 h 43"/>
                                <a:gd name="T2" fmla="*/ 70 w 70"/>
                                <a:gd name="T3" fmla="*/ 20 h 43"/>
                                <a:gd name="T4" fmla="*/ 33 w 70"/>
                                <a:gd name="T5" fmla="*/ 43 h 43"/>
                                <a:gd name="T6" fmla="*/ 0 w 70"/>
                                <a:gd name="T7" fmla="*/ 20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0"/>
                                  </a:lnTo>
                                  <a:lnTo>
                                    <a:pt x="33" y="43"/>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9" name="Freeform 161"/>
                            <p:cNvSpPr/>
                            <p:nvPr/>
                          </p:nvSpPr>
                          <p:spPr bwMode="auto">
                            <a:xfrm>
                              <a:off x="2591" y="3084"/>
                              <a:ext cx="10" cy="5"/>
                            </a:xfrm>
                            <a:custGeom>
                              <a:avLst/>
                              <a:gdLst>
                                <a:gd name="T0" fmla="*/ 34 w 68"/>
                                <a:gd name="T1" fmla="*/ 0 h 42"/>
                                <a:gd name="T2" fmla="*/ 68 w 68"/>
                                <a:gd name="T3" fmla="*/ 20 h 42"/>
                                <a:gd name="T4" fmla="*/ 32 w 68"/>
                                <a:gd name="T5" fmla="*/ 42 h 42"/>
                                <a:gd name="T6" fmla="*/ 0 w 68"/>
                                <a:gd name="T7" fmla="*/ 21 h 42"/>
                                <a:gd name="T8" fmla="*/ 34 w 68"/>
                                <a:gd name="T9" fmla="*/ 0 h 42"/>
                              </a:gdLst>
                              <a:ahLst/>
                              <a:cxnLst>
                                <a:cxn ang="0">
                                  <a:pos x="T0" y="T1"/>
                                </a:cxn>
                                <a:cxn ang="0">
                                  <a:pos x="T2" y="T3"/>
                                </a:cxn>
                                <a:cxn ang="0">
                                  <a:pos x="T4" y="T5"/>
                                </a:cxn>
                                <a:cxn ang="0">
                                  <a:pos x="T6" y="T7"/>
                                </a:cxn>
                                <a:cxn ang="0">
                                  <a:pos x="T8" y="T9"/>
                                </a:cxn>
                              </a:cxnLst>
                              <a:rect l="0" t="0" r="r" b="b"/>
                              <a:pathLst>
                                <a:path w="68" h="42">
                                  <a:moveTo>
                                    <a:pt x="34" y="0"/>
                                  </a:moveTo>
                                  <a:lnTo>
                                    <a:pt x="68" y="20"/>
                                  </a:lnTo>
                                  <a:lnTo>
                                    <a:pt x="32" y="42"/>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0" name="Freeform 162"/>
                            <p:cNvSpPr/>
                            <p:nvPr/>
                          </p:nvSpPr>
                          <p:spPr bwMode="auto">
                            <a:xfrm>
                              <a:off x="2597" y="3081"/>
                              <a:ext cx="10" cy="6"/>
                            </a:xfrm>
                            <a:custGeom>
                              <a:avLst/>
                              <a:gdLst>
                                <a:gd name="T0" fmla="*/ 38 w 68"/>
                                <a:gd name="T1" fmla="*/ 0 h 42"/>
                                <a:gd name="T2" fmla="*/ 68 w 68"/>
                                <a:gd name="T3" fmla="*/ 19 h 42"/>
                                <a:gd name="T4" fmla="*/ 33 w 68"/>
                                <a:gd name="T5" fmla="*/ 42 h 42"/>
                                <a:gd name="T6" fmla="*/ 0 w 68"/>
                                <a:gd name="T7" fmla="*/ 21 h 42"/>
                                <a:gd name="T8" fmla="*/ 38 w 68"/>
                                <a:gd name="T9" fmla="*/ 0 h 42"/>
                              </a:gdLst>
                              <a:ahLst/>
                              <a:cxnLst>
                                <a:cxn ang="0">
                                  <a:pos x="T0" y="T1"/>
                                </a:cxn>
                                <a:cxn ang="0">
                                  <a:pos x="T2" y="T3"/>
                                </a:cxn>
                                <a:cxn ang="0">
                                  <a:pos x="T4" y="T5"/>
                                </a:cxn>
                                <a:cxn ang="0">
                                  <a:pos x="T6" y="T7"/>
                                </a:cxn>
                                <a:cxn ang="0">
                                  <a:pos x="T8" y="T9"/>
                                </a:cxn>
                              </a:cxnLst>
                              <a:rect l="0" t="0" r="r" b="b"/>
                              <a:pathLst>
                                <a:path w="68" h="42">
                                  <a:moveTo>
                                    <a:pt x="38" y="0"/>
                                  </a:moveTo>
                                  <a:lnTo>
                                    <a:pt x="68" y="19"/>
                                  </a:lnTo>
                                  <a:lnTo>
                                    <a:pt x="33" y="42"/>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1" name="Freeform 163"/>
                            <p:cNvSpPr/>
                            <p:nvPr/>
                          </p:nvSpPr>
                          <p:spPr bwMode="auto">
                            <a:xfrm>
                              <a:off x="2603" y="3080"/>
                              <a:ext cx="8" cy="4"/>
                            </a:xfrm>
                            <a:custGeom>
                              <a:avLst/>
                              <a:gdLst>
                                <a:gd name="T0" fmla="*/ 25 w 57"/>
                                <a:gd name="T1" fmla="*/ 0 h 34"/>
                                <a:gd name="T2" fmla="*/ 57 w 57"/>
                                <a:gd name="T3" fmla="*/ 18 h 34"/>
                                <a:gd name="T4" fmla="*/ 29 w 57"/>
                                <a:gd name="T5" fmla="*/ 34 h 34"/>
                                <a:gd name="T6" fmla="*/ 0 w 57"/>
                                <a:gd name="T7" fmla="*/ 15 h 34"/>
                                <a:gd name="T8" fmla="*/ 25 w 57"/>
                                <a:gd name="T9" fmla="*/ 0 h 34"/>
                              </a:gdLst>
                              <a:ahLst/>
                              <a:cxnLst>
                                <a:cxn ang="0">
                                  <a:pos x="T0" y="T1"/>
                                </a:cxn>
                                <a:cxn ang="0">
                                  <a:pos x="T2" y="T3"/>
                                </a:cxn>
                                <a:cxn ang="0">
                                  <a:pos x="T4" y="T5"/>
                                </a:cxn>
                                <a:cxn ang="0">
                                  <a:pos x="T6" y="T7"/>
                                </a:cxn>
                                <a:cxn ang="0">
                                  <a:pos x="T8" y="T9"/>
                                </a:cxn>
                              </a:cxnLst>
                              <a:rect l="0" t="0" r="r" b="b"/>
                              <a:pathLst>
                                <a:path w="57" h="34">
                                  <a:moveTo>
                                    <a:pt x="25" y="0"/>
                                  </a:moveTo>
                                  <a:lnTo>
                                    <a:pt x="57" y="18"/>
                                  </a:lnTo>
                                  <a:lnTo>
                                    <a:pt x="29" y="34"/>
                                  </a:lnTo>
                                  <a:lnTo>
                                    <a:pt x="0" y="15"/>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2" name="Freeform 164"/>
                            <p:cNvSpPr/>
                            <p:nvPr/>
                          </p:nvSpPr>
                          <p:spPr bwMode="auto">
                            <a:xfrm>
                              <a:off x="2580" y="3084"/>
                              <a:ext cx="9" cy="5"/>
                            </a:xfrm>
                            <a:custGeom>
                              <a:avLst/>
                              <a:gdLst>
                                <a:gd name="T0" fmla="*/ 36 w 67"/>
                                <a:gd name="T1" fmla="*/ 0 h 41"/>
                                <a:gd name="T2" fmla="*/ 67 w 67"/>
                                <a:gd name="T3" fmla="*/ 19 h 41"/>
                                <a:gd name="T4" fmla="*/ 32 w 67"/>
                                <a:gd name="T5" fmla="*/ 41 h 41"/>
                                <a:gd name="T6" fmla="*/ 0 w 67"/>
                                <a:gd name="T7" fmla="*/ 21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19"/>
                                  </a:lnTo>
                                  <a:lnTo>
                                    <a:pt x="32" y="41"/>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3" name="Freeform 165"/>
                            <p:cNvSpPr/>
                            <p:nvPr/>
                          </p:nvSpPr>
                          <p:spPr bwMode="auto">
                            <a:xfrm>
                              <a:off x="2586" y="3082"/>
                              <a:ext cx="10" cy="5"/>
                            </a:xfrm>
                            <a:custGeom>
                              <a:avLst/>
                              <a:gdLst>
                                <a:gd name="T0" fmla="*/ 37 w 67"/>
                                <a:gd name="T1" fmla="*/ 0 h 41"/>
                                <a:gd name="T2" fmla="*/ 67 w 67"/>
                                <a:gd name="T3" fmla="*/ 19 h 41"/>
                                <a:gd name="T4" fmla="*/ 29 w 67"/>
                                <a:gd name="T5" fmla="*/ 41 h 41"/>
                                <a:gd name="T6" fmla="*/ 0 w 67"/>
                                <a:gd name="T7" fmla="*/ 21 h 41"/>
                                <a:gd name="T8" fmla="*/ 37 w 67"/>
                                <a:gd name="T9" fmla="*/ 0 h 41"/>
                              </a:gdLst>
                              <a:ahLst/>
                              <a:cxnLst>
                                <a:cxn ang="0">
                                  <a:pos x="T0" y="T1"/>
                                </a:cxn>
                                <a:cxn ang="0">
                                  <a:pos x="T2" y="T3"/>
                                </a:cxn>
                                <a:cxn ang="0">
                                  <a:pos x="T4" y="T5"/>
                                </a:cxn>
                                <a:cxn ang="0">
                                  <a:pos x="T6" y="T7"/>
                                </a:cxn>
                                <a:cxn ang="0">
                                  <a:pos x="T8" y="T9"/>
                                </a:cxn>
                              </a:cxnLst>
                              <a:rect l="0" t="0" r="r" b="b"/>
                              <a:pathLst>
                                <a:path w="67" h="41">
                                  <a:moveTo>
                                    <a:pt x="37" y="0"/>
                                  </a:moveTo>
                                  <a:lnTo>
                                    <a:pt x="67" y="19"/>
                                  </a:lnTo>
                                  <a:lnTo>
                                    <a:pt x="29" y="41"/>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4" name="Freeform 166"/>
                            <p:cNvSpPr/>
                            <p:nvPr/>
                          </p:nvSpPr>
                          <p:spPr bwMode="auto">
                            <a:xfrm>
                              <a:off x="2592" y="3079"/>
                              <a:ext cx="10" cy="5"/>
                            </a:xfrm>
                            <a:custGeom>
                              <a:avLst/>
                              <a:gdLst>
                                <a:gd name="T0" fmla="*/ 37 w 69"/>
                                <a:gd name="T1" fmla="*/ 0 h 40"/>
                                <a:gd name="T2" fmla="*/ 69 w 69"/>
                                <a:gd name="T3" fmla="*/ 19 h 40"/>
                                <a:gd name="T4" fmla="*/ 32 w 69"/>
                                <a:gd name="T5" fmla="*/ 40 h 40"/>
                                <a:gd name="T6" fmla="*/ 0 w 69"/>
                                <a:gd name="T7" fmla="*/ 21 h 40"/>
                                <a:gd name="T8" fmla="*/ 37 w 69"/>
                                <a:gd name="T9" fmla="*/ 0 h 40"/>
                              </a:gdLst>
                              <a:ahLst/>
                              <a:cxnLst>
                                <a:cxn ang="0">
                                  <a:pos x="T0" y="T1"/>
                                </a:cxn>
                                <a:cxn ang="0">
                                  <a:pos x="T2" y="T3"/>
                                </a:cxn>
                                <a:cxn ang="0">
                                  <a:pos x="T4" y="T5"/>
                                </a:cxn>
                                <a:cxn ang="0">
                                  <a:pos x="T6" y="T7"/>
                                </a:cxn>
                                <a:cxn ang="0">
                                  <a:pos x="T8" y="T9"/>
                                </a:cxn>
                              </a:cxnLst>
                              <a:rect l="0" t="0" r="r" b="b"/>
                              <a:pathLst>
                                <a:path w="69" h="40">
                                  <a:moveTo>
                                    <a:pt x="37" y="0"/>
                                  </a:moveTo>
                                  <a:lnTo>
                                    <a:pt x="69" y="19"/>
                                  </a:lnTo>
                                  <a:lnTo>
                                    <a:pt x="32" y="40"/>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5" name="Freeform 167"/>
                            <p:cNvSpPr/>
                            <p:nvPr/>
                          </p:nvSpPr>
                          <p:spPr bwMode="auto">
                            <a:xfrm>
                              <a:off x="2598" y="3077"/>
                              <a:ext cx="8" cy="5"/>
                            </a:xfrm>
                            <a:custGeom>
                              <a:avLst/>
                              <a:gdLst>
                                <a:gd name="T0" fmla="*/ 24 w 56"/>
                                <a:gd name="T1" fmla="*/ 0 h 34"/>
                                <a:gd name="T2" fmla="*/ 56 w 56"/>
                                <a:gd name="T3" fmla="*/ 19 h 34"/>
                                <a:gd name="T4" fmla="*/ 33 w 56"/>
                                <a:gd name="T5" fmla="*/ 34 h 34"/>
                                <a:gd name="T6" fmla="*/ 0 w 56"/>
                                <a:gd name="T7" fmla="*/ 14 h 34"/>
                                <a:gd name="T8" fmla="*/ 24 w 56"/>
                                <a:gd name="T9" fmla="*/ 0 h 34"/>
                              </a:gdLst>
                              <a:ahLst/>
                              <a:cxnLst>
                                <a:cxn ang="0">
                                  <a:pos x="T0" y="T1"/>
                                </a:cxn>
                                <a:cxn ang="0">
                                  <a:pos x="T2" y="T3"/>
                                </a:cxn>
                                <a:cxn ang="0">
                                  <a:pos x="T4" y="T5"/>
                                </a:cxn>
                                <a:cxn ang="0">
                                  <a:pos x="T6" y="T7"/>
                                </a:cxn>
                                <a:cxn ang="0">
                                  <a:pos x="T8" y="T9"/>
                                </a:cxn>
                              </a:cxnLst>
                              <a:rect l="0" t="0" r="r" b="b"/>
                              <a:pathLst>
                                <a:path w="56" h="34">
                                  <a:moveTo>
                                    <a:pt x="24" y="0"/>
                                  </a:moveTo>
                                  <a:lnTo>
                                    <a:pt x="56" y="19"/>
                                  </a:lnTo>
                                  <a:lnTo>
                                    <a:pt x="33" y="34"/>
                                  </a:lnTo>
                                  <a:lnTo>
                                    <a:pt x="0" y="14"/>
                                  </a:lnTo>
                                  <a:lnTo>
                                    <a:pt x="2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6" name="Freeform 168"/>
                            <p:cNvSpPr/>
                            <p:nvPr/>
                          </p:nvSpPr>
                          <p:spPr bwMode="auto">
                            <a:xfrm>
                              <a:off x="2573" y="3087"/>
                              <a:ext cx="10" cy="5"/>
                            </a:xfrm>
                            <a:custGeom>
                              <a:avLst/>
                              <a:gdLst>
                                <a:gd name="T0" fmla="*/ 38 w 70"/>
                                <a:gd name="T1" fmla="*/ 0 h 41"/>
                                <a:gd name="T2" fmla="*/ 70 w 70"/>
                                <a:gd name="T3" fmla="*/ 21 h 41"/>
                                <a:gd name="T4" fmla="*/ 32 w 70"/>
                                <a:gd name="T5" fmla="*/ 41 h 41"/>
                                <a:gd name="T6" fmla="*/ 0 w 70"/>
                                <a:gd name="T7" fmla="*/ 21 h 41"/>
                                <a:gd name="T8" fmla="*/ 38 w 70"/>
                                <a:gd name="T9" fmla="*/ 0 h 41"/>
                              </a:gdLst>
                              <a:ahLst/>
                              <a:cxnLst>
                                <a:cxn ang="0">
                                  <a:pos x="T0" y="T1"/>
                                </a:cxn>
                                <a:cxn ang="0">
                                  <a:pos x="T2" y="T3"/>
                                </a:cxn>
                                <a:cxn ang="0">
                                  <a:pos x="T4" y="T5"/>
                                </a:cxn>
                                <a:cxn ang="0">
                                  <a:pos x="T6" y="T7"/>
                                </a:cxn>
                                <a:cxn ang="0">
                                  <a:pos x="T8" y="T9"/>
                                </a:cxn>
                              </a:cxnLst>
                              <a:rect l="0" t="0" r="r" b="b"/>
                              <a:pathLst>
                                <a:path w="70" h="41">
                                  <a:moveTo>
                                    <a:pt x="38" y="0"/>
                                  </a:moveTo>
                                  <a:lnTo>
                                    <a:pt x="70" y="21"/>
                                  </a:lnTo>
                                  <a:lnTo>
                                    <a:pt x="32" y="41"/>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7" name="Freeform 169"/>
                            <p:cNvSpPr/>
                            <p:nvPr/>
                          </p:nvSpPr>
                          <p:spPr bwMode="auto">
                            <a:xfrm>
                              <a:off x="2568" y="3084"/>
                              <a:ext cx="10" cy="5"/>
                            </a:xfrm>
                            <a:custGeom>
                              <a:avLst/>
                              <a:gdLst>
                                <a:gd name="T0" fmla="*/ 40 w 70"/>
                                <a:gd name="T1" fmla="*/ 0 h 41"/>
                                <a:gd name="T2" fmla="*/ 70 w 70"/>
                                <a:gd name="T3" fmla="*/ 21 h 41"/>
                                <a:gd name="T4" fmla="*/ 33 w 70"/>
                                <a:gd name="T5" fmla="*/ 41 h 41"/>
                                <a:gd name="T6" fmla="*/ 0 w 70"/>
                                <a:gd name="T7" fmla="*/ 21 h 41"/>
                                <a:gd name="T8" fmla="*/ 40 w 70"/>
                                <a:gd name="T9" fmla="*/ 0 h 41"/>
                              </a:gdLst>
                              <a:ahLst/>
                              <a:cxnLst>
                                <a:cxn ang="0">
                                  <a:pos x="T0" y="T1"/>
                                </a:cxn>
                                <a:cxn ang="0">
                                  <a:pos x="T2" y="T3"/>
                                </a:cxn>
                                <a:cxn ang="0">
                                  <a:pos x="T4" y="T5"/>
                                </a:cxn>
                                <a:cxn ang="0">
                                  <a:pos x="T6" y="T7"/>
                                </a:cxn>
                                <a:cxn ang="0">
                                  <a:pos x="T8" y="T9"/>
                                </a:cxn>
                              </a:cxnLst>
                              <a:rect l="0" t="0" r="r" b="b"/>
                              <a:pathLst>
                                <a:path w="70" h="41">
                                  <a:moveTo>
                                    <a:pt x="40" y="0"/>
                                  </a:moveTo>
                                  <a:lnTo>
                                    <a:pt x="70" y="21"/>
                                  </a:lnTo>
                                  <a:lnTo>
                                    <a:pt x="33" y="41"/>
                                  </a:lnTo>
                                  <a:lnTo>
                                    <a:pt x="0" y="21"/>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8" name="Freeform 170"/>
                            <p:cNvSpPr/>
                            <p:nvPr/>
                          </p:nvSpPr>
                          <p:spPr bwMode="auto">
                            <a:xfrm>
                              <a:off x="2575" y="3082"/>
                              <a:ext cx="10" cy="5"/>
                            </a:xfrm>
                            <a:custGeom>
                              <a:avLst/>
                              <a:gdLst>
                                <a:gd name="T0" fmla="*/ 36 w 68"/>
                                <a:gd name="T1" fmla="*/ 0 h 41"/>
                                <a:gd name="T2" fmla="*/ 68 w 68"/>
                                <a:gd name="T3" fmla="*/ 21 h 41"/>
                                <a:gd name="T4" fmla="*/ 30 w 68"/>
                                <a:gd name="T5" fmla="*/ 41 h 41"/>
                                <a:gd name="T6" fmla="*/ 0 w 68"/>
                                <a:gd name="T7" fmla="*/ 20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21"/>
                                  </a:lnTo>
                                  <a:lnTo>
                                    <a:pt x="30" y="41"/>
                                  </a:lnTo>
                                  <a:lnTo>
                                    <a:pt x="0" y="20"/>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9" name="Freeform 171"/>
                            <p:cNvSpPr/>
                            <p:nvPr/>
                          </p:nvSpPr>
                          <p:spPr bwMode="auto">
                            <a:xfrm>
                              <a:off x="2581" y="3079"/>
                              <a:ext cx="10" cy="5"/>
                            </a:xfrm>
                            <a:custGeom>
                              <a:avLst/>
                              <a:gdLst>
                                <a:gd name="T0" fmla="*/ 36 w 69"/>
                                <a:gd name="T1" fmla="*/ 0 h 40"/>
                                <a:gd name="T2" fmla="*/ 69 w 69"/>
                                <a:gd name="T3" fmla="*/ 20 h 40"/>
                                <a:gd name="T4" fmla="*/ 33 w 69"/>
                                <a:gd name="T5" fmla="*/ 40 h 40"/>
                                <a:gd name="T6" fmla="*/ 0 w 69"/>
                                <a:gd name="T7" fmla="*/ 20 h 40"/>
                                <a:gd name="T8" fmla="*/ 36 w 69"/>
                                <a:gd name="T9" fmla="*/ 0 h 40"/>
                              </a:gdLst>
                              <a:ahLst/>
                              <a:cxnLst>
                                <a:cxn ang="0">
                                  <a:pos x="T0" y="T1"/>
                                </a:cxn>
                                <a:cxn ang="0">
                                  <a:pos x="T2" y="T3"/>
                                </a:cxn>
                                <a:cxn ang="0">
                                  <a:pos x="T4" y="T5"/>
                                </a:cxn>
                                <a:cxn ang="0">
                                  <a:pos x="T6" y="T7"/>
                                </a:cxn>
                                <a:cxn ang="0">
                                  <a:pos x="T8" y="T9"/>
                                </a:cxn>
                              </a:cxnLst>
                              <a:rect l="0" t="0" r="r" b="b"/>
                              <a:pathLst>
                                <a:path w="69" h="40">
                                  <a:moveTo>
                                    <a:pt x="36" y="0"/>
                                  </a:moveTo>
                                  <a:lnTo>
                                    <a:pt x="69" y="20"/>
                                  </a:lnTo>
                                  <a:lnTo>
                                    <a:pt x="33" y="40"/>
                                  </a:lnTo>
                                  <a:lnTo>
                                    <a:pt x="0" y="20"/>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0" name="Freeform 172"/>
                            <p:cNvSpPr/>
                            <p:nvPr/>
                          </p:nvSpPr>
                          <p:spPr bwMode="auto">
                            <a:xfrm>
                              <a:off x="2587" y="3077"/>
                              <a:ext cx="10" cy="5"/>
                            </a:xfrm>
                            <a:custGeom>
                              <a:avLst/>
                              <a:gdLst>
                                <a:gd name="T0" fmla="*/ 38 w 70"/>
                                <a:gd name="T1" fmla="*/ 0 h 40"/>
                                <a:gd name="T2" fmla="*/ 70 w 70"/>
                                <a:gd name="T3" fmla="*/ 20 h 40"/>
                                <a:gd name="T4" fmla="*/ 32 w 70"/>
                                <a:gd name="T5" fmla="*/ 40 h 40"/>
                                <a:gd name="T6" fmla="*/ 0 w 70"/>
                                <a:gd name="T7" fmla="*/ 21 h 40"/>
                                <a:gd name="T8" fmla="*/ 38 w 70"/>
                                <a:gd name="T9" fmla="*/ 0 h 40"/>
                              </a:gdLst>
                              <a:ahLst/>
                              <a:cxnLst>
                                <a:cxn ang="0">
                                  <a:pos x="T0" y="T1"/>
                                </a:cxn>
                                <a:cxn ang="0">
                                  <a:pos x="T2" y="T3"/>
                                </a:cxn>
                                <a:cxn ang="0">
                                  <a:pos x="T4" y="T5"/>
                                </a:cxn>
                                <a:cxn ang="0">
                                  <a:pos x="T6" y="T7"/>
                                </a:cxn>
                                <a:cxn ang="0">
                                  <a:pos x="T8" y="T9"/>
                                </a:cxn>
                              </a:cxnLst>
                              <a:rect l="0" t="0" r="r" b="b"/>
                              <a:pathLst>
                                <a:path w="70" h="40">
                                  <a:moveTo>
                                    <a:pt x="38" y="0"/>
                                  </a:moveTo>
                                  <a:lnTo>
                                    <a:pt x="70" y="20"/>
                                  </a:lnTo>
                                  <a:lnTo>
                                    <a:pt x="32" y="40"/>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1" name="Freeform 173"/>
                            <p:cNvSpPr/>
                            <p:nvPr/>
                          </p:nvSpPr>
                          <p:spPr bwMode="auto">
                            <a:xfrm>
                              <a:off x="2594" y="3075"/>
                              <a:ext cx="8" cy="4"/>
                            </a:xfrm>
                            <a:custGeom>
                              <a:avLst/>
                              <a:gdLst>
                                <a:gd name="T0" fmla="*/ 23 w 56"/>
                                <a:gd name="T1" fmla="*/ 0 h 35"/>
                                <a:gd name="T2" fmla="*/ 56 w 56"/>
                                <a:gd name="T3" fmla="*/ 21 h 35"/>
                                <a:gd name="T4" fmla="*/ 32 w 56"/>
                                <a:gd name="T5" fmla="*/ 35 h 35"/>
                                <a:gd name="T6" fmla="*/ 0 w 56"/>
                                <a:gd name="T7" fmla="*/ 15 h 35"/>
                                <a:gd name="T8" fmla="*/ 23 w 56"/>
                                <a:gd name="T9" fmla="*/ 0 h 35"/>
                              </a:gdLst>
                              <a:ahLst/>
                              <a:cxnLst>
                                <a:cxn ang="0">
                                  <a:pos x="T0" y="T1"/>
                                </a:cxn>
                                <a:cxn ang="0">
                                  <a:pos x="T2" y="T3"/>
                                </a:cxn>
                                <a:cxn ang="0">
                                  <a:pos x="T4" y="T5"/>
                                </a:cxn>
                                <a:cxn ang="0">
                                  <a:pos x="T6" y="T7"/>
                                </a:cxn>
                                <a:cxn ang="0">
                                  <a:pos x="T8" y="T9"/>
                                </a:cxn>
                              </a:cxnLst>
                              <a:rect l="0" t="0" r="r" b="b"/>
                              <a:pathLst>
                                <a:path w="56" h="35">
                                  <a:moveTo>
                                    <a:pt x="23" y="0"/>
                                  </a:moveTo>
                                  <a:lnTo>
                                    <a:pt x="56" y="21"/>
                                  </a:lnTo>
                                  <a:lnTo>
                                    <a:pt x="32" y="35"/>
                                  </a:lnTo>
                                  <a:lnTo>
                                    <a:pt x="0" y="15"/>
                                  </a:lnTo>
                                  <a:lnTo>
                                    <a:pt x="2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2" name="Freeform 174"/>
                            <p:cNvSpPr/>
                            <p:nvPr/>
                          </p:nvSpPr>
                          <p:spPr bwMode="auto">
                            <a:xfrm>
                              <a:off x="2571" y="3080"/>
                              <a:ext cx="9" cy="4"/>
                            </a:xfrm>
                            <a:custGeom>
                              <a:avLst/>
                              <a:gdLst>
                                <a:gd name="T0" fmla="*/ 40 w 65"/>
                                <a:gd name="T1" fmla="*/ 0 h 37"/>
                                <a:gd name="T2" fmla="*/ 65 w 65"/>
                                <a:gd name="T3" fmla="*/ 18 h 37"/>
                                <a:gd name="T4" fmla="*/ 28 w 65"/>
                                <a:gd name="T5" fmla="*/ 37 h 37"/>
                                <a:gd name="T6" fmla="*/ 0 w 65"/>
                                <a:gd name="T7" fmla="*/ 19 h 37"/>
                                <a:gd name="T8" fmla="*/ 40 w 65"/>
                                <a:gd name="T9" fmla="*/ 0 h 37"/>
                              </a:gdLst>
                              <a:ahLst/>
                              <a:cxnLst>
                                <a:cxn ang="0">
                                  <a:pos x="T0" y="T1"/>
                                </a:cxn>
                                <a:cxn ang="0">
                                  <a:pos x="T2" y="T3"/>
                                </a:cxn>
                                <a:cxn ang="0">
                                  <a:pos x="T4" y="T5"/>
                                </a:cxn>
                                <a:cxn ang="0">
                                  <a:pos x="T6" y="T7"/>
                                </a:cxn>
                                <a:cxn ang="0">
                                  <a:pos x="T8" y="T9"/>
                                </a:cxn>
                              </a:cxnLst>
                              <a:rect l="0" t="0" r="r" b="b"/>
                              <a:pathLst>
                                <a:path w="65" h="37">
                                  <a:moveTo>
                                    <a:pt x="40" y="0"/>
                                  </a:moveTo>
                                  <a:lnTo>
                                    <a:pt x="65" y="18"/>
                                  </a:lnTo>
                                  <a:lnTo>
                                    <a:pt x="28" y="37"/>
                                  </a:lnTo>
                                  <a:lnTo>
                                    <a:pt x="0" y="19"/>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3" name="Freeform 175"/>
                            <p:cNvSpPr/>
                            <p:nvPr/>
                          </p:nvSpPr>
                          <p:spPr bwMode="auto">
                            <a:xfrm>
                              <a:off x="2577" y="3077"/>
                              <a:ext cx="9" cy="5"/>
                            </a:xfrm>
                            <a:custGeom>
                              <a:avLst/>
                              <a:gdLst>
                                <a:gd name="T0" fmla="*/ 36 w 64"/>
                                <a:gd name="T1" fmla="*/ 0 h 38"/>
                                <a:gd name="T2" fmla="*/ 64 w 64"/>
                                <a:gd name="T3" fmla="*/ 19 h 38"/>
                                <a:gd name="T4" fmla="*/ 25 w 64"/>
                                <a:gd name="T5" fmla="*/ 38 h 38"/>
                                <a:gd name="T6" fmla="*/ 0 w 64"/>
                                <a:gd name="T7" fmla="*/ 21 h 38"/>
                                <a:gd name="T8" fmla="*/ 36 w 64"/>
                                <a:gd name="T9" fmla="*/ 0 h 38"/>
                              </a:gdLst>
                              <a:ahLst/>
                              <a:cxnLst>
                                <a:cxn ang="0">
                                  <a:pos x="T0" y="T1"/>
                                </a:cxn>
                                <a:cxn ang="0">
                                  <a:pos x="T2" y="T3"/>
                                </a:cxn>
                                <a:cxn ang="0">
                                  <a:pos x="T4" y="T5"/>
                                </a:cxn>
                                <a:cxn ang="0">
                                  <a:pos x="T6" y="T7"/>
                                </a:cxn>
                                <a:cxn ang="0">
                                  <a:pos x="T8" y="T9"/>
                                </a:cxn>
                              </a:cxnLst>
                              <a:rect l="0" t="0" r="r" b="b"/>
                              <a:pathLst>
                                <a:path w="64" h="38">
                                  <a:moveTo>
                                    <a:pt x="36" y="0"/>
                                  </a:moveTo>
                                  <a:lnTo>
                                    <a:pt x="64" y="19"/>
                                  </a:lnTo>
                                  <a:lnTo>
                                    <a:pt x="25" y="38"/>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4" name="Freeform 176"/>
                            <p:cNvSpPr/>
                            <p:nvPr/>
                          </p:nvSpPr>
                          <p:spPr bwMode="auto">
                            <a:xfrm>
                              <a:off x="2583" y="3074"/>
                              <a:ext cx="9" cy="5"/>
                            </a:xfrm>
                            <a:custGeom>
                              <a:avLst/>
                              <a:gdLst>
                                <a:gd name="T0" fmla="*/ 43 w 69"/>
                                <a:gd name="T1" fmla="*/ 0 h 39"/>
                                <a:gd name="T2" fmla="*/ 69 w 69"/>
                                <a:gd name="T3" fmla="*/ 20 h 39"/>
                                <a:gd name="T4" fmla="*/ 30 w 69"/>
                                <a:gd name="T5" fmla="*/ 39 h 39"/>
                                <a:gd name="T6" fmla="*/ 0 w 69"/>
                                <a:gd name="T7" fmla="*/ 22 h 39"/>
                                <a:gd name="T8" fmla="*/ 43 w 69"/>
                                <a:gd name="T9" fmla="*/ 0 h 39"/>
                              </a:gdLst>
                              <a:ahLst/>
                              <a:cxnLst>
                                <a:cxn ang="0">
                                  <a:pos x="T0" y="T1"/>
                                </a:cxn>
                                <a:cxn ang="0">
                                  <a:pos x="T2" y="T3"/>
                                </a:cxn>
                                <a:cxn ang="0">
                                  <a:pos x="T4" y="T5"/>
                                </a:cxn>
                                <a:cxn ang="0">
                                  <a:pos x="T6" y="T7"/>
                                </a:cxn>
                                <a:cxn ang="0">
                                  <a:pos x="T8" y="T9"/>
                                </a:cxn>
                              </a:cxnLst>
                              <a:rect l="0" t="0" r="r" b="b"/>
                              <a:pathLst>
                                <a:path w="69" h="39">
                                  <a:moveTo>
                                    <a:pt x="43" y="0"/>
                                  </a:moveTo>
                                  <a:lnTo>
                                    <a:pt x="69" y="20"/>
                                  </a:lnTo>
                                  <a:lnTo>
                                    <a:pt x="30" y="39"/>
                                  </a:lnTo>
                                  <a:lnTo>
                                    <a:pt x="0" y="22"/>
                                  </a:lnTo>
                                  <a:lnTo>
                                    <a:pt x="4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5" name="Freeform 177"/>
                            <p:cNvSpPr/>
                            <p:nvPr/>
                          </p:nvSpPr>
                          <p:spPr bwMode="auto">
                            <a:xfrm>
                              <a:off x="2589" y="3073"/>
                              <a:ext cx="8" cy="4"/>
                            </a:xfrm>
                            <a:custGeom>
                              <a:avLst/>
                              <a:gdLst>
                                <a:gd name="T0" fmla="*/ 26 w 55"/>
                                <a:gd name="T1" fmla="*/ 0 h 33"/>
                                <a:gd name="T2" fmla="*/ 55 w 55"/>
                                <a:gd name="T3" fmla="*/ 19 h 33"/>
                                <a:gd name="T4" fmla="*/ 30 w 55"/>
                                <a:gd name="T5" fmla="*/ 33 h 33"/>
                                <a:gd name="T6" fmla="*/ 0 w 55"/>
                                <a:gd name="T7" fmla="*/ 12 h 33"/>
                                <a:gd name="T8" fmla="*/ 26 w 55"/>
                                <a:gd name="T9" fmla="*/ 0 h 33"/>
                              </a:gdLst>
                              <a:ahLst/>
                              <a:cxnLst>
                                <a:cxn ang="0">
                                  <a:pos x="T0" y="T1"/>
                                </a:cxn>
                                <a:cxn ang="0">
                                  <a:pos x="T2" y="T3"/>
                                </a:cxn>
                                <a:cxn ang="0">
                                  <a:pos x="T4" y="T5"/>
                                </a:cxn>
                                <a:cxn ang="0">
                                  <a:pos x="T6" y="T7"/>
                                </a:cxn>
                                <a:cxn ang="0">
                                  <a:pos x="T8" y="T9"/>
                                </a:cxn>
                              </a:cxnLst>
                              <a:rect l="0" t="0" r="r" b="b"/>
                              <a:pathLst>
                                <a:path w="55" h="33">
                                  <a:moveTo>
                                    <a:pt x="26" y="0"/>
                                  </a:moveTo>
                                  <a:lnTo>
                                    <a:pt x="55" y="19"/>
                                  </a:lnTo>
                                  <a:lnTo>
                                    <a:pt x="30" y="33"/>
                                  </a:lnTo>
                                  <a:lnTo>
                                    <a:pt x="0" y="12"/>
                                  </a:lnTo>
                                  <a:lnTo>
                                    <a:pt x="2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6" name="Freeform 178"/>
                            <p:cNvSpPr/>
                            <p:nvPr/>
                          </p:nvSpPr>
                          <p:spPr bwMode="auto">
                            <a:xfrm>
                              <a:off x="2564" y="3082"/>
                              <a:ext cx="10" cy="5"/>
                            </a:xfrm>
                            <a:custGeom>
                              <a:avLst/>
                              <a:gdLst>
                                <a:gd name="T0" fmla="*/ 40 w 65"/>
                                <a:gd name="T1" fmla="*/ 0 h 38"/>
                                <a:gd name="T2" fmla="*/ 65 w 65"/>
                                <a:gd name="T3" fmla="*/ 18 h 38"/>
                                <a:gd name="T4" fmla="*/ 27 w 65"/>
                                <a:gd name="T5" fmla="*/ 38 h 38"/>
                                <a:gd name="T6" fmla="*/ 0 w 65"/>
                                <a:gd name="T7" fmla="*/ 22 h 38"/>
                                <a:gd name="T8" fmla="*/ 40 w 65"/>
                                <a:gd name="T9" fmla="*/ 0 h 38"/>
                              </a:gdLst>
                              <a:ahLst/>
                              <a:cxnLst>
                                <a:cxn ang="0">
                                  <a:pos x="T0" y="T1"/>
                                </a:cxn>
                                <a:cxn ang="0">
                                  <a:pos x="T2" y="T3"/>
                                </a:cxn>
                                <a:cxn ang="0">
                                  <a:pos x="T4" y="T5"/>
                                </a:cxn>
                                <a:cxn ang="0">
                                  <a:pos x="T6" y="T7"/>
                                </a:cxn>
                                <a:cxn ang="0">
                                  <a:pos x="T8" y="T9"/>
                                </a:cxn>
                              </a:cxnLst>
                              <a:rect l="0" t="0" r="r" b="b"/>
                              <a:pathLst>
                                <a:path w="65" h="38">
                                  <a:moveTo>
                                    <a:pt x="40" y="0"/>
                                  </a:moveTo>
                                  <a:lnTo>
                                    <a:pt x="65" y="18"/>
                                  </a:lnTo>
                                  <a:lnTo>
                                    <a:pt x="27" y="38"/>
                                  </a:lnTo>
                                  <a:lnTo>
                                    <a:pt x="0" y="22"/>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7" name="Freeform 179"/>
                            <p:cNvSpPr/>
                            <p:nvPr/>
                          </p:nvSpPr>
                          <p:spPr bwMode="auto">
                            <a:xfrm>
                              <a:off x="2565" y="3077"/>
                              <a:ext cx="11" cy="5"/>
                            </a:xfrm>
                            <a:custGeom>
                              <a:avLst/>
                              <a:gdLst>
                                <a:gd name="T0" fmla="*/ 38 w 74"/>
                                <a:gd name="T1" fmla="*/ 0 h 44"/>
                                <a:gd name="T2" fmla="*/ 74 w 74"/>
                                <a:gd name="T3" fmla="*/ 24 h 44"/>
                                <a:gd name="T4" fmla="*/ 37 w 74"/>
                                <a:gd name="T5" fmla="*/ 44 h 44"/>
                                <a:gd name="T6" fmla="*/ 0 w 74"/>
                                <a:gd name="T7" fmla="*/ 19 h 44"/>
                                <a:gd name="T8" fmla="*/ 38 w 74"/>
                                <a:gd name="T9" fmla="*/ 0 h 44"/>
                              </a:gdLst>
                              <a:ahLst/>
                              <a:cxnLst>
                                <a:cxn ang="0">
                                  <a:pos x="T0" y="T1"/>
                                </a:cxn>
                                <a:cxn ang="0">
                                  <a:pos x="T2" y="T3"/>
                                </a:cxn>
                                <a:cxn ang="0">
                                  <a:pos x="T4" y="T5"/>
                                </a:cxn>
                                <a:cxn ang="0">
                                  <a:pos x="T6" y="T7"/>
                                </a:cxn>
                                <a:cxn ang="0">
                                  <a:pos x="T8" y="T9"/>
                                </a:cxn>
                              </a:cxnLst>
                              <a:rect l="0" t="0" r="r" b="b"/>
                              <a:pathLst>
                                <a:path w="74" h="44">
                                  <a:moveTo>
                                    <a:pt x="38" y="0"/>
                                  </a:moveTo>
                                  <a:lnTo>
                                    <a:pt x="74" y="24"/>
                                  </a:lnTo>
                                  <a:lnTo>
                                    <a:pt x="37" y="44"/>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8" name="Freeform 180"/>
                            <p:cNvSpPr/>
                            <p:nvPr/>
                          </p:nvSpPr>
                          <p:spPr bwMode="auto">
                            <a:xfrm>
                              <a:off x="2571" y="3074"/>
                              <a:ext cx="11" cy="6"/>
                            </a:xfrm>
                            <a:custGeom>
                              <a:avLst/>
                              <a:gdLst>
                                <a:gd name="T0" fmla="*/ 39 w 75"/>
                                <a:gd name="T1" fmla="*/ 0 h 44"/>
                                <a:gd name="T2" fmla="*/ 75 w 75"/>
                                <a:gd name="T3" fmla="*/ 24 h 44"/>
                                <a:gd name="T4" fmla="*/ 37 w 75"/>
                                <a:gd name="T5" fmla="*/ 44 h 44"/>
                                <a:gd name="T6" fmla="*/ 0 w 75"/>
                                <a:gd name="T7" fmla="*/ 19 h 44"/>
                                <a:gd name="T8" fmla="*/ 39 w 75"/>
                                <a:gd name="T9" fmla="*/ 0 h 44"/>
                              </a:gdLst>
                              <a:ahLst/>
                              <a:cxnLst>
                                <a:cxn ang="0">
                                  <a:pos x="T0" y="T1"/>
                                </a:cxn>
                                <a:cxn ang="0">
                                  <a:pos x="T2" y="T3"/>
                                </a:cxn>
                                <a:cxn ang="0">
                                  <a:pos x="T4" y="T5"/>
                                </a:cxn>
                                <a:cxn ang="0">
                                  <a:pos x="T6" y="T7"/>
                                </a:cxn>
                                <a:cxn ang="0">
                                  <a:pos x="T8" y="T9"/>
                                </a:cxn>
                              </a:cxnLst>
                              <a:rect l="0" t="0" r="r" b="b"/>
                              <a:pathLst>
                                <a:path w="75" h="44">
                                  <a:moveTo>
                                    <a:pt x="39" y="0"/>
                                  </a:moveTo>
                                  <a:lnTo>
                                    <a:pt x="75" y="24"/>
                                  </a:lnTo>
                                  <a:lnTo>
                                    <a:pt x="37" y="44"/>
                                  </a:lnTo>
                                  <a:lnTo>
                                    <a:pt x="0" y="19"/>
                                  </a:lnTo>
                                  <a:lnTo>
                                    <a:pt x="3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9" name="Freeform 181"/>
                            <p:cNvSpPr/>
                            <p:nvPr/>
                          </p:nvSpPr>
                          <p:spPr bwMode="auto">
                            <a:xfrm>
                              <a:off x="2578" y="3072"/>
                              <a:ext cx="10" cy="5"/>
                            </a:xfrm>
                            <a:custGeom>
                              <a:avLst/>
                              <a:gdLst>
                                <a:gd name="T0" fmla="*/ 38 w 72"/>
                                <a:gd name="T1" fmla="*/ 0 h 41"/>
                                <a:gd name="T2" fmla="*/ 72 w 72"/>
                                <a:gd name="T3" fmla="*/ 22 h 41"/>
                                <a:gd name="T4" fmla="*/ 34 w 72"/>
                                <a:gd name="T5" fmla="*/ 41 h 41"/>
                                <a:gd name="T6" fmla="*/ 0 w 72"/>
                                <a:gd name="T7" fmla="*/ 19 h 41"/>
                                <a:gd name="T8" fmla="*/ 38 w 72"/>
                                <a:gd name="T9" fmla="*/ 0 h 41"/>
                              </a:gdLst>
                              <a:ahLst/>
                              <a:cxnLst>
                                <a:cxn ang="0">
                                  <a:pos x="T0" y="T1"/>
                                </a:cxn>
                                <a:cxn ang="0">
                                  <a:pos x="T2" y="T3"/>
                                </a:cxn>
                                <a:cxn ang="0">
                                  <a:pos x="T4" y="T5"/>
                                </a:cxn>
                                <a:cxn ang="0">
                                  <a:pos x="T6" y="T7"/>
                                </a:cxn>
                                <a:cxn ang="0">
                                  <a:pos x="T8" y="T9"/>
                                </a:cxn>
                              </a:cxnLst>
                              <a:rect l="0" t="0" r="r" b="b"/>
                              <a:pathLst>
                                <a:path w="72" h="41">
                                  <a:moveTo>
                                    <a:pt x="38" y="0"/>
                                  </a:moveTo>
                                  <a:lnTo>
                                    <a:pt x="72" y="22"/>
                                  </a:lnTo>
                                  <a:lnTo>
                                    <a:pt x="34" y="41"/>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0" name="Freeform 182"/>
                            <p:cNvSpPr/>
                            <p:nvPr/>
                          </p:nvSpPr>
                          <p:spPr bwMode="auto">
                            <a:xfrm>
                              <a:off x="2584" y="3070"/>
                              <a:ext cx="8" cy="5"/>
                            </a:xfrm>
                            <a:custGeom>
                              <a:avLst/>
                              <a:gdLst>
                                <a:gd name="T0" fmla="*/ 25 w 58"/>
                                <a:gd name="T1" fmla="*/ 0 h 33"/>
                                <a:gd name="T2" fmla="*/ 58 w 58"/>
                                <a:gd name="T3" fmla="*/ 21 h 33"/>
                                <a:gd name="T4" fmla="*/ 36 w 58"/>
                                <a:gd name="T5" fmla="*/ 33 h 33"/>
                                <a:gd name="T6" fmla="*/ 0 w 58"/>
                                <a:gd name="T7" fmla="*/ 12 h 33"/>
                                <a:gd name="T8" fmla="*/ 25 w 58"/>
                                <a:gd name="T9" fmla="*/ 0 h 33"/>
                              </a:gdLst>
                              <a:ahLst/>
                              <a:cxnLst>
                                <a:cxn ang="0">
                                  <a:pos x="T0" y="T1"/>
                                </a:cxn>
                                <a:cxn ang="0">
                                  <a:pos x="T2" y="T3"/>
                                </a:cxn>
                                <a:cxn ang="0">
                                  <a:pos x="T4" y="T5"/>
                                </a:cxn>
                                <a:cxn ang="0">
                                  <a:pos x="T6" y="T7"/>
                                </a:cxn>
                                <a:cxn ang="0">
                                  <a:pos x="T8" y="T9"/>
                                </a:cxn>
                              </a:cxnLst>
                              <a:rect l="0" t="0" r="r" b="b"/>
                              <a:pathLst>
                                <a:path w="58" h="33">
                                  <a:moveTo>
                                    <a:pt x="25" y="0"/>
                                  </a:moveTo>
                                  <a:lnTo>
                                    <a:pt x="58" y="21"/>
                                  </a:lnTo>
                                  <a:lnTo>
                                    <a:pt x="36" y="33"/>
                                  </a:lnTo>
                                  <a:lnTo>
                                    <a:pt x="0" y="12"/>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1" name="Freeform 183"/>
                            <p:cNvSpPr/>
                            <p:nvPr/>
                          </p:nvSpPr>
                          <p:spPr bwMode="auto">
                            <a:xfrm>
                              <a:off x="2559" y="3079"/>
                              <a:ext cx="11" cy="6"/>
                            </a:xfrm>
                            <a:custGeom>
                              <a:avLst/>
                              <a:gdLst>
                                <a:gd name="T0" fmla="*/ 40 w 79"/>
                                <a:gd name="T1" fmla="*/ 0 h 45"/>
                                <a:gd name="T2" fmla="*/ 79 w 79"/>
                                <a:gd name="T3" fmla="*/ 24 h 45"/>
                                <a:gd name="T4" fmla="*/ 41 w 79"/>
                                <a:gd name="T5" fmla="*/ 45 h 45"/>
                                <a:gd name="T6" fmla="*/ 0 w 79"/>
                                <a:gd name="T7" fmla="*/ 18 h 45"/>
                                <a:gd name="T8" fmla="*/ 40 w 79"/>
                                <a:gd name="T9" fmla="*/ 0 h 45"/>
                              </a:gdLst>
                              <a:ahLst/>
                              <a:cxnLst>
                                <a:cxn ang="0">
                                  <a:pos x="T0" y="T1"/>
                                </a:cxn>
                                <a:cxn ang="0">
                                  <a:pos x="T2" y="T3"/>
                                </a:cxn>
                                <a:cxn ang="0">
                                  <a:pos x="T4" y="T5"/>
                                </a:cxn>
                                <a:cxn ang="0">
                                  <a:pos x="T6" y="T7"/>
                                </a:cxn>
                                <a:cxn ang="0">
                                  <a:pos x="T8" y="T9"/>
                                </a:cxn>
                              </a:cxnLst>
                              <a:rect l="0" t="0" r="r" b="b"/>
                              <a:pathLst>
                                <a:path w="79" h="45">
                                  <a:moveTo>
                                    <a:pt x="40" y="0"/>
                                  </a:moveTo>
                                  <a:lnTo>
                                    <a:pt x="79" y="24"/>
                                  </a:lnTo>
                                  <a:lnTo>
                                    <a:pt x="41" y="45"/>
                                  </a:lnTo>
                                  <a:lnTo>
                                    <a:pt x="0" y="18"/>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2" name="Freeform 184"/>
                            <p:cNvSpPr/>
                            <p:nvPr/>
                          </p:nvSpPr>
                          <p:spPr bwMode="auto">
                            <a:xfrm>
                              <a:off x="2550" y="3074"/>
                              <a:ext cx="14" cy="8"/>
                            </a:xfrm>
                            <a:custGeom>
                              <a:avLst/>
                              <a:gdLst>
                                <a:gd name="T0" fmla="*/ 38 w 98"/>
                                <a:gd name="T1" fmla="*/ 0 h 58"/>
                                <a:gd name="T2" fmla="*/ 98 w 98"/>
                                <a:gd name="T3" fmla="*/ 43 h 58"/>
                                <a:gd name="T4" fmla="*/ 60 w 98"/>
                                <a:gd name="T5" fmla="*/ 58 h 58"/>
                                <a:gd name="T6" fmla="*/ 0 w 98"/>
                                <a:gd name="T7" fmla="*/ 19 h 58"/>
                                <a:gd name="T8" fmla="*/ 38 w 98"/>
                                <a:gd name="T9" fmla="*/ 0 h 58"/>
                              </a:gdLst>
                              <a:ahLst/>
                              <a:cxnLst>
                                <a:cxn ang="0">
                                  <a:pos x="T0" y="T1"/>
                                </a:cxn>
                                <a:cxn ang="0">
                                  <a:pos x="T2" y="T3"/>
                                </a:cxn>
                                <a:cxn ang="0">
                                  <a:pos x="T4" y="T5"/>
                                </a:cxn>
                                <a:cxn ang="0">
                                  <a:pos x="T6" y="T7"/>
                                </a:cxn>
                                <a:cxn ang="0">
                                  <a:pos x="T8" y="T9"/>
                                </a:cxn>
                              </a:cxnLst>
                              <a:rect l="0" t="0" r="r" b="b"/>
                              <a:pathLst>
                                <a:path w="98" h="58">
                                  <a:moveTo>
                                    <a:pt x="38" y="0"/>
                                  </a:moveTo>
                                  <a:lnTo>
                                    <a:pt x="98" y="43"/>
                                  </a:lnTo>
                                  <a:lnTo>
                                    <a:pt x="60" y="58"/>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3" name="Freeform 185"/>
                            <p:cNvSpPr/>
                            <p:nvPr/>
                          </p:nvSpPr>
                          <p:spPr bwMode="auto">
                            <a:xfrm>
                              <a:off x="2551" y="3068"/>
                              <a:ext cx="19" cy="11"/>
                            </a:xfrm>
                            <a:custGeom>
                              <a:avLst/>
                              <a:gdLst>
                                <a:gd name="T0" fmla="*/ 0 w 130"/>
                                <a:gd name="T1" fmla="*/ 33 h 92"/>
                                <a:gd name="T2" fmla="*/ 95 w 130"/>
                                <a:gd name="T3" fmla="*/ 92 h 92"/>
                                <a:gd name="T4" fmla="*/ 130 w 130"/>
                                <a:gd name="T5" fmla="*/ 76 h 92"/>
                                <a:gd name="T6" fmla="*/ 64 w 130"/>
                                <a:gd name="T7" fmla="*/ 33 h 92"/>
                                <a:gd name="T8" fmla="*/ 112 w 130"/>
                                <a:gd name="T9" fmla="*/ 13 h 92"/>
                                <a:gd name="T10" fmla="*/ 88 w 130"/>
                                <a:gd name="T11" fmla="*/ 0 h 92"/>
                                <a:gd name="T12" fmla="*/ 0 w 130"/>
                                <a:gd name="T13" fmla="*/ 33 h 92"/>
                              </a:gdLst>
                              <a:ahLst/>
                              <a:cxnLst>
                                <a:cxn ang="0">
                                  <a:pos x="T0" y="T1"/>
                                </a:cxn>
                                <a:cxn ang="0">
                                  <a:pos x="T2" y="T3"/>
                                </a:cxn>
                                <a:cxn ang="0">
                                  <a:pos x="T4" y="T5"/>
                                </a:cxn>
                                <a:cxn ang="0">
                                  <a:pos x="T6" y="T7"/>
                                </a:cxn>
                                <a:cxn ang="0">
                                  <a:pos x="T8" y="T9"/>
                                </a:cxn>
                                <a:cxn ang="0">
                                  <a:pos x="T10" y="T11"/>
                                </a:cxn>
                                <a:cxn ang="0">
                                  <a:pos x="T12" y="T13"/>
                                </a:cxn>
                              </a:cxnLst>
                              <a:rect l="0" t="0" r="r" b="b"/>
                              <a:pathLst>
                                <a:path w="130" h="92">
                                  <a:moveTo>
                                    <a:pt x="0" y="33"/>
                                  </a:moveTo>
                                  <a:lnTo>
                                    <a:pt x="95" y="92"/>
                                  </a:lnTo>
                                  <a:lnTo>
                                    <a:pt x="130" y="76"/>
                                  </a:lnTo>
                                  <a:lnTo>
                                    <a:pt x="64" y="33"/>
                                  </a:lnTo>
                                  <a:lnTo>
                                    <a:pt x="112" y="13"/>
                                  </a:lnTo>
                                  <a:lnTo>
                                    <a:pt x="88" y="0"/>
                                  </a:lnTo>
                                  <a:lnTo>
                                    <a:pt x="0" y="3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4" name="Freeform 186"/>
                            <p:cNvSpPr/>
                            <p:nvPr/>
                          </p:nvSpPr>
                          <p:spPr bwMode="auto">
                            <a:xfrm>
                              <a:off x="2562" y="3070"/>
                              <a:ext cx="15" cy="7"/>
                            </a:xfrm>
                            <a:custGeom>
                              <a:avLst/>
                              <a:gdLst>
                                <a:gd name="T0" fmla="*/ 0 w 100"/>
                                <a:gd name="T1" fmla="*/ 19 h 59"/>
                                <a:gd name="T2" fmla="*/ 61 w 100"/>
                                <a:gd name="T3" fmla="*/ 59 h 59"/>
                                <a:gd name="T4" fmla="*/ 100 w 100"/>
                                <a:gd name="T5" fmla="*/ 41 h 59"/>
                                <a:gd name="T6" fmla="*/ 37 w 100"/>
                                <a:gd name="T7" fmla="*/ 0 h 59"/>
                                <a:gd name="T8" fmla="*/ 0 w 100"/>
                                <a:gd name="T9" fmla="*/ 19 h 59"/>
                              </a:gdLst>
                              <a:ahLst/>
                              <a:cxnLst>
                                <a:cxn ang="0">
                                  <a:pos x="T0" y="T1"/>
                                </a:cxn>
                                <a:cxn ang="0">
                                  <a:pos x="T2" y="T3"/>
                                </a:cxn>
                                <a:cxn ang="0">
                                  <a:pos x="T4" y="T5"/>
                                </a:cxn>
                                <a:cxn ang="0">
                                  <a:pos x="T6" y="T7"/>
                                </a:cxn>
                                <a:cxn ang="0">
                                  <a:pos x="T8" y="T9"/>
                                </a:cxn>
                              </a:cxnLst>
                              <a:rect l="0" t="0" r="r" b="b"/>
                              <a:pathLst>
                                <a:path w="100" h="59">
                                  <a:moveTo>
                                    <a:pt x="0" y="19"/>
                                  </a:moveTo>
                                  <a:lnTo>
                                    <a:pt x="61" y="59"/>
                                  </a:lnTo>
                                  <a:lnTo>
                                    <a:pt x="100" y="41"/>
                                  </a:lnTo>
                                  <a:lnTo>
                                    <a:pt x="37"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5" name="Freeform 187"/>
                            <p:cNvSpPr/>
                            <p:nvPr/>
                          </p:nvSpPr>
                          <p:spPr bwMode="auto">
                            <a:xfrm>
                              <a:off x="2573" y="3070"/>
                              <a:ext cx="10" cy="5"/>
                            </a:xfrm>
                            <a:custGeom>
                              <a:avLst/>
                              <a:gdLst>
                                <a:gd name="T0" fmla="*/ 0 w 70"/>
                                <a:gd name="T1" fmla="*/ 20 h 38"/>
                                <a:gd name="T2" fmla="*/ 29 w 70"/>
                                <a:gd name="T3" fmla="*/ 38 h 38"/>
                                <a:gd name="T4" fmla="*/ 70 w 70"/>
                                <a:gd name="T5" fmla="*/ 18 h 38"/>
                                <a:gd name="T6" fmla="*/ 40 w 70"/>
                                <a:gd name="T7" fmla="*/ 0 h 38"/>
                                <a:gd name="T8" fmla="*/ 0 w 70"/>
                                <a:gd name="T9" fmla="*/ 20 h 38"/>
                              </a:gdLst>
                              <a:ahLst/>
                              <a:cxnLst>
                                <a:cxn ang="0">
                                  <a:pos x="T0" y="T1"/>
                                </a:cxn>
                                <a:cxn ang="0">
                                  <a:pos x="T2" y="T3"/>
                                </a:cxn>
                                <a:cxn ang="0">
                                  <a:pos x="T4" y="T5"/>
                                </a:cxn>
                                <a:cxn ang="0">
                                  <a:pos x="T6" y="T7"/>
                                </a:cxn>
                                <a:cxn ang="0">
                                  <a:pos x="T8" y="T9"/>
                                </a:cxn>
                              </a:cxnLst>
                              <a:rect l="0" t="0" r="r" b="b"/>
                              <a:pathLst>
                                <a:path w="70" h="38">
                                  <a:moveTo>
                                    <a:pt x="0" y="20"/>
                                  </a:moveTo>
                                  <a:lnTo>
                                    <a:pt x="29" y="38"/>
                                  </a:lnTo>
                                  <a:lnTo>
                                    <a:pt x="70" y="18"/>
                                  </a:lnTo>
                                  <a:lnTo>
                                    <a:pt x="40" y="0"/>
                                  </a:lnTo>
                                  <a:lnTo>
                                    <a:pt x="0" y="2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6" name="Freeform 188"/>
                            <p:cNvSpPr/>
                            <p:nvPr/>
                          </p:nvSpPr>
                          <p:spPr bwMode="auto">
                            <a:xfrm>
                              <a:off x="2568" y="3067"/>
                              <a:ext cx="10" cy="5"/>
                            </a:xfrm>
                            <a:custGeom>
                              <a:avLst/>
                              <a:gdLst>
                                <a:gd name="T0" fmla="*/ 0 w 70"/>
                                <a:gd name="T1" fmla="*/ 18 h 39"/>
                                <a:gd name="T2" fmla="*/ 32 w 70"/>
                                <a:gd name="T3" fmla="*/ 39 h 39"/>
                                <a:gd name="T4" fmla="*/ 70 w 70"/>
                                <a:gd name="T5" fmla="*/ 18 h 39"/>
                                <a:gd name="T6" fmla="*/ 38 w 70"/>
                                <a:gd name="T7" fmla="*/ 0 h 39"/>
                                <a:gd name="T8" fmla="*/ 0 w 70"/>
                                <a:gd name="T9" fmla="*/ 18 h 39"/>
                              </a:gdLst>
                              <a:ahLst/>
                              <a:cxnLst>
                                <a:cxn ang="0">
                                  <a:pos x="T0" y="T1"/>
                                </a:cxn>
                                <a:cxn ang="0">
                                  <a:pos x="T2" y="T3"/>
                                </a:cxn>
                                <a:cxn ang="0">
                                  <a:pos x="T4" y="T5"/>
                                </a:cxn>
                                <a:cxn ang="0">
                                  <a:pos x="T6" y="T7"/>
                                </a:cxn>
                                <a:cxn ang="0">
                                  <a:pos x="T8" y="T9"/>
                                </a:cxn>
                              </a:cxnLst>
                              <a:rect l="0" t="0" r="r" b="b"/>
                              <a:pathLst>
                                <a:path w="70" h="39">
                                  <a:moveTo>
                                    <a:pt x="0" y="18"/>
                                  </a:moveTo>
                                  <a:lnTo>
                                    <a:pt x="32" y="39"/>
                                  </a:lnTo>
                                  <a:lnTo>
                                    <a:pt x="70" y="18"/>
                                  </a:lnTo>
                                  <a:lnTo>
                                    <a:pt x="38" y="0"/>
                                  </a:lnTo>
                                  <a:lnTo>
                                    <a:pt x="0" y="1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7" name="Freeform 189"/>
                            <p:cNvSpPr/>
                            <p:nvPr/>
                          </p:nvSpPr>
                          <p:spPr bwMode="auto">
                            <a:xfrm>
                              <a:off x="2564" y="3065"/>
                              <a:ext cx="9" cy="5"/>
                            </a:xfrm>
                            <a:custGeom>
                              <a:avLst/>
                              <a:gdLst>
                                <a:gd name="T0" fmla="*/ 0 w 65"/>
                                <a:gd name="T1" fmla="*/ 19 h 36"/>
                                <a:gd name="T2" fmla="*/ 26 w 65"/>
                                <a:gd name="T3" fmla="*/ 36 h 36"/>
                                <a:gd name="T4" fmla="*/ 65 w 65"/>
                                <a:gd name="T5" fmla="*/ 17 h 36"/>
                                <a:gd name="T6" fmla="*/ 42 w 65"/>
                                <a:gd name="T7" fmla="*/ 0 h 36"/>
                                <a:gd name="T8" fmla="*/ 0 w 65"/>
                                <a:gd name="T9" fmla="*/ 19 h 36"/>
                              </a:gdLst>
                              <a:ahLst/>
                              <a:cxnLst>
                                <a:cxn ang="0">
                                  <a:pos x="T0" y="T1"/>
                                </a:cxn>
                                <a:cxn ang="0">
                                  <a:pos x="T2" y="T3"/>
                                </a:cxn>
                                <a:cxn ang="0">
                                  <a:pos x="T4" y="T5"/>
                                </a:cxn>
                                <a:cxn ang="0">
                                  <a:pos x="T6" y="T7"/>
                                </a:cxn>
                                <a:cxn ang="0">
                                  <a:pos x="T8" y="T9"/>
                                </a:cxn>
                              </a:cxnLst>
                              <a:rect l="0" t="0" r="r" b="b"/>
                              <a:pathLst>
                                <a:path w="65" h="36">
                                  <a:moveTo>
                                    <a:pt x="0" y="19"/>
                                  </a:moveTo>
                                  <a:lnTo>
                                    <a:pt x="26" y="36"/>
                                  </a:lnTo>
                                  <a:lnTo>
                                    <a:pt x="65" y="17"/>
                                  </a:lnTo>
                                  <a:lnTo>
                                    <a:pt x="42"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8" name="Freeform 190"/>
                            <p:cNvSpPr/>
                            <p:nvPr/>
                          </p:nvSpPr>
                          <p:spPr bwMode="auto">
                            <a:xfrm>
                              <a:off x="2571" y="3064"/>
                              <a:ext cx="7" cy="3"/>
                            </a:xfrm>
                            <a:custGeom>
                              <a:avLst/>
                              <a:gdLst>
                                <a:gd name="T0" fmla="*/ 0 w 47"/>
                                <a:gd name="T1" fmla="*/ 12 h 27"/>
                                <a:gd name="T2" fmla="*/ 25 w 47"/>
                                <a:gd name="T3" fmla="*/ 27 h 27"/>
                                <a:gd name="T4" fmla="*/ 47 w 47"/>
                                <a:gd name="T5" fmla="*/ 14 h 27"/>
                                <a:gd name="T6" fmla="*/ 22 w 47"/>
                                <a:gd name="T7" fmla="*/ 0 h 27"/>
                                <a:gd name="T8" fmla="*/ 0 w 47"/>
                                <a:gd name="T9" fmla="*/ 12 h 27"/>
                              </a:gdLst>
                              <a:ahLst/>
                              <a:cxnLst>
                                <a:cxn ang="0">
                                  <a:pos x="T0" y="T1"/>
                                </a:cxn>
                                <a:cxn ang="0">
                                  <a:pos x="T2" y="T3"/>
                                </a:cxn>
                                <a:cxn ang="0">
                                  <a:pos x="T4" y="T5"/>
                                </a:cxn>
                                <a:cxn ang="0">
                                  <a:pos x="T6" y="T7"/>
                                </a:cxn>
                                <a:cxn ang="0">
                                  <a:pos x="T8" y="T9"/>
                                </a:cxn>
                              </a:cxnLst>
                              <a:rect l="0" t="0" r="r" b="b"/>
                              <a:pathLst>
                                <a:path w="47" h="27">
                                  <a:moveTo>
                                    <a:pt x="0" y="12"/>
                                  </a:moveTo>
                                  <a:lnTo>
                                    <a:pt x="25" y="27"/>
                                  </a:lnTo>
                                  <a:lnTo>
                                    <a:pt x="47" y="14"/>
                                  </a:lnTo>
                                  <a:lnTo>
                                    <a:pt x="22" y="0"/>
                                  </a:lnTo>
                                  <a:lnTo>
                                    <a:pt x="0" y="1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9" name="Freeform 191"/>
                            <p:cNvSpPr/>
                            <p:nvPr/>
                          </p:nvSpPr>
                          <p:spPr bwMode="auto">
                            <a:xfrm>
                              <a:off x="2575" y="3066"/>
                              <a:ext cx="7" cy="4"/>
                            </a:xfrm>
                            <a:custGeom>
                              <a:avLst/>
                              <a:gdLst>
                                <a:gd name="T0" fmla="*/ 0 w 53"/>
                                <a:gd name="T1" fmla="*/ 12 h 33"/>
                                <a:gd name="T2" fmla="*/ 32 w 53"/>
                                <a:gd name="T3" fmla="*/ 33 h 33"/>
                                <a:gd name="T4" fmla="*/ 53 w 53"/>
                                <a:gd name="T5" fmla="*/ 21 h 33"/>
                                <a:gd name="T6" fmla="*/ 22 w 53"/>
                                <a:gd name="T7" fmla="*/ 0 h 33"/>
                                <a:gd name="T8" fmla="*/ 0 w 53"/>
                                <a:gd name="T9" fmla="*/ 12 h 33"/>
                              </a:gdLst>
                              <a:ahLst/>
                              <a:cxnLst>
                                <a:cxn ang="0">
                                  <a:pos x="T0" y="T1"/>
                                </a:cxn>
                                <a:cxn ang="0">
                                  <a:pos x="T2" y="T3"/>
                                </a:cxn>
                                <a:cxn ang="0">
                                  <a:pos x="T4" y="T5"/>
                                </a:cxn>
                                <a:cxn ang="0">
                                  <a:pos x="T6" y="T7"/>
                                </a:cxn>
                                <a:cxn ang="0">
                                  <a:pos x="T8" y="T9"/>
                                </a:cxn>
                              </a:cxnLst>
                              <a:rect l="0" t="0" r="r" b="b"/>
                              <a:pathLst>
                                <a:path w="53" h="33">
                                  <a:moveTo>
                                    <a:pt x="0" y="12"/>
                                  </a:moveTo>
                                  <a:lnTo>
                                    <a:pt x="32" y="33"/>
                                  </a:lnTo>
                                  <a:lnTo>
                                    <a:pt x="53" y="21"/>
                                  </a:lnTo>
                                  <a:lnTo>
                                    <a:pt x="22" y="0"/>
                                  </a:lnTo>
                                  <a:lnTo>
                                    <a:pt x="0" y="1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0" name="Freeform 192"/>
                            <p:cNvSpPr/>
                            <p:nvPr/>
                          </p:nvSpPr>
                          <p:spPr bwMode="auto">
                            <a:xfrm>
                              <a:off x="2545" y="3072"/>
                              <a:ext cx="10" cy="5"/>
                            </a:xfrm>
                            <a:custGeom>
                              <a:avLst/>
                              <a:gdLst>
                                <a:gd name="T0" fmla="*/ 0 w 68"/>
                                <a:gd name="T1" fmla="*/ 19 h 39"/>
                                <a:gd name="T2" fmla="*/ 27 w 68"/>
                                <a:gd name="T3" fmla="*/ 39 h 39"/>
                                <a:gd name="T4" fmla="*/ 68 w 68"/>
                                <a:gd name="T5" fmla="*/ 19 h 39"/>
                                <a:gd name="T6" fmla="*/ 41 w 68"/>
                                <a:gd name="T7" fmla="*/ 0 h 39"/>
                                <a:gd name="T8" fmla="*/ 0 w 68"/>
                                <a:gd name="T9" fmla="*/ 19 h 39"/>
                              </a:gdLst>
                              <a:ahLst/>
                              <a:cxnLst>
                                <a:cxn ang="0">
                                  <a:pos x="T0" y="T1"/>
                                </a:cxn>
                                <a:cxn ang="0">
                                  <a:pos x="T2" y="T3"/>
                                </a:cxn>
                                <a:cxn ang="0">
                                  <a:pos x="T4" y="T5"/>
                                </a:cxn>
                                <a:cxn ang="0">
                                  <a:pos x="T6" y="T7"/>
                                </a:cxn>
                                <a:cxn ang="0">
                                  <a:pos x="T8" y="T9"/>
                                </a:cxn>
                              </a:cxnLst>
                              <a:rect l="0" t="0" r="r" b="b"/>
                              <a:pathLst>
                                <a:path w="68" h="39">
                                  <a:moveTo>
                                    <a:pt x="0" y="19"/>
                                  </a:moveTo>
                                  <a:lnTo>
                                    <a:pt x="27" y="39"/>
                                  </a:lnTo>
                                  <a:lnTo>
                                    <a:pt x="68" y="19"/>
                                  </a:lnTo>
                                  <a:lnTo>
                                    <a:pt x="41"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1" name="Freeform 193"/>
                            <p:cNvSpPr/>
                            <p:nvPr/>
                          </p:nvSpPr>
                          <p:spPr bwMode="auto">
                            <a:xfrm>
                              <a:off x="2579" y="3068"/>
                              <a:ext cx="8" cy="4"/>
                            </a:xfrm>
                            <a:custGeom>
                              <a:avLst/>
                              <a:gdLst>
                                <a:gd name="T0" fmla="*/ 0 w 54"/>
                                <a:gd name="T1" fmla="*/ 13 h 33"/>
                                <a:gd name="T2" fmla="*/ 31 w 54"/>
                                <a:gd name="T3" fmla="*/ 33 h 33"/>
                                <a:gd name="T4" fmla="*/ 54 w 54"/>
                                <a:gd name="T5" fmla="*/ 21 h 33"/>
                                <a:gd name="T6" fmla="*/ 22 w 54"/>
                                <a:gd name="T7" fmla="*/ 0 h 33"/>
                                <a:gd name="T8" fmla="*/ 0 w 54"/>
                                <a:gd name="T9" fmla="*/ 13 h 33"/>
                              </a:gdLst>
                              <a:ahLst/>
                              <a:cxnLst>
                                <a:cxn ang="0">
                                  <a:pos x="T0" y="T1"/>
                                </a:cxn>
                                <a:cxn ang="0">
                                  <a:pos x="T2" y="T3"/>
                                </a:cxn>
                                <a:cxn ang="0">
                                  <a:pos x="T4" y="T5"/>
                                </a:cxn>
                                <a:cxn ang="0">
                                  <a:pos x="T6" y="T7"/>
                                </a:cxn>
                                <a:cxn ang="0">
                                  <a:pos x="T8" y="T9"/>
                                </a:cxn>
                              </a:cxnLst>
                              <a:rect l="0" t="0" r="r" b="b"/>
                              <a:pathLst>
                                <a:path w="54" h="33">
                                  <a:moveTo>
                                    <a:pt x="0" y="13"/>
                                  </a:moveTo>
                                  <a:lnTo>
                                    <a:pt x="31" y="33"/>
                                  </a:lnTo>
                                  <a:lnTo>
                                    <a:pt x="54" y="21"/>
                                  </a:lnTo>
                                  <a:lnTo>
                                    <a:pt x="22" y="0"/>
                                  </a:lnTo>
                                  <a:lnTo>
                                    <a:pt x="0"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42" name="Group 194"/>
                        <p:cNvGrpSpPr/>
                        <p:nvPr/>
                      </p:nvGrpSpPr>
                      <p:grpSpPr bwMode="auto">
                        <a:xfrm>
                          <a:off x="2506" y="3084"/>
                          <a:ext cx="128" cy="47"/>
                          <a:chOff x="2506" y="3084"/>
                          <a:chExt cx="128" cy="47"/>
                        </a:xfrm>
                      </p:grpSpPr>
                      <p:sp>
                        <p:nvSpPr>
                          <p:cNvPr id="642243" name="Freeform 195"/>
                          <p:cNvSpPr/>
                          <p:nvPr/>
                        </p:nvSpPr>
                        <p:spPr bwMode="auto">
                          <a:xfrm>
                            <a:off x="2578" y="3106"/>
                            <a:ext cx="56" cy="25"/>
                          </a:xfrm>
                          <a:custGeom>
                            <a:avLst/>
                            <a:gdLst>
                              <a:gd name="T0" fmla="*/ 393 w 393"/>
                              <a:gd name="T1" fmla="*/ 0 h 204"/>
                              <a:gd name="T2" fmla="*/ 11 w 393"/>
                              <a:gd name="T3" fmla="*/ 162 h 204"/>
                              <a:gd name="T4" fmla="*/ 3 w 393"/>
                              <a:gd name="T5" fmla="*/ 172 h 204"/>
                              <a:gd name="T6" fmla="*/ 0 w 393"/>
                              <a:gd name="T7" fmla="*/ 183 h 204"/>
                              <a:gd name="T8" fmla="*/ 3 w 393"/>
                              <a:gd name="T9" fmla="*/ 190 h 204"/>
                              <a:gd name="T10" fmla="*/ 7 w 393"/>
                              <a:gd name="T11" fmla="*/ 200 h 204"/>
                              <a:gd name="T12" fmla="*/ 14 w 393"/>
                              <a:gd name="T13" fmla="*/ 204 h 204"/>
                              <a:gd name="T14" fmla="*/ 384 w 393"/>
                              <a:gd name="T15" fmla="*/ 42 h 204"/>
                              <a:gd name="T16" fmla="*/ 393 w 393"/>
                              <a:gd name="T17" fmla="*/ 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3" h="204">
                                <a:moveTo>
                                  <a:pt x="393" y="0"/>
                                </a:moveTo>
                                <a:lnTo>
                                  <a:pt x="11" y="162"/>
                                </a:lnTo>
                                <a:lnTo>
                                  <a:pt x="3" y="172"/>
                                </a:lnTo>
                                <a:lnTo>
                                  <a:pt x="0" y="183"/>
                                </a:lnTo>
                                <a:lnTo>
                                  <a:pt x="3" y="190"/>
                                </a:lnTo>
                                <a:lnTo>
                                  <a:pt x="7" y="200"/>
                                </a:lnTo>
                                <a:lnTo>
                                  <a:pt x="14" y="204"/>
                                </a:lnTo>
                                <a:lnTo>
                                  <a:pt x="384" y="42"/>
                                </a:lnTo>
                                <a:lnTo>
                                  <a:pt x="393"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4" name="Freeform 196"/>
                          <p:cNvSpPr/>
                          <p:nvPr/>
                        </p:nvSpPr>
                        <p:spPr bwMode="auto">
                          <a:xfrm>
                            <a:off x="2507" y="3084"/>
                            <a:ext cx="76" cy="43"/>
                          </a:xfrm>
                          <a:custGeom>
                            <a:avLst/>
                            <a:gdLst>
                              <a:gd name="T0" fmla="*/ 535 w 535"/>
                              <a:gd name="T1" fmla="*/ 329 h 343"/>
                              <a:gd name="T2" fmla="*/ 515 w 535"/>
                              <a:gd name="T3" fmla="*/ 336 h 343"/>
                              <a:gd name="T4" fmla="*/ 507 w 535"/>
                              <a:gd name="T5" fmla="*/ 343 h 343"/>
                              <a:gd name="T6" fmla="*/ 0 w 535"/>
                              <a:gd name="T7" fmla="*/ 3 h 343"/>
                              <a:gd name="T8" fmla="*/ 12 w 535"/>
                              <a:gd name="T9" fmla="*/ 1 h 343"/>
                              <a:gd name="T10" fmla="*/ 23 w 535"/>
                              <a:gd name="T11" fmla="*/ 0 h 343"/>
                              <a:gd name="T12" fmla="*/ 35 w 535"/>
                              <a:gd name="T13" fmla="*/ 0 h 343"/>
                              <a:gd name="T14" fmla="*/ 49 w 535"/>
                              <a:gd name="T15" fmla="*/ 2 h 343"/>
                              <a:gd name="T16" fmla="*/ 535 w 535"/>
                              <a:gd name="T17" fmla="*/ 329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5" h="343">
                                <a:moveTo>
                                  <a:pt x="535" y="329"/>
                                </a:moveTo>
                                <a:lnTo>
                                  <a:pt x="515" y="336"/>
                                </a:lnTo>
                                <a:lnTo>
                                  <a:pt x="507" y="343"/>
                                </a:lnTo>
                                <a:lnTo>
                                  <a:pt x="0" y="3"/>
                                </a:lnTo>
                                <a:lnTo>
                                  <a:pt x="12" y="1"/>
                                </a:lnTo>
                                <a:lnTo>
                                  <a:pt x="23" y="0"/>
                                </a:lnTo>
                                <a:lnTo>
                                  <a:pt x="35" y="0"/>
                                </a:lnTo>
                                <a:lnTo>
                                  <a:pt x="49" y="2"/>
                                </a:lnTo>
                                <a:lnTo>
                                  <a:pt x="535" y="329"/>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5" name="Freeform 197"/>
                          <p:cNvSpPr/>
                          <p:nvPr/>
                        </p:nvSpPr>
                        <p:spPr bwMode="auto">
                          <a:xfrm>
                            <a:off x="2506" y="3085"/>
                            <a:ext cx="74" cy="46"/>
                          </a:xfrm>
                          <a:custGeom>
                            <a:avLst/>
                            <a:gdLst>
                              <a:gd name="T0" fmla="*/ 8 w 518"/>
                              <a:gd name="T1" fmla="*/ 0 h 368"/>
                              <a:gd name="T2" fmla="*/ 514 w 518"/>
                              <a:gd name="T3" fmla="*/ 339 h 368"/>
                              <a:gd name="T4" fmla="*/ 512 w 518"/>
                              <a:gd name="T5" fmla="*/ 354 h 368"/>
                              <a:gd name="T6" fmla="*/ 518 w 518"/>
                              <a:gd name="T7" fmla="*/ 368 h 368"/>
                              <a:gd name="T8" fmla="*/ 0 w 518"/>
                              <a:gd name="T9" fmla="*/ 17 h 368"/>
                              <a:gd name="T10" fmla="*/ 0 w 518"/>
                              <a:gd name="T11" fmla="*/ 7 h 368"/>
                              <a:gd name="T12" fmla="*/ 8 w 518"/>
                              <a:gd name="T13" fmla="*/ 0 h 368"/>
                            </a:gdLst>
                            <a:ahLst/>
                            <a:cxnLst>
                              <a:cxn ang="0">
                                <a:pos x="T0" y="T1"/>
                              </a:cxn>
                              <a:cxn ang="0">
                                <a:pos x="T2" y="T3"/>
                              </a:cxn>
                              <a:cxn ang="0">
                                <a:pos x="T4" y="T5"/>
                              </a:cxn>
                              <a:cxn ang="0">
                                <a:pos x="T6" y="T7"/>
                              </a:cxn>
                              <a:cxn ang="0">
                                <a:pos x="T8" y="T9"/>
                              </a:cxn>
                              <a:cxn ang="0">
                                <a:pos x="T10" y="T11"/>
                              </a:cxn>
                              <a:cxn ang="0">
                                <a:pos x="T12" y="T13"/>
                              </a:cxn>
                            </a:cxnLst>
                            <a:rect l="0" t="0" r="r" b="b"/>
                            <a:pathLst>
                              <a:path w="518" h="368">
                                <a:moveTo>
                                  <a:pt x="8" y="0"/>
                                </a:moveTo>
                                <a:lnTo>
                                  <a:pt x="514" y="339"/>
                                </a:lnTo>
                                <a:lnTo>
                                  <a:pt x="512" y="354"/>
                                </a:lnTo>
                                <a:lnTo>
                                  <a:pt x="518" y="368"/>
                                </a:lnTo>
                                <a:lnTo>
                                  <a:pt x="0" y="17"/>
                                </a:lnTo>
                                <a:lnTo>
                                  <a:pt x="0" y="7"/>
                                </a:lnTo>
                                <a:lnTo>
                                  <a:pt x="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46" name="Group 198"/>
                      <p:cNvGrpSpPr/>
                      <p:nvPr/>
                    </p:nvGrpSpPr>
                    <p:grpSpPr bwMode="auto">
                      <a:xfrm>
                        <a:off x="2582" y="2996"/>
                        <a:ext cx="100" cy="84"/>
                        <a:chOff x="2582" y="2996"/>
                        <a:chExt cx="100" cy="84"/>
                      </a:xfrm>
                    </p:grpSpPr>
                    <p:sp>
                      <p:nvSpPr>
                        <p:cNvPr id="642247" name="Freeform 199"/>
                        <p:cNvSpPr/>
                        <p:nvPr/>
                      </p:nvSpPr>
                      <p:spPr bwMode="auto">
                        <a:xfrm>
                          <a:off x="2653" y="3028"/>
                          <a:ext cx="29" cy="52"/>
                        </a:xfrm>
                        <a:custGeom>
                          <a:avLst/>
                          <a:gdLst>
                            <a:gd name="T0" fmla="*/ 194 w 208"/>
                            <a:gd name="T1" fmla="*/ 0 h 419"/>
                            <a:gd name="T2" fmla="*/ 208 w 208"/>
                            <a:gd name="T3" fmla="*/ 28 h 419"/>
                            <a:gd name="T4" fmla="*/ 15 w 208"/>
                            <a:gd name="T5" fmla="*/ 419 h 419"/>
                            <a:gd name="T6" fmla="*/ 0 w 208"/>
                            <a:gd name="T7" fmla="*/ 389 h 419"/>
                            <a:gd name="T8" fmla="*/ 194 w 208"/>
                            <a:gd name="T9" fmla="*/ 0 h 419"/>
                          </a:gdLst>
                          <a:ahLst/>
                          <a:cxnLst>
                            <a:cxn ang="0">
                              <a:pos x="T0" y="T1"/>
                            </a:cxn>
                            <a:cxn ang="0">
                              <a:pos x="T2" y="T3"/>
                            </a:cxn>
                            <a:cxn ang="0">
                              <a:pos x="T4" y="T5"/>
                            </a:cxn>
                            <a:cxn ang="0">
                              <a:pos x="T6" y="T7"/>
                            </a:cxn>
                            <a:cxn ang="0">
                              <a:pos x="T8" y="T9"/>
                            </a:cxn>
                          </a:cxnLst>
                          <a:rect l="0" t="0" r="r" b="b"/>
                          <a:pathLst>
                            <a:path w="208" h="419">
                              <a:moveTo>
                                <a:pt x="194" y="0"/>
                              </a:moveTo>
                              <a:lnTo>
                                <a:pt x="208" y="28"/>
                              </a:lnTo>
                              <a:lnTo>
                                <a:pt x="15" y="419"/>
                              </a:lnTo>
                              <a:lnTo>
                                <a:pt x="0" y="389"/>
                              </a:lnTo>
                              <a:lnTo>
                                <a:pt x="19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8" name="Freeform 200"/>
                        <p:cNvSpPr/>
                        <p:nvPr/>
                      </p:nvSpPr>
                      <p:spPr bwMode="auto">
                        <a:xfrm>
                          <a:off x="2582" y="2996"/>
                          <a:ext cx="99" cy="81"/>
                        </a:xfrm>
                        <a:custGeom>
                          <a:avLst/>
                          <a:gdLst>
                            <a:gd name="T0" fmla="*/ 188 w 690"/>
                            <a:gd name="T1" fmla="*/ 0 h 644"/>
                            <a:gd name="T2" fmla="*/ 690 w 690"/>
                            <a:gd name="T3" fmla="*/ 256 h 644"/>
                            <a:gd name="T4" fmla="*/ 501 w 690"/>
                            <a:gd name="T5" fmla="*/ 644 h 644"/>
                            <a:gd name="T6" fmla="*/ 0 w 690"/>
                            <a:gd name="T7" fmla="*/ 385 h 644"/>
                            <a:gd name="T8" fmla="*/ 188 w 690"/>
                            <a:gd name="T9" fmla="*/ 0 h 644"/>
                          </a:gdLst>
                          <a:ahLst/>
                          <a:cxnLst>
                            <a:cxn ang="0">
                              <a:pos x="T0" y="T1"/>
                            </a:cxn>
                            <a:cxn ang="0">
                              <a:pos x="T2" y="T3"/>
                            </a:cxn>
                            <a:cxn ang="0">
                              <a:pos x="T4" y="T5"/>
                            </a:cxn>
                            <a:cxn ang="0">
                              <a:pos x="T6" y="T7"/>
                            </a:cxn>
                            <a:cxn ang="0">
                              <a:pos x="T8" y="T9"/>
                            </a:cxn>
                          </a:cxnLst>
                          <a:rect l="0" t="0" r="r" b="b"/>
                          <a:pathLst>
                            <a:path w="690" h="644">
                              <a:moveTo>
                                <a:pt x="188" y="0"/>
                              </a:moveTo>
                              <a:lnTo>
                                <a:pt x="690" y="256"/>
                              </a:lnTo>
                              <a:lnTo>
                                <a:pt x="501" y="644"/>
                              </a:lnTo>
                              <a:lnTo>
                                <a:pt x="0" y="385"/>
                              </a:lnTo>
                              <a:lnTo>
                                <a:pt x="188"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9" name="Freeform 201"/>
                        <p:cNvSpPr/>
                        <p:nvPr/>
                      </p:nvSpPr>
                      <p:spPr bwMode="auto">
                        <a:xfrm>
                          <a:off x="2588" y="3002"/>
                          <a:ext cx="88" cy="69"/>
                        </a:xfrm>
                        <a:custGeom>
                          <a:avLst/>
                          <a:gdLst>
                            <a:gd name="T0" fmla="*/ 614 w 614"/>
                            <a:gd name="T1" fmla="*/ 235 h 554"/>
                            <a:gd name="T2" fmla="*/ 457 w 614"/>
                            <a:gd name="T3" fmla="*/ 554 h 554"/>
                            <a:gd name="T4" fmla="*/ 0 w 614"/>
                            <a:gd name="T5" fmla="*/ 322 h 554"/>
                            <a:gd name="T6" fmla="*/ 155 w 614"/>
                            <a:gd name="T7" fmla="*/ 0 h 554"/>
                            <a:gd name="T8" fmla="*/ 614 w 614"/>
                            <a:gd name="T9" fmla="*/ 235 h 554"/>
                          </a:gdLst>
                          <a:ahLst/>
                          <a:cxnLst>
                            <a:cxn ang="0">
                              <a:pos x="T0" y="T1"/>
                            </a:cxn>
                            <a:cxn ang="0">
                              <a:pos x="T2" y="T3"/>
                            </a:cxn>
                            <a:cxn ang="0">
                              <a:pos x="T4" y="T5"/>
                            </a:cxn>
                            <a:cxn ang="0">
                              <a:pos x="T6" y="T7"/>
                            </a:cxn>
                            <a:cxn ang="0">
                              <a:pos x="T8" y="T9"/>
                            </a:cxn>
                          </a:cxnLst>
                          <a:rect l="0" t="0" r="r" b="b"/>
                          <a:pathLst>
                            <a:path w="614" h="554">
                              <a:moveTo>
                                <a:pt x="614" y="235"/>
                              </a:moveTo>
                              <a:lnTo>
                                <a:pt x="457" y="554"/>
                              </a:lnTo>
                              <a:lnTo>
                                <a:pt x="0" y="322"/>
                              </a:lnTo>
                              <a:lnTo>
                                <a:pt x="155" y="0"/>
                              </a:lnTo>
                              <a:lnTo>
                                <a:pt x="614" y="235"/>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0" name="Freeform 202"/>
                        <p:cNvSpPr/>
                        <p:nvPr/>
                      </p:nvSpPr>
                      <p:spPr bwMode="auto">
                        <a:xfrm>
                          <a:off x="2592" y="3005"/>
                          <a:ext cx="80" cy="63"/>
                        </a:xfrm>
                        <a:custGeom>
                          <a:avLst/>
                          <a:gdLst>
                            <a:gd name="T0" fmla="*/ 560 w 560"/>
                            <a:gd name="T1" fmla="*/ 214 h 502"/>
                            <a:gd name="T2" fmla="*/ 423 w 560"/>
                            <a:gd name="T3" fmla="*/ 502 h 502"/>
                            <a:gd name="T4" fmla="*/ 0 w 560"/>
                            <a:gd name="T5" fmla="*/ 286 h 502"/>
                            <a:gd name="T6" fmla="*/ 140 w 560"/>
                            <a:gd name="T7" fmla="*/ 0 h 502"/>
                            <a:gd name="T8" fmla="*/ 560 w 560"/>
                            <a:gd name="T9" fmla="*/ 214 h 502"/>
                          </a:gdLst>
                          <a:ahLst/>
                          <a:cxnLst>
                            <a:cxn ang="0">
                              <a:pos x="T0" y="T1"/>
                            </a:cxn>
                            <a:cxn ang="0">
                              <a:pos x="T2" y="T3"/>
                            </a:cxn>
                            <a:cxn ang="0">
                              <a:pos x="T4" y="T5"/>
                            </a:cxn>
                            <a:cxn ang="0">
                              <a:pos x="T6" y="T7"/>
                            </a:cxn>
                            <a:cxn ang="0">
                              <a:pos x="T8" y="T9"/>
                            </a:cxn>
                          </a:cxnLst>
                          <a:rect l="0" t="0" r="r" b="b"/>
                          <a:pathLst>
                            <a:path w="560" h="502">
                              <a:moveTo>
                                <a:pt x="560" y="214"/>
                              </a:moveTo>
                              <a:lnTo>
                                <a:pt x="423" y="502"/>
                              </a:lnTo>
                              <a:lnTo>
                                <a:pt x="0" y="286"/>
                              </a:lnTo>
                              <a:lnTo>
                                <a:pt x="140" y="0"/>
                              </a:lnTo>
                              <a:lnTo>
                                <a:pt x="560" y="214"/>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1" name="Freeform 203"/>
                        <p:cNvSpPr/>
                        <p:nvPr/>
                      </p:nvSpPr>
                      <p:spPr bwMode="auto">
                        <a:xfrm>
                          <a:off x="2646" y="3069"/>
                          <a:ext cx="7" cy="6"/>
                        </a:xfrm>
                        <a:custGeom>
                          <a:avLst/>
                          <a:gdLst>
                            <a:gd name="T0" fmla="*/ 15 w 52"/>
                            <a:gd name="T1" fmla="*/ 0 h 47"/>
                            <a:gd name="T2" fmla="*/ 52 w 52"/>
                            <a:gd name="T3" fmla="*/ 19 h 47"/>
                            <a:gd name="T4" fmla="*/ 38 w 52"/>
                            <a:gd name="T5" fmla="*/ 47 h 47"/>
                            <a:gd name="T6" fmla="*/ 0 w 52"/>
                            <a:gd name="T7" fmla="*/ 28 h 47"/>
                            <a:gd name="T8" fmla="*/ 15 w 52"/>
                            <a:gd name="T9" fmla="*/ 0 h 47"/>
                          </a:gdLst>
                          <a:ahLst/>
                          <a:cxnLst>
                            <a:cxn ang="0">
                              <a:pos x="T0" y="T1"/>
                            </a:cxn>
                            <a:cxn ang="0">
                              <a:pos x="T2" y="T3"/>
                            </a:cxn>
                            <a:cxn ang="0">
                              <a:pos x="T4" y="T5"/>
                            </a:cxn>
                            <a:cxn ang="0">
                              <a:pos x="T6" y="T7"/>
                            </a:cxn>
                            <a:cxn ang="0">
                              <a:pos x="T8" y="T9"/>
                            </a:cxn>
                          </a:cxnLst>
                          <a:rect l="0" t="0" r="r" b="b"/>
                          <a:pathLst>
                            <a:path w="52" h="47">
                              <a:moveTo>
                                <a:pt x="15" y="0"/>
                              </a:moveTo>
                              <a:lnTo>
                                <a:pt x="52" y="19"/>
                              </a:lnTo>
                              <a:lnTo>
                                <a:pt x="38" y="47"/>
                              </a:lnTo>
                              <a:lnTo>
                                <a:pt x="0" y="2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2" name="Freeform 204"/>
                        <p:cNvSpPr/>
                        <p:nvPr/>
                      </p:nvSpPr>
                      <p:spPr bwMode="auto">
                        <a:xfrm>
                          <a:off x="2583" y="3044"/>
                          <a:ext cx="73" cy="36"/>
                        </a:xfrm>
                        <a:custGeom>
                          <a:avLst/>
                          <a:gdLst>
                            <a:gd name="T0" fmla="*/ 511 w 511"/>
                            <a:gd name="T1" fmla="*/ 291 h 291"/>
                            <a:gd name="T2" fmla="*/ 15 w 511"/>
                            <a:gd name="T3" fmla="*/ 33 h 291"/>
                            <a:gd name="T4" fmla="*/ 0 w 511"/>
                            <a:gd name="T5" fmla="*/ 0 h 291"/>
                            <a:gd name="T6" fmla="*/ 502 w 511"/>
                            <a:gd name="T7" fmla="*/ 262 h 291"/>
                            <a:gd name="T8" fmla="*/ 511 w 511"/>
                            <a:gd name="T9" fmla="*/ 291 h 291"/>
                          </a:gdLst>
                          <a:ahLst/>
                          <a:cxnLst>
                            <a:cxn ang="0">
                              <a:pos x="T0" y="T1"/>
                            </a:cxn>
                            <a:cxn ang="0">
                              <a:pos x="T2" y="T3"/>
                            </a:cxn>
                            <a:cxn ang="0">
                              <a:pos x="T4" y="T5"/>
                            </a:cxn>
                            <a:cxn ang="0">
                              <a:pos x="T6" y="T7"/>
                            </a:cxn>
                            <a:cxn ang="0">
                              <a:pos x="T8" y="T9"/>
                            </a:cxn>
                          </a:cxnLst>
                          <a:rect l="0" t="0" r="r" b="b"/>
                          <a:pathLst>
                            <a:path w="511" h="291">
                              <a:moveTo>
                                <a:pt x="511" y="291"/>
                              </a:moveTo>
                              <a:lnTo>
                                <a:pt x="15" y="33"/>
                              </a:lnTo>
                              <a:lnTo>
                                <a:pt x="0" y="0"/>
                              </a:lnTo>
                              <a:lnTo>
                                <a:pt x="502" y="262"/>
                              </a:lnTo>
                              <a:lnTo>
                                <a:pt x="511" y="291"/>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3" name="Freeform 205"/>
                        <p:cNvSpPr/>
                        <p:nvPr/>
                      </p:nvSpPr>
                      <p:spPr bwMode="auto">
                        <a:xfrm>
                          <a:off x="2600" y="3053"/>
                          <a:ext cx="31" cy="21"/>
                        </a:xfrm>
                        <a:custGeom>
                          <a:avLst/>
                          <a:gdLst>
                            <a:gd name="T0" fmla="*/ 0 w 222"/>
                            <a:gd name="T1" fmla="*/ 83 h 172"/>
                            <a:gd name="T2" fmla="*/ 57 w 222"/>
                            <a:gd name="T3" fmla="*/ 0 h 172"/>
                            <a:gd name="T4" fmla="*/ 222 w 222"/>
                            <a:gd name="T5" fmla="*/ 84 h 172"/>
                            <a:gd name="T6" fmla="*/ 165 w 222"/>
                            <a:gd name="T7" fmla="*/ 172 h 172"/>
                            <a:gd name="T8" fmla="*/ 0 w 222"/>
                            <a:gd name="T9" fmla="*/ 83 h 172"/>
                          </a:gdLst>
                          <a:ahLst/>
                          <a:cxnLst>
                            <a:cxn ang="0">
                              <a:pos x="T0" y="T1"/>
                            </a:cxn>
                            <a:cxn ang="0">
                              <a:pos x="T2" y="T3"/>
                            </a:cxn>
                            <a:cxn ang="0">
                              <a:pos x="T4" y="T5"/>
                            </a:cxn>
                            <a:cxn ang="0">
                              <a:pos x="T6" y="T7"/>
                            </a:cxn>
                            <a:cxn ang="0">
                              <a:pos x="T8" y="T9"/>
                            </a:cxn>
                          </a:cxnLst>
                          <a:rect l="0" t="0" r="r" b="b"/>
                          <a:pathLst>
                            <a:path w="222" h="172">
                              <a:moveTo>
                                <a:pt x="0" y="83"/>
                              </a:moveTo>
                              <a:lnTo>
                                <a:pt x="57" y="0"/>
                              </a:lnTo>
                              <a:lnTo>
                                <a:pt x="222" y="84"/>
                              </a:lnTo>
                              <a:lnTo>
                                <a:pt x="165" y="172"/>
                              </a:lnTo>
                              <a:lnTo>
                                <a:pt x="0" y="83"/>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54" name="Group 206"/>
                    <p:cNvGrpSpPr/>
                    <p:nvPr/>
                  </p:nvGrpSpPr>
                  <p:grpSpPr bwMode="auto">
                    <a:xfrm>
                      <a:off x="2644" y="3109"/>
                      <a:ext cx="74" cy="35"/>
                      <a:chOff x="2644" y="3109"/>
                      <a:chExt cx="74" cy="35"/>
                    </a:xfrm>
                  </p:grpSpPr>
                  <p:sp>
                    <p:nvSpPr>
                      <p:cNvPr id="642255" name="Freeform 207"/>
                      <p:cNvSpPr/>
                      <p:nvPr/>
                    </p:nvSpPr>
                    <p:spPr bwMode="auto">
                      <a:xfrm>
                        <a:off x="2645" y="3112"/>
                        <a:ext cx="59" cy="32"/>
                      </a:xfrm>
                      <a:custGeom>
                        <a:avLst/>
                        <a:gdLst>
                          <a:gd name="T0" fmla="*/ 0 w 412"/>
                          <a:gd name="T1" fmla="*/ 147 h 252"/>
                          <a:gd name="T2" fmla="*/ 266 w 412"/>
                          <a:gd name="T3" fmla="*/ 252 h 252"/>
                          <a:gd name="T4" fmla="*/ 412 w 412"/>
                          <a:gd name="T5" fmla="*/ 111 h 252"/>
                          <a:gd name="T6" fmla="*/ 148 w 412"/>
                          <a:gd name="T7" fmla="*/ 0 h 252"/>
                          <a:gd name="T8" fmla="*/ 0 w 412"/>
                          <a:gd name="T9" fmla="*/ 147 h 252"/>
                        </a:gdLst>
                        <a:ahLst/>
                        <a:cxnLst>
                          <a:cxn ang="0">
                            <a:pos x="T0" y="T1"/>
                          </a:cxn>
                          <a:cxn ang="0">
                            <a:pos x="T2" y="T3"/>
                          </a:cxn>
                          <a:cxn ang="0">
                            <a:pos x="T4" y="T5"/>
                          </a:cxn>
                          <a:cxn ang="0">
                            <a:pos x="T6" y="T7"/>
                          </a:cxn>
                          <a:cxn ang="0">
                            <a:pos x="T8" y="T9"/>
                          </a:cxn>
                        </a:cxnLst>
                        <a:rect l="0" t="0" r="r" b="b"/>
                        <a:pathLst>
                          <a:path w="412" h="252">
                            <a:moveTo>
                              <a:pt x="0" y="147"/>
                            </a:moveTo>
                            <a:lnTo>
                              <a:pt x="266" y="252"/>
                            </a:lnTo>
                            <a:lnTo>
                              <a:pt x="412" y="111"/>
                            </a:lnTo>
                            <a:lnTo>
                              <a:pt x="148" y="0"/>
                            </a:lnTo>
                            <a:lnTo>
                              <a:pt x="0" y="14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256" name="Group 208"/>
                      <p:cNvGrpSpPr/>
                      <p:nvPr/>
                    </p:nvGrpSpPr>
                    <p:grpSpPr bwMode="auto">
                      <a:xfrm>
                        <a:off x="2644" y="3109"/>
                        <a:ext cx="61" cy="28"/>
                        <a:chOff x="2644" y="3109"/>
                        <a:chExt cx="61" cy="28"/>
                      </a:xfrm>
                    </p:grpSpPr>
                    <p:sp>
                      <p:nvSpPr>
                        <p:cNvPr id="642257" name="Freeform 209"/>
                        <p:cNvSpPr/>
                        <p:nvPr/>
                      </p:nvSpPr>
                      <p:spPr bwMode="auto">
                        <a:xfrm>
                          <a:off x="2644" y="3109"/>
                          <a:ext cx="61" cy="28"/>
                        </a:xfrm>
                        <a:custGeom>
                          <a:avLst/>
                          <a:gdLst>
                            <a:gd name="T0" fmla="*/ 0 w 431"/>
                            <a:gd name="T1" fmla="*/ 68 h 221"/>
                            <a:gd name="T2" fmla="*/ 165 w 431"/>
                            <a:gd name="T3" fmla="*/ 221 h 221"/>
                            <a:gd name="T4" fmla="*/ 431 w 431"/>
                            <a:gd name="T5" fmla="*/ 150 h 221"/>
                            <a:gd name="T6" fmla="*/ 266 w 431"/>
                            <a:gd name="T7" fmla="*/ 0 h 221"/>
                            <a:gd name="T8" fmla="*/ 0 w 431"/>
                            <a:gd name="T9" fmla="*/ 68 h 221"/>
                          </a:gdLst>
                          <a:ahLst/>
                          <a:cxnLst>
                            <a:cxn ang="0">
                              <a:pos x="T0" y="T1"/>
                            </a:cxn>
                            <a:cxn ang="0">
                              <a:pos x="T2" y="T3"/>
                            </a:cxn>
                            <a:cxn ang="0">
                              <a:pos x="T4" y="T5"/>
                            </a:cxn>
                            <a:cxn ang="0">
                              <a:pos x="T6" y="T7"/>
                            </a:cxn>
                            <a:cxn ang="0">
                              <a:pos x="T8" y="T9"/>
                            </a:cxn>
                          </a:cxnLst>
                          <a:rect l="0" t="0" r="r" b="b"/>
                          <a:pathLst>
                            <a:path w="431" h="221">
                              <a:moveTo>
                                <a:pt x="0" y="68"/>
                              </a:moveTo>
                              <a:lnTo>
                                <a:pt x="165" y="221"/>
                              </a:lnTo>
                              <a:lnTo>
                                <a:pt x="431" y="150"/>
                              </a:lnTo>
                              <a:lnTo>
                                <a:pt x="266" y="0"/>
                              </a:lnTo>
                              <a:lnTo>
                                <a:pt x="0" y="68"/>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8" name="Freeform 210"/>
                        <p:cNvSpPr/>
                        <p:nvPr/>
                      </p:nvSpPr>
                      <p:spPr bwMode="auto">
                        <a:xfrm>
                          <a:off x="2646" y="3114"/>
                          <a:ext cx="21" cy="9"/>
                        </a:xfrm>
                        <a:custGeom>
                          <a:avLst/>
                          <a:gdLst>
                            <a:gd name="T0" fmla="*/ 0 w 147"/>
                            <a:gd name="T1" fmla="*/ 31 h 67"/>
                            <a:gd name="T2" fmla="*/ 37 w 147"/>
                            <a:gd name="T3" fmla="*/ 67 h 67"/>
                            <a:gd name="T4" fmla="*/ 147 w 147"/>
                            <a:gd name="T5" fmla="*/ 35 h 67"/>
                            <a:gd name="T6" fmla="*/ 112 w 147"/>
                            <a:gd name="T7" fmla="*/ 0 h 67"/>
                            <a:gd name="T8" fmla="*/ 0 w 147"/>
                            <a:gd name="T9" fmla="*/ 31 h 67"/>
                          </a:gdLst>
                          <a:ahLst/>
                          <a:cxnLst>
                            <a:cxn ang="0">
                              <a:pos x="T0" y="T1"/>
                            </a:cxn>
                            <a:cxn ang="0">
                              <a:pos x="T2" y="T3"/>
                            </a:cxn>
                            <a:cxn ang="0">
                              <a:pos x="T4" y="T5"/>
                            </a:cxn>
                            <a:cxn ang="0">
                              <a:pos x="T6" y="T7"/>
                            </a:cxn>
                            <a:cxn ang="0">
                              <a:pos x="T8" y="T9"/>
                            </a:cxn>
                          </a:cxnLst>
                          <a:rect l="0" t="0" r="r" b="b"/>
                          <a:pathLst>
                            <a:path w="147" h="67">
                              <a:moveTo>
                                <a:pt x="0" y="31"/>
                              </a:moveTo>
                              <a:lnTo>
                                <a:pt x="37" y="67"/>
                              </a:lnTo>
                              <a:lnTo>
                                <a:pt x="147" y="35"/>
                              </a:lnTo>
                              <a:lnTo>
                                <a:pt x="112" y="0"/>
                              </a:lnTo>
                              <a:lnTo>
                                <a:pt x="0" y="31"/>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259" name="Group 211"/>
                      <p:cNvGrpSpPr/>
                      <p:nvPr/>
                    </p:nvGrpSpPr>
                    <p:grpSpPr bwMode="auto">
                      <a:xfrm>
                        <a:off x="2657" y="3114"/>
                        <a:ext cx="61" cy="28"/>
                        <a:chOff x="2657" y="3114"/>
                        <a:chExt cx="61" cy="28"/>
                      </a:xfrm>
                    </p:grpSpPr>
                    <p:sp>
                      <p:nvSpPr>
                        <p:cNvPr id="642260" name="Freeform 212"/>
                        <p:cNvSpPr/>
                        <p:nvPr/>
                      </p:nvSpPr>
                      <p:spPr bwMode="auto">
                        <a:xfrm>
                          <a:off x="2657" y="3114"/>
                          <a:ext cx="61" cy="28"/>
                        </a:xfrm>
                        <a:custGeom>
                          <a:avLst/>
                          <a:gdLst>
                            <a:gd name="T0" fmla="*/ 0 w 427"/>
                            <a:gd name="T1" fmla="*/ 67 h 220"/>
                            <a:gd name="T2" fmla="*/ 164 w 427"/>
                            <a:gd name="T3" fmla="*/ 220 h 220"/>
                            <a:gd name="T4" fmla="*/ 427 w 427"/>
                            <a:gd name="T5" fmla="*/ 153 h 220"/>
                            <a:gd name="T6" fmla="*/ 260 w 427"/>
                            <a:gd name="T7" fmla="*/ 0 h 220"/>
                            <a:gd name="T8" fmla="*/ 0 w 427"/>
                            <a:gd name="T9" fmla="*/ 67 h 220"/>
                          </a:gdLst>
                          <a:ahLst/>
                          <a:cxnLst>
                            <a:cxn ang="0">
                              <a:pos x="T0" y="T1"/>
                            </a:cxn>
                            <a:cxn ang="0">
                              <a:pos x="T2" y="T3"/>
                            </a:cxn>
                            <a:cxn ang="0">
                              <a:pos x="T4" y="T5"/>
                            </a:cxn>
                            <a:cxn ang="0">
                              <a:pos x="T6" y="T7"/>
                            </a:cxn>
                            <a:cxn ang="0">
                              <a:pos x="T8" y="T9"/>
                            </a:cxn>
                          </a:cxnLst>
                          <a:rect l="0" t="0" r="r" b="b"/>
                          <a:pathLst>
                            <a:path w="427" h="220">
                              <a:moveTo>
                                <a:pt x="0" y="67"/>
                              </a:moveTo>
                              <a:lnTo>
                                <a:pt x="164" y="220"/>
                              </a:lnTo>
                              <a:lnTo>
                                <a:pt x="427" y="153"/>
                              </a:lnTo>
                              <a:lnTo>
                                <a:pt x="260" y="0"/>
                              </a:lnTo>
                              <a:lnTo>
                                <a:pt x="0" y="67"/>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1" name="Oval 213"/>
                        <p:cNvSpPr>
                          <a:spLocks noChangeArrowheads="1"/>
                        </p:cNvSpPr>
                        <p:nvPr/>
                      </p:nvSpPr>
                      <p:spPr bwMode="auto">
                        <a:xfrm>
                          <a:off x="2681" y="3123"/>
                          <a:ext cx="14" cy="9"/>
                        </a:xfrm>
                        <a:prstGeom prst="ellipse">
                          <a:avLst/>
                        </a:prstGeom>
                        <a:solidFill>
                          <a:srgbClr val="404040"/>
                        </a:solidFill>
                        <a:ln w="1588">
                          <a:solidFill>
                            <a:srgbClr val="000000"/>
                          </a:solidFill>
                          <a:round/>
                        </a:ln>
                      </p:spPr>
                      <p:txBody>
                        <a:bodyPr/>
                        <a:lstStyle/>
                        <a:p>
                          <a:endParaRPr lang="zh-CN" altLang="en-US"/>
                        </a:p>
                      </p:txBody>
                    </p:sp>
                    <p:sp>
                      <p:nvSpPr>
                        <p:cNvPr id="642262" name="Freeform 214"/>
                        <p:cNvSpPr/>
                        <p:nvPr/>
                      </p:nvSpPr>
                      <p:spPr bwMode="auto">
                        <a:xfrm>
                          <a:off x="2658" y="3119"/>
                          <a:ext cx="21" cy="8"/>
                        </a:xfrm>
                        <a:custGeom>
                          <a:avLst/>
                          <a:gdLst>
                            <a:gd name="T0" fmla="*/ 0 w 148"/>
                            <a:gd name="T1" fmla="*/ 31 h 66"/>
                            <a:gd name="T2" fmla="*/ 37 w 148"/>
                            <a:gd name="T3" fmla="*/ 66 h 66"/>
                            <a:gd name="T4" fmla="*/ 148 w 148"/>
                            <a:gd name="T5" fmla="*/ 34 h 66"/>
                            <a:gd name="T6" fmla="*/ 113 w 148"/>
                            <a:gd name="T7" fmla="*/ 0 h 66"/>
                            <a:gd name="T8" fmla="*/ 0 w 148"/>
                            <a:gd name="T9" fmla="*/ 31 h 66"/>
                          </a:gdLst>
                          <a:ahLst/>
                          <a:cxnLst>
                            <a:cxn ang="0">
                              <a:pos x="T0" y="T1"/>
                            </a:cxn>
                            <a:cxn ang="0">
                              <a:pos x="T2" y="T3"/>
                            </a:cxn>
                            <a:cxn ang="0">
                              <a:pos x="T4" y="T5"/>
                            </a:cxn>
                            <a:cxn ang="0">
                              <a:pos x="T6" y="T7"/>
                            </a:cxn>
                            <a:cxn ang="0">
                              <a:pos x="T8" y="T9"/>
                            </a:cxn>
                          </a:cxnLst>
                          <a:rect l="0" t="0" r="r" b="b"/>
                          <a:pathLst>
                            <a:path w="148" h="66">
                              <a:moveTo>
                                <a:pt x="0" y="31"/>
                              </a:moveTo>
                              <a:lnTo>
                                <a:pt x="37" y="66"/>
                              </a:lnTo>
                              <a:lnTo>
                                <a:pt x="148" y="34"/>
                              </a:lnTo>
                              <a:lnTo>
                                <a:pt x="113" y="0"/>
                              </a:lnTo>
                              <a:lnTo>
                                <a:pt x="0" y="3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grpSp>
        <p:grpSp>
          <p:nvGrpSpPr>
            <p:cNvPr id="642263" name="Group 215"/>
            <p:cNvGrpSpPr/>
            <p:nvPr/>
          </p:nvGrpSpPr>
          <p:grpSpPr bwMode="auto">
            <a:xfrm>
              <a:off x="2358" y="3018"/>
              <a:ext cx="168" cy="199"/>
              <a:chOff x="2358" y="3018"/>
              <a:chExt cx="168" cy="199"/>
            </a:xfrm>
          </p:grpSpPr>
          <p:grpSp>
            <p:nvGrpSpPr>
              <p:cNvPr id="642264" name="Group 216"/>
              <p:cNvGrpSpPr/>
              <p:nvPr/>
            </p:nvGrpSpPr>
            <p:grpSpPr bwMode="auto">
              <a:xfrm>
                <a:off x="2358" y="3075"/>
                <a:ext cx="168" cy="142"/>
                <a:chOff x="2358" y="3075"/>
                <a:chExt cx="168" cy="142"/>
              </a:xfrm>
            </p:grpSpPr>
            <p:grpSp>
              <p:nvGrpSpPr>
                <p:cNvPr id="642265" name="Group 217"/>
                <p:cNvGrpSpPr/>
                <p:nvPr/>
              </p:nvGrpSpPr>
              <p:grpSpPr bwMode="auto">
                <a:xfrm>
                  <a:off x="2451" y="3129"/>
                  <a:ext cx="56" cy="62"/>
                  <a:chOff x="2451" y="3129"/>
                  <a:chExt cx="56" cy="62"/>
                </a:xfrm>
              </p:grpSpPr>
              <p:sp>
                <p:nvSpPr>
                  <p:cNvPr id="642266" name="Freeform 218"/>
                  <p:cNvSpPr/>
                  <p:nvPr/>
                </p:nvSpPr>
                <p:spPr bwMode="auto">
                  <a:xfrm>
                    <a:off x="2458" y="3129"/>
                    <a:ext cx="48" cy="31"/>
                  </a:xfrm>
                  <a:custGeom>
                    <a:avLst/>
                    <a:gdLst>
                      <a:gd name="T0" fmla="*/ 334 w 334"/>
                      <a:gd name="T1" fmla="*/ 49 h 252"/>
                      <a:gd name="T2" fmla="*/ 320 w 334"/>
                      <a:gd name="T3" fmla="*/ 104 h 252"/>
                      <a:gd name="T4" fmla="*/ 307 w 334"/>
                      <a:gd name="T5" fmla="*/ 122 h 252"/>
                      <a:gd name="T6" fmla="*/ 303 w 334"/>
                      <a:gd name="T7" fmla="*/ 129 h 252"/>
                      <a:gd name="T8" fmla="*/ 305 w 334"/>
                      <a:gd name="T9" fmla="*/ 145 h 252"/>
                      <a:gd name="T10" fmla="*/ 309 w 334"/>
                      <a:gd name="T11" fmla="*/ 160 h 252"/>
                      <a:gd name="T12" fmla="*/ 310 w 334"/>
                      <a:gd name="T13" fmla="*/ 177 h 252"/>
                      <a:gd name="T14" fmla="*/ 292 w 334"/>
                      <a:gd name="T15" fmla="*/ 204 h 252"/>
                      <a:gd name="T16" fmla="*/ 113 w 334"/>
                      <a:gd name="T17" fmla="*/ 167 h 252"/>
                      <a:gd name="T18" fmla="*/ 58 w 334"/>
                      <a:gd name="T19" fmla="*/ 209 h 252"/>
                      <a:gd name="T20" fmla="*/ 42 w 334"/>
                      <a:gd name="T21" fmla="*/ 227 h 252"/>
                      <a:gd name="T22" fmla="*/ 30 w 334"/>
                      <a:gd name="T23" fmla="*/ 245 h 252"/>
                      <a:gd name="T24" fmla="*/ 16 w 334"/>
                      <a:gd name="T25" fmla="*/ 252 h 252"/>
                      <a:gd name="T26" fmla="*/ 7 w 334"/>
                      <a:gd name="T27" fmla="*/ 251 h 252"/>
                      <a:gd name="T28" fmla="*/ 2 w 334"/>
                      <a:gd name="T29" fmla="*/ 246 h 252"/>
                      <a:gd name="T30" fmla="*/ 0 w 334"/>
                      <a:gd name="T31" fmla="*/ 236 h 252"/>
                      <a:gd name="T32" fmla="*/ 2 w 334"/>
                      <a:gd name="T33" fmla="*/ 224 h 252"/>
                      <a:gd name="T34" fmla="*/ 7 w 334"/>
                      <a:gd name="T35" fmla="*/ 215 h 252"/>
                      <a:gd name="T36" fmla="*/ 22 w 334"/>
                      <a:gd name="T37" fmla="*/ 192 h 252"/>
                      <a:gd name="T38" fmla="*/ 33 w 334"/>
                      <a:gd name="T39" fmla="*/ 182 h 252"/>
                      <a:gd name="T40" fmla="*/ 46 w 334"/>
                      <a:gd name="T41" fmla="*/ 170 h 252"/>
                      <a:gd name="T42" fmla="*/ 59 w 334"/>
                      <a:gd name="T43" fmla="*/ 151 h 252"/>
                      <a:gd name="T44" fmla="*/ 69 w 334"/>
                      <a:gd name="T45" fmla="*/ 135 h 252"/>
                      <a:gd name="T46" fmla="*/ 80 w 334"/>
                      <a:gd name="T47" fmla="*/ 124 h 252"/>
                      <a:gd name="T48" fmla="*/ 91 w 334"/>
                      <a:gd name="T49" fmla="*/ 117 h 252"/>
                      <a:gd name="T50" fmla="*/ 125 w 334"/>
                      <a:gd name="T51" fmla="*/ 93 h 252"/>
                      <a:gd name="T52" fmla="*/ 153 w 334"/>
                      <a:gd name="T53" fmla="*/ 73 h 252"/>
                      <a:gd name="T54" fmla="*/ 178 w 334"/>
                      <a:gd name="T55" fmla="*/ 59 h 252"/>
                      <a:gd name="T56" fmla="*/ 197 w 334"/>
                      <a:gd name="T57" fmla="*/ 48 h 252"/>
                      <a:gd name="T58" fmla="*/ 193 w 334"/>
                      <a:gd name="T59" fmla="*/ 37 h 252"/>
                      <a:gd name="T60" fmla="*/ 197 w 334"/>
                      <a:gd name="T61" fmla="*/ 23 h 252"/>
                      <a:gd name="T62" fmla="*/ 221 w 334"/>
                      <a:gd name="T63" fmla="*/ 0 h 252"/>
                      <a:gd name="T64" fmla="*/ 334 w 334"/>
                      <a:gd name="T65" fmla="*/ 49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4" h="252">
                        <a:moveTo>
                          <a:pt x="334" y="49"/>
                        </a:moveTo>
                        <a:lnTo>
                          <a:pt x="320" y="104"/>
                        </a:lnTo>
                        <a:lnTo>
                          <a:pt x="307" y="122"/>
                        </a:lnTo>
                        <a:lnTo>
                          <a:pt x="303" y="129"/>
                        </a:lnTo>
                        <a:lnTo>
                          <a:pt x="305" y="145"/>
                        </a:lnTo>
                        <a:lnTo>
                          <a:pt x="309" y="160"/>
                        </a:lnTo>
                        <a:lnTo>
                          <a:pt x="310" y="177"/>
                        </a:lnTo>
                        <a:lnTo>
                          <a:pt x="292" y="204"/>
                        </a:lnTo>
                        <a:lnTo>
                          <a:pt x="113" y="167"/>
                        </a:lnTo>
                        <a:lnTo>
                          <a:pt x="58" y="209"/>
                        </a:lnTo>
                        <a:lnTo>
                          <a:pt x="42" y="227"/>
                        </a:lnTo>
                        <a:lnTo>
                          <a:pt x="30" y="245"/>
                        </a:lnTo>
                        <a:lnTo>
                          <a:pt x="16" y="252"/>
                        </a:lnTo>
                        <a:lnTo>
                          <a:pt x="7" y="251"/>
                        </a:lnTo>
                        <a:lnTo>
                          <a:pt x="2" y="246"/>
                        </a:lnTo>
                        <a:lnTo>
                          <a:pt x="0" y="236"/>
                        </a:lnTo>
                        <a:lnTo>
                          <a:pt x="2" y="224"/>
                        </a:lnTo>
                        <a:lnTo>
                          <a:pt x="7" y="215"/>
                        </a:lnTo>
                        <a:lnTo>
                          <a:pt x="22" y="192"/>
                        </a:lnTo>
                        <a:lnTo>
                          <a:pt x="33" y="182"/>
                        </a:lnTo>
                        <a:lnTo>
                          <a:pt x="46" y="170"/>
                        </a:lnTo>
                        <a:lnTo>
                          <a:pt x="59" y="151"/>
                        </a:lnTo>
                        <a:lnTo>
                          <a:pt x="69" y="135"/>
                        </a:lnTo>
                        <a:lnTo>
                          <a:pt x="80" y="124"/>
                        </a:lnTo>
                        <a:lnTo>
                          <a:pt x="91" y="117"/>
                        </a:lnTo>
                        <a:lnTo>
                          <a:pt x="125" y="93"/>
                        </a:lnTo>
                        <a:lnTo>
                          <a:pt x="153" y="73"/>
                        </a:lnTo>
                        <a:lnTo>
                          <a:pt x="178" y="59"/>
                        </a:lnTo>
                        <a:lnTo>
                          <a:pt x="197" y="48"/>
                        </a:lnTo>
                        <a:lnTo>
                          <a:pt x="193" y="37"/>
                        </a:lnTo>
                        <a:lnTo>
                          <a:pt x="197" y="23"/>
                        </a:lnTo>
                        <a:lnTo>
                          <a:pt x="221" y="0"/>
                        </a:lnTo>
                        <a:lnTo>
                          <a:pt x="334" y="4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7" name="Freeform 219"/>
                  <p:cNvSpPr/>
                  <p:nvPr/>
                </p:nvSpPr>
                <p:spPr bwMode="auto">
                  <a:xfrm>
                    <a:off x="2451" y="3140"/>
                    <a:ext cx="56" cy="51"/>
                  </a:xfrm>
                  <a:custGeom>
                    <a:avLst/>
                    <a:gdLst>
                      <a:gd name="T0" fmla="*/ 0 w 389"/>
                      <a:gd name="T1" fmla="*/ 301 h 409"/>
                      <a:gd name="T2" fmla="*/ 22 w 389"/>
                      <a:gd name="T3" fmla="*/ 275 h 409"/>
                      <a:gd name="T4" fmla="*/ 42 w 389"/>
                      <a:gd name="T5" fmla="*/ 259 h 409"/>
                      <a:gd name="T6" fmla="*/ 81 w 389"/>
                      <a:gd name="T7" fmla="*/ 232 h 409"/>
                      <a:gd name="T8" fmla="*/ 80 w 389"/>
                      <a:gd name="T9" fmla="*/ 204 h 409"/>
                      <a:gd name="T10" fmla="*/ 79 w 389"/>
                      <a:gd name="T11" fmla="*/ 171 h 409"/>
                      <a:gd name="T12" fmla="*/ 81 w 389"/>
                      <a:gd name="T13" fmla="*/ 142 h 409"/>
                      <a:gd name="T14" fmla="*/ 84 w 389"/>
                      <a:gd name="T15" fmla="*/ 112 h 409"/>
                      <a:gd name="T16" fmla="*/ 89 w 389"/>
                      <a:gd name="T17" fmla="*/ 102 h 409"/>
                      <a:gd name="T18" fmla="*/ 99 w 389"/>
                      <a:gd name="T19" fmla="*/ 94 h 409"/>
                      <a:gd name="T20" fmla="*/ 113 w 389"/>
                      <a:gd name="T21" fmla="*/ 84 h 409"/>
                      <a:gd name="T22" fmla="*/ 127 w 389"/>
                      <a:gd name="T23" fmla="*/ 74 h 409"/>
                      <a:gd name="T24" fmla="*/ 138 w 389"/>
                      <a:gd name="T25" fmla="*/ 62 h 409"/>
                      <a:gd name="T26" fmla="*/ 141 w 389"/>
                      <a:gd name="T27" fmla="*/ 52 h 409"/>
                      <a:gd name="T28" fmla="*/ 147 w 389"/>
                      <a:gd name="T29" fmla="*/ 43 h 409"/>
                      <a:gd name="T30" fmla="*/ 159 w 389"/>
                      <a:gd name="T31" fmla="*/ 18 h 409"/>
                      <a:gd name="T32" fmla="*/ 165 w 389"/>
                      <a:gd name="T33" fmla="*/ 14 h 409"/>
                      <a:gd name="T34" fmla="*/ 174 w 389"/>
                      <a:gd name="T35" fmla="*/ 12 h 409"/>
                      <a:gd name="T36" fmla="*/ 182 w 389"/>
                      <a:gd name="T37" fmla="*/ 14 h 409"/>
                      <a:gd name="T38" fmla="*/ 185 w 389"/>
                      <a:gd name="T39" fmla="*/ 22 h 409"/>
                      <a:gd name="T40" fmla="*/ 188 w 389"/>
                      <a:gd name="T41" fmla="*/ 38 h 409"/>
                      <a:gd name="T42" fmla="*/ 186 w 389"/>
                      <a:gd name="T43" fmla="*/ 57 h 409"/>
                      <a:gd name="T44" fmla="*/ 181 w 389"/>
                      <a:gd name="T45" fmla="*/ 73 h 409"/>
                      <a:gd name="T46" fmla="*/ 202 w 389"/>
                      <a:gd name="T47" fmla="*/ 45 h 409"/>
                      <a:gd name="T48" fmla="*/ 224 w 389"/>
                      <a:gd name="T49" fmla="*/ 22 h 409"/>
                      <a:gd name="T50" fmla="*/ 251 w 389"/>
                      <a:gd name="T51" fmla="*/ 5 h 409"/>
                      <a:gd name="T52" fmla="*/ 265 w 389"/>
                      <a:gd name="T53" fmla="*/ 0 h 409"/>
                      <a:gd name="T54" fmla="*/ 281 w 389"/>
                      <a:gd name="T55" fmla="*/ 3 h 409"/>
                      <a:gd name="T56" fmla="*/ 295 w 389"/>
                      <a:gd name="T57" fmla="*/ 8 h 409"/>
                      <a:gd name="T58" fmla="*/ 308 w 389"/>
                      <a:gd name="T59" fmla="*/ 14 h 409"/>
                      <a:gd name="T60" fmla="*/ 324 w 389"/>
                      <a:gd name="T61" fmla="*/ 22 h 409"/>
                      <a:gd name="T62" fmla="*/ 330 w 389"/>
                      <a:gd name="T63" fmla="*/ 29 h 409"/>
                      <a:gd name="T64" fmla="*/ 337 w 389"/>
                      <a:gd name="T65" fmla="*/ 41 h 409"/>
                      <a:gd name="T66" fmla="*/ 339 w 389"/>
                      <a:gd name="T67" fmla="*/ 56 h 409"/>
                      <a:gd name="T68" fmla="*/ 347 w 389"/>
                      <a:gd name="T69" fmla="*/ 62 h 409"/>
                      <a:gd name="T70" fmla="*/ 354 w 389"/>
                      <a:gd name="T71" fmla="*/ 70 h 409"/>
                      <a:gd name="T72" fmla="*/ 359 w 389"/>
                      <a:gd name="T73" fmla="*/ 86 h 409"/>
                      <a:gd name="T74" fmla="*/ 362 w 389"/>
                      <a:gd name="T75" fmla="*/ 97 h 409"/>
                      <a:gd name="T76" fmla="*/ 359 w 389"/>
                      <a:gd name="T77" fmla="*/ 107 h 409"/>
                      <a:gd name="T78" fmla="*/ 369 w 389"/>
                      <a:gd name="T79" fmla="*/ 112 h 409"/>
                      <a:gd name="T80" fmla="*/ 373 w 389"/>
                      <a:gd name="T81" fmla="*/ 120 h 409"/>
                      <a:gd name="T82" fmla="*/ 370 w 389"/>
                      <a:gd name="T83" fmla="*/ 135 h 409"/>
                      <a:gd name="T84" fmla="*/ 359 w 389"/>
                      <a:gd name="T85" fmla="*/ 150 h 409"/>
                      <a:gd name="T86" fmla="*/ 371 w 389"/>
                      <a:gd name="T87" fmla="*/ 166 h 409"/>
                      <a:gd name="T88" fmla="*/ 381 w 389"/>
                      <a:gd name="T89" fmla="*/ 181 h 409"/>
                      <a:gd name="T90" fmla="*/ 389 w 389"/>
                      <a:gd name="T91" fmla="*/ 204 h 409"/>
                      <a:gd name="T92" fmla="*/ 384 w 389"/>
                      <a:gd name="T93" fmla="*/ 210 h 409"/>
                      <a:gd name="T94" fmla="*/ 371 w 389"/>
                      <a:gd name="T95" fmla="*/ 211 h 409"/>
                      <a:gd name="T96" fmla="*/ 360 w 389"/>
                      <a:gd name="T97" fmla="*/ 202 h 409"/>
                      <a:gd name="T98" fmla="*/ 348 w 389"/>
                      <a:gd name="T99" fmla="*/ 197 h 409"/>
                      <a:gd name="T100" fmla="*/ 337 w 389"/>
                      <a:gd name="T101" fmla="*/ 196 h 409"/>
                      <a:gd name="T102" fmla="*/ 326 w 389"/>
                      <a:gd name="T103" fmla="*/ 198 h 409"/>
                      <a:gd name="T104" fmla="*/ 311 w 389"/>
                      <a:gd name="T105" fmla="*/ 212 h 409"/>
                      <a:gd name="T106" fmla="*/ 302 w 389"/>
                      <a:gd name="T107" fmla="*/ 231 h 409"/>
                      <a:gd name="T108" fmla="*/ 291 w 389"/>
                      <a:gd name="T109" fmla="*/ 255 h 409"/>
                      <a:gd name="T110" fmla="*/ 275 w 389"/>
                      <a:gd name="T111" fmla="*/ 273 h 409"/>
                      <a:gd name="T112" fmla="*/ 256 w 389"/>
                      <a:gd name="T113" fmla="*/ 283 h 409"/>
                      <a:gd name="T114" fmla="*/ 230 w 389"/>
                      <a:gd name="T115" fmla="*/ 305 h 409"/>
                      <a:gd name="T116" fmla="*/ 209 w 389"/>
                      <a:gd name="T117" fmla="*/ 323 h 409"/>
                      <a:gd name="T118" fmla="*/ 168 w 389"/>
                      <a:gd name="T119" fmla="*/ 349 h 409"/>
                      <a:gd name="T120" fmla="*/ 71 w 389"/>
                      <a:gd name="T121" fmla="*/ 409 h 409"/>
                      <a:gd name="T122" fmla="*/ 0 w 389"/>
                      <a:gd name="T123" fmla="*/ 301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89" h="409">
                        <a:moveTo>
                          <a:pt x="0" y="301"/>
                        </a:moveTo>
                        <a:lnTo>
                          <a:pt x="22" y="275"/>
                        </a:lnTo>
                        <a:lnTo>
                          <a:pt x="42" y="259"/>
                        </a:lnTo>
                        <a:lnTo>
                          <a:pt x="81" y="232"/>
                        </a:lnTo>
                        <a:lnTo>
                          <a:pt x="80" y="204"/>
                        </a:lnTo>
                        <a:lnTo>
                          <a:pt x="79" y="171"/>
                        </a:lnTo>
                        <a:lnTo>
                          <a:pt x="81" y="142"/>
                        </a:lnTo>
                        <a:lnTo>
                          <a:pt x="84" y="112"/>
                        </a:lnTo>
                        <a:lnTo>
                          <a:pt x="89" y="102"/>
                        </a:lnTo>
                        <a:lnTo>
                          <a:pt x="99" y="94"/>
                        </a:lnTo>
                        <a:lnTo>
                          <a:pt x="113" y="84"/>
                        </a:lnTo>
                        <a:lnTo>
                          <a:pt x="127" y="74"/>
                        </a:lnTo>
                        <a:lnTo>
                          <a:pt x="138" y="62"/>
                        </a:lnTo>
                        <a:lnTo>
                          <a:pt x="141" y="52"/>
                        </a:lnTo>
                        <a:lnTo>
                          <a:pt x="147" y="43"/>
                        </a:lnTo>
                        <a:lnTo>
                          <a:pt x="159" y="18"/>
                        </a:lnTo>
                        <a:lnTo>
                          <a:pt x="165" y="14"/>
                        </a:lnTo>
                        <a:lnTo>
                          <a:pt x="174" y="12"/>
                        </a:lnTo>
                        <a:lnTo>
                          <a:pt x="182" y="14"/>
                        </a:lnTo>
                        <a:lnTo>
                          <a:pt x="185" y="22"/>
                        </a:lnTo>
                        <a:lnTo>
                          <a:pt x="188" y="38"/>
                        </a:lnTo>
                        <a:lnTo>
                          <a:pt x="186" y="57"/>
                        </a:lnTo>
                        <a:lnTo>
                          <a:pt x="181" y="73"/>
                        </a:lnTo>
                        <a:lnTo>
                          <a:pt x="202" y="45"/>
                        </a:lnTo>
                        <a:lnTo>
                          <a:pt x="224" y="22"/>
                        </a:lnTo>
                        <a:lnTo>
                          <a:pt x="251" y="5"/>
                        </a:lnTo>
                        <a:lnTo>
                          <a:pt x="265" y="0"/>
                        </a:lnTo>
                        <a:lnTo>
                          <a:pt x="281" y="3"/>
                        </a:lnTo>
                        <a:lnTo>
                          <a:pt x="295" y="8"/>
                        </a:lnTo>
                        <a:lnTo>
                          <a:pt x="308" y="14"/>
                        </a:lnTo>
                        <a:lnTo>
                          <a:pt x="324" y="22"/>
                        </a:lnTo>
                        <a:lnTo>
                          <a:pt x="330" y="29"/>
                        </a:lnTo>
                        <a:lnTo>
                          <a:pt x="337" y="41"/>
                        </a:lnTo>
                        <a:lnTo>
                          <a:pt x="339" y="56"/>
                        </a:lnTo>
                        <a:lnTo>
                          <a:pt x="347" y="62"/>
                        </a:lnTo>
                        <a:lnTo>
                          <a:pt x="354" y="70"/>
                        </a:lnTo>
                        <a:lnTo>
                          <a:pt x="359" y="86"/>
                        </a:lnTo>
                        <a:lnTo>
                          <a:pt x="362" y="97"/>
                        </a:lnTo>
                        <a:lnTo>
                          <a:pt x="359" y="107"/>
                        </a:lnTo>
                        <a:lnTo>
                          <a:pt x="369" y="112"/>
                        </a:lnTo>
                        <a:lnTo>
                          <a:pt x="373" y="120"/>
                        </a:lnTo>
                        <a:lnTo>
                          <a:pt x="370" y="135"/>
                        </a:lnTo>
                        <a:lnTo>
                          <a:pt x="359" y="150"/>
                        </a:lnTo>
                        <a:lnTo>
                          <a:pt x="371" y="166"/>
                        </a:lnTo>
                        <a:lnTo>
                          <a:pt x="381" y="181"/>
                        </a:lnTo>
                        <a:lnTo>
                          <a:pt x="389" y="204"/>
                        </a:lnTo>
                        <a:lnTo>
                          <a:pt x="384" y="210"/>
                        </a:lnTo>
                        <a:lnTo>
                          <a:pt x="371" y="211"/>
                        </a:lnTo>
                        <a:lnTo>
                          <a:pt x="360" y="202"/>
                        </a:lnTo>
                        <a:lnTo>
                          <a:pt x="348" y="197"/>
                        </a:lnTo>
                        <a:lnTo>
                          <a:pt x="337" y="196"/>
                        </a:lnTo>
                        <a:lnTo>
                          <a:pt x="326" y="198"/>
                        </a:lnTo>
                        <a:lnTo>
                          <a:pt x="311" y="212"/>
                        </a:lnTo>
                        <a:lnTo>
                          <a:pt x="302" y="231"/>
                        </a:lnTo>
                        <a:lnTo>
                          <a:pt x="291" y="255"/>
                        </a:lnTo>
                        <a:lnTo>
                          <a:pt x="275" y="273"/>
                        </a:lnTo>
                        <a:lnTo>
                          <a:pt x="256" y="283"/>
                        </a:lnTo>
                        <a:lnTo>
                          <a:pt x="230" y="305"/>
                        </a:lnTo>
                        <a:lnTo>
                          <a:pt x="209" y="323"/>
                        </a:lnTo>
                        <a:lnTo>
                          <a:pt x="168" y="349"/>
                        </a:lnTo>
                        <a:lnTo>
                          <a:pt x="71" y="409"/>
                        </a:lnTo>
                        <a:lnTo>
                          <a:pt x="0" y="301"/>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8" name="Freeform 220"/>
                  <p:cNvSpPr/>
                  <p:nvPr/>
                </p:nvSpPr>
                <p:spPr bwMode="auto">
                  <a:xfrm>
                    <a:off x="2455" y="3148"/>
                    <a:ext cx="26" cy="40"/>
                  </a:xfrm>
                  <a:custGeom>
                    <a:avLst/>
                    <a:gdLst>
                      <a:gd name="T0" fmla="*/ 88 w 185"/>
                      <a:gd name="T1" fmla="*/ 67 h 319"/>
                      <a:gd name="T2" fmla="*/ 96 w 185"/>
                      <a:gd name="T3" fmla="*/ 55 h 319"/>
                      <a:gd name="T4" fmla="*/ 113 w 185"/>
                      <a:gd name="T5" fmla="*/ 49 h 319"/>
                      <a:gd name="T6" fmla="*/ 128 w 185"/>
                      <a:gd name="T7" fmla="*/ 38 h 319"/>
                      <a:gd name="T8" fmla="*/ 140 w 185"/>
                      <a:gd name="T9" fmla="*/ 24 h 319"/>
                      <a:gd name="T10" fmla="*/ 156 w 185"/>
                      <a:gd name="T11" fmla="*/ 0 h 319"/>
                      <a:gd name="T12" fmla="*/ 139 w 185"/>
                      <a:gd name="T13" fmla="*/ 33 h 319"/>
                      <a:gd name="T14" fmla="*/ 129 w 185"/>
                      <a:gd name="T15" fmla="*/ 46 h 319"/>
                      <a:gd name="T16" fmla="*/ 117 w 185"/>
                      <a:gd name="T17" fmla="*/ 65 h 319"/>
                      <a:gd name="T18" fmla="*/ 109 w 185"/>
                      <a:gd name="T19" fmla="*/ 82 h 319"/>
                      <a:gd name="T20" fmla="*/ 105 w 185"/>
                      <a:gd name="T21" fmla="*/ 104 h 319"/>
                      <a:gd name="T22" fmla="*/ 112 w 185"/>
                      <a:gd name="T23" fmla="*/ 119 h 319"/>
                      <a:gd name="T24" fmla="*/ 129 w 185"/>
                      <a:gd name="T25" fmla="*/ 121 h 319"/>
                      <a:gd name="T26" fmla="*/ 147 w 185"/>
                      <a:gd name="T27" fmla="*/ 118 h 319"/>
                      <a:gd name="T28" fmla="*/ 166 w 185"/>
                      <a:gd name="T29" fmla="*/ 114 h 319"/>
                      <a:gd name="T30" fmla="*/ 172 w 185"/>
                      <a:gd name="T31" fmla="*/ 125 h 319"/>
                      <a:gd name="T32" fmla="*/ 175 w 185"/>
                      <a:gd name="T33" fmla="*/ 141 h 319"/>
                      <a:gd name="T34" fmla="*/ 170 w 185"/>
                      <a:gd name="T35" fmla="*/ 156 h 319"/>
                      <a:gd name="T36" fmla="*/ 161 w 185"/>
                      <a:gd name="T37" fmla="*/ 174 h 319"/>
                      <a:gd name="T38" fmla="*/ 166 w 185"/>
                      <a:gd name="T39" fmla="*/ 185 h 319"/>
                      <a:gd name="T40" fmla="*/ 173 w 185"/>
                      <a:gd name="T41" fmla="*/ 196 h 319"/>
                      <a:gd name="T42" fmla="*/ 185 w 185"/>
                      <a:gd name="T43" fmla="*/ 204 h 319"/>
                      <a:gd name="T44" fmla="*/ 170 w 185"/>
                      <a:gd name="T45" fmla="*/ 205 h 319"/>
                      <a:gd name="T46" fmla="*/ 158 w 185"/>
                      <a:gd name="T47" fmla="*/ 208 h 319"/>
                      <a:gd name="T48" fmla="*/ 144 w 185"/>
                      <a:gd name="T49" fmla="*/ 216 h 319"/>
                      <a:gd name="T50" fmla="*/ 139 w 185"/>
                      <a:gd name="T51" fmla="*/ 230 h 319"/>
                      <a:gd name="T52" fmla="*/ 140 w 185"/>
                      <a:gd name="T53" fmla="*/ 247 h 319"/>
                      <a:gd name="T54" fmla="*/ 143 w 185"/>
                      <a:gd name="T55" fmla="*/ 266 h 319"/>
                      <a:gd name="T56" fmla="*/ 147 w 185"/>
                      <a:gd name="T57" fmla="*/ 282 h 319"/>
                      <a:gd name="T58" fmla="*/ 91 w 185"/>
                      <a:gd name="T59" fmla="*/ 319 h 319"/>
                      <a:gd name="T60" fmla="*/ 24 w 185"/>
                      <a:gd name="T61" fmla="*/ 246 h 319"/>
                      <a:gd name="T62" fmla="*/ 0 w 185"/>
                      <a:gd name="T63" fmla="*/ 204 h 319"/>
                      <a:gd name="T64" fmla="*/ 31 w 185"/>
                      <a:gd name="T65" fmla="*/ 182 h 319"/>
                      <a:gd name="T66" fmla="*/ 59 w 185"/>
                      <a:gd name="T67" fmla="*/ 163 h 319"/>
                      <a:gd name="T68" fmla="*/ 68 w 185"/>
                      <a:gd name="T69" fmla="*/ 148 h 319"/>
                      <a:gd name="T70" fmla="*/ 73 w 185"/>
                      <a:gd name="T71" fmla="*/ 118 h 319"/>
                      <a:gd name="T72" fmla="*/ 76 w 185"/>
                      <a:gd name="T73" fmla="*/ 87 h 319"/>
                      <a:gd name="T74" fmla="*/ 88 w 185"/>
                      <a:gd name="T75" fmla="*/ 67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5" h="319">
                        <a:moveTo>
                          <a:pt x="88" y="67"/>
                        </a:moveTo>
                        <a:lnTo>
                          <a:pt x="96" y="55"/>
                        </a:lnTo>
                        <a:lnTo>
                          <a:pt x="113" y="49"/>
                        </a:lnTo>
                        <a:lnTo>
                          <a:pt x="128" y="38"/>
                        </a:lnTo>
                        <a:lnTo>
                          <a:pt x="140" y="24"/>
                        </a:lnTo>
                        <a:lnTo>
                          <a:pt x="156" y="0"/>
                        </a:lnTo>
                        <a:lnTo>
                          <a:pt x="139" y="33"/>
                        </a:lnTo>
                        <a:lnTo>
                          <a:pt x="129" y="46"/>
                        </a:lnTo>
                        <a:lnTo>
                          <a:pt x="117" y="65"/>
                        </a:lnTo>
                        <a:lnTo>
                          <a:pt x="109" y="82"/>
                        </a:lnTo>
                        <a:lnTo>
                          <a:pt x="105" y="104"/>
                        </a:lnTo>
                        <a:lnTo>
                          <a:pt x="112" y="119"/>
                        </a:lnTo>
                        <a:lnTo>
                          <a:pt x="129" y="121"/>
                        </a:lnTo>
                        <a:lnTo>
                          <a:pt x="147" y="118"/>
                        </a:lnTo>
                        <a:lnTo>
                          <a:pt x="166" y="114"/>
                        </a:lnTo>
                        <a:lnTo>
                          <a:pt x="172" y="125"/>
                        </a:lnTo>
                        <a:lnTo>
                          <a:pt x="175" y="141"/>
                        </a:lnTo>
                        <a:lnTo>
                          <a:pt x="170" y="156"/>
                        </a:lnTo>
                        <a:lnTo>
                          <a:pt x="161" y="174"/>
                        </a:lnTo>
                        <a:lnTo>
                          <a:pt x="166" y="185"/>
                        </a:lnTo>
                        <a:lnTo>
                          <a:pt x="173" y="196"/>
                        </a:lnTo>
                        <a:lnTo>
                          <a:pt x="185" y="204"/>
                        </a:lnTo>
                        <a:lnTo>
                          <a:pt x="170" y="205"/>
                        </a:lnTo>
                        <a:lnTo>
                          <a:pt x="158" y="208"/>
                        </a:lnTo>
                        <a:lnTo>
                          <a:pt x="144" y="216"/>
                        </a:lnTo>
                        <a:lnTo>
                          <a:pt x="139" y="230"/>
                        </a:lnTo>
                        <a:lnTo>
                          <a:pt x="140" y="247"/>
                        </a:lnTo>
                        <a:lnTo>
                          <a:pt x="143" y="266"/>
                        </a:lnTo>
                        <a:lnTo>
                          <a:pt x="147" y="282"/>
                        </a:lnTo>
                        <a:lnTo>
                          <a:pt x="91" y="319"/>
                        </a:lnTo>
                        <a:lnTo>
                          <a:pt x="24" y="246"/>
                        </a:lnTo>
                        <a:lnTo>
                          <a:pt x="0" y="204"/>
                        </a:lnTo>
                        <a:lnTo>
                          <a:pt x="31" y="182"/>
                        </a:lnTo>
                        <a:lnTo>
                          <a:pt x="59" y="163"/>
                        </a:lnTo>
                        <a:lnTo>
                          <a:pt x="68" y="148"/>
                        </a:lnTo>
                        <a:lnTo>
                          <a:pt x="73" y="118"/>
                        </a:lnTo>
                        <a:lnTo>
                          <a:pt x="76" y="87"/>
                        </a:lnTo>
                        <a:lnTo>
                          <a:pt x="88" y="6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9" name="Freeform 221"/>
                  <p:cNvSpPr/>
                  <p:nvPr/>
                </p:nvSpPr>
                <p:spPr bwMode="auto">
                  <a:xfrm>
                    <a:off x="2491" y="3157"/>
                    <a:ext cx="12" cy="5"/>
                  </a:xfrm>
                  <a:custGeom>
                    <a:avLst/>
                    <a:gdLst>
                      <a:gd name="T0" fmla="*/ 79 w 79"/>
                      <a:gd name="T1" fmla="*/ 12 h 41"/>
                      <a:gd name="T2" fmla="*/ 61 w 79"/>
                      <a:gd name="T3" fmla="*/ 9 h 41"/>
                      <a:gd name="T4" fmla="*/ 46 w 79"/>
                      <a:gd name="T5" fmla="*/ 10 h 41"/>
                      <a:gd name="T6" fmla="*/ 29 w 79"/>
                      <a:gd name="T7" fmla="*/ 20 h 41"/>
                      <a:gd name="T8" fmla="*/ 0 w 79"/>
                      <a:gd name="T9" fmla="*/ 41 h 41"/>
                      <a:gd name="T10" fmla="*/ 16 w 79"/>
                      <a:gd name="T11" fmla="*/ 25 h 41"/>
                      <a:gd name="T12" fmla="*/ 30 w 79"/>
                      <a:gd name="T13" fmla="*/ 11 h 41"/>
                      <a:gd name="T14" fmla="*/ 47 w 79"/>
                      <a:gd name="T15" fmla="*/ 1 h 41"/>
                      <a:gd name="T16" fmla="*/ 59 w 79"/>
                      <a:gd name="T17" fmla="*/ 0 h 41"/>
                      <a:gd name="T18" fmla="*/ 73 w 79"/>
                      <a:gd name="T19" fmla="*/ 4 h 41"/>
                      <a:gd name="T20" fmla="*/ 79 w 79"/>
                      <a:gd name="T21"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41">
                        <a:moveTo>
                          <a:pt x="79" y="12"/>
                        </a:moveTo>
                        <a:lnTo>
                          <a:pt x="61" y="9"/>
                        </a:lnTo>
                        <a:lnTo>
                          <a:pt x="46" y="10"/>
                        </a:lnTo>
                        <a:lnTo>
                          <a:pt x="29" y="20"/>
                        </a:lnTo>
                        <a:lnTo>
                          <a:pt x="0" y="41"/>
                        </a:lnTo>
                        <a:lnTo>
                          <a:pt x="16" y="25"/>
                        </a:lnTo>
                        <a:lnTo>
                          <a:pt x="30" y="11"/>
                        </a:lnTo>
                        <a:lnTo>
                          <a:pt x="47" y="1"/>
                        </a:lnTo>
                        <a:lnTo>
                          <a:pt x="59" y="0"/>
                        </a:lnTo>
                        <a:lnTo>
                          <a:pt x="73" y="4"/>
                        </a:lnTo>
                        <a:lnTo>
                          <a:pt x="79" y="12"/>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0" name="Freeform 222"/>
                  <p:cNvSpPr/>
                  <p:nvPr/>
                </p:nvSpPr>
                <p:spPr bwMode="auto">
                  <a:xfrm>
                    <a:off x="2489" y="3152"/>
                    <a:ext cx="14" cy="5"/>
                  </a:xfrm>
                  <a:custGeom>
                    <a:avLst/>
                    <a:gdLst>
                      <a:gd name="T0" fmla="*/ 93 w 93"/>
                      <a:gd name="T1" fmla="*/ 13 h 39"/>
                      <a:gd name="T2" fmla="*/ 77 w 93"/>
                      <a:gd name="T3" fmla="*/ 8 h 39"/>
                      <a:gd name="T4" fmla="*/ 61 w 93"/>
                      <a:gd name="T5" fmla="*/ 5 h 39"/>
                      <a:gd name="T6" fmla="*/ 42 w 93"/>
                      <a:gd name="T7" fmla="*/ 11 h 39"/>
                      <a:gd name="T8" fmla="*/ 15 w 93"/>
                      <a:gd name="T9" fmla="*/ 31 h 39"/>
                      <a:gd name="T10" fmla="*/ 0 w 93"/>
                      <a:gd name="T11" fmla="*/ 39 h 39"/>
                      <a:gd name="T12" fmla="*/ 21 w 93"/>
                      <a:gd name="T13" fmla="*/ 24 h 39"/>
                      <a:gd name="T14" fmla="*/ 34 w 93"/>
                      <a:gd name="T15" fmla="*/ 11 h 39"/>
                      <a:gd name="T16" fmla="*/ 45 w 93"/>
                      <a:gd name="T17" fmla="*/ 5 h 39"/>
                      <a:gd name="T18" fmla="*/ 59 w 93"/>
                      <a:gd name="T19" fmla="*/ 0 h 39"/>
                      <a:gd name="T20" fmla="*/ 71 w 93"/>
                      <a:gd name="T21" fmla="*/ 1 h 39"/>
                      <a:gd name="T22" fmla="*/ 93 w 93"/>
                      <a:gd name="T23" fmla="*/ 13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 h="39">
                        <a:moveTo>
                          <a:pt x="93" y="13"/>
                        </a:moveTo>
                        <a:lnTo>
                          <a:pt x="77" y="8"/>
                        </a:lnTo>
                        <a:lnTo>
                          <a:pt x="61" y="5"/>
                        </a:lnTo>
                        <a:lnTo>
                          <a:pt x="42" y="11"/>
                        </a:lnTo>
                        <a:lnTo>
                          <a:pt x="15" y="31"/>
                        </a:lnTo>
                        <a:lnTo>
                          <a:pt x="0" y="39"/>
                        </a:lnTo>
                        <a:lnTo>
                          <a:pt x="21" y="24"/>
                        </a:lnTo>
                        <a:lnTo>
                          <a:pt x="34" y="11"/>
                        </a:lnTo>
                        <a:lnTo>
                          <a:pt x="45" y="5"/>
                        </a:lnTo>
                        <a:lnTo>
                          <a:pt x="59" y="0"/>
                        </a:lnTo>
                        <a:lnTo>
                          <a:pt x="71" y="1"/>
                        </a:lnTo>
                        <a:lnTo>
                          <a:pt x="93" y="13"/>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1" name="Freeform 223"/>
                  <p:cNvSpPr/>
                  <p:nvPr/>
                </p:nvSpPr>
                <p:spPr bwMode="auto">
                  <a:xfrm>
                    <a:off x="2486" y="3145"/>
                    <a:ext cx="14" cy="8"/>
                  </a:xfrm>
                  <a:custGeom>
                    <a:avLst/>
                    <a:gdLst>
                      <a:gd name="T0" fmla="*/ 93 w 93"/>
                      <a:gd name="T1" fmla="*/ 17 h 64"/>
                      <a:gd name="T2" fmla="*/ 82 w 93"/>
                      <a:gd name="T3" fmla="*/ 20 h 64"/>
                      <a:gd name="T4" fmla="*/ 73 w 93"/>
                      <a:gd name="T5" fmla="*/ 20 h 64"/>
                      <a:gd name="T6" fmla="*/ 63 w 93"/>
                      <a:gd name="T7" fmla="*/ 17 h 64"/>
                      <a:gd name="T8" fmla="*/ 55 w 93"/>
                      <a:gd name="T9" fmla="*/ 8 h 64"/>
                      <a:gd name="T10" fmla="*/ 36 w 93"/>
                      <a:gd name="T11" fmla="*/ 20 h 64"/>
                      <a:gd name="T12" fmla="*/ 24 w 93"/>
                      <a:gd name="T13" fmla="*/ 32 h 64"/>
                      <a:gd name="T14" fmla="*/ 10 w 93"/>
                      <a:gd name="T15" fmla="*/ 49 h 64"/>
                      <a:gd name="T16" fmla="*/ 0 w 93"/>
                      <a:gd name="T17" fmla="*/ 64 h 64"/>
                      <a:gd name="T18" fmla="*/ 12 w 93"/>
                      <a:gd name="T19" fmla="*/ 40 h 64"/>
                      <a:gd name="T20" fmla="*/ 27 w 93"/>
                      <a:gd name="T21" fmla="*/ 20 h 64"/>
                      <a:gd name="T22" fmla="*/ 39 w 93"/>
                      <a:gd name="T23" fmla="*/ 8 h 64"/>
                      <a:gd name="T24" fmla="*/ 51 w 93"/>
                      <a:gd name="T25" fmla="*/ 3 h 64"/>
                      <a:gd name="T26" fmla="*/ 57 w 93"/>
                      <a:gd name="T27" fmla="*/ 0 h 64"/>
                      <a:gd name="T28" fmla="*/ 66 w 93"/>
                      <a:gd name="T29" fmla="*/ 9 h 64"/>
                      <a:gd name="T30" fmla="*/ 73 w 93"/>
                      <a:gd name="T31" fmla="*/ 14 h 64"/>
                      <a:gd name="T32" fmla="*/ 82 w 93"/>
                      <a:gd name="T33" fmla="*/ 17 h 64"/>
                      <a:gd name="T34" fmla="*/ 93 w 93"/>
                      <a:gd name="T35" fmla="*/ 1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64">
                        <a:moveTo>
                          <a:pt x="93" y="17"/>
                        </a:moveTo>
                        <a:lnTo>
                          <a:pt x="82" y="20"/>
                        </a:lnTo>
                        <a:lnTo>
                          <a:pt x="73" y="20"/>
                        </a:lnTo>
                        <a:lnTo>
                          <a:pt x="63" y="17"/>
                        </a:lnTo>
                        <a:lnTo>
                          <a:pt x="55" y="8"/>
                        </a:lnTo>
                        <a:lnTo>
                          <a:pt x="36" y="20"/>
                        </a:lnTo>
                        <a:lnTo>
                          <a:pt x="24" y="32"/>
                        </a:lnTo>
                        <a:lnTo>
                          <a:pt x="10" y="49"/>
                        </a:lnTo>
                        <a:lnTo>
                          <a:pt x="0" y="64"/>
                        </a:lnTo>
                        <a:lnTo>
                          <a:pt x="12" y="40"/>
                        </a:lnTo>
                        <a:lnTo>
                          <a:pt x="27" y="20"/>
                        </a:lnTo>
                        <a:lnTo>
                          <a:pt x="39" y="8"/>
                        </a:lnTo>
                        <a:lnTo>
                          <a:pt x="51" y="3"/>
                        </a:lnTo>
                        <a:lnTo>
                          <a:pt x="57" y="0"/>
                        </a:lnTo>
                        <a:lnTo>
                          <a:pt x="66" y="9"/>
                        </a:lnTo>
                        <a:lnTo>
                          <a:pt x="73" y="14"/>
                        </a:lnTo>
                        <a:lnTo>
                          <a:pt x="82" y="17"/>
                        </a:lnTo>
                        <a:lnTo>
                          <a:pt x="93" y="1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272" name="Group 224"/>
                <p:cNvGrpSpPr/>
                <p:nvPr/>
              </p:nvGrpSpPr>
              <p:grpSpPr bwMode="auto">
                <a:xfrm>
                  <a:off x="2358" y="3075"/>
                  <a:ext cx="168" cy="142"/>
                  <a:chOff x="2358" y="3075"/>
                  <a:chExt cx="168" cy="142"/>
                </a:xfrm>
              </p:grpSpPr>
              <p:grpSp>
                <p:nvGrpSpPr>
                  <p:cNvPr id="642273" name="Group 225"/>
                  <p:cNvGrpSpPr/>
                  <p:nvPr/>
                </p:nvGrpSpPr>
                <p:grpSpPr bwMode="auto">
                  <a:xfrm>
                    <a:off x="2358" y="3075"/>
                    <a:ext cx="168" cy="142"/>
                    <a:chOff x="2358" y="3075"/>
                    <a:chExt cx="168" cy="142"/>
                  </a:xfrm>
                </p:grpSpPr>
                <p:sp>
                  <p:nvSpPr>
                    <p:cNvPr id="642274" name="Freeform 226"/>
                    <p:cNvSpPr/>
                    <p:nvPr/>
                  </p:nvSpPr>
                  <p:spPr bwMode="auto">
                    <a:xfrm>
                      <a:off x="2358" y="3075"/>
                      <a:ext cx="168" cy="142"/>
                    </a:xfrm>
                    <a:custGeom>
                      <a:avLst/>
                      <a:gdLst>
                        <a:gd name="T0" fmla="*/ 314 w 1177"/>
                        <a:gd name="T1" fmla="*/ 24 h 1140"/>
                        <a:gd name="T2" fmla="*/ 275 w 1177"/>
                        <a:gd name="T3" fmla="*/ 40 h 1140"/>
                        <a:gd name="T4" fmla="*/ 218 w 1177"/>
                        <a:gd name="T5" fmla="*/ 85 h 1140"/>
                        <a:gd name="T6" fmla="*/ 165 w 1177"/>
                        <a:gd name="T7" fmla="*/ 149 h 1140"/>
                        <a:gd name="T8" fmla="*/ 119 w 1177"/>
                        <a:gd name="T9" fmla="*/ 202 h 1140"/>
                        <a:gd name="T10" fmla="*/ 77 w 1177"/>
                        <a:gd name="T11" fmla="*/ 267 h 1140"/>
                        <a:gd name="T12" fmla="*/ 43 w 1177"/>
                        <a:gd name="T13" fmla="*/ 354 h 1140"/>
                        <a:gd name="T14" fmla="*/ 32 w 1177"/>
                        <a:gd name="T15" fmla="*/ 397 h 1140"/>
                        <a:gd name="T16" fmla="*/ 25 w 1177"/>
                        <a:gd name="T17" fmla="*/ 458 h 1140"/>
                        <a:gd name="T18" fmla="*/ 12 w 1177"/>
                        <a:gd name="T19" fmla="*/ 504 h 1140"/>
                        <a:gd name="T20" fmla="*/ 0 w 1177"/>
                        <a:gd name="T21" fmla="*/ 569 h 1140"/>
                        <a:gd name="T22" fmla="*/ 2 w 1177"/>
                        <a:gd name="T23" fmla="*/ 695 h 1140"/>
                        <a:gd name="T24" fmla="*/ 4 w 1177"/>
                        <a:gd name="T25" fmla="*/ 809 h 1140"/>
                        <a:gd name="T26" fmla="*/ 14 w 1177"/>
                        <a:gd name="T27" fmla="*/ 852 h 1140"/>
                        <a:gd name="T28" fmla="*/ 13 w 1177"/>
                        <a:gd name="T29" fmla="*/ 944 h 1140"/>
                        <a:gd name="T30" fmla="*/ 33 w 1177"/>
                        <a:gd name="T31" fmla="*/ 1025 h 1140"/>
                        <a:gd name="T32" fmla="*/ 69 w 1177"/>
                        <a:gd name="T33" fmla="*/ 1092 h 1140"/>
                        <a:gd name="T34" fmla="*/ 130 w 1177"/>
                        <a:gd name="T35" fmla="*/ 1140 h 1140"/>
                        <a:gd name="T36" fmla="*/ 630 w 1177"/>
                        <a:gd name="T37" fmla="*/ 1109 h 1140"/>
                        <a:gd name="T38" fmla="*/ 659 w 1177"/>
                        <a:gd name="T39" fmla="*/ 1067 h 1140"/>
                        <a:gd name="T40" fmla="*/ 707 w 1177"/>
                        <a:gd name="T41" fmla="*/ 1031 h 1140"/>
                        <a:gd name="T42" fmla="*/ 745 w 1177"/>
                        <a:gd name="T43" fmla="*/ 1000 h 1140"/>
                        <a:gd name="T44" fmla="*/ 782 w 1177"/>
                        <a:gd name="T45" fmla="*/ 974 h 1140"/>
                        <a:gd name="T46" fmla="*/ 784 w 1177"/>
                        <a:gd name="T47" fmla="*/ 912 h 1140"/>
                        <a:gd name="T48" fmla="*/ 772 w 1177"/>
                        <a:gd name="T49" fmla="*/ 841 h 1140"/>
                        <a:gd name="T50" fmla="*/ 719 w 1177"/>
                        <a:gd name="T51" fmla="*/ 796 h 1140"/>
                        <a:gd name="T52" fmla="*/ 667 w 1177"/>
                        <a:gd name="T53" fmla="*/ 792 h 1140"/>
                        <a:gd name="T54" fmla="*/ 630 w 1177"/>
                        <a:gd name="T55" fmla="*/ 822 h 1140"/>
                        <a:gd name="T56" fmla="*/ 604 w 1177"/>
                        <a:gd name="T57" fmla="*/ 842 h 1140"/>
                        <a:gd name="T58" fmla="*/ 572 w 1177"/>
                        <a:gd name="T59" fmla="*/ 857 h 1140"/>
                        <a:gd name="T60" fmla="*/ 548 w 1177"/>
                        <a:gd name="T61" fmla="*/ 872 h 1140"/>
                        <a:gd name="T62" fmla="*/ 564 w 1177"/>
                        <a:gd name="T63" fmla="*/ 827 h 1140"/>
                        <a:gd name="T64" fmla="*/ 768 w 1177"/>
                        <a:gd name="T65" fmla="*/ 565 h 1140"/>
                        <a:gd name="T66" fmla="*/ 783 w 1177"/>
                        <a:gd name="T67" fmla="*/ 504 h 1140"/>
                        <a:gd name="T68" fmla="*/ 785 w 1177"/>
                        <a:gd name="T69" fmla="*/ 458 h 1140"/>
                        <a:gd name="T70" fmla="*/ 784 w 1177"/>
                        <a:gd name="T71" fmla="*/ 369 h 1140"/>
                        <a:gd name="T72" fmla="*/ 820 w 1177"/>
                        <a:gd name="T73" fmla="*/ 367 h 1140"/>
                        <a:gd name="T74" fmla="*/ 881 w 1177"/>
                        <a:gd name="T75" fmla="*/ 374 h 1140"/>
                        <a:gd name="T76" fmla="*/ 949 w 1177"/>
                        <a:gd name="T77" fmla="*/ 361 h 1140"/>
                        <a:gd name="T78" fmla="*/ 920 w 1177"/>
                        <a:gd name="T79" fmla="*/ 423 h 1140"/>
                        <a:gd name="T80" fmla="*/ 894 w 1177"/>
                        <a:gd name="T81" fmla="*/ 464 h 1140"/>
                        <a:gd name="T82" fmla="*/ 900 w 1177"/>
                        <a:gd name="T83" fmla="*/ 473 h 1140"/>
                        <a:gd name="T84" fmla="*/ 928 w 1177"/>
                        <a:gd name="T85" fmla="*/ 461 h 1140"/>
                        <a:gd name="T86" fmla="*/ 977 w 1177"/>
                        <a:gd name="T87" fmla="*/ 476 h 1140"/>
                        <a:gd name="T88" fmla="*/ 1018 w 1177"/>
                        <a:gd name="T89" fmla="*/ 518 h 1140"/>
                        <a:gd name="T90" fmla="*/ 1015 w 1177"/>
                        <a:gd name="T91" fmla="*/ 547 h 1140"/>
                        <a:gd name="T92" fmla="*/ 1041 w 1177"/>
                        <a:gd name="T93" fmla="*/ 540 h 1140"/>
                        <a:gd name="T94" fmla="*/ 1068 w 1177"/>
                        <a:gd name="T95" fmla="*/ 499 h 1140"/>
                        <a:gd name="T96" fmla="*/ 1108 w 1177"/>
                        <a:gd name="T97" fmla="*/ 482 h 1140"/>
                        <a:gd name="T98" fmla="*/ 1142 w 1177"/>
                        <a:gd name="T99" fmla="*/ 437 h 1140"/>
                        <a:gd name="T100" fmla="*/ 1165 w 1177"/>
                        <a:gd name="T101" fmla="*/ 385 h 1140"/>
                        <a:gd name="T102" fmla="*/ 1175 w 1177"/>
                        <a:gd name="T103" fmla="*/ 285 h 1140"/>
                        <a:gd name="T104" fmla="*/ 1153 w 1177"/>
                        <a:gd name="T105" fmla="*/ 223 h 1140"/>
                        <a:gd name="T106" fmla="*/ 1117 w 1177"/>
                        <a:gd name="T107" fmla="*/ 176 h 1140"/>
                        <a:gd name="T108" fmla="*/ 963 w 1177"/>
                        <a:gd name="T109" fmla="*/ 101 h 1140"/>
                        <a:gd name="T110" fmla="*/ 813 w 1177"/>
                        <a:gd name="T111" fmla="*/ 26 h 1140"/>
                        <a:gd name="T112" fmla="*/ 590 w 1177"/>
                        <a:gd name="T113" fmla="*/ 235 h 1140"/>
                        <a:gd name="T114" fmla="*/ 476 w 1177"/>
                        <a:gd name="T115" fmla="*/ 185 h 1140"/>
                        <a:gd name="T116" fmla="*/ 397 w 1177"/>
                        <a:gd name="T117" fmla="*/ 103 h 1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77" h="1140">
                          <a:moveTo>
                            <a:pt x="333" y="13"/>
                          </a:moveTo>
                          <a:lnTo>
                            <a:pt x="323" y="15"/>
                          </a:lnTo>
                          <a:lnTo>
                            <a:pt x="314" y="24"/>
                          </a:lnTo>
                          <a:lnTo>
                            <a:pt x="305" y="31"/>
                          </a:lnTo>
                          <a:lnTo>
                            <a:pt x="291" y="37"/>
                          </a:lnTo>
                          <a:lnTo>
                            <a:pt x="275" y="40"/>
                          </a:lnTo>
                          <a:lnTo>
                            <a:pt x="262" y="46"/>
                          </a:lnTo>
                          <a:lnTo>
                            <a:pt x="243" y="64"/>
                          </a:lnTo>
                          <a:lnTo>
                            <a:pt x="218" y="85"/>
                          </a:lnTo>
                          <a:lnTo>
                            <a:pt x="194" y="109"/>
                          </a:lnTo>
                          <a:lnTo>
                            <a:pt x="174" y="133"/>
                          </a:lnTo>
                          <a:lnTo>
                            <a:pt x="165" y="149"/>
                          </a:lnTo>
                          <a:lnTo>
                            <a:pt x="153" y="165"/>
                          </a:lnTo>
                          <a:lnTo>
                            <a:pt x="138" y="180"/>
                          </a:lnTo>
                          <a:lnTo>
                            <a:pt x="119" y="202"/>
                          </a:lnTo>
                          <a:lnTo>
                            <a:pt x="104" y="223"/>
                          </a:lnTo>
                          <a:lnTo>
                            <a:pt x="89" y="245"/>
                          </a:lnTo>
                          <a:lnTo>
                            <a:pt x="77" y="267"/>
                          </a:lnTo>
                          <a:lnTo>
                            <a:pt x="63" y="295"/>
                          </a:lnTo>
                          <a:lnTo>
                            <a:pt x="51" y="326"/>
                          </a:lnTo>
                          <a:lnTo>
                            <a:pt x="43" y="354"/>
                          </a:lnTo>
                          <a:lnTo>
                            <a:pt x="37" y="368"/>
                          </a:lnTo>
                          <a:lnTo>
                            <a:pt x="39" y="379"/>
                          </a:lnTo>
                          <a:lnTo>
                            <a:pt x="32" y="397"/>
                          </a:lnTo>
                          <a:lnTo>
                            <a:pt x="26" y="413"/>
                          </a:lnTo>
                          <a:lnTo>
                            <a:pt x="22" y="437"/>
                          </a:lnTo>
                          <a:lnTo>
                            <a:pt x="25" y="458"/>
                          </a:lnTo>
                          <a:lnTo>
                            <a:pt x="27" y="478"/>
                          </a:lnTo>
                          <a:lnTo>
                            <a:pt x="22" y="497"/>
                          </a:lnTo>
                          <a:lnTo>
                            <a:pt x="12" y="504"/>
                          </a:lnTo>
                          <a:lnTo>
                            <a:pt x="5" y="518"/>
                          </a:lnTo>
                          <a:lnTo>
                            <a:pt x="2" y="538"/>
                          </a:lnTo>
                          <a:lnTo>
                            <a:pt x="0" y="569"/>
                          </a:lnTo>
                          <a:lnTo>
                            <a:pt x="1" y="609"/>
                          </a:lnTo>
                          <a:lnTo>
                            <a:pt x="4" y="660"/>
                          </a:lnTo>
                          <a:lnTo>
                            <a:pt x="2" y="695"/>
                          </a:lnTo>
                          <a:lnTo>
                            <a:pt x="1" y="733"/>
                          </a:lnTo>
                          <a:lnTo>
                            <a:pt x="2" y="767"/>
                          </a:lnTo>
                          <a:lnTo>
                            <a:pt x="4" y="809"/>
                          </a:lnTo>
                          <a:lnTo>
                            <a:pt x="9" y="820"/>
                          </a:lnTo>
                          <a:lnTo>
                            <a:pt x="16" y="828"/>
                          </a:lnTo>
                          <a:lnTo>
                            <a:pt x="14" y="852"/>
                          </a:lnTo>
                          <a:lnTo>
                            <a:pt x="12" y="887"/>
                          </a:lnTo>
                          <a:lnTo>
                            <a:pt x="16" y="911"/>
                          </a:lnTo>
                          <a:lnTo>
                            <a:pt x="13" y="944"/>
                          </a:lnTo>
                          <a:lnTo>
                            <a:pt x="16" y="974"/>
                          </a:lnTo>
                          <a:lnTo>
                            <a:pt x="24" y="1002"/>
                          </a:lnTo>
                          <a:lnTo>
                            <a:pt x="33" y="1025"/>
                          </a:lnTo>
                          <a:lnTo>
                            <a:pt x="45" y="1052"/>
                          </a:lnTo>
                          <a:lnTo>
                            <a:pt x="56" y="1073"/>
                          </a:lnTo>
                          <a:lnTo>
                            <a:pt x="69" y="1092"/>
                          </a:lnTo>
                          <a:lnTo>
                            <a:pt x="88" y="1106"/>
                          </a:lnTo>
                          <a:lnTo>
                            <a:pt x="110" y="1124"/>
                          </a:lnTo>
                          <a:lnTo>
                            <a:pt x="130" y="1140"/>
                          </a:lnTo>
                          <a:lnTo>
                            <a:pt x="590" y="1140"/>
                          </a:lnTo>
                          <a:lnTo>
                            <a:pt x="607" y="1122"/>
                          </a:lnTo>
                          <a:lnTo>
                            <a:pt x="630" y="1109"/>
                          </a:lnTo>
                          <a:lnTo>
                            <a:pt x="642" y="1103"/>
                          </a:lnTo>
                          <a:lnTo>
                            <a:pt x="647" y="1098"/>
                          </a:lnTo>
                          <a:lnTo>
                            <a:pt x="659" y="1067"/>
                          </a:lnTo>
                          <a:lnTo>
                            <a:pt x="672" y="1049"/>
                          </a:lnTo>
                          <a:lnTo>
                            <a:pt x="691" y="1036"/>
                          </a:lnTo>
                          <a:lnTo>
                            <a:pt x="707" y="1031"/>
                          </a:lnTo>
                          <a:lnTo>
                            <a:pt x="717" y="1020"/>
                          </a:lnTo>
                          <a:lnTo>
                            <a:pt x="724" y="1007"/>
                          </a:lnTo>
                          <a:lnTo>
                            <a:pt x="745" y="1000"/>
                          </a:lnTo>
                          <a:lnTo>
                            <a:pt x="762" y="990"/>
                          </a:lnTo>
                          <a:lnTo>
                            <a:pt x="771" y="978"/>
                          </a:lnTo>
                          <a:lnTo>
                            <a:pt x="782" y="974"/>
                          </a:lnTo>
                          <a:lnTo>
                            <a:pt x="787" y="964"/>
                          </a:lnTo>
                          <a:lnTo>
                            <a:pt x="785" y="948"/>
                          </a:lnTo>
                          <a:lnTo>
                            <a:pt x="784" y="912"/>
                          </a:lnTo>
                          <a:lnTo>
                            <a:pt x="787" y="890"/>
                          </a:lnTo>
                          <a:lnTo>
                            <a:pt x="785" y="864"/>
                          </a:lnTo>
                          <a:lnTo>
                            <a:pt x="772" y="841"/>
                          </a:lnTo>
                          <a:lnTo>
                            <a:pt x="754" y="822"/>
                          </a:lnTo>
                          <a:lnTo>
                            <a:pt x="738" y="808"/>
                          </a:lnTo>
                          <a:lnTo>
                            <a:pt x="719" y="796"/>
                          </a:lnTo>
                          <a:lnTo>
                            <a:pt x="701" y="784"/>
                          </a:lnTo>
                          <a:lnTo>
                            <a:pt x="683" y="785"/>
                          </a:lnTo>
                          <a:lnTo>
                            <a:pt x="667" y="792"/>
                          </a:lnTo>
                          <a:lnTo>
                            <a:pt x="654" y="804"/>
                          </a:lnTo>
                          <a:lnTo>
                            <a:pt x="644" y="811"/>
                          </a:lnTo>
                          <a:lnTo>
                            <a:pt x="630" y="822"/>
                          </a:lnTo>
                          <a:lnTo>
                            <a:pt x="623" y="831"/>
                          </a:lnTo>
                          <a:lnTo>
                            <a:pt x="613" y="833"/>
                          </a:lnTo>
                          <a:lnTo>
                            <a:pt x="604" y="842"/>
                          </a:lnTo>
                          <a:lnTo>
                            <a:pt x="596" y="857"/>
                          </a:lnTo>
                          <a:lnTo>
                            <a:pt x="583" y="854"/>
                          </a:lnTo>
                          <a:lnTo>
                            <a:pt x="572" y="857"/>
                          </a:lnTo>
                          <a:lnTo>
                            <a:pt x="567" y="865"/>
                          </a:lnTo>
                          <a:lnTo>
                            <a:pt x="560" y="869"/>
                          </a:lnTo>
                          <a:lnTo>
                            <a:pt x="548" y="872"/>
                          </a:lnTo>
                          <a:lnTo>
                            <a:pt x="537" y="869"/>
                          </a:lnTo>
                          <a:lnTo>
                            <a:pt x="526" y="852"/>
                          </a:lnTo>
                          <a:lnTo>
                            <a:pt x="564" y="827"/>
                          </a:lnTo>
                          <a:lnTo>
                            <a:pt x="637" y="740"/>
                          </a:lnTo>
                          <a:lnTo>
                            <a:pt x="761" y="588"/>
                          </a:lnTo>
                          <a:lnTo>
                            <a:pt x="768" y="565"/>
                          </a:lnTo>
                          <a:lnTo>
                            <a:pt x="770" y="539"/>
                          </a:lnTo>
                          <a:lnTo>
                            <a:pt x="766" y="509"/>
                          </a:lnTo>
                          <a:lnTo>
                            <a:pt x="783" y="504"/>
                          </a:lnTo>
                          <a:lnTo>
                            <a:pt x="799" y="493"/>
                          </a:lnTo>
                          <a:lnTo>
                            <a:pt x="798" y="483"/>
                          </a:lnTo>
                          <a:lnTo>
                            <a:pt x="785" y="458"/>
                          </a:lnTo>
                          <a:lnTo>
                            <a:pt x="777" y="437"/>
                          </a:lnTo>
                          <a:lnTo>
                            <a:pt x="782" y="396"/>
                          </a:lnTo>
                          <a:lnTo>
                            <a:pt x="784" y="369"/>
                          </a:lnTo>
                          <a:lnTo>
                            <a:pt x="783" y="342"/>
                          </a:lnTo>
                          <a:lnTo>
                            <a:pt x="804" y="353"/>
                          </a:lnTo>
                          <a:lnTo>
                            <a:pt x="820" y="367"/>
                          </a:lnTo>
                          <a:lnTo>
                            <a:pt x="839" y="373"/>
                          </a:lnTo>
                          <a:lnTo>
                            <a:pt x="861" y="376"/>
                          </a:lnTo>
                          <a:lnTo>
                            <a:pt x="881" y="374"/>
                          </a:lnTo>
                          <a:lnTo>
                            <a:pt x="910" y="368"/>
                          </a:lnTo>
                          <a:lnTo>
                            <a:pt x="930" y="362"/>
                          </a:lnTo>
                          <a:lnTo>
                            <a:pt x="949" y="361"/>
                          </a:lnTo>
                          <a:lnTo>
                            <a:pt x="939" y="385"/>
                          </a:lnTo>
                          <a:lnTo>
                            <a:pt x="933" y="407"/>
                          </a:lnTo>
                          <a:lnTo>
                            <a:pt x="920" y="423"/>
                          </a:lnTo>
                          <a:lnTo>
                            <a:pt x="907" y="439"/>
                          </a:lnTo>
                          <a:lnTo>
                            <a:pt x="899" y="451"/>
                          </a:lnTo>
                          <a:lnTo>
                            <a:pt x="894" y="464"/>
                          </a:lnTo>
                          <a:lnTo>
                            <a:pt x="896" y="472"/>
                          </a:lnTo>
                          <a:lnTo>
                            <a:pt x="903" y="484"/>
                          </a:lnTo>
                          <a:lnTo>
                            <a:pt x="900" y="473"/>
                          </a:lnTo>
                          <a:lnTo>
                            <a:pt x="905" y="465"/>
                          </a:lnTo>
                          <a:lnTo>
                            <a:pt x="915" y="462"/>
                          </a:lnTo>
                          <a:lnTo>
                            <a:pt x="928" y="461"/>
                          </a:lnTo>
                          <a:lnTo>
                            <a:pt x="944" y="463"/>
                          </a:lnTo>
                          <a:lnTo>
                            <a:pt x="961" y="468"/>
                          </a:lnTo>
                          <a:lnTo>
                            <a:pt x="977" y="476"/>
                          </a:lnTo>
                          <a:lnTo>
                            <a:pt x="992" y="487"/>
                          </a:lnTo>
                          <a:lnTo>
                            <a:pt x="1005" y="500"/>
                          </a:lnTo>
                          <a:lnTo>
                            <a:pt x="1018" y="518"/>
                          </a:lnTo>
                          <a:lnTo>
                            <a:pt x="1023" y="533"/>
                          </a:lnTo>
                          <a:lnTo>
                            <a:pt x="1019" y="540"/>
                          </a:lnTo>
                          <a:lnTo>
                            <a:pt x="1015" y="547"/>
                          </a:lnTo>
                          <a:lnTo>
                            <a:pt x="1024" y="547"/>
                          </a:lnTo>
                          <a:lnTo>
                            <a:pt x="1034" y="543"/>
                          </a:lnTo>
                          <a:lnTo>
                            <a:pt x="1041" y="540"/>
                          </a:lnTo>
                          <a:lnTo>
                            <a:pt x="1049" y="528"/>
                          </a:lnTo>
                          <a:lnTo>
                            <a:pt x="1055" y="513"/>
                          </a:lnTo>
                          <a:lnTo>
                            <a:pt x="1068" y="499"/>
                          </a:lnTo>
                          <a:lnTo>
                            <a:pt x="1077" y="484"/>
                          </a:lnTo>
                          <a:lnTo>
                            <a:pt x="1093" y="482"/>
                          </a:lnTo>
                          <a:lnTo>
                            <a:pt x="1108" y="482"/>
                          </a:lnTo>
                          <a:lnTo>
                            <a:pt x="1119" y="479"/>
                          </a:lnTo>
                          <a:lnTo>
                            <a:pt x="1130" y="461"/>
                          </a:lnTo>
                          <a:lnTo>
                            <a:pt x="1142" y="437"/>
                          </a:lnTo>
                          <a:lnTo>
                            <a:pt x="1153" y="413"/>
                          </a:lnTo>
                          <a:lnTo>
                            <a:pt x="1163" y="397"/>
                          </a:lnTo>
                          <a:lnTo>
                            <a:pt x="1165" y="385"/>
                          </a:lnTo>
                          <a:lnTo>
                            <a:pt x="1173" y="345"/>
                          </a:lnTo>
                          <a:lnTo>
                            <a:pt x="1177" y="312"/>
                          </a:lnTo>
                          <a:lnTo>
                            <a:pt x="1175" y="285"/>
                          </a:lnTo>
                          <a:lnTo>
                            <a:pt x="1171" y="259"/>
                          </a:lnTo>
                          <a:lnTo>
                            <a:pt x="1167" y="246"/>
                          </a:lnTo>
                          <a:lnTo>
                            <a:pt x="1153" y="223"/>
                          </a:lnTo>
                          <a:lnTo>
                            <a:pt x="1138" y="198"/>
                          </a:lnTo>
                          <a:lnTo>
                            <a:pt x="1125" y="180"/>
                          </a:lnTo>
                          <a:lnTo>
                            <a:pt x="1117" y="176"/>
                          </a:lnTo>
                          <a:lnTo>
                            <a:pt x="1067" y="162"/>
                          </a:lnTo>
                          <a:lnTo>
                            <a:pt x="1025" y="135"/>
                          </a:lnTo>
                          <a:lnTo>
                            <a:pt x="963" y="101"/>
                          </a:lnTo>
                          <a:lnTo>
                            <a:pt x="875" y="62"/>
                          </a:lnTo>
                          <a:lnTo>
                            <a:pt x="844" y="47"/>
                          </a:lnTo>
                          <a:lnTo>
                            <a:pt x="813" y="26"/>
                          </a:lnTo>
                          <a:lnTo>
                            <a:pt x="781" y="0"/>
                          </a:lnTo>
                          <a:lnTo>
                            <a:pt x="730" y="5"/>
                          </a:lnTo>
                          <a:lnTo>
                            <a:pt x="590" y="235"/>
                          </a:lnTo>
                          <a:lnTo>
                            <a:pt x="523" y="210"/>
                          </a:lnTo>
                          <a:lnTo>
                            <a:pt x="498" y="198"/>
                          </a:lnTo>
                          <a:lnTo>
                            <a:pt x="476" y="185"/>
                          </a:lnTo>
                          <a:lnTo>
                            <a:pt x="452" y="165"/>
                          </a:lnTo>
                          <a:lnTo>
                            <a:pt x="427" y="139"/>
                          </a:lnTo>
                          <a:lnTo>
                            <a:pt x="397" y="103"/>
                          </a:lnTo>
                          <a:lnTo>
                            <a:pt x="333"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275" name="Group 227"/>
                    <p:cNvGrpSpPr/>
                    <p:nvPr/>
                  </p:nvGrpSpPr>
                  <p:grpSpPr bwMode="auto">
                    <a:xfrm>
                      <a:off x="2360" y="3075"/>
                      <a:ext cx="162" cy="142"/>
                      <a:chOff x="2360" y="3075"/>
                      <a:chExt cx="162" cy="142"/>
                    </a:xfrm>
                  </p:grpSpPr>
                  <p:sp>
                    <p:nvSpPr>
                      <p:cNvPr id="642276" name="Freeform 228"/>
                      <p:cNvSpPr/>
                      <p:nvPr/>
                    </p:nvSpPr>
                    <p:spPr bwMode="auto">
                      <a:xfrm>
                        <a:off x="2469" y="3098"/>
                        <a:ext cx="19" cy="20"/>
                      </a:xfrm>
                      <a:custGeom>
                        <a:avLst/>
                        <a:gdLst>
                          <a:gd name="T0" fmla="*/ 0 w 129"/>
                          <a:gd name="T1" fmla="*/ 154 h 156"/>
                          <a:gd name="T2" fmla="*/ 7 w 129"/>
                          <a:gd name="T3" fmla="*/ 121 h 156"/>
                          <a:gd name="T4" fmla="*/ 13 w 129"/>
                          <a:gd name="T5" fmla="*/ 91 h 156"/>
                          <a:gd name="T6" fmla="*/ 12 w 129"/>
                          <a:gd name="T7" fmla="*/ 59 h 156"/>
                          <a:gd name="T8" fmla="*/ 7 w 129"/>
                          <a:gd name="T9" fmla="*/ 25 h 156"/>
                          <a:gd name="T10" fmla="*/ 4 w 129"/>
                          <a:gd name="T11" fmla="*/ 0 h 156"/>
                          <a:gd name="T12" fmla="*/ 17 w 129"/>
                          <a:gd name="T13" fmla="*/ 27 h 156"/>
                          <a:gd name="T14" fmla="*/ 24 w 129"/>
                          <a:gd name="T15" fmla="*/ 49 h 156"/>
                          <a:gd name="T16" fmla="*/ 39 w 129"/>
                          <a:gd name="T17" fmla="*/ 64 h 156"/>
                          <a:gd name="T18" fmla="*/ 59 w 129"/>
                          <a:gd name="T19" fmla="*/ 72 h 156"/>
                          <a:gd name="T20" fmla="*/ 80 w 129"/>
                          <a:gd name="T21" fmla="*/ 74 h 156"/>
                          <a:gd name="T22" fmla="*/ 98 w 129"/>
                          <a:gd name="T23" fmla="*/ 75 h 156"/>
                          <a:gd name="T24" fmla="*/ 129 w 129"/>
                          <a:gd name="T25" fmla="*/ 81 h 156"/>
                          <a:gd name="T26" fmla="*/ 112 w 129"/>
                          <a:gd name="T27" fmla="*/ 85 h 156"/>
                          <a:gd name="T28" fmla="*/ 93 w 129"/>
                          <a:gd name="T29" fmla="*/ 90 h 156"/>
                          <a:gd name="T30" fmla="*/ 79 w 129"/>
                          <a:gd name="T31" fmla="*/ 92 h 156"/>
                          <a:gd name="T32" fmla="*/ 62 w 129"/>
                          <a:gd name="T33" fmla="*/ 93 h 156"/>
                          <a:gd name="T34" fmla="*/ 38 w 129"/>
                          <a:gd name="T35" fmla="*/ 92 h 156"/>
                          <a:gd name="T36" fmla="*/ 54 w 129"/>
                          <a:gd name="T37" fmla="*/ 99 h 156"/>
                          <a:gd name="T38" fmla="*/ 76 w 129"/>
                          <a:gd name="T39" fmla="*/ 102 h 156"/>
                          <a:gd name="T40" fmla="*/ 94 w 129"/>
                          <a:gd name="T41" fmla="*/ 103 h 156"/>
                          <a:gd name="T42" fmla="*/ 129 w 129"/>
                          <a:gd name="T43" fmla="*/ 110 h 156"/>
                          <a:gd name="T44" fmla="*/ 110 w 129"/>
                          <a:gd name="T45" fmla="*/ 115 h 156"/>
                          <a:gd name="T46" fmla="*/ 94 w 129"/>
                          <a:gd name="T47" fmla="*/ 118 h 156"/>
                          <a:gd name="T48" fmla="*/ 75 w 129"/>
                          <a:gd name="T49" fmla="*/ 119 h 156"/>
                          <a:gd name="T50" fmla="*/ 57 w 129"/>
                          <a:gd name="T51" fmla="*/ 120 h 156"/>
                          <a:gd name="T52" fmla="*/ 70 w 129"/>
                          <a:gd name="T53" fmla="*/ 126 h 156"/>
                          <a:gd name="T54" fmla="*/ 85 w 129"/>
                          <a:gd name="T55" fmla="*/ 133 h 156"/>
                          <a:gd name="T56" fmla="*/ 101 w 129"/>
                          <a:gd name="T57" fmla="*/ 137 h 156"/>
                          <a:gd name="T58" fmla="*/ 124 w 129"/>
                          <a:gd name="T59" fmla="*/ 142 h 156"/>
                          <a:gd name="T60" fmla="*/ 104 w 129"/>
                          <a:gd name="T61" fmla="*/ 148 h 156"/>
                          <a:gd name="T62" fmla="*/ 85 w 129"/>
                          <a:gd name="T63" fmla="*/ 144 h 156"/>
                          <a:gd name="T64" fmla="*/ 69 w 129"/>
                          <a:gd name="T65" fmla="*/ 139 h 156"/>
                          <a:gd name="T66" fmla="*/ 57 w 129"/>
                          <a:gd name="T67" fmla="*/ 150 h 156"/>
                          <a:gd name="T68" fmla="*/ 40 w 129"/>
                          <a:gd name="T69" fmla="*/ 155 h 156"/>
                          <a:gd name="T70" fmla="*/ 22 w 129"/>
                          <a:gd name="T71" fmla="*/ 156 h 156"/>
                          <a:gd name="T72" fmla="*/ 0 w 129"/>
                          <a:gd name="T73" fmla="*/ 15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9" h="156">
                            <a:moveTo>
                              <a:pt x="0" y="154"/>
                            </a:moveTo>
                            <a:lnTo>
                              <a:pt x="7" y="121"/>
                            </a:lnTo>
                            <a:lnTo>
                              <a:pt x="13" y="91"/>
                            </a:lnTo>
                            <a:lnTo>
                              <a:pt x="12" y="59"/>
                            </a:lnTo>
                            <a:lnTo>
                              <a:pt x="7" y="25"/>
                            </a:lnTo>
                            <a:lnTo>
                              <a:pt x="4" y="0"/>
                            </a:lnTo>
                            <a:lnTo>
                              <a:pt x="17" y="27"/>
                            </a:lnTo>
                            <a:lnTo>
                              <a:pt x="24" y="49"/>
                            </a:lnTo>
                            <a:lnTo>
                              <a:pt x="39" y="64"/>
                            </a:lnTo>
                            <a:lnTo>
                              <a:pt x="59" y="72"/>
                            </a:lnTo>
                            <a:lnTo>
                              <a:pt x="80" y="74"/>
                            </a:lnTo>
                            <a:lnTo>
                              <a:pt x="98" y="75"/>
                            </a:lnTo>
                            <a:lnTo>
                              <a:pt x="129" y="81"/>
                            </a:lnTo>
                            <a:lnTo>
                              <a:pt x="112" y="85"/>
                            </a:lnTo>
                            <a:lnTo>
                              <a:pt x="93" y="90"/>
                            </a:lnTo>
                            <a:lnTo>
                              <a:pt x="79" y="92"/>
                            </a:lnTo>
                            <a:lnTo>
                              <a:pt x="62" y="93"/>
                            </a:lnTo>
                            <a:lnTo>
                              <a:pt x="38" y="92"/>
                            </a:lnTo>
                            <a:lnTo>
                              <a:pt x="54" y="99"/>
                            </a:lnTo>
                            <a:lnTo>
                              <a:pt x="76" y="102"/>
                            </a:lnTo>
                            <a:lnTo>
                              <a:pt x="94" y="103"/>
                            </a:lnTo>
                            <a:lnTo>
                              <a:pt x="129" y="110"/>
                            </a:lnTo>
                            <a:lnTo>
                              <a:pt x="110" y="115"/>
                            </a:lnTo>
                            <a:lnTo>
                              <a:pt x="94" y="118"/>
                            </a:lnTo>
                            <a:lnTo>
                              <a:pt x="75" y="119"/>
                            </a:lnTo>
                            <a:lnTo>
                              <a:pt x="57" y="120"/>
                            </a:lnTo>
                            <a:lnTo>
                              <a:pt x="70" y="126"/>
                            </a:lnTo>
                            <a:lnTo>
                              <a:pt x="85" y="133"/>
                            </a:lnTo>
                            <a:lnTo>
                              <a:pt x="101" y="137"/>
                            </a:lnTo>
                            <a:lnTo>
                              <a:pt x="124" y="142"/>
                            </a:lnTo>
                            <a:lnTo>
                              <a:pt x="104" y="148"/>
                            </a:lnTo>
                            <a:lnTo>
                              <a:pt x="85" y="144"/>
                            </a:lnTo>
                            <a:lnTo>
                              <a:pt x="69" y="139"/>
                            </a:lnTo>
                            <a:lnTo>
                              <a:pt x="57" y="150"/>
                            </a:lnTo>
                            <a:lnTo>
                              <a:pt x="40" y="155"/>
                            </a:lnTo>
                            <a:lnTo>
                              <a:pt x="22" y="156"/>
                            </a:lnTo>
                            <a:lnTo>
                              <a:pt x="0" y="154"/>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7" name="Freeform 229"/>
                      <p:cNvSpPr/>
                      <p:nvPr/>
                    </p:nvSpPr>
                    <p:spPr bwMode="auto">
                      <a:xfrm>
                        <a:off x="2463" y="3097"/>
                        <a:ext cx="10" cy="42"/>
                      </a:xfrm>
                      <a:custGeom>
                        <a:avLst/>
                        <a:gdLst>
                          <a:gd name="T0" fmla="*/ 20 w 69"/>
                          <a:gd name="T1" fmla="*/ 0 h 338"/>
                          <a:gd name="T2" fmla="*/ 29 w 69"/>
                          <a:gd name="T3" fmla="*/ 97 h 338"/>
                          <a:gd name="T4" fmla="*/ 26 w 69"/>
                          <a:gd name="T5" fmla="*/ 177 h 338"/>
                          <a:gd name="T6" fmla="*/ 29 w 69"/>
                          <a:gd name="T7" fmla="*/ 197 h 338"/>
                          <a:gd name="T8" fmla="*/ 26 w 69"/>
                          <a:gd name="T9" fmla="*/ 231 h 338"/>
                          <a:gd name="T10" fmla="*/ 40 w 69"/>
                          <a:gd name="T11" fmla="*/ 243 h 338"/>
                          <a:gd name="T12" fmla="*/ 37 w 69"/>
                          <a:gd name="T13" fmla="*/ 265 h 338"/>
                          <a:gd name="T14" fmla="*/ 48 w 69"/>
                          <a:gd name="T15" fmla="*/ 278 h 338"/>
                          <a:gd name="T16" fmla="*/ 59 w 69"/>
                          <a:gd name="T17" fmla="*/ 293 h 338"/>
                          <a:gd name="T18" fmla="*/ 68 w 69"/>
                          <a:gd name="T19" fmla="*/ 307 h 338"/>
                          <a:gd name="T20" fmla="*/ 69 w 69"/>
                          <a:gd name="T21" fmla="*/ 317 h 338"/>
                          <a:gd name="T22" fmla="*/ 66 w 69"/>
                          <a:gd name="T23" fmla="*/ 328 h 338"/>
                          <a:gd name="T24" fmla="*/ 55 w 69"/>
                          <a:gd name="T25" fmla="*/ 334 h 338"/>
                          <a:gd name="T26" fmla="*/ 45 w 69"/>
                          <a:gd name="T27" fmla="*/ 338 h 338"/>
                          <a:gd name="T28" fmla="*/ 34 w 69"/>
                          <a:gd name="T29" fmla="*/ 338 h 338"/>
                          <a:gd name="T30" fmla="*/ 24 w 69"/>
                          <a:gd name="T31" fmla="*/ 337 h 338"/>
                          <a:gd name="T32" fmla="*/ 0 w 69"/>
                          <a:gd name="T33" fmla="*/ 329 h 338"/>
                          <a:gd name="T34" fmla="*/ 23 w 69"/>
                          <a:gd name="T35" fmla="*/ 327 h 338"/>
                          <a:gd name="T36" fmla="*/ 33 w 69"/>
                          <a:gd name="T37" fmla="*/ 324 h 338"/>
                          <a:gd name="T38" fmla="*/ 40 w 69"/>
                          <a:gd name="T39" fmla="*/ 317 h 338"/>
                          <a:gd name="T40" fmla="*/ 33 w 69"/>
                          <a:gd name="T41" fmla="*/ 305 h 338"/>
                          <a:gd name="T42" fmla="*/ 20 w 69"/>
                          <a:gd name="T43" fmla="*/ 293 h 338"/>
                          <a:gd name="T44" fmla="*/ 6 w 69"/>
                          <a:gd name="T45" fmla="*/ 287 h 338"/>
                          <a:gd name="T46" fmla="*/ 12 w 69"/>
                          <a:gd name="T47" fmla="*/ 272 h 338"/>
                          <a:gd name="T48" fmla="*/ 14 w 69"/>
                          <a:gd name="T49" fmla="*/ 259 h 338"/>
                          <a:gd name="T50" fmla="*/ 10 w 69"/>
                          <a:gd name="T51" fmla="*/ 215 h 338"/>
                          <a:gd name="T52" fmla="*/ 6 w 69"/>
                          <a:gd name="T53" fmla="*/ 135 h 338"/>
                          <a:gd name="T54" fmla="*/ 17 w 69"/>
                          <a:gd name="T55" fmla="*/ 77 h 338"/>
                          <a:gd name="T56" fmla="*/ 20 w 69"/>
                          <a:gd name="T57" fmla="*/ 0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9" h="338">
                            <a:moveTo>
                              <a:pt x="20" y="0"/>
                            </a:moveTo>
                            <a:lnTo>
                              <a:pt x="29" y="97"/>
                            </a:lnTo>
                            <a:lnTo>
                              <a:pt x="26" y="177"/>
                            </a:lnTo>
                            <a:lnTo>
                              <a:pt x="29" y="197"/>
                            </a:lnTo>
                            <a:lnTo>
                              <a:pt x="26" y="231"/>
                            </a:lnTo>
                            <a:lnTo>
                              <a:pt x="40" y="243"/>
                            </a:lnTo>
                            <a:lnTo>
                              <a:pt x="37" y="265"/>
                            </a:lnTo>
                            <a:lnTo>
                              <a:pt x="48" y="278"/>
                            </a:lnTo>
                            <a:lnTo>
                              <a:pt x="59" y="293"/>
                            </a:lnTo>
                            <a:lnTo>
                              <a:pt x="68" y="307"/>
                            </a:lnTo>
                            <a:lnTo>
                              <a:pt x="69" y="317"/>
                            </a:lnTo>
                            <a:lnTo>
                              <a:pt x="66" y="328"/>
                            </a:lnTo>
                            <a:lnTo>
                              <a:pt x="55" y="334"/>
                            </a:lnTo>
                            <a:lnTo>
                              <a:pt x="45" y="338"/>
                            </a:lnTo>
                            <a:lnTo>
                              <a:pt x="34" y="338"/>
                            </a:lnTo>
                            <a:lnTo>
                              <a:pt x="24" y="337"/>
                            </a:lnTo>
                            <a:lnTo>
                              <a:pt x="0" y="329"/>
                            </a:lnTo>
                            <a:lnTo>
                              <a:pt x="23" y="327"/>
                            </a:lnTo>
                            <a:lnTo>
                              <a:pt x="33" y="324"/>
                            </a:lnTo>
                            <a:lnTo>
                              <a:pt x="40" y="317"/>
                            </a:lnTo>
                            <a:lnTo>
                              <a:pt x="33" y="305"/>
                            </a:lnTo>
                            <a:lnTo>
                              <a:pt x="20" y="293"/>
                            </a:lnTo>
                            <a:lnTo>
                              <a:pt x="6" y="287"/>
                            </a:lnTo>
                            <a:lnTo>
                              <a:pt x="12" y="272"/>
                            </a:lnTo>
                            <a:lnTo>
                              <a:pt x="14" y="259"/>
                            </a:lnTo>
                            <a:lnTo>
                              <a:pt x="10" y="215"/>
                            </a:lnTo>
                            <a:lnTo>
                              <a:pt x="6" y="135"/>
                            </a:lnTo>
                            <a:lnTo>
                              <a:pt x="17" y="77"/>
                            </a:lnTo>
                            <a:lnTo>
                              <a:pt x="2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8" name="Freeform 230"/>
                      <p:cNvSpPr/>
                      <p:nvPr/>
                    </p:nvSpPr>
                    <p:spPr bwMode="auto">
                      <a:xfrm>
                        <a:off x="2454" y="3138"/>
                        <a:ext cx="14" cy="18"/>
                      </a:xfrm>
                      <a:custGeom>
                        <a:avLst/>
                        <a:gdLst>
                          <a:gd name="T0" fmla="*/ 28 w 95"/>
                          <a:gd name="T1" fmla="*/ 0 h 146"/>
                          <a:gd name="T2" fmla="*/ 38 w 95"/>
                          <a:gd name="T3" fmla="*/ 17 h 146"/>
                          <a:gd name="T4" fmla="*/ 44 w 95"/>
                          <a:gd name="T5" fmla="*/ 34 h 146"/>
                          <a:gd name="T6" fmla="*/ 47 w 95"/>
                          <a:gd name="T7" fmla="*/ 52 h 146"/>
                          <a:gd name="T8" fmla="*/ 48 w 95"/>
                          <a:gd name="T9" fmla="*/ 74 h 146"/>
                          <a:gd name="T10" fmla="*/ 59 w 95"/>
                          <a:gd name="T11" fmla="*/ 78 h 146"/>
                          <a:gd name="T12" fmla="*/ 74 w 95"/>
                          <a:gd name="T13" fmla="*/ 77 h 146"/>
                          <a:gd name="T14" fmla="*/ 85 w 95"/>
                          <a:gd name="T15" fmla="*/ 69 h 146"/>
                          <a:gd name="T16" fmla="*/ 95 w 95"/>
                          <a:gd name="T17" fmla="*/ 56 h 146"/>
                          <a:gd name="T18" fmla="*/ 92 w 95"/>
                          <a:gd name="T19" fmla="*/ 73 h 146"/>
                          <a:gd name="T20" fmla="*/ 87 w 95"/>
                          <a:gd name="T21" fmla="*/ 85 h 146"/>
                          <a:gd name="T22" fmla="*/ 68 w 95"/>
                          <a:gd name="T23" fmla="*/ 107 h 146"/>
                          <a:gd name="T24" fmla="*/ 35 w 95"/>
                          <a:gd name="T25" fmla="*/ 146 h 146"/>
                          <a:gd name="T26" fmla="*/ 0 w 95"/>
                          <a:gd name="T27" fmla="*/ 74 h 146"/>
                          <a:gd name="T28" fmla="*/ 28 w 95"/>
                          <a:gd name="T29"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5" h="146">
                            <a:moveTo>
                              <a:pt x="28" y="0"/>
                            </a:moveTo>
                            <a:lnTo>
                              <a:pt x="38" y="17"/>
                            </a:lnTo>
                            <a:lnTo>
                              <a:pt x="44" y="34"/>
                            </a:lnTo>
                            <a:lnTo>
                              <a:pt x="47" y="52"/>
                            </a:lnTo>
                            <a:lnTo>
                              <a:pt x="48" y="74"/>
                            </a:lnTo>
                            <a:lnTo>
                              <a:pt x="59" y="78"/>
                            </a:lnTo>
                            <a:lnTo>
                              <a:pt x="74" y="77"/>
                            </a:lnTo>
                            <a:lnTo>
                              <a:pt x="85" y="69"/>
                            </a:lnTo>
                            <a:lnTo>
                              <a:pt x="95" y="56"/>
                            </a:lnTo>
                            <a:lnTo>
                              <a:pt x="92" y="73"/>
                            </a:lnTo>
                            <a:lnTo>
                              <a:pt x="87" y="85"/>
                            </a:lnTo>
                            <a:lnTo>
                              <a:pt x="68" y="107"/>
                            </a:lnTo>
                            <a:lnTo>
                              <a:pt x="35" y="146"/>
                            </a:lnTo>
                            <a:lnTo>
                              <a:pt x="0" y="74"/>
                            </a:lnTo>
                            <a:lnTo>
                              <a:pt x="28"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9" name="Freeform 231"/>
                      <p:cNvSpPr/>
                      <p:nvPr/>
                    </p:nvSpPr>
                    <p:spPr bwMode="auto">
                      <a:xfrm>
                        <a:off x="2426" y="3162"/>
                        <a:ext cx="25" cy="33"/>
                      </a:xfrm>
                      <a:custGeom>
                        <a:avLst/>
                        <a:gdLst>
                          <a:gd name="T0" fmla="*/ 0 w 176"/>
                          <a:gd name="T1" fmla="*/ 105 h 263"/>
                          <a:gd name="T2" fmla="*/ 23 w 176"/>
                          <a:gd name="T3" fmla="*/ 111 h 263"/>
                          <a:gd name="T4" fmla="*/ 41 w 176"/>
                          <a:gd name="T5" fmla="*/ 98 h 263"/>
                          <a:gd name="T6" fmla="*/ 58 w 176"/>
                          <a:gd name="T7" fmla="*/ 77 h 263"/>
                          <a:gd name="T8" fmla="*/ 73 w 176"/>
                          <a:gd name="T9" fmla="*/ 59 h 263"/>
                          <a:gd name="T10" fmla="*/ 83 w 176"/>
                          <a:gd name="T11" fmla="*/ 39 h 263"/>
                          <a:gd name="T12" fmla="*/ 94 w 176"/>
                          <a:gd name="T13" fmla="*/ 0 h 263"/>
                          <a:gd name="T14" fmla="*/ 95 w 176"/>
                          <a:gd name="T15" fmla="*/ 20 h 263"/>
                          <a:gd name="T16" fmla="*/ 92 w 176"/>
                          <a:gd name="T17" fmla="*/ 46 h 263"/>
                          <a:gd name="T18" fmla="*/ 83 w 176"/>
                          <a:gd name="T19" fmla="*/ 75 h 263"/>
                          <a:gd name="T20" fmla="*/ 73 w 176"/>
                          <a:gd name="T21" fmla="*/ 102 h 263"/>
                          <a:gd name="T22" fmla="*/ 79 w 176"/>
                          <a:gd name="T23" fmla="*/ 119 h 263"/>
                          <a:gd name="T24" fmla="*/ 91 w 176"/>
                          <a:gd name="T25" fmla="*/ 100 h 263"/>
                          <a:gd name="T26" fmla="*/ 108 w 176"/>
                          <a:gd name="T27" fmla="*/ 77 h 263"/>
                          <a:gd name="T28" fmla="*/ 130 w 176"/>
                          <a:gd name="T29" fmla="*/ 53 h 263"/>
                          <a:gd name="T30" fmla="*/ 153 w 176"/>
                          <a:gd name="T31" fmla="*/ 39 h 263"/>
                          <a:gd name="T32" fmla="*/ 176 w 176"/>
                          <a:gd name="T33" fmla="*/ 23 h 263"/>
                          <a:gd name="T34" fmla="*/ 51 w 176"/>
                          <a:gd name="T35" fmla="*/ 169 h 263"/>
                          <a:gd name="T36" fmla="*/ 50 w 176"/>
                          <a:gd name="T37" fmla="*/ 184 h 263"/>
                          <a:gd name="T38" fmla="*/ 47 w 176"/>
                          <a:gd name="T39" fmla="*/ 199 h 263"/>
                          <a:gd name="T40" fmla="*/ 40 w 176"/>
                          <a:gd name="T41" fmla="*/ 211 h 263"/>
                          <a:gd name="T42" fmla="*/ 31 w 176"/>
                          <a:gd name="T43" fmla="*/ 231 h 263"/>
                          <a:gd name="T44" fmla="*/ 26 w 176"/>
                          <a:gd name="T45" fmla="*/ 263 h 263"/>
                          <a:gd name="T46" fmla="*/ 23 w 176"/>
                          <a:gd name="T47" fmla="*/ 210 h 263"/>
                          <a:gd name="T48" fmla="*/ 18 w 176"/>
                          <a:gd name="T49" fmla="*/ 169 h 263"/>
                          <a:gd name="T50" fmla="*/ 8 w 176"/>
                          <a:gd name="T51" fmla="*/ 133 h 263"/>
                          <a:gd name="T52" fmla="*/ 0 w 176"/>
                          <a:gd name="T53" fmla="*/ 105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6" h="263">
                            <a:moveTo>
                              <a:pt x="0" y="105"/>
                            </a:moveTo>
                            <a:lnTo>
                              <a:pt x="23" y="111"/>
                            </a:lnTo>
                            <a:lnTo>
                              <a:pt x="41" y="98"/>
                            </a:lnTo>
                            <a:lnTo>
                              <a:pt x="58" y="77"/>
                            </a:lnTo>
                            <a:lnTo>
                              <a:pt x="73" y="59"/>
                            </a:lnTo>
                            <a:lnTo>
                              <a:pt x="83" y="39"/>
                            </a:lnTo>
                            <a:lnTo>
                              <a:pt x="94" y="0"/>
                            </a:lnTo>
                            <a:lnTo>
                              <a:pt x="95" y="20"/>
                            </a:lnTo>
                            <a:lnTo>
                              <a:pt x="92" y="46"/>
                            </a:lnTo>
                            <a:lnTo>
                              <a:pt x="83" y="75"/>
                            </a:lnTo>
                            <a:lnTo>
                              <a:pt x="73" y="102"/>
                            </a:lnTo>
                            <a:lnTo>
                              <a:pt x="79" y="119"/>
                            </a:lnTo>
                            <a:lnTo>
                              <a:pt x="91" y="100"/>
                            </a:lnTo>
                            <a:lnTo>
                              <a:pt x="108" y="77"/>
                            </a:lnTo>
                            <a:lnTo>
                              <a:pt x="130" y="53"/>
                            </a:lnTo>
                            <a:lnTo>
                              <a:pt x="153" y="39"/>
                            </a:lnTo>
                            <a:lnTo>
                              <a:pt x="176" y="23"/>
                            </a:lnTo>
                            <a:lnTo>
                              <a:pt x="51" y="169"/>
                            </a:lnTo>
                            <a:lnTo>
                              <a:pt x="50" y="184"/>
                            </a:lnTo>
                            <a:lnTo>
                              <a:pt x="47" y="199"/>
                            </a:lnTo>
                            <a:lnTo>
                              <a:pt x="40" y="211"/>
                            </a:lnTo>
                            <a:lnTo>
                              <a:pt x="31" y="231"/>
                            </a:lnTo>
                            <a:lnTo>
                              <a:pt x="26" y="263"/>
                            </a:lnTo>
                            <a:lnTo>
                              <a:pt x="23" y="210"/>
                            </a:lnTo>
                            <a:lnTo>
                              <a:pt x="18" y="169"/>
                            </a:lnTo>
                            <a:lnTo>
                              <a:pt x="8" y="133"/>
                            </a:lnTo>
                            <a:lnTo>
                              <a:pt x="0" y="105"/>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0" name="Freeform 232"/>
                      <p:cNvSpPr/>
                      <p:nvPr/>
                    </p:nvSpPr>
                    <p:spPr bwMode="auto">
                      <a:xfrm>
                        <a:off x="2415" y="3135"/>
                        <a:ext cx="14" cy="42"/>
                      </a:xfrm>
                      <a:custGeom>
                        <a:avLst/>
                        <a:gdLst>
                          <a:gd name="T0" fmla="*/ 21 w 102"/>
                          <a:gd name="T1" fmla="*/ 263 h 337"/>
                          <a:gd name="T2" fmla="*/ 39 w 102"/>
                          <a:gd name="T3" fmla="*/ 281 h 337"/>
                          <a:gd name="T4" fmla="*/ 53 w 102"/>
                          <a:gd name="T5" fmla="*/ 294 h 337"/>
                          <a:gd name="T6" fmla="*/ 69 w 102"/>
                          <a:gd name="T7" fmla="*/ 309 h 337"/>
                          <a:gd name="T8" fmla="*/ 87 w 102"/>
                          <a:gd name="T9" fmla="*/ 337 h 337"/>
                          <a:gd name="T10" fmla="*/ 95 w 102"/>
                          <a:gd name="T11" fmla="*/ 313 h 337"/>
                          <a:gd name="T12" fmla="*/ 100 w 102"/>
                          <a:gd name="T13" fmla="*/ 283 h 337"/>
                          <a:gd name="T14" fmla="*/ 102 w 102"/>
                          <a:gd name="T15" fmla="*/ 235 h 337"/>
                          <a:gd name="T16" fmla="*/ 98 w 102"/>
                          <a:gd name="T17" fmla="*/ 202 h 337"/>
                          <a:gd name="T18" fmla="*/ 87 w 102"/>
                          <a:gd name="T19" fmla="*/ 151 h 337"/>
                          <a:gd name="T20" fmla="*/ 75 w 102"/>
                          <a:gd name="T21" fmla="*/ 101 h 337"/>
                          <a:gd name="T22" fmla="*/ 65 w 102"/>
                          <a:gd name="T23" fmla="*/ 69 h 337"/>
                          <a:gd name="T24" fmla="*/ 52 w 102"/>
                          <a:gd name="T25" fmla="*/ 38 h 337"/>
                          <a:gd name="T26" fmla="*/ 31 w 102"/>
                          <a:gd name="T27" fmla="*/ 0 h 337"/>
                          <a:gd name="T28" fmla="*/ 42 w 102"/>
                          <a:gd name="T29" fmla="*/ 38 h 337"/>
                          <a:gd name="T30" fmla="*/ 50 w 102"/>
                          <a:gd name="T31" fmla="*/ 69 h 337"/>
                          <a:gd name="T32" fmla="*/ 54 w 102"/>
                          <a:gd name="T33" fmla="*/ 102 h 337"/>
                          <a:gd name="T34" fmla="*/ 59 w 102"/>
                          <a:gd name="T35" fmla="*/ 143 h 337"/>
                          <a:gd name="T36" fmla="*/ 61 w 102"/>
                          <a:gd name="T37" fmla="*/ 194 h 337"/>
                          <a:gd name="T38" fmla="*/ 58 w 102"/>
                          <a:gd name="T39" fmla="*/ 234 h 337"/>
                          <a:gd name="T40" fmla="*/ 50 w 102"/>
                          <a:gd name="T41" fmla="*/ 243 h 337"/>
                          <a:gd name="T42" fmla="*/ 39 w 102"/>
                          <a:gd name="T43" fmla="*/ 249 h 337"/>
                          <a:gd name="T44" fmla="*/ 24 w 102"/>
                          <a:gd name="T45" fmla="*/ 251 h 337"/>
                          <a:gd name="T46" fmla="*/ 0 w 102"/>
                          <a:gd name="T47" fmla="*/ 248 h 337"/>
                          <a:gd name="T48" fmla="*/ 21 w 102"/>
                          <a:gd name="T49" fmla="*/ 263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2" h="337">
                            <a:moveTo>
                              <a:pt x="21" y="263"/>
                            </a:moveTo>
                            <a:lnTo>
                              <a:pt x="39" y="281"/>
                            </a:lnTo>
                            <a:lnTo>
                              <a:pt x="53" y="294"/>
                            </a:lnTo>
                            <a:lnTo>
                              <a:pt x="69" y="309"/>
                            </a:lnTo>
                            <a:lnTo>
                              <a:pt x="87" y="337"/>
                            </a:lnTo>
                            <a:lnTo>
                              <a:pt x="95" y="313"/>
                            </a:lnTo>
                            <a:lnTo>
                              <a:pt x="100" y="283"/>
                            </a:lnTo>
                            <a:lnTo>
                              <a:pt x="102" y="235"/>
                            </a:lnTo>
                            <a:lnTo>
                              <a:pt x="98" y="202"/>
                            </a:lnTo>
                            <a:lnTo>
                              <a:pt x="87" y="151"/>
                            </a:lnTo>
                            <a:lnTo>
                              <a:pt x="75" y="101"/>
                            </a:lnTo>
                            <a:lnTo>
                              <a:pt x="65" y="69"/>
                            </a:lnTo>
                            <a:lnTo>
                              <a:pt x="52" y="38"/>
                            </a:lnTo>
                            <a:lnTo>
                              <a:pt x="31" y="0"/>
                            </a:lnTo>
                            <a:lnTo>
                              <a:pt x="42" y="38"/>
                            </a:lnTo>
                            <a:lnTo>
                              <a:pt x="50" y="69"/>
                            </a:lnTo>
                            <a:lnTo>
                              <a:pt x="54" y="102"/>
                            </a:lnTo>
                            <a:lnTo>
                              <a:pt x="59" y="143"/>
                            </a:lnTo>
                            <a:lnTo>
                              <a:pt x="61" y="194"/>
                            </a:lnTo>
                            <a:lnTo>
                              <a:pt x="58" y="234"/>
                            </a:lnTo>
                            <a:lnTo>
                              <a:pt x="50" y="243"/>
                            </a:lnTo>
                            <a:lnTo>
                              <a:pt x="39" y="249"/>
                            </a:lnTo>
                            <a:lnTo>
                              <a:pt x="24" y="251"/>
                            </a:lnTo>
                            <a:lnTo>
                              <a:pt x="0" y="248"/>
                            </a:lnTo>
                            <a:lnTo>
                              <a:pt x="21" y="26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1" name="Freeform 233"/>
                      <p:cNvSpPr/>
                      <p:nvPr/>
                    </p:nvSpPr>
                    <p:spPr bwMode="auto">
                      <a:xfrm>
                        <a:off x="2396" y="3078"/>
                        <a:ext cx="49" cy="39"/>
                      </a:xfrm>
                      <a:custGeom>
                        <a:avLst/>
                        <a:gdLst>
                          <a:gd name="T0" fmla="*/ 81 w 340"/>
                          <a:gd name="T1" fmla="*/ 10 h 316"/>
                          <a:gd name="T2" fmla="*/ 69 w 340"/>
                          <a:gd name="T3" fmla="*/ 0 h 316"/>
                          <a:gd name="T4" fmla="*/ 55 w 340"/>
                          <a:gd name="T5" fmla="*/ 1 h 316"/>
                          <a:gd name="T6" fmla="*/ 37 w 340"/>
                          <a:gd name="T7" fmla="*/ 11 h 316"/>
                          <a:gd name="T8" fmla="*/ 24 w 340"/>
                          <a:gd name="T9" fmla="*/ 22 h 316"/>
                          <a:gd name="T10" fmla="*/ 10 w 340"/>
                          <a:gd name="T11" fmla="*/ 39 h 316"/>
                          <a:gd name="T12" fmla="*/ 3 w 340"/>
                          <a:gd name="T13" fmla="*/ 55 h 316"/>
                          <a:gd name="T14" fmla="*/ 0 w 340"/>
                          <a:gd name="T15" fmla="*/ 72 h 316"/>
                          <a:gd name="T16" fmla="*/ 7 w 340"/>
                          <a:gd name="T17" fmla="*/ 77 h 316"/>
                          <a:gd name="T18" fmla="*/ 20 w 340"/>
                          <a:gd name="T19" fmla="*/ 81 h 316"/>
                          <a:gd name="T20" fmla="*/ 35 w 340"/>
                          <a:gd name="T21" fmla="*/ 82 h 316"/>
                          <a:gd name="T22" fmla="*/ 44 w 340"/>
                          <a:gd name="T23" fmla="*/ 80 h 316"/>
                          <a:gd name="T24" fmla="*/ 47 w 340"/>
                          <a:gd name="T25" fmla="*/ 94 h 316"/>
                          <a:gd name="T26" fmla="*/ 54 w 340"/>
                          <a:gd name="T27" fmla="*/ 112 h 316"/>
                          <a:gd name="T28" fmla="*/ 66 w 340"/>
                          <a:gd name="T29" fmla="*/ 127 h 316"/>
                          <a:gd name="T30" fmla="*/ 87 w 340"/>
                          <a:gd name="T31" fmla="*/ 147 h 316"/>
                          <a:gd name="T32" fmla="*/ 108 w 340"/>
                          <a:gd name="T33" fmla="*/ 163 h 316"/>
                          <a:gd name="T34" fmla="*/ 131 w 340"/>
                          <a:gd name="T35" fmla="*/ 184 h 316"/>
                          <a:gd name="T36" fmla="*/ 147 w 340"/>
                          <a:gd name="T37" fmla="*/ 208 h 316"/>
                          <a:gd name="T38" fmla="*/ 161 w 340"/>
                          <a:gd name="T39" fmla="*/ 231 h 316"/>
                          <a:gd name="T40" fmla="*/ 187 w 340"/>
                          <a:gd name="T41" fmla="*/ 244 h 316"/>
                          <a:gd name="T42" fmla="*/ 217 w 340"/>
                          <a:gd name="T43" fmla="*/ 267 h 316"/>
                          <a:gd name="T44" fmla="*/ 242 w 340"/>
                          <a:gd name="T45" fmla="*/ 282 h 316"/>
                          <a:gd name="T46" fmla="*/ 270 w 340"/>
                          <a:gd name="T47" fmla="*/ 288 h 316"/>
                          <a:gd name="T48" fmla="*/ 298 w 340"/>
                          <a:gd name="T49" fmla="*/ 298 h 316"/>
                          <a:gd name="T50" fmla="*/ 324 w 340"/>
                          <a:gd name="T51" fmla="*/ 305 h 316"/>
                          <a:gd name="T52" fmla="*/ 340 w 340"/>
                          <a:gd name="T53" fmla="*/ 316 h 316"/>
                          <a:gd name="T54" fmla="*/ 324 w 340"/>
                          <a:gd name="T55" fmla="*/ 300 h 316"/>
                          <a:gd name="T56" fmla="*/ 298 w 340"/>
                          <a:gd name="T57" fmla="*/ 288 h 316"/>
                          <a:gd name="T58" fmla="*/ 266 w 340"/>
                          <a:gd name="T59" fmla="*/ 276 h 316"/>
                          <a:gd name="T60" fmla="*/ 239 w 340"/>
                          <a:gd name="T61" fmla="*/ 267 h 316"/>
                          <a:gd name="T62" fmla="*/ 217 w 340"/>
                          <a:gd name="T63" fmla="*/ 247 h 316"/>
                          <a:gd name="T64" fmla="*/ 194 w 340"/>
                          <a:gd name="T65" fmla="*/ 233 h 316"/>
                          <a:gd name="T66" fmla="*/ 173 w 340"/>
                          <a:gd name="T67" fmla="*/ 221 h 316"/>
                          <a:gd name="T68" fmla="*/ 164 w 340"/>
                          <a:gd name="T69" fmla="*/ 199 h 316"/>
                          <a:gd name="T70" fmla="*/ 138 w 340"/>
                          <a:gd name="T71" fmla="*/ 166 h 316"/>
                          <a:gd name="T72" fmla="*/ 116 w 340"/>
                          <a:gd name="T73" fmla="*/ 150 h 316"/>
                          <a:gd name="T74" fmla="*/ 101 w 340"/>
                          <a:gd name="T75" fmla="*/ 139 h 316"/>
                          <a:gd name="T76" fmla="*/ 84 w 340"/>
                          <a:gd name="T77" fmla="*/ 122 h 316"/>
                          <a:gd name="T78" fmla="*/ 70 w 340"/>
                          <a:gd name="T79" fmla="*/ 105 h 316"/>
                          <a:gd name="T80" fmla="*/ 63 w 340"/>
                          <a:gd name="T81" fmla="*/ 86 h 316"/>
                          <a:gd name="T82" fmla="*/ 60 w 340"/>
                          <a:gd name="T83" fmla="*/ 64 h 316"/>
                          <a:gd name="T84" fmla="*/ 63 w 340"/>
                          <a:gd name="T85" fmla="*/ 45 h 316"/>
                          <a:gd name="T86" fmla="*/ 72 w 340"/>
                          <a:gd name="T87" fmla="*/ 25 h 316"/>
                          <a:gd name="T88" fmla="*/ 81 w 340"/>
                          <a:gd name="T89" fmla="*/ 1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40" h="316">
                            <a:moveTo>
                              <a:pt x="81" y="10"/>
                            </a:moveTo>
                            <a:lnTo>
                              <a:pt x="69" y="0"/>
                            </a:lnTo>
                            <a:lnTo>
                              <a:pt x="55" y="1"/>
                            </a:lnTo>
                            <a:lnTo>
                              <a:pt x="37" y="11"/>
                            </a:lnTo>
                            <a:lnTo>
                              <a:pt x="24" y="22"/>
                            </a:lnTo>
                            <a:lnTo>
                              <a:pt x="10" y="39"/>
                            </a:lnTo>
                            <a:lnTo>
                              <a:pt x="3" y="55"/>
                            </a:lnTo>
                            <a:lnTo>
                              <a:pt x="0" y="72"/>
                            </a:lnTo>
                            <a:lnTo>
                              <a:pt x="7" y="77"/>
                            </a:lnTo>
                            <a:lnTo>
                              <a:pt x="20" y="81"/>
                            </a:lnTo>
                            <a:lnTo>
                              <a:pt x="35" y="82"/>
                            </a:lnTo>
                            <a:lnTo>
                              <a:pt x="44" y="80"/>
                            </a:lnTo>
                            <a:lnTo>
                              <a:pt x="47" y="94"/>
                            </a:lnTo>
                            <a:lnTo>
                              <a:pt x="54" y="112"/>
                            </a:lnTo>
                            <a:lnTo>
                              <a:pt x="66" y="127"/>
                            </a:lnTo>
                            <a:lnTo>
                              <a:pt x="87" y="147"/>
                            </a:lnTo>
                            <a:lnTo>
                              <a:pt x="108" y="163"/>
                            </a:lnTo>
                            <a:lnTo>
                              <a:pt x="131" y="184"/>
                            </a:lnTo>
                            <a:lnTo>
                              <a:pt x="147" y="208"/>
                            </a:lnTo>
                            <a:lnTo>
                              <a:pt x="161" y="231"/>
                            </a:lnTo>
                            <a:lnTo>
                              <a:pt x="187" y="244"/>
                            </a:lnTo>
                            <a:lnTo>
                              <a:pt x="217" y="267"/>
                            </a:lnTo>
                            <a:lnTo>
                              <a:pt x="242" y="282"/>
                            </a:lnTo>
                            <a:lnTo>
                              <a:pt x="270" y="288"/>
                            </a:lnTo>
                            <a:lnTo>
                              <a:pt x="298" y="298"/>
                            </a:lnTo>
                            <a:lnTo>
                              <a:pt x="324" y="305"/>
                            </a:lnTo>
                            <a:lnTo>
                              <a:pt x="340" y="316"/>
                            </a:lnTo>
                            <a:lnTo>
                              <a:pt x="324" y="300"/>
                            </a:lnTo>
                            <a:lnTo>
                              <a:pt x="298" y="288"/>
                            </a:lnTo>
                            <a:lnTo>
                              <a:pt x="266" y="276"/>
                            </a:lnTo>
                            <a:lnTo>
                              <a:pt x="239" y="267"/>
                            </a:lnTo>
                            <a:lnTo>
                              <a:pt x="217" y="247"/>
                            </a:lnTo>
                            <a:lnTo>
                              <a:pt x="194" y="233"/>
                            </a:lnTo>
                            <a:lnTo>
                              <a:pt x="173" y="221"/>
                            </a:lnTo>
                            <a:lnTo>
                              <a:pt x="164" y="199"/>
                            </a:lnTo>
                            <a:lnTo>
                              <a:pt x="138" y="166"/>
                            </a:lnTo>
                            <a:lnTo>
                              <a:pt x="116" y="150"/>
                            </a:lnTo>
                            <a:lnTo>
                              <a:pt x="101" y="139"/>
                            </a:lnTo>
                            <a:lnTo>
                              <a:pt x="84" y="122"/>
                            </a:lnTo>
                            <a:lnTo>
                              <a:pt x="70" y="105"/>
                            </a:lnTo>
                            <a:lnTo>
                              <a:pt x="63" y="86"/>
                            </a:lnTo>
                            <a:lnTo>
                              <a:pt x="60" y="64"/>
                            </a:lnTo>
                            <a:lnTo>
                              <a:pt x="63" y="45"/>
                            </a:lnTo>
                            <a:lnTo>
                              <a:pt x="72" y="25"/>
                            </a:lnTo>
                            <a:lnTo>
                              <a:pt x="81" y="1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2" name="Freeform 234"/>
                      <p:cNvSpPr/>
                      <p:nvPr/>
                    </p:nvSpPr>
                    <p:spPr bwMode="auto">
                      <a:xfrm>
                        <a:off x="2429" y="3101"/>
                        <a:ext cx="17" cy="10"/>
                      </a:xfrm>
                      <a:custGeom>
                        <a:avLst/>
                        <a:gdLst>
                          <a:gd name="T0" fmla="*/ 0 w 120"/>
                          <a:gd name="T1" fmla="*/ 0 h 83"/>
                          <a:gd name="T2" fmla="*/ 24 w 120"/>
                          <a:gd name="T3" fmla="*/ 20 h 83"/>
                          <a:gd name="T4" fmla="*/ 45 w 120"/>
                          <a:gd name="T5" fmla="*/ 32 h 83"/>
                          <a:gd name="T6" fmla="*/ 66 w 120"/>
                          <a:gd name="T7" fmla="*/ 42 h 83"/>
                          <a:gd name="T8" fmla="*/ 90 w 120"/>
                          <a:gd name="T9" fmla="*/ 45 h 83"/>
                          <a:gd name="T10" fmla="*/ 117 w 120"/>
                          <a:gd name="T11" fmla="*/ 43 h 83"/>
                          <a:gd name="T12" fmla="*/ 120 w 120"/>
                          <a:gd name="T13" fmla="*/ 83 h 83"/>
                          <a:gd name="T14" fmla="*/ 95 w 120"/>
                          <a:gd name="T15" fmla="*/ 81 h 83"/>
                          <a:gd name="T16" fmla="*/ 69 w 120"/>
                          <a:gd name="T17" fmla="*/ 73 h 83"/>
                          <a:gd name="T18" fmla="*/ 48 w 120"/>
                          <a:gd name="T19" fmla="*/ 60 h 83"/>
                          <a:gd name="T20" fmla="*/ 32 w 120"/>
                          <a:gd name="T21" fmla="*/ 46 h 83"/>
                          <a:gd name="T22" fmla="*/ 15 w 120"/>
                          <a:gd name="T23" fmla="*/ 23 h 83"/>
                          <a:gd name="T24" fmla="*/ 0 w 120"/>
                          <a:gd name="T25"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0" h="83">
                            <a:moveTo>
                              <a:pt x="0" y="0"/>
                            </a:moveTo>
                            <a:lnTo>
                              <a:pt x="24" y="20"/>
                            </a:lnTo>
                            <a:lnTo>
                              <a:pt x="45" y="32"/>
                            </a:lnTo>
                            <a:lnTo>
                              <a:pt x="66" y="42"/>
                            </a:lnTo>
                            <a:lnTo>
                              <a:pt x="90" y="45"/>
                            </a:lnTo>
                            <a:lnTo>
                              <a:pt x="117" y="43"/>
                            </a:lnTo>
                            <a:lnTo>
                              <a:pt x="120" y="83"/>
                            </a:lnTo>
                            <a:lnTo>
                              <a:pt x="95" y="81"/>
                            </a:lnTo>
                            <a:lnTo>
                              <a:pt x="69" y="73"/>
                            </a:lnTo>
                            <a:lnTo>
                              <a:pt x="48" y="60"/>
                            </a:lnTo>
                            <a:lnTo>
                              <a:pt x="32" y="46"/>
                            </a:lnTo>
                            <a:lnTo>
                              <a:pt x="15" y="23"/>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3" name="Freeform 235"/>
                      <p:cNvSpPr/>
                      <p:nvPr/>
                    </p:nvSpPr>
                    <p:spPr bwMode="auto">
                      <a:xfrm>
                        <a:off x="2360" y="3155"/>
                        <a:ext cx="16" cy="21"/>
                      </a:xfrm>
                      <a:custGeom>
                        <a:avLst/>
                        <a:gdLst>
                          <a:gd name="T0" fmla="*/ 0 w 114"/>
                          <a:gd name="T1" fmla="*/ 0 h 167"/>
                          <a:gd name="T2" fmla="*/ 37 w 114"/>
                          <a:gd name="T3" fmla="*/ 16 h 167"/>
                          <a:gd name="T4" fmla="*/ 82 w 114"/>
                          <a:gd name="T5" fmla="*/ 39 h 167"/>
                          <a:gd name="T6" fmla="*/ 114 w 114"/>
                          <a:gd name="T7" fmla="*/ 63 h 167"/>
                          <a:gd name="T8" fmla="*/ 108 w 114"/>
                          <a:gd name="T9" fmla="*/ 108 h 167"/>
                          <a:gd name="T10" fmla="*/ 112 w 114"/>
                          <a:gd name="T11" fmla="*/ 167 h 167"/>
                          <a:gd name="T12" fmla="*/ 87 w 114"/>
                          <a:gd name="T13" fmla="*/ 161 h 167"/>
                          <a:gd name="T14" fmla="*/ 69 w 114"/>
                          <a:gd name="T15" fmla="*/ 148 h 167"/>
                          <a:gd name="T16" fmla="*/ 47 w 114"/>
                          <a:gd name="T17" fmla="*/ 120 h 167"/>
                          <a:gd name="T18" fmla="*/ 33 w 114"/>
                          <a:gd name="T19" fmla="*/ 92 h 167"/>
                          <a:gd name="T20" fmla="*/ 27 w 114"/>
                          <a:gd name="T21" fmla="*/ 61 h 167"/>
                          <a:gd name="T22" fmla="*/ 16 w 114"/>
                          <a:gd name="T23" fmla="*/ 25 h 167"/>
                          <a:gd name="T24" fmla="*/ 0 w 114"/>
                          <a:gd name="T25"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67">
                            <a:moveTo>
                              <a:pt x="0" y="0"/>
                            </a:moveTo>
                            <a:lnTo>
                              <a:pt x="37" y="16"/>
                            </a:lnTo>
                            <a:lnTo>
                              <a:pt x="82" y="39"/>
                            </a:lnTo>
                            <a:lnTo>
                              <a:pt x="114" y="63"/>
                            </a:lnTo>
                            <a:lnTo>
                              <a:pt x="108" y="108"/>
                            </a:lnTo>
                            <a:lnTo>
                              <a:pt x="112" y="167"/>
                            </a:lnTo>
                            <a:lnTo>
                              <a:pt x="87" y="161"/>
                            </a:lnTo>
                            <a:lnTo>
                              <a:pt x="69" y="148"/>
                            </a:lnTo>
                            <a:lnTo>
                              <a:pt x="47" y="120"/>
                            </a:lnTo>
                            <a:lnTo>
                              <a:pt x="33" y="92"/>
                            </a:lnTo>
                            <a:lnTo>
                              <a:pt x="27" y="61"/>
                            </a:lnTo>
                            <a:lnTo>
                              <a:pt x="16" y="25"/>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4" name="Freeform 236"/>
                      <p:cNvSpPr/>
                      <p:nvPr/>
                    </p:nvSpPr>
                    <p:spPr bwMode="auto">
                      <a:xfrm>
                        <a:off x="2404" y="3160"/>
                        <a:ext cx="23" cy="30"/>
                      </a:xfrm>
                      <a:custGeom>
                        <a:avLst/>
                        <a:gdLst>
                          <a:gd name="T0" fmla="*/ 0 w 161"/>
                          <a:gd name="T1" fmla="*/ 0 h 245"/>
                          <a:gd name="T2" fmla="*/ 29 w 161"/>
                          <a:gd name="T3" fmla="*/ 19 h 245"/>
                          <a:gd name="T4" fmla="*/ 54 w 161"/>
                          <a:gd name="T5" fmla="*/ 36 h 245"/>
                          <a:gd name="T6" fmla="*/ 79 w 161"/>
                          <a:gd name="T7" fmla="*/ 59 h 245"/>
                          <a:gd name="T8" fmla="*/ 101 w 161"/>
                          <a:gd name="T9" fmla="*/ 80 h 245"/>
                          <a:gd name="T10" fmla="*/ 119 w 161"/>
                          <a:gd name="T11" fmla="*/ 101 h 245"/>
                          <a:gd name="T12" fmla="*/ 133 w 161"/>
                          <a:gd name="T13" fmla="*/ 130 h 245"/>
                          <a:gd name="T14" fmla="*/ 139 w 161"/>
                          <a:gd name="T15" fmla="*/ 163 h 245"/>
                          <a:gd name="T16" fmla="*/ 136 w 161"/>
                          <a:gd name="T17" fmla="*/ 210 h 245"/>
                          <a:gd name="T18" fmla="*/ 128 w 161"/>
                          <a:gd name="T19" fmla="*/ 245 h 245"/>
                          <a:gd name="T20" fmla="*/ 156 w 161"/>
                          <a:gd name="T21" fmla="*/ 234 h 245"/>
                          <a:gd name="T22" fmla="*/ 160 w 161"/>
                          <a:gd name="T23" fmla="*/ 203 h 245"/>
                          <a:gd name="T24" fmla="*/ 161 w 161"/>
                          <a:gd name="T25" fmla="*/ 172 h 245"/>
                          <a:gd name="T26" fmla="*/ 158 w 161"/>
                          <a:gd name="T27" fmla="*/ 143 h 245"/>
                          <a:gd name="T28" fmla="*/ 149 w 161"/>
                          <a:gd name="T29" fmla="*/ 119 h 245"/>
                          <a:gd name="T30" fmla="*/ 137 w 161"/>
                          <a:gd name="T31" fmla="*/ 95 h 245"/>
                          <a:gd name="T32" fmla="*/ 118 w 161"/>
                          <a:gd name="T33" fmla="*/ 73 h 245"/>
                          <a:gd name="T34" fmla="*/ 97 w 161"/>
                          <a:gd name="T35" fmla="*/ 55 h 245"/>
                          <a:gd name="T36" fmla="*/ 73 w 161"/>
                          <a:gd name="T37" fmla="*/ 36 h 245"/>
                          <a:gd name="T38" fmla="*/ 49 w 161"/>
                          <a:gd name="T39" fmla="*/ 20 h 245"/>
                          <a:gd name="T40" fmla="*/ 24 w 161"/>
                          <a:gd name="T41" fmla="*/ 7 h 245"/>
                          <a:gd name="T42" fmla="*/ 0 w 161"/>
                          <a:gd name="T43"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1" h="245">
                            <a:moveTo>
                              <a:pt x="0" y="0"/>
                            </a:moveTo>
                            <a:lnTo>
                              <a:pt x="29" y="19"/>
                            </a:lnTo>
                            <a:lnTo>
                              <a:pt x="54" y="36"/>
                            </a:lnTo>
                            <a:lnTo>
                              <a:pt x="79" y="59"/>
                            </a:lnTo>
                            <a:lnTo>
                              <a:pt x="101" y="80"/>
                            </a:lnTo>
                            <a:lnTo>
                              <a:pt x="119" y="101"/>
                            </a:lnTo>
                            <a:lnTo>
                              <a:pt x="133" y="130"/>
                            </a:lnTo>
                            <a:lnTo>
                              <a:pt x="139" y="163"/>
                            </a:lnTo>
                            <a:lnTo>
                              <a:pt x="136" y="210"/>
                            </a:lnTo>
                            <a:lnTo>
                              <a:pt x="128" y="245"/>
                            </a:lnTo>
                            <a:lnTo>
                              <a:pt x="156" y="234"/>
                            </a:lnTo>
                            <a:lnTo>
                              <a:pt x="160" y="203"/>
                            </a:lnTo>
                            <a:lnTo>
                              <a:pt x="161" y="172"/>
                            </a:lnTo>
                            <a:lnTo>
                              <a:pt x="158" y="143"/>
                            </a:lnTo>
                            <a:lnTo>
                              <a:pt x="149" y="119"/>
                            </a:lnTo>
                            <a:lnTo>
                              <a:pt x="137" y="95"/>
                            </a:lnTo>
                            <a:lnTo>
                              <a:pt x="118" y="73"/>
                            </a:lnTo>
                            <a:lnTo>
                              <a:pt x="97" y="55"/>
                            </a:lnTo>
                            <a:lnTo>
                              <a:pt x="73" y="36"/>
                            </a:lnTo>
                            <a:lnTo>
                              <a:pt x="49" y="20"/>
                            </a:lnTo>
                            <a:lnTo>
                              <a:pt x="24" y="7"/>
                            </a:lnTo>
                            <a:lnTo>
                              <a:pt x="0"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5" name="Freeform 237"/>
                      <p:cNvSpPr/>
                      <p:nvPr/>
                    </p:nvSpPr>
                    <p:spPr bwMode="auto">
                      <a:xfrm>
                        <a:off x="2436" y="3125"/>
                        <a:ext cx="14" cy="20"/>
                      </a:xfrm>
                      <a:custGeom>
                        <a:avLst/>
                        <a:gdLst>
                          <a:gd name="T0" fmla="*/ 0 w 96"/>
                          <a:gd name="T1" fmla="*/ 0 h 160"/>
                          <a:gd name="T2" fmla="*/ 16 w 96"/>
                          <a:gd name="T3" fmla="*/ 31 h 160"/>
                          <a:gd name="T4" fmla="*/ 27 w 96"/>
                          <a:gd name="T5" fmla="*/ 51 h 160"/>
                          <a:gd name="T6" fmla="*/ 45 w 96"/>
                          <a:gd name="T7" fmla="*/ 71 h 160"/>
                          <a:gd name="T8" fmla="*/ 69 w 96"/>
                          <a:gd name="T9" fmla="*/ 97 h 160"/>
                          <a:gd name="T10" fmla="*/ 96 w 96"/>
                          <a:gd name="T11" fmla="*/ 122 h 160"/>
                          <a:gd name="T12" fmla="*/ 93 w 96"/>
                          <a:gd name="T13" fmla="*/ 160 h 160"/>
                          <a:gd name="T14" fmla="*/ 74 w 96"/>
                          <a:gd name="T15" fmla="*/ 153 h 160"/>
                          <a:gd name="T16" fmla="*/ 50 w 96"/>
                          <a:gd name="T17" fmla="*/ 132 h 160"/>
                          <a:gd name="T18" fmla="*/ 28 w 96"/>
                          <a:gd name="T19" fmla="*/ 104 h 160"/>
                          <a:gd name="T20" fmla="*/ 14 w 96"/>
                          <a:gd name="T21" fmla="*/ 69 h 160"/>
                          <a:gd name="T22" fmla="*/ 7 w 96"/>
                          <a:gd name="T23" fmla="*/ 42 h 160"/>
                          <a:gd name="T24" fmla="*/ 0 w 96"/>
                          <a:gd name="T2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 h="160">
                            <a:moveTo>
                              <a:pt x="0" y="0"/>
                            </a:moveTo>
                            <a:lnTo>
                              <a:pt x="16" y="31"/>
                            </a:lnTo>
                            <a:lnTo>
                              <a:pt x="27" y="51"/>
                            </a:lnTo>
                            <a:lnTo>
                              <a:pt x="45" y="71"/>
                            </a:lnTo>
                            <a:lnTo>
                              <a:pt x="69" y="97"/>
                            </a:lnTo>
                            <a:lnTo>
                              <a:pt x="96" y="122"/>
                            </a:lnTo>
                            <a:lnTo>
                              <a:pt x="93" y="160"/>
                            </a:lnTo>
                            <a:lnTo>
                              <a:pt x="74" y="153"/>
                            </a:lnTo>
                            <a:lnTo>
                              <a:pt x="50" y="132"/>
                            </a:lnTo>
                            <a:lnTo>
                              <a:pt x="28" y="104"/>
                            </a:lnTo>
                            <a:lnTo>
                              <a:pt x="14" y="69"/>
                            </a:lnTo>
                            <a:lnTo>
                              <a:pt x="7" y="42"/>
                            </a:lnTo>
                            <a:lnTo>
                              <a:pt x="0"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6" name="Freeform 238"/>
                      <p:cNvSpPr/>
                      <p:nvPr/>
                    </p:nvSpPr>
                    <p:spPr bwMode="auto">
                      <a:xfrm>
                        <a:off x="2446" y="3146"/>
                        <a:ext cx="9" cy="23"/>
                      </a:xfrm>
                      <a:custGeom>
                        <a:avLst/>
                        <a:gdLst>
                          <a:gd name="T0" fmla="*/ 7 w 63"/>
                          <a:gd name="T1" fmla="*/ 0 h 182"/>
                          <a:gd name="T2" fmla="*/ 3 w 63"/>
                          <a:gd name="T3" fmla="*/ 52 h 182"/>
                          <a:gd name="T4" fmla="*/ 1 w 63"/>
                          <a:gd name="T5" fmla="*/ 87 h 182"/>
                          <a:gd name="T6" fmla="*/ 0 w 63"/>
                          <a:gd name="T7" fmla="*/ 121 h 182"/>
                          <a:gd name="T8" fmla="*/ 2 w 63"/>
                          <a:gd name="T9" fmla="*/ 150 h 182"/>
                          <a:gd name="T10" fmla="*/ 5 w 63"/>
                          <a:gd name="T11" fmla="*/ 182 h 182"/>
                          <a:gd name="T12" fmla="*/ 26 w 63"/>
                          <a:gd name="T13" fmla="*/ 157 h 182"/>
                          <a:gd name="T14" fmla="*/ 63 w 63"/>
                          <a:gd name="T15" fmla="*/ 62 h 182"/>
                          <a:gd name="T16" fmla="*/ 7 w 63"/>
                          <a:gd name="T17"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182">
                            <a:moveTo>
                              <a:pt x="7" y="0"/>
                            </a:moveTo>
                            <a:lnTo>
                              <a:pt x="3" y="52"/>
                            </a:lnTo>
                            <a:lnTo>
                              <a:pt x="1" y="87"/>
                            </a:lnTo>
                            <a:lnTo>
                              <a:pt x="0" y="121"/>
                            </a:lnTo>
                            <a:lnTo>
                              <a:pt x="2" y="150"/>
                            </a:lnTo>
                            <a:lnTo>
                              <a:pt x="5" y="182"/>
                            </a:lnTo>
                            <a:lnTo>
                              <a:pt x="26" y="157"/>
                            </a:lnTo>
                            <a:lnTo>
                              <a:pt x="63" y="62"/>
                            </a:lnTo>
                            <a:lnTo>
                              <a:pt x="7"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7" name="Freeform 239"/>
                      <p:cNvSpPr/>
                      <p:nvPr/>
                    </p:nvSpPr>
                    <p:spPr bwMode="auto">
                      <a:xfrm>
                        <a:off x="2492" y="3100"/>
                        <a:ext cx="30" cy="21"/>
                      </a:xfrm>
                      <a:custGeom>
                        <a:avLst/>
                        <a:gdLst>
                          <a:gd name="T0" fmla="*/ 0 w 211"/>
                          <a:gd name="T1" fmla="*/ 163 h 165"/>
                          <a:gd name="T2" fmla="*/ 12 w 211"/>
                          <a:gd name="T3" fmla="*/ 143 h 165"/>
                          <a:gd name="T4" fmla="*/ 25 w 211"/>
                          <a:gd name="T5" fmla="*/ 120 h 165"/>
                          <a:gd name="T6" fmla="*/ 41 w 211"/>
                          <a:gd name="T7" fmla="*/ 99 h 165"/>
                          <a:gd name="T8" fmla="*/ 58 w 211"/>
                          <a:gd name="T9" fmla="*/ 88 h 165"/>
                          <a:gd name="T10" fmla="*/ 81 w 211"/>
                          <a:gd name="T11" fmla="*/ 75 h 165"/>
                          <a:gd name="T12" fmla="*/ 91 w 211"/>
                          <a:gd name="T13" fmla="*/ 64 h 165"/>
                          <a:gd name="T14" fmla="*/ 97 w 211"/>
                          <a:gd name="T15" fmla="*/ 45 h 165"/>
                          <a:gd name="T16" fmla="*/ 110 w 211"/>
                          <a:gd name="T17" fmla="*/ 37 h 165"/>
                          <a:gd name="T18" fmla="*/ 125 w 211"/>
                          <a:gd name="T19" fmla="*/ 28 h 165"/>
                          <a:gd name="T20" fmla="*/ 142 w 211"/>
                          <a:gd name="T21" fmla="*/ 18 h 165"/>
                          <a:gd name="T22" fmla="*/ 176 w 211"/>
                          <a:gd name="T23" fmla="*/ 0 h 165"/>
                          <a:gd name="T24" fmla="*/ 151 w 211"/>
                          <a:gd name="T25" fmla="*/ 20 h 165"/>
                          <a:gd name="T26" fmla="*/ 132 w 211"/>
                          <a:gd name="T27" fmla="*/ 33 h 165"/>
                          <a:gd name="T28" fmla="*/ 120 w 211"/>
                          <a:gd name="T29" fmla="*/ 46 h 165"/>
                          <a:gd name="T30" fmla="*/ 109 w 211"/>
                          <a:gd name="T31" fmla="*/ 60 h 165"/>
                          <a:gd name="T32" fmla="*/ 124 w 211"/>
                          <a:gd name="T33" fmla="*/ 59 h 165"/>
                          <a:gd name="T34" fmla="*/ 149 w 211"/>
                          <a:gd name="T35" fmla="*/ 60 h 165"/>
                          <a:gd name="T36" fmla="*/ 173 w 211"/>
                          <a:gd name="T37" fmla="*/ 65 h 165"/>
                          <a:gd name="T38" fmla="*/ 190 w 211"/>
                          <a:gd name="T39" fmla="*/ 75 h 165"/>
                          <a:gd name="T40" fmla="*/ 201 w 211"/>
                          <a:gd name="T41" fmla="*/ 82 h 165"/>
                          <a:gd name="T42" fmla="*/ 209 w 211"/>
                          <a:gd name="T43" fmla="*/ 96 h 165"/>
                          <a:gd name="T44" fmla="*/ 211 w 211"/>
                          <a:gd name="T45" fmla="*/ 117 h 165"/>
                          <a:gd name="T46" fmla="*/ 202 w 211"/>
                          <a:gd name="T47" fmla="*/ 101 h 165"/>
                          <a:gd name="T48" fmla="*/ 188 w 211"/>
                          <a:gd name="T49" fmla="*/ 87 h 165"/>
                          <a:gd name="T50" fmla="*/ 174 w 211"/>
                          <a:gd name="T51" fmla="*/ 80 h 165"/>
                          <a:gd name="T52" fmla="*/ 157 w 211"/>
                          <a:gd name="T53" fmla="*/ 76 h 165"/>
                          <a:gd name="T54" fmla="*/ 138 w 211"/>
                          <a:gd name="T55" fmla="*/ 74 h 165"/>
                          <a:gd name="T56" fmla="*/ 120 w 211"/>
                          <a:gd name="T57" fmla="*/ 75 h 165"/>
                          <a:gd name="T58" fmla="*/ 104 w 211"/>
                          <a:gd name="T59" fmla="*/ 78 h 165"/>
                          <a:gd name="T60" fmla="*/ 88 w 211"/>
                          <a:gd name="T61" fmla="*/ 85 h 165"/>
                          <a:gd name="T62" fmla="*/ 77 w 211"/>
                          <a:gd name="T63" fmla="*/ 95 h 165"/>
                          <a:gd name="T64" fmla="*/ 82 w 211"/>
                          <a:gd name="T65" fmla="*/ 103 h 165"/>
                          <a:gd name="T66" fmla="*/ 86 w 211"/>
                          <a:gd name="T67" fmla="*/ 114 h 165"/>
                          <a:gd name="T68" fmla="*/ 76 w 211"/>
                          <a:gd name="T69" fmla="*/ 111 h 165"/>
                          <a:gd name="T70" fmla="*/ 64 w 211"/>
                          <a:gd name="T71" fmla="*/ 105 h 165"/>
                          <a:gd name="T72" fmla="*/ 71 w 211"/>
                          <a:gd name="T73" fmla="*/ 116 h 165"/>
                          <a:gd name="T74" fmla="*/ 74 w 211"/>
                          <a:gd name="T75" fmla="*/ 126 h 165"/>
                          <a:gd name="T76" fmla="*/ 58 w 211"/>
                          <a:gd name="T77" fmla="*/ 125 h 165"/>
                          <a:gd name="T78" fmla="*/ 46 w 211"/>
                          <a:gd name="T79" fmla="*/ 123 h 165"/>
                          <a:gd name="T80" fmla="*/ 37 w 211"/>
                          <a:gd name="T81" fmla="*/ 137 h 165"/>
                          <a:gd name="T82" fmla="*/ 20 w 211"/>
                          <a:gd name="T83" fmla="*/ 145 h 165"/>
                          <a:gd name="T84" fmla="*/ 4 w 211"/>
                          <a:gd name="T85" fmla="*/ 165 h 165"/>
                          <a:gd name="T86" fmla="*/ 0 w 211"/>
                          <a:gd name="T87" fmla="*/ 163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1" h="165">
                            <a:moveTo>
                              <a:pt x="0" y="163"/>
                            </a:moveTo>
                            <a:lnTo>
                              <a:pt x="12" y="143"/>
                            </a:lnTo>
                            <a:lnTo>
                              <a:pt x="25" y="120"/>
                            </a:lnTo>
                            <a:lnTo>
                              <a:pt x="41" y="99"/>
                            </a:lnTo>
                            <a:lnTo>
                              <a:pt x="58" y="88"/>
                            </a:lnTo>
                            <a:lnTo>
                              <a:pt x="81" y="75"/>
                            </a:lnTo>
                            <a:lnTo>
                              <a:pt x="91" y="64"/>
                            </a:lnTo>
                            <a:lnTo>
                              <a:pt x="97" y="45"/>
                            </a:lnTo>
                            <a:lnTo>
                              <a:pt x="110" y="37"/>
                            </a:lnTo>
                            <a:lnTo>
                              <a:pt x="125" y="28"/>
                            </a:lnTo>
                            <a:lnTo>
                              <a:pt x="142" y="18"/>
                            </a:lnTo>
                            <a:lnTo>
                              <a:pt x="176" y="0"/>
                            </a:lnTo>
                            <a:lnTo>
                              <a:pt x="151" y="20"/>
                            </a:lnTo>
                            <a:lnTo>
                              <a:pt x="132" y="33"/>
                            </a:lnTo>
                            <a:lnTo>
                              <a:pt x="120" y="46"/>
                            </a:lnTo>
                            <a:lnTo>
                              <a:pt x="109" y="60"/>
                            </a:lnTo>
                            <a:lnTo>
                              <a:pt x="124" y="59"/>
                            </a:lnTo>
                            <a:lnTo>
                              <a:pt x="149" y="60"/>
                            </a:lnTo>
                            <a:lnTo>
                              <a:pt x="173" y="65"/>
                            </a:lnTo>
                            <a:lnTo>
                              <a:pt x="190" y="75"/>
                            </a:lnTo>
                            <a:lnTo>
                              <a:pt x="201" y="82"/>
                            </a:lnTo>
                            <a:lnTo>
                              <a:pt x="209" y="96"/>
                            </a:lnTo>
                            <a:lnTo>
                              <a:pt x="211" y="117"/>
                            </a:lnTo>
                            <a:lnTo>
                              <a:pt x="202" y="101"/>
                            </a:lnTo>
                            <a:lnTo>
                              <a:pt x="188" y="87"/>
                            </a:lnTo>
                            <a:lnTo>
                              <a:pt x="174" y="80"/>
                            </a:lnTo>
                            <a:lnTo>
                              <a:pt x="157" y="76"/>
                            </a:lnTo>
                            <a:lnTo>
                              <a:pt x="138" y="74"/>
                            </a:lnTo>
                            <a:lnTo>
                              <a:pt x="120" y="75"/>
                            </a:lnTo>
                            <a:lnTo>
                              <a:pt x="104" y="78"/>
                            </a:lnTo>
                            <a:lnTo>
                              <a:pt x="88" y="85"/>
                            </a:lnTo>
                            <a:lnTo>
                              <a:pt x="77" y="95"/>
                            </a:lnTo>
                            <a:lnTo>
                              <a:pt x="82" y="103"/>
                            </a:lnTo>
                            <a:lnTo>
                              <a:pt x="86" y="114"/>
                            </a:lnTo>
                            <a:lnTo>
                              <a:pt x="76" y="111"/>
                            </a:lnTo>
                            <a:lnTo>
                              <a:pt x="64" y="105"/>
                            </a:lnTo>
                            <a:lnTo>
                              <a:pt x="71" y="116"/>
                            </a:lnTo>
                            <a:lnTo>
                              <a:pt x="74" y="126"/>
                            </a:lnTo>
                            <a:lnTo>
                              <a:pt x="58" y="125"/>
                            </a:lnTo>
                            <a:lnTo>
                              <a:pt x="46" y="123"/>
                            </a:lnTo>
                            <a:lnTo>
                              <a:pt x="37" y="137"/>
                            </a:lnTo>
                            <a:lnTo>
                              <a:pt x="20" y="145"/>
                            </a:lnTo>
                            <a:lnTo>
                              <a:pt x="4" y="165"/>
                            </a:lnTo>
                            <a:lnTo>
                              <a:pt x="0" y="16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8" name="Freeform 240"/>
                      <p:cNvSpPr/>
                      <p:nvPr/>
                    </p:nvSpPr>
                    <p:spPr bwMode="auto">
                      <a:xfrm>
                        <a:off x="2488" y="3120"/>
                        <a:ext cx="14" cy="8"/>
                      </a:xfrm>
                      <a:custGeom>
                        <a:avLst/>
                        <a:gdLst>
                          <a:gd name="T0" fmla="*/ 26 w 93"/>
                          <a:gd name="T1" fmla="*/ 4 h 64"/>
                          <a:gd name="T2" fmla="*/ 20 w 93"/>
                          <a:gd name="T3" fmla="*/ 21 h 64"/>
                          <a:gd name="T4" fmla="*/ 16 w 93"/>
                          <a:gd name="T5" fmla="*/ 34 h 64"/>
                          <a:gd name="T6" fmla="*/ 14 w 93"/>
                          <a:gd name="T7" fmla="*/ 47 h 64"/>
                          <a:gd name="T8" fmla="*/ 0 w 93"/>
                          <a:gd name="T9" fmla="*/ 64 h 64"/>
                          <a:gd name="T10" fmla="*/ 14 w 93"/>
                          <a:gd name="T11" fmla="*/ 61 h 64"/>
                          <a:gd name="T12" fmla="*/ 25 w 93"/>
                          <a:gd name="T13" fmla="*/ 54 h 64"/>
                          <a:gd name="T14" fmla="*/ 38 w 93"/>
                          <a:gd name="T15" fmla="*/ 34 h 64"/>
                          <a:gd name="T16" fmla="*/ 54 w 93"/>
                          <a:gd name="T17" fmla="*/ 24 h 64"/>
                          <a:gd name="T18" fmla="*/ 72 w 93"/>
                          <a:gd name="T19" fmla="*/ 19 h 64"/>
                          <a:gd name="T20" fmla="*/ 93 w 93"/>
                          <a:gd name="T21" fmla="*/ 22 h 64"/>
                          <a:gd name="T22" fmla="*/ 79 w 93"/>
                          <a:gd name="T23" fmla="*/ 11 h 64"/>
                          <a:gd name="T24" fmla="*/ 60 w 93"/>
                          <a:gd name="T25" fmla="*/ 1 h 64"/>
                          <a:gd name="T26" fmla="*/ 42 w 93"/>
                          <a:gd name="T27" fmla="*/ 0 h 64"/>
                          <a:gd name="T28" fmla="*/ 26 w 93"/>
                          <a:gd name="T29" fmla="*/ 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3" h="64">
                            <a:moveTo>
                              <a:pt x="26" y="4"/>
                            </a:moveTo>
                            <a:lnTo>
                              <a:pt x="20" y="21"/>
                            </a:lnTo>
                            <a:lnTo>
                              <a:pt x="16" y="34"/>
                            </a:lnTo>
                            <a:lnTo>
                              <a:pt x="14" y="47"/>
                            </a:lnTo>
                            <a:lnTo>
                              <a:pt x="0" y="64"/>
                            </a:lnTo>
                            <a:lnTo>
                              <a:pt x="14" y="61"/>
                            </a:lnTo>
                            <a:lnTo>
                              <a:pt x="25" y="54"/>
                            </a:lnTo>
                            <a:lnTo>
                              <a:pt x="38" y="34"/>
                            </a:lnTo>
                            <a:lnTo>
                              <a:pt x="54" y="24"/>
                            </a:lnTo>
                            <a:lnTo>
                              <a:pt x="72" y="19"/>
                            </a:lnTo>
                            <a:lnTo>
                              <a:pt x="93" y="22"/>
                            </a:lnTo>
                            <a:lnTo>
                              <a:pt x="79" y="11"/>
                            </a:lnTo>
                            <a:lnTo>
                              <a:pt x="60" y="1"/>
                            </a:lnTo>
                            <a:lnTo>
                              <a:pt x="42" y="0"/>
                            </a:lnTo>
                            <a:lnTo>
                              <a:pt x="26" y="4"/>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9" name="Freeform 241"/>
                      <p:cNvSpPr/>
                      <p:nvPr/>
                    </p:nvSpPr>
                    <p:spPr bwMode="auto">
                      <a:xfrm>
                        <a:off x="2469" y="3075"/>
                        <a:ext cx="47" cy="29"/>
                      </a:xfrm>
                      <a:custGeom>
                        <a:avLst/>
                        <a:gdLst>
                          <a:gd name="T0" fmla="*/ 10 w 332"/>
                          <a:gd name="T1" fmla="*/ 195 h 230"/>
                          <a:gd name="T2" fmla="*/ 6 w 332"/>
                          <a:gd name="T3" fmla="*/ 168 h 230"/>
                          <a:gd name="T4" fmla="*/ 7 w 332"/>
                          <a:gd name="T5" fmla="*/ 138 h 230"/>
                          <a:gd name="T6" fmla="*/ 12 w 332"/>
                          <a:gd name="T7" fmla="*/ 104 h 230"/>
                          <a:gd name="T8" fmla="*/ 17 w 332"/>
                          <a:gd name="T9" fmla="*/ 78 h 230"/>
                          <a:gd name="T10" fmla="*/ 18 w 332"/>
                          <a:gd name="T11" fmla="*/ 50 h 230"/>
                          <a:gd name="T12" fmla="*/ 12 w 332"/>
                          <a:gd name="T13" fmla="*/ 29 h 230"/>
                          <a:gd name="T14" fmla="*/ 0 w 332"/>
                          <a:gd name="T15" fmla="*/ 0 h 230"/>
                          <a:gd name="T16" fmla="*/ 32 w 332"/>
                          <a:gd name="T17" fmla="*/ 26 h 230"/>
                          <a:gd name="T18" fmla="*/ 62 w 332"/>
                          <a:gd name="T19" fmla="*/ 48 h 230"/>
                          <a:gd name="T20" fmla="*/ 91 w 332"/>
                          <a:gd name="T21" fmla="*/ 60 h 230"/>
                          <a:gd name="T22" fmla="*/ 126 w 332"/>
                          <a:gd name="T23" fmla="*/ 77 h 230"/>
                          <a:gd name="T24" fmla="*/ 165 w 332"/>
                          <a:gd name="T25" fmla="*/ 93 h 230"/>
                          <a:gd name="T26" fmla="*/ 201 w 332"/>
                          <a:gd name="T27" fmla="*/ 111 h 230"/>
                          <a:gd name="T28" fmla="*/ 232 w 332"/>
                          <a:gd name="T29" fmla="*/ 128 h 230"/>
                          <a:gd name="T30" fmla="*/ 277 w 332"/>
                          <a:gd name="T31" fmla="*/ 155 h 230"/>
                          <a:gd name="T32" fmla="*/ 292 w 332"/>
                          <a:gd name="T33" fmla="*/ 167 h 230"/>
                          <a:gd name="T34" fmla="*/ 306 w 332"/>
                          <a:gd name="T35" fmla="*/ 171 h 230"/>
                          <a:gd name="T36" fmla="*/ 318 w 332"/>
                          <a:gd name="T37" fmla="*/ 180 h 230"/>
                          <a:gd name="T38" fmla="*/ 332 w 332"/>
                          <a:gd name="T39" fmla="*/ 187 h 230"/>
                          <a:gd name="T40" fmla="*/ 309 w 332"/>
                          <a:gd name="T41" fmla="*/ 195 h 230"/>
                          <a:gd name="T42" fmla="*/ 290 w 332"/>
                          <a:gd name="T43" fmla="*/ 197 h 230"/>
                          <a:gd name="T44" fmla="*/ 274 w 332"/>
                          <a:gd name="T45" fmla="*/ 196 h 230"/>
                          <a:gd name="T46" fmla="*/ 254 w 332"/>
                          <a:gd name="T47" fmla="*/ 210 h 230"/>
                          <a:gd name="T48" fmla="*/ 233 w 332"/>
                          <a:gd name="T49" fmla="*/ 224 h 230"/>
                          <a:gd name="T50" fmla="*/ 208 w 332"/>
                          <a:gd name="T51" fmla="*/ 229 h 230"/>
                          <a:gd name="T52" fmla="*/ 180 w 332"/>
                          <a:gd name="T53" fmla="*/ 230 h 230"/>
                          <a:gd name="T54" fmla="*/ 150 w 332"/>
                          <a:gd name="T55" fmla="*/ 229 h 230"/>
                          <a:gd name="T56" fmla="*/ 114 w 332"/>
                          <a:gd name="T57" fmla="*/ 226 h 230"/>
                          <a:gd name="T58" fmla="*/ 83 w 332"/>
                          <a:gd name="T59" fmla="*/ 222 h 230"/>
                          <a:gd name="T60" fmla="*/ 53 w 332"/>
                          <a:gd name="T61" fmla="*/ 215 h 230"/>
                          <a:gd name="T62" fmla="*/ 29 w 332"/>
                          <a:gd name="T63" fmla="*/ 205 h 230"/>
                          <a:gd name="T64" fmla="*/ 10 w 332"/>
                          <a:gd name="T65" fmla="*/ 195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2" h="230">
                            <a:moveTo>
                              <a:pt x="10" y="195"/>
                            </a:moveTo>
                            <a:lnTo>
                              <a:pt x="6" y="168"/>
                            </a:lnTo>
                            <a:lnTo>
                              <a:pt x="7" y="138"/>
                            </a:lnTo>
                            <a:lnTo>
                              <a:pt x="12" y="104"/>
                            </a:lnTo>
                            <a:lnTo>
                              <a:pt x="17" y="78"/>
                            </a:lnTo>
                            <a:lnTo>
                              <a:pt x="18" y="50"/>
                            </a:lnTo>
                            <a:lnTo>
                              <a:pt x="12" y="29"/>
                            </a:lnTo>
                            <a:lnTo>
                              <a:pt x="0" y="0"/>
                            </a:lnTo>
                            <a:lnTo>
                              <a:pt x="32" y="26"/>
                            </a:lnTo>
                            <a:lnTo>
                              <a:pt x="62" y="48"/>
                            </a:lnTo>
                            <a:lnTo>
                              <a:pt x="91" y="60"/>
                            </a:lnTo>
                            <a:lnTo>
                              <a:pt x="126" y="77"/>
                            </a:lnTo>
                            <a:lnTo>
                              <a:pt x="165" y="93"/>
                            </a:lnTo>
                            <a:lnTo>
                              <a:pt x="201" y="111"/>
                            </a:lnTo>
                            <a:lnTo>
                              <a:pt x="232" y="128"/>
                            </a:lnTo>
                            <a:lnTo>
                              <a:pt x="277" y="155"/>
                            </a:lnTo>
                            <a:lnTo>
                              <a:pt x="292" y="167"/>
                            </a:lnTo>
                            <a:lnTo>
                              <a:pt x="306" y="171"/>
                            </a:lnTo>
                            <a:lnTo>
                              <a:pt x="318" y="180"/>
                            </a:lnTo>
                            <a:lnTo>
                              <a:pt x="332" y="187"/>
                            </a:lnTo>
                            <a:lnTo>
                              <a:pt x="309" y="195"/>
                            </a:lnTo>
                            <a:lnTo>
                              <a:pt x="290" y="197"/>
                            </a:lnTo>
                            <a:lnTo>
                              <a:pt x="274" y="196"/>
                            </a:lnTo>
                            <a:lnTo>
                              <a:pt x="254" y="210"/>
                            </a:lnTo>
                            <a:lnTo>
                              <a:pt x="233" y="224"/>
                            </a:lnTo>
                            <a:lnTo>
                              <a:pt x="208" y="229"/>
                            </a:lnTo>
                            <a:lnTo>
                              <a:pt x="180" y="230"/>
                            </a:lnTo>
                            <a:lnTo>
                              <a:pt x="150" y="229"/>
                            </a:lnTo>
                            <a:lnTo>
                              <a:pt x="114" y="226"/>
                            </a:lnTo>
                            <a:lnTo>
                              <a:pt x="83" y="222"/>
                            </a:lnTo>
                            <a:lnTo>
                              <a:pt x="53" y="215"/>
                            </a:lnTo>
                            <a:lnTo>
                              <a:pt x="29" y="205"/>
                            </a:lnTo>
                            <a:lnTo>
                              <a:pt x="10" y="195"/>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0" name="Freeform 242"/>
                      <p:cNvSpPr/>
                      <p:nvPr/>
                    </p:nvSpPr>
                    <p:spPr bwMode="auto">
                      <a:xfrm>
                        <a:off x="2505" y="3130"/>
                        <a:ext cx="14" cy="11"/>
                      </a:xfrm>
                      <a:custGeom>
                        <a:avLst/>
                        <a:gdLst>
                          <a:gd name="T0" fmla="*/ 0 w 95"/>
                          <a:gd name="T1" fmla="*/ 83 h 83"/>
                          <a:gd name="T2" fmla="*/ 10 w 95"/>
                          <a:gd name="T3" fmla="*/ 56 h 83"/>
                          <a:gd name="T4" fmla="*/ 27 w 95"/>
                          <a:gd name="T5" fmla="*/ 39 h 83"/>
                          <a:gd name="T6" fmla="*/ 31 w 95"/>
                          <a:gd name="T7" fmla="*/ 20 h 83"/>
                          <a:gd name="T8" fmla="*/ 49 w 95"/>
                          <a:gd name="T9" fmla="*/ 33 h 83"/>
                          <a:gd name="T10" fmla="*/ 72 w 95"/>
                          <a:gd name="T11" fmla="*/ 20 h 83"/>
                          <a:gd name="T12" fmla="*/ 95 w 95"/>
                          <a:gd name="T13" fmla="*/ 0 h 83"/>
                          <a:gd name="T14" fmla="*/ 75 w 95"/>
                          <a:gd name="T15" fmla="*/ 30 h 83"/>
                          <a:gd name="T16" fmla="*/ 60 w 95"/>
                          <a:gd name="T17" fmla="*/ 43 h 83"/>
                          <a:gd name="T18" fmla="*/ 43 w 95"/>
                          <a:gd name="T19" fmla="*/ 50 h 83"/>
                          <a:gd name="T20" fmla="*/ 0 w 95"/>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83">
                            <a:moveTo>
                              <a:pt x="0" y="83"/>
                            </a:moveTo>
                            <a:lnTo>
                              <a:pt x="10" y="56"/>
                            </a:lnTo>
                            <a:lnTo>
                              <a:pt x="27" y="39"/>
                            </a:lnTo>
                            <a:lnTo>
                              <a:pt x="31" y="20"/>
                            </a:lnTo>
                            <a:lnTo>
                              <a:pt x="49" y="33"/>
                            </a:lnTo>
                            <a:lnTo>
                              <a:pt x="72" y="20"/>
                            </a:lnTo>
                            <a:lnTo>
                              <a:pt x="95" y="0"/>
                            </a:lnTo>
                            <a:lnTo>
                              <a:pt x="75" y="30"/>
                            </a:lnTo>
                            <a:lnTo>
                              <a:pt x="60" y="43"/>
                            </a:lnTo>
                            <a:lnTo>
                              <a:pt x="43" y="50"/>
                            </a:lnTo>
                            <a:lnTo>
                              <a:pt x="0" y="8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1" name="Freeform 243"/>
                      <p:cNvSpPr/>
                      <p:nvPr/>
                    </p:nvSpPr>
                    <p:spPr bwMode="auto">
                      <a:xfrm>
                        <a:off x="2446" y="3175"/>
                        <a:ext cx="12" cy="9"/>
                      </a:xfrm>
                      <a:custGeom>
                        <a:avLst/>
                        <a:gdLst>
                          <a:gd name="T0" fmla="*/ 85 w 85"/>
                          <a:gd name="T1" fmla="*/ 7 h 71"/>
                          <a:gd name="T2" fmla="*/ 70 w 85"/>
                          <a:gd name="T3" fmla="*/ 8 h 71"/>
                          <a:gd name="T4" fmla="*/ 54 w 85"/>
                          <a:gd name="T5" fmla="*/ 3 h 71"/>
                          <a:gd name="T6" fmla="*/ 39 w 85"/>
                          <a:gd name="T7" fmla="*/ 1 h 71"/>
                          <a:gd name="T8" fmla="*/ 28 w 85"/>
                          <a:gd name="T9" fmla="*/ 0 h 71"/>
                          <a:gd name="T10" fmla="*/ 15 w 85"/>
                          <a:gd name="T11" fmla="*/ 9 h 71"/>
                          <a:gd name="T12" fmla="*/ 9 w 85"/>
                          <a:gd name="T13" fmla="*/ 15 h 71"/>
                          <a:gd name="T14" fmla="*/ 2 w 85"/>
                          <a:gd name="T15" fmla="*/ 27 h 71"/>
                          <a:gd name="T16" fmla="*/ 0 w 85"/>
                          <a:gd name="T17" fmla="*/ 44 h 71"/>
                          <a:gd name="T18" fmla="*/ 15 w 85"/>
                          <a:gd name="T19" fmla="*/ 50 h 71"/>
                          <a:gd name="T20" fmla="*/ 30 w 85"/>
                          <a:gd name="T21" fmla="*/ 57 h 71"/>
                          <a:gd name="T22" fmla="*/ 40 w 85"/>
                          <a:gd name="T23" fmla="*/ 71 h 71"/>
                          <a:gd name="T24" fmla="*/ 53 w 85"/>
                          <a:gd name="T25" fmla="*/ 65 h 71"/>
                          <a:gd name="T26" fmla="*/ 62 w 85"/>
                          <a:gd name="T27" fmla="*/ 56 h 71"/>
                          <a:gd name="T28" fmla="*/ 70 w 85"/>
                          <a:gd name="T29" fmla="*/ 41 h 71"/>
                          <a:gd name="T30" fmla="*/ 77 w 85"/>
                          <a:gd name="T31" fmla="*/ 25 h 71"/>
                          <a:gd name="T32" fmla="*/ 85 w 85"/>
                          <a:gd name="T33" fmla="*/ 7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5" h="71">
                            <a:moveTo>
                              <a:pt x="85" y="7"/>
                            </a:moveTo>
                            <a:lnTo>
                              <a:pt x="70" y="8"/>
                            </a:lnTo>
                            <a:lnTo>
                              <a:pt x="54" y="3"/>
                            </a:lnTo>
                            <a:lnTo>
                              <a:pt x="39" y="1"/>
                            </a:lnTo>
                            <a:lnTo>
                              <a:pt x="28" y="0"/>
                            </a:lnTo>
                            <a:lnTo>
                              <a:pt x="15" y="9"/>
                            </a:lnTo>
                            <a:lnTo>
                              <a:pt x="9" y="15"/>
                            </a:lnTo>
                            <a:lnTo>
                              <a:pt x="2" y="27"/>
                            </a:lnTo>
                            <a:lnTo>
                              <a:pt x="0" y="44"/>
                            </a:lnTo>
                            <a:lnTo>
                              <a:pt x="15" y="50"/>
                            </a:lnTo>
                            <a:lnTo>
                              <a:pt x="30" y="57"/>
                            </a:lnTo>
                            <a:lnTo>
                              <a:pt x="40" y="71"/>
                            </a:lnTo>
                            <a:lnTo>
                              <a:pt x="53" y="65"/>
                            </a:lnTo>
                            <a:lnTo>
                              <a:pt x="62" y="56"/>
                            </a:lnTo>
                            <a:lnTo>
                              <a:pt x="70" y="41"/>
                            </a:lnTo>
                            <a:lnTo>
                              <a:pt x="77" y="25"/>
                            </a:lnTo>
                            <a:lnTo>
                              <a:pt x="85" y="7"/>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2" name="Freeform 244"/>
                      <p:cNvSpPr/>
                      <p:nvPr/>
                    </p:nvSpPr>
                    <p:spPr bwMode="auto">
                      <a:xfrm>
                        <a:off x="2362" y="3176"/>
                        <a:ext cx="24" cy="41"/>
                      </a:xfrm>
                      <a:custGeom>
                        <a:avLst/>
                        <a:gdLst>
                          <a:gd name="T0" fmla="*/ 0 w 171"/>
                          <a:gd name="T1" fmla="*/ 0 h 330"/>
                          <a:gd name="T2" fmla="*/ 46 w 171"/>
                          <a:gd name="T3" fmla="*/ 9 h 330"/>
                          <a:gd name="T4" fmla="*/ 73 w 171"/>
                          <a:gd name="T5" fmla="*/ 28 h 330"/>
                          <a:gd name="T6" fmla="*/ 87 w 171"/>
                          <a:gd name="T7" fmla="*/ 52 h 330"/>
                          <a:gd name="T8" fmla="*/ 100 w 171"/>
                          <a:gd name="T9" fmla="*/ 28 h 330"/>
                          <a:gd name="T10" fmla="*/ 110 w 171"/>
                          <a:gd name="T11" fmla="*/ 128 h 330"/>
                          <a:gd name="T12" fmla="*/ 119 w 171"/>
                          <a:gd name="T13" fmla="*/ 199 h 330"/>
                          <a:gd name="T14" fmla="*/ 132 w 171"/>
                          <a:gd name="T15" fmla="*/ 254 h 330"/>
                          <a:gd name="T16" fmla="*/ 171 w 171"/>
                          <a:gd name="T17" fmla="*/ 330 h 330"/>
                          <a:gd name="T18" fmla="*/ 146 w 171"/>
                          <a:gd name="T19" fmla="*/ 315 h 330"/>
                          <a:gd name="T20" fmla="*/ 123 w 171"/>
                          <a:gd name="T21" fmla="*/ 296 h 330"/>
                          <a:gd name="T22" fmla="*/ 98 w 171"/>
                          <a:gd name="T23" fmla="*/ 278 h 330"/>
                          <a:gd name="T24" fmla="*/ 69 w 171"/>
                          <a:gd name="T25" fmla="*/ 268 h 330"/>
                          <a:gd name="T26" fmla="*/ 39 w 171"/>
                          <a:gd name="T27" fmla="*/ 262 h 330"/>
                          <a:gd name="T28" fmla="*/ 64 w 171"/>
                          <a:gd name="T29" fmla="*/ 253 h 330"/>
                          <a:gd name="T30" fmla="*/ 87 w 171"/>
                          <a:gd name="T31" fmla="*/ 252 h 330"/>
                          <a:gd name="T32" fmla="*/ 109 w 171"/>
                          <a:gd name="T33" fmla="*/ 258 h 330"/>
                          <a:gd name="T34" fmla="*/ 126 w 171"/>
                          <a:gd name="T35" fmla="*/ 272 h 330"/>
                          <a:gd name="T36" fmla="*/ 110 w 171"/>
                          <a:gd name="T37" fmla="*/ 219 h 330"/>
                          <a:gd name="T38" fmla="*/ 104 w 171"/>
                          <a:gd name="T39" fmla="*/ 174 h 330"/>
                          <a:gd name="T40" fmla="*/ 72 w 171"/>
                          <a:gd name="T41" fmla="*/ 159 h 330"/>
                          <a:gd name="T42" fmla="*/ 52 w 171"/>
                          <a:gd name="T43" fmla="*/ 143 h 330"/>
                          <a:gd name="T44" fmla="*/ 43 w 171"/>
                          <a:gd name="T45" fmla="*/ 128 h 330"/>
                          <a:gd name="T46" fmla="*/ 49 w 171"/>
                          <a:gd name="T47" fmla="*/ 114 h 330"/>
                          <a:gd name="T48" fmla="*/ 61 w 171"/>
                          <a:gd name="T49" fmla="*/ 108 h 330"/>
                          <a:gd name="T50" fmla="*/ 77 w 171"/>
                          <a:gd name="T51" fmla="*/ 103 h 330"/>
                          <a:gd name="T52" fmla="*/ 90 w 171"/>
                          <a:gd name="T53" fmla="*/ 105 h 330"/>
                          <a:gd name="T54" fmla="*/ 89 w 171"/>
                          <a:gd name="T55" fmla="*/ 86 h 330"/>
                          <a:gd name="T56" fmla="*/ 66 w 171"/>
                          <a:gd name="T57" fmla="*/ 82 h 330"/>
                          <a:gd name="T58" fmla="*/ 46 w 171"/>
                          <a:gd name="T59" fmla="*/ 71 h 330"/>
                          <a:gd name="T60" fmla="*/ 31 w 171"/>
                          <a:gd name="T61" fmla="*/ 49 h 330"/>
                          <a:gd name="T62" fmla="*/ 27 w 171"/>
                          <a:gd name="T63" fmla="*/ 18 h 330"/>
                          <a:gd name="T64" fmla="*/ 0 w 171"/>
                          <a:gd name="T65"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1" h="330">
                            <a:moveTo>
                              <a:pt x="0" y="0"/>
                            </a:moveTo>
                            <a:lnTo>
                              <a:pt x="46" y="9"/>
                            </a:lnTo>
                            <a:lnTo>
                              <a:pt x="73" y="28"/>
                            </a:lnTo>
                            <a:lnTo>
                              <a:pt x="87" y="52"/>
                            </a:lnTo>
                            <a:lnTo>
                              <a:pt x="100" y="28"/>
                            </a:lnTo>
                            <a:lnTo>
                              <a:pt x="110" y="128"/>
                            </a:lnTo>
                            <a:lnTo>
                              <a:pt x="119" y="199"/>
                            </a:lnTo>
                            <a:lnTo>
                              <a:pt x="132" y="254"/>
                            </a:lnTo>
                            <a:lnTo>
                              <a:pt x="171" y="330"/>
                            </a:lnTo>
                            <a:lnTo>
                              <a:pt x="146" y="315"/>
                            </a:lnTo>
                            <a:lnTo>
                              <a:pt x="123" y="296"/>
                            </a:lnTo>
                            <a:lnTo>
                              <a:pt x="98" y="278"/>
                            </a:lnTo>
                            <a:lnTo>
                              <a:pt x="69" y="268"/>
                            </a:lnTo>
                            <a:lnTo>
                              <a:pt x="39" y="262"/>
                            </a:lnTo>
                            <a:lnTo>
                              <a:pt x="64" y="253"/>
                            </a:lnTo>
                            <a:lnTo>
                              <a:pt x="87" y="252"/>
                            </a:lnTo>
                            <a:lnTo>
                              <a:pt x="109" y="258"/>
                            </a:lnTo>
                            <a:lnTo>
                              <a:pt x="126" y="272"/>
                            </a:lnTo>
                            <a:lnTo>
                              <a:pt x="110" y="219"/>
                            </a:lnTo>
                            <a:lnTo>
                              <a:pt x="104" y="174"/>
                            </a:lnTo>
                            <a:lnTo>
                              <a:pt x="72" y="159"/>
                            </a:lnTo>
                            <a:lnTo>
                              <a:pt x="52" y="143"/>
                            </a:lnTo>
                            <a:lnTo>
                              <a:pt x="43" y="128"/>
                            </a:lnTo>
                            <a:lnTo>
                              <a:pt x="49" y="114"/>
                            </a:lnTo>
                            <a:lnTo>
                              <a:pt x="61" y="108"/>
                            </a:lnTo>
                            <a:lnTo>
                              <a:pt x="77" y="103"/>
                            </a:lnTo>
                            <a:lnTo>
                              <a:pt x="90" y="105"/>
                            </a:lnTo>
                            <a:lnTo>
                              <a:pt x="89" y="86"/>
                            </a:lnTo>
                            <a:lnTo>
                              <a:pt x="66" y="82"/>
                            </a:lnTo>
                            <a:lnTo>
                              <a:pt x="46" y="71"/>
                            </a:lnTo>
                            <a:lnTo>
                              <a:pt x="31" y="49"/>
                            </a:lnTo>
                            <a:lnTo>
                              <a:pt x="27" y="18"/>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3" name="Freeform 245"/>
                      <p:cNvSpPr/>
                      <p:nvPr/>
                    </p:nvSpPr>
                    <p:spPr bwMode="auto">
                      <a:xfrm>
                        <a:off x="2401" y="3190"/>
                        <a:ext cx="16" cy="20"/>
                      </a:xfrm>
                      <a:custGeom>
                        <a:avLst/>
                        <a:gdLst>
                          <a:gd name="T0" fmla="*/ 0 w 113"/>
                          <a:gd name="T1" fmla="*/ 157 h 157"/>
                          <a:gd name="T2" fmla="*/ 11 w 113"/>
                          <a:gd name="T3" fmla="*/ 120 h 157"/>
                          <a:gd name="T4" fmla="*/ 14 w 113"/>
                          <a:gd name="T5" fmla="*/ 91 h 157"/>
                          <a:gd name="T6" fmla="*/ 19 w 113"/>
                          <a:gd name="T7" fmla="*/ 66 h 157"/>
                          <a:gd name="T8" fmla="*/ 25 w 113"/>
                          <a:gd name="T9" fmla="*/ 53 h 157"/>
                          <a:gd name="T10" fmla="*/ 34 w 113"/>
                          <a:gd name="T11" fmla="*/ 38 h 157"/>
                          <a:gd name="T12" fmla="*/ 47 w 113"/>
                          <a:gd name="T13" fmla="*/ 27 h 157"/>
                          <a:gd name="T14" fmla="*/ 68 w 113"/>
                          <a:gd name="T15" fmla="*/ 18 h 157"/>
                          <a:gd name="T16" fmla="*/ 88 w 113"/>
                          <a:gd name="T17" fmla="*/ 10 h 157"/>
                          <a:gd name="T18" fmla="*/ 113 w 113"/>
                          <a:gd name="T19" fmla="*/ 0 h 157"/>
                          <a:gd name="T20" fmla="*/ 92 w 113"/>
                          <a:gd name="T21" fmla="*/ 23 h 157"/>
                          <a:gd name="T22" fmla="*/ 78 w 113"/>
                          <a:gd name="T23" fmla="*/ 34 h 157"/>
                          <a:gd name="T24" fmla="*/ 60 w 113"/>
                          <a:gd name="T25" fmla="*/ 51 h 157"/>
                          <a:gd name="T26" fmla="*/ 51 w 113"/>
                          <a:gd name="T27" fmla="*/ 76 h 157"/>
                          <a:gd name="T28" fmla="*/ 44 w 113"/>
                          <a:gd name="T29" fmla="*/ 100 h 157"/>
                          <a:gd name="T30" fmla="*/ 33 w 113"/>
                          <a:gd name="T31" fmla="*/ 121 h 157"/>
                          <a:gd name="T32" fmla="*/ 21 w 113"/>
                          <a:gd name="T33" fmla="*/ 138 h 157"/>
                          <a:gd name="T34" fmla="*/ 0 w 113"/>
                          <a:gd name="T35"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3" h="157">
                            <a:moveTo>
                              <a:pt x="0" y="157"/>
                            </a:moveTo>
                            <a:lnTo>
                              <a:pt x="11" y="120"/>
                            </a:lnTo>
                            <a:lnTo>
                              <a:pt x="14" y="91"/>
                            </a:lnTo>
                            <a:lnTo>
                              <a:pt x="19" y="66"/>
                            </a:lnTo>
                            <a:lnTo>
                              <a:pt x="25" y="53"/>
                            </a:lnTo>
                            <a:lnTo>
                              <a:pt x="34" y="38"/>
                            </a:lnTo>
                            <a:lnTo>
                              <a:pt x="47" y="27"/>
                            </a:lnTo>
                            <a:lnTo>
                              <a:pt x="68" y="18"/>
                            </a:lnTo>
                            <a:lnTo>
                              <a:pt x="88" y="10"/>
                            </a:lnTo>
                            <a:lnTo>
                              <a:pt x="113" y="0"/>
                            </a:lnTo>
                            <a:lnTo>
                              <a:pt x="92" y="23"/>
                            </a:lnTo>
                            <a:lnTo>
                              <a:pt x="78" y="34"/>
                            </a:lnTo>
                            <a:lnTo>
                              <a:pt x="60" y="51"/>
                            </a:lnTo>
                            <a:lnTo>
                              <a:pt x="51" y="76"/>
                            </a:lnTo>
                            <a:lnTo>
                              <a:pt x="44" y="100"/>
                            </a:lnTo>
                            <a:lnTo>
                              <a:pt x="33" y="121"/>
                            </a:lnTo>
                            <a:lnTo>
                              <a:pt x="21" y="138"/>
                            </a:lnTo>
                            <a:lnTo>
                              <a:pt x="0" y="157"/>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4" name="Freeform 246"/>
                      <p:cNvSpPr/>
                      <p:nvPr/>
                    </p:nvSpPr>
                    <p:spPr bwMode="auto">
                      <a:xfrm>
                        <a:off x="2415" y="3188"/>
                        <a:ext cx="12" cy="10"/>
                      </a:xfrm>
                      <a:custGeom>
                        <a:avLst/>
                        <a:gdLst>
                          <a:gd name="T0" fmla="*/ 10 w 83"/>
                          <a:gd name="T1" fmla="*/ 23 h 83"/>
                          <a:gd name="T2" fmla="*/ 17 w 83"/>
                          <a:gd name="T3" fmla="*/ 34 h 83"/>
                          <a:gd name="T4" fmla="*/ 19 w 83"/>
                          <a:gd name="T5" fmla="*/ 52 h 83"/>
                          <a:gd name="T6" fmla="*/ 14 w 83"/>
                          <a:gd name="T7" fmla="*/ 67 h 83"/>
                          <a:gd name="T8" fmla="*/ 0 w 83"/>
                          <a:gd name="T9" fmla="*/ 83 h 83"/>
                          <a:gd name="T10" fmla="*/ 21 w 83"/>
                          <a:gd name="T11" fmla="*/ 79 h 83"/>
                          <a:gd name="T12" fmla="*/ 36 w 83"/>
                          <a:gd name="T13" fmla="*/ 72 h 83"/>
                          <a:gd name="T14" fmla="*/ 49 w 83"/>
                          <a:gd name="T15" fmla="*/ 61 h 83"/>
                          <a:gd name="T16" fmla="*/ 58 w 83"/>
                          <a:gd name="T17" fmla="*/ 50 h 83"/>
                          <a:gd name="T18" fmla="*/ 66 w 83"/>
                          <a:gd name="T19" fmla="*/ 58 h 83"/>
                          <a:gd name="T20" fmla="*/ 72 w 83"/>
                          <a:gd name="T21" fmla="*/ 65 h 83"/>
                          <a:gd name="T22" fmla="*/ 74 w 83"/>
                          <a:gd name="T23" fmla="*/ 83 h 83"/>
                          <a:gd name="T24" fmla="*/ 81 w 83"/>
                          <a:gd name="T25" fmla="*/ 53 h 83"/>
                          <a:gd name="T26" fmla="*/ 83 w 83"/>
                          <a:gd name="T27" fmla="*/ 30 h 83"/>
                          <a:gd name="T28" fmla="*/ 80 w 83"/>
                          <a:gd name="T29" fmla="*/ 11 h 83"/>
                          <a:gd name="T30" fmla="*/ 74 w 83"/>
                          <a:gd name="T31" fmla="*/ 0 h 83"/>
                          <a:gd name="T32" fmla="*/ 59 w 83"/>
                          <a:gd name="T33" fmla="*/ 0 h 83"/>
                          <a:gd name="T34" fmla="*/ 38 w 83"/>
                          <a:gd name="T35" fmla="*/ 7 h 83"/>
                          <a:gd name="T36" fmla="*/ 21 w 83"/>
                          <a:gd name="T37" fmla="*/ 14 h 83"/>
                          <a:gd name="T38" fmla="*/ 10 w 83"/>
                          <a:gd name="T39" fmla="*/ 2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3" h="83">
                            <a:moveTo>
                              <a:pt x="10" y="23"/>
                            </a:moveTo>
                            <a:lnTo>
                              <a:pt x="17" y="34"/>
                            </a:lnTo>
                            <a:lnTo>
                              <a:pt x="19" y="52"/>
                            </a:lnTo>
                            <a:lnTo>
                              <a:pt x="14" y="67"/>
                            </a:lnTo>
                            <a:lnTo>
                              <a:pt x="0" y="83"/>
                            </a:lnTo>
                            <a:lnTo>
                              <a:pt x="21" y="79"/>
                            </a:lnTo>
                            <a:lnTo>
                              <a:pt x="36" y="72"/>
                            </a:lnTo>
                            <a:lnTo>
                              <a:pt x="49" y="61"/>
                            </a:lnTo>
                            <a:lnTo>
                              <a:pt x="58" y="50"/>
                            </a:lnTo>
                            <a:lnTo>
                              <a:pt x="66" y="58"/>
                            </a:lnTo>
                            <a:lnTo>
                              <a:pt x="72" y="65"/>
                            </a:lnTo>
                            <a:lnTo>
                              <a:pt x="74" y="83"/>
                            </a:lnTo>
                            <a:lnTo>
                              <a:pt x="81" y="53"/>
                            </a:lnTo>
                            <a:lnTo>
                              <a:pt x="83" y="30"/>
                            </a:lnTo>
                            <a:lnTo>
                              <a:pt x="80" y="11"/>
                            </a:lnTo>
                            <a:lnTo>
                              <a:pt x="74" y="0"/>
                            </a:lnTo>
                            <a:lnTo>
                              <a:pt x="59" y="0"/>
                            </a:lnTo>
                            <a:lnTo>
                              <a:pt x="38" y="7"/>
                            </a:lnTo>
                            <a:lnTo>
                              <a:pt x="21" y="14"/>
                            </a:lnTo>
                            <a:lnTo>
                              <a:pt x="10" y="23"/>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5" name="Freeform 247"/>
                      <p:cNvSpPr/>
                      <p:nvPr/>
                    </p:nvSpPr>
                    <p:spPr bwMode="auto">
                      <a:xfrm>
                        <a:off x="2427" y="3193"/>
                        <a:ext cx="11" cy="23"/>
                      </a:xfrm>
                      <a:custGeom>
                        <a:avLst/>
                        <a:gdLst>
                          <a:gd name="T0" fmla="*/ 0 w 72"/>
                          <a:gd name="T1" fmla="*/ 0 h 186"/>
                          <a:gd name="T2" fmla="*/ 27 w 72"/>
                          <a:gd name="T3" fmla="*/ 22 h 186"/>
                          <a:gd name="T4" fmla="*/ 40 w 72"/>
                          <a:gd name="T5" fmla="*/ 44 h 186"/>
                          <a:gd name="T6" fmla="*/ 47 w 72"/>
                          <a:gd name="T7" fmla="*/ 74 h 186"/>
                          <a:gd name="T8" fmla="*/ 48 w 72"/>
                          <a:gd name="T9" fmla="*/ 106 h 186"/>
                          <a:gd name="T10" fmla="*/ 45 w 72"/>
                          <a:gd name="T11" fmla="*/ 134 h 186"/>
                          <a:gd name="T12" fmla="*/ 36 w 72"/>
                          <a:gd name="T13" fmla="*/ 158 h 186"/>
                          <a:gd name="T14" fmla="*/ 15 w 72"/>
                          <a:gd name="T15" fmla="*/ 186 h 186"/>
                          <a:gd name="T16" fmla="*/ 39 w 72"/>
                          <a:gd name="T17" fmla="*/ 171 h 186"/>
                          <a:gd name="T18" fmla="*/ 58 w 72"/>
                          <a:gd name="T19" fmla="*/ 148 h 186"/>
                          <a:gd name="T20" fmla="*/ 70 w 72"/>
                          <a:gd name="T21" fmla="*/ 118 h 186"/>
                          <a:gd name="T22" fmla="*/ 72 w 72"/>
                          <a:gd name="T23" fmla="*/ 82 h 186"/>
                          <a:gd name="T24" fmla="*/ 66 w 72"/>
                          <a:gd name="T25" fmla="*/ 50 h 186"/>
                          <a:gd name="T26" fmla="*/ 48 w 72"/>
                          <a:gd name="T27" fmla="*/ 26 h 186"/>
                          <a:gd name="T28" fmla="*/ 28 w 72"/>
                          <a:gd name="T29" fmla="*/ 10 h 186"/>
                          <a:gd name="T30" fmla="*/ 0 w 72"/>
                          <a:gd name="T31"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2" h="186">
                            <a:moveTo>
                              <a:pt x="0" y="0"/>
                            </a:moveTo>
                            <a:lnTo>
                              <a:pt x="27" y="22"/>
                            </a:lnTo>
                            <a:lnTo>
                              <a:pt x="40" y="44"/>
                            </a:lnTo>
                            <a:lnTo>
                              <a:pt x="47" y="74"/>
                            </a:lnTo>
                            <a:lnTo>
                              <a:pt x="48" y="106"/>
                            </a:lnTo>
                            <a:lnTo>
                              <a:pt x="45" y="134"/>
                            </a:lnTo>
                            <a:lnTo>
                              <a:pt x="36" y="158"/>
                            </a:lnTo>
                            <a:lnTo>
                              <a:pt x="15" y="186"/>
                            </a:lnTo>
                            <a:lnTo>
                              <a:pt x="39" y="171"/>
                            </a:lnTo>
                            <a:lnTo>
                              <a:pt x="58" y="148"/>
                            </a:lnTo>
                            <a:lnTo>
                              <a:pt x="70" y="118"/>
                            </a:lnTo>
                            <a:lnTo>
                              <a:pt x="72" y="82"/>
                            </a:lnTo>
                            <a:lnTo>
                              <a:pt x="66" y="50"/>
                            </a:lnTo>
                            <a:lnTo>
                              <a:pt x="48" y="26"/>
                            </a:lnTo>
                            <a:lnTo>
                              <a:pt x="28" y="10"/>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6" name="Freeform 248"/>
                      <p:cNvSpPr/>
                      <p:nvPr/>
                    </p:nvSpPr>
                    <p:spPr bwMode="auto">
                      <a:xfrm>
                        <a:off x="2458" y="3188"/>
                        <a:ext cx="11" cy="12"/>
                      </a:xfrm>
                      <a:custGeom>
                        <a:avLst/>
                        <a:gdLst>
                          <a:gd name="T0" fmla="*/ 0 w 75"/>
                          <a:gd name="T1" fmla="*/ 94 h 94"/>
                          <a:gd name="T2" fmla="*/ 26 w 75"/>
                          <a:gd name="T3" fmla="*/ 68 h 94"/>
                          <a:gd name="T4" fmla="*/ 49 w 75"/>
                          <a:gd name="T5" fmla="*/ 45 h 94"/>
                          <a:gd name="T6" fmla="*/ 75 w 75"/>
                          <a:gd name="T7" fmla="*/ 0 h 94"/>
                          <a:gd name="T8" fmla="*/ 49 w 75"/>
                          <a:gd name="T9" fmla="*/ 19 h 94"/>
                          <a:gd name="T10" fmla="*/ 26 w 75"/>
                          <a:gd name="T11" fmla="*/ 51 h 94"/>
                          <a:gd name="T12" fmla="*/ 0 w 75"/>
                          <a:gd name="T13" fmla="*/ 94 h 94"/>
                        </a:gdLst>
                        <a:ahLst/>
                        <a:cxnLst>
                          <a:cxn ang="0">
                            <a:pos x="T0" y="T1"/>
                          </a:cxn>
                          <a:cxn ang="0">
                            <a:pos x="T2" y="T3"/>
                          </a:cxn>
                          <a:cxn ang="0">
                            <a:pos x="T4" y="T5"/>
                          </a:cxn>
                          <a:cxn ang="0">
                            <a:pos x="T6" y="T7"/>
                          </a:cxn>
                          <a:cxn ang="0">
                            <a:pos x="T8" y="T9"/>
                          </a:cxn>
                          <a:cxn ang="0">
                            <a:pos x="T10" y="T11"/>
                          </a:cxn>
                          <a:cxn ang="0">
                            <a:pos x="T12" y="T13"/>
                          </a:cxn>
                        </a:cxnLst>
                        <a:rect l="0" t="0" r="r" b="b"/>
                        <a:pathLst>
                          <a:path w="75" h="94">
                            <a:moveTo>
                              <a:pt x="0" y="94"/>
                            </a:moveTo>
                            <a:lnTo>
                              <a:pt x="26" y="68"/>
                            </a:lnTo>
                            <a:lnTo>
                              <a:pt x="49" y="45"/>
                            </a:lnTo>
                            <a:lnTo>
                              <a:pt x="75" y="0"/>
                            </a:lnTo>
                            <a:lnTo>
                              <a:pt x="49" y="19"/>
                            </a:lnTo>
                            <a:lnTo>
                              <a:pt x="26" y="51"/>
                            </a:lnTo>
                            <a:lnTo>
                              <a:pt x="0" y="94"/>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7" name="Freeform 249"/>
                      <p:cNvSpPr/>
                      <p:nvPr/>
                    </p:nvSpPr>
                    <p:spPr bwMode="auto">
                      <a:xfrm>
                        <a:off x="2413" y="3198"/>
                        <a:ext cx="7" cy="19"/>
                      </a:xfrm>
                      <a:custGeom>
                        <a:avLst/>
                        <a:gdLst>
                          <a:gd name="T0" fmla="*/ 31 w 50"/>
                          <a:gd name="T1" fmla="*/ 152 h 152"/>
                          <a:gd name="T2" fmla="*/ 37 w 50"/>
                          <a:gd name="T3" fmla="*/ 128 h 152"/>
                          <a:gd name="T4" fmla="*/ 46 w 50"/>
                          <a:gd name="T5" fmla="*/ 108 h 152"/>
                          <a:gd name="T6" fmla="*/ 37 w 50"/>
                          <a:gd name="T7" fmla="*/ 89 h 152"/>
                          <a:gd name="T8" fmla="*/ 31 w 50"/>
                          <a:gd name="T9" fmla="*/ 68 h 152"/>
                          <a:gd name="T10" fmla="*/ 33 w 50"/>
                          <a:gd name="T11" fmla="*/ 41 h 152"/>
                          <a:gd name="T12" fmla="*/ 38 w 50"/>
                          <a:gd name="T13" fmla="*/ 24 h 152"/>
                          <a:gd name="T14" fmla="*/ 50 w 50"/>
                          <a:gd name="T15" fmla="*/ 0 h 152"/>
                          <a:gd name="T16" fmla="*/ 30 w 50"/>
                          <a:gd name="T17" fmla="*/ 19 h 152"/>
                          <a:gd name="T18" fmla="*/ 14 w 50"/>
                          <a:gd name="T19" fmla="*/ 37 h 152"/>
                          <a:gd name="T20" fmla="*/ 6 w 50"/>
                          <a:gd name="T21" fmla="*/ 56 h 152"/>
                          <a:gd name="T22" fmla="*/ 0 w 50"/>
                          <a:gd name="T23" fmla="*/ 88 h 152"/>
                          <a:gd name="T24" fmla="*/ 6 w 50"/>
                          <a:gd name="T25" fmla="*/ 113 h 152"/>
                          <a:gd name="T26" fmla="*/ 17 w 50"/>
                          <a:gd name="T27" fmla="*/ 135 h 152"/>
                          <a:gd name="T28" fmla="*/ 31 w 50"/>
                          <a:gd name="T29"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152">
                            <a:moveTo>
                              <a:pt x="31" y="152"/>
                            </a:moveTo>
                            <a:lnTo>
                              <a:pt x="37" y="128"/>
                            </a:lnTo>
                            <a:lnTo>
                              <a:pt x="46" y="108"/>
                            </a:lnTo>
                            <a:lnTo>
                              <a:pt x="37" y="89"/>
                            </a:lnTo>
                            <a:lnTo>
                              <a:pt x="31" y="68"/>
                            </a:lnTo>
                            <a:lnTo>
                              <a:pt x="33" y="41"/>
                            </a:lnTo>
                            <a:lnTo>
                              <a:pt x="38" y="24"/>
                            </a:lnTo>
                            <a:lnTo>
                              <a:pt x="50" y="0"/>
                            </a:lnTo>
                            <a:lnTo>
                              <a:pt x="30" y="19"/>
                            </a:lnTo>
                            <a:lnTo>
                              <a:pt x="14" y="37"/>
                            </a:lnTo>
                            <a:lnTo>
                              <a:pt x="6" y="56"/>
                            </a:lnTo>
                            <a:lnTo>
                              <a:pt x="0" y="88"/>
                            </a:lnTo>
                            <a:lnTo>
                              <a:pt x="6" y="113"/>
                            </a:lnTo>
                            <a:lnTo>
                              <a:pt x="17" y="135"/>
                            </a:lnTo>
                            <a:lnTo>
                              <a:pt x="31" y="152"/>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8" name="Freeform 250"/>
                      <p:cNvSpPr/>
                      <p:nvPr/>
                    </p:nvSpPr>
                    <p:spPr bwMode="auto">
                      <a:xfrm>
                        <a:off x="2403" y="3080"/>
                        <a:ext cx="5" cy="10"/>
                      </a:xfrm>
                      <a:custGeom>
                        <a:avLst/>
                        <a:gdLst>
                          <a:gd name="T0" fmla="*/ 37 w 37"/>
                          <a:gd name="T1" fmla="*/ 0 h 81"/>
                          <a:gd name="T2" fmla="*/ 28 w 37"/>
                          <a:gd name="T3" fmla="*/ 14 h 81"/>
                          <a:gd name="T4" fmla="*/ 23 w 37"/>
                          <a:gd name="T5" fmla="*/ 27 h 81"/>
                          <a:gd name="T6" fmla="*/ 18 w 37"/>
                          <a:gd name="T7" fmla="*/ 39 h 81"/>
                          <a:gd name="T8" fmla="*/ 16 w 37"/>
                          <a:gd name="T9" fmla="*/ 52 h 81"/>
                          <a:gd name="T10" fmla="*/ 18 w 37"/>
                          <a:gd name="T11" fmla="*/ 65 h 81"/>
                          <a:gd name="T12" fmla="*/ 20 w 37"/>
                          <a:gd name="T13" fmla="*/ 81 h 81"/>
                          <a:gd name="T14" fmla="*/ 14 w 37"/>
                          <a:gd name="T15" fmla="*/ 69 h 81"/>
                          <a:gd name="T16" fmla="*/ 10 w 37"/>
                          <a:gd name="T17" fmla="*/ 52 h 81"/>
                          <a:gd name="T18" fmla="*/ 7 w 37"/>
                          <a:gd name="T19" fmla="*/ 43 h 81"/>
                          <a:gd name="T20" fmla="*/ 0 w 37"/>
                          <a:gd name="T21" fmla="*/ 33 h 81"/>
                          <a:gd name="T22" fmla="*/ 10 w 37"/>
                          <a:gd name="T23" fmla="*/ 32 h 81"/>
                          <a:gd name="T24" fmla="*/ 18 w 37"/>
                          <a:gd name="T25" fmla="*/ 22 h 81"/>
                          <a:gd name="T26" fmla="*/ 27 w 37"/>
                          <a:gd name="T27" fmla="*/ 11 h 81"/>
                          <a:gd name="T28" fmla="*/ 37 w 37"/>
                          <a:gd name="T29"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81">
                            <a:moveTo>
                              <a:pt x="37" y="0"/>
                            </a:moveTo>
                            <a:lnTo>
                              <a:pt x="28" y="14"/>
                            </a:lnTo>
                            <a:lnTo>
                              <a:pt x="23" y="27"/>
                            </a:lnTo>
                            <a:lnTo>
                              <a:pt x="18" y="39"/>
                            </a:lnTo>
                            <a:lnTo>
                              <a:pt x="16" y="52"/>
                            </a:lnTo>
                            <a:lnTo>
                              <a:pt x="18" y="65"/>
                            </a:lnTo>
                            <a:lnTo>
                              <a:pt x="20" y="81"/>
                            </a:lnTo>
                            <a:lnTo>
                              <a:pt x="14" y="69"/>
                            </a:lnTo>
                            <a:lnTo>
                              <a:pt x="10" y="52"/>
                            </a:lnTo>
                            <a:lnTo>
                              <a:pt x="7" y="43"/>
                            </a:lnTo>
                            <a:lnTo>
                              <a:pt x="0" y="33"/>
                            </a:lnTo>
                            <a:lnTo>
                              <a:pt x="10" y="32"/>
                            </a:lnTo>
                            <a:lnTo>
                              <a:pt x="18" y="22"/>
                            </a:lnTo>
                            <a:lnTo>
                              <a:pt x="27" y="11"/>
                            </a:lnTo>
                            <a:lnTo>
                              <a:pt x="37"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99" name="Group 251"/>
                  <p:cNvGrpSpPr/>
                  <p:nvPr/>
                </p:nvGrpSpPr>
                <p:grpSpPr bwMode="auto">
                  <a:xfrm>
                    <a:off x="2442" y="3102"/>
                    <a:ext cx="18" cy="67"/>
                    <a:chOff x="2442" y="3102"/>
                    <a:chExt cx="18" cy="67"/>
                  </a:xfrm>
                </p:grpSpPr>
                <p:sp>
                  <p:nvSpPr>
                    <p:cNvPr id="642300" name="Freeform 252"/>
                    <p:cNvSpPr/>
                    <p:nvPr/>
                  </p:nvSpPr>
                  <p:spPr bwMode="auto">
                    <a:xfrm>
                      <a:off x="2442" y="3102"/>
                      <a:ext cx="18" cy="67"/>
                    </a:xfrm>
                    <a:custGeom>
                      <a:avLst/>
                      <a:gdLst>
                        <a:gd name="T0" fmla="*/ 5 w 131"/>
                        <a:gd name="T1" fmla="*/ 0 h 528"/>
                        <a:gd name="T2" fmla="*/ 3 w 131"/>
                        <a:gd name="T3" fmla="*/ 10 h 528"/>
                        <a:gd name="T4" fmla="*/ 7 w 131"/>
                        <a:gd name="T5" fmla="*/ 28 h 528"/>
                        <a:gd name="T6" fmla="*/ 9 w 131"/>
                        <a:gd name="T7" fmla="*/ 48 h 528"/>
                        <a:gd name="T8" fmla="*/ 5 w 131"/>
                        <a:gd name="T9" fmla="*/ 68 h 528"/>
                        <a:gd name="T10" fmla="*/ 0 w 131"/>
                        <a:gd name="T11" fmla="*/ 78 h 528"/>
                        <a:gd name="T12" fmla="*/ 3 w 131"/>
                        <a:gd name="T13" fmla="*/ 90 h 528"/>
                        <a:gd name="T14" fmla="*/ 11 w 131"/>
                        <a:gd name="T15" fmla="*/ 96 h 528"/>
                        <a:gd name="T16" fmla="*/ 15 w 131"/>
                        <a:gd name="T17" fmla="*/ 117 h 528"/>
                        <a:gd name="T18" fmla="*/ 16 w 131"/>
                        <a:gd name="T19" fmla="*/ 139 h 528"/>
                        <a:gd name="T20" fmla="*/ 10 w 131"/>
                        <a:gd name="T21" fmla="*/ 150 h 528"/>
                        <a:gd name="T22" fmla="*/ 5 w 131"/>
                        <a:gd name="T23" fmla="*/ 162 h 528"/>
                        <a:gd name="T24" fmla="*/ 9 w 131"/>
                        <a:gd name="T25" fmla="*/ 186 h 528"/>
                        <a:gd name="T26" fmla="*/ 16 w 131"/>
                        <a:gd name="T27" fmla="*/ 208 h 528"/>
                        <a:gd name="T28" fmla="*/ 26 w 131"/>
                        <a:gd name="T29" fmla="*/ 222 h 528"/>
                        <a:gd name="T30" fmla="*/ 34 w 131"/>
                        <a:gd name="T31" fmla="*/ 251 h 528"/>
                        <a:gd name="T32" fmla="*/ 38 w 131"/>
                        <a:gd name="T33" fmla="*/ 284 h 528"/>
                        <a:gd name="T34" fmla="*/ 33 w 131"/>
                        <a:gd name="T35" fmla="*/ 300 h 528"/>
                        <a:gd name="T36" fmla="*/ 30 w 131"/>
                        <a:gd name="T37" fmla="*/ 314 h 528"/>
                        <a:gd name="T38" fmla="*/ 32 w 131"/>
                        <a:gd name="T39" fmla="*/ 330 h 528"/>
                        <a:gd name="T40" fmla="*/ 37 w 131"/>
                        <a:gd name="T41" fmla="*/ 345 h 528"/>
                        <a:gd name="T42" fmla="*/ 42 w 131"/>
                        <a:gd name="T43" fmla="*/ 363 h 528"/>
                        <a:gd name="T44" fmla="*/ 39 w 131"/>
                        <a:gd name="T45" fmla="*/ 445 h 528"/>
                        <a:gd name="T46" fmla="*/ 43 w 131"/>
                        <a:gd name="T47" fmla="*/ 528 h 528"/>
                        <a:gd name="T48" fmla="*/ 129 w 131"/>
                        <a:gd name="T49" fmla="*/ 428 h 528"/>
                        <a:gd name="T50" fmla="*/ 122 w 131"/>
                        <a:gd name="T51" fmla="*/ 375 h 528"/>
                        <a:gd name="T52" fmla="*/ 129 w 131"/>
                        <a:gd name="T53" fmla="*/ 308 h 528"/>
                        <a:gd name="T54" fmla="*/ 131 w 131"/>
                        <a:gd name="T55" fmla="*/ 241 h 528"/>
                        <a:gd name="T56" fmla="*/ 122 w 131"/>
                        <a:gd name="T57" fmla="*/ 162 h 528"/>
                        <a:gd name="T58" fmla="*/ 104 w 131"/>
                        <a:gd name="T59" fmla="*/ 135 h 528"/>
                        <a:gd name="T60" fmla="*/ 88 w 131"/>
                        <a:gd name="T61" fmla="*/ 117 h 528"/>
                        <a:gd name="T62" fmla="*/ 76 w 131"/>
                        <a:gd name="T63" fmla="*/ 101 h 528"/>
                        <a:gd name="T64" fmla="*/ 86 w 131"/>
                        <a:gd name="T65" fmla="*/ 96 h 528"/>
                        <a:gd name="T66" fmla="*/ 92 w 131"/>
                        <a:gd name="T67" fmla="*/ 90 h 528"/>
                        <a:gd name="T68" fmla="*/ 86 w 131"/>
                        <a:gd name="T69" fmla="*/ 68 h 528"/>
                        <a:gd name="T70" fmla="*/ 79 w 131"/>
                        <a:gd name="T71" fmla="*/ 45 h 528"/>
                        <a:gd name="T72" fmla="*/ 70 w 131"/>
                        <a:gd name="T73" fmla="*/ 23 h 528"/>
                        <a:gd name="T74" fmla="*/ 60 w 131"/>
                        <a:gd name="T75" fmla="*/ 0 h 528"/>
                        <a:gd name="T76" fmla="*/ 5 w 131"/>
                        <a:gd name="T77"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1" h="528">
                          <a:moveTo>
                            <a:pt x="5" y="0"/>
                          </a:moveTo>
                          <a:lnTo>
                            <a:pt x="3" y="10"/>
                          </a:lnTo>
                          <a:lnTo>
                            <a:pt x="7" y="28"/>
                          </a:lnTo>
                          <a:lnTo>
                            <a:pt x="9" y="48"/>
                          </a:lnTo>
                          <a:lnTo>
                            <a:pt x="5" y="68"/>
                          </a:lnTo>
                          <a:lnTo>
                            <a:pt x="0" y="78"/>
                          </a:lnTo>
                          <a:lnTo>
                            <a:pt x="3" y="90"/>
                          </a:lnTo>
                          <a:lnTo>
                            <a:pt x="11" y="96"/>
                          </a:lnTo>
                          <a:lnTo>
                            <a:pt x="15" y="117"/>
                          </a:lnTo>
                          <a:lnTo>
                            <a:pt x="16" y="139"/>
                          </a:lnTo>
                          <a:lnTo>
                            <a:pt x="10" y="150"/>
                          </a:lnTo>
                          <a:lnTo>
                            <a:pt x="5" y="162"/>
                          </a:lnTo>
                          <a:lnTo>
                            <a:pt x="9" y="186"/>
                          </a:lnTo>
                          <a:lnTo>
                            <a:pt x="16" y="208"/>
                          </a:lnTo>
                          <a:lnTo>
                            <a:pt x="26" y="222"/>
                          </a:lnTo>
                          <a:lnTo>
                            <a:pt x="34" y="251"/>
                          </a:lnTo>
                          <a:lnTo>
                            <a:pt x="38" y="284"/>
                          </a:lnTo>
                          <a:lnTo>
                            <a:pt x="33" y="300"/>
                          </a:lnTo>
                          <a:lnTo>
                            <a:pt x="30" y="314"/>
                          </a:lnTo>
                          <a:lnTo>
                            <a:pt x="32" y="330"/>
                          </a:lnTo>
                          <a:lnTo>
                            <a:pt x="37" y="345"/>
                          </a:lnTo>
                          <a:lnTo>
                            <a:pt x="42" y="363"/>
                          </a:lnTo>
                          <a:lnTo>
                            <a:pt x="39" y="445"/>
                          </a:lnTo>
                          <a:lnTo>
                            <a:pt x="43" y="528"/>
                          </a:lnTo>
                          <a:lnTo>
                            <a:pt x="129" y="428"/>
                          </a:lnTo>
                          <a:lnTo>
                            <a:pt x="122" y="375"/>
                          </a:lnTo>
                          <a:lnTo>
                            <a:pt x="129" y="308"/>
                          </a:lnTo>
                          <a:lnTo>
                            <a:pt x="131" y="241"/>
                          </a:lnTo>
                          <a:lnTo>
                            <a:pt x="122" y="162"/>
                          </a:lnTo>
                          <a:lnTo>
                            <a:pt x="104" y="135"/>
                          </a:lnTo>
                          <a:lnTo>
                            <a:pt x="88" y="117"/>
                          </a:lnTo>
                          <a:lnTo>
                            <a:pt x="76" y="101"/>
                          </a:lnTo>
                          <a:lnTo>
                            <a:pt x="86" y="96"/>
                          </a:lnTo>
                          <a:lnTo>
                            <a:pt x="92" y="90"/>
                          </a:lnTo>
                          <a:lnTo>
                            <a:pt x="86" y="68"/>
                          </a:lnTo>
                          <a:lnTo>
                            <a:pt x="79" y="45"/>
                          </a:lnTo>
                          <a:lnTo>
                            <a:pt x="70" y="23"/>
                          </a:lnTo>
                          <a:lnTo>
                            <a:pt x="60" y="0"/>
                          </a:lnTo>
                          <a:lnTo>
                            <a:pt x="5" y="0"/>
                          </a:lnTo>
                          <a:close/>
                        </a:path>
                      </a:pathLst>
                    </a:custGeom>
                    <a:solidFill>
                      <a:srgbClr val="000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1" name="Freeform 253"/>
                    <p:cNvSpPr/>
                    <p:nvPr/>
                  </p:nvSpPr>
                  <p:spPr bwMode="auto">
                    <a:xfrm>
                      <a:off x="2449" y="3114"/>
                      <a:ext cx="9" cy="8"/>
                    </a:xfrm>
                    <a:custGeom>
                      <a:avLst/>
                      <a:gdLst>
                        <a:gd name="T0" fmla="*/ 68 w 68"/>
                        <a:gd name="T1" fmla="*/ 69 h 69"/>
                        <a:gd name="T2" fmla="*/ 33 w 68"/>
                        <a:gd name="T3" fmla="*/ 45 h 69"/>
                        <a:gd name="T4" fmla="*/ 0 w 68"/>
                        <a:gd name="T5" fmla="*/ 27 h 69"/>
                        <a:gd name="T6" fmla="*/ 8 w 68"/>
                        <a:gd name="T7" fmla="*/ 0 h 69"/>
                        <a:gd name="T8" fmla="*/ 27 w 68"/>
                        <a:gd name="T9" fmla="*/ 14 h 69"/>
                        <a:gd name="T10" fmla="*/ 37 w 68"/>
                        <a:gd name="T11" fmla="*/ 25 h 69"/>
                        <a:gd name="T12" fmla="*/ 56 w 68"/>
                        <a:gd name="T13" fmla="*/ 46 h 69"/>
                        <a:gd name="T14" fmla="*/ 68 w 68"/>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69">
                          <a:moveTo>
                            <a:pt x="68" y="69"/>
                          </a:moveTo>
                          <a:lnTo>
                            <a:pt x="33" y="45"/>
                          </a:lnTo>
                          <a:lnTo>
                            <a:pt x="0" y="27"/>
                          </a:lnTo>
                          <a:lnTo>
                            <a:pt x="8" y="0"/>
                          </a:lnTo>
                          <a:lnTo>
                            <a:pt x="27" y="14"/>
                          </a:lnTo>
                          <a:lnTo>
                            <a:pt x="37" y="25"/>
                          </a:lnTo>
                          <a:lnTo>
                            <a:pt x="56" y="46"/>
                          </a:lnTo>
                          <a:lnTo>
                            <a:pt x="68" y="69"/>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2" name="Freeform 254"/>
                    <p:cNvSpPr/>
                    <p:nvPr/>
                  </p:nvSpPr>
                  <p:spPr bwMode="auto">
                    <a:xfrm>
                      <a:off x="2443" y="3114"/>
                      <a:ext cx="17" cy="23"/>
                    </a:xfrm>
                    <a:custGeom>
                      <a:avLst/>
                      <a:gdLst>
                        <a:gd name="T0" fmla="*/ 5 w 121"/>
                        <a:gd name="T1" fmla="*/ 48 h 189"/>
                        <a:gd name="T2" fmla="*/ 3 w 121"/>
                        <a:gd name="T3" fmla="*/ 30 h 189"/>
                        <a:gd name="T4" fmla="*/ 0 w 121"/>
                        <a:gd name="T5" fmla="*/ 0 h 189"/>
                        <a:gd name="T6" fmla="*/ 10 w 121"/>
                        <a:gd name="T7" fmla="*/ 32 h 189"/>
                        <a:gd name="T8" fmla="*/ 19 w 121"/>
                        <a:gd name="T9" fmla="*/ 51 h 189"/>
                        <a:gd name="T10" fmla="*/ 41 w 121"/>
                        <a:gd name="T11" fmla="*/ 80 h 189"/>
                        <a:gd name="T12" fmla="*/ 59 w 121"/>
                        <a:gd name="T13" fmla="*/ 98 h 189"/>
                        <a:gd name="T14" fmla="*/ 91 w 121"/>
                        <a:gd name="T15" fmla="*/ 125 h 189"/>
                        <a:gd name="T16" fmla="*/ 121 w 121"/>
                        <a:gd name="T17" fmla="*/ 150 h 189"/>
                        <a:gd name="T18" fmla="*/ 121 w 121"/>
                        <a:gd name="T19" fmla="*/ 189 h 189"/>
                        <a:gd name="T20" fmla="*/ 90 w 121"/>
                        <a:gd name="T21" fmla="*/ 162 h 189"/>
                        <a:gd name="T22" fmla="*/ 59 w 121"/>
                        <a:gd name="T23" fmla="*/ 138 h 189"/>
                        <a:gd name="T24" fmla="*/ 39 w 121"/>
                        <a:gd name="T25" fmla="*/ 123 h 189"/>
                        <a:gd name="T26" fmla="*/ 41 w 121"/>
                        <a:gd name="T27" fmla="*/ 108 h 189"/>
                        <a:gd name="T28" fmla="*/ 38 w 121"/>
                        <a:gd name="T29" fmla="*/ 88 h 189"/>
                        <a:gd name="T30" fmla="*/ 23 w 121"/>
                        <a:gd name="T31" fmla="*/ 72 h 189"/>
                        <a:gd name="T32" fmla="*/ 5 w 121"/>
                        <a:gd name="T33" fmla="*/ 4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1" h="189">
                          <a:moveTo>
                            <a:pt x="5" y="48"/>
                          </a:moveTo>
                          <a:lnTo>
                            <a:pt x="3" y="30"/>
                          </a:lnTo>
                          <a:lnTo>
                            <a:pt x="0" y="0"/>
                          </a:lnTo>
                          <a:lnTo>
                            <a:pt x="10" y="32"/>
                          </a:lnTo>
                          <a:lnTo>
                            <a:pt x="19" y="51"/>
                          </a:lnTo>
                          <a:lnTo>
                            <a:pt x="41" y="80"/>
                          </a:lnTo>
                          <a:lnTo>
                            <a:pt x="59" y="98"/>
                          </a:lnTo>
                          <a:lnTo>
                            <a:pt x="91" y="125"/>
                          </a:lnTo>
                          <a:lnTo>
                            <a:pt x="121" y="150"/>
                          </a:lnTo>
                          <a:lnTo>
                            <a:pt x="121" y="189"/>
                          </a:lnTo>
                          <a:lnTo>
                            <a:pt x="90" y="162"/>
                          </a:lnTo>
                          <a:lnTo>
                            <a:pt x="59" y="138"/>
                          </a:lnTo>
                          <a:lnTo>
                            <a:pt x="39" y="123"/>
                          </a:lnTo>
                          <a:lnTo>
                            <a:pt x="41" y="108"/>
                          </a:lnTo>
                          <a:lnTo>
                            <a:pt x="38" y="88"/>
                          </a:lnTo>
                          <a:lnTo>
                            <a:pt x="23" y="72"/>
                          </a:lnTo>
                          <a:lnTo>
                            <a:pt x="5" y="48"/>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3" name="Freeform 255"/>
                    <p:cNvSpPr/>
                    <p:nvPr/>
                  </p:nvSpPr>
                  <p:spPr bwMode="auto">
                    <a:xfrm>
                      <a:off x="2445" y="3138"/>
                      <a:ext cx="15" cy="17"/>
                    </a:xfrm>
                    <a:custGeom>
                      <a:avLst/>
                      <a:gdLst>
                        <a:gd name="T0" fmla="*/ 9 w 101"/>
                        <a:gd name="T1" fmla="*/ 0 h 133"/>
                        <a:gd name="T2" fmla="*/ 3 w 101"/>
                        <a:gd name="T3" fmla="*/ 12 h 133"/>
                        <a:gd name="T4" fmla="*/ 0 w 101"/>
                        <a:gd name="T5" fmla="*/ 26 h 133"/>
                        <a:gd name="T6" fmla="*/ 20 w 101"/>
                        <a:gd name="T7" fmla="*/ 31 h 133"/>
                        <a:gd name="T8" fmla="*/ 15 w 101"/>
                        <a:gd name="T9" fmla="*/ 64 h 133"/>
                        <a:gd name="T10" fmla="*/ 56 w 101"/>
                        <a:gd name="T11" fmla="*/ 93 h 133"/>
                        <a:gd name="T12" fmla="*/ 101 w 101"/>
                        <a:gd name="T13" fmla="*/ 133 h 133"/>
                        <a:gd name="T14" fmla="*/ 97 w 101"/>
                        <a:gd name="T15" fmla="*/ 89 h 133"/>
                        <a:gd name="T16" fmla="*/ 98 w 101"/>
                        <a:gd name="T17" fmla="*/ 73 h 133"/>
                        <a:gd name="T18" fmla="*/ 59 w 101"/>
                        <a:gd name="T19" fmla="*/ 41 h 133"/>
                        <a:gd name="T20" fmla="*/ 9 w 101"/>
                        <a:gd name="T21"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 h="133">
                          <a:moveTo>
                            <a:pt x="9" y="0"/>
                          </a:moveTo>
                          <a:lnTo>
                            <a:pt x="3" y="12"/>
                          </a:lnTo>
                          <a:lnTo>
                            <a:pt x="0" y="26"/>
                          </a:lnTo>
                          <a:lnTo>
                            <a:pt x="20" y="31"/>
                          </a:lnTo>
                          <a:lnTo>
                            <a:pt x="15" y="64"/>
                          </a:lnTo>
                          <a:lnTo>
                            <a:pt x="56" y="93"/>
                          </a:lnTo>
                          <a:lnTo>
                            <a:pt x="101" y="133"/>
                          </a:lnTo>
                          <a:lnTo>
                            <a:pt x="97" y="89"/>
                          </a:lnTo>
                          <a:lnTo>
                            <a:pt x="98" y="73"/>
                          </a:lnTo>
                          <a:lnTo>
                            <a:pt x="59" y="41"/>
                          </a:lnTo>
                          <a:lnTo>
                            <a:pt x="9" y="0"/>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4" name="Freeform 256"/>
                    <p:cNvSpPr/>
                    <p:nvPr/>
                  </p:nvSpPr>
                  <p:spPr bwMode="auto">
                    <a:xfrm>
                      <a:off x="2443" y="3114"/>
                      <a:ext cx="8" cy="3"/>
                    </a:xfrm>
                    <a:custGeom>
                      <a:avLst/>
                      <a:gdLst>
                        <a:gd name="T0" fmla="*/ 0 w 54"/>
                        <a:gd name="T1" fmla="*/ 5 h 23"/>
                        <a:gd name="T2" fmla="*/ 25 w 54"/>
                        <a:gd name="T3" fmla="*/ 11 h 23"/>
                        <a:gd name="T4" fmla="*/ 40 w 54"/>
                        <a:gd name="T5" fmla="*/ 9 h 23"/>
                        <a:gd name="T6" fmla="*/ 54 w 54"/>
                        <a:gd name="T7" fmla="*/ 0 h 23"/>
                        <a:gd name="T8" fmla="*/ 45 w 54"/>
                        <a:gd name="T9" fmla="*/ 13 h 23"/>
                        <a:gd name="T10" fmla="*/ 36 w 54"/>
                        <a:gd name="T11" fmla="*/ 20 h 23"/>
                        <a:gd name="T12" fmla="*/ 23 w 54"/>
                        <a:gd name="T13" fmla="*/ 23 h 23"/>
                        <a:gd name="T14" fmla="*/ 0 w 54"/>
                        <a:gd name="T15" fmla="*/ 5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23">
                          <a:moveTo>
                            <a:pt x="0" y="5"/>
                          </a:moveTo>
                          <a:lnTo>
                            <a:pt x="25" y="11"/>
                          </a:lnTo>
                          <a:lnTo>
                            <a:pt x="40" y="9"/>
                          </a:lnTo>
                          <a:lnTo>
                            <a:pt x="54" y="0"/>
                          </a:lnTo>
                          <a:lnTo>
                            <a:pt x="45" y="13"/>
                          </a:lnTo>
                          <a:lnTo>
                            <a:pt x="36" y="20"/>
                          </a:lnTo>
                          <a:lnTo>
                            <a:pt x="23" y="23"/>
                          </a:lnTo>
                          <a:lnTo>
                            <a:pt x="0" y="5"/>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nvGrpSpPr>
              <p:cNvPr id="642305" name="Group 257"/>
              <p:cNvGrpSpPr/>
              <p:nvPr/>
            </p:nvGrpSpPr>
            <p:grpSpPr bwMode="auto">
              <a:xfrm>
                <a:off x="2398" y="3018"/>
                <a:ext cx="78" cy="88"/>
                <a:chOff x="2398" y="3018"/>
                <a:chExt cx="78" cy="88"/>
              </a:xfrm>
            </p:grpSpPr>
            <p:grpSp>
              <p:nvGrpSpPr>
                <p:cNvPr id="642306" name="Group 258"/>
                <p:cNvGrpSpPr/>
                <p:nvPr/>
              </p:nvGrpSpPr>
              <p:grpSpPr bwMode="auto">
                <a:xfrm>
                  <a:off x="2405" y="3044"/>
                  <a:ext cx="70" cy="62"/>
                  <a:chOff x="2405" y="3044"/>
                  <a:chExt cx="70" cy="62"/>
                </a:xfrm>
              </p:grpSpPr>
              <p:sp>
                <p:nvSpPr>
                  <p:cNvPr id="642307" name="Freeform 259"/>
                  <p:cNvSpPr/>
                  <p:nvPr/>
                </p:nvSpPr>
                <p:spPr bwMode="auto">
                  <a:xfrm>
                    <a:off x="2405" y="3044"/>
                    <a:ext cx="70" cy="62"/>
                  </a:xfrm>
                  <a:custGeom>
                    <a:avLst/>
                    <a:gdLst>
                      <a:gd name="T0" fmla="*/ 445 w 496"/>
                      <a:gd name="T1" fmla="*/ 18 h 497"/>
                      <a:gd name="T2" fmla="*/ 476 w 496"/>
                      <a:gd name="T3" fmla="*/ 47 h 497"/>
                      <a:gd name="T4" fmla="*/ 482 w 496"/>
                      <a:gd name="T5" fmla="*/ 60 h 497"/>
                      <a:gd name="T6" fmla="*/ 490 w 496"/>
                      <a:gd name="T7" fmla="*/ 88 h 497"/>
                      <a:gd name="T8" fmla="*/ 496 w 496"/>
                      <a:gd name="T9" fmla="*/ 116 h 497"/>
                      <a:gd name="T10" fmla="*/ 494 w 496"/>
                      <a:gd name="T11" fmla="*/ 143 h 497"/>
                      <a:gd name="T12" fmla="*/ 486 w 496"/>
                      <a:gd name="T13" fmla="*/ 156 h 497"/>
                      <a:gd name="T14" fmla="*/ 481 w 496"/>
                      <a:gd name="T15" fmla="*/ 166 h 497"/>
                      <a:gd name="T16" fmla="*/ 483 w 496"/>
                      <a:gd name="T17" fmla="*/ 186 h 497"/>
                      <a:gd name="T18" fmla="*/ 486 w 496"/>
                      <a:gd name="T19" fmla="*/ 199 h 497"/>
                      <a:gd name="T20" fmla="*/ 483 w 496"/>
                      <a:gd name="T21" fmla="*/ 219 h 497"/>
                      <a:gd name="T22" fmla="*/ 478 w 496"/>
                      <a:gd name="T23" fmla="*/ 233 h 497"/>
                      <a:gd name="T24" fmla="*/ 468 w 496"/>
                      <a:gd name="T25" fmla="*/ 247 h 497"/>
                      <a:gd name="T26" fmla="*/ 462 w 496"/>
                      <a:gd name="T27" fmla="*/ 256 h 497"/>
                      <a:gd name="T28" fmla="*/ 462 w 496"/>
                      <a:gd name="T29" fmla="*/ 287 h 497"/>
                      <a:gd name="T30" fmla="*/ 466 w 496"/>
                      <a:gd name="T31" fmla="*/ 308 h 497"/>
                      <a:gd name="T32" fmla="*/ 466 w 496"/>
                      <a:gd name="T33" fmla="*/ 319 h 497"/>
                      <a:gd name="T34" fmla="*/ 448 w 496"/>
                      <a:gd name="T35" fmla="*/ 325 h 497"/>
                      <a:gd name="T36" fmla="*/ 440 w 496"/>
                      <a:gd name="T37" fmla="*/ 328 h 497"/>
                      <a:gd name="T38" fmla="*/ 437 w 496"/>
                      <a:gd name="T39" fmla="*/ 353 h 497"/>
                      <a:gd name="T40" fmla="*/ 437 w 496"/>
                      <a:gd name="T41" fmla="*/ 365 h 497"/>
                      <a:gd name="T42" fmla="*/ 418 w 496"/>
                      <a:gd name="T43" fmla="*/ 377 h 497"/>
                      <a:gd name="T44" fmla="*/ 418 w 496"/>
                      <a:gd name="T45" fmla="*/ 383 h 497"/>
                      <a:gd name="T46" fmla="*/ 422 w 496"/>
                      <a:gd name="T47" fmla="*/ 398 h 497"/>
                      <a:gd name="T48" fmla="*/ 416 w 496"/>
                      <a:gd name="T49" fmla="*/ 410 h 497"/>
                      <a:gd name="T50" fmla="*/ 413 w 496"/>
                      <a:gd name="T51" fmla="*/ 416 h 497"/>
                      <a:gd name="T52" fmla="*/ 411 w 496"/>
                      <a:gd name="T53" fmla="*/ 430 h 497"/>
                      <a:gd name="T54" fmla="*/ 416 w 496"/>
                      <a:gd name="T55" fmla="*/ 446 h 497"/>
                      <a:gd name="T56" fmla="*/ 418 w 496"/>
                      <a:gd name="T57" fmla="*/ 463 h 497"/>
                      <a:gd name="T58" fmla="*/ 416 w 496"/>
                      <a:gd name="T59" fmla="*/ 474 h 497"/>
                      <a:gd name="T60" fmla="*/ 410 w 496"/>
                      <a:gd name="T61" fmla="*/ 483 h 497"/>
                      <a:gd name="T62" fmla="*/ 399 w 496"/>
                      <a:gd name="T63" fmla="*/ 491 h 497"/>
                      <a:gd name="T64" fmla="*/ 382 w 496"/>
                      <a:gd name="T65" fmla="*/ 493 h 497"/>
                      <a:gd name="T66" fmla="*/ 354 w 496"/>
                      <a:gd name="T67" fmla="*/ 494 h 497"/>
                      <a:gd name="T68" fmla="*/ 321 w 496"/>
                      <a:gd name="T69" fmla="*/ 497 h 497"/>
                      <a:gd name="T70" fmla="*/ 295 w 496"/>
                      <a:gd name="T71" fmla="*/ 491 h 497"/>
                      <a:gd name="T72" fmla="*/ 269 w 496"/>
                      <a:gd name="T73" fmla="*/ 490 h 497"/>
                      <a:gd name="T74" fmla="*/ 237 w 496"/>
                      <a:gd name="T75" fmla="*/ 479 h 497"/>
                      <a:gd name="T76" fmla="*/ 193 w 496"/>
                      <a:gd name="T77" fmla="*/ 460 h 497"/>
                      <a:gd name="T78" fmla="*/ 158 w 496"/>
                      <a:gd name="T79" fmla="*/ 442 h 497"/>
                      <a:gd name="T80" fmla="*/ 123 w 496"/>
                      <a:gd name="T81" fmla="*/ 416 h 497"/>
                      <a:gd name="T82" fmla="*/ 92 w 496"/>
                      <a:gd name="T83" fmla="*/ 384 h 497"/>
                      <a:gd name="T84" fmla="*/ 62 w 496"/>
                      <a:gd name="T85" fmla="*/ 347 h 497"/>
                      <a:gd name="T86" fmla="*/ 24 w 496"/>
                      <a:gd name="T87" fmla="*/ 293 h 497"/>
                      <a:gd name="T88" fmla="*/ 20 w 496"/>
                      <a:gd name="T89" fmla="*/ 273 h 497"/>
                      <a:gd name="T90" fmla="*/ 35 w 496"/>
                      <a:gd name="T91" fmla="*/ 245 h 497"/>
                      <a:gd name="T92" fmla="*/ 0 w 496"/>
                      <a:gd name="T93" fmla="*/ 173 h 497"/>
                      <a:gd name="T94" fmla="*/ 32 w 496"/>
                      <a:gd name="T95" fmla="*/ 113 h 497"/>
                      <a:gd name="T96" fmla="*/ 121 w 496"/>
                      <a:gd name="T97" fmla="*/ 137 h 497"/>
                      <a:gd name="T98" fmla="*/ 195 w 496"/>
                      <a:gd name="T99" fmla="*/ 98 h 497"/>
                      <a:gd name="T100" fmla="*/ 197 w 496"/>
                      <a:gd name="T101" fmla="*/ 38 h 497"/>
                      <a:gd name="T102" fmla="*/ 295 w 496"/>
                      <a:gd name="T103" fmla="*/ 0 h 497"/>
                      <a:gd name="T104" fmla="*/ 371 w 496"/>
                      <a:gd name="T105" fmla="*/ 0 h 497"/>
                      <a:gd name="T106" fmla="*/ 445 w 496"/>
                      <a:gd name="T107" fmla="*/ 18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96" h="497">
                        <a:moveTo>
                          <a:pt x="445" y="18"/>
                        </a:moveTo>
                        <a:lnTo>
                          <a:pt x="476" y="47"/>
                        </a:lnTo>
                        <a:lnTo>
                          <a:pt x="482" y="60"/>
                        </a:lnTo>
                        <a:lnTo>
                          <a:pt x="490" y="88"/>
                        </a:lnTo>
                        <a:lnTo>
                          <a:pt x="496" y="116"/>
                        </a:lnTo>
                        <a:lnTo>
                          <a:pt x="494" y="143"/>
                        </a:lnTo>
                        <a:lnTo>
                          <a:pt x="486" y="156"/>
                        </a:lnTo>
                        <a:lnTo>
                          <a:pt x="481" y="166"/>
                        </a:lnTo>
                        <a:lnTo>
                          <a:pt x="483" y="186"/>
                        </a:lnTo>
                        <a:lnTo>
                          <a:pt x="486" y="199"/>
                        </a:lnTo>
                        <a:lnTo>
                          <a:pt x="483" y="219"/>
                        </a:lnTo>
                        <a:lnTo>
                          <a:pt x="478" y="233"/>
                        </a:lnTo>
                        <a:lnTo>
                          <a:pt x="468" y="247"/>
                        </a:lnTo>
                        <a:lnTo>
                          <a:pt x="462" y="256"/>
                        </a:lnTo>
                        <a:lnTo>
                          <a:pt x="462" y="287"/>
                        </a:lnTo>
                        <a:lnTo>
                          <a:pt x="466" y="308"/>
                        </a:lnTo>
                        <a:lnTo>
                          <a:pt x="466" y="319"/>
                        </a:lnTo>
                        <a:lnTo>
                          <a:pt x="448" y="325"/>
                        </a:lnTo>
                        <a:lnTo>
                          <a:pt x="440" y="328"/>
                        </a:lnTo>
                        <a:lnTo>
                          <a:pt x="437" y="353"/>
                        </a:lnTo>
                        <a:lnTo>
                          <a:pt x="437" y="365"/>
                        </a:lnTo>
                        <a:lnTo>
                          <a:pt x="418" y="377"/>
                        </a:lnTo>
                        <a:lnTo>
                          <a:pt x="418" y="383"/>
                        </a:lnTo>
                        <a:lnTo>
                          <a:pt x="422" y="398"/>
                        </a:lnTo>
                        <a:lnTo>
                          <a:pt x="416" y="410"/>
                        </a:lnTo>
                        <a:lnTo>
                          <a:pt x="413" y="416"/>
                        </a:lnTo>
                        <a:lnTo>
                          <a:pt x="411" y="430"/>
                        </a:lnTo>
                        <a:lnTo>
                          <a:pt x="416" y="446"/>
                        </a:lnTo>
                        <a:lnTo>
                          <a:pt x="418" y="463"/>
                        </a:lnTo>
                        <a:lnTo>
                          <a:pt x="416" y="474"/>
                        </a:lnTo>
                        <a:lnTo>
                          <a:pt x="410" y="483"/>
                        </a:lnTo>
                        <a:lnTo>
                          <a:pt x="399" y="491"/>
                        </a:lnTo>
                        <a:lnTo>
                          <a:pt x="382" y="493"/>
                        </a:lnTo>
                        <a:lnTo>
                          <a:pt x="354" y="494"/>
                        </a:lnTo>
                        <a:lnTo>
                          <a:pt x="321" y="497"/>
                        </a:lnTo>
                        <a:lnTo>
                          <a:pt x="295" y="491"/>
                        </a:lnTo>
                        <a:lnTo>
                          <a:pt x="269" y="490"/>
                        </a:lnTo>
                        <a:lnTo>
                          <a:pt x="237" y="479"/>
                        </a:lnTo>
                        <a:lnTo>
                          <a:pt x="193" y="460"/>
                        </a:lnTo>
                        <a:lnTo>
                          <a:pt x="158" y="442"/>
                        </a:lnTo>
                        <a:lnTo>
                          <a:pt x="123" y="416"/>
                        </a:lnTo>
                        <a:lnTo>
                          <a:pt x="92" y="384"/>
                        </a:lnTo>
                        <a:lnTo>
                          <a:pt x="62" y="347"/>
                        </a:lnTo>
                        <a:lnTo>
                          <a:pt x="24" y="293"/>
                        </a:lnTo>
                        <a:lnTo>
                          <a:pt x="20" y="273"/>
                        </a:lnTo>
                        <a:lnTo>
                          <a:pt x="35" y="245"/>
                        </a:lnTo>
                        <a:lnTo>
                          <a:pt x="0" y="173"/>
                        </a:lnTo>
                        <a:lnTo>
                          <a:pt x="32" y="113"/>
                        </a:lnTo>
                        <a:lnTo>
                          <a:pt x="121" y="137"/>
                        </a:lnTo>
                        <a:lnTo>
                          <a:pt x="195" y="98"/>
                        </a:lnTo>
                        <a:lnTo>
                          <a:pt x="197" y="38"/>
                        </a:lnTo>
                        <a:lnTo>
                          <a:pt x="295" y="0"/>
                        </a:lnTo>
                        <a:lnTo>
                          <a:pt x="371" y="0"/>
                        </a:lnTo>
                        <a:lnTo>
                          <a:pt x="445" y="18"/>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308" name="Group 260"/>
                  <p:cNvGrpSpPr/>
                  <p:nvPr/>
                </p:nvGrpSpPr>
                <p:grpSpPr bwMode="auto">
                  <a:xfrm>
                    <a:off x="2416" y="3061"/>
                    <a:ext cx="59" cy="45"/>
                    <a:chOff x="2416" y="3061"/>
                    <a:chExt cx="59" cy="45"/>
                  </a:xfrm>
                </p:grpSpPr>
                <p:grpSp>
                  <p:nvGrpSpPr>
                    <p:cNvPr id="642309" name="Group 261"/>
                    <p:cNvGrpSpPr/>
                    <p:nvPr/>
                  </p:nvGrpSpPr>
                  <p:grpSpPr bwMode="auto">
                    <a:xfrm>
                      <a:off x="2438" y="3061"/>
                      <a:ext cx="37" cy="15"/>
                      <a:chOff x="2438" y="3061"/>
                      <a:chExt cx="37" cy="15"/>
                    </a:xfrm>
                  </p:grpSpPr>
                  <p:grpSp>
                    <p:nvGrpSpPr>
                      <p:cNvPr id="642310" name="Group 262"/>
                      <p:cNvGrpSpPr/>
                      <p:nvPr/>
                    </p:nvGrpSpPr>
                    <p:grpSpPr bwMode="auto">
                      <a:xfrm>
                        <a:off x="2465" y="3061"/>
                        <a:ext cx="10" cy="11"/>
                        <a:chOff x="2465" y="3061"/>
                        <a:chExt cx="10" cy="11"/>
                      </a:xfrm>
                    </p:grpSpPr>
                    <p:sp>
                      <p:nvSpPr>
                        <p:cNvPr id="642311" name="Freeform 263"/>
                        <p:cNvSpPr/>
                        <p:nvPr/>
                      </p:nvSpPr>
                      <p:spPr bwMode="auto">
                        <a:xfrm>
                          <a:off x="2465" y="3061"/>
                          <a:ext cx="10" cy="11"/>
                        </a:xfrm>
                        <a:custGeom>
                          <a:avLst/>
                          <a:gdLst>
                            <a:gd name="T0" fmla="*/ 19 w 69"/>
                            <a:gd name="T1" fmla="*/ 82 h 84"/>
                            <a:gd name="T2" fmla="*/ 6 w 69"/>
                            <a:gd name="T3" fmla="*/ 84 h 84"/>
                            <a:gd name="T4" fmla="*/ 0 w 69"/>
                            <a:gd name="T5" fmla="*/ 70 h 84"/>
                            <a:gd name="T6" fmla="*/ 0 w 69"/>
                            <a:gd name="T7" fmla="*/ 50 h 84"/>
                            <a:gd name="T8" fmla="*/ 6 w 69"/>
                            <a:gd name="T9" fmla="*/ 28 h 84"/>
                            <a:gd name="T10" fmla="*/ 16 w 69"/>
                            <a:gd name="T11" fmla="*/ 12 h 84"/>
                            <a:gd name="T12" fmla="*/ 33 w 69"/>
                            <a:gd name="T13" fmla="*/ 3 h 84"/>
                            <a:gd name="T14" fmla="*/ 51 w 69"/>
                            <a:gd name="T15" fmla="*/ 0 h 84"/>
                            <a:gd name="T16" fmla="*/ 69 w 69"/>
                            <a:gd name="T17" fmla="*/ 4 h 84"/>
                            <a:gd name="T18" fmla="*/ 62 w 69"/>
                            <a:gd name="T19" fmla="*/ 16 h 84"/>
                            <a:gd name="T20" fmla="*/ 54 w 69"/>
                            <a:gd name="T21" fmla="*/ 30 h 84"/>
                            <a:gd name="T22" fmla="*/ 57 w 69"/>
                            <a:gd name="T23" fmla="*/ 52 h 84"/>
                            <a:gd name="T24" fmla="*/ 42 w 69"/>
                            <a:gd name="T25" fmla="*/ 57 h 84"/>
                            <a:gd name="T26" fmla="*/ 27 w 69"/>
                            <a:gd name="T27" fmla="*/ 69 h 84"/>
                            <a:gd name="T28" fmla="*/ 19 w 69"/>
                            <a:gd name="T29" fmla="*/ 8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 h="84">
                              <a:moveTo>
                                <a:pt x="19" y="82"/>
                              </a:moveTo>
                              <a:lnTo>
                                <a:pt x="6" y="84"/>
                              </a:lnTo>
                              <a:lnTo>
                                <a:pt x="0" y="70"/>
                              </a:lnTo>
                              <a:lnTo>
                                <a:pt x="0" y="50"/>
                              </a:lnTo>
                              <a:lnTo>
                                <a:pt x="6" y="28"/>
                              </a:lnTo>
                              <a:lnTo>
                                <a:pt x="16" y="12"/>
                              </a:lnTo>
                              <a:lnTo>
                                <a:pt x="33" y="3"/>
                              </a:lnTo>
                              <a:lnTo>
                                <a:pt x="51" y="0"/>
                              </a:lnTo>
                              <a:lnTo>
                                <a:pt x="69" y="4"/>
                              </a:lnTo>
                              <a:lnTo>
                                <a:pt x="62" y="16"/>
                              </a:lnTo>
                              <a:lnTo>
                                <a:pt x="54" y="30"/>
                              </a:lnTo>
                              <a:lnTo>
                                <a:pt x="57" y="52"/>
                              </a:lnTo>
                              <a:lnTo>
                                <a:pt x="42" y="57"/>
                              </a:lnTo>
                              <a:lnTo>
                                <a:pt x="27" y="69"/>
                              </a:lnTo>
                              <a:lnTo>
                                <a:pt x="19" y="82"/>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2" name="Freeform 264"/>
                        <p:cNvSpPr/>
                        <p:nvPr/>
                      </p:nvSpPr>
                      <p:spPr bwMode="auto">
                        <a:xfrm>
                          <a:off x="2466" y="3067"/>
                          <a:ext cx="9" cy="4"/>
                        </a:xfrm>
                        <a:custGeom>
                          <a:avLst/>
                          <a:gdLst>
                            <a:gd name="T0" fmla="*/ 0 w 61"/>
                            <a:gd name="T1" fmla="*/ 4 h 30"/>
                            <a:gd name="T2" fmla="*/ 17 w 61"/>
                            <a:gd name="T3" fmla="*/ 11 h 30"/>
                            <a:gd name="T4" fmla="*/ 34 w 61"/>
                            <a:gd name="T5" fmla="*/ 18 h 30"/>
                            <a:gd name="T6" fmla="*/ 47 w 61"/>
                            <a:gd name="T7" fmla="*/ 22 h 30"/>
                            <a:gd name="T8" fmla="*/ 61 w 61"/>
                            <a:gd name="T9" fmla="*/ 30 h 30"/>
                            <a:gd name="T10" fmla="*/ 54 w 61"/>
                            <a:gd name="T11" fmla="*/ 13 h 30"/>
                            <a:gd name="T12" fmla="*/ 52 w 61"/>
                            <a:gd name="T13" fmla="*/ 0 h 30"/>
                            <a:gd name="T14" fmla="*/ 44 w 61"/>
                            <a:gd name="T15" fmla="*/ 4 h 30"/>
                            <a:gd name="T16" fmla="*/ 32 w 61"/>
                            <a:gd name="T17" fmla="*/ 9 h 30"/>
                            <a:gd name="T18" fmla="*/ 21 w 61"/>
                            <a:gd name="T19" fmla="*/ 8 h 30"/>
                            <a:gd name="T20" fmla="*/ 0 w 61"/>
                            <a:gd name="T21" fmla="*/ 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30">
                              <a:moveTo>
                                <a:pt x="0" y="4"/>
                              </a:moveTo>
                              <a:lnTo>
                                <a:pt x="17" y="11"/>
                              </a:lnTo>
                              <a:lnTo>
                                <a:pt x="34" y="18"/>
                              </a:lnTo>
                              <a:lnTo>
                                <a:pt x="47" y="22"/>
                              </a:lnTo>
                              <a:lnTo>
                                <a:pt x="61" y="30"/>
                              </a:lnTo>
                              <a:lnTo>
                                <a:pt x="54" y="13"/>
                              </a:lnTo>
                              <a:lnTo>
                                <a:pt x="52" y="0"/>
                              </a:lnTo>
                              <a:lnTo>
                                <a:pt x="44" y="4"/>
                              </a:lnTo>
                              <a:lnTo>
                                <a:pt x="32" y="9"/>
                              </a:lnTo>
                              <a:lnTo>
                                <a:pt x="21" y="8"/>
                              </a:lnTo>
                              <a:lnTo>
                                <a:pt x="0" y="4"/>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3" name="Freeform 265"/>
                        <p:cNvSpPr/>
                        <p:nvPr/>
                      </p:nvSpPr>
                      <p:spPr bwMode="auto">
                        <a:xfrm>
                          <a:off x="2466" y="3061"/>
                          <a:ext cx="9" cy="5"/>
                        </a:xfrm>
                        <a:custGeom>
                          <a:avLst/>
                          <a:gdLst>
                            <a:gd name="T0" fmla="*/ 67 w 67"/>
                            <a:gd name="T1" fmla="*/ 4 h 36"/>
                            <a:gd name="T2" fmla="*/ 53 w 67"/>
                            <a:gd name="T3" fmla="*/ 0 h 36"/>
                            <a:gd name="T4" fmla="*/ 41 w 67"/>
                            <a:gd name="T5" fmla="*/ 0 h 36"/>
                            <a:gd name="T6" fmla="*/ 24 w 67"/>
                            <a:gd name="T7" fmla="*/ 5 h 36"/>
                            <a:gd name="T8" fmla="*/ 13 w 67"/>
                            <a:gd name="T9" fmla="*/ 13 h 36"/>
                            <a:gd name="T10" fmla="*/ 5 w 67"/>
                            <a:gd name="T11" fmla="*/ 24 h 36"/>
                            <a:gd name="T12" fmla="*/ 0 w 67"/>
                            <a:gd name="T13" fmla="*/ 36 h 36"/>
                            <a:gd name="T14" fmla="*/ 10 w 67"/>
                            <a:gd name="T15" fmla="*/ 26 h 36"/>
                            <a:gd name="T16" fmla="*/ 22 w 67"/>
                            <a:gd name="T17" fmla="*/ 17 h 36"/>
                            <a:gd name="T18" fmla="*/ 38 w 67"/>
                            <a:gd name="T19" fmla="*/ 13 h 36"/>
                            <a:gd name="T20" fmla="*/ 49 w 67"/>
                            <a:gd name="T21" fmla="*/ 14 h 36"/>
                            <a:gd name="T22" fmla="*/ 60 w 67"/>
                            <a:gd name="T23" fmla="*/ 20 h 36"/>
                            <a:gd name="T24" fmla="*/ 62 w 67"/>
                            <a:gd name="T25" fmla="*/ 12 h 36"/>
                            <a:gd name="T26" fmla="*/ 67 w 67"/>
                            <a:gd name="T27" fmla="*/ 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 h="36">
                              <a:moveTo>
                                <a:pt x="67" y="4"/>
                              </a:moveTo>
                              <a:lnTo>
                                <a:pt x="53" y="0"/>
                              </a:lnTo>
                              <a:lnTo>
                                <a:pt x="41" y="0"/>
                              </a:lnTo>
                              <a:lnTo>
                                <a:pt x="24" y="5"/>
                              </a:lnTo>
                              <a:lnTo>
                                <a:pt x="13" y="13"/>
                              </a:lnTo>
                              <a:lnTo>
                                <a:pt x="5" y="24"/>
                              </a:lnTo>
                              <a:lnTo>
                                <a:pt x="0" y="36"/>
                              </a:lnTo>
                              <a:lnTo>
                                <a:pt x="10" y="26"/>
                              </a:lnTo>
                              <a:lnTo>
                                <a:pt x="22" y="17"/>
                              </a:lnTo>
                              <a:lnTo>
                                <a:pt x="38" y="13"/>
                              </a:lnTo>
                              <a:lnTo>
                                <a:pt x="49" y="14"/>
                              </a:lnTo>
                              <a:lnTo>
                                <a:pt x="60" y="20"/>
                              </a:lnTo>
                              <a:lnTo>
                                <a:pt x="62" y="12"/>
                              </a:lnTo>
                              <a:lnTo>
                                <a:pt x="67" y="4"/>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14" name="Group 266"/>
                      <p:cNvGrpSpPr/>
                      <p:nvPr/>
                    </p:nvGrpSpPr>
                    <p:grpSpPr bwMode="auto">
                      <a:xfrm>
                        <a:off x="2438" y="3062"/>
                        <a:ext cx="26" cy="14"/>
                        <a:chOff x="2438" y="3062"/>
                        <a:chExt cx="26" cy="14"/>
                      </a:xfrm>
                    </p:grpSpPr>
                    <p:sp>
                      <p:nvSpPr>
                        <p:cNvPr id="642315" name="Freeform 267"/>
                        <p:cNvSpPr/>
                        <p:nvPr/>
                      </p:nvSpPr>
                      <p:spPr bwMode="auto">
                        <a:xfrm>
                          <a:off x="2438" y="3062"/>
                          <a:ext cx="26" cy="14"/>
                        </a:xfrm>
                        <a:custGeom>
                          <a:avLst/>
                          <a:gdLst>
                            <a:gd name="T0" fmla="*/ 0 w 179"/>
                            <a:gd name="T1" fmla="*/ 61 h 114"/>
                            <a:gd name="T2" fmla="*/ 20 w 179"/>
                            <a:gd name="T3" fmla="*/ 38 h 114"/>
                            <a:gd name="T4" fmla="*/ 37 w 179"/>
                            <a:gd name="T5" fmla="*/ 23 h 114"/>
                            <a:gd name="T6" fmla="*/ 53 w 179"/>
                            <a:gd name="T7" fmla="*/ 12 h 114"/>
                            <a:gd name="T8" fmla="*/ 73 w 179"/>
                            <a:gd name="T9" fmla="*/ 3 h 114"/>
                            <a:gd name="T10" fmla="*/ 93 w 179"/>
                            <a:gd name="T11" fmla="*/ 0 h 114"/>
                            <a:gd name="T12" fmla="*/ 114 w 179"/>
                            <a:gd name="T13" fmla="*/ 0 h 114"/>
                            <a:gd name="T14" fmla="*/ 133 w 179"/>
                            <a:gd name="T15" fmla="*/ 3 h 114"/>
                            <a:gd name="T16" fmla="*/ 153 w 179"/>
                            <a:gd name="T17" fmla="*/ 10 h 114"/>
                            <a:gd name="T18" fmla="*/ 164 w 179"/>
                            <a:gd name="T19" fmla="*/ 14 h 114"/>
                            <a:gd name="T20" fmla="*/ 179 w 179"/>
                            <a:gd name="T21" fmla="*/ 8 h 114"/>
                            <a:gd name="T22" fmla="*/ 175 w 179"/>
                            <a:gd name="T23" fmla="*/ 23 h 114"/>
                            <a:gd name="T24" fmla="*/ 174 w 179"/>
                            <a:gd name="T25" fmla="*/ 37 h 114"/>
                            <a:gd name="T26" fmla="*/ 176 w 179"/>
                            <a:gd name="T27" fmla="*/ 56 h 114"/>
                            <a:gd name="T28" fmla="*/ 178 w 179"/>
                            <a:gd name="T29" fmla="*/ 75 h 114"/>
                            <a:gd name="T30" fmla="*/ 175 w 179"/>
                            <a:gd name="T31" fmla="*/ 94 h 114"/>
                            <a:gd name="T32" fmla="*/ 167 w 179"/>
                            <a:gd name="T33" fmla="*/ 104 h 114"/>
                            <a:gd name="T34" fmla="*/ 156 w 179"/>
                            <a:gd name="T35" fmla="*/ 114 h 114"/>
                            <a:gd name="T36" fmla="*/ 160 w 179"/>
                            <a:gd name="T37" fmla="*/ 96 h 114"/>
                            <a:gd name="T38" fmla="*/ 162 w 179"/>
                            <a:gd name="T39" fmla="*/ 81 h 114"/>
                            <a:gd name="T40" fmla="*/ 158 w 179"/>
                            <a:gd name="T41" fmla="*/ 70 h 114"/>
                            <a:gd name="T42" fmla="*/ 151 w 179"/>
                            <a:gd name="T43" fmla="*/ 62 h 114"/>
                            <a:gd name="T44" fmla="*/ 137 w 179"/>
                            <a:gd name="T45" fmla="*/ 76 h 114"/>
                            <a:gd name="T46" fmla="*/ 123 w 179"/>
                            <a:gd name="T47" fmla="*/ 83 h 114"/>
                            <a:gd name="T48" fmla="*/ 107 w 179"/>
                            <a:gd name="T49" fmla="*/ 86 h 114"/>
                            <a:gd name="T50" fmla="*/ 88 w 179"/>
                            <a:gd name="T51" fmla="*/ 85 h 114"/>
                            <a:gd name="T52" fmla="*/ 71 w 179"/>
                            <a:gd name="T53" fmla="*/ 76 h 114"/>
                            <a:gd name="T54" fmla="*/ 55 w 179"/>
                            <a:gd name="T55" fmla="*/ 62 h 114"/>
                            <a:gd name="T56" fmla="*/ 43 w 179"/>
                            <a:gd name="T57" fmla="*/ 55 h 114"/>
                            <a:gd name="T58" fmla="*/ 0 w 179"/>
                            <a:gd name="T59" fmla="*/ 61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9" h="114">
                              <a:moveTo>
                                <a:pt x="0" y="61"/>
                              </a:moveTo>
                              <a:lnTo>
                                <a:pt x="20" y="38"/>
                              </a:lnTo>
                              <a:lnTo>
                                <a:pt x="37" y="23"/>
                              </a:lnTo>
                              <a:lnTo>
                                <a:pt x="53" y="12"/>
                              </a:lnTo>
                              <a:lnTo>
                                <a:pt x="73" y="3"/>
                              </a:lnTo>
                              <a:lnTo>
                                <a:pt x="93" y="0"/>
                              </a:lnTo>
                              <a:lnTo>
                                <a:pt x="114" y="0"/>
                              </a:lnTo>
                              <a:lnTo>
                                <a:pt x="133" y="3"/>
                              </a:lnTo>
                              <a:lnTo>
                                <a:pt x="153" y="10"/>
                              </a:lnTo>
                              <a:lnTo>
                                <a:pt x="164" y="14"/>
                              </a:lnTo>
                              <a:lnTo>
                                <a:pt x="179" y="8"/>
                              </a:lnTo>
                              <a:lnTo>
                                <a:pt x="175" y="23"/>
                              </a:lnTo>
                              <a:lnTo>
                                <a:pt x="174" y="37"/>
                              </a:lnTo>
                              <a:lnTo>
                                <a:pt x="176" y="56"/>
                              </a:lnTo>
                              <a:lnTo>
                                <a:pt x="178" y="75"/>
                              </a:lnTo>
                              <a:lnTo>
                                <a:pt x="175" y="94"/>
                              </a:lnTo>
                              <a:lnTo>
                                <a:pt x="167" y="104"/>
                              </a:lnTo>
                              <a:lnTo>
                                <a:pt x="156" y="114"/>
                              </a:lnTo>
                              <a:lnTo>
                                <a:pt x="160" y="96"/>
                              </a:lnTo>
                              <a:lnTo>
                                <a:pt x="162" y="81"/>
                              </a:lnTo>
                              <a:lnTo>
                                <a:pt x="158" y="70"/>
                              </a:lnTo>
                              <a:lnTo>
                                <a:pt x="151" y="62"/>
                              </a:lnTo>
                              <a:lnTo>
                                <a:pt x="137" y="76"/>
                              </a:lnTo>
                              <a:lnTo>
                                <a:pt x="123" y="83"/>
                              </a:lnTo>
                              <a:lnTo>
                                <a:pt x="107" y="86"/>
                              </a:lnTo>
                              <a:lnTo>
                                <a:pt x="88" y="85"/>
                              </a:lnTo>
                              <a:lnTo>
                                <a:pt x="71" y="76"/>
                              </a:lnTo>
                              <a:lnTo>
                                <a:pt x="55" y="62"/>
                              </a:lnTo>
                              <a:lnTo>
                                <a:pt x="43" y="55"/>
                              </a:lnTo>
                              <a:lnTo>
                                <a:pt x="0" y="61"/>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6" name="Freeform 268"/>
                        <p:cNvSpPr/>
                        <p:nvPr/>
                      </p:nvSpPr>
                      <p:spPr bwMode="auto">
                        <a:xfrm>
                          <a:off x="2445" y="3067"/>
                          <a:ext cx="13" cy="6"/>
                        </a:xfrm>
                        <a:custGeom>
                          <a:avLst/>
                          <a:gdLst>
                            <a:gd name="T0" fmla="*/ 0 w 93"/>
                            <a:gd name="T1" fmla="*/ 0 h 43"/>
                            <a:gd name="T2" fmla="*/ 14 w 93"/>
                            <a:gd name="T3" fmla="*/ 12 h 43"/>
                            <a:gd name="T4" fmla="*/ 28 w 93"/>
                            <a:gd name="T5" fmla="*/ 20 h 43"/>
                            <a:gd name="T6" fmla="*/ 46 w 93"/>
                            <a:gd name="T7" fmla="*/ 23 h 43"/>
                            <a:gd name="T8" fmla="*/ 57 w 93"/>
                            <a:gd name="T9" fmla="*/ 23 h 43"/>
                            <a:gd name="T10" fmla="*/ 68 w 93"/>
                            <a:gd name="T11" fmla="*/ 20 h 43"/>
                            <a:gd name="T12" fmla="*/ 85 w 93"/>
                            <a:gd name="T13" fmla="*/ 8 h 43"/>
                            <a:gd name="T14" fmla="*/ 74 w 93"/>
                            <a:gd name="T15" fmla="*/ 21 h 43"/>
                            <a:gd name="T16" fmla="*/ 93 w 93"/>
                            <a:gd name="T17" fmla="*/ 32 h 43"/>
                            <a:gd name="T18" fmla="*/ 75 w 93"/>
                            <a:gd name="T19" fmla="*/ 38 h 43"/>
                            <a:gd name="T20" fmla="*/ 61 w 93"/>
                            <a:gd name="T21" fmla="*/ 43 h 43"/>
                            <a:gd name="T22" fmla="*/ 41 w 93"/>
                            <a:gd name="T23" fmla="*/ 42 h 43"/>
                            <a:gd name="T24" fmla="*/ 26 w 93"/>
                            <a:gd name="T25" fmla="*/ 34 h 43"/>
                            <a:gd name="T26" fmla="*/ 12 w 93"/>
                            <a:gd name="T27" fmla="*/ 20 h 43"/>
                            <a:gd name="T28" fmla="*/ 0 w 93"/>
                            <a:gd name="T29"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3" h="43">
                              <a:moveTo>
                                <a:pt x="0" y="0"/>
                              </a:moveTo>
                              <a:lnTo>
                                <a:pt x="14" y="12"/>
                              </a:lnTo>
                              <a:lnTo>
                                <a:pt x="28" y="20"/>
                              </a:lnTo>
                              <a:lnTo>
                                <a:pt x="46" y="23"/>
                              </a:lnTo>
                              <a:lnTo>
                                <a:pt x="57" y="23"/>
                              </a:lnTo>
                              <a:lnTo>
                                <a:pt x="68" y="20"/>
                              </a:lnTo>
                              <a:lnTo>
                                <a:pt x="85" y="8"/>
                              </a:lnTo>
                              <a:lnTo>
                                <a:pt x="74" y="21"/>
                              </a:lnTo>
                              <a:lnTo>
                                <a:pt x="93" y="32"/>
                              </a:lnTo>
                              <a:lnTo>
                                <a:pt x="75" y="38"/>
                              </a:lnTo>
                              <a:lnTo>
                                <a:pt x="61" y="43"/>
                              </a:lnTo>
                              <a:lnTo>
                                <a:pt x="41" y="42"/>
                              </a:lnTo>
                              <a:lnTo>
                                <a:pt x="26" y="34"/>
                              </a:lnTo>
                              <a:lnTo>
                                <a:pt x="12" y="20"/>
                              </a:lnTo>
                              <a:lnTo>
                                <a:pt x="0" y="0"/>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7" name="Freeform 269"/>
                        <p:cNvSpPr/>
                        <p:nvPr/>
                      </p:nvSpPr>
                      <p:spPr bwMode="auto">
                        <a:xfrm>
                          <a:off x="2441" y="3062"/>
                          <a:ext cx="22" cy="6"/>
                        </a:xfrm>
                        <a:custGeom>
                          <a:avLst/>
                          <a:gdLst>
                            <a:gd name="T0" fmla="*/ 0 w 158"/>
                            <a:gd name="T1" fmla="*/ 47 h 48"/>
                            <a:gd name="T2" fmla="*/ 13 w 158"/>
                            <a:gd name="T3" fmla="*/ 31 h 48"/>
                            <a:gd name="T4" fmla="*/ 18 w 158"/>
                            <a:gd name="T5" fmla="*/ 24 h 48"/>
                            <a:gd name="T6" fmla="*/ 26 w 158"/>
                            <a:gd name="T7" fmla="*/ 19 h 48"/>
                            <a:gd name="T8" fmla="*/ 33 w 158"/>
                            <a:gd name="T9" fmla="*/ 12 h 48"/>
                            <a:gd name="T10" fmla="*/ 42 w 158"/>
                            <a:gd name="T11" fmla="*/ 8 h 48"/>
                            <a:gd name="T12" fmla="*/ 51 w 158"/>
                            <a:gd name="T13" fmla="*/ 5 h 48"/>
                            <a:gd name="T14" fmla="*/ 64 w 158"/>
                            <a:gd name="T15" fmla="*/ 1 h 48"/>
                            <a:gd name="T16" fmla="*/ 77 w 158"/>
                            <a:gd name="T17" fmla="*/ 0 h 48"/>
                            <a:gd name="T18" fmla="*/ 93 w 158"/>
                            <a:gd name="T19" fmla="*/ 1 h 48"/>
                            <a:gd name="T20" fmla="*/ 106 w 158"/>
                            <a:gd name="T21" fmla="*/ 5 h 48"/>
                            <a:gd name="T22" fmla="*/ 119 w 158"/>
                            <a:gd name="T23" fmla="*/ 8 h 48"/>
                            <a:gd name="T24" fmla="*/ 136 w 158"/>
                            <a:gd name="T25" fmla="*/ 13 h 48"/>
                            <a:gd name="T26" fmla="*/ 145 w 158"/>
                            <a:gd name="T27" fmla="*/ 12 h 48"/>
                            <a:gd name="T28" fmla="*/ 154 w 158"/>
                            <a:gd name="T29" fmla="*/ 11 h 48"/>
                            <a:gd name="T30" fmla="*/ 157 w 158"/>
                            <a:gd name="T31" fmla="*/ 16 h 48"/>
                            <a:gd name="T32" fmla="*/ 158 w 158"/>
                            <a:gd name="T33" fmla="*/ 22 h 48"/>
                            <a:gd name="T34" fmla="*/ 156 w 158"/>
                            <a:gd name="T35" fmla="*/ 31 h 48"/>
                            <a:gd name="T36" fmla="*/ 152 w 158"/>
                            <a:gd name="T37" fmla="*/ 37 h 48"/>
                            <a:gd name="T38" fmla="*/ 145 w 158"/>
                            <a:gd name="T39" fmla="*/ 35 h 48"/>
                            <a:gd name="T40" fmla="*/ 135 w 158"/>
                            <a:gd name="T41" fmla="*/ 36 h 48"/>
                            <a:gd name="T42" fmla="*/ 125 w 158"/>
                            <a:gd name="T43" fmla="*/ 32 h 48"/>
                            <a:gd name="T44" fmla="*/ 116 w 158"/>
                            <a:gd name="T45" fmla="*/ 30 h 48"/>
                            <a:gd name="T46" fmla="*/ 106 w 158"/>
                            <a:gd name="T47" fmla="*/ 30 h 48"/>
                            <a:gd name="T48" fmla="*/ 100 w 158"/>
                            <a:gd name="T49" fmla="*/ 26 h 48"/>
                            <a:gd name="T50" fmla="*/ 93 w 158"/>
                            <a:gd name="T51" fmla="*/ 24 h 48"/>
                            <a:gd name="T52" fmla="*/ 84 w 158"/>
                            <a:gd name="T53" fmla="*/ 22 h 48"/>
                            <a:gd name="T54" fmla="*/ 74 w 158"/>
                            <a:gd name="T55" fmla="*/ 22 h 48"/>
                            <a:gd name="T56" fmla="*/ 64 w 158"/>
                            <a:gd name="T57" fmla="*/ 24 h 48"/>
                            <a:gd name="T58" fmla="*/ 55 w 158"/>
                            <a:gd name="T59" fmla="*/ 23 h 48"/>
                            <a:gd name="T60" fmla="*/ 44 w 158"/>
                            <a:gd name="T61" fmla="*/ 22 h 48"/>
                            <a:gd name="T62" fmla="*/ 34 w 158"/>
                            <a:gd name="T63" fmla="*/ 26 h 48"/>
                            <a:gd name="T64" fmla="*/ 23 w 158"/>
                            <a:gd name="T65" fmla="*/ 32 h 48"/>
                            <a:gd name="T66" fmla="*/ 14 w 158"/>
                            <a:gd name="T67" fmla="*/ 39 h 48"/>
                            <a:gd name="T68" fmla="*/ 9 w 158"/>
                            <a:gd name="T69" fmla="*/ 48 h 48"/>
                            <a:gd name="T70" fmla="*/ 0 w 158"/>
                            <a:gd name="T71" fmla="*/ 4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8" h="48">
                              <a:moveTo>
                                <a:pt x="0" y="47"/>
                              </a:moveTo>
                              <a:lnTo>
                                <a:pt x="13" y="31"/>
                              </a:lnTo>
                              <a:lnTo>
                                <a:pt x="18" y="24"/>
                              </a:lnTo>
                              <a:lnTo>
                                <a:pt x="26" y="19"/>
                              </a:lnTo>
                              <a:lnTo>
                                <a:pt x="33" y="12"/>
                              </a:lnTo>
                              <a:lnTo>
                                <a:pt x="42" y="8"/>
                              </a:lnTo>
                              <a:lnTo>
                                <a:pt x="51" y="5"/>
                              </a:lnTo>
                              <a:lnTo>
                                <a:pt x="64" y="1"/>
                              </a:lnTo>
                              <a:lnTo>
                                <a:pt x="77" y="0"/>
                              </a:lnTo>
                              <a:lnTo>
                                <a:pt x="93" y="1"/>
                              </a:lnTo>
                              <a:lnTo>
                                <a:pt x="106" y="5"/>
                              </a:lnTo>
                              <a:lnTo>
                                <a:pt x="119" y="8"/>
                              </a:lnTo>
                              <a:lnTo>
                                <a:pt x="136" y="13"/>
                              </a:lnTo>
                              <a:lnTo>
                                <a:pt x="145" y="12"/>
                              </a:lnTo>
                              <a:lnTo>
                                <a:pt x="154" y="11"/>
                              </a:lnTo>
                              <a:lnTo>
                                <a:pt x="157" y="16"/>
                              </a:lnTo>
                              <a:lnTo>
                                <a:pt x="158" y="22"/>
                              </a:lnTo>
                              <a:lnTo>
                                <a:pt x="156" y="31"/>
                              </a:lnTo>
                              <a:lnTo>
                                <a:pt x="152" y="37"/>
                              </a:lnTo>
                              <a:lnTo>
                                <a:pt x="145" y="35"/>
                              </a:lnTo>
                              <a:lnTo>
                                <a:pt x="135" y="36"/>
                              </a:lnTo>
                              <a:lnTo>
                                <a:pt x="125" y="32"/>
                              </a:lnTo>
                              <a:lnTo>
                                <a:pt x="116" y="30"/>
                              </a:lnTo>
                              <a:lnTo>
                                <a:pt x="106" y="30"/>
                              </a:lnTo>
                              <a:lnTo>
                                <a:pt x="100" y="26"/>
                              </a:lnTo>
                              <a:lnTo>
                                <a:pt x="93" y="24"/>
                              </a:lnTo>
                              <a:lnTo>
                                <a:pt x="84" y="22"/>
                              </a:lnTo>
                              <a:lnTo>
                                <a:pt x="74" y="22"/>
                              </a:lnTo>
                              <a:lnTo>
                                <a:pt x="64" y="24"/>
                              </a:lnTo>
                              <a:lnTo>
                                <a:pt x="55" y="23"/>
                              </a:lnTo>
                              <a:lnTo>
                                <a:pt x="44" y="22"/>
                              </a:lnTo>
                              <a:lnTo>
                                <a:pt x="34" y="26"/>
                              </a:lnTo>
                              <a:lnTo>
                                <a:pt x="23" y="32"/>
                              </a:lnTo>
                              <a:lnTo>
                                <a:pt x="14" y="39"/>
                              </a:lnTo>
                              <a:lnTo>
                                <a:pt x="9" y="48"/>
                              </a:lnTo>
                              <a:lnTo>
                                <a:pt x="0" y="47"/>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18" name="Group 270"/>
                    <p:cNvGrpSpPr/>
                    <p:nvPr/>
                  </p:nvGrpSpPr>
                  <p:grpSpPr bwMode="auto">
                    <a:xfrm>
                      <a:off x="2416" y="3070"/>
                      <a:ext cx="56" cy="36"/>
                      <a:chOff x="2416" y="3070"/>
                      <a:chExt cx="56" cy="36"/>
                    </a:xfrm>
                  </p:grpSpPr>
                  <p:grpSp>
                    <p:nvGrpSpPr>
                      <p:cNvPr id="642319" name="Group 271"/>
                      <p:cNvGrpSpPr/>
                      <p:nvPr/>
                    </p:nvGrpSpPr>
                    <p:grpSpPr bwMode="auto">
                      <a:xfrm>
                        <a:off x="2457" y="3070"/>
                        <a:ext cx="15" cy="20"/>
                        <a:chOff x="2457" y="3070"/>
                        <a:chExt cx="15" cy="20"/>
                      </a:xfrm>
                    </p:grpSpPr>
                    <p:sp>
                      <p:nvSpPr>
                        <p:cNvPr id="642320" name="Freeform 272"/>
                        <p:cNvSpPr/>
                        <p:nvPr/>
                      </p:nvSpPr>
                      <p:spPr bwMode="auto">
                        <a:xfrm>
                          <a:off x="2457" y="3073"/>
                          <a:ext cx="9" cy="14"/>
                        </a:xfrm>
                        <a:custGeom>
                          <a:avLst/>
                          <a:gdLst>
                            <a:gd name="T0" fmla="*/ 29 w 66"/>
                            <a:gd name="T1" fmla="*/ 0 h 109"/>
                            <a:gd name="T2" fmla="*/ 19 w 66"/>
                            <a:gd name="T3" fmla="*/ 24 h 109"/>
                            <a:gd name="T4" fmla="*/ 13 w 66"/>
                            <a:gd name="T5" fmla="*/ 46 h 109"/>
                            <a:gd name="T6" fmla="*/ 23 w 66"/>
                            <a:gd name="T7" fmla="*/ 38 h 109"/>
                            <a:gd name="T8" fmla="*/ 34 w 66"/>
                            <a:gd name="T9" fmla="*/ 34 h 109"/>
                            <a:gd name="T10" fmla="*/ 43 w 66"/>
                            <a:gd name="T11" fmla="*/ 37 h 109"/>
                            <a:gd name="T12" fmla="*/ 50 w 66"/>
                            <a:gd name="T13" fmla="*/ 45 h 109"/>
                            <a:gd name="T14" fmla="*/ 51 w 66"/>
                            <a:gd name="T15" fmla="*/ 55 h 109"/>
                            <a:gd name="T16" fmla="*/ 44 w 66"/>
                            <a:gd name="T17" fmla="*/ 51 h 109"/>
                            <a:gd name="T18" fmla="*/ 35 w 66"/>
                            <a:gd name="T19" fmla="*/ 47 h 109"/>
                            <a:gd name="T20" fmla="*/ 23 w 66"/>
                            <a:gd name="T21" fmla="*/ 46 h 109"/>
                            <a:gd name="T22" fmla="*/ 14 w 66"/>
                            <a:gd name="T23" fmla="*/ 50 h 109"/>
                            <a:gd name="T24" fmla="*/ 9 w 66"/>
                            <a:gd name="T25" fmla="*/ 61 h 109"/>
                            <a:gd name="T26" fmla="*/ 10 w 66"/>
                            <a:gd name="T27" fmla="*/ 74 h 109"/>
                            <a:gd name="T28" fmla="*/ 17 w 66"/>
                            <a:gd name="T29" fmla="*/ 82 h 109"/>
                            <a:gd name="T30" fmla="*/ 31 w 66"/>
                            <a:gd name="T31" fmla="*/ 83 h 109"/>
                            <a:gd name="T32" fmla="*/ 47 w 66"/>
                            <a:gd name="T33" fmla="*/ 85 h 109"/>
                            <a:gd name="T34" fmla="*/ 58 w 66"/>
                            <a:gd name="T35" fmla="*/ 90 h 109"/>
                            <a:gd name="T36" fmla="*/ 66 w 66"/>
                            <a:gd name="T37" fmla="*/ 100 h 109"/>
                            <a:gd name="T38" fmla="*/ 60 w 66"/>
                            <a:gd name="T39" fmla="*/ 108 h 109"/>
                            <a:gd name="T40" fmla="*/ 44 w 66"/>
                            <a:gd name="T41" fmla="*/ 109 h 109"/>
                            <a:gd name="T42" fmla="*/ 29 w 66"/>
                            <a:gd name="T43" fmla="*/ 105 h 109"/>
                            <a:gd name="T44" fmla="*/ 13 w 66"/>
                            <a:gd name="T45" fmla="*/ 94 h 109"/>
                            <a:gd name="T46" fmla="*/ 3 w 66"/>
                            <a:gd name="T47" fmla="*/ 85 h 109"/>
                            <a:gd name="T48" fmla="*/ 0 w 66"/>
                            <a:gd name="T49" fmla="*/ 70 h 109"/>
                            <a:gd name="T50" fmla="*/ 1 w 66"/>
                            <a:gd name="T51" fmla="*/ 59 h 109"/>
                            <a:gd name="T52" fmla="*/ 7 w 66"/>
                            <a:gd name="T53" fmla="*/ 44 h 109"/>
                            <a:gd name="T54" fmla="*/ 29 w 66"/>
                            <a:gd name="T55"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6" h="109">
                              <a:moveTo>
                                <a:pt x="29" y="0"/>
                              </a:moveTo>
                              <a:lnTo>
                                <a:pt x="19" y="24"/>
                              </a:lnTo>
                              <a:lnTo>
                                <a:pt x="13" y="46"/>
                              </a:lnTo>
                              <a:lnTo>
                                <a:pt x="23" y="38"/>
                              </a:lnTo>
                              <a:lnTo>
                                <a:pt x="34" y="34"/>
                              </a:lnTo>
                              <a:lnTo>
                                <a:pt x="43" y="37"/>
                              </a:lnTo>
                              <a:lnTo>
                                <a:pt x="50" y="45"/>
                              </a:lnTo>
                              <a:lnTo>
                                <a:pt x="51" y="55"/>
                              </a:lnTo>
                              <a:lnTo>
                                <a:pt x="44" y="51"/>
                              </a:lnTo>
                              <a:lnTo>
                                <a:pt x="35" y="47"/>
                              </a:lnTo>
                              <a:lnTo>
                                <a:pt x="23" y="46"/>
                              </a:lnTo>
                              <a:lnTo>
                                <a:pt x="14" y="50"/>
                              </a:lnTo>
                              <a:lnTo>
                                <a:pt x="9" y="61"/>
                              </a:lnTo>
                              <a:lnTo>
                                <a:pt x="10" y="74"/>
                              </a:lnTo>
                              <a:lnTo>
                                <a:pt x="17" y="82"/>
                              </a:lnTo>
                              <a:lnTo>
                                <a:pt x="31" y="83"/>
                              </a:lnTo>
                              <a:lnTo>
                                <a:pt x="47" y="85"/>
                              </a:lnTo>
                              <a:lnTo>
                                <a:pt x="58" y="90"/>
                              </a:lnTo>
                              <a:lnTo>
                                <a:pt x="66" y="100"/>
                              </a:lnTo>
                              <a:lnTo>
                                <a:pt x="60" y="108"/>
                              </a:lnTo>
                              <a:lnTo>
                                <a:pt x="44" y="109"/>
                              </a:lnTo>
                              <a:lnTo>
                                <a:pt x="29" y="105"/>
                              </a:lnTo>
                              <a:lnTo>
                                <a:pt x="13" y="94"/>
                              </a:lnTo>
                              <a:lnTo>
                                <a:pt x="3" y="85"/>
                              </a:lnTo>
                              <a:lnTo>
                                <a:pt x="0" y="70"/>
                              </a:lnTo>
                              <a:lnTo>
                                <a:pt x="1" y="59"/>
                              </a:lnTo>
                              <a:lnTo>
                                <a:pt x="7" y="44"/>
                              </a:lnTo>
                              <a:lnTo>
                                <a:pt x="29"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1" name="Freeform 273"/>
                        <p:cNvSpPr/>
                        <p:nvPr/>
                      </p:nvSpPr>
                      <p:spPr bwMode="auto">
                        <a:xfrm>
                          <a:off x="2465" y="3070"/>
                          <a:ext cx="7" cy="20"/>
                        </a:xfrm>
                        <a:custGeom>
                          <a:avLst/>
                          <a:gdLst>
                            <a:gd name="T0" fmla="*/ 7 w 50"/>
                            <a:gd name="T1" fmla="*/ 0 h 159"/>
                            <a:gd name="T2" fmla="*/ 28 w 50"/>
                            <a:gd name="T3" fmla="*/ 34 h 159"/>
                            <a:gd name="T4" fmla="*/ 35 w 50"/>
                            <a:gd name="T5" fmla="*/ 50 h 159"/>
                            <a:gd name="T6" fmla="*/ 43 w 50"/>
                            <a:gd name="T7" fmla="*/ 72 h 159"/>
                            <a:gd name="T8" fmla="*/ 48 w 50"/>
                            <a:gd name="T9" fmla="*/ 86 h 159"/>
                            <a:gd name="T10" fmla="*/ 50 w 50"/>
                            <a:gd name="T11" fmla="*/ 102 h 159"/>
                            <a:gd name="T12" fmla="*/ 45 w 50"/>
                            <a:gd name="T13" fmla="*/ 114 h 159"/>
                            <a:gd name="T14" fmla="*/ 36 w 50"/>
                            <a:gd name="T15" fmla="*/ 119 h 159"/>
                            <a:gd name="T16" fmla="*/ 24 w 50"/>
                            <a:gd name="T17" fmla="*/ 122 h 159"/>
                            <a:gd name="T18" fmla="*/ 14 w 50"/>
                            <a:gd name="T19" fmla="*/ 125 h 159"/>
                            <a:gd name="T20" fmla="*/ 11 w 50"/>
                            <a:gd name="T21" fmla="*/ 159 h 159"/>
                            <a:gd name="T22" fmla="*/ 7 w 50"/>
                            <a:gd name="T23" fmla="*/ 139 h 159"/>
                            <a:gd name="T24" fmla="*/ 0 w 50"/>
                            <a:gd name="T25" fmla="*/ 126 h 159"/>
                            <a:gd name="T26" fmla="*/ 16 w 50"/>
                            <a:gd name="T27" fmla="*/ 119 h 159"/>
                            <a:gd name="T28" fmla="*/ 29 w 50"/>
                            <a:gd name="T29" fmla="*/ 112 h 159"/>
                            <a:gd name="T30" fmla="*/ 38 w 50"/>
                            <a:gd name="T31" fmla="*/ 99 h 159"/>
                            <a:gd name="T32" fmla="*/ 35 w 50"/>
                            <a:gd name="T33" fmla="*/ 77 h 159"/>
                            <a:gd name="T34" fmla="*/ 28 w 50"/>
                            <a:gd name="T35" fmla="*/ 54 h 159"/>
                            <a:gd name="T36" fmla="*/ 22 w 50"/>
                            <a:gd name="T37" fmla="*/ 33 h 159"/>
                            <a:gd name="T38" fmla="*/ 7 w 50"/>
                            <a:gd name="T3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 h="159">
                              <a:moveTo>
                                <a:pt x="7" y="0"/>
                              </a:moveTo>
                              <a:lnTo>
                                <a:pt x="28" y="34"/>
                              </a:lnTo>
                              <a:lnTo>
                                <a:pt x="35" y="50"/>
                              </a:lnTo>
                              <a:lnTo>
                                <a:pt x="43" y="72"/>
                              </a:lnTo>
                              <a:lnTo>
                                <a:pt x="48" y="86"/>
                              </a:lnTo>
                              <a:lnTo>
                                <a:pt x="50" y="102"/>
                              </a:lnTo>
                              <a:lnTo>
                                <a:pt x="45" y="114"/>
                              </a:lnTo>
                              <a:lnTo>
                                <a:pt x="36" y="119"/>
                              </a:lnTo>
                              <a:lnTo>
                                <a:pt x="24" y="122"/>
                              </a:lnTo>
                              <a:lnTo>
                                <a:pt x="14" y="125"/>
                              </a:lnTo>
                              <a:lnTo>
                                <a:pt x="11" y="159"/>
                              </a:lnTo>
                              <a:lnTo>
                                <a:pt x="7" y="139"/>
                              </a:lnTo>
                              <a:lnTo>
                                <a:pt x="0" y="126"/>
                              </a:lnTo>
                              <a:lnTo>
                                <a:pt x="16" y="119"/>
                              </a:lnTo>
                              <a:lnTo>
                                <a:pt x="29" y="112"/>
                              </a:lnTo>
                              <a:lnTo>
                                <a:pt x="38" y="99"/>
                              </a:lnTo>
                              <a:lnTo>
                                <a:pt x="35" y="77"/>
                              </a:lnTo>
                              <a:lnTo>
                                <a:pt x="28" y="54"/>
                              </a:lnTo>
                              <a:lnTo>
                                <a:pt x="22" y="33"/>
                              </a:lnTo>
                              <a:lnTo>
                                <a:pt x="7"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22" name="Group 274"/>
                      <p:cNvGrpSpPr/>
                      <p:nvPr/>
                    </p:nvGrpSpPr>
                    <p:grpSpPr bwMode="auto">
                      <a:xfrm>
                        <a:off x="2416" y="3082"/>
                        <a:ext cx="51" cy="24"/>
                        <a:chOff x="2416" y="3082"/>
                        <a:chExt cx="51" cy="24"/>
                      </a:xfrm>
                    </p:grpSpPr>
                    <p:grpSp>
                      <p:nvGrpSpPr>
                        <p:cNvPr id="642323" name="Group 275"/>
                        <p:cNvGrpSpPr/>
                        <p:nvPr/>
                      </p:nvGrpSpPr>
                      <p:grpSpPr bwMode="auto">
                        <a:xfrm>
                          <a:off x="2416" y="3082"/>
                          <a:ext cx="47" cy="24"/>
                          <a:chOff x="2416" y="3082"/>
                          <a:chExt cx="47" cy="24"/>
                        </a:xfrm>
                      </p:grpSpPr>
                      <p:sp>
                        <p:nvSpPr>
                          <p:cNvPr id="642324" name="Freeform 276"/>
                          <p:cNvSpPr/>
                          <p:nvPr/>
                        </p:nvSpPr>
                        <p:spPr bwMode="auto">
                          <a:xfrm>
                            <a:off x="2431" y="3097"/>
                            <a:ext cx="16" cy="9"/>
                          </a:xfrm>
                          <a:custGeom>
                            <a:avLst/>
                            <a:gdLst>
                              <a:gd name="T0" fmla="*/ 0 w 112"/>
                              <a:gd name="T1" fmla="*/ 0 h 69"/>
                              <a:gd name="T2" fmla="*/ 30 w 112"/>
                              <a:gd name="T3" fmla="*/ 24 h 69"/>
                              <a:gd name="T4" fmla="*/ 57 w 112"/>
                              <a:gd name="T5" fmla="*/ 41 h 69"/>
                              <a:gd name="T6" fmla="*/ 81 w 112"/>
                              <a:gd name="T7" fmla="*/ 51 h 69"/>
                              <a:gd name="T8" fmla="*/ 112 w 112"/>
                              <a:gd name="T9" fmla="*/ 61 h 69"/>
                              <a:gd name="T10" fmla="*/ 92 w 112"/>
                              <a:gd name="T11" fmla="*/ 69 h 69"/>
                              <a:gd name="T12" fmla="*/ 44 w 112"/>
                              <a:gd name="T13" fmla="*/ 51 h 69"/>
                              <a:gd name="T14" fmla="*/ 27 w 112"/>
                              <a:gd name="T15" fmla="*/ 40 h 69"/>
                              <a:gd name="T16" fmla="*/ 14 w 112"/>
                              <a:gd name="T17" fmla="*/ 23 h 69"/>
                              <a:gd name="T18" fmla="*/ 0 w 112"/>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69">
                                <a:moveTo>
                                  <a:pt x="0" y="0"/>
                                </a:moveTo>
                                <a:lnTo>
                                  <a:pt x="30" y="24"/>
                                </a:lnTo>
                                <a:lnTo>
                                  <a:pt x="57" y="41"/>
                                </a:lnTo>
                                <a:lnTo>
                                  <a:pt x="81" y="51"/>
                                </a:lnTo>
                                <a:lnTo>
                                  <a:pt x="112" y="61"/>
                                </a:lnTo>
                                <a:lnTo>
                                  <a:pt x="92" y="69"/>
                                </a:lnTo>
                                <a:lnTo>
                                  <a:pt x="44" y="51"/>
                                </a:lnTo>
                                <a:lnTo>
                                  <a:pt x="27" y="40"/>
                                </a:lnTo>
                                <a:lnTo>
                                  <a:pt x="14" y="23"/>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5" name="Freeform 277"/>
                          <p:cNvSpPr/>
                          <p:nvPr/>
                        </p:nvSpPr>
                        <p:spPr bwMode="auto">
                          <a:xfrm>
                            <a:off x="2416" y="3082"/>
                            <a:ext cx="16" cy="19"/>
                          </a:xfrm>
                          <a:custGeom>
                            <a:avLst/>
                            <a:gdLst>
                              <a:gd name="T0" fmla="*/ 0 w 115"/>
                              <a:gd name="T1" fmla="*/ 0 h 149"/>
                              <a:gd name="T2" fmla="*/ 14 w 115"/>
                              <a:gd name="T3" fmla="*/ 35 h 149"/>
                              <a:gd name="T4" fmla="*/ 23 w 115"/>
                              <a:gd name="T5" fmla="*/ 54 h 149"/>
                              <a:gd name="T6" fmla="*/ 38 w 115"/>
                              <a:gd name="T7" fmla="*/ 70 h 149"/>
                              <a:gd name="T8" fmla="*/ 57 w 115"/>
                              <a:gd name="T9" fmla="*/ 90 h 149"/>
                              <a:gd name="T10" fmla="*/ 80 w 115"/>
                              <a:gd name="T11" fmla="*/ 111 h 149"/>
                              <a:gd name="T12" fmla="*/ 100 w 115"/>
                              <a:gd name="T13" fmla="*/ 126 h 149"/>
                              <a:gd name="T14" fmla="*/ 115 w 115"/>
                              <a:gd name="T15" fmla="*/ 149 h 149"/>
                              <a:gd name="T16" fmla="*/ 81 w 115"/>
                              <a:gd name="T17" fmla="*/ 124 h 149"/>
                              <a:gd name="T18" fmla="*/ 57 w 115"/>
                              <a:gd name="T19" fmla="*/ 104 h 149"/>
                              <a:gd name="T20" fmla="*/ 27 w 115"/>
                              <a:gd name="T21" fmla="*/ 75 h 149"/>
                              <a:gd name="T22" fmla="*/ 11 w 115"/>
                              <a:gd name="T23" fmla="*/ 48 h 149"/>
                              <a:gd name="T24" fmla="*/ 3 w 115"/>
                              <a:gd name="T25" fmla="*/ 23 h 149"/>
                              <a:gd name="T26" fmla="*/ 0 w 115"/>
                              <a:gd name="T27"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149">
                                <a:moveTo>
                                  <a:pt x="0" y="0"/>
                                </a:moveTo>
                                <a:lnTo>
                                  <a:pt x="14" y="35"/>
                                </a:lnTo>
                                <a:lnTo>
                                  <a:pt x="23" y="54"/>
                                </a:lnTo>
                                <a:lnTo>
                                  <a:pt x="38" y="70"/>
                                </a:lnTo>
                                <a:lnTo>
                                  <a:pt x="57" y="90"/>
                                </a:lnTo>
                                <a:lnTo>
                                  <a:pt x="80" y="111"/>
                                </a:lnTo>
                                <a:lnTo>
                                  <a:pt x="100" y="126"/>
                                </a:lnTo>
                                <a:lnTo>
                                  <a:pt x="115" y="149"/>
                                </a:lnTo>
                                <a:lnTo>
                                  <a:pt x="81" y="124"/>
                                </a:lnTo>
                                <a:lnTo>
                                  <a:pt x="57" y="104"/>
                                </a:lnTo>
                                <a:lnTo>
                                  <a:pt x="27" y="75"/>
                                </a:lnTo>
                                <a:lnTo>
                                  <a:pt x="11" y="48"/>
                                </a:lnTo>
                                <a:lnTo>
                                  <a:pt x="3" y="23"/>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6" name="Freeform 278"/>
                          <p:cNvSpPr/>
                          <p:nvPr/>
                        </p:nvSpPr>
                        <p:spPr bwMode="auto">
                          <a:xfrm>
                            <a:off x="2448" y="3102"/>
                            <a:ext cx="15" cy="4"/>
                          </a:xfrm>
                          <a:custGeom>
                            <a:avLst/>
                            <a:gdLst>
                              <a:gd name="T0" fmla="*/ 0 w 103"/>
                              <a:gd name="T1" fmla="*/ 26 h 36"/>
                              <a:gd name="T2" fmla="*/ 17 w 103"/>
                              <a:gd name="T3" fmla="*/ 22 h 36"/>
                              <a:gd name="T4" fmla="*/ 34 w 103"/>
                              <a:gd name="T5" fmla="*/ 17 h 36"/>
                              <a:gd name="T6" fmla="*/ 47 w 103"/>
                              <a:gd name="T7" fmla="*/ 9 h 36"/>
                              <a:gd name="T8" fmla="*/ 57 w 103"/>
                              <a:gd name="T9" fmla="*/ 0 h 36"/>
                              <a:gd name="T10" fmla="*/ 64 w 103"/>
                              <a:gd name="T11" fmla="*/ 12 h 36"/>
                              <a:gd name="T12" fmla="*/ 76 w 103"/>
                              <a:gd name="T13" fmla="*/ 19 h 36"/>
                              <a:gd name="T14" fmla="*/ 87 w 103"/>
                              <a:gd name="T15" fmla="*/ 22 h 36"/>
                              <a:gd name="T16" fmla="*/ 103 w 103"/>
                              <a:gd name="T17" fmla="*/ 19 h 36"/>
                              <a:gd name="T18" fmla="*/ 96 w 103"/>
                              <a:gd name="T19" fmla="*/ 28 h 36"/>
                              <a:gd name="T20" fmla="*/ 86 w 103"/>
                              <a:gd name="T21" fmla="*/ 33 h 36"/>
                              <a:gd name="T22" fmla="*/ 74 w 103"/>
                              <a:gd name="T23" fmla="*/ 36 h 36"/>
                              <a:gd name="T24" fmla="*/ 54 w 103"/>
                              <a:gd name="T25" fmla="*/ 36 h 36"/>
                              <a:gd name="T26" fmla="*/ 35 w 103"/>
                              <a:gd name="T27" fmla="*/ 33 h 36"/>
                              <a:gd name="T28" fmla="*/ 15 w 103"/>
                              <a:gd name="T29" fmla="*/ 32 h 36"/>
                              <a:gd name="T30" fmla="*/ 0 w 103"/>
                              <a:gd name="T31" fmla="*/ 2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3" h="36">
                                <a:moveTo>
                                  <a:pt x="0" y="26"/>
                                </a:moveTo>
                                <a:lnTo>
                                  <a:pt x="17" y="22"/>
                                </a:lnTo>
                                <a:lnTo>
                                  <a:pt x="34" y="17"/>
                                </a:lnTo>
                                <a:lnTo>
                                  <a:pt x="47" y="9"/>
                                </a:lnTo>
                                <a:lnTo>
                                  <a:pt x="57" y="0"/>
                                </a:lnTo>
                                <a:lnTo>
                                  <a:pt x="64" y="12"/>
                                </a:lnTo>
                                <a:lnTo>
                                  <a:pt x="76" y="19"/>
                                </a:lnTo>
                                <a:lnTo>
                                  <a:pt x="87" y="22"/>
                                </a:lnTo>
                                <a:lnTo>
                                  <a:pt x="103" y="19"/>
                                </a:lnTo>
                                <a:lnTo>
                                  <a:pt x="96" y="28"/>
                                </a:lnTo>
                                <a:lnTo>
                                  <a:pt x="86" y="33"/>
                                </a:lnTo>
                                <a:lnTo>
                                  <a:pt x="74" y="36"/>
                                </a:lnTo>
                                <a:lnTo>
                                  <a:pt x="54" y="36"/>
                                </a:lnTo>
                                <a:lnTo>
                                  <a:pt x="35" y="33"/>
                                </a:lnTo>
                                <a:lnTo>
                                  <a:pt x="15" y="32"/>
                                </a:lnTo>
                                <a:lnTo>
                                  <a:pt x="0" y="26"/>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27" name="Group 279"/>
                        <p:cNvGrpSpPr/>
                        <p:nvPr/>
                      </p:nvGrpSpPr>
                      <p:grpSpPr bwMode="auto">
                        <a:xfrm>
                          <a:off x="2450" y="3087"/>
                          <a:ext cx="17" cy="11"/>
                          <a:chOff x="2450" y="3087"/>
                          <a:chExt cx="17" cy="11"/>
                        </a:xfrm>
                      </p:grpSpPr>
                      <p:sp>
                        <p:nvSpPr>
                          <p:cNvPr id="642328" name="Freeform 280"/>
                          <p:cNvSpPr/>
                          <p:nvPr/>
                        </p:nvSpPr>
                        <p:spPr bwMode="auto">
                          <a:xfrm>
                            <a:off x="2454" y="3092"/>
                            <a:ext cx="10" cy="6"/>
                          </a:xfrm>
                          <a:custGeom>
                            <a:avLst/>
                            <a:gdLst>
                              <a:gd name="T0" fmla="*/ 8 w 73"/>
                              <a:gd name="T1" fmla="*/ 0 h 49"/>
                              <a:gd name="T2" fmla="*/ 22 w 73"/>
                              <a:gd name="T3" fmla="*/ 7 h 49"/>
                              <a:gd name="T4" fmla="*/ 48 w 73"/>
                              <a:gd name="T5" fmla="*/ 19 h 49"/>
                              <a:gd name="T6" fmla="*/ 73 w 73"/>
                              <a:gd name="T7" fmla="*/ 21 h 49"/>
                              <a:gd name="T8" fmla="*/ 65 w 73"/>
                              <a:gd name="T9" fmla="*/ 36 h 49"/>
                              <a:gd name="T10" fmla="*/ 55 w 73"/>
                              <a:gd name="T11" fmla="*/ 38 h 49"/>
                              <a:gd name="T12" fmla="*/ 46 w 73"/>
                              <a:gd name="T13" fmla="*/ 37 h 49"/>
                              <a:gd name="T14" fmla="*/ 30 w 73"/>
                              <a:gd name="T15" fmla="*/ 32 h 49"/>
                              <a:gd name="T16" fmla="*/ 20 w 73"/>
                              <a:gd name="T17" fmla="*/ 34 h 49"/>
                              <a:gd name="T18" fmla="*/ 10 w 73"/>
                              <a:gd name="T19" fmla="*/ 40 h 49"/>
                              <a:gd name="T20" fmla="*/ 0 w 73"/>
                              <a:gd name="T21" fmla="*/ 49 h 49"/>
                              <a:gd name="T22" fmla="*/ 12 w 73"/>
                              <a:gd name="T23" fmla="*/ 30 h 49"/>
                              <a:gd name="T24" fmla="*/ 15 w 73"/>
                              <a:gd name="T25" fmla="*/ 19 h 49"/>
                              <a:gd name="T26" fmla="*/ 8 w 73"/>
                              <a:gd name="T2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9">
                                <a:moveTo>
                                  <a:pt x="8" y="0"/>
                                </a:moveTo>
                                <a:lnTo>
                                  <a:pt x="22" y="7"/>
                                </a:lnTo>
                                <a:lnTo>
                                  <a:pt x="48" y="19"/>
                                </a:lnTo>
                                <a:lnTo>
                                  <a:pt x="73" y="21"/>
                                </a:lnTo>
                                <a:lnTo>
                                  <a:pt x="65" y="36"/>
                                </a:lnTo>
                                <a:lnTo>
                                  <a:pt x="55" y="38"/>
                                </a:lnTo>
                                <a:lnTo>
                                  <a:pt x="46" y="37"/>
                                </a:lnTo>
                                <a:lnTo>
                                  <a:pt x="30" y="32"/>
                                </a:lnTo>
                                <a:lnTo>
                                  <a:pt x="20" y="34"/>
                                </a:lnTo>
                                <a:lnTo>
                                  <a:pt x="10" y="40"/>
                                </a:lnTo>
                                <a:lnTo>
                                  <a:pt x="0" y="49"/>
                                </a:lnTo>
                                <a:lnTo>
                                  <a:pt x="12" y="30"/>
                                </a:lnTo>
                                <a:lnTo>
                                  <a:pt x="15" y="19"/>
                                </a:lnTo>
                                <a:lnTo>
                                  <a:pt x="8" y="0"/>
                                </a:lnTo>
                                <a:close/>
                              </a:path>
                            </a:pathLst>
                          </a:custGeom>
                          <a:solidFill>
                            <a:srgbClr val="FF803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9" name="Freeform 281"/>
                          <p:cNvSpPr/>
                          <p:nvPr/>
                        </p:nvSpPr>
                        <p:spPr bwMode="auto">
                          <a:xfrm>
                            <a:off x="2451" y="3089"/>
                            <a:ext cx="13" cy="4"/>
                          </a:xfrm>
                          <a:custGeom>
                            <a:avLst/>
                            <a:gdLst>
                              <a:gd name="T0" fmla="*/ 0 w 95"/>
                              <a:gd name="T1" fmla="*/ 14 h 32"/>
                              <a:gd name="T2" fmla="*/ 41 w 95"/>
                              <a:gd name="T3" fmla="*/ 4 h 32"/>
                              <a:gd name="T4" fmla="*/ 73 w 95"/>
                              <a:gd name="T5" fmla="*/ 0 h 32"/>
                              <a:gd name="T6" fmla="*/ 95 w 95"/>
                              <a:gd name="T7" fmla="*/ 10 h 32"/>
                              <a:gd name="T8" fmla="*/ 95 w 95"/>
                              <a:gd name="T9" fmla="*/ 25 h 32"/>
                              <a:gd name="T10" fmla="*/ 90 w 95"/>
                              <a:gd name="T11" fmla="*/ 32 h 32"/>
                              <a:gd name="T12" fmla="*/ 64 w 95"/>
                              <a:gd name="T13" fmla="*/ 32 h 32"/>
                              <a:gd name="T14" fmla="*/ 0 w 95"/>
                              <a:gd name="T15" fmla="*/ 1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 h="32">
                                <a:moveTo>
                                  <a:pt x="0" y="14"/>
                                </a:moveTo>
                                <a:lnTo>
                                  <a:pt x="41" y="4"/>
                                </a:lnTo>
                                <a:lnTo>
                                  <a:pt x="73" y="0"/>
                                </a:lnTo>
                                <a:lnTo>
                                  <a:pt x="95" y="10"/>
                                </a:lnTo>
                                <a:lnTo>
                                  <a:pt x="95" y="25"/>
                                </a:lnTo>
                                <a:lnTo>
                                  <a:pt x="90" y="32"/>
                                </a:lnTo>
                                <a:lnTo>
                                  <a:pt x="64" y="32"/>
                                </a:lnTo>
                                <a:lnTo>
                                  <a:pt x="0" y="14"/>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0" name="Freeform 282"/>
                          <p:cNvSpPr/>
                          <p:nvPr/>
                        </p:nvSpPr>
                        <p:spPr bwMode="auto">
                          <a:xfrm>
                            <a:off x="2450" y="3087"/>
                            <a:ext cx="17" cy="5"/>
                          </a:xfrm>
                          <a:custGeom>
                            <a:avLst/>
                            <a:gdLst>
                              <a:gd name="T0" fmla="*/ 0 w 121"/>
                              <a:gd name="T1" fmla="*/ 33 h 34"/>
                              <a:gd name="T2" fmla="*/ 16 w 121"/>
                              <a:gd name="T3" fmla="*/ 34 h 34"/>
                              <a:gd name="T4" fmla="*/ 35 w 121"/>
                              <a:gd name="T5" fmla="*/ 31 h 34"/>
                              <a:gd name="T6" fmla="*/ 59 w 121"/>
                              <a:gd name="T7" fmla="*/ 31 h 34"/>
                              <a:gd name="T8" fmla="*/ 77 w 121"/>
                              <a:gd name="T9" fmla="*/ 29 h 34"/>
                              <a:gd name="T10" fmla="*/ 88 w 121"/>
                              <a:gd name="T11" fmla="*/ 29 h 34"/>
                              <a:gd name="T12" fmla="*/ 105 w 121"/>
                              <a:gd name="T13" fmla="*/ 31 h 34"/>
                              <a:gd name="T14" fmla="*/ 112 w 121"/>
                              <a:gd name="T15" fmla="*/ 27 h 34"/>
                              <a:gd name="T16" fmla="*/ 117 w 121"/>
                              <a:gd name="T17" fmla="*/ 22 h 34"/>
                              <a:gd name="T18" fmla="*/ 121 w 121"/>
                              <a:gd name="T19" fmla="*/ 17 h 34"/>
                              <a:gd name="T20" fmla="*/ 113 w 121"/>
                              <a:gd name="T21" fmla="*/ 8 h 34"/>
                              <a:gd name="T22" fmla="*/ 101 w 121"/>
                              <a:gd name="T23" fmla="*/ 1 h 34"/>
                              <a:gd name="T24" fmla="*/ 90 w 121"/>
                              <a:gd name="T25" fmla="*/ 0 h 34"/>
                              <a:gd name="T26" fmla="*/ 76 w 121"/>
                              <a:gd name="T27" fmla="*/ 1 h 34"/>
                              <a:gd name="T28" fmla="*/ 55 w 121"/>
                              <a:gd name="T29" fmla="*/ 11 h 34"/>
                              <a:gd name="T30" fmla="*/ 37 w 121"/>
                              <a:gd name="T31" fmla="*/ 21 h 34"/>
                              <a:gd name="T32" fmla="*/ 16 w 121"/>
                              <a:gd name="T33" fmla="*/ 26 h 34"/>
                              <a:gd name="T34" fmla="*/ 0 w 121"/>
                              <a:gd name="T35"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 h="34">
                                <a:moveTo>
                                  <a:pt x="0" y="33"/>
                                </a:moveTo>
                                <a:lnTo>
                                  <a:pt x="16" y="34"/>
                                </a:lnTo>
                                <a:lnTo>
                                  <a:pt x="35" y="31"/>
                                </a:lnTo>
                                <a:lnTo>
                                  <a:pt x="59" y="31"/>
                                </a:lnTo>
                                <a:lnTo>
                                  <a:pt x="77" y="29"/>
                                </a:lnTo>
                                <a:lnTo>
                                  <a:pt x="88" y="29"/>
                                </a:lnTo>
                                <a:lnTo>
                                  <a:pt x="105" y="31"/>
                                </a:lnTo>
                                <a:lnTo>
                                  <a:pt x="112" y="27"/>
                                </a:lnTo>
                                <a:lnTo>
                                  <a:pt x="117" y="22"/>
                                </a:lnTo>
                                <a:lnTo>
                                  <a:pt x="121" y="17"/>
                                </a:lnTo>
                                <a:lnTo>
                                  <a:pt x="113" y="8"/>
                                </a:lnTo>
                                <a:lnTo>
                                  <a:pt x="101" y="1"/>
                                </a:lnTo>
                                <a:lnTo>
                                  <a:pt x="90" y="0"/>
                                </a:lnTo>
                                <a:lnTo>
                                  <a:pt x="76" y="1"/>
                                </a:lnTo>
                                <a:lnTo>
                                  <a:pt x="55" y="11"/>
                                </a:lnTo>
                                <a:lnTo>
                                  <a:pt x="37" y="21"/>
                                </a:lnTo>
                                <a:lnTo>
                                  <a:pt x="16" y="26"/>
                                </a:lnTo>
                                <a:lnTo>
                                  <a:pt x="0" y="33"/>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1" name="Freeform 283"/>
                          <p:cNvSpPr/>
                          <p:nvPr/>
                        </p:nvSpPr>
                        <p:spPr bwMode="auto">
                          <a:xfrm>
                            <a:off x="2450" y="3090"/>
                            <a:ext cx="15" cy="6"/>
                          </a:xfrm>
                          <a:custGeom>
                            <a:avLst/>
                            <a:gdLst>
                              <a:gd name="T0" fmla="*/ 0 w 107"/>
                              <a:gd name="T1" fmla="*/ 0 h 43"/>
                              <a:gd name="T2" fmla="*/ 42 w 107"/>
                              <a:gd name="T3" fmla="*/ 10 h 43"/>
                              <a:gd name="T4" fmla="*/ 69 w 107"/>
                              <a:gd name="T5" fmla="*/ 12 h 43"/>
                              <a:gd name="T6" fmla="*/ 82 w 107"/>
                              <a:gd name="T7" fmla="*/ 12 h 43"/>
                              <a:gd name="T8" fmla="*/ 94 w 107"/>
                              <a:gd name="T9" fmla="*/ 10 h 43"/>
                              <a:gd name="T10" fmla="*/ 102 w 107"/>
                              <a:gd name="T11" fmla="*/ 5 h 43"/>
                              <a:gd name="T12" fmla="*/ 106 w 107"/>
                              <a:gd name="T13" fmla="*/ 14 h 43"/>
                              <a:gd name="T14" fmla="*/ 107 w 107"/>
                              <a:gd name="T15" fmla="*/ 23 h 43"/>
                              <a:gd name="T16" fmla="*/ 105 w 107"/>
                              <a:gd name="T17" fmla="*/ 36 h 43"/>
                              <a:gd name="T18" fmla="*/ 97 w 107"/>
                              <a:gd name="T19" fmla="*/ 41 h 43"/>
                              <a:gd name="T20" fmla="*/ 90 w 107"/>
                              <a:gd name="T21" fmla="*/ 43 h 43"/>
                              <a:gd name="T22" fmla="*/ 80 w 107"/>
                              <a:gd name="T23" fmla="*/ 42 h 43"/>
                              <a:gd name="T24" fmla="*/ 64 w 107"/>
                              <a:gd name="T25" fmla="*/ 36 h 43"/>
                              <a:gd name="T26" fmla="*/ 46 w 107"/>
                              <a:gd name="T27" fmla="*/ 29 h 43"/>
                              <a:gd name="T28" fmla="*/ 31 w 107"/>
                              <a:gd name="T29" fmla="*/ 20 h 43"/>
                              <a:gd name="T30" fmla="*/ 19 w 107"/>
                              <a:gd name="T31" fmla="*/ 12 h 43"/>
                              <a:gd name="T32" fmla="*/ 0 w 107"/>
                              <a:gd name="T3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7" h="43">
                                <a:moveTo>
                                  <a:pt x="0" y="0"/>
                                </a:moveTo>
                                <a:lnTo>
                                  <a:pt x="42" y="10"/>
                                </a:lnTo>
                                <a:lnTo>
                                  <a:pt x="69" y="12"/>
                                </a:lnTo>
                                <a:lnTo>
                                  <a:pt x="82" y="12"/>
                                </a:lnTo>
                                <a:lnTo>
                                  <a:pt x="94" y="10"/>
                                </a:lnTo>
                                <a:lnTo>
                                  <a:pt x="102" y="5"/>
                                </a:lnTo>
                                <a:lnTo>
                                  <a:pt x="106" y="14"/>
                                </a:lnTo>
                                <a:lnTo>
                                  <a:pt x="107" y="23"/>
                                </a:lnTo>
                                <a:lnTo>
                                  <a:pt x="105" y="36"/>
                                </a:lnTo>
                                <a:lnTo>
                                  <a:pt x="97" y="41"/>
                                </a:lnTo>
                                <a:lnTo>
                                  <a:pt x="90" y="43"/>
                                </a:lnTo>
                                <a:lnTo>
                                  <a:pt x="80" y="42"/>
                                </a:lnTo>
                                <a:lnTo>
                                  <a:pt x="64" y="36"/>
                                </a:lnTo>
                                <a:lnTo>
                                  <a:pt x="46" y="29"/>
                                </a:lnTo>
                                <a:lnTo>
                                  <a:pt x="31" y="20"/>
                                </a:lnTo>
                                <a:lnTo>
                                  <a:pt x="19" y="12"/>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sp>
              <p:nvSpPr>
                <p:cNvPr id="642332" name="Freeform 284"/>
                <p:cNvSpPr/>
                <p:nvPr/>
              </p:nvSpPr>
              <p:spPr bwMode="auto">
                <a:xfrm>
                  <a:off x="2398" y="3018"/>
                  <a:ext cx="78" cy="63"/>
                </a:xfrm>
                <a:custGeom>
                  <a:avLst/>
                  <a:gdLst>
                    <a:gd name="T0" fmla="*/ 545 w 547"/>
                    <a:gd name="T1" fmla="*/ 229 h 502"/>
                    <a:gd name="T2" fmla="*/ 541 w 547"/>
                    <a:gd name="T3" fmla="*/ 166 h 502"/>
                    <a:gd name="T4" fmla="*/ 524 w 547"/>
                    <a:gd name="T5" fmla="*/ 146 h 502"/>
                    <a:gd name="T6" fmla="*/ 511 w 547"/>
                    <a:gd name="T7" fmla="*/ 112 h 502"/>
                    <a:gd name="T8" fmla="*/ 466 w 547"/>
                    <a:gd name="T9" fmla="*/ 86 h 502"/>
                    <a:gd name="T10" fmla="*/ 426 w 547"/>
                    <a:gd name="T11" fmla="*/ 52 h 502"/>
                    <a:gd name="T12" fmla="*/ 374 w 547"/>
                    <a:gd name="T13" fmla="*/ 22 h 502"/>
                    <a:gd name="T14" fmla="*/ 327 w 547"/>
                    <a:gd name="T15" fmla="*/ 9 h 502"/>
                    <a:gd name="T16" fmla="*/ 250 w 547"/>
                    <a:gd name="T17" fmla="*/ 3 h 502"/>
                    <a:gd name="T18" fmla="*/ 197 w 547"/>
                    <a:gd name="T19" fmla="*/ 15 h 502"/>
                    <a:gd name="T20" fmla="*/ 143 w 547"/>
                    <a:gd name="T21" fmla="*/ 20 h 502"/>
                    <a:gd name="T22" fmla="*/ 109 w 547"/>
                    <a:gd name="T23" fmla="*/ 51 h 502"/>
                    <a:gd name="T24" fmla="*/ 84 w 547"/>
                    <a:gd name="T25" fmla="*/ 76 h 502"/>
                    <a:gd name="T26" fmla="*/ 63 w 547"/>
                    <a:gd name="T27" fmla="*/ 101 h 502"/>
                    <a:gd name="T28" fmla="*/ 45 w 547"/>
                    <a:gd name="T29" fmla="*/ 153 h 502"/>
                    <a:gd name="T30" fmla="*/ 11 w 547"/>
                    <a:gd name="T31" fmla="*/ 178 h 502"/>
                    <a:gd name="T32" fmla="*/ 6 w 547"/>
                    <a:gd name="T33" fmla="*/ 229 h 502"/>
                    <a:gd name="T34" fmla="*/ 12 w 547"/>
                    <a:gd name="T35" fmla="*/ 293 h 502"/>
                    <a:gd name="T36" fmla="*/ 0 w 547"/>
                    <a:gd name="T37" fmla="*/ 357 h 502"/>
                    <a:gd name="T38" fmla="*/ 20 w 547"/>
                    <a:gd name="T39" fmla="*/ 432 h 502"/>
                    <a:gd name="T40" fmla="*/ 52 w 547"/>
                    <a:gd name="T41" fmla="*/ 476 h 502"/>
                    <a:gd name="T42" fmla="*/ 84 w 547"/>
                    <a:gd name="T43" fmla="*/ 500 h 502"/>
                    <a:gd name="T44" fmla="*/ 103 w 547"/>
                    <a:gd name="T45" fmla="*/ 469 h 502"/>
                    <a:gd name="T46" fmla="*/ 88 w 547"/>
                    <a:gd name="T47" fmla="*/ 435 h 502"/>
                    <a:gd name="T48" fmla="*/ 64 w 547"/>
                    <a:gd name="T49" fmla="*/ 404 h 502"/>
                    <a:gd name="T50" fmla="*/ 68 w 547"/>
                    <a:gd name="T51" fmla="*/ 359 h 502"/>
                    <a:gd name="T52" fmla="*/ 133 w 547"/>
                    <a:gd name="T53" fmla="*/ 348 h 502"/>
                    <a:gd name="T54" fmla="*/ 150 w 547"/>
                    <a:gd name="T55" fmla="*/ 389 h 502"/>
                    <a:gd name="T56" fmla="*/ 192 w 547"/>
                    <a:gd name="T57" fmla="*/ 389 h 502"/>
                    <a:gd name="T58" fmla="*/ 231 w 547"/>
                    <a:gd name="T59" fmla="*/ 362 h 502"/>
                    <a:gd name="T60" fmla="*/ 270 w 547"/>
                    <a:gd name="T61" fmla="*/ 332 h 502"/>
                    <a:gd name="T62" fmla="*/ 279 w 547"/>
                    <a:gd name="T63" fmla="*/ 274 h 502"/>
                    <a:gd name="T64" fmla="*/ 331 w 547"/>
                    <a:gd name="T65" fmla="*/ 276 h 502"/>
                    <a:gd name="T66" fmla="*/ 339 w 547"/>
                    <a:gd name="T67" fmla="*/ 287 h 502"/>
                    <a:gd name="T68" fmla="*/ 306 w 547"/>
                    <a:gd name="T69" fmla="*/ 308 h 502"/>
                    <a:gd name="T70" fmla="*/ 327 w 547"/>
                    <a:gd name="T71" fmla="*/ 322 h 502"/>
                    <a:gd name="T72" fmla="*/ 378 w 547"/>
                    <a:gd name="T73" fmla="*/ 319 h 502"/>
                    <a:gd name="T74" fmla="*/ 380 w 547"/>
                    <a:gd name="T75" fmla="*/ 335 h 502"/>
                    <a:gd name="T76" fmla="*/ 403 w 547"/>
                    <a:gd name="T77" fmla="*/ 342 h 502"/>
                    <a:gd name="T78" fmla="*/ 451 w 547"/>
                    <a:gd name="T79" fmla="*/ 317 h 502"/>
                    <a:gd name="T80" fmla="*/ 433 w 547"/>
                    <a:gd name="T81" fmla="*/ 348 h 502"/>
                    <a:gd name="T82" fmla="*/ 484 w 547"/>
                    <a:gd name="T83" fmla="*/ 340 h 502"/>
                    <a:gd name="T84" fmla="*/ 530 w 547"/>
                    <a:gd name="T85" fmla="*/ 280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47" h="502">
                      <a:moveTo>
                        <a:pt x="530" y="280"/>
                      </a:moveTo>
                      <a:lnTo>
                        <a:pt x="540" y="250"/>
                      </a:lnTo>
                      <a:lnTo>
                        <a:pt x="545" y="229"/>
                      </a:lnTo>
                      <a:lnTo>
                        <a:pt x="547" y="207"/>
                      </a:lnTo>
                      <a:lnTo>
                        <a:pt x="546" y="187"/>
                      </a:lnTo>
                      <a:lnTo>
                        <a:pt x="541" y="166"/>
                      </a:lnTo>
                      <a:lnTo>
                        <a:pt x="529" y="162"/>
                      </a:lnTo>
                      <a:lnTo>
                        <a:pt x="518" y="160"/>
                      </a:lnTo>
                      <a:lnTo>
                        <a:pt x="524" y="146"/>
                      </a:lnTo>
                      <a:lnTo>
                        <a:pt x="527" y="133"/>
                      </a:lnTo>
                      <a:lnTo>
                        <a:pt x="524" y="123"/>
                      </a:lnTo>
                      <a:lnTo>
                        <a:pt x="511" y="112"/>
                      </a:lnTo>
                      <a:lnTo>
                        <a:pt x="491" y="104"/>
                      </a:lnTo>
                      <a:lnTo>
                        <a:pt x="475" y="99"/>
                      </a:lnTo>
                      <a:lnTo>
                        <a:pt x="466" y="86"/>
                      </a:lnTo>
                      <a:lnTo>
                        <a:pt x="454" y="77"/>
                      </a:lnTo>
                      <a:lnTo>
                        <a:pt x="438" y="70"/>
                      </a:lnTo>
                      <a:lnTo>
                        <a:pt x="426" y="52"/>
                      </a:lnTo>
                      <a:lnTo>
                        <a:pt x="410" y="40"/>
                      </a:lnTo>
                      <a:lnTo>
                        <a:pt x="387" y="34"/>
                      </a:lnTo>
                      <a:lnTo>
                        <a:pt x="374" y="22"/>
                      </a:lnTo>
                      <a:lnTo>
                        <a:pt x="362" y="15"/>
                      </a:lnTo>
                      <a:lnTo>
                        <a:pt x="341" y="12"/>
                      </a:lnTo>
                      <a:lnTo>
                        <a:pt x="327" y="9"/>
                      </a:lnTo>
                      <a:lnTo>
                        <a:pt x="298" y="3"/>
                      </a:lnTo>
                      <a:lnTo>
                        <a:pt x="272" y="0"/>
                      </a:lnTo>
                      <a:lnTo>
                        <a:pt x="250" y="3"/>
                      </a:lnTo>
                      <a:lnTo>
                        <a:pt x="231" y="11"/>
                      </a:lnTo>
                      <a:lnTo>
                        <a:pt x="212" y="13"/>
                      </a:lnTo>
                      <a:lnTo>
                        <a:pt x="197" y="15"/>
                      </a:lnTo>
                      <a:lnTo>
                        <a:pt x="181" y="12"/>
                      </a:lnTo>
                      <a:lnTo>
                        <a:pt x="162" y="15"/>
                      </a:lnTo>
                      <a:lnTo>
                        <a:pt x="143" y="20"/>
                      </a:lnTo>
                      <a:lnTo>
                        <a:pt x="128" y="32"/>
                      </a:lnTo>
                      <a:lnTo>
                        <a:pt x="121" y="46"/>
                      </a:lnTo>
                      <a:lnTo>
                        <a:pt x="109" y="51"/>
                      </a:lnTo>
                      <a:lnTo>
                        <a:pt x="100" y="61"/>
                      </a:lnTo>
                      <a:lnTo>
                        <a:pt x="93" y="72"/>
                      </a:lnTo>
                      <a:lnTo>
                        <a:pt x="84" y="76"/>
                      </a:lnTo>
                      <a:lnTo>
                        <a:pt x="78" y="81"/>
                      </a:lnTo>
                      <a:lnTo>
                        <a:pt x="74" y="93"/>
                      </a:lnTo>
                      <a:lnTo>
                        <a:pt x="63" y="101"/>
                      </a:lnTo>
                      <a:lnTo>
                        <a:pt x="56" y="111"/>
                      </a:lnTo>
                      <a:lnTo>
                        <a:pt x="51" y="129"/>
                      </a:lnTo>
                      <a:lnTo>
                        <a:pt x="45" y="153"/>
                      </a:lnTo>
                      <a:lnTo>
                        <a:pt x="27" y="158"/>
                      </a:lnTo>
                      <a:lnTo>
                        <a:pt x="16" y="165"/>
                      </a:lnTo>
                      <a:lnTo>
                        <a:pt x="11" y="178"/>
                      </a:lnTo>
                      <a:lnTo>
                        <a:pt x="14" y="190"/>
                      </a:lnTo>
                      <a:lnTo>
                        <a:pt x="9" y="209"/>
                      </a:lnTo>
                      <a:lnTo>
                        <a:pt x="6" y="229"/>
                      </a:lnTo>
                      <a:lnTo>
                        <a:pt x="7" y="249"/>
                      </a:lnTo>
                      <a:lnTo>
                        <a:pt x="11" y="273"/>
                      </a:lnTo>
                      <a:lnTo>
                        <a:pt x="12" y="293"/>
                      </a:lnTo>
                      <a:lnTo>
                        <a:pt x="9" y="315"/>
                      </a:lnTo>
                      <a:lnTo>
                        <a:pt x="3" y="335"/>
                      </a:lnTo>
                      <a:lnTo>
                        <a:pt x="0" y="357"/>
                      </a:lnTo>
                      <a:lnTo>
                        <a:pt x="3" y="383"/>
                      </a:lnTo>
                      <a:lnTo>
                        <a:pt x="8" y="407"/>
                      </a:lnTo>
                      <a:lnTo>
                        <a:pt x="20" y="432"/>
                      </a:lnTo>
                      <a:lnTo>
                        <a:pt x="28" y="449"/>
                      </a:lnTo>
                      <a:lnTo>
                        <a:pt x="39" y="461"/>
                      </a:lnTo>
                      <a:lnTo>
                        <a:pt x="52" y="476"/>
                      </a:lnTo>
                      <a:lnTo>
                        <a:pt x="58" y="492"/>
                      </a:lnTo>
                      <a:lnTo>
                        <a:pt x="69" y="502"/>
                      </a:lnTo>
                      <a:lnTo>
                        <a:pt x="84" y="500"/>
                      </a:lnTo>
                      <a:lnTo>
                        <a:pt x="97" y="494"/>
                      </a:lnTo>
                      <a:lnTo>
                        <a:pt x="103" y="480"/>
                      </a:lnTo>
                      <a:lnTo>
                        <a:pt x="103" y="469"/>
                      </a:lnTo>
                      <a:lnTo>
                        <a:pt x="99" y="447"/>
                      </a:lnTo>
                      <a:lnTo>
                        <a:pt x="103" y="438"/>
                      </a:lnTo>
                      <a:lnTo>
                        <a:pt x="88" y="435"/>
                      </a:lnTo>
                      <a:lnTo>
                        <a:pt x="74" y="438"/>
                      </a:lnTo>
                      <a:lnTo>
                        <a:pt x="70" y="419"/>
                      </a:lnTo>
                      <a:lnTo>
                        <a:pt x="64" y="404"/>
                      </a:lnTo>
                      <a:lnTo>
                        <a:pt x="69" y="385"/>
                      </a:lnTo>
                      <a:lnTo>
                        <a:pt x="70" y="372"/>
                      </a:lnTo>
                      <a:lnTo>
                        <a:pt x="68" y="359"/>
                      </a:lnTo>
                      <a:lnTo>
                        <a:pt x="88" y="347"/>
                      </a:lnTo>
                      <a:lnTo>
                        <a:pt x="110" y="343"/>
                      </a:lnTo>
                      <a:lnTo>
                        <a:pt x="133" y="348"/>
                      </a:lnTo>
                      <a:lnTo>
                        <a:pt x="134" y="363"/>
                      </a:lnTo>
                      <a:lnTo>
                        <a:pt x="141" y="377"/>
                      </a:lnTo>
                      <a:lnTo>
                        <a:pt x="150" y="389"/>
                      </a:lnTo>
                      <a:lnTo>
                        <a:pt x="164" y="393"/>
                      </a:lnTo>
                      <a:lnTo>
                        <a:pt x="180" y="394"/>
                      </a:lnTo>
                      <a:lnTo>
                        <a:pt x="192" y="389"/>
                      </a:lnTo>
                      <a:lnTo>
                        <a:pt x="206" y="377"/>
                      </a:lnTo>
                      <a:lnTo>
                        <a:pt x="216" y="359"/>
                      </a:lnTo>
                      <a:lnTo>
                        <a:pt x="231" y="362"/>
                      </a:lnTo>
                      <a:lnTo>
                        <a:pt x="245" y="359"/>
                      </a:lnTo>
                      <a:lnTo>
                        <a:pt x="262" y="348"/>
                      </a:lnTo>
                      <a:lnTo>
                        <a:pt x="270" y="332"/>
                      </a:lnTo>
                      <a:lnTo>
                        <a:pt x="273" y="317"/>
                      </a:lnTo>
                      <a:lnTo>
                        <a:pt x="268" y="293"/>
                      </a:lnTo>
                      <a:lnTo>
                        <a:pt x="279" y="274"/>
                      </a:lnTo>
                      <a:lnTo>
                        <a:pt x="298" y="277"/>
                      </a:lnTo>
                      <a:lnTo>
                        <a:pt x="318" y="280"/>
                      </a:lnTo>
                      <a:lnTo>
                        <a:pt x="331" y="276"/>
                      </a:lnTo>
                      <a:lnTo>
                        <a:pt x="339" y="268"/>
                      </a:lnTo>
                      <a:lnTo>
                        <a:pt x="342" y="275"/>
                      </a:lnTo>
                      <a:lnTo>
                        <a:pt x="339" y="287"/>
                      </a:lnTo>
                      <a:lnTo>
                        <a:pt x="331" y="296"/>
                      </a:lnTo>
                      <a:lnTo>
                        <a:pt x="321" y="303"/>
                      </a:lnTo>
                      <a:lnTo>
                        <a:pt x="306" y="308"/>
                      </a:lnTo>
                      <a:lnTo>
                        <a:pt x="291" y="311"/>
                      </a:lnTo>
                      <a:lnTo>
                        <a:pt x="310" y="319"/>
                      </a:lnTo>
                      <a:lnTo>
                        <a:pt x="327" y="322"/>
                      </a:lnTo>
                      <a:lnTo>
                        <a:pt x="343" y="323"/>
                      </a:lnTo>
                      <a:lnTo>
                        <a:pt x="362" y="322"/>
                      </a:lnTo>
                      <a:lnTo>
                        <a:pt x="378" y="319"/>
                      </a:lnTo>
                      <a:lnTo>
                        <a:pt x="398" y="317"/>
                      </a:lnTo>
                      <a:lnTo>
                        <a:pt x="390" y="328"/>
                      </a:lnTo>
                      <a:lnTo>
                        <a:pt x="380" y="335"/>
                      </a:lnTo>
                      <a:lnTo>
                        <a:pt x="367" y="341"/>
                      </a:lnTo>
                      <a:lnTo>
                        <a:pt x="382" y="343"/>
                      </a:lnTo>
                      <a:lnTo>
                        <a:pt x="403" y="342"/>
                      </a:lnTo>
                      <a:lnTo>
                        <a:pt x="419" y="339"/>
                      </a:lnTo>
                      <a:lnTo>
                        <a:pt x="432" y="332"/>
                      </a:lnTo>
                      <a:lnTo>
                        <a:pt x="451" y="317"/>
                      </a:lnTo>
                      <a:lnTo>
                        <a:pt x="450" y="327"/>
                      </a:lnTo>
                      <a:lnTo>
                        <a:pt x="442" y="339"/>
                      </a:lnTo>
                      <a:lnTo>
                        <a:pt x="433" y="348"/>
                      </a:lnTo>
                      <a:lnTo>
                        <a:pt x="450" y="350"/>
                      </a:lnTo>
                      <a:lnTo>
                        <a:pt x="469" y="347"/>
                      </a:lnTo>
                      <a:lnTo>
                        <a:pt x="484" y="340"/>
                      </a:lnTo>
                      <a:lnTo>
                        <a:pt x="502" y="324"/>
                      </a:lnTo>
                      <a:lnTo>
                        <a:pt x="517" y="306"/>
                      </a:lnTo>
                      <a:lnTo>
                        <a:pt x="530" y="280"/>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33" name="Group 285"/>
            <p:cNvGrpSpPr/>
            <p:nvPr/>
          </p:nvGrpSpPr>
          <p:grpSpPr bwMode="auto">
            <a:xfrm>
              <a:off x="2570" y="2934"/>
              <a:ext cx="238" cy="267"/>
              <a:chOff x="2570" y="2934"/>
              <a:chExt cx="238" cy="267"/>
            </a:xfrm>
          </p:grpSpPr>
          <p:grpSp>
            <p:nvGrpSpPr>
              <p:cNvPr id="642334" name="Group 286"/>
              <p:cNvGrpSpPr/>
              <p:nvPr/>
            </p:nvGrpSpPr>
            <p:grpSpPr bwMode="auto">
              <a:xfrm>
                <a:off x="2570" y="2992"/>
                <a:ext cx="154" cy="209"/>
                <a:chOff x="2570" y="2992"/>
                <a:chExt cx="154" cy="209"/>
              </a:xfrm>
            </p:grpSpPr>
            <p:grpSp>
              <p:nvGrpSpPr>
                <p:cNvPr id="642335" name="Group 287"/>
                <p:cNvGrpSpPr/>
                <p:nvPr/>
              </p:nvGrpSpPr>
              <p:grpSpPr bwMode="auto">
                <a:xfrm>
                  <a:off x="2570" y="2992"/>
                  <a:ext cx="154" cy="209"/>
                  <a:chOff x="2570" y="2992"/>
                  <a:chExt cx="154" cy="209"/>
                </a:xfrm>
              </p:grpSpPr>
              <p:grpSp>
                <p:nvGrpSpPr>
                  <p:cNvPr id="642336" name="Group 288"/>
                  <p:cNvGrpSpPr/>
                  <p:nvPr/>
                </p:nvGrpSpPr>
                <p:grpSpPr bwMode="auto">
                  <a:xfrm>
                    <a:off x="2570" y="3112"/>
                    <a:ext cx="67" cy="89"/>
                    <a:chOff x="2570" y="3112"/>
                    <a:chExt cx="67" cy="89"/>
                  </a:xfrm>
                </p:grpSpPr>
                <p:grpSp>
                  <p:nvGrpSpPr>
                    <p:cNvPr id="642337" name="Group 289"/>
                    <p:cNvGrpSpPr/>
                    <p:nvPr/>
                  </p:nvGrpSpPr>
                  <p:grpSpPr bwMode="auto">
                    <a:xfrm>
                      <a:off x="2570" y="3133"/>
                      <a:ext cx="51" cy="68"/>
                      <a:chOff x="2570" y="3133"/>
                      <a:chExt cx="51" cy="68"/>
                    </a:xfrm>
                  </p:grpSpPr>
                  <p:sp>
                    <p:nvSpPr>
                      <p:cNvPr id="642338" name="Freeform 290"/>
                      <p:cNvSpPr/>
                      <p:nvPr/>
                    </p:nvSpPr>
                    <p:spPr bwMode="auto">
                      <a:xfrm>
                        <a:off x="2587" y="3178"/>
                        <a:ext cx="16" cy="9"/>
                      </a:xfrm>
                      <a:custGeom>
                        <a:avLst/>
                        <a:gdLst>
                          <a:gd name="T0" fmla="*/ 0 w 116"/>
                          <a:gd name="T1" fmla="*/ 43 h 67"/>
                          <a:gd name="T2" fmla="*/ 26 w 116"/>
                          <a:gd name="T3" fmla="*/ 0 h 67"/>
                          <a:gd name="T4" fmla="*/ 52 w 116"/>
                          <a:gd name="T5" fmla="*/ 2 h 67"/>
                          <a:gd name="T6" fmla="*/ 75 w 116"/>
                          <a:gd name="T7" fmla="*/ 9 h 67"/>
                          <a:gd name="T8" fmla="*/ 116 w 116"/>
                          <a:gd name="T9" fmla="*/ 25 h 67"/>
                          <a:gd name="T10" fmla="*/ 103 w 116"/>
                          <a:gd name="T11" fmla="*/ 67 h 67"/>
                          <a:gd name="T12" fmla="*/ 0 w 116"/>
                          <a:gd name="T13" fmla="*/ 43 h 67"/>
                        </a:gdLst>
                        <a:ahLst/>
                        <a:cxnLst>
                          <a:cxn ang="0">
                            <a:pos x="T0" y="T1"/>
                          </a:cxn>
                          <a:cxn ang="0">
                            <a:pos x="T2" y="T3"/>
                          </a:cxn>
                          <a:cxn ang="0">
                            <a:pos x="T4" y="T5"/>
                          </a:cxn>
                          <a:cxn ang="0">
                            <a:pos x="T6" y="T7"/>
                          </a:cxn>
                          <a:cxn ang="0">
                            <a:pos x="T8" y="T9"/>
                          </a:cxn>
                          <a:cxn ang="0">
                            <a:pos x="T10" y="T11"/>
                          </a:cxn>
                          <a:cxn ang="0">
                            <a:pos x="T12" y="T13"/>
                          </a:cxn>
                        </a:cxnLst>
                        <a:rect l="0" t="0" r="r" b="b"/>
                        <a:pathLst>
                          <a:path w="116" h="67">
                            <a:moveTo>
                              <a:pt x="0" y="43"/>
                            </a:moveTo>
                            <a:lnTo>
                              <a:pt x="26" y="0"/>
                            </a:lnTo>
                            <a:lnTo>
                              <a:pt x="52" y="2"/>
                            </a:lnTo>
                            <a:lnTo>
                              <a:pt x="75" y="9"/>
                            </a:lnTo>
                            <a:lnTo>
                              <a:pt x="116" y="25"/>
                            </a:lnTo>
                            <a:lnTo>
                              <a:pt x="103" y="67"/>
                            </a:lnTo>
                            <a:lnTo>
                              <a:pt x="0" y="43"/>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9" name="Freeform 291"/>
                      <p:cNvSpPr/>
                      <p:nvPr/>
                    </p:nvSpPr>
                    <p:spPr bwMode="auto">
                      <a:xfrm>
                        <a:off x="2583" y="3183"/>
                        <a:ext cx="18" cy="7"/>
                      </a:xfrm>
                      <a:custGeom>
                        <a:avLst/>
                        <a:gdLst>
                          <a:gd name="T0" fmla="*/ 32 w 127"/>
                          <a:gd name="T1" fmla="*/ 0 h 61"/>
                          <a:gd name="T2" fmla="*/ 49 w 127"/>
                          <a:gd name="T3" fmla="*/ 1 h 61"/>
                          <a:gd name="T4" fmla="*/ 77 w 127"/>
                          <a:gd name="T5" fmla="*/ 8 h 61"/>
                          <a:gd name="T6" fmla="*/ 105 w 127"/>
                          <a:gd name="T7" fmla="*/ 16 h 61"/>
                          <a:gd name="T8" fmla="*/ 124 w 127"/>
                          <a:gd name="T9" fmla="*/ 20 h 61"/>
                          <a:gd name="T10" fmla="*/ 127 w 127"/>
                          <a:gd name="T11" fmla="*/ 29 h 61"/>
                          <a:gd name="T12" fmla="*/ 126 w 127"/>
                          <a:gd name="T13" fmla="*/ 41 h 61"/>
                          <a:gd name="T14" fmla="*/ 116 w 127"/>
                          <a:gd name="T15" fmla="*/ 54 h 61"/>
                          <a:gd name="T16" fmla="*/ 102 w 127"/>
                          <a:gd name="T17" fmla="*/ 61 h 61"/>
                          <a:gd name="T18" fmla="*/ 77 w 127"/>
                          <a:gd name="T19" fmla="*/ 56 h 61"/>
                          <a:gd name="T20" fmla="*/ 35 w 127"/>
                          <a:gd name="T21" fmla="*/ 44 h 61"/>
                          <a:gd name="T22" fmla="*/ 0 w 127"/>
                          <a:gd name="T23" fmla="*/ 22 h 61"/>
                          <a:gd name="T24" fmla="*/ 32 w 127"/>
                          <a:gd name="T25"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7" h="61">
                            <a:moveTo>
                              <a:pt x="32" y="0"/>
                            </a:moveTo>
                            <a:lnTo>
                              <a:pt x="49" y="1"/>
                            </a:lnTo>
                            <a:lnTo>
                              <a:pt x="77" y="8"/>
                            </a:lnTo>
                            <a:lnTo>
                              <a:pt x="105" y="16"/>
                            </a:lnTo>
                            <a:lnTo>
                              <a:pt x="124" y="20"/>
                            </a:lnTo>
                            <a:lnTo>
                              <a:pt x="127" y="29"/>
                            </a:lnTo>
                            <a:lnTo>
                              <a:pt x="126" y="41"/>
                            </a:lnTo>
                            <a:lnTo>
                              <a:pt x="116" y="54"/>
                            </a:lnTo>
                            <a:lnTo>
                              <a:pt x="102" y="61"/>
                            </a:lnTo>
                            <a:lnTo>
                              <a:pt x="77" y="56"/>
                            </a:lnTo>
                            <a:lnTo>
                              <a:pt x="35" y="44"/>
                            </a:lnTo>
                            <a:lnTo>
                              <a:pt x="0" y="22"/>
                            </a:lnTo>
                            <a:lnTo>
                              <a:pt x="32"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0" name="Freeform 292"/>
                      <p:cNvSpPr/>
                      <p:nvPr/>
                    </p:nvSpPr>
                    <p:spPr bwMode="auto">
                      <a:xfrm>
                        <a:off x="2570" y="3133"/>
                        <a:ext cx="51" cy="68"/>
                      </a:xfrm>
                      <a:custGeom>
                        <a:avLst/>
                        <a:gdLst>
                          <a:gd name="T0" fmla="*/ 250 w 352"/>
                          <a:gd name="T1" fmla="*/ 21 h 544"/>
                          <a:gd name="T2" fmla="*/ 231 w 352"/>
                          <a:gd name="T3" fmla="*/ 69 h 544"/>
                          <a:gd name="T4" fmla="*/ 211 w 352"/>
                          <a:gd name="T5" fmla="*/ 103 h 544"/>
                          <a:gd name="T6" fmla="*/ 177 w 352"/>
                          <a:gd name="T7" fmla="*/ 135 h 544"/>
                          <a:gd name="T8" fmla="*/ 170 w 352"/>
                          <a:gd name="T9" fmla="*/ 152 h 544"/>
                          <a:gd name="T10" fmla="*/ 161 w 352"/>
                          <a:gd name="T11" fmla="*/ 194 h 544"/>
                          <a:gd name="T12" fmla="*/ 134 w 352"/>
                          <a:gd name="T13" fmla="*/ 227 h 544"/>
                          <a:gd name="T14" fmla="*/ 108 w 352"/>
                          <a:gd name="T15" fmla="*/ 275 h 544"/>
                          <a:gd name="T16" fmla="*/ 86 w 352"/>
                          <a:gd name="T17" fmla="*/ 320 h 544"/>
                          <a:gd name="T18" fmla="*/ 84 w 352"/>
                          <a:gd name="T19" fmla="*/ 366 h 544"/>
                          <a:gd name="T20" fmla="*/ 87 w 352"/>
                          <a:gd name="T21" fmla="*/ 405 h 544"/>
                          <a:gd name="T22" fmla="*/ 72 w 352"/>
                          <a:gd name="T23" fmla="*/ 443 h 544"/>
                          <a:gd name="T24" fmla="*/ 0 w 352"/>
                          <a:gd name="T25" fmla="*/ 532 h 544"/>
                          <a:gd name="T26" fmla="*/ 60 w 352"/>
                          <a:gd name="T27" fmla="*/ 520 h 544"/>
                          <a:gd name="T28" fmla="*/ 113 w 352"/>
                          <a:gd name="T29" fmla="*/ 466 h 544"/>
                          <a:gd name="T30" fmla="*/ 147 w 352"/>
                          <a:gd name="T31" fmla="*/ 421 h 544"/>
                          <a:gd name="T32" fmla="*/ 183 w 352"/>
                          <a:gd name="T33" fmla="*/ 371 h 544"/>
                          <a:gd name="T34" fmla="*/ 210 w 352"/>
                          <a:gd name="T35" fmla="*/ 344 h 544"/>
                          <a:gd name="T36" fmla="*/ 196 w 352"/>
                          <a:gd name="T37" fmla="*/ 394 h 544"/>
                          <a:gd name="T38" fmla="*/ 194 w 352"/>
                          <a:gd name="T39" fmla="*/ 451 h 544"/>
                          <a:gd name="T40" fmla="*/ 209 w 352"/>
                          <a:gd name="T41" fmla="*/ 500 h 544"/>
                          <a:gd name="T42" fmla="*/ 226 w 352"/>
                          <a:gd name="T43" fmla="*/ 517 h 544"/>
                          <a:gd name="T44" fmla="*/ 249 w 352"/>
                          <a:gd name="T45" fmla="*/ 518 h 544"/>
                          <a:gd name="T46" fmla="*/ 261 w 352"/>
                          <a:gd name="T47" fmla="*/ 503 h 544"/>
                          <a:gd name="T48" fmla="*/ 248 w 352"/>
                          <a:gd name="T49" fmla="*/ 480 h 544"/>
                          <a:gd name="T50" fmla="*/ 237 w 352"/>
                          <a:gd name="T51" fmla="*/ 440 h 544"/>
                          <a:gd name="T52" fmla="*/ 246 w 352"/>
                          <a:gd name="T53" fmla="*/ 387 h 544"/>
                          <a:gd name="T54" fmla="*/ 261 w 352"/>
                          <a:gd name="T55" fmla="*/ 350 h 544"/>
                          <a:gd name="T56" fmla="*/ 274 w 352"/>
                          <a:gd name="T57" fmla="*/ 320 h 544"/>
                          <a:gd name="T58" fmla="*/ 280 w 352"/>
                          <a:gd name="T59" fmla="*/ 261 h 544"/>
                          <a:gd name="T60" fmla="*/ 317 w 352"/>
                          <a:gd name="T61" fmla="*/ 175 h 544"/>
                          <a:gd name="T62" fmla="*/ 345 w 352"/>
                          <a:gd name="T63" fmla="*/ 91 h 544"/>
                          <a:gd name="T64" fmla="*/ 262 w 352"/>
                          <a:gd name="T65" fmla="*/ 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52" h="544">
                            <a:moveTo>
                              <a:pt x="262" y="0"/>
                            </a:moveTo>
                            <a:lnTo>
                              <a:pt x="250" y="21"/>
                            </a:lnTo>
                            <a:lnTo>
                              <a:pt x="244" y="45"/>
                            </a:lnTo>
                            <a:lnTo>
                              <a:pt x="231" y="69"/>
                            </a:lnTo>
                            <a:lnTo>
                              <a:pt x="221" y="85"/>
                            </a:lnTo>
                            <a:lnTo>
                              <a:pt x="211" y="103"/>
                            </a:lnTo>
                            <a:lnTo>
                              <a:pt x="195" y="121"/>
                            </a:lnTo>
                            <a:lnTo>
                              <a:pt x="177" y="135"/>
                            </a:lnTo>
                            <a:lnTo>
                              <a:pt x="173" y="140"/>
                            </a:lnTo>
                            <a:lnTo>
                              <a:pt x="170" y="152"/>
                            </a:lnTo>
                            <a:lnTo>
                              <a:pt x="168" y="171"/>
                            </a:lnTo>
                            <a:lnTo>
                              <a:pt x="161" y="194"/>
                            </a:lnTo>
                            <a:lnTo>
                              <a:pt x="146" y="210"/>
                            </a:lnTo>
                            <a:lnTo>
                              <a:pt x="134" y="227"/>
                            </a:lnTo>
                            <a:lnTo>
                              <a:pt x="126" y="243"/>
                            </a:lnTo>
                            <a:lnTo>
                              <a:pt x="108" y="275"/>
                            </a:lnTo>
                            <a:lnTo>
                              <a:pt x="89" y="309"/>
                            </a:lnTo>
                            <a:lnTo>
                              <a:pt x="86" y="320"/>
                            </a:lnTo>
                            <a:lnTo>
                              <a:pt x="85" y="341"/>
                            </a:lnTo>
                            <a:lnTo>
                              <a:pt x="84" y="366"/>
                            </a:lnTo>
                            <a:lnTo>
                              <a:pt x="85" y="387"/>
                            </a:lnTo>
                            <a:lnTo>
                              <a:pt x="87" y="405"/>
                            </a:lnTo>
                            <a:lnTo>
                              <a:pt x="84" y="421"/>
                            </a:lnTo>
                            <a:lnTo>
                              <a:pt x="72" y="443"/>
                            </a:lnTo>
                            <a:lnTo>
                              <a:pt x="55" y="465"/>
                            </a:lnTo>
                            <a:lnTo>
                              <a:pt x="0" y="532"/>
                            </a:lnTo>
                            <a:lnTo>
                              <a:pt x="37" y="544"/>
                            </a:lnTo>
                            <a:lnTo>
                              <a:pt x="60" y="520"/>
                            </a:lnTo>
                            <a:lnTo>
                              <a:pt x="90" y="490"/>
                            </a:lnTo>
                            <a:lnTo>
                              <a:pt x="113" y="466"/>
                            </a:lnTo>
                            <a:lnTo>
                              <a:pt x="133" y="441"/>
                            </a:lnTo>
                            <a:lnTo>
                              <a:pt x="147" y="421"/>
                            </a:lnTo>
                            <a:lnTo>
                              <a:pt x="161" y="389"/>
                            </a:lnTo>
                            <a:lnTo>
                              <a:pt x="183" y="371"/>
                            </a:lnTo>
                            <a:lnTo>
                              <a:pt x="201" y="358"/>
                            </a:lnTo>
                            <a:lnTo>
                              <a:pt x="210" y="344"/>
                            </a:lnTo>
                            <a:lnTo>
                              <a:pt x="204" y="370"/>
                            </a:lnTo>
                            <a:lnTo>
                              <a:pt x="196" y="394"/>
                            </a:lnTo>
                            <a:lnTo>
                              <a:pt x="192" y="422"/>
                            </a:lnTo>
                            <a:lnTo>
                              <a:pt x="194" y="451"/>
                            </a:lnTo>
                            <a:lnTo>
                              <a:pt x="203" y="482"/>
                            </a:lnTo>
                            <a:lnTo>
                              <a:pt x="209" y="500"/>
                            </a:lnTo>
                            <a:lnTo>
                              <a:pt x="216" y="511"/>
                            </a:lnTo>
                            <a:lnTo>
                              <a:pt x="226" y="517"/>
                            </a:lnTo>
                            <a:lnTo>
                              <a:pt x="238" y="520"/>
                            </a:lnTo>
                            <a:lnTo>
                              <a:pt x="249" y="518"/>
                            </a:lnTo>
                            <a:lnTo>
                              <a:pt x="257" y="515"/>
                            </a:lnTo>
                            <a:lnTo>
                              <a:pt x="261" y="503"/>
                            </a:lnTo>
                            <a:lnTo>
                              <a:pt x="257" y="489"/>
                            </a:lnTo>
                            <a:lnTo>
                              <a:pt x="248" y="480"/>
                            </a:lnTo>
                            <a:lnTo>
                              <a:pt x="239" y="469"/>
                            </a:lnTo>
                            <a:lnTo>
                              <a:pt x="237" y="440"/>
                            </a:lnTo>
                            <a:lnTo>
                              <a:pt x="244" y="409"/>
                            </a:lnTo>
                            <a:lnTo>
                              <a:pt x="246" y="387"/>
                            </a:lnTo>
                            <a:lnTo>
                              <a:pt x="254" y="367"/>
                            </a:lnTo>
                            <a:lnTo>
                              <a:pt x="261" y="350"/>
                            </a:lnTo>
                            <a:lnTo>
                              <a:pt x="272" y="332"/>
                            </a:lnTo>
                            <a:lnTo>
                              <a:pt x="274" y="320"/>
                            </a:lnTo>
                            <a:lnTo>
                              <a:pt x="279" y="288"/>
                            </a:lnTo>
                            <a:lnTo>
                              <a:pt x="280" y="261"/>
                            </a:lnTo>
                            <a:lnTo>
                              <a:pt x="301" y="215"/>
                            </a:lnTo>
                            <a:lnTo>
                              <a:pt x="317" y="175"/>
                            </a:lnTo>
                            <a:lnTo>
                              <a:pt x="329" y="135"/>
                            </a:lnTo>
                            <a:lnTo>
                              <a:pt x="345" y="91"/>
                            </a:lnTo>
                            <a:lnTo>
                              <a:pt x="352" y="17"/>
                            </a:lnTo>
                            <a:lnTo>
                              <a:pt x="262" y="0"/>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1" name="Freeform 293"/>
                      <p:cNvSpPr/>
                      <p:nvPr/>
                    </p:nvSpPr>
                    <p:spPr bwMode="auto">
                      <a:xfrm>
                        <a:off x="2596" y="3174"/>
                        <a:ext cx="6" cy="9"/>
                      </a:xfrm>
                      <a:custGeom>
                        <a:avLst/>
                        <a:gdLst>
                          <a:gd name="T0" fmla="*/ 0 w 37"/>
                          <a:gd name="T1" fmla="*/ 38 h 71"/>
                          <a:gd name="T2" fmla="*/ 12 w 37"/>
                          <a:gd name="T3" fmla="*/ 30 h 71"/>
                          <a:gd name="T4" fmla="*/ 22 w 37"/>
                          <a:gd name="T5" fmla="*/ 20 h 71"/>
                          <a:gd name="T6" fmla="*/ 28 w 37"/>
                          <a:gd name="T7" fmla="*/ 12 h 71"/>
                          <a:gd name="T8" fmla="*/ 37 w 37"/>
                          <a:gd name="T9" fmla="*/ 0 h 71"/>
                          <a:gd name="T10" fmla="*/ 29 w 37"/>
                          <a:gd name="T11" fmla="*/ 23 h 71"/>
                          <a:gd name="T12" fmla="*/ 24 w 37"/>
                          <a:gd name="T13" fmla="*/ 35 h 71"/>
                          <a:gd name="T14" fmla="*/ 18 w 37"/>
                          <a:gd name="T15" fmla="*/ 54 h 71"/>
                          <a:gd name="T16" fmla="*/ 12 w 37"/>
                          <a:gd name="T17" fmla="*/ 71 h 71"/>
                          <a:gd name="T18" fmla="*/ 6 w 37"/>
                          <a:gd name="T19" fmla="*/ 49 h 71"/>
                          <a:gd name="T20" fmla="*/ 0 w 37"/>
                          <a:gd name="T21" fmla="*/ 38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71">
                            <a:moveTo>
                              <a:pt x="0" y="38"/>
                            </a:moveTo>
                            <a:lnTo>
                              <a:pt x="12" y="30"/>
                            </a:lnTo>
                            <a:lnTo>
                              <a:pt x="22" y="20"/>
                            </a:lnTo>
                            <a:lnTo>
                              <a:pt x="28" y="12"/>
                            </a:lnTo>
                            <a:lnTo>
                              <a:pt x="37" y="0"/>
                            </a:lnTo>
                            <a:lnTo>
                              <a:pt x="29" y="23"/>
                            </a:lnTo>
                            <a:lnTo>
                              <a:pt x="24" y="35"/>
                            </a:lnTo>
                            <a:lnTo>
                              <a:pt x="18" y="54"/>
                            </a:lnTo>
                            <a:lnTo>
                              <a:pt x="12" y="71"/>
                            </a:lnTo>
                            <a:lnTo>
                              <a:pt x="6" y="49"/>
                            </a:lnTo>
                            <a:lnTo>
                              <a:pt x="0" y="38"/>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2" name="Freeform 294"/>
                      <p:cNvSpPr/>
                      <p:nvPr/>
                    </p:nvSpPr>
                    <p:spPr bwMode="auto">
                      <a:xfrm>
                        <a:off x="2601" y="3180"/>
                        <a:ext cx="5" cy="15"/>
                      </a:xfrm>
                      <a:custGeom>
                        <a:avLst/>
                        <a:gdLst>
                          <a:gd name="T0" fmla="*/ 35 w 35"/>
                          <a:gd name="T1" fmla="*/ 107 h 126"/>
                          <a:gd name="T2" fmla="*/ 23 w 35"/>
                          <a:gd name="T3" fmla="*/ 106 h 126"/>
                          <a:gd name="T4" fmla="*/ 13 w 35"/>
                          <a:gd name="T5" fmla="*/ 110 h 126"/>
                          <a:gd name="T6" fmla="*/ 4 w 35"/>
                          <a:gd name="T7" fmla="*/ 120 h 126"/>
                          <a:gd name="T8" fmla="*/ 0 w 35"/>
                          <a:gd name="T9" fmla="*/ 126 h 126"/>
                          <a:gd name="T10" fmla="*/ 4 w 35"/>
                          <a:gd name="T11" fmla="*/ 114 h 126"/>
                          <a:gd name="T12" fmla="*/ 10 w 35"/>
                          <a:gd name="T13" fmla="*/ 105 h 126"/>
                          <a:gd name="T14" fmla="*/ 18 w 35"/>
                          <a:gd name="T15" fmla="*/ 98 h 126"/>
                          <a:gd name="T16" fmla="*/ 16 w 35"/>
                          <a:gd name="T17" fmla="*/ 86 h 126"/>
                          <a:gd name="T18" fmla="*/ 14 w 35"/>
                          <a:gd name="T19" fmla="*/ 63 h 126"/>
                          <a:gd name="T20" fmla="*/ 17 w 35"/>
                          <a:gd name="T21" fmla="*/ 44 h 126"/>
                          <a:gd name="T22" fmla="*/ 22 w 35"/>
                          <a:gd name="T23" fmla="*/ 27 h 126"/>
                          <a:gd name="T24" fmla="*/ 32 w 35"/>
                          <a:gd name="T25" fmla="*/ 0 h 126"/>
                          <a:gd name="T26" fmla="*/ 30 w 35"/>
                          <a:gd name="T27" fmla="*/ 20 h 126"/>
                          <a:gd name="T28" fmla="*/ 27 w 35"/>
                          <a:gd name="T29" fmla="*/ 38 h 126"/>
                          <a:gd name="T30" fmla="*/ 23 w 35"/>
                          <a:gd name="T31" fmla="*/ 58 h 126"/>
                          <a:gd name="T32" fmla="*/ 22 w 35"/>
                          <a:gd name="T33" fmla="*/ 68 h 126"/>
                          <a:gd name="T34" fmla="*/ 23 w 35"/>
                          <a:gd name="T35" fmla="*/ 80 h 126"/>
                          <a:gd name="T36" fmla="*/ 26 w 35"/>
                          <a:gd name="T37" fmla="*/ 93 h 126"/>
                          <a:gd name="T38" fmla="*/ 35 w 35"/>
                          <a:gd name="T39" fmla="*/ 107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 h="126">
                            <a:moveTo>
                              <a:pt x="35" y="107"/>
                            </a:moveTo>
                            <a:lnTo>
                              <a:pt x="23" y="106"/>
                            </a:lnTo>
                            <a:lnTo>
                              <a:pt x="13" y="110"/>
                            </a:lnTo>
                            <a:lnTo>
                              <a:pt x="4" y="120"/>
                            </a:lnTo>
                            <a:lnTo>
                              <a:pt x="0" y="126"/>
                            </a:lnTo>
                            <a:lnTo>
                              <a:pt x="4" y="114"/>
                            </a:lnTo>
                            <a:lnTo>
                              <a:pt x="10" y="105"/>
                            </a:lnTo>
                            <a:lnTo>
                              <a:pt x="18" y="98"/>
                            </a:lnTo>
                            <a:lnTo>
                              <a:pt x="16" y="86"/>
                            </a:lnTo>
                            <a:lnTo>
                              <a:pt x="14" y="63"/>
                            </a:lnTo>
                            <a:lnTo>
                              <a:pt x="17" y="44"/>
                            </a:lnTo>
                            <a:lnTo>
                              <a:pt x="22" y="27"/>
                            </a:lnTo>
                            <a:lnTo>
                              <a:pt x="32" y="0"/>
                            </a:lnTo>
                            <a:lnTo>
                              <a:pt x="30" y="20"/>
                            </a:lnTo>
                            <a:lnTo>
                              <a:pt x="27" y="38"/>
                            </a:lnTo>
                            <a:lnTo>
                              <a:pt x="23" y="58"/>
                            </a:lnTo>
                            <a:lnTo>
                              <a:pt x="22" y="68"/>
                            </a:lnTo>
                            <a:lnTo>
                              <a:pt x="23" y="80"/>
                            </a:lnTo>
                            <a:lnTo>
                              <a:pt x="26" y="93"/>
                            </a:lnTo>
                            <a:lnTo>
                              <a:pt x="35" y="10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3" name="Freeform 295"/>
                      <p:cNvSpPr/>
                      <p:nvPr/>
                    </p:nvSpPr>
                    <p:spPr bwMode="auto">
                      <a:xfrm>
                        <a:off x="2582" y="3171"/>
                        <a:ext cx="8" cy="14"/>
                      </a:xfrm>
                      <a:custGeom>
                        <a:avLst/>
                        <a:gdLst>
                          <a:gd name="T0" fmla="*/ 1 w 54"/>
                          <a:gd name="T1" fmla="*/ 119 h 119"/>
                          <a:gd name="T2" fmla="*/ 8 w 54"/>
                          <a:gd name="T3" fmla="*/ 109 h 119"/>
                          <a:gd name="T4" fmla="*/ 15 w 54"/>
                          <a:gd name="T5" fmla="*/ 95 h 119"/>
                          <a:gd name="T6" fmla="*/ 19 w 54"/>
                          <a:gd name="T7" fmla="*/ 83 h 119"/>
                          <a:gd name="T8" fmla="*/ 18 w 54"/>
                          <a:gd name="T9" fmla="*/ 64 h 119"/>
                          <a:gd name="T10" fmla="*/ 18 w 54"/>
                          <a:gd name="T11" fmla="*/ 46 h 119"/>
                          <a:gd name="T12" fmla="*/ 20 w 54"/>
                          <a:gd name="T13" fmla="*/ 30 h 119"/>
                          <a:gd name="T14" fmla="*/ 22 w 54"/>
                          <a:gd name="T15" fmla="*/ 20 h 119"/>
                          <a:gd name="T16" fmla="*/ 29 w 54"/>
                          <a:gd name="T17" fmla="*/ 12 h 119"/>
                          <a:gd name="T18" fmla="*/ 41 w 54"/>
                          <a:gd name="T19" fmla="*/ 6 h 119"/>
                          <a:gd name="T20" fmla="*/ 54 w 54"/>
                          <a:gd name="T21" fmla="*/ 0 h 119"/>
                          <a:gd name="T22" fmla="*/ 36 w 54"/>
                          <a:gd name="T23" fmla="*/ 6 h 119"/>
                          <a:gd name="T24" fmla="*/ 23 w 54"/>
                          <a:gd name="T25" fmla="*/ 12 h 119"/>
                          <a:gd name="T26" fmla="*/ 12 w 54"/>
                          <a:gd name="T27" fmla="*/ 12 h 119"/>
                          <a:gd name="T28" fmla="*/ 5 w 54"/>
                          <a:gd name="T29" fmla="*/ 8 h 119"/>
                          <a:gd name="T30" fmla="*/ 2 w 54"/>
                          <a:gd name="T31" fmla="*/ 16 h 119"/>
                          <a:gd name="T32" fmla="*/ 1 w 54"/>
                          <a:gd name="T33" fmla="*/ 31 h 119"/>
                          <a:gd name="T34" fmla="*/ 1 w 54"/>
                          <a:gd name="T35" fmla="*/ 44 h 119"/>
                          <a:gd name="T36" fmla="*/ 0 w 54"/>
                          <a:gd name="T37" fmla="*/ 63 h 119"/>
                          <a:gd name="T38" fmla="*/ 1 w 54"/>
                          <a:gd name="T39" fmla="*/ 78 h 119"/>
                          <a:gd name="T40" fmla="*/ 2 w 54"/>
                          <a:gd name="T41" fmla="*/ 92 h 119"/>
                          <a:gd name="T42" fmla="*/ 4 w 54"/>
                          <a:gd name="T43" fmla="*/ 101 h 119"/>
                          <a:gd name="T44" fmla="*/ 1 w 54"/>
                          <a:gd name="T4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 h="119">
                            <a:moveTo>
                              <a:pt x="1" y="119"/>
                            </a:moveTo>
                            <a:lnTo>
                              <a:pt x="8" y="109"/>
                            </a:lnTo>
                            <a:lnTo>
                              <a:pt x="15" y="95"/>
                            </a:lnTo>
                            <a:lnTo>
                              <a:pt x="19" y="83"/>
                            </a:lnTo>
                            <a:lnTo>
                              <a:pt x="18" y="64"/>
                            </a:lnTo>
                            <a:lnTo>
                              <a:pt x="18" y="46"/>
                            </a:lnTo>
                            <a:lnTo>
                              <a:pt x="20" y="30"/>
                            </a:lnTo>
                            <a:lnTo>
                              <a:pt x="22" y="20"/>
                            </a:lnTo>
                            <a:lnTo>
                              <a:pt x="29" y="12"/>
                            </a:lnTo>
                            <a:lnTo>
                              <a:pt x="41" y="6"/>
                            </a:lnTo>
                            <a:lnTo>
                              <a:pt x="54" y="0"/>
                            </a:lnTo>
                            <a:lnTo>
                              <a:pt x="36" y="6"/>
                            </a:lnTo>
                            <a:lnTo>
                              <a:pt x="23" y="12"/>
                            </a:lnTo>
                            <a:lnTo>
                              <a:pt x="12" y="12"/>
                            </a:lnTo>
                            <a:lnTo>
                              <a:pt x="5" y="8"/>
                            </a:lnTo>
                            <a:lnTo>
                              <a:pt x="2" y="16"/>
                            </a:lnTo>
                            <a:lnTo>
                              <a:pt x="1" y="31"/>
                            </a:lnTo>
                            <a:lnTo>
                              <a:pt x="1" y="44"/>
                            </a:lnTo>
                            <a:lnTo>
                              <a:pt x="0" y="63"/>
                            </a:lnTo>
                            <a:lnTo>
                              <a:pt x="1" y="78"/>
                            </a:lnTo>
                            <a:lnTo>
                              <a:pt x="2" y="92"/>
                            </a:lnTo>
                            <a:lnTo>
                              <a:pt x="4" y="101"/>
                            </a:lnTo>
                            <a:lnTo>
                              <a:pt x="1" y="11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44" name="Group 296"/>
                    <p:cNvGrpSpPr/>
                    <p:nvPr/>
                  </p:nvGrpSpPr>
                  <p:grpSpPr bwMode="auto">
                    <a:xfrm>
                      <a:off x="2605" y="3112"/>
                      <a:ext cx="32" cy="35"/>
                      <a:chOff x="2605" y="3112"/>
                      <a:chExt cx="32" cy="35"/>
                    </a:xfrm>
                  </p:grpSpPr>
                  <p:sp>
                    <p:nvSpPr>
                      <p:cNvPr id="642345" name="Freeform 297"/>
                      <p:cNvSpPr/>
                      <p:nvPr/>
                    </p:nvSpPr>
                    <p:spPr bwMode="auto">
                      <a:xfrm>
                        <a:off x="2605" y="3112"/>
                        <a:ext cx="32" cy="35"/>
                      </a:xfrm>
                      <a:custGeom>
                        <a:avLst/>
                        <a:gdLst>
                          <a:gd name="T0" fmla="*/ 67 w 229"/>
                          <a:gd name="T1" fmla="*/ 0 h 275"/>
                          <a:gd name="T2" fmla="*/ 102 w 229"/>
                          <a:gd name="T3" fmla="*/ 11 h 275"/>
                          <a:gd name="T4" fmla="*/ 167 w 229"/>
                          <a:gd name="T5" fmla="*/ 37 h 275"/>
                          <a:gd name="T6" fmla="*/ 209 w 229"/>
                          <a:gd name="T7" fmla="*/ 72 h 275"/>
                          <a:gd name="T8" fmla="*/ 229 w 229"/>
                          <a:gd name="T9" fmla="*/ 108 h 275"/>
                          <a:gd name="T10" fmla="*/ 223 w 229"/>
                          <a:gd name="T11" fmla="*/ 133 h 275"/>
                          <a:gd name="T12" fmla="*/ 208 w 229"/>
                          <a:gd name="T13" fmla="*/ 151 h 275"/>
                          <a:gd name="T14" fmla="*/ 196 w 229"/>
                          <a:gd name="T15" fmla="*/ 165 h 275"/>
                          <a:gd name="T16" fmla="*/ 180 w 229"/>
                          <a:gd name="T17" fmla="*/ 178 h 275"/>
                          <a:gd name="T18" fmla="*/ 164 w 229"/>
                          <a:gd name="T19" fmla="*/ 200 h 275"/>
                          <a:gd name="T20" fmla="*/ 150 w 229"/>
                          <a:gd name="T21" fmla="*/ 222 h 275"/>
                          <a:gd name="T22" fmla="*/ 140 w 229"/>
                          <a:gd name="T23" fmla="*/ 240 h 275"/>
                          <a:gd name="T24" fmla="*/ 132 w 229"/>
                          <a:gd name="T25" fmla="*/ 255 h 275"/>
                          <a:gd name="T26" fmla="*/ 119 w 229"/>
                          <a:gd name="T27" fmla="*/ 266 h 275"/>
                          <a:gd name="T28" fmla="*/ 109 w 229"/>
                          <a:gd name="T29" fmla="*/ 272 h 275"/>
                          <a:gd name="T30" fmla="*/ 96 w 229"/>
                          <a:gd name="T31" fmla="*/ 275 h 275"/>
                          <a:gd name="T32" fmla="*/ 99 w 229"/>
                          <a:gd name="T33" fmla="*/ 263 h 275"/>
                          <a:gd name="T34" fmla="*/ 103 w 229"/>
                          <a:gd name="T35" fmla="*/ 253 h 275"/>
                          <a:gd name="T36" fmla="*/ 99 w 229"/>
                          <a:gd name="T37" fmla="*/ 228 h 275"/>
                          <a:gd name="T38" fmla="*/ 81 w 229"/>
                          <a:gd name="T39" fmla="*/ 209 h 275"/>
                          <a:gd name="T40" fmla="*/ 45 w 229"/>
                          <a:gd name="T41" fmla="*/ 191 h 275"/>
                          <a:gd name="T42" fmla="*/ 13 w 229"/>
                          <a:gd name="T43" fmla="*/ 187 h 275"/>
                          <a:gd name="T44" fmla="*/ 5 w 229"/>
                          <a:gd name="T45" fmla="*/ 192 h 275"/>
                          <a:gd name="T46" fmla="*/ 0 w 229"/>
                          <a:gd name="T47" fmla="*/ 183 h 275"/>
                          <a:gd name="T48" fmla="*/ 1 w 229"/>
                          <a:gd name="T49" fmla="*/ 175 h 275"/>
                          <a:gd name="T50" fmla="*/ 3 w 229"/>
                          <a:gd name="T51" fmla="*/ 166 h 275"/>
                          <a:gd name="T52" fmla="*/ 9 w 229"/>
                          <a:gd name="T53" fmla="*/ 157 h 275"/>
                          <a:gd name="T54" fmla="*/ 22 w 229"/>
                          <a:gd name="T55" fmla="*/ 133 h 275"/>
                          <a:gd name="T56" fmla="*/ 29 w 229"/>
                          <a:gd name="T57" fmla="*/ 102 h 275"/>
                          <a:gd name="T58" fmla="*/ 44 w 229"/>
                          <a:gd name="T59" fmla="*/ 56 h 275"/>
                          <a:gd name="T60" fmla="*/ 60 w 229"/>
                          <a:gd name="T61" fmla="*/ 15 h 275"/>
                          <a:gd name="T62" fmla="*/ 67 w 229"/>
                          <a:gd name="T63" fmla="*/ 0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29" h="275">
                            <a:moveTo>
                              <a:pt x="67" y="0"/>
                            </a:moveTo>
                            <a:lnTo>
                              <a:pt x="102" y="11"/>
                            </a:lnTo>
                            <a:lnTo>
                              <a:pt x="167" y="37"/>
                            </a:lnTo>
                            <a:lnTo>
                              <a:pt x="209" y="72"/>
                            </a:lnTo>
                            <a:lnTo>
                              <a:pt x="229" y="108"/>
                            </a:lnTo>
                            <a:lnTo>
                              <a:pt x="223" y="133"/>
                            </a:lnTo>
                            <a:lnTo>
                              <a:pt x="208" y="151"/>
                            </a:lnTo>
                            <a:lnTo>
                              <a:pt x="196" y="165"/>
                            </a:lnTo>
                            <a:lnTo>
                              <a:pt x="180" y="178"/>
                            </a:lnTo>
                            <a:lnTo>
                              <a:pt x="164" y="200"/>
                            </a:lnTo>
                            <a:lnTo>
                              <a:pt x="150" y="222"/>
                            </a:lnTo>
                            <a:lnTo>
                              <a:pt x="140" y="240"/>
                            </a:lnTo>
                            <a:lnTo>
                              <a:pt x="132" y="255"/>
                            </a:lnTo>
                            <a:lnTo>
                              <a:pt x="119" y="266"/>
                            </a:lnTo>
                            <a:lnTo>
                              <a:pt x="109" y="272"/>
                            </a:lnTo>
                            <a:lnTo>
                              <a:pt x="96" y="275"/>
                            </a:lnTo>
                            <a:lnTo>
                              <a:pt x="99" y="263"/>
                            </a:lnTo>
                            <a:lnTo>
                              <a:pt x="103" y="253"/>
                            </a:lnTo>
                            <a:lnTo>
                              <a:pt x="99" y="228"/>
                            </a:lnTo>
                            <a:lnTo>
                              <a:pt x="81" y="209"/>
                            </a:lnTo>
                            <a:lnTo>
                              <a:pt x="45" y="191"/>
                            </a:lnTo>
                            <a:lnTo>
                              <a:pt x="13" y="187"/>
                            </a:lnTo>
                            <a:lnTo>
                              <a:pt x="5" y="192"/>
                            </a:lnTo>
                            <a:lnTo>
                              <a:pt x="0" y="183"/>
                            </a:lnTo>
                            <a:lnTo>
                              <a:pt x="1" y="175"/>
                            </a:lnTo>
                            <a:lnTo>
                              <a:pt x="3" y="166"/>
                            </a:lnTo>
                            <a:lnTo>
                              <a:pt x="9" y="157"/>
                            </a:lnTo>
                            <a:lnTo>
                              <a:pt x="22" y="133"/>
                            </a:lnTo>
                            <a:lnTo>
                              <a:pt x="29" y="102"/>
                            </a:lnTo>
                            <a:lnTo>
                              <a:pt x="44" y="56"/>
                            </a:lnTo>
                            <a:lnTo>
                              <a:pt x="60" y="15"/>
                            </a:lnTo>
                            <a:lnTo>
                              <a:pt x="6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6" name="Freeform 298"/>
                      <p:cNvSpPr/>
                      <p:nvPr/>
                    </p:nvSpPr>
                    <p:spPr bwMode="auto">
                      <a:xfrm>
                        <a:off x="2605" y="3134"/>
                        <a:ext cx="16" cy="12"/>
                      </a:xfrm>
                      <a:custGeom>
                        <a:avLst/>
                        <a:gdLst>
                          <a:gd name="T0" fmla="*/ 0 w 106"/>
                          <a:gd name="T1" fmla="*/ 11 h 98"/>
                          <a:gd name="T2" fmla="*/ 3 w 106"/>
                          <a:gd name="T3" fmla="*/ 4 h 98"/>
                          <a:gd name="T4" fmla="*/ 9 w 106"/>
                          <a:gd name="T5" fmla="*/ 2 h 98"/>
                          <a:gd name="T6" fmla="*/ 23 w 106"/>
                          <a:gd name="T7" fmla="*/ 0 h 98"/>
                          <a:gd name="T8" fmla="*/ 35 w 106"/>
                          <a:gd name="T9" fmla="*/ 1 h 98"/>
                          <a:gd name="T10" fmla="*/ 50 w 106"/>
                          <a:gd name="T11" fmla="*/ 5 h 98"/>
                          <a:gd name="T12" fmla="*/ 63 w 106"/>
                          <a:gd name="T13" fmla="*/ 12 h 98"/>
                          <a:gd name="T14" fmla="*/ 77 w 106"/>
                          <a:gd name="T15" fmla="*/ 21 h 98"/>
                          <a:gd name="T16" fmla="*/ 89 w 106"/>
                          <a:gd name="T17" fmla="*/ 29 h 98"/>
                          <a:gd name="T18" fmla="*/ 98 w 106"/>
                          <a:gd name="T19" fmla="*/ 42 h 98"/>
                          <a:gd name="T20" fmla="*/ 105 w 106"/>
                          <a:gd name="T21" fmla="*/ 56 h 98"/>
                          <a:gd name="T22" fmla="*/ 106 w 106"/>
                          <a:gd name="T23" fmla="*/ 68 h 98"/>
                          <a:gd name="T24" fmla="*/ 104 w 106"/>
                          <a:gd name="T25" fmla="*/ 83 h 98"/>
                          <a:gd name="T26" fmla="*/ 100 w 106"/>
                          <a:gd name="T27" fmla="*/ 89 h 98"/>
                          <a:gd name="T28" fmla="*/ 94 w 106"/>
                          <a:gd name="T29" fmla="*/ 98 h 98"/>
                          <a:gd name="T30" fmla="*/ 98 w 106"/>
                          <a:gd name="T31" fmla="*/ 82 h 98"/>
                          <a:gd name="T32" fmla="*/ 100 w 106"/>
                          <a:gd name="T33" fmla="*/ 66 h 98"/>
                          <a:gd name="T34" fmla="*/ 94 w 106"/>
                          <a:gd name="T35" fmla="*/ 50 h 98"/>
                          <a:gd name="T36" fmla="*/ 85 w 106"/>
                          <a:gd name="T37" fmla="*/ 38 h 98"/>
                          <a:gd name="T38" fmla="*/ 69 w 106"/>
                          <a:gd name="T39" fmla="*/ 26 h 98"/>
                          <a:gd name="T40" fmla="*/ 53 w 106"/>
                          <a:gd name="T41" fmla="*/ 18 h 98"/>
                          <a:gd name="T42" fmla="*/ 36 w 106"/>
                          <a:gd name="T43" fmla="*/ 13 h 98"/>
                          <a:gd name="T44" fmla="*/ 21 w 106"/>
                          <a:gd name="T45" fmla="*/ 9 h 98"/>
                          <a:gd name="T46" fmla="*/ 0 w 106"/>
                          <a:gd name="T47" fmla="*/ 11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6" h="98">
                            <a:moveTo>
                              <a:pt x="0" y="11"/>
                            </a:moveTo>
                            <a:lnTo>
                              <a:pt x="3" y="4"/>
                            </a:lnTo>
                            <a:lnTo>
                              <a:pt x="9" y="2"/>
                            </a:lnTo>
                            <a:lnTo>
                              <a:pt x="23" y="0"/>
                            </a:lnTo>
                            <a:lnTo>
                              <a:pt x="35" y="1"/>
                            </a:lnTo>
                            <a:lnTo>
                              <a:pt x="50" y="5"/>
                            </a:lnTo>
                            <a:lnTo>
                              <a:pt x="63" y="12"/>
                            </a:lnTo>
                            <a:lnTo>
                              <a:pt x="77" y="21"/>
                            </a:lnTo>
                            <a:lnTo>
                              <a:pt x="89" y="29"/>
                            </a:lnTo>
                            <a:lnTo>
                              <a:pt x="98" y="42"/>
                            </a:lnTo>
                            <a:lnTo>
                              <a:pt x="105" y="56"/>
                            </a:lnTo>
                            <a:lnTo>
                              <a:pt x="106" y="68"/>
                            </a:lnTo>
                            <a:lnTo>
                              <a:pt x="104" y="83"/>
                            </a:lnTo>
                            <a:lnTo>
                              <a:pt x="100" y="89"/>
                            </a:lnTo>
                            <a:lnTo>
                              <a:pt x="94" y="98"/>
                            </a:lnTo>
                            <a:lnTo>
                              <a:pt x="98" y="82"/>
                            </a:lnTo>
                            <a:lnTo>
                              <a:pt x="100" y="66"/>
                            </a:lnTo>
                            <a:lnTo>
                              <a:pt x="94" y="50"/>
                            </a:lnTo>
                            <a:lnTo>
                              <a:pt x="85" y="38"/>
                            </a:lnTo>
                            <a:lnTo>
                              <a:pt x="69" y="26"/>
                            </a:lnTo>
                            <a:lnTo>
                              <a:pt x="53" y="18"/>
                            </a:lnTo>
                            <a:lnTo>
                              <a:pt x="36" y="13"/>
                            </a:lnTo>
                            <a:lnTo>
                              <a:pt x="21" y="9"/>
                            </a:lnTo>
                            <a:lnTo>
                              <a:pt x="0" y="11"/>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47" name="Group 299"/>
                  <p:cNvGrpSpPr/>
                  <p:nvPr/>
                </p:nvGrpSpPr>
                <p:grpSpPr bwMode="auto">
                  <a:xfrm>
                    <a:off x="2613" y="2992"/>
                    <a:ext cx="111" cy="138"/>
                    <a:chOff x="2613" y="2992"/>
                    <a:chExt cx="111" cy="138"/>
                  </a:xfrm>
                </p:grpSpPr>
                <p:sp>
                  <p:nvSpPr>
                    <p:cNvPr id="642348" name="Freeform 300"/>
                    <p:cNvSpPr/>
                    <p:nvPr/>
                  </p:nvSpPr>
                  <p:spPr bwMode="auto">
                    <a:xfrm>
                      <a:off x="2613" y="2992"/>
                      <a:ext cx="111" cy="136"/>
                    </a:xfrm>
                    <a:custGeom>
                      <a:avLst/>
                      <a:gdLst>
                        <a:gd name="T0" fmla="*/ 618 w 777"/>
                        <a:gd name="T1" fmla="*/ 181 h 1093"/>
                        <a:gd name="T2" fmla="*/ 777 w 777"/>
                        <a:gd name="T3" fmla="*/ 553 h 1093"/>
                        <a:gd name="T4" fmla="*/ 701 w 777"/>
                        <a:gd name="T5" fmla="*/ 631 h 1093"/>
                        <a:gd name="T6" fmla="*/ 557 w 777"/>
                        <a:gd name="T7" fmla="*/ 564 h 1093"/>
                        <a:gd name="T8" fmla="*/ 505 w 777"/>
                        <a:gd name="T9" fmla="*/ 523 h 1093"/>
                        <a:gd name="T10" fmla="*/ 434 w 777"/>
                        <a:gd name="T11" fmla="*/ 667 h 1093"/>
                        <a:gd name="T12" fmla="*/ 383 w 777"/>
                        <a:gd name="T13" fmla="*/ 750 h 1093"/>
                        <a:gd name="T14" fmla="*/ 369 w 777"/>
                        <a:gd name="T15" fmla="*/ 764 h 1093"/>
                        <a:gd name="T16" fmla="*/ 352 w 777"/>
                        <a:gd name="T17" fmla="*/ 811 h 1093"/>
                        <a:gd name="T18" fmla="*/ 334 w 777"/>
                        <a:gd name="T19" fmla="*/ 839 h 1093"/>
                        <a:gd name="T20" fmla="*/ 315 w 777"/>
                        <a:gd name="T21" fmla="*/ 871 h 1093"/>
                        <a:gd name="T22" fmla="*/ 294 w 777"/>
                        <a:gd name="T23" fmla="*/ 917 h 1093"/>
                        <a:gd name="T24" fmla="*/ 265 w 777"/>
                        <a:gd name="T25" fmla="*/ 926 h 1093"/>
                        <a:gd name="T26" fmla="*/ 259 w 777"/>
                        <a:gd name="T27" fmla="*/ 968 h 1093"/>
                        <a:gd name="T28" fmla="*/ 228 w 777"/>
                        <a:gd name="T29" fmla="*/ 991 h 1093"/>
                        <a:gd name="T30" fmla="*/ 205 w 777"/>
                        <a:gd name="T31" fmla="*/ 1034 h 1093"/>
                        <a:gd name="T32" fmla="*/ 196 w 777"/>
                        <a:gd name="T33" fmla="*/ 1068 h 1093"/>
                        <a:gd name="T34" fmla="*/ 177 w 777"/>
                        <a:gd name="T35" fmla="*/ 1090 h 1093"/>
                        <a:gd name="T36" fmla="*/ 152 w 777"/>
                        <a:gd name="T37" fmla="*/ 1052 h 1093"/>
                        <a:gd name="T38" fmla="*/ 63 w 777"/>
                        <a:gd name="T39" fmla="*/ 993 h 1093"/>
                        <a:gd name="T40" fmla="*/ 0 w 777"/>
                        <a:gd name="T41" fmla="*/ 985 h 1093"/>
                        <a:gd name="T42" fmla="*/ 17 w 777"/>
                        <a:gd name="T43" fmla="*/ 914 h 1093"/>
                        <a:gd name="T44" fmla="*/ 31 w 777"/>
                        <a:gd name="T45" fmla="*/ 862 h 1093"/>
                        <a:gd name="T46" fmla="*/ 82 w 777"/>
                        <a:gd name="T47" fmla="*/ 818 h 1093"/>
                        <a:gd name="T48" fmla="*/ 82 w 777"/>
                        <a:gd name="T49" fmla="*/ 770 h 1093"/>
                        <a:gd name="T50" fmla="*/ 99 w 777"/>
                        <a:gd name="T51" fmla="*/ 721 h 1093"/>
                        <a:gd name="T52" fmla="*/ 128 w 777"/>
                        <a:gd name="T53" fmla="*/ 692 h 1093"/>
                        <a:gd name="T54" fmla="*/ 137 w 777"/>
                        <a:gd name="T55" fmla="*/ 672 h 1093"/>
                        <a:gd name="T56" fmla="*/ 131 w 777"/>
                        <a:gd name="T57" fmla="*/ 636 h 1093"/>
                        <a:gd name="T58" fmla="*/ 141 w 777"/>
                        <a:gd name="T59" fmla="*/ 602 h 1093"/>
                        <a:gd name="T60" fmla="*/ 165 w 777"/>
                        <a:gd name="T61" fmla="*/ 583 h 1093"/>
                        <a:gd name="T62" fmla="*/ 176 w 777"/>
                        <a:gd name="T63" fmla="*/ 562 h 1093"/>
                        <a:gd name="T64" fmla="*/ 191 w 777"/>
                        <a:gd name="T65" fmla="*/ 543 h 1093"/>
                        <a:gd name="T66" fmla="*/ 214 w 777"/>
                        <a:gd name="T67" fmla="*/ 525 h 1093"/>
                        <a:gd name="T68" fmla="*/ 227 w 777"/>
                        <a:gd name="T69" fmla="*/ 508 h 1093"/>
                        <a:gd name="T70" fmla="*/ 229 w 777"/>
                        <a:gd name="T71" fmla="*/ 483 h 1093"/>
                        <a:gd name="T72" fmla="*/ 223 w 777"/>
                        <a:gd name="T73" fmla="*/ 448 h 1093"/>
                        <a:gd name="T74" fmla="*/ 227 w 777"/>
                        <a:gd name="T75" fmla="*/ 419 h 1093"/>
                        <a:gd name="T76" fmla="*/ 245 w 777"/>
                        <a:gd name="T77" fmla="*/ 397 h 1093"/>
                        <a:gd name="T78" fmla="*/ 254 w 777"/>
                        <a:gd name="T79" fmla="*/ 374 h 1093"/>
                        <a:gd name="T80" fmla="*/ 253 w 777"/>
                        <a:gd name="T81" fmla="*/ 339 h 1093"/>
                        <a:gd name="T82" fmla="*/ 261 w 777"/>
                        <a:gd name="T83" fmla="*/ 281 h 1093"/>
                        <a:gd name="T84" fmla="*/ 283 w 777"/>
                        <a:gd name="T85" fmla="*/ 191 h 1093"/>
                        <a:gd name="T86" fmla="*/ 334 w 777"/>
                        <a:gd name="T87" fmla="*/ 0 h 10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77" h="1093">
                          <a:moveTo>
                            <a:pt x="334" y="0"/>
                          </a:moveTo>
                          <a:lnTo>
                            <a:pt x="618" y="181"/>
                          </a:lnTo>
                          <a:lnTo>
                            <a:pt x="677" y="390"/>
                          </a:lnTo>
                          <a:lnTo>
                            <a:pt x="777" y="553"/>
                          </a:lnTo>
                          <a:lnTo>
                            <a:pt x="730" y="680"/>
                          </a:lnTo>
                          <a:lnTo>
                            <a:pt x="701" y="631"/>
                          </a:lnTo>
                          <a:lnTo>
                            <a:pt x="636" y="583"/>
                          </a:lnTo>
                          <a:lnTo>
                            <a:pt x="557" y="564"/>
                          </a:lnTo>
                          <a:lnTo>
                            <a:pt x="528" y="547"/>
                          </a:lnTo>
                          <a:lnTo>
                            <a:pt x="505" y="523"/>
                          </a:lnTo>
                          <a:lnTo>
                            <a:pt x="486" y="570"/>
                          </a:lnTo>
                          <a:lnTo>
                            <a:pt x="434" y="667"/>
                          </a:lnTo>
                          <a:lnTo>
                            <a:pt x="386" y="739"/>
                          </a:lnTo>
                          <a:lnTo>
                            <a:pt x="383" y="750"/>
                          </a:lnTo>
                          <a:lnTo>
                            <a:pt x="377" y="760"/>
                          </a:lnTo>
                          <a:lnTo>
                            <a:pt x="369" y="764"/>
                          </a:lnTo>
                          <a:lnTo>
                            <a:pt x="362" y="777"/>
                          </a:lnTo>
                          <a:lnTo>
                            <a:pt x="352" y="811"/>
                          </a:lnTo>
                          <a:lnTo>
                            <a:pt x="342" y="841"/>
                          </a:lnTo>
                          <a:lnTo>
                            <a:pt x="334" y="839"/>
                          </a:lnTo>
                          <a:lnTo>
                            <a:pt x="328" y="841"/>
                          </a:lnTo>
                          <a:lnTo>
                            <a:pt x="315" y="871"/>
                          </a:lnTo>
                          <a:lnTo>
                            <a:pt x="305" y="908"/>
                          </a:lnTo>
                          <a:lnTo>
                            <a:pt x="294" y="917"/>
                          </a:lnTo>
                          <a:lnTo>
                            <a:pt x="282" y="922"/>
                          </a:lnTo>
                          <a:lnTo>
                            <a:pt x="265" y="926"/>
                          </a:lnTo>
                          <a:lnTo>
                            <a:pt x="263" y="948"/>
                          </a:lnTo>
                          <a:lnTo>
                            <a:pt x="259" y="968"/>
                          </a:lnTo>
                          <a:lnTo>
                            <a:pt x="245" y="983"/>
                          </a:lnTo>
                          <a:lnTo>
                            <a:pt x="228" y="991"/>
                          </a:lnTo>
                          <a:lnTo>
                            <a:pt x="213" y="1014"/>
                          </a:lnTo>
                          <a:lnTo>
                            <a:pt x="205" y="1034"/>
                          </a:lnTo>
                          <a:lnTo>
                            <a:pt x="202" y="1051"/>
                          </a:lnTo>
                          <a:lnTo>
                            <a:pt x="196" y="1068"/>
                          </a:lnTo>
                          <a:lnTo>
                            <a:pt x="191" y="1084"/>
                          </a:lnTo>
                          <a:lnTo>
                            <a:pt x="177" y="1090"/>
                          </a:lnTo>
                          <a:lnTo>
                            <a:pt x="159" y="1093"/>
                          </a:lnTo>
                          <a:lnTo>
                            <a:pt x="152" y="1052"/>
                          </a:lnTo>
                          <a:lnTo>
                            <a:pt x="121" y="1013"/>
                          </a:lnTo>
                          <a:lnTo>
                            <a:pt x="63" y="993"/>
                          </a:lnTo>
                          <a:lnTo>
                            <a:pt x="36" y="981"/>
                          </a:lnTo>
                          <a:lnTo>
                            <a:pt x="0" y="985"/>
                          </a:lnTo>
                          <a:lnTo>
                            <a:pt x="13" y="941"/>
                          </a:lnTo>
                          <a:lnTo>
                            <a:pt x="17" y="914"/>
                          </a:lnTo>
                          <a:lnTo>
                            <a:pt x="22" y="885"/>
                          </a:lnTo>
                          <a:lnTo>
                            <a:pt x="31" y="862"/>
                          </a:lnTo>
                          <a:lnTo>
                            <a:pt x="40" y="848"/>
                          </a:lnTo>
                          <a:lnTo>
                            <a:pt x="82" y="818"/>
                          </a:lnTo>
                          <a:lnTo>
                            <a:pt x="79" y="792"/>
                          </a:lnTo>
                          <a:lnTo>
                            <a:pt x="82" y="770"/>
                          </a:lnTo>
                          <a:lnTo>
                            <a:pt x="88" y="746"/>
                          </a:lnTo>
                          <a:lnTo>
                            <a:pt x="99" y="721"/>
                          </a:lnTo>
                          <a:lnTo>
                            <a:pt x="111" y="707"/>
                          </a:lnTo>
                          <a:lnTo>
                            <a:pt x="128" y="692"/>
                          </a:lnTo>
                          <a:lnTo>
                            <a:pt x="146" y="685"/>
                          </a:lnTo>
                          <a:lnTo>
                            <a:pt x="137" y="672"/>
                          </a:lnTo>
                          <a:lnTo>
                            <a:pt x="134" y="655"/>
                          </a:lnTo>
                          <a:lnTo>
                            <a:pt x="131" y="636"/>
                          </a:lnTo>
                          <a:lnTo>
                            <a:pt x="134" y="619"/>
                          </a:lnTo>
                          <a:lnTo>
                            <a:pt x="141" y="602"/>
                          </a:lnTo>
                          <a:lnTo>
                            <a:pt x="153" y="591"/>
                          </a:lnTo>
                          <a:lnTo>
                            <a:pt x="165" y="583"/>
                          </a:lnTo>
                          <a:lnTo>
                            <a:pt x="168" y="570"/>
                          </a:lnTo>
                          <a:lnTo>
                            <a:pt x="176" y="562"/>
                          </a:lnTo>
                          <a:lnTo>
                            <a:pt x="188" y="559"/>
                          </a:lnTo>
                          <a:lnTo>
                            <a:pt x="191" y="543"/>
                          </a:lnTo>
                          <a:lnTo>
                            <a:pt x="203" y="529"/>
                          </a:lnTo>
                          <a:lnTo>
                            <a:pt x="214" y="525"/>
                          </a:lnTo>
                          <a:lnTo>
                            <a:pt x="225" y="522"/>
                          </a:lnTo>
                          <a:lnTo>
                            <a:pt x="227" y="508"/>
                          </a:lnTo>
                          <a:lnTo>
                            <a:pt x="231" y="499"/>
                          </a:lnTo>
                          <a:lnTo>
                            <a:pt x="229" y="483"/>
                          </a:lnTo>
                          <a:lnTo>
                            <a:pt x="225" y="468"/>
                          </a:lnTo>
                          <a:lnTo>
                            <a:pt x="223" y="448"/>
                          </a:lnTo>
                          <a:lnTo>
                            <a:pt x="222" y="433"/>
                          </a:lnTo>
                          <a:lnTo>
                            <a:pt x="227" y="419"/>
                          </a:lnTo>
                          <a:lnTo>
                            <a:pt x="236" y="406"/>
                          </a:lnTo>
                          <a:lnTo>
                            <a:pt x="245" y="397"/>
                          </a:lnTo>
                          <a:lnTo>
                            <a:pt x="253" y="390"/>
                          </a:lnTo>
                          <a:lnTo>
                            <a:pt x="254" y="374"/>
                          </a:lnTo>
                          <a:lnTo>
                            <a:pt x="256" y="359"/>
                          </a:lnTo>
                          <a:lnTo>
                            <a:pt x="253" y="339"/>
                          </a:lnTo>
                          <a:lnTo>
                            <a:pt x="247" y="324"/>
                          </a:lnTo>
                          <a:lnTo>
                            <a:pt x="261" y="281"/>
                          </a:lnTo>
                          <a:lnTo>
                            <a:pt x="276" y="241"/>
                          </a:lnTo>
                          <a:lnTo>
                            <a:pt x="283" y="191"/>
                          </a:lnTo>
                          <a:lnTo>
                            <a:pt x="293" y="148"/>
                          </a:lnTo>
                          <a:lnTo>
                            <a:pt x="334" y="0"/>
                          </a:lnTo>
                          <a:close/>
                        </a:path>
                      </a:pathLst>
                    </a:custGeom>
                    <a:solidFill>
                      <a:srgbClr val="A0A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349" name="Group 301"/>
                    <p:cNvGrpSpPr/>
                    <p:nvPr/>
                  </p:nvGrpSpPr>
                  <p:grpSpPr bwMode="auto">
                    <a:xfrm>
                      <a:off x="2613" y="3011"/>
                      <a:ext cx="109" cy="119"/>
                      <a:chOff x="2613" y="3011"/>
                      <a:chExt cx="109" cy="119"/>
                    </a:xfrm>
                  </p:grpSpPr>
                  <p:sp>
                    <p:nvSpPr>
                      <p:cNvPr id="642350" name="Freeform 302"/>
                      <p:cNvSpPr/>
                      <p:nvPr/>
                    </p:nvSpPr>
                    <p:spPr bwMode="auto">
                      <a:xfrm>
                        <a:off x="2642" y="3011"/>
                        <a:ext cx="80" cy="70"/>
                      </a:xfrm>
                      <a:custGeom>
                        <a:avLst/>
                        <a:gdLst>
                          <a:gd name="T0" fmla="*/ 228 w 557"/>
                          <a:gd name="T1" fmla="*/ 518 h 558"/>
                          <a:gd name="T2" fmla="*/ 269 w 557"/>
                          <a:gd name="T3" fmla="*/ 444 h 558"/>
                          <a:gd name="T4" fmla="*/ 301 w 557"/>
                          <a:gd name="T5" fmla="*/ 373 h 558"/>
                          <a:gd name="T6" fmla="*/ 339 w 557"/>
                          <a:gd name="T7" fmla="*/ 406 h 558"/>
                          <a:gd name="T8" fmla="*/ 395 w 557"/>
                          <a:gd name="T9" fmla="*/ 423 h 558"/>
                          <a:gd name="T10" fmla="*/ 447 w 557"/>
                          <a:gd name="T11" fmla="*/ 441 h 558"/>
                          <a:gd name="T12" fmla="*/ 489 w 557"/>
                          <a:gd name="T13" fmla="*/ 473 h 558"/>
                          <a:gd name="T14" fmla="*/ 525 w 557"/>
                          <a:gd name="T15" fmla="*/ 525 h 558"/>
                          <a:gd name="T16" fmla="*/ 545 w 557"/>
                          <a:gd name="T17" fmla="*/ 526 h 558"/>
                          <a:gd name="T18" fmla="*/ 474 w 557"/>
                          <a:gd name="T19" fmla="*/ 277 h 558"/>
                          <a:gd name="T20" fmla="*/ 392 w 557"/>
                          <a:gd name="T21" fmla="*/ 121 h 558"/>
                          <a:gd name="T22" fmla="*/ 241 w 557"/>
                          <a:gd name="T23" fmla="*/ 11 h 558"/>
                          <a:gd name="T24" fmla="*/ 200 w 557"/>
                          <a:gd name="T25" fmla="*/ 114 h 558"/>
                          <a:gd name="T26" fmla="*/ 200 w 557"/>
                          <a:gd name="T27" fmla="*/ 210 h 558"/>
                          <a:gd name="T28" fmla="*/ 265 w 557"/>
                          <a:gd name="T29" fmla="*/ 325 h 558"/>
                          <a:gd name="T30" fmla="*/ 156 w 557"/>
                          <a:gd name="T31" fmla="*/ 246 h 558"/>
                          <a:gd name="T32" fmla="*/ 54 w 557"/>
                          <a:gd name="T33" fmla="*/ 180 h 558"/>
                          <a:gd name="T34" fmla="*/ 146 w 557"/>
                          <a:gd name="T35" fmla="*/ 272 h 558"/>
                          <a:gd name="T36" fmla="*/ 159 w 557"/>
                          <a:gd name="T37" fmla="*/ 311 h 558"/>
                          <a:gd name="T38" fmla="*/ 140 w 557"/>
                          <a:gd name="T39" fmla="*/ 329 h 558"/>
                          <a:gd name="T40" fmla="*/ 102 w 557"/>
                          <a:gd name="T41" fmla="*/ 324 h 558"/>
                          <a:gd name="T42" fmla="*/ 67 w 557"/>
                          <a:gd name="T43" fmla="*/ 320 h 558"/>
                          <a:gd name="T44" fmla="*/ 103 w 557"/>
                          <a:gd name="T45" fmla="*/ 364 h 558"/>
                          <a:gd name="T46" fmla="*/ 158 w 557"/>
                          <a:gd name="T47" fmla="*/ 409 h 558"/>
                          <a:gd name="T48" fmla="*/ 106 w 557"/>
                          <a:gd name="T49" fmla="*/ 396 h 558"/>
                          <a:gd name="T50" fmla="*/ 40 w 557"/>
                          <a:gd name="T51" fmla="*/ 400 h 558"/>
                          <a:gd name="T52" fmla="*/ 43 w 557"/>
                          <a:gd name="T53" fmla="*/ 413 h 558"/>
                          <a:gd name="T54" fmla="*/ 95 w 557"/>
                          <a:gd name="T55" fmla="*/ 436 h 558"/>
                          <a:gd name="T56" fmla="*/ 80 w 557"/>
                          <a:gd name="T57" fmla="*/ 445 h 558"/>
                          <a:gd name="T58" fmla="*/ 26 w 557"/>
                          <a:gd name="T59" fmla="*/ 450 h 558"/>
                          <a:gd name="T60" fmla="*/ 52 w 557"/>
                          <a:gd name="T61" fmla="*/ 470 h 558"/>
                          <a:gd name="T62" fmla="*/ 137 w 557"/>
                          <a:gd name="T63" fmla="*/ 500 h 558"/>
                          <a:gd name="T64" fmla="*/ 186 w 557"/>
                          <a:gd name="T65" fmla="*/ 537 h 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57" h="558">
                            <a:moveTo>
                              <a:pt x="200" y="558"/>
                            </a:moveTo>
                            <a:lnTo>
                              <a:pt x="228" y="518"/>
                            </a:lnTo>
                            <a:lnTo>
                              <a:pt x="250" y="482"/>
                            </a:lnTo>
                            <a:lnTo>
                              <a:pt x="269" y="444"/>
                            </a:lnTo>
                            <a:lnTo>
                              <a:pt x="290" y="402"/>
                            </a:lnTo>
                            <a:lnTo>
                              <a:pt x="301" y="373"/>
                            </a:lnTo>
                            <a:lnTo>
                              <a:pt x="322" y="392"/>
                            </a:lnTo>
                            <a:lnTo>
                              <a:pt x="339" y="406"/>
                            </a:lnTo>
                            <a:lnTo>
                              <a:pt x="361" y="415"/>
                            </a:lnTo>
                            <a:lnTo>
                              <a:pt x="395" y="423"/>
                            </a:lnTo>
                            <a:lnTo>
                              <a:pt x="426" y="433"/>
                            </a:lnTo>
                            <a:lnTo>
                              <a:pt x="447" y="441"/>
                            </a:lnTo>
                            <a:lnTo>
                              <a:pt x="469" y="458"/>
                            </a:lnTo>
                            <a:lnTo>
                              <a:pt x="489" y="473"/>
                            </a:lnTo>
                            <a:lnTo>
                              <a:pt x="510" y="499"/>
                            </a:lnTo>
                            <a:lnTo>
                              <a:pt x="525" y="525"/>
                            </a:lnTo>
                            <a:lnTo>
                              <a:pt x="536" y="557"/>
                            </a:lnTo>
                            <a:lnTo>
                              <a:pt x="545" y="526"/>
                            </a:lnTo>
                            <a:lnTo>
                              <a:pt x="557" y="325"/>
                            </a:lnTo>
                            <a:lnTo>
                              <a:pt x="474" y="277"/>
                            </a:lnTo>
                            <a:lnTo>
                              <a:pt x="426" y="216"/>
                            </a:lnTo>
                            <a:lnTo>
                              <a:pt x="392" y="121"/>
                            </a:lnTo>
                            <a:lnTo>
                              <a:pt x="365" y="0"/>
                            </a:lnTo>
                            <a:lnTo>
                              <a:pt x="241" y="11"/>
                            </a:lnTo>
                            <a:lnTo>
                              <a:pt x="213" y="71"/>
                            </a:lnTo>
                            <a:lnTo>
                              <a:pt x="200" y="114"/>
                            </a:lnTo>
                            <a:lnTo>
                              <a:pt x="196" y="167"/>
                            </a:lnTo>
                            <a:lnTo>
                              <a:pt x="200" y="210"/>
                            </a:lnTo>
                            <a:lnTo>
                              <a:pt x="237" y="288"/>
                            </a:lnTo>
                            <a:lnTo>
                              <a:pt x="265" y="325"/>
                            </a:lnTo>
                            <a:lnTo>
                              <a:pt x="206" y="277"/>
                            </a:lnTo>
                            <a:lnTo>
                              <a:pt x="156" y="246"/>
                            </a:lnTo>
                            <a:lnTo>
                              <a:pt x="110" y="215"/>
                            </a:lnTo>
                            <a:lnTo>
                              <a:pt x="54" y="180"/>
                            </a:lnTo>
                            <a:lnTo>
                              <a:pt x="114" y="232"/>
                            </a:lnTo>
                            <a:lnTo>
                              <a:pt x="146" y="272"/>
                            </a:lnTo>
                            <a:lnTo>
                              <a:pt x="161" y="297"/>
                            </a:lnTo>
                            <a:lnTo>
                              <a:pt x="159" y="311"/>
                            </a:lnTo>
                            <a:lnTo>
                              <a:pt x="153" y="322"/>
                            </a:lnTo>
                            <a:lnTo>
                              <a:pt x="140" y="329"/>
                            </a:lnTo>
                            <a:lnTo>
                              <a:pt x="125" y="331"/>
                            </a:lnTo>
                            <a:lnTo>
                              <a:pt x="102" y="324"/>
                            </a:lnTo>
                            <a:lnTo>
                              <a:pt x="48" y="288"/>
                            </a:lnTo>
                            <a:lnTo>
                              <a:pt x="67" y="320"/>
                            </a:lnTo>
                            <a:lnTo>
                              <a:pt x="83" y="341"/>
                            </a:lnTo>
                            <a:lnTo>
                              <a:pt x="103" y="364"/>
                            </a:lnTo>
                            <a:lnTo>
                              <a:pt x="125" y="383"/>
                            </a:lnTo>
                            <a:lnTo>
                              <a:pt x="158" y="409"/>
                            </a:lnTo>
                            <a:lnTo>
                              <a:pt x="132" y="400"/>
                            </a:lnTo>
                            <a:lnTo>
                              <a:pt x="106" y="396"/>
                            </a:lnTo>
                            <a:lnTo>
                              <a:pt x="72" y="395"/>
                            </a:lnTo>
                            <a:lnTo>
                              <a:pt x="40" y="400"/>
                            </a:lnTo>
                            <a:lnTo>
                              <a:pt x="6" y="404"/>
                            </a:lnTo>
                            <a:lnTo>
                              <a:pt x="43" y="413"/>
                            </a:lnTo>
                            <a:lnTo>
                              <a:pt x="73" y="426"/>
                            </a:lnTo>
                            <a:lnTo>
                              <a:pt x="95" y="436"/>
                            </a:lnTo>
                            <a:lnTo>
                              <a:pt x="117" y="453"/>
                            </a:lnTo>
                            <a:lnTo>
                              <a:pt x="80" y="445"/>
                            </a:lnTo>
                            <a:lnTo>
                              <a:pt x="55" y="444"/>
                            </a:lnTo>
                            <a:lnTo>
                              <a:pt x="26" y="450"/>
                            </a:lnTo>
                            <a:lnTo>
                              <a:pt x="0" y="458"/>
                            </a:lnTo>
                            <a:lnTo>
                              <a:pt x="52" y="470"/>
                            </a:lnTo>
                            <a:lnTo>
                              <a:pt x="101" y="486"/>
                            </a:lnTo>
                            <a:lnTo>
                              <a:pt x="137" y="500"/>
                            </a:lnTo>
                            <a:lnTo>
                              <a:pt x="164" y="518"/>
                            </a:lnTo>
                            <a:lnTo>
                              <a:pt x="186" y="537"/>
                            </a:lnTo>
                            <a:lnTo>
                              <a:pt x="200" y="55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1" name="Freeform 303"/>
                      <p:cNvSpPr/>
                      <p:nvPr/>
                    </p:nvSpPr>
                    <p:spPr bwMode="auto">
                      <a:xfrm>
                        <a:off x="2616" y="3098"/>
                        <a:ext cx="34" cy="19"/>
                      </a:xfrm>
                      <a:custGeom>
                        <a:avLst/>
                        <a:gdLst>
                          <a:gd name="T0" fmla="*/ 0 w 238"/>
                          <a:gd name="T1" fmla="*/ 37 h 152"/>
                          <a:gd name="T2" fmla="*/ 26 w 238"/>
                          <a:gd name="T3" fmla="*/ 38 h 152"/>
                          <a:gd name="T4" fmla="*/ 58 w 238"/>
                          <a:gd name="T5" fmla="*/ 42 h 152"/>
                          <a:gd name="T6" fmla="*/ 92 w 238"/>
                          <a:gd name="T7" fmla="*/ 52 h 152"/>
                          <a:gd name="T8" fmla="*/ 113 w 238"/>
                          <a:gd name="T9" fmla="*/ 63 h 152"/>
                          <a:gd name="T10" fmla="*/ 140 w 238"/>
                          <a:gd name="T11" fmla="*/ 80 h 152"/>
                          <a:gd name="T12" fmla="*/ 168 w 238"/>
                          <a:gd name="T13" fmla="*/ 102 h 152"/>
                          <a:gd name="T14" fmla="*/ 186 w 238"/>
                          <a:gd name="T15" fmla="*/ 126 h 152"/>
                          <a:gd name="T16" fmla="*/ 205 w 238"/>
                          <a:gd name="T17" fmla="*/ 152 h 152"/>
                          <a:gd name="T18" fmla="*/ 214 w 238"/>
                          <a:gd name="T19" fmla="*/ 145 h 152"/>
                          <a:gd name="T20" fmla="*/ 225 w 238"/>
                          <a:gd name="T21" fmla="*/ 140 h 152"/>
                          <a:gd name="T22" fmla="*/ 238 w 238"/>
                          <a:gd name="T23" fmla="*/ 126 h 152"/>
                          <a:gd name="T24" fmla="*/ 230 w 238"/>
                          <a:gd name="T25" fmla="*/ 112 h 152"/>
                          <a:gd name="T26" fmla="*/ 204 w 238"/>
                          <a:gd name="T27" fmla="*/ 95 h 152"/>
                          <a:gd name="T28" fmla="*/ 182 w 238"/>
                          <a:gd name="T29" fmla="*/ 77 h 152"/>
                          <a:gd name="T30" fmla="*/ 168 w 238"/>
                          <a:gd name="T31" fmla="*/ 63 h 152"/>
                          <a:gd name="T32" fmla="*/ 138 w 238"/>
                          <a:gd name="T33" fmla="*/ 41 h 152"/>
                          <a:gd name="T34" fmla="*/ 106 w 238"/>
                          <a:gd name="T35" fmla="*/ 23 h 152"/>
                          <a:gd name="T36" fmla="*/ 73 w 238"/>
                          <a:gd name="T37" fmla="*/ 11 h 152"/>
                          <a:gd name="T38" fmla="*/ 42 w 238"/>
                          <a:gd name="T39" fmla="*/ 3 h 152"/>
                          <a:gd name="T40" fmla="*/ 14 w 238"/>
                          <a:gd name="T41" fmla="*/ 0 h 152"/>
                          <a:gd name="T42" fmla="*/ 9 w 238"/>
                          <a:gd name="T43" fmla="*/ 7 h 152"/>
                          <a:gd name="T44" fmla="*/ 3 w 238"/>
                          <a:gd name="T45" fmla="*/ 21 h 152"/>
                          <a:gd name="T46" fmla="*/ 0 w 238"/>
                          <a:gd name="T47" fmla="*/ 37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8" h="152">
                            <a:moveTo>
                              <a:pt x="0" y="37"/>
                            </a:moveTo>
                            <a:lnTo>
                              <a:pt x="26" y="38"/>
                            </a:lnTo>
                            <a:lnTo>
                              <a:pt x="58" y="42"/>
                            </a:lnTo>
                            <a:lnTo>
                              <a:pt x="92" y="52"/>
                            </a:lnTo>
                            <a:lnTo>
                              <a:pt x="113" y="63"/>
                            </a:lnTo>
                            <a:lnTo>
                              <a:pt x="140" y="80"/>
                            </a:lnTo>
                            <a:lnTo>
                              <a:pt x="168" y="102"/>
                            </a:lnTo>
                            <a:lnTo>
                              <a:pt x="186" y="126"/>
                            </a:lnTo>
                            <a:lnTo>
                              <a:pt x="205" y="152"/>
                            </a:lnTo>
                            <a:lnTo>
                              <a:pt x="214" y="145"/>
                            </a:lnTo>
                            <a:lnTo>
                              <a:pt x="225" y="140"/>
                            </a:lnTo>
                            <a:lnTo>
                              <a:pt x="238" y="126"/>
                            </a:lnTo>
                            <a:lnTo>
                              <a:pt x="230" y="112"/>
                            </a:lnTo>
                            <a:lnTo>
                              <a:pt x="204" y="95"/>
                            </a:lnTo>
                            <a:lnTo>
                              <a:pt x="182" y="77"/>
                            </a:lnTo>
                            <a:lnTo>
                              <a:pt x="168" y="63"/>
                            </a:lnTo>
                            <a:lnTo>
                              <a:pt x="138" y="41"/>
                            </a:lnTo>
                            <a:lnTo>
                              <a:pt x="106" y="23"/>
                            </a:lnTo>
                            <a:lnTo>
                              <a:pt x="73" y="11"/>
                            </a:lnTo>
                            <a:lnTo>
                              <a:pt x="42" y="3"/>
                            </a:lnTo>
                            <a:lnTo>
                              <a:pt x="14" y="0"/>
                            </a:lnTo>
                            <a:lnTo>
                              <a:pt x="9" y="7"/>
                            </a:lnTo>
                            <a:lnTo>
                              <a:pt x="3" y="21"/>
                            </a:lnTo>
                            <a:lnTo>
                              <a:pt x="0" y="37"/>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2" name="Freeform 304"/>
                      <p:cNvSpPr/>
                      <p:nvPr/>
                    </p:nvSpPr>
                    <p:spPr bwMode="auto">
                      <a:xfrm>
                        <a:off x="2631" y="3094"/>
                        <a:ext cx="27" cy="13"/>
                      </a:xfrm>
                      <a:custGeom>
                        <a:avLst/>
                        <a:gdLst>
                          <a:gd name="T0" fmla="*/ 0 w 189"/>
                          <a:gd name="T1" fmla="*/ 8 h 105"/>
                          <a:gd name="T2" fmla="*/ 33 w 189"/>
                          <a:gd name="T3" fmla="*/ 18 h 105"/>
                          <a:gd name="T4" fmla="*/ 64 w 189"/>
                          <a:gd name="T5" fmla="*/ 32 h 105"/>
                          <a:gd name="T6" fmla="*/ 88 w 189"/>
                          <a:gd name="T7" fmla="*/ 45 h 105"/>
                          <a:gd name="T8" fmla="*/ 115 w 189"/>
                          <a:gd name="T9" fmla="*/ 63 h 105"/>
                          <a:gd name="T10" fmla="*/ 137 w 189"/>
                          <a:gd name="T11" fmla="*/ 81 h 105"/>
                          <a:gd name="T12" fmla="*/ 160 w 189"/>
                          <a:gd name="T13" fmla="*/ 105 h 105"/>
                          <a:gd name="T14" fmla="*/ 172 w 189"/>
                          <a:gd name="T15" fmla="*/ 102 h 105"/>
                          <a:gd name="T16" fmla="*/ 183 w 189"/>
                          <a:gd name="T17" fmla="*/ 93 h 105"/>
                          <a:gd name="T18" fmla="*/ 188 w 189"/>
                          <a:gd name="T19" fmla="*/ 81 h 105"/>
                          <a:gd name="T20" fmla="*/ 189 w 189"/>
                          <a:gd name="T21" fmla="*/ 65 h 105"/>
                          <a:gd name="T22" fmla="*/ 176 w 189"/>
                          <a:gd name="T23" fmla="*/ 55 h 105"/>
                          <a:gd name="T24" fmla="*/ 162 w 189"/>
                          <a:gd name="T25" fmla="*/ 51 h 105"/>
                          <a:gd name="T26" fmla="*/ 145 w 189"/>
                          <a:gd name="T27" fmla="*/ 48 h 105"/>
                          <a:gd name="T28" fmla="*/ 127 w 189"/>
                          <a:gd name="T29" fmla="*/ 41 h 105"/>
                          <a:gd name="T30" fmla="*/ 110 w 189"/>
                          <a:gd name="T31" fmla="*/ 28 h 105"/>
                          <a:gd name="T32" fmla="*/ 93 w 189"/>
                          <a:gd name="T33" fmla="*/ 16 h 105"/>
                          <a:gd name="T34" fmla="*/ 71 w 189"/>
                          <a:gd name="T35" fmla="*/ 5 h 105"/>
                          <a:gd name="T36" fmla="*/ 53 w 189"/>
                          <a:gd name="T37" fmla="*/ 2 h 105"/>
                          <a:gd name="T38" fmla="*/ 38 w 189"/>
                          <a:gd name="T39" fmla="*/ 0 h 105"/>
                          <a:gd name="T40" fmla="*/ 18 w 189"/>
                          <a:gd name="T41" fmla="*/ 2 h 105"/>
                          <a:gd name="T42" fmla="*/ 0 w 189"/>
                          <a:gd name="T43" fmla="*/ 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9" h="105">
                            <a:moveTo>
                              <a:pt x="0" y="8"/>
                            </a:moveTo>
                            <a:lnTo>
                              <a:pt x="33" y="18"/>
                            </a:lnTo>
                            <a:lnTo>
                              <a:pt x="64" y="32"/>
                            </a:lnTo>
                            <a:lnTo>
                              <a:pt x="88" y="45"/>
                            </a:lnTo>
                            <a:lnTo>
                              <a:pt x="115" y="63"/>
                            </a:lnTo>
                            <a:lnTo>
                              <a:pt x="137" y="81"/>
                            </a:lnTo>
                            <a:lnTo>
                              <a:pt x="160" y="105"/>
                            </a:lnTo>
                            <a:lnTo>
                              <a:pt x="172" y="102"/>
                            </a:lnTo>
                            <a:lnTo>
                              <a:pt x="183" y="93"/>
                            </a:lnTo>
                            <a:lnTo>
                              <a:pt x="188" y="81"/>
                            </a:lnTo>
                            <a:lnTo>
                              <a:pt x="189" y="65"/>
                            </a:lnTo>
                            <a:lnTo>
                              <a:pt x="176" y="55"/>
                            </a:lnTo>
                            <a:lnTo>
                              <a:pt x="162" y="51"/>
                            </a:lnTo>
                            <a:lnTo>
                              <a:pt x="145" y="48"/>
                            </a:lnTo>
                            <a:lnTo>
                              <a:pt x="127" y="41"/>
                            </a:lnTo>
                            <a:lnTo>
                              <a:pt x="110" y="28"/>
                            </a:lnTo>
                            <a:lnTo>
                              <a:pt x="93" y="16"/>
                            </a:lnTo>
                            <a:lnTo>
                              <a:pt x="71" y="5"/>
                            </a:lnTo>
                            <a:lnTo>
                              <a:pt x="53" y="2"/>
                            </a:lnTo>
                            <a:lnTo>
                              <a:pt x="38" y="0"/>
                            </a:lnTo>
                            <a:lnTo>
                              <a:pt x="18" y="2"/>
                            </a:lnTo>
                            <a:lnTo>
                              <a:pt x="0" y="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3" name="Freeform 305"/>
                      <p:cNvSpPr/>
                      <p:nvPr/>
                    </p:nvSpPr>
                    <p:spPr bwMode="auto">
                      <a:xfrm>
                        <a:off x="2626" y="3080"/>
                        <a:ext cx="38" cy="17"/>
                      </a:xfrm>
                      <a:custGeom>
                        <a:avLst/>
                        <a:gdLst>
                          <a:gd name="T0" fmla="*/ 0 w 263"/>
                          <a:gd name="T1" fmla="*/ 59 h 129"/>
                          <a:gd name="T2" fmla="*/ 18 w 263"/>
                          <a:gd name="T3" fmla="*/ 50 h 129"/>
                          <a:gd name="T4" fmla="*/ 34 w 263"/>
                          <a:gd name="T5" fmla="*/ 42 h 129"/>
                          <a:gd name="T6" fmla="*/ 61 w 263"/>
                          <a:gd name="T7" fmla="*/ 34 h 129"/>
                          <a:gd name="T8" fmla="*/ 84 w 263"/>
                          <a:gd name="T9" fmla="*/ 37 h 129"/>
                          <a:gd name="T10" fmla="*/ 107 w 263"/>
                          <a:gd name="T11" fmla="*/ 52 h 129"/>
                          <a:gd name="T12" fmla="*/ 128 w 263"/>
                          <a:gd name="T13" fmla="*/ 66 h 129"/>
                          <a:gd name="T14" fmla="*/ 164 w 263"/>
                          <a:gd name="T15" fmla="*/ 85 h 129"/>
                          <a:gd name="T16" fmla="*/ 194 w 263"/>
                          <a:gd name="T17" fmla="*/ 106 h 129"/>
                          <a:gd name="T18" fmla="*/ 225 w 263"/>
                          <a:gd name="T19" fmla="*/ 129 h 129"/>
                          <a:gd name="T20" fmla="*/ 235 w 263"/>
                          <a:gd name="T21" fmla="*/ 124 h 129"/>
                          <a:gd name="T22" fmla="*/ 246 w 263"/>
                          <a:gd name="T23" fmla="*/ 123 h 129"/>
                          <a:gd name="T24" fmla="*/ 256 w 263"/>
                          <a:gd name="T25" fmla="*/ 126 h 129"/>
                          <a:gd name="T26" fmla="*/ 263 w 263"/>
                          <a:gd name="T27" fmla="*/ 97 h 129"/>
                          <a:gd name="T28" fmla="*/ 201 w 263"/>
                          <a:gd name="T29" fmla="*/ 56 h 129"/>
                          <a:gd name="T30" fmla="*/ 159 w 263"/>
                          <a:gd name="T31" fmla="*/ 32 h 129"/>
                          <a:gd name="T32" fmla="*/ 128 w 263"/>
                          <a:gd name="T33" fmla="*/ 17 h 129"/>
                          <a:gd name="T34" fmla="*/ 105 w 263"/>
                          <a:gd name="T35" fmla="*/ 5 h 129"/>
                          <a:gd name="T36" fmla="*/ 81 w 263"/>
                          <a:gd name="T37" fmla="*/ 0 h 129"/>
                          <a:gd name="T38" fmla="*/ 57 w 263"/>
                          <a:gd name="T39" fmla="*/ 3 h 129"/>
                          <a:gd name="T40" fmla="*/ 38 w 263"/>
                          <a:gd name="T41" fmla="*/ 13 h 129"/>
                          <a:gd name="T42" fmla="*/ 18 w 263"/>
                          <a:gd name="T43" fmla="*/ 32 h 129"/>
                          <a:gd name="T44" fmla="*/ 0 w 263"/>
                          <a:gd name="T45" fmla="*/ 5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63" h="129">
                            <a:moveTo>
                              <a:pt x="0" y="59"/>
                            </a:moveTo>
                            <a:lnTo>
                              <a:pt x="18" y="50"/>
                            </a:lnTo>
                            <a:lnTo>
                              <a:pt x="34" y="42"/>
                            </a:lnTo>
                            <a:lnTo>
                              <a:pt x="61" y="34"/>
                            </a:lnTo>
                            <a:lnTo>
                              <a:pt x="84" y="37"/>
                            </a:lnTo>
                            <a:lnTo>
                              <a:pt x="107" y="52"/>
                            </a:lnTo>
                            <a:lnTo>
                              <a:pt x="128" y="66"/>
                            </a:lnTo>
                            <a:lnTo>
                              <a:pt x="164" y="85"/>
                            </a:lnTo>
                            <a:lnTo>
                              <a:pt x="194" y="106"/>
                            </a:lnTo>
                            <a:lnTo>
                              <a:pt x="225" y="129"/>
                            </a:lnTo>
                            <a:lnTo>
                              <a:pt x="235" y="124"/>
                            </a:lnTo>
                            <a:lnTo>
                              <a:pt x="246" y="123"/>
                            </a:lnTo>
                            <a:lnTo>
                              <a:pt x="256" y="126"/>
                            </a:lnTo>
                            <a:lnTo>
                              <a:pt x="263" y="97"/>
                            </a:lnTo>
                            <a:lnTo>
                              <a:pt x="201" y="56"/>
                            </a:lnTo>
                            <a:lnTo>
                              <a:pt x="159" y="32"/>
                            </a:lnTo>
                            <a:lnTo>
                              <a:pt x="128" y="17"/>
                            </a:lnTo>
                            <a:lnTo>
                              <a:pt x="105" y="5"/>
                            </a:lnTo>
                            <a:lnTo>
                              <a:pt x="81" y="0"/>
                            </a:lnTo>
                            <a:lnTo>
                              <a:pt x="57" y="3"/>
                            </a:lnTo>
                            <a:lnTo>
                              <a:pt x="38" y="13"/>
                            </a:lnTo>
                            <a:lnTo>
                              <a:pt x="18" y="32"/>
                            </a:lnTo>
                            <a:lnTo>
                              <a:pt x="0" y="59"/>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4" name="Freeform 306"/>
                      <p:cNvSpPr/>
                      <p:nvPr/>
                    </p:nvSpPr>
                    <p:spPr bwMode="auto">
                      <a:xfrm>
                        <a:off x="2632" y="3068"/>
                        <a:ext cx="25" cy="15"/>
                      </a:xfrm>
                      <a:custGeom>
                        <a:avLst/>
                        <a:gdLst>
                          <a:gd name="T0" fmla="*/ 0 w 177"/>
                          <a:gd name="T1" fmla="*/ 18 h 122"/>
                          <a:gd name="T2" fmla="*/ 2 w 177"/>
                          <a:gd name="T3" fmla="*/ 40 h 122"/>
                          <a:gd name="T4" fmla="*/ 8 w 177"/>
                          <a:gd name="T5" fmla="*/ 58 h 122"/>
                          <a:gd name="T6" fmla="*/ 16 w 177"/>
                          <a:gd name="T7" fmla="*/ 70 h 122"/>
                          <a:gd name="T8" fmla="*/ 31 w 177"/>
                          <a:gd name="T9" fmla="*/ 76 h 122"/>
                          <a:gd name="T10" fmla="*/ 91 w 177"/>
                          <a:gd name="T11" fmla="*/ 71 h 122"/>
                          <a:gd name="T12" fmla="*/ 116 w 177"/>
                          <a:gd name="T13" fmla="*/ 90 h 122"/>
                          <a:gd name="T14" fmla="*/ 145 w 177"/>
                          <a:gd name="T15" fmla="*/ 106 h 122"/>
                          <a:gd name="T16" fmla="*/ 177 w 177"/>
                          <a:gd name="T17" fmla="*/ 122 h 122"/>
                          <a:gd name="T18" fmla="*/ 154 w 177"/>
                          <a:gd name="T19" fmla="*/ 93 h 122"/>
                          <a:gd name="T20" fmla="*/ 129 w 177"/>
                          <a:gd name="T21" fmla="*/ 70 h 122"/>
                          <a:gd name="T22" fmla="*/ 104 w 177"/>
                          <a:gd name="T23" fmla="*/ 47 h 122"/>
                          <a:gd name="T24" fmla="*/ 73 w 177"/>
                          <a:gd name="T25" fmla="*/ 31 h 122"/>
                          <a:gd name="T26" fmla="*/ 51 w 177"/>
                          <a:gd name="T27" fmla="*/ 13 h 122"/>
                          <a:gd name="T28" fmla="*/ 35 w 177"/>
                          <a:gd name="T29" fmla="*/ 3 h 122"/>
                          <a:gd name="T30" fmla="*/ 18 w 177"/>
                          <a:gd name="T31" fmla="*/ 0 h 122"/>
                          <a:gd name="T32" fmla="*/ 5 w 177"/>
                          <a:gd name="T33" fmla="*/ 4 h 122"/>
                          <a:gd name="T34" fmla="*/ 0 w 177"/>
                          <a:gd name="T35" fmla="*/ 18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7" h="122">
                            <a:moveTo>
                              <a:pt x="0" y="18"/>
                            </a:moveTo>
                            <a:lnTo>
                              <a:pt x="2" y="40"/>
                            </a:lnTo>
                            <a:lnTo>
                              <a:pt x="8" y="58"/>
                            </a:lnTo>
                            <a:lnTo>
                              <a:pt x="16" y="70"/>
                            </a:lnTo>
                            <a:lnTo>
                              <a:pt x="31" y="76"/>
                            </a:lnTo>
                            <a:lnTo>
                              <a:pt x="91" y="71"/>
                            </a:lnTo>
                            <a:lnTo>
                              <a:pt x="116" y="90"/>
                            </a:lnTo>
                            <a:lnTo>
                              <a:pt x="145" y="106"/>
                            </a:lnTo>
                            <a:lnTo>
                              <a:pt x="177" y="122"/>
                            </a:lnTo>
                            <a:lnTo>
                              <a:pt x="154" y="93"/>
                            </a:lnTo>
                            <a:lnTo>
                              <a:pt x="129" y="70"/>
                            </a:lnTo>
                            <a:lnTo>
                              <a:pt x="104" y="47"/>
                            </a:lnTo>
                            <a:lnTo>
                              <a:pt x="73" y="31"/>
                            </a:lnTo>
                            <a:lnTo>
                              <a:pt x="51" y="13"/>
                            </a:lnTo>
                            <a:lnTo>
                              <a:pt x="35" y="3"/>
                            </a:lnTo>
                            <a:lnTo>
                              <a:pt x="18" y="0"/>
                            </a:lnTo>
                            <a:lnTo>
                              <a:pt x="5" y="4"/>
                            </a:lnTo>
                            <a:lnTo>
                              <a:pt x="0" y="1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5" name="Freeform 307"/>
                      <p:cNvSpPr/>
                      <p:nvPr/>
                    </p:nvSpPr>
                    <p:spPr bwMode="auto">
                      <a:xfrm>
                        <a:off x="2613" y="3113"/>
                        <a:ext cx="25" cy="17"/>
                      </a:xfrm>
                      <a:custGeom>
                        <a:avLst/>
                        <a:gdLst>
                          <a:gd name="T0" fmla="*/ 0 w 175"/>
                          <a:gd name="T1" fmla="*/ 5 h 130"/>
                          <a:gd name="T2" fmla="*/ 16 w 175"/>
                          <a:gd name="T3" fmla="*/ 6 h 130"/>
                          <a:gd name="T4" fmla="*/ 37 w 175"/>
                          <a:gd name="T5" fmla="*/ 10 h 130"/>
                          <a:gd name="T6" fmla="*/ 60 w 175"/>
                          <a:gd name="T7" fmla="*/ 17 h 130"/>
                          <a:gd name="T8" fmla="*/ 82 w 175"/>
                          <a:gd name="T9" fmla="*/ 28 h 130"/>
                          <a:gd name="T10" fmla="*/ 113 w 175"/>
                          <a:gd name="T11" fmla="*/ 41 h 130"/>
                          <a:gd name="T12" fmla="*/ 130 w 175"/>
                          <a:gd name="T13" fmla="*/ 51 h 130"/>
                          <a:gd name="T14" fmla="*/ 145 w 175"/>
                          <a:gd name="T15" fmla="*/ 66 h 130"/>
                          <a:gd name="T16" fmla="*/ 155 w 175"/>
                          <a:gd name="T17" fmla="*/ 80 h 130"/>
                          <a:gd name="T18" fmla="*/ 159 w 175"/>
                          <a:gd name="T19" fmla="*/ 98 h 130"/>
                          <a:gd name="T20" fmla="*/ 162 w 175"/>
                          <a:gd name="T21" fmla="*/ 120 h 130"/>
                          <a:gd name="T22" fmla="*/ 161 w 175"/>
                          <a:gd name="T23" fmla="*/ 130 h 130"/>
                          <a:gd name="T24" fmla="*/ 171 w 175"/>
                          <a:gd name="T25" fmla="*/ 117 h 130"/>
                          <a:gd name="T26" fmla="*/ 175 w 175"/>
                          <a:gd name="T27" fmla="*/ 97 h 130"/>
                          <a:gd name="T28" fmla="*/ 173 w 175"/>
                          <a:gd name="T29" fmla="*/ 78 h 130"/>
                          <a:gd name="T30" fmla="*/ 162 w 175"/>
                          <a:gd name="T31" fmla="*/ 60 h 130"/>
                          <a:gd name="T32" fmla="*/ 146 w 175"/>
                          <a:gd name="T33" fmla="*/ 42 h 130"/>
                          <a:gd name="T34" fmla="*/ 126 w 175"/>
                          <a:gd name="T35" fmla="*/ 27 h 130"/>
                          <a:gd name="T36" fmla="*/ 95 w 175"/>
                          <a:gd name="T37" fmla="*/ 12 h 130"/>
                          <a:gd name="T38" fmla="*/ 63 w 175"/>
                          <a:gd name="T39" fmla="*/ 3 h 130"/>
                          <a:gd name="T40" fmla="*/ 44 w 175"/>
                          <a:gd name="T41" fmla="*/ 1 h 130"/>
                          <a:gd name="T42" fmla="*/ 19 w 175"/>
                          <a:gd name="T43" fmla="*/ 0 h 130"/>
                          <a:gd name="T44" fmla="*/ 0 w 175"/>
                          <a:gd name="T45" fmla="*/ 5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5" h="130">
                            <a:moveTo>
                              <a:pt x="0" y="5"/>
                            </a:moveTo>
                            <a:lnTo>
                              <a:pt x="16" y="6"/>
                            </a:lnTo>
                            <a:lnTo>
                              <a:pt x="37" y="10"/>
                            </a:lnTo>
                            <a:lnTo>
                              <a:pt x="60" y="17"/>
                            </a:lnTo>
                            <a:lnTo>
                              <a:pt x="82" y="28"/>
                            </a:lnTo>
                            <a:lnTo>
                              <a:pt x="113" y="41"/>
                            </a:lnTo>
                            <a:lnTo>
                              <a:pt x="130" y="51"/>
                            </a:lnTo>
                            <a:lnTo>
                              <a:pt x="145" y="66"/>
                            </a:lnTo>
                            <a:lnTo>
                              <a:pt x="155" y="80"/>
                            </a:lnTo>
                            <a:lnTo>
                              <a:pt x="159" y="98"/>
                            </a:lnTo>
                            <a:lnTo>
                              <a:pt x="162" y="120"/>
                            </a:lnTo>
                            <a:lnTo>
                              <a:pt x="161" y="130"/>
                            </a:lnTo>
                            <a:lnTo>
                              <a:pt x="171" y="117"/>
                            </a:lnTo>
                            <a:lnTo>
                              <a:pt x="175" y="97"/>
                            </a:lnTo>
                            <a:lnTo>
                              <a:pt x="173" y="78"/>
                            </a:lnTo>
                            <a:lnTo>
                              <a:pt x="162" y="60"/>
                            </a:lnTo>
                            <a:lnTo>
                              <a:pt x="146" y="42"/>
                            </a:lnTo>
                            <a:lnTo>
                              <a:pt x="126" y="27"/>
                            </a:lnTo>
                            <a:lnTo>
                              <a:pt x="95" y="12"/>
                            </a:lnTo>
                            <a:lnTo>
                              <a:pt x="63" y="3"/>
                            </a:lnTo>
                            <a:lnTo>
                              <a:pt x="44" y="1"/>
                            </a:lnTo>
                            <a:lnTo>
                              <a:pt x="19" y="0"/>
                            </a:lnTo>
                            <a:lnTo>
                              <a:pt x="0" y="5"/>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6" name="Freeform 308"/>
                      <p:cNvSpPr/>
                      <p:nvPr/>
                    </p:nvSpPr>
                    <p:spPr bwMode="auto">
                      <a:xfrm>
                        <a:off x="2653" y="3019"/>
                        <a:ext cx="27" cy="33"/>
                      </a:xfrm>
                      <a:custGeom>
                        <a:avLst/>
                        <a:gdLst>
                          <a:gd name="T0" fmla="*/ 0 w 187"/>
                          <a:gd name="T1" fmla="*/ 0 h 264"/>
                          <a:gd name="T2" fmla="*/ 42 w 187"/>
                          <a:gd name="T3" fmla="*/ 41 h 264"/>
                          <a:gd name="T4" fmla="*/ 76 w 187"/>
                          <a:gd name="T5" fmla="*/ 92 h 264"/>
                          <a:gd name="T6" fmla="*/ 109 w 187"/>
                          <a:gd name="T7" fmla="*/ 155 h 264"/>
                          <a:gd name="T8" fmla="*/ 187 w 187"/>
                          <a:gd name="T9" fmla="*/ 259 h 264"/>
                          <a:gd name="T10" fmla="*/ 186 w 187"/>
                          <a:gd name="T11" fmla="*/ 264 h 264"/>
                          <a:gd name="T12" fmla="*/ 142 w 187"/>
                          <a:gd name="T13" fmla="*/ 224 h 264"/>
                          <a:gd name="T14" fmla="*/ 111 w 187"/>
                          <a:gd name="T15" fmla="*/ 191 h 264"/>
                          <a:gd name="T16" fmla="*/ 75 w 187"/>
                          <a:gd name="T17" fmla="*/ 151 h 264"/>
                          <a:gd name="T18" fmla="*/ 42 w 187"/>
                          <a:gd name="T19" fmla="*/ 97 h 264"/>
                          <a:gd name="T20" fmla="*/ 22 w 187"/>
                          <a:gd name="T21" fmla="*/ 51 h 264"/>
                          <a:gd name="T22" fmla="*/ 0 w 187"/>
                          <a:gd name="T23" fmla="*/ 0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7" h="264">
                            <a:moveTo>
                              <a:pt x="0" y="0"/>
                            </a:moveTo>
                            <a:lnTo>
                              <a:pt x="42" y="41"/>
                            </a:lnTo>
                            <a:lnTo>
                              <a:pt x="76" y="92"/>
                            </a:lnTo>
                            <a:lnTo>
                              <a:pt x="109" y="155"/>
                            </a:lnTo>
                            <a:lnTo>
                              <a:pt x="187" y="259"/>
                            </a:lnTo>
                            <a:lnTo>
                              <a:pt x="186" y="264"/>
                            </a:lnTo>
                            <a:lnTo>
                              <a:pt x="142" y="224"/>
                            </a:lnTo>
                            <a:lnTo>
                              <a:pt x="111" y="191"/>
                            </a:lnTo>
                            <a:lnTo>
                              <a:pt x="75" y="151"/>
                            </a:lnTo>
                            <a:lnTo>
                              <a:pt x="42" y="97"/>
                            </a:lnTo>
                            <a:lnTo>
                              <a:pt x="22" y="51"/>
                            </a:lnTo>
                            <a:lnTo>
                              <a:pt x="0"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7" name="Freeform 309"/>
                      <p:cNvSpPr/>
                      <p:nvPr/>
                    </p:nvSpPr>
                    <p:spPr bwMode="auto">
                      <a:xfrm>
                        <a:off x="2624" y="3096"/>
                        <a:ext cx="27" cy="20"/>
                      </a:xfrm>
                      <a:custGeom>
                        <a:avLst/>
                        <a:gdLst>
                          <a:gd name="T0" fmla="*/ 194 w 194"/>
                          <a:gd name="T1" fmla="*/ 95 h 156"/>
                          <a:gd name="T2" fmla="*/ 163 w 194"/>
                          <a:gd name="T3" fmla="*/ 57 h 156"/>
                          <a:gd name="T4" fmla="*/ 141 w 194"/>
                          <a:gd name="T5" fmla="*/ 38 h 156"/>
                          <a:gd name="T6" fmla="*/ 107 w 194"/>
                          <a:gd name="T7" fmla="*/ 19 h 156"/>
                          <a:gd name="T8" fmla="*/ 78 w 194"/>
                          <a:gd name="T9" fmla="*/ 7 h 156"/>
                          <a:gd name="T10" fmla="*/ 44 w 194"/>
                          <a:gd name="T11" fmla="*/ 2 h 156"/>
                          <a:gd name="T12" fmla="*/ 21 w 194"/>
                          <a:gd name="T13" fmla="*/ 0 h 156"/>
                          <a:gd name="T14" fmla="*/ 8 w 194"/>
                          <a:gd name="T15" fmla="*/ 2 h 156"/>
                          <a:gd name="T16" fmla="*/ 0 w 194"/>
                          <a:gd name="T17" fmla="*/ 7 h 156"/>
                          <a:gd name="T18" fmla="*/ 2 w 194"/>
                          <a:gd name="T19" fmla="*/ 17 h 156"/>
                          <a:gd name="T20" fmla="*/ 13 w 194"/>
                          <a:gd name="T21" fmla="*/ 26 h 156"/>
                          <a:gd name="T22" fmla="*/ 44 w 194"/>
                          <a:gd name="T23" fmla="*/ 41 h 156"/>
                          <a:gd name="T24" fmla="*/ 74 w 194"/>
                          <a:gd name="T25" fmla="*/ 60 h 156"/>
                          <a:gd name="T26" fmla="*/ 110 w 194"/>
                          <a:gd name="T27" fmla="*/ 85 h 156"/>
                          <a:gd name="T28" fmla="*/ 135 w 194"/>
                          <a:gd name="T29" fmla="*/ 109 h 156"/>
                          <a:gd name="T30" fmla="*/ 154 w 194"/>
                          <a:gd name="T31" fmla="*/ 133 h 156"/>
                          <a:gd name="T32" fmla="*/ 171 w 194"/>
                          <a:gd name="T33" fmla="*/ 156 h 156"/>
                          <a:gd name="T34" fmla="*/ 180 w 194"/>
                          <a:gd name="T35" fmla="*/ 143 h 156"/>
                          <a:gd name="T36" fmla="*/ 189 w 194"/>
                          <a:gd name="T37" fmla="*/ 135 h 156"/>
                          <a:gd name="T38" fmla="*/ 193 w 194"/>
                          <a:gd name="T39" fmla="*/ 121 h 156"/>
                          <a:gd name="T40" fmla="*/ 194 w 194"/>
                          <a:gd name="T41" fmla="*/ 110 h 156"/>
                          <a:gd name="T42" fmla="*/ 194 w 194"/>
                          <a:gd name="T43" fmla="*/ 95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4" h="156">
                            <a:moveTo>
                              <a:pt x="194" y="95"/>
                            </a:moveTo>
                            <a:lnTo>
                              <a:pt x="163" y="57"/>
                            </a:lnTo>
                            <a:lnTo>
                              <a:pt x="141" y="38"/>
                            </a:lnTo>
                            <a:lnTo>
                              <a:pt x="107" y="19"/>
                            </a:lnTo>
                            <a:lnTo>
                              <a:pt x="78" y="7"/>
                            </a:lnTo>
                            <a:lnTo>
                              <a:pt x="44" y="2"/>
                            </a:lnTo>
                            <a:lnTo>
                              <a:pt x="21" y="0"/>
                            </a:lnTo>
                            <a:lnTo>
                              <a:pt x="8" y="2"/>
                            </a:lnTo>
                            <a:lnTo>
                              <a:pt x="0" y="7"/>
                            </a:lnTo>
                            <a:lnTo>
                              <a:pt x="2" y="17"/>
                            </a:lnTo>
                            <a:lnTo>
                              <a:pt x="13" y="26"/>
                            </a:lnTo>
                            <a:lnTo>
                              <a:pt x="44" y="41"/>
                            </a:lnTo>
                            <a:lnTo>
                              <a:pt x="74" y="60"/>
                            </a:lnTo>
                            <a:lnTo>
                              <a:pt x="110" y="85"/>
                            </a:lnTo>
                            <a:lnTo>
                              <a:pt x="135" y="109"/>
                            </a:lnTo>
                            <a:lnTo>
                              <a:pt x="154" y="133"/>
                            </a:lnTo>
                            <a:lnTo>
                              <a:pt x="171" y="156"/>
                            </a:lnTo>
                            <a:lnTo>
                              <a:pt x="180" y="143"/>
                            </a:lnTo>
                            <a:lnTo>
                              <a:pt x="189" y="135"/>
                            </a:lnTo>
                            <a:lnTo>
                              <a:pt x="193" y="121"/>
                            </a:lnTo>
                            <a:lnTo>
                              <a:pt x="194" y="110"/>
                            </a:lnTo>
                            <a:lnTo>
                              <a:pt x="194" y="95"/>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8" name="Freeform 310"/>
                      <p:cNvSpPr/>
                      <p:nvPr/>
                    </p:nvSpPr>
                    <p:spPr bwMode="auto">
                      <a:xfrm>
                        <a:off x="2630" y="3088"/>
                        <a:ext cx="30" cy="15"/>
                      </a:xfrm>
                      <a:custGeom>
                        <a:avLst/>
                        <a:gdLst>
                          <a:gd name="T0" fmla="*/ 0 w 215"/>
                          <a:gd name="T1" fmla="*/ 38 h 120"/>
                          <a:gd name="T2" fmla="*/ 25 w 215"/>
                          <a:gd name="T3" fmla="*/ 33 h 120"/>
                          <a:gd name="T4" fmla="*/ 49 w 215"/>
                          <a:gd name="T5" fmla="*/ 38 h 120"/>
                          <a:gd name="T6" fmla="*/ 76 w 215"/>
                          <a:gd name="T7" fmla="*/ 45 h 120"/>
                          <a:gd name="T8" fmla="*/ 99 w 215"/>
                          <a:gd name="T9" fmla="*/ 56 h 120"/>
                          <a:gd name="T10" fmla="*/ 122 w 215"/>
                          <a:gd name="T11" fmla="*/ 66 h 120"/>
                          <a:gd name="T12" fmla="*/ 146 w 215"/>
                          <a:gd name="T13" fmla="*/ 85 h 120"/>
                          <a:gd name="T14" fmla="*/ 154 w 215"/>
                          <a:gd name="T15" fmla="*/ 98 h 120"/>
                          <a:gd name="T16" fmla="*/ 169 w 215"/>
                          <a:gd name="T17" fmla="*/ 109 h 120"/>
                          <a:gd name="T18" fmla="*/ 183 w 215"/>
                          <a:gd name="T19" fmla="*/ 117 h 120"/>
                          <a:gd name="T20" fmla="*/ 197 w 215"/>
                          <a:gd name="T21" fmla="*/ 120 h 120"/>
                          <a:gd name="T22" fmla="*/ 207 w 215"/>
                          <a:gd name="T23" fmla="*/ 103 h 120"/>
                          <a:gd name="T24" fmla="*/ 212 w 215"/>
                          <a:gd name="T25" fmla="*/ 88 h 120"/>
                          <a:gd name="T26" fmla="*/ 215 w 215"/>
                          <a:gd name="T27" fmla="*/ 71 h 120"/>
                          <a:gd name="T28" fmla="*/ 160 w 215"/>
                          <a:gd name="T29" fmla="*/ 32 h 120"/>
                          <a:gd name="T30" fmla="*/ 131 w 215"/>
                          <a:gd name="T31" fmla="*/ 16 h 120"/>
                          <a:gd name="T32" fmla="*/ 99 w 215"/>
                          <a:gd name="T33" fmla="*/ 4 h 120"/>
                          <a:gd name="T34" fmla="*/ 73 w 215"/>
                          <a:gd name="T35" fmla="*/ 0 h 120"/>
                          <a:gd name="T36" fmla="*/ 56 w 215"/>
                          <a:gd name="T37" fmla="*/ 2 h 120"/>
                          <a:gd name="T38" fmla="*/ 37 w 215"/>
                          <a:gd name="T39" fmla="*/ 9 h 120"/>
                          <a:gd name="T40" fmla="*/ 20 w 215"/>
                          <a:gd name="T41" fmla="*/ 22 h 120"/>
                          <a:gd name="T42" fmla="*/ 0 w 215"/>
                          <a:gd name="T43" fmla="*/ 3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5" h="120">
                            <a:moveTo>
                              <a:pt x="0" y="38"/>
                            </a:moveTo>
                            <a:lnTo>
                              <a:pt x="25" y="33"/>
                            </a:lnTo>
                            <a:lnTo>
                              <a:pt x="49" y="38"/>
                            </a:lnTo>
                            <a:lnTo>
                              <a:pt x="76" y="45"/>
                            </a:lnTo>
                            <a:lnTo>
                              <a:pt x="99" y="56"/>
                            </a:lnTo>
                            <a:lnTo>
                              <a:pt x="122" y="66"/>
                            </a:lnTo>
                            <a:lnTo>
                              <a:pt x="146" y="85"/>
                            </a:lnTo>
                            <a:lnTo>
                              <a:pt x="154" y="98"/>
                            </a:lnTo>
                            <a:lnTo>
                              <a:pt x="169" y="109"/>
                            </a:lnTo>
                            <a:lnTo>
                              <a:pt x="183" y="117"/>
                            </a:lnTo>
                            <a:lnTo>
                              <a:pt x="197" y="120"/>
                            </a:lnTo>
                            <a:lnTo>
                              <a:pt x="207" y="103"/>
                            </a:lnTo>
                            <a:lnTo>
                              <a:pt x="212" y="88"/>
                            </a:lnTo>
                            <a:lnTo>
                              <a:pt x="215" y="71"/>
                            </a:lnTo>
                            <a:lnTo>
                              <a:pt x="160" y="32"/>
                            </a:lnTo>
                            <a:lnTo>
                              <a:pt x="131" y="16"/>
                            </a:lnTo>
                            <a:lnTo>
                              <a:pt x="99" y="4"/>
                            </a:lnTo>
                            <a:lnTo>
                              <a:pt x="73" y="0"/>
                            </a:lnTo>
                            <a:lnTo>
                              <a:pt x="56" y="2"/>
                            </a:lnTo>
                            <a:lnTo>
                              <a:pt x="37" y="9"/>
                            </a:lnTo>
                            <a:lnTo>
                              <a:pt x="20" y="22"/>
                            </a:lnTo>
                            <a:lnTo>
                              <a:pt x="0" y="38"/>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9" name="Freeform 311"/>
                      <p:cNvSpPr/>
                      <p:nvPr/>
                    </p:nvSpPr>
                    <p:spPr bwMode="auto">
                      <a:xfrm>
                        <a:off x="2628" y="3067"/>
                        <a:ext cx="37" cy="29"/>
                      </a:xfrm>
                      <a:custGeom>
                        <a:avLst/>
                        <a:gdLst>
                          <a:gd name="T0" fmla="*/ 0 w 263"/>
                          <a:gd name="T1" fmla="*/ 129 h 234"/>
                          <a:gd name="T2" fmla="*/ 27 w 263"/>
                          <a:gd name="T3" fmla="*/ 126 h 234"/>
                          <a:gd name="T4" fmla="*/ 50 w 263"/>
                          <a:gd name="T5" fmla="*/ 128 h 234"/>
                          <a:gd name="T6" fmla="*/ 85 w 263"/>
                          <a:gd name="T7" fmla="*/ 132 h 234"/>
                          <a:gd name="T8" fmla="*/ 118 w 263"/>
                          <a:gd name="T9" fmla="*/ 142 h 234"/>
                          <a:gd name="T10" fmla="*/ 152 w 263"/>
                          <a:gd name="T11" fmla="*/ 155 h 234"/>
                          <a:gd name="T12" fmla="*/ 185 w 263"/>
                          <a:gd name="T13" fmla="*/ 173 h 234"/>
                          <a:gd name="T14" fmla="*/ 211 w 263"/>
                          <a:gd name="T15" fmla="*/ 189 h 234"/>
                          <a:gd name="T16" fmla="*/ 232 w 263"/>
                          <a:gd name="T17" fmla="*/ 210 h 234"/>
                          <a:gd name="T18" fmla="*/ 245 w 263"/>
                          <a:gd name="T19" fmla="*/ 234 h 234"/>
                          <a:gd name="T20" fmla="*/ 256 w 263"/>
                          <a:gd name="T21" fmla="*/ 203 h 234"/>
                          <a:gd name="T22" fmla="*/ 263 w 263"/>
                          <a:gd name="T23" fmla="*/ 175 h 234"/>
                          <a:gd name="T24" fmla="*/ 262 w 263"/>
                          <a:gd name="T25" fmla="*/ 154 h 234"/>
                          <a:gd name="T26" fmla="*/ 257 w 263"/>
                          <a:gd name="T27" fmla="*/ 135 h 234"/>
                          <a:gd name="T28" fmla="*/ 245 w 263"/>
                          <a:gd name="T29" fmla="*/ 116 h 234"/>
                          <a:gd name="T30" fmla="*/ 251 w 263"/>
                          <a:gd name="T31" fmla="*/ 96 h 234"/>
                          <a:gd name="T32" fmla="*/ 248 w 263"/>
                          <a:gd name="T33" fmla="*/ 74 h 234"/>
                          <a:gd name="T34" fmla="*/ 223 w 263"/>
                          <a:gd name="T35" fmla="*/ 61 h 234"/>
                          <a:gd name="T36" fmla="*/ 192 w 263"/>
                          <a:gd name="T37" fmla="*/ 53 h 234"/>
                          <a:gd name="T38" fmla="*/ 159 w 263"/>
                          <a:gd name="T39" fmla="*/ 43 h 234"/>
                          <a:gd name="T40" fmla="*/ 129 w 263"/>
                          <a:gd name="T41" fmla="*/ 30 h 234"/>
                          <a:gd name="T42" fmla="*/ 94 w 263"/>
                          <a:gd name="T43" fmla="*/ 13 h 234"/>
                          <a:gd name="T44" fmla="*/ 72 w 263"/>
                          <a:gd name="T45" fmla="*/ 4 h 234"/>
                          <a:gd name="T46" fmla="*/ 58 w 263"/>
                          <a:gd name="T47" fmla="*/ 0 h 234"/>
                          <a:gd name="T48" fmla="*/ 47 w 263"/>
                          <a:gd name="T49" fmla="*/ 4 h 234"/>
                          <a:gd name="T50" fmla="*/ 39 w 263"/>
                          <a:gd name="T51" fmla="*/ 12 h 234"/>
                          <a:gd name="T52" fmla="*/ 36 w 263"/>
                          <a:gd name="T53" fmla="*/ 23 h 234"/>
                          <a:gd name="T54" fmla="*/ 36 w 263"/>
                          <a:gd name="T55" fmla="*/ 35 h 234"/>
                          <a:gd name="T56" fmla="*/ 42 w 263"/>
                          <a:gd name="T57" fmla="*/ 47 h 234"/>
                          <a:gd name="T58" fmla="*/ 65 w 263"/>
                          <a:gd name="T59" fmla="*/ 55 h 234"/>
                          <a:gd name="T60" fmla="*/ 95 w 263"/>
                          <a:gd name="T61" fmla="*/ 61 h 234"/>
                          <a:gd name="T62" fmla="*/ 144 w 263"/>
                          <a:gd name="T63" fmla="*/ 73 h 234"/>
                          <a:gd name="T64" fmla="*/ 175 w 263"/>
                          <a:gd name="T65" fmla="*/ 79 h 234"/>
                          <a:gd name="T66" fmla="*/ 215 w 263"/>
                          <a:gd name="T67" fmla="*/ 85 h 234"/>
                          <a:gd name="T68" fmla="*/ 179 w 263"/>
                          <a:gd name="T69" fmla="*/ 87 h 234"/>
                          <a:gd name="T70" fmla="*/ 141 w 263"/>
                          <a:gd name="T71" fmla="*/ 90 h 234"/>
                          <a:gd name="T72" fmla="*/ 104 w 263"/>
                          <a:gd name="T73" fmla="*/ 96 h 234"/>
                          <a:gd name="T74" fmla="*/ 74 w 263"/>
                          <a:gd name="T75" fmla="*/ 103 h 234"/>
                          <a:gd name="T76" fmla="*/ 37 w 263"/>
                          <a:gd name="T77" fmla="*/ 113 h 234"/>
                          <a:gd name="T78" fmla="*/ 0 w 263"/>
                          <a:gd name="T79" fmla="*/ 12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3" h="234">
                            <a:moveTo>
                              <a:pt x="0" y="129"/>
                            </a:moveTo>
                            <a:lnTo>
                              <a:pt x="27" y="126"/>
                            </a:lnTo>
                            <a:lnTo>
                              <a:pt x="50" y="128"/>
                            </a:lnTo>
                            <a:lnTo>
                              <a:pt x="85" y="132"/>
                            </a:lnTo>
                            <a:lnTo>
                              <a:pt x="118" y="142"/>
                            </a:lnTo>
                            <a:lnTo>
                              <a:pt x="152" y="155"/>
                            </a:lnTo>
                            <a:lnTo>
                              <a:pt x="185" y="173"/>
                            </a:lnTo>
                            <a:lnTo>
                              <a:pt x="211" y="189"/>
                            </a:lnTo>
                            <a:lnTo>
                              <a:pt x="232" y="210"/>
                            </a:lnTo>
                            <a:lnTo>
                              <a:pt x="245" y="234"/>
                            </a:lnTo>
                            <a:lnTo>
                              <a:pt x="256" y="203"/>
                            </a:lnTo>
                            <a:lnTo>
                              <a:pt x="263" y="175"/>
                            </a:lnTo>
                            <a:lnTo>
                              <a:pt x="262" y="154"/>
                            </a:lnTo>
                            <a:lnTo>
                              <a:pt x="257" y="135"/>
                            </a:lnTo>
                            <a:lnTo>
                              <a:pt x="245" y="116"/>
                            </a:lnTo>
                            <a:lnTo>
                              <a:pt x="251" y="96"/>
                            </a:lnTo>
                            <a:lnTo>
                              <a:pt x="248" y="74"/>
                            </a:lnTo>
                            <a:lnTo>
                              <a:pt x="223" y="61"/>
                            </a:lnTo>
                            <a:lnTo>
                              <a:pt x="192" y="53"/>
                            </a:lnTo>
                            <a:lnTo>
                              <a:pt x="159" y="43"/>
                            </a:lnTo>
                            <a:lnTo>
                              <a:pt x="129" y="30"/>
                            </a:lnTo>
                            <a:lnTo>
                              <a:pt x="94" y="13"/>
                            </a:lnTo>
                            <a:lnTo>
                              <a:pt x="72" y="4"/>
                            </a:lnTo>
                            <a:lnTo>
                              <a:pt x="58" y="0"/>
                            </a:lnTo>
                            <a:lnTo>
                              <a:pt x="47" y="4"/>
                            </a:lnTo>
                            <a:lnTo>
                              <a:pt x="39" y="12"/>
                            </a:lnTo>
                            <a:lnTo>
                              <a:pt x="36" y="23"/>
                            </a:lnTo>
                            <a:lnTo>
                              <a:pt x="36" y="35"/>
                            </a:lnTo>
                            <a:lnTo>
                              <a:pt x="42" y="47"/>
                            </a:lnTo>
                            <a:lnTo>
                              <a:pt x="65" y="55"/>
                            </a:lnTo>
                            <a:lnTo>
                              <a:pt x="95" y="61"/>
                            </a:lnTo>
                            <a:lnTo>
                              <a:pt x="144" y="73"/>
                            </a:lnTo>
                            <a:lnTo>
                              <a:pt x="175" y="79"/>
                            </a:lnTo>
                            <a:lnTo>
                              <a:pt x="215" y="85"/>
                            </a:lnTo>
                            <a:lnTo>
                              <a:pt x="179" y="87"/>
                            </a:lnTo>
                            <a:lnTo>
                              <a:pt x="141" y="90"/>
                            </a:lnTo>
                            <a:lnTo>
                              <a:pt x="104" y="96"/>
                            </a:lnTo>
                            <a:lnTo>
                              <a:pt x="74" y="103"/>
                            </a:lnTo>
                            <a:lnTo>
                              <a:pt x="37" y="113"/>
                            </a:lnTo>
                            <a:lnTo>
                              <a:pt x="0" y="129"/>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sp>
              <p:nvSpPr>
                <p:cNvPr id="642360" name="Freeform 312"/>
                <p:cNvSpPr/>
                <p:nvPr/>
              </p:nvSpPr>
              <p:spPr bwMode="auto">
                <a:xfrm>
                  <a:off x="2674" y="3008"/>
                  <a:ext cx="46" cy="44"/>
                </a:xfrm>
                <a:custGeom>
                  <a:avLst/>
                  <a:gdLst>
                    <a:gd name="T0" fmla="*/ 0 w 320"/>
                    <a:gd name="T1" fmla="*/ 120 h 352"/>
                    <a:gd name="T2" fmla="*/ 5 w 320"/>
                    <a:gd name="T3" fmla="*/ 80 h 352"/>
                    <a:gd name="T4" fmla="*/ 13 w 320"/>
                    <a:gd name="T5" fmla="*/ 54 h 352"/>
                    <a:gd name="T6" fmla="*/ 61 w 320"/>
                    <a:gd name="T7" fmla="*/ 0 h 352"/>
                    <a:gd name="T8" fmla="*/ 200 w 320"/>
                    <a:gd name="T9" fmla="*/ 116 h 352"/>
                    <a:gd name="T10" fmla="*/ 230 w 320"/>
                    <a:gd name="T11" fmla="*/ 159 h 352"/>
                    <a:gd name="T12" fmla="*/ 254 w 320"/>
                    <a:gd name="T13" fmla="*/ 200 h 352"/>
                    <a:gd name="T14" fmla="*/ 314 w 320"/>
                    <a:gd name="T15" fmla="*/ 249 h 352"/>
                    <a:gd name="T16" fmla="*/ 320 w 320"/>
                    <a:gd name="T17" fmla="*/ 352 h 352"/>
                    <a:gd name="T18" fmla="*/ 290 w 320"/>
                    <a:gd name="T19" fmla="*/ 343 h 352"/>
                    <a:gd name="T20" fmla="*/ 265 w 320"/>
                    <a:gd name="T21" fmla="*/ 330 h 352"/>
                    <a:gd name="T22" fmla="*/ 242 w 320"/>
                    <a:gd name="T23" fmla="*/ 314 h 352"/>
                    <a:gd name="T24" fmla="*/ 222 w 320"/>
                    <a:gd name="T25" fmla="*/ 292 h 352"/>
                    <a:gd name="T26" fmla="*/ 206 w 320"/>
                    <a:gd name="T27" fmla="*/ 267 h 352"/>
                    <a:gd name="T28" fmla="*/ 189 w 320"/>
                    <a:gd name="T29" fmla="*/ 234 h 352"/>
                    <a:gd name="T30" fmla="*/ 175 w 320"/>
                    <a:gd name="T31" fmla="*/ 201 h 352"/>
                    <a:gd name="T32" fmla="*/ 162 w 320"/>
                    <a:gd name="T33" fmla="*/ 157 h 352"/>
                    <a:gd name="T34" fmla="*/ 151 w 320"/>
                    <a:gd name="T35" fmla="*/ 116 h 352"/>
                    <a:gd name="T36" fmla="*/ 71 w 320"/>
                    <a:gd name="T37" fmla="*/ 108 h 352"/>
                    <a:gd name="T38" fmla="*/ 14 w 320"/>
                    <a:gd name="T39" fmla="*/ 111 h 352"/>
                    <a:gd name="T40" fmla="*/ 0 w 320"/>
                    <a:gd name="T41" fmla="*/ 120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0" h="352">
                      <a:moveTo>
                        <a:pt x="0" y="120"/>
                      </a:moveTo>
                      <a:lnTo>
                        <a:pt x="5" y="80"/>
                      </a:lnTo>
                      <a:lnTo>
                        <a:pt x="13" y="54"/>
                      </a:lnTo>
                      <a:lnTo>
                        <a:pt x="61" y="0"/>
                      </a:lnTo>
                      <a:lnTo>
                        <a:pt x="200" y="116"/>
                      </a:lnTo>
                      <a:lnTo>
                        <a:pt x="230" y="159"/>
                      </a:lnTo>
                      <a:lnTo>
                        <a:pt x="254" y="200"/>
                      </a:lnTo>
                      <a:lnTo>
                        <a:pt x="314" y="249"/>
                      </a:lnTo>
                      <a:lnTo>
                        <a:pt x="320" y="352"/>
                      </a:lnTo>
                      <a:lnTo>
                        <a:pt x="290" y="343"/>
                      </a:lnTo>
                      <a:lnTo>
                        <a:pt x="265" y="330"/>
                      </a:lnTo>
                      <a:lnTo>
                        <a:pt x="242" y="314"/>
                      </a:lnTo>
                      <a:lnTo>
                        <a:pt x="222" y="292"/>
                      </a:lnTo>
                      <a:lnTo>
                        <a:pt x="206" y="267"/>
                      </a:lnTo>
                      <a:lnTo>
                        <a:pt x="189" y="234"/>
                      </a:lnTo>
                      <a:lnTo>
                        <a:pt x="175" y="201"/>
                      </a:lnTo>
                      <a:lnTo>
                        <a:pt x="162" y="157"/>
                      </a:lnTo>
                      <a:lnTo>
                        <a:pt x="151" y="116"/>
                      </a:lnTo>
                      <a:lnTo>
                        <a:pt x="71" y="108"/>
                      </a:lnTo>
                      <a:lnTo>
                        <a:pt x="14" y="111"/>
                      </a:lnTo>
                      <a:lnTo>
                        <a:pt x="0" y="12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61" name="Group 313"/>
              <p:cNvGrpSpPr/>
              <p:nvPr/>
            </p:nvGrpSpPr>
            <p:grpSpPr bwMode="auto">
              <a:xfrm>
                <a:off x="2686" y="2984"/>
                <a:ext cx="60" cy="54"/>
                <a:chOff x="2686" y="2984"/>
                <a:chExt cx="60" cy="54"/>
              </a:xfrm>
            </p:grpSpPr>
            <p:sp>
              <p:nvSpPr>
                <p:cNvPr id="642362" name="Freeform 314"/>
                <p:cNvSpPr/>
                <p:nvPr/>
              </p:nvSpPr>
              <p:spPr bwMode="auto">
                <a:xfrm>
                  <a:off x="2686" y="2984"/>
                  <a:ext cx="60" cy="53"/>
                </a:xfrm>
                <a:custGeom>
                  <a:avLst/>
                  <a:gdLst>
                    <a:gd name="T0" fmla="*/ 221 w 423"/>
                    <a:gd name="T1" fmla="*/ 425 h 425"/>
                    <a:gd name="T2" fmla="*/ 180 w 423"/>
                    <a:gd name="T3" fmla="*/ 402 h 425"/>
                    <a:gd name="T4" fmla="*/ 150 w 423"/>
                    <a:gd name="T5" fmla="*/ 359 h 425"/>
                    <a:gd name="T6" fmla="*/ 138 w 423"/>
                    <a:gd name="T7" fmla="*/ 329 h 425"/>
                    <a:gd name="T8" fmla="*/ 120 w 423"/>
                    <a:gd name="T9" fmla="*/ 328 h 425"/>
                    <a:gd name="T10" fmla="*/ 97 w 423"/>
                    <a:gd name="T11" fmla="*/ 323 h 425"/>
                    <a:gd name="T12" fmla="*/ 57 w 423"/>
                    <a:gd name="T13" fmla="*/ 308 h 425"/>
                    <a:gd name="T14" fmla="*/ 29 w 423"/>
                    <a:gd name="T15" fmla="*/ 289 h 425"/>
                    <a:gd name="T16" fmla="*/ 0 w 423"/>
                    <a:gd name="T17" fmla="*/ 268 h 425"/>
                    <a:gd name="T18" fmla="*/ 12 w 423"/>
                    <a:gd name="T19" fmla="*/ 260 h 425"/>
                    <a:gd name="T20" fmla="*/ 42 w 423"/>
                    <a:gd name="T21" fmla="*/ 225 h 425"/>
                    <a:gd name="T22" fmla="*/ 68 w 423"/>
                    <a:gd name="T23" fmla="*/ 193 h 425"/>
                    <a:gd name="T24" fmla="*/ 96 w 423"/>
                    <a:gd name="T25" fmla="*/ 154 h 425"/>
                    <a:gd name="T26" fmla="*/ 126 w 423"/>
                    <a:gd name="T27" fmla="*/ 109 h 425"/>
                    <a:gd name="T28" fmla="*/ 141 w 423"/>
                    <a:gd name="T29" fmla="*/ 72 h 425"/>
                    <a:gd name="T30" fmla="*/ 157 w 423"/>
                    <a:gd name="T31" fmla="*/ 0 h 425"/>
                    <a:gd name="T32" fmla="*/ 423 w 423"/>
                    <a:gd name="T33" fmla="*/ 43 h 425"/>
                    <a:gd name="T34" fmla="*/ 221 w 423"/>
                    <a:gd name="T35" fmla="*/ 425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23" h="425">
                      <a:moveTo>
                        <a:pt x="221" y="425"/>
                      </a:moveTo>
                      <a:lnTo>
                        <a:pt x="180" y="402"/>
                      </a:lnTo>
                      <a:lnTo>
                        <a:pt x="150" y="359"/>
                      </a:lnTo>
                      <a:lnTo>
                        <a:pt x="138" y="329"/>
                      </a:lnTo>
                      <a:lnTo>
                        <a:pt x="120" y="328"/>
                      </a:lnTo>
                      <a:lnTo>
                        <a:pt x="97" y="323"/>
                      </a:lnTo>
                      <a:lnTo>
                        <a:pt x="57" y="308"/>
                      </a:lnTo>
                      <a:lnTo>
                        <a:pt x="29" y="289"/>
                      </a:lnTo>
                      <a:lnTo>
                        <a:pt x="0" y="268"/>
                      </a:lnTo>
                      <a:lnTo>
                        <a:pt x="12" y="260"/>
                      </a:lnTo>
                      <a:lnTo>
                        <a:pt x="42" y="225"/>
                      </a:lnTo>
                      <a:lnTo>
                        <a:pt x="68" y="193"/>
                      </a:lnTo>
                      <a:lnTo>
                        <a:pt x="96" y="154"/>
                      </a:lnTo>
                      <a:lnTo>
                        <a:pt x="126" y="109"/>
                      </a:lnTo>
                      <a:lnTo>
                        <a:pt x="141" y="72"/>
                      </a:lnTo>
                      <a:lnTo>
                        <a:pt x="157" y="0"/>
                      </a:lnTo>
                      <a:lnTo>
                        <a:pt x="423" y="43"/>
                      </a:lnTo>
                      <a:lnTo>
                        <a:pt x="221" y="42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3" name="Freeform 315"/>
                <p:cNvSpPr/>
                <p:nvPr/>
              </p:nvSpPr>
              <p:spPr bwMode="auto">
                <a:xfrm>
                  <a:off x="2700" y="3002"/>
                  <a:ext cx="22" cy="36"/>
                </a:xfrm>
                <a:custGeom>
                  <a:avLst/>
                  <a:gdLst>
                    <a:gd name="T0" fmla="*/ 119 w 160"/>
                    <a:gd name="T1" fmla="*/ 281 h 289"/>
                    <a:gd name="T2" fmla="*/ 137 w 160"/>
                    <a:gd name="T3" fmla="*/ 289 h 289"/>
                    <a:gd name="T4" fmla="*/ 122 w 160"/>
                    <a:gd name="T5" fmla="*/ 262 h 289"/>
                    <a:gd name="T6" fmla="*/ 117 w 160"/>
                    <a:gd name="T7" fmla="*/ 241 h 289"/>
                    <a:gd name="T8" fmla="*/ 114 w 160"/>
                    <a:gd name="T9" fmla="*/ 211 h 289"/>
                    <a:gd name="T10" fmla="*/ 117 w 160"/>
                    <a:gd name="T11" fmla="*/ 179 h 289"/>
                    <a:gd name="T12" fmla="*/ 121 w 160"/>
                    <a:gd name="T13" fmla="*/ 144 h 289"/>
                    <a:gd name="T14" fmla="*/ 128 w 160"/>
                    <a:gd name="T15" fmla="*/ 112 h 289"/>
                    <a:gd name="T16" fmla="*/ 137 w 160"/>
                    <a:gd name="T17" fmla="*/ 85 h 289"/>
                    <a:gd name="T18" fmla="*/ 147 w 160"/>
                    <a:gd name="T19" fmla="*/ 63 h 289"/>
                    <a:gd name="T20" fmla="*/ 153 w 160"/>
                    <a:gd name="T21" fmla="*/ 32 h 289"/>
                    <a:gd name="T22" fmla="*/ 160 w 160"/>
                    <a:gd name="T23" fmla="*/ 0 h 289"/>
                    <a:gd name="T24" fmla="*/ 135 w 160"/>
                    <a:gd name="T25" fmla="*/ 32 h 289"/>
                    <a:gd name="T26" fmla="*/ 117 w 160"/>
                    <a:gd name="T27" fmla="*/ 57 h 289"/>
                    <a:gd name="T28" fmla="*/ 101 w 160"/>
                    <a:gd name="T29" fmla="*/ 81 h 289"/>
                    <a:gd name="T30" fmla="*/ 86 w 160"/>
                    <a:gd name="T31" fmla="*/ 106 h 289"/>
                    <a:gd name="T32" fmla="*/ 66 w 160"/>
                    <a:gd name="T33" fmla="*/ 119 h 289"/>
                    <a:gd name="T34" fmla="*/ 44 w 160"/>
                    <a:gd name="T35" fmla="*/ 137 h 289"/>
                    <a:gd name="T36" fmla="*/ 21 w 160"/>
                    <a:gd name="T37" fmla="*/ 157 h 289"/>
                    <a:gd name="T38" fmla="*/ 0 w 160"/>
                    <a:gd name="T39" fmla="*/ 179 h 289"/>
                    <a:gd name="T40" fmla="*/ 29 w 160"/>
                    <a:gd name="T41" fmla="*/ 186 h 289"/>
                    <a:gd name="T42" fmla="*/ 38 w 160"/>
                    <a:gd name="T43" fmla="*/ 201 h 289"/>
                    <a:gd name="T44" fmla="*/ 47 w 160"/>
                    <a:gd name="T45" fmla="*/ 216 h 289"/>
                    <a:gd name="T46" fmla="*/ 59 w 160"/>
                    <a:gd name="T47" fmla="*/ 233 h 289"/>
                    <a:gd name="T48" fmla="*/ 73 w 160"/>
                    <a:gd name="T49" fmla="*/ 247 h 289"/>
                    <a:gd name="T50" fmla="*/ 86 w 160"/>
                    <a:gd name="T51" fmla="*/ 260 h 289"/>
                    <a:gd name="T52" fmla="*/ 103 w 160"/>
                    <a:gd name="T53" fmla="*/ 270 h 289"/>
                    <a:gd name="T54" fmla="*/ 119 w 160"/>
                    <a:gd name="T55" fmla="*/ 281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60" h="289">
                      <a:moveTo>
                        <a:pt x="119" y="281"/>
                      </a:moveTo>
                      <a:lnTo>
                        <a:pt x="137" y="289"/>
                      </a:lnTo>
                      <a:lnTo>
                        <a:pt x="122" y="262"/>
                      </a:lnTo>
                      <a:lnTo>
                        <a:pt x="117" y="241"/>
                      </a:lnTo>
                      <a:lnTo>
                        <a:pt x="114" y="211"/>
                      </a:lnTo>
                      <a:lnTo>
                        <a:pt x="117" y="179"/>
                      </a:lnTo>
                      <a:lnTo>
                        <a:pt x="121" y="144"/>
                      </a:lnTo>
                      <a:lnTo>
                        <a:pt x="128" y="112"/>
                      </a:lnTo>
                      <a:lnTo>
                        <a:pt x="137" y="85"/>
                      </a:lnTo>
                      <a:lnTo>
                        <a:pt x="147" y="63"/>
                      </a:lnTo>
                      <a:lnTo>
                        <a:pt x="153" y="32"/>
                      </a:lnTo>
                      <a:lnTo>
                        <a:pt x="160" y="0"/>
                      </a:lnTo>
                      <a:lnTo>
                        <a:pt x="135" y="32"/>
                      </a:lnTo>
                      <a:lnTo>
                        <a:pt x="117" y="57"/>
                      </a:lnTo>
                      <a:lnTo>
                        <a:pt x="101" y="81"/>
                      </a:lnTo>
                      <a:lnTo>
                        <a:pt x="86" y="106"/>
                      </a:lnTo>
                      <a:lnTo>
                        <a:pt x="66" y="119"/>
                      </a:lnTo>
                      <a:lnTo>
                        <a:pt x="44" y="137"/>
                      </a:lnTo>
                      <a:lnTo>
                        <a:pt x="21" y="157"/>
                      </a:lnTo>
                      <a:lnTo>
                        <a:pt x="0" y="179"/>
                      </a:lnTo>
                      <a:lnTo>
                        <a:pt x="29" y="186"/>
                      </a:lnTo>
                      <a:lnTo>
                        <a:pt x="38" y="201"/>
                      </a:lnTo>
                      <a:lnTo>
                        <a:pt x="47" y="216"/>
                      </a:lnTo>
                      <a:lnTo>
                        <a:pt x="59" y="233"/>
                      </a:lnTo>
                      <a:lnTo>
                        <a:pt x="73" y="247"/>
                      </a:lnTo>
                      <a:lnTo>
                        <a:pt x="86" y="260"/>
                      </a:lnTo>
                      <a:lnTo>
                        <a:pt x="103" y="270"/>
                      </a:lnTo>
                      <a:lnTo>
                        <a:pt x="119" y="281"/>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4" name="Freeform 316"/>
                <p:cNvSpPr/>
                <p:nvPr/>
              </p:nvSpPr>
              <p:spPr bwMode="auto">
                <a:xfrm>
                  <a:off x="2698" y="2997"/>
                  <a:ext cx="17" cy="27"/>
                </a:xfrm>
                <a:custGeom>
                  <a:avLst/>
                  <a:gdLst>
                    <a:gd name="T0" fmla="*/ 115 w 115"/>
                    <a:gd name="T1" fmla="*/ 119 h 218"/>
                    <a:gd name="T2" fmla="*/ 99 w 115"/>
                    <a:gd name="T3" fmla="*/ 117 h 218"/>
                    <a:gd name="T4" fmla="*/ 84 w 115"/>
                    <a:gd name="T5" fmla="*/ 113 h 218"/>
                    <a:gd name="T6" fmla="*/ 80 w 115"/>
                    <a:gd name="T7" fmla="*/ 97 h 218"/>
                    <a:gd name="T8" fmla="*/ 82 w 115"/>
                    <a:gd name="T9" fmla="*/ 76 h 218"/>
                    <a:gd name="T10" fmla="*/ 86 w 115"/>
                    <a:gd name="T11" fmla="*/ 53 h 218"/>
                    <a:gd name="T12" fmla="*/ 90 w 115"/>
                    <a:gd name="T13" fmla="*/ 32 h 218"/>
                    <a:gd name="T14" fmla="*/ 93 w 115"/>
                    <a:gd name="T15" fmla="*/ 15 h 218"/>
                    <a:gd name="T16" fmla="*/ 97 w 115"/>
                    <a:gd name="T17" fmla="*/ 0 h 218"/>
                    <a:gd name="T18" fmla="*/ 84 w 115"/>
                    <a:gd name="T19" fmla="*/ 4 h 218"/>
                    <a:gd name="T20" fmla="*/ 72 w 115"/>
                    <a:gd name="T21" fmla="*/ 12 h 218"/>
                    <a:gd name="T22" fmla="*/ 60 w 115"/>
                    <a:gd name="T23" fmla="*/ 25 h 218"/>
                    <a:gd name="T24" fmla="*/ 52 w 115"/>
                    <a:gd name="T25" fmla="*/ 37 h 218"/>
                    <a:gd name="T26" fmla="*/ 47 w 115"/>
                    <a:gd name="T27" fmla="*/ 53 h 218"/>
                    <a:gd name="T28" fmla="*/ 46 w 115"/>
                    <a:gd name="T29" fmla="*/ 73 h 218"/>
                    <a:gd name="T30" fmla="*/ 33 w 115"/>
                    <a:gd name="T31" fmla="*/ 86 h 218"/>
                    <a:gd name="T32" fmla="*/ 22 w 115"/>
                    <a:gd name="T33" fmla="*/ 104 h 218"/>
                    <a:gd name="T34" fmla="*/ 11 w 115"/>
                    <a:gd name="T35" fmla="*/ 128 h 218"/>
                    <a:gd name="T36" fmla="*/ 5 w 115"/>
                    <a:gd name="T37" fmla="*/ 158 h 218"/>
                    <a:gd name="T38" fmla="*/ 2 w 115"/>
                    <a:gd name="T39" fmla="*/ 190 h 218"/>
                    <a:gd name="T40" fmla="*/ 0 w 115"/>
                    <a:gd name="T41" fmla="*/ 216 h 218"/>
                    <a:gd name="T42" fmla="*/ 11 w 115"/>
                    <a:gd name="T43" fmla="*/ 218 h 218"/>
                    <a:gd name="T44" fmla="*/ 97 w 115"/>
                    <a:gd name="T45" fmla="*/ 146 h 218"/>
                    <a:gd name="T46" fmla="*/ 115 w 115"/>
                    <a:gd name="T47" fmla="*/ 119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5" h="218">
                      <a:moveTo>
                        <a:pt x="115" y="119"/>
                      </a:moveTo>
                      <a:lnTo>
                        <a:pt x="99" y="117"/>
                      </a:lnTo>
                      <a:lnTo>
                        <a:pt x="84" y="113"/>
                      </a:lnTo>
                      <a:lnTo>
                        <a:pt x="80" y="97"/>
                      </a:lnTo>
                      <a:lnTo>
                        <a:pt x="82" y="76"/>
                      </a:lnTo>
                      <a:lnTo>
                        <a:pt x="86" y="53"/>
                      </a:lnTo>
                      <a:lnTo>
                        <a:pt x="90" y="32"/>
                      </a:lnTo>
                      <a:lnTo>
                        <a:pt x="93" y="15"/>
                      </a:lnTo>
                      <a:lnTo>
                        <a:pt x="97" y="0"/>
                      </a:lnTo>
                      <a:lnTo>
                        <a:pt x="84" y="4"/>
                      </a:lnTo>
                      <a:lnTo>
                        <a:pt x="72" y="12"/>
                      </a:lnTo>
                      <a:lnTo>
                        <a:pt x="60" y="25"/>
                      </a:lnTo>
                      <a:lnTo>
                        <a:pt x="52" y="37"/>
                      </a:lnTo>
                      <a:lnTo>
                        <a:pt x="47" y="53"/>
                      </a:lnTo>
                      <a:lnTo>
                        <a:pt x="46" y="73"/>
                      </a:lnTo>
                      <a:lnTo>
                        <a:pt x="33" y="86"/>
                      </a:lnTo>
                      <a:lnTo>
                        <a:pt x="22" y="104"/>
                      </a:lnTo>
                      <a:lnTo>
                        <a:pt x="11" y="128"/>
                      </a:lnTo>
                      <a:lnTo>
                        <a:pt x="5" y="158"/>
                      </a:lnTo>
                      <a:lnTo>
                        <a:pt x="2" y="190"/>
                      </a:lnTo>
                      <a:lnTo>
                        <a:pt x="0" y="216"/>
                      </a:lnTo>
                      <a:lnTo>
                        <a:pt x="11" y="218"/>
                      </a:lnTo>
                      <a:lnTo>
                        <a:pt x="97" y="146"/>
                      </a:lnTo>
                      <a:lnTo>
                        <a:pt x="115" y="119"/>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65" name="Group 317"/>
              <p:cNvGrpSpPr/>
              <p:nvPr/>
            </p:nvGrpSpPr>
            <p:grpSpPr bwMode="auto">
              <a:xfrm>
                <a:off x="2713" y="2975"/>
                <a:ext cx="95" cy="139"/>
                <a:chOff x="2713" y="2975"/>
                <a:chExt cx="95" cy="139"/>
              </a:xfrm>
            </p:grpSpPr>
            <p:sp>
              <p:nvSpPr>
                <p:cNvPr id="642366" name="Freeform 318"/>
                <p:cNvSpPr/>
                <p:nvPr/>
              </p:nvSpPr>
              <p:spPr bwMode="auto">
                <a:xfrm>
                  <a:off x="2713" y="2975"/>
                  <a:ext cx="95" cy="139"/>
                </a:xfrm>
                <a:custGeom>
                  <a:avLst/>
                  <a:gdLst>
                    <a:gd name="T0" fmla="*/ 43 w 670"/>
                    <a:gd name="T1" fmla="*/ 6 h 1116"/>
                    <a:gd name="T2" fmla="*/ 65 w 670"/>
                    <a:gd name="T3" fmla="*/ 99 h 1116"/>
                    <a:gd name="T4" fmla="*/ 68 w 670"/>
                    <a:gd name="T5" fmla="*/ 135 h 1116"/>
                    <a:gd name="T6" fmla="*/ 59 w 670"/>
                    <a:gd name="T7" fmla="*/ 241 h 1116"/>
                    <a:gd name="T8" fmla="*/ 33 w 670"/>
                    <a:gd name="T9" fmla="*/ 280 h 1116"/>
                    <a:gd name="T10" fmla="*/ 21 w 670"/>
                    <a:gd name="T11" fmla="*/ 324 h 1116"/>
                    <a:gd name="T12" fmla="*/ 17 w 670"/>
                    <a:gd name="T13" fmla="*/ 319 h 1116"/>
                    <a:gd name="T14" fmla="*/ 0 w 670"/>
                    <a:gd name="T15" fmla="*/ 377 h 1116"/>
                    <a:gd name="T16" fmla="*/ 13 w 670"/>
                    <a:gd name="T17" fmla="*/ 498 h 1116"/>
                    <a:gd name="T18" fmla="*/ 17 w 670"/>
                    <a:gd name="T19" fmla="*/ 635 h 1116"/>
                    <a:gd name="T20" fmla="*/ 13 w 670"/>
                    <a:gd name="T21" fmla="*/ 677 h 1116"/>
                    <a:gd name="T22" fmla="*/ 14 w 670"/>
                    <a:gd name="T23" fmla="*/ 728 h 1116"/>
                    <a:gd name="T24" fmla="*/ 19 w 670"/>
                    <a:gd name="T25" fmla="*/ 780 h 1116"/>
                    <a:gd name="T26" fmla="*/ 43 w 670"/>
                    <a:gd name="T27" fmla="*/ 894 h 1116"/>
                    <a:gd name="T28" fmla="*/ 78 w 670"/>
                    <a:gd name="T29" fmla="*/ 948 h 1116"/>
                    <a:gd name="T30" fmla="*/ 107 w 670"/>
                    <a:gd name="T31" fmla="*/ 972 h 1116"/>
                    <a:gd name="T32" fmla="*/ 101 w 670"/>
                    <a:gd name="T33" fmla="*/ 1038 h 1116"/>
                    <a:gd name="T34" fmla="*/ 154 w 670"/>
                    <a:gd name="T35" fmla="*/ 1068 h 1116"/>
                    <a:gd name="T36" fmla="*/ 218 w 670"/>
                    <a:gd name="T37" fmla="*/ 1087 h 1116"/>
                    <a:gd name="T38" fmla="*/ 295 w 670"/>
                    <a:gd name="T39" fmla="*/ 1075 h 1116"/>
                    <a:gd name="T40" fmla="*/ 331 w 670"/>
                    <a:gd name="T41" fmla="*/ 1057 h 1116"/>
                    <a:gd name="T42" fmla="*/ 342 w 670"/>
                    <a:gd name="T43" fmla="*/ 1092 h 1116"/>
                    <a:gd name="T44" fmla="*/ 425 w 670"/>
                    <a:gd name="T45" fmla="*/ 1098 h 1116"/>
                    <a:gd name="T46" fmla="*/ 525 w 670"/>
                    <a:gd name="T47" fmla="*/ 1116 h 1116"/>
                    <a:gd name="T48" fmla="*/ 611 w 670"/>
                    <a:gd name="T49" fmla="*/ 1098 h 1116"/>
                    <a:gd name="T50" fmla="*/ 670 w 670"/>
                    <a:gd name="T51" fmla="*/ 1063 h 1116"/>
                    <a:gd name="T52" fmla="*/ 670 w 670"/>
                    <a:gd name="T53" fmla="*/ 495 h 1116"/>
                    <a:gd name="T54" fmla="*/ 632 w 670"/>
                    <a:gd name="T55" fmla="*/ 449 h 1116"/>
                    <a:gd name="T56" fmla="*/ 605 w 670"/>
                    <a:gd name="T57" fmla="*/ 411 h 1116"/>
                    <a:gd name="T58" fmla="*/ 557 w 670"/>
                    <a:gd name="T59" fmla="*/ 325 h 1116"/>
                    <a:gd name="T60" fmla="*/ 546 w 670"/>
                    <a:gd name="T61" fmla="*/ 279 h 1116"/>
                    <a:gd name="T62" fmla="*/ 529 w 670"/>
                    <a:gd name="T63" fmla="*/ 229 h 1116"/>
                    <a:gd name="T64" fmla="*/ 504 w 670"/>
                    <a:gd name="T65" fmla="*/ 178 h 1116"/>
                    <a:gd name="T66" fmla="*/ 476 w 670"/>
                    <a:gd name="T67" fmla="*/ 135 h 1116"/>
                    <a:gd name="T68" fmla="*/ 438 w 670"/>
                    <a:gd name="T69" fmla="*/ 93 h 1116"/>
                    <a:gd name="T70" fmla="*/ 407 w 670"/>
                    <a:gd name="T71" fmla="*/ 65 h 1116"/>
                    <a:gd name="T72" fmla="*/ 370 w 670"/>
                    <a:gd name="T73" fmla="*/ 42 h 1116"/>
                    <a:gd name="T74" fmla="*/ 336 w 670"/>
                    <a:gd name="T75" fmla="*/ 25 h 1116"/>
                    <a:gd name="T76" fmla="*/ 285 w 670"/>
                    <a:gd name="T77" fmla="*/ 10 h 1116"/>
                    <a:gd name="T78" fmla="*/ 237 w 670"/>
                    <a:gd name="T79" fmla="*/ 1 h 1116"/>
                    <a:gd name="T80" fmla="*/ 190 w 670"/>
                    <a:gd name="T81" fmla="*/ 0 h 1116"/>
                    <a:gd name="T82" fmla="*/ 148 w 670"/>
                    <a:gd name="T83" fmla="*/ 1 h 1116"/>
                    <a:gd name="T84" fmla="*/ 43 w 670"/>
                    <a:gd name="T85" fmla="*/ 6 h 1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70" h="1116">
                      <a:moveTo>
                        <a:pt x="43" y="6"/>
                      </a:moveTo>
                      <a:lnTo>
                        <a:pt x="65" y="99"/>
                      </a:lnTo>
                      <a:lnTo>
                        <a:pt x="68" y="135"/>
                      </a:lnTo>
                      <a:lnTo>
                        <a:pt x="59" y="241"/>
                      </a:lnTo>
                      <a:lnTo>
                        <a:pt x="33" y="280"/>
                      </a:lnTo>
                      <a:lnTo>
                        <a:pt x="21" y="324"/>
                      </a:lnTo>
                      <a:lnTo>
                        <a:pt x="17" y="319"/>
                      </a:lnTo>
                      <a:lnTo>
                        <a:pt x="0" y="377"/>
                      </a:lnTo>
                      <a:lnTo>
                        <a:pt x="13" y="498"/>
                      </a:lnTo>
                      <a:lnTo>
                        <a:pt x="17" y="635"/>
                      </a:lnTo>
                      <a:lnTo>
                        <a:pt x="13" y="677"/>
                      </a:lnTo>
                      <a:lnTo>
                        <a:pt x="14" y="728"/>
                      </a:lnTo>
                      <a:lnTo>
                        <a:pt x="19" y="780"/>
                      </a:lnTo>
                      <a:lnTo>
                        <a:pt x="43" y="894"/>
                      </a:lnTo>
                      <a:lnTo>
                        <a:pt x="78" y="948"/>
                      </a:lnTo>
                      <a:lnTo>
                        <a:pt x="107" y="972"/>
                      </a:lnTo>
                      <a:lnTo>
                        <a:pt x="101" y="1038"/>
                      </a:lnTo>
                      <a:lnTo>
                        <a:pt x="154" y="1068"/>
                      </a:lnTo>
                      <a:lnTo>
                        <a:pt x="218" y="1087"/>
                      </a:lnTo>
                      <a:lnTo>
                        <a:pt x="295" y="1075"/>
                      </a:lnTo>
                      <a:lnTo>
                        <a:pt x="331" y="1057"/>
                      </a:lnTo>
                      <a:lnTo>
                        <a:pt x="342" y="1092"/>
                      </a:lnTo>
                      <a:lnTo>
                        <a:pt x="425" y="1098"/>
                      </a:lnTo>
                      <a:lnTo>
                        <a:pt x="525" y="1116"/>
                      </a:lnTo>
                      <a:lnTo>
                        <a:pt x="611" y="1098"/>
                      </a:lnTo>
                      <a:lnTo>
                        <a:pt x="670" y="1063"/>
                      </a:lnTo>
                      <a:lnTo>
                        <a:pt x="670" y="495"/>
                      </a:lnTo>
                      <a:lnTo>
                        <a:pt x="632" y="449"/>
                      </a:lnTo>
                      <a:lnTo>
                        <a:pt x="605" y="411"/>
                      </a:lnTo>
                      <a:lnTo>
                        <a:pt x="557" y="325"/>
                      </a:lnTo>
                      <a:lnTo>
                        <a:pt x="546" y="279"/>
                      </a:lnTo>
                      <a:lnTo>
                        <a:pt x="529" y="229"/>
                      </a:lnTo>
                      <a:lnTo>
                        <a:pt x="504" y="178"/>
                      </a:lnTo>
                      <a:lnTo>
                        <a:pt x="476" y="135"/>
                      </a:lnTo>
                      <a:lnTo>
                        <a:pt x="438" y="93"/>
                      </a:lnTo>
                      <a:lnTo>
                        <a:pt x="407" y="65"/>
                      </a:lnTo>
                      <a:lnTo>
                        <a:pt x="370" y="42"/>
                      </a:lnTo>
                      <a:lnTo>
                        <a:pt x="336" y="25"/>
                      </a:lnTo>
                      <a:lnTo>
                        <a:pt x="285" y="10"/>
                      </a:lnTo>
                      <a:lnTo>
                        <a:pt x="237" y="1"/>
                      </a:lnTo>
                      <a:lnTo>
                        <a:pt x="190" y="0"/>
                      </a:lnTo>
                      <a:lnTo>
                        <a:pt x="148" y="1"/>
                      </a:lnTo>
                      <a:lnTo>
                        <a:pt x="43" y="6"/>
                      </a:lnTo>
                      <a:close/>
                    </a:path>
                  </a:pathLst>
                </a:custGeom>
                <a:solidFill>
                  <a:srgbClr val="A0A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367" name="Group 319"/>
                <p:cNvGrpSpPr/>
                <p:nvPr/>
              </p:nvGrpSpPr>
              <p:grpSpPr bwMode="auto">
                <a:xfrm>
                  <a:off x="2713" y="2976"/>
                  <a:ext cx="95" cy="135"/>
                  <a:chOff x="2713" y="2976"/>
                  <a:chExt cx="95" cy="135"/>
                </a:xfrm>
              </p:grpSpPr>
              <p:sp>
                <p:nvSpPr>
                  <p:cNvPr id="642368" name="Freeform 320"/>
                  <p:cNvSpPr/>
                  <p:nvPr/>
                </p:nvSpPr>
                <p:spPr bwMode="auto">
                  <a:xfrm>
                    <a:off x="2758" y="3063"/>
                    <a:ext cx="23" cy="43"/>
                  </a:xfrm>
                  <a:custGeom>
                    <a:avLst/>
                    <a:gdLst>
                      <a:gd name="T0" fmla="*/ 132 w 164"/>
                      <a:gd name="T1" fmla="*/ 32 h 342"/>
                      <a:gd name="T2" fmla="*/ 86 w 164"/>
                      <a:gd name="T3" fmla="*/ 74 h 342"/>
                      <a:gd name="T4" fmla="*/ 34 w 164"/>
                      <a:gd name="T5" fmla="*/ 138 h 342"/>
                      <a:gd name="T6" fmla="*/ 37 w 164"/>
                      <a:gd name="T7" fmla="*/ 167 h 342"/>
                      <a:gd name="T8" fmla="*/ 3 w 164"/>
                      <a:gd name="T9" fmla="*/ 236 h 342"/>
                      <a:gd name="T10" fmla="*/ 0 w 164"/>
                      <a:gd name="T11" fmla="*/ 312 h 342"/>
                      <a:gd name="T12" fmla="*/ 12 w 164"/>
                      <a:gd name="T13" fmla="*/ 342 h 342"/>
                      <a:gd name="T14" fmla="*/ 14 w 164"/>
                      <a:gd name="T15" fmla="*/ 316 h 342"/>
                      <a:gd name="T16" fmla="*/ 15 w 164"/>
                      <a:gd name="T17" fmla="*/ 293 h 342"/>
                      <a:gd name="T18" fmla="*/ 22 w 164"/>
                      <a:gd name="T19" fmla="*/ 269 h 342"/>
                      <a:gd name="T20" fmla="*/ 28 w 164"/>
                      <a:gd name="T21" fmla="*/ 247 h 342"/>
                      <a:gd name="T22" fmla="*/ 30 w 164"/>
                      <a:gd name="T23" fmla="*/ 233 h 342"/>
                      <a:gd name="T24" fmla="*/ 43 w 164"/>
                      <a:gd name="T25" fmla="*/ 223 h 342"/>
                      <a:gd name="T26" fmla="*/ 44 w 164"/>
                      <a:gd name="T27" fmla="*/ 205 h 342"/>
                      <a:gd name="T28" fmla="*/ 52 w 164"/>
                      <a:gd name="T29" fmla="*/ 187 h 342"/>
                      <a:gd name="T30" fmla="*/ 62 w 164"/>
                      <a:gd name="T31" fmla="*/ 171 h 342"/>
                      <a:gd name="T32" fmla="*/ 75 w 164"/>
                      <a:gd name="T33" fmla="*/ 162 h 342"/>
                      <a:gd name="T34" fmla="*/ 70 w 164"/>
                      <a:gd name="T35" fmla="*/ 146 h 342"/>
                      <a:gd name="T36" fmla="*/ 89 w 164"/>
                      <a:gd name="T37" fmla="*/ 132 h 342"/>
                      <a:gd name="T38" fmla="*/ 101 w 164"/>
                      <a:gd name="T39" fmla="*/ 113 h 342"/>
                      <a:gd name="T40" fmla="*/ 108 w 164"/>
                      <a:gd name="T41" fmla="*/ 92 h 342"/>
                      <a:gd name="T42" fmla="*/ 126 w 164"/>
                      <a:gd name="T43" fmla="*/ 82 h 342"/>
                      <a:gd name="T44" fmla="*/ 143 w 164"/>
                      <a:gd name="T45" fmla="*/ 68 h 342"/>
                      <a:gd name="T46" fmla="*/ 153 w 164"/>
                      <a:gd name="T47" fmla="*/ 48 h 342"/>
                      <a:gd name="T48" fmla="*/ 162 w 164"/>
                      <a:gd name="T49" fmla="*/ 24 h 342"/>
                      <a:gd name="T50" fmla="*/ 164 w 164"/>
                      <a:gd name="T51" fmla="*/ 0 h 342"/>
                      <a:gd name="T52" fmla="*/ 132 w 164"/>
                      <a:gd name="T53" fmla="*/ 32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4" h="342">
                        <a:moveTo>
                          <a:pt x="132" y="32"/>
                        </a:moveTo>
                        <a:lnTo>
                          <a:pt x="86" y="74"/>
                        </a:lnTo>
                        <a:lnTo>
                          <a:pt x="34" y="138"/>
                        </a:lnTo>
                        <a:lnTo>
                          <a:pt x="37" y="167"/>
                        </a:lnTo>
                        <a:lnTo>
                          <a:pt x="3" y="236"/>
                        </a:lnTo>
                        <a:lnTo>
                          <a:pt x="0" y="312"/>
                        </a:lnTo>
                        <a:lnTo>
                          <a:pt x="12" y="342"/>
                        </a:lnTo>
                        <a:lnTo>
                          <a:pt x="14" y="316"/>
                        </a:lnTo>
                        <a:lnTo>
                          <a:pt x="15" y="293"/>
                        </a:lnTo>
                        <a:lnTo>
                          <a:pt x="22" y="269"/>
                        </a:lnTo>
                        <a:lnTo>
                          <a:pt x="28" y="247"/>
                        </a:lnTo>
                        <a:lnTo>
                          <a:pt x="30" y="233"/>
                        </a:lnTo>
                        <a:lnTo>
                          <a:pt x="43" y="223"/>
                        </a:lnTo>
                        <a:lnTo>
                          <a:pt x="44" y="205"/>
                        </a:lnTo>
                        <a:lnTo>
                          <a:pt x="52" y="187"/>
                        </a:lnTo>
                        <a:lnTo>
                          <a:pt x="62" y="171"/>
                        </a:lnTo>
                        <a:lnTo>
                          <a:pt x="75" y="162"/>
                        </a:lnTo>
                        <a:lnTo>
                          <a:pt x="70" y="146"/>
                        </a:lnTo>
                        <a:lnTo>
                          <a:pt x="89" y="132"/>
                        </a:lnTo>
                        <a:lnTo>
                          <a:pt x="101" y="113"/>
                        </a:lnTo>
                        <a:lnTo>
                          <a:pt x="108" y="92"/>
                        </a:lnTo>
                        <a:lnTo>
                          <a:pt x="126" y="82"/>
                        </a:lnTo>
                        <a:lnTo>
                          <a:pt x="143" y="68"/>
                        </a:lnTo>
                        <a:lnTo>
                          <a:pt x="153" y="48"/>
                        </a:lnTo>
                        <a:lnTo>
                          <a:pt x="162" y="24"/>
                        </a:lnTo>
                        <a:lnTo>
                          <a:pt x="164" y="0"/>
                        </a:lnTo>
                        <a:lnTo>
                          <a:pt x="132" y="32"/>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9" name="Freeform 321"/>
                  <p:cNvSpPr/>
                  <p:nvPr/>
                </p:nvSpPr>
                <p:spPr bwMode="auto">
                  <a:xfrm>
                    <a:off x="2770" y="3015"/>
                    <a:ext cx="27" cy="45"/>
                  </a:xfrm>
                  <a:custGeom>
                    <a:avLst/>
                    <a:gdLst>
                      <a:gd name="T0" fmla="*/ 0 w 191"/>
                      <a:gd name="T1" fmla="*/ 278 h 358"/>
                      <a:gd name="T2" fmla="*/ 67 w 191"/>
                      <a:gd name="T3" fmla="*/ 199 h 358"/>
                      <a:gd name="T4" fmla="*/ 84 w 191"/>
                      <a:gd name="T5" fmla="*/ 159 h 358"/>
                      <a:gd name="T6" fmla="*/ 92 w 191"/>
                      <a:gd name="T7" fmla="*/ 126 h 358"/>
                      <a:gd name="T8" fmla="*/ 103 w 191"/>
                      <a:gd name="T9" fmla="*/ 80 h 358"/>
                      <a:gd name="T10" fmla="*/ 109 w 191"/>
                      <a:gd name="T11" fmla="*/ 37 h 358"/>
                      <a:gd name="T12" fmla="*/ 110 w 191"/>
                      <a:gd name="T13" fmla="*/ 0 h 358"/>
                      <a:gd name="T14" fmla="*/ 127 w 191"/>
                      <a:gd name="T15" fmla="*/ 30 h 358"/>
                      <a:gd name="T16" fmla="*/ 138 w 191"/>
                      <a:gd name="T17" fmla="*/ 60 h 358"/>
                      <a:gd name="T18" fmla="*/ 142 w 191"/>
                      <a:gd name="T19" fmla="*/ 89 h 358"/>
                      <a:gd name="T20" fmla="*/ 144 w 191"/>
                      <a:gd name="T21" fmla="*/ 114 h 358"/>
                      <a:gd name="T22" fmla="*/ 166 w 191"/>
                      <a:gd name="T23" fmla="*/ 118 h 358"/>
                      <a:gd name="T24" fmla="*/ 180 w 191"/>
                      <a:gd name="T25" fmla="*/ 125 h 358"/>
                      <a:gd name="T26" fmla="*/ 187 w 191"/>
                      <a:gd name="T27" fmla="*/ 139 h 358"/>
                      <a:gd name="T28" fmla="*/ 191 w 191"/>
                      <a:gd name="T29" fmla="*/ 155 h 358"/>
                      <a:gd name="T30" fmla="*/ 189 w 191"/>
                      <a:gd name="T31" fmla="*/ 172 h 358"/>
                      <a:gd name="T32" fmla="*/ 178 w 191"/>
                      <a:gd name="T33" fmla="*/ 193 h 358"/>
                      <a:gd name="T34" fmla="*/ 156 w 191"/>
                      <a:gd name="T35" fmla="*/ 225 h 358"/>
                      <a:gd name="T36" fmla="*/ 122 w 191"/>
                      <a:gd name="T37" fmla="*/ 267 h 358"/>
                      <a:gd name="T38" fmla="*/ 37 w 191"/>
                      <a:gd name="T39" fmla="*/ 358 h 358"/>
                      <a:gd name="T40" fmla="*/ 0 w 191"/>
                      <a:gd name="T41" fmla="*/ 278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1" h="358">
                        <a:moveTo>
                          <a:pt x="0" y="278"/>
                        </a:moveTo>
                        <a:lnTo>
                          <a:pt x="67" y="199"/>
                        </a:lnTo>
                        <a:lnTo>
                          <a:pt x="84" y="159"/>
                        </a:lnTo>
                        <a:lnTo>
                          <a:pt x="92" y="126"/>
                        </a:lnTo>
                        <a:lnTo>
                          <a:pt x="103" y="80"/>
                        </a:lnTo>
                        <a:lnTo>
                          <a:pt x="109" y="37"/>
                        </a:lnTo>
                        <a:lnTo>
                          <a:pt x="110" y="0"/>
                        </a:lnTo>
                        <a:lnTo>
                          <a:pt x="127" y="30"/>
                        </a:lnTo>
                        <a:lnTo>
                          <a:pt x="138" y="60"/>
                        </a:lnTo>
                        <a:lnTo>
                          <a:pt x="142" y="89"/>
                        </a:lnTo>
                        <a:lnTo>
                          <a:pt x="144" y="114"/>
                        </a:lnTo>
                        <a:lnTo>
                          <a:pt x="166" y="118"/>
                        </a:lnTo>
                        <a:lnTo>
                          <a:pt x="180" y="125"/>
                        </a:lnTo>
                        <a:lnTo>
                          <a:pt x="187" y="139"/>
                        </a:lnTo>
                        <a:lnTo>
                          <a:pt x="191" y="155"/>
                        </a:lnTo>
                        <a:lnTo>
                          <a:pt x="189" y="172"/>
                        </a:lnTo>
                        <a:lnTo>
                          <a:pt x="178" y="193"/>
                        </a:lnTo>
                        <a:lnTo>
                          <a:pt x="156" y="225"/>
                        </a:lnTo>
                        <a:lnTo>
                          <a:pt x="122" y="267"/>
                        </a:lnTo>
                        <a:lnTo>
                          <a:pt x="37" y="358"/>
                        </a:lnTo>
                        <a:lnTo>
                          <a:pt x="0" y="27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0" name="Freeform 322"/>
                  <p:cNvSpPr/>
                  <p:nvPr/>
                </p:nvSpPr>
                <p:spPr bwMode="auto">
                  <a:xfrm>
                    <a:off x="2784" y="3047"/>
                    <a:ext cx="24" cy="25"/>
                  </a:xfrm>
                  <a:custGeom>
                    <a:avLst/>
                    <a:gdLst>
                      <a:gd name="T0" fmla="*/ 13 w 168"/>
                      <a:gd name="T1" fmla="*/ 0 h 196"/>
                      <a:gd name="T2" fmla="*/ 168 w 168"/>
                      <a:gd name="T3" fmla="*/ 166 h 196"/>
                      <a:gd name="T4" fmla="*/ 168 w 168"/>
                      <a:gd name="T5" fmla="*/ 196 h 196"/>
                      <a:gd name="T6" fmla="*/ 0 w 168"/>
                      <a:gd name="T7" fmla="*/ 10 h 196"/>
                      <a:gd name="T8" fmla="*/ 13 w 168"/>
                      <a:gd name="T9" fmla="*/ 0 h 196"/>
                    </a:gdLst>
                    <a:ahLst/>
                    <a:cxnLst>
                      <a:cxn ang="0">
                        <a:pos x="T0" y="T1"/>
                      </a:cxn>
                      <a:cxn ang="0">
                        <a:pos x="T2" y="T3"/>
                      </a:cxn>
                      <a:cxn ang="0">
                        <a:pos x="T4" y="T5"/>
                      </a:cxn>
                      <a:cxn ang="0">
                        <a:pos x="T6" y="T7"/>
                      </a:cxn>
                      <a:cxn ang="0">
                        <a:pos x="T8" y="T9"/>
                      </a:cxn>
                    </a:cxnLst>
                    <a:rect l="0" t="0" r="r" b="b"/>
                    <a:pathLst>
                      <a:path w="168" h="196">
                        <a:moveTo>
                          <a:pt x="13" y="0"/>
                        </a:moveTo>
                        <a:lnTo>
                          <a:pt x="168" y="166"/>
                        </a:lnTo>
                        <a:lnTo>
                          <a:pt x="168" y="196"/>
                        </a:lnTo>
                        <a:lnTo>
                          <a:pt x="0" y="10"/>
                        </a:lnTo>
                        <a:lnTo>
                          <a:pt x="13" y="0"/>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1" name="Freeform 323"/>
                  <p:cNvSpPr/>
                  <p:nvPr/>
                </p:nvSpPr>
                <p:spPr bwMode="auto">
                  <a:xfrm>
                    <a:off x="2714" y="2977"/>
                    <a:ext cx="36" cy="50"/>
                  </a:xfrm>
                  <a:custGeom>
                    <a:avLst/>
                    <a:gdLst>
                      <a:gd name="T0" fmla="*/ 20 w 248"/>
                      <a:gd name="T1" fmla="*/ 403 h 403"/>
                      <a:gd name="T2" fmla="*/ 24 w 248"/>
                      <a:gd name="T3" fmla="*/ 358 h 403"/>
                      <a:gd name="T4" fmla="*/ 32 w 248"/>
                      <a:gd name="T5" fmla="*/ 317 h 403"/>
                      <a:gd name="T6" fmla="*/ 41 w 248"/>
                      <a:gd name="T7" fmla="*/ 288 h 403"/>
                      <a:gd name="T8" fmla="*/ 54 w 248"/>
                      <a:gd name="T9" fmla="*/ 264 h 403"/>
                      <a:gd name="T10" fmla="*/ 75 w 248"/>
                      <a:gd name="T11" fmla="*/ 234 h 403"/>
                      <a:gd name="T12" fmla="*/ 103 w 248"/>
                      <a:gd name="T13" fmla="*/ 207 h 403"/>
                      <a:gd name="T14" fmla="*/ 131 w 248"/>
                      <a:gd name="T15" fmla="*/ 188 h 403"/>
                      <a:gd name="T16" fmla="*/ 164 w 248"/>
                      <a:gd name="T17" fmla="*/ 162 h 403"/>
                      <a:gd name="T18" fmla="*/ 185 w 248"/>
                      <a:gd name="T19" fmla="*/ 136 h 403"/>
                      <a:gd name="T20" fmla="*/ 199 w 248"/>
                      <a:gd name="T21" fmla="*/ 110 h 403"/>
                      <a:gd name="T22" fmla="*/ 196 w 248"/>
                      <a:gd name="T23" fmla="*/ 82 h 403"/>
                      <a:gd name="T24" fmla="*/ 203 w 248"/>
                      <a:gd name="T25" fmla="*/ 53 h 403"/>
                      <a:gd name="T26" fmla="*/ 218 w 248"/>
                      <a:gd name="T27" fmla="*/ 26 h 403"/>
                      <a:gd name="T28" fmla="*/ 228 w 248"/>
                      <a:gd name="T29" fmla="*/ 13 h 403"/>
                      <a:gd name="T30" fmla="*/ 248 w 248"/>
                      <a:gd name="T31" fmla="*/ 2 h 403"/>
                      <a:gd name="T32" fmla="*/ 235 w 248"/>
                      <a:gd name="T33" fmla="*/ 0 h 403"/>
                      <a:gd name="T34" fmla="*/ 223 w 248"/>
                      <a:gd name="T35" fmla="*/ 2 h 403"/>
                      <a:gd name="T36" fmla="*/ 200 w 248"/>
                      <a:gd name="T37" fmla="*/ 9 h 403"/>
                      <a:gd name="T38" fmla="*/ 181 w 248"/>
                      <a:gd name="T39" fmla="*/ 21 h 403"/>
                      <a:gd name="T40" fmla="*/ 166 w 248"/>
                      <a:gd name="T41" fmla="*/ 40 h 403"/>
                      <a:gd name="T42" fmla="*/ 153 w 248"/>
                      <a:gd name="T43" fmla="*/ 65 h 403"/>
                      <a:gd name="T44" fmla="*/ 133 w 248"/>
                      <a:gd name="T45" fmla="*/ 93 h 403"/>
                      <a:gd name="T46" fmla="*/ 114 w 248"/>
                      <a:gd name="T47" fmla="*/ 115 h 403"/>
                      <a:gd name="T48" fmla="*/ 88 w 248"/>
                      <a:gd name="T49" fmla="*/ 132 h 403"/>
                      <a:gd name="T50" fmla="*/ 57 w 248"/>
                      <a:gd name="T51" fmla="*/ 143 h 403"/>
                      <a:gd name="T52" fmla="*/ 53 w 248"/>
                      <a:gd name="T53" fmla="*/ 186 h 403"/>
                      <a:gd name="T54" fmla="*/ 50 w 248"/>
                      <a:gd name="T55" fmla="*/ 225 h 403"/>
                      <a:gd name="T56" fmla="*/ 23 w 248"/>
                      <a:gd name="T57" fmla="*/ 263 h 403"/>
                      <a:gd name="T58" fmla="*/ 9 w 248"/>
                      <a:gd name="T59" fmla="*/ 294 h 403"/>
                      <a:gd name="T60" fmla="*/ 0 w 248"/>
                      <a:gd name="T61" fmla="*/ 337 h 403"/>
                      <a:gd name="T62" fmla="*/ 6 w 248"/>
                      <a:gd name="T63" fmla="*/ 368 h 403"/>
                      <a:gd name="T64" fmla="*/ 20 w 248"/>
                      <a:gd name="T65" fmla="*/ 403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8" h="403">
                        <a:moveTo>
                          <a:pt x="20" y="403"/>
                        </a:moveTo>
                        <a:lnTo>
                          <a:pt x="24" y="358"/>
                        </a:lnTo>
                        <a:lnTo>
                          <a:pt x="32" y="317"/>
                        </a:lnTo>
                        <a:lnTo>
                          <a:pt x="41" y="288"/>
                        </a:lnTo>
                        <a:lnTo>
                          <a:pt x="54" y="264"/>
                        </a:lnTo>
                        <a:lnTo>
                          <a:pt x="75" y="234"/>
                        </a:lnTo>
                        <a:lnTo>
                          <a:pt x="103" y="207"/>
                        </a:lnTo>
                        <a:lnTo>
                          <a:pt x="131" y="188"/>
                        </a:lnTo>
                        <a:lnTo>
                          <a:pt x="164" y="162"/>
                        </a:lnTo>
                        <a:lnTo>
                          <a:pt x="185" y="136"/>
                        </a:lnTo>
                        <a:lnTo>
                          <a:pt x="199" y="110"/>
                        </a:lnTo>
                        <a:lnTo>
                          <a:pt x="196" y="82"/>
                        </a:lnTo>
                        <a:lnTo>
                          <a:pt x="203" y="53"/>
                        </a:lnTo>
                        <a:lnTo>
                          <a:pt x="218" y="26"/>
                        </a:lnTo>
                        <a:lnTo>
                          <a:pt x="228" y="13"/>
                        </a:lnTo>
                        <a:lnTo>
                          <a:pt x="248" y="2"/>
                        </a:lnTo>
                        <a:lnTo>
                          <a:pt x="235" y="0"/>
                        </a:lnTo>
                        <a:lnTo>
                          <a:pt x="223" y="2"/>
                        </a:lnTo>
                        <a:lnTo>
                          <a:pt x="200" y="9"/>
                        </a:lnTo>
                        <a:lnTo>
                          <a:pt x="181" y="21"/>
                        </a:lnTo>
                        <a:lnTo>
                          <a:pt x="166" y="40"/>
                        </a:lnTo>
                        <a:lnTo>
                          <a:pt x="153" y="65"/>
                        </a:lnTo>
                        <a:lnTo>
                          <a:pt x="133" y="93"/>
                        </a:lnTo>
                        <a:lnTo>
                          <a:pt x="114" y="115"/>
                        </a:lnTo>
                        <a:lnTo>
                          <a:pt x="88" y="132"/>
                        </a:lnTo>
                        <a:lnTo>
                          <a:pt x="57" y="143"/>
                        </a:lnTo>
                        <a:lnTo>
                          <a:pt x="53" y="186"/>
                        </a:lnTo>
                        <a:lnTo>
                          <a:pt x="50" y="225"/>
                        </a:lnTo>
                        <a:lnTo>
                          <a:pt x="23" y="263"/>
                        </a:lnTo>
                        <a:lnTo>
                          <a:pt x="9" y="294"/>
                        </a:lnTo>
                        <a:lnTo>
                          <a:pt x="0" y="337"/>
                        </a:lnTo>
                        <a:lnTo>
                          <a:pt x="6" y="368"/>
                        </a:lnTo>
                        <a:lnTo>
                          <a:pt x="20" y="403"/>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2" name="Freeform 324"/>
                  <p:cNvSpPr/>
                  <p:nvPr/>
                </p:nvSpPr>
                <p:spPr bwMode="auto">
                  <a:xfrm>
                    <a:off x="2713" y="3014"/>
                    <a:ext cx="18" cy="84"/>
                  </a:xfrm>
                  <a:custGeom>
                    <a:avLst/>
                    <a:gdLst>
                      <a:gd name="T0" fmla="*/ 129 w 129"/>
                      <a:gd name="T1" fmla="*/ 669 h 669"/>
                      <a:gd name="T2" fmla="*/ 112 w 129"/>
                      <a:gd name="T3" fmla="*/ 633 h 669"/>
                      <a:gd name="T4" fmla="*/ 103 w 129"/>
                      <a:gd name="T5" fmla="*/ 600 h 669"/>
                      <a:gd name="T6" fmla="*/ 99 w 129"/>
                      <a:gd name="T7" fmla="*/ 573 h 669"/>
                      <a:gd name="T8" fmla="*/ 83 w 129"/>
                      <a:gd name="T9" fmla="*/ 554 h 669"/>
                      <a:gd name="T10" fmla="*/ 75 w 129"/>
                      <a:gd name="T11" fmla="*/ 536 h 669"/>
                      <a:gd name="T12" fmla="*/ 68 w 129"/>
                      <a:gd name="T13" fmla="*/ 509 h 669"/>
                      <a:gd name="T14" fmla="*/ 70 w 129"/>
                      <a:gd name="T15" fmla="*/ 487 h 669"/>
                      <a:gd name="T16" fmla="*/ 75 w 129"/>
                      <a:gd name="T17" fmla="*/ 470 h 669"/>
                      <a:gd name="T18" fmla="*/ 63 w 129"/>
                      <a:gd name="T19" fmla="*/ 439 h 669"/>
                      <a:gd name="T20" fmla="*/ 58 w 129"/>
                      <a:gd name="T21" fmla="*/ 406 h 669"/>
                      <a:gd name="T22" fmla="*/ 60 w 129"/>
                      <a:gd name="T23" fmla="*/ 374 h 669"/>
                      <a:gd name="T24" fmla="*/ 69 w 129"/>
                      <a:gd name="T25" fmla="*/ 343 h 669"/>
                      <a:gd name="T26" fmla="*/ 83 w 129"/>
                      <a:gd name="T27" fmla="*/ 335 h 669"/>
                      <a:gd name="T28" fmla="*/ 94 w 129"/>
                      <a:gd name="T29" fmla="*/ 325 h 669"/>
                      <a:gd name="T30" fmla="*/ 99 w 129"/>
                      <a:gd name="T31" fmla="*/ 301 h 669"/>
                      <a:gd name="T32" fmla="*/ 98 w 129"/>
                      <a:gd name="T33" fmla="*/ 277 h 669"/>
                      <a:gd name="T34" fmla="*/ 94 w 129"/>
                      <a:gd name="T35" fmla="*/ 253 h 669"/>
                      <a:gd name="T36" fmla="*/ 106 w 129"/>
                      <a:gd name="T37" fmla="*/ 229 h 669"/>
                      <a:gd name="T38" fmla="*/ 112 w 129"/>
                      <a:gd name="T39" fmla="*/ 210 h 669"/>
                      <a:gd name="T40" fmla="*/ 106 w 129"/>
                      <a:gd name="T41" fmla="*/ 186 h 669"/>
                      <a:gd name="T42" fmla="*/ 94 w 129"/>
                      <a:gd name="T43" fmla="*/ 162 h 669"/>
                      <a:gd name="T44" fmla="*/ 81 w 129"/>
                      <a:gd name="T45" fmla="*/ 144 h 669"/>
                      <a:gd name="T46" fmla="*/ 88 w 129"/>
                      <a:gd name="T47" fmla="*/ 111 h 669"/>
                      <a:gd name="T48" fmla="*/ 94 w 129"/>
                      <a:gd name="T49" fmla="*/ 73 h 669"/>
                      <a:gd name="T50" fmla="*/ 90 w 129"/>
                      <a:gd name="T51" fmla="*/ 48 h 669"/>
                      <a:gd name="T52" fmla="*/ 93 w 129"/>
                      <a:gd name="T53" fmla="*/ 24 h 669"/>
                      <a:gd name="T54" fmla="*/ 99 w 129"/>
                      <a:gd name="T55" fmla="*/ 0 h 669"/>
                      <a:gd name="T56" fmla="*/ 80 w 129"/>
                      <a:gd name="T57" fmla="*/ 6 h 669"/>
                      <a:gd name="T58" fmla="*/ 65 w 129"/>
                      <a:gd name="T59" fmla="*/ 15 h 669"/>
                      <a:gd name="T60" fmla="*/ 51 w 129"/>
                      <a:gd name="T61" fmla="*/ 34 h 669"/>
                      <a:gd name="T62" fmla="*/ 44 w 129"/>
                      <a:gd name="T63" fmla="*/ 55 h 669"/>
                      <a:gd name="T64" fmla="*/ 42 w 129"/>
                      <a:gd name="T65" fmla="*/ 38 h 669"/>
                      <a:gd name="T66" fmla="*/ 35 w 129"/>
                      <a:gd name="T67" fmla="*/ 23 h 669"/>
                      <a:gd name="T68" fmla="*/ 26 w 129"/>
                      <a:gd name="T69" fmla="*/ 11 h 669"/>
                      <a:gd name="T70" fmla="*/ 17 w 129"/>
                      <a:gd name="T71" fmla="*/ 1 h 669"/>
                      <a:gd name="T72" fmla="*/ 11 w 129"/>
                      <a:gd name="T73" fmla="*/ 18 h 669"/>
                      <a:gd name="T74" fmla="*/ 3 w 129"/>
                      <a:gd name="T75" fmla="*/ 43 h 669"/>
                      <a:gd name="T76" fmla="*/ 0 w 129"/>
                      <a:gd name="T77" fmla="*/ 60 h 669"/>
                      <a:gd name="T78" fmla="*/ 16 w 129"/>
                      <a:gd name="T79" fmla="*/ 91 h 669"/>
                      <a:gd name="T80" fmla="*/ 25 w 129"/>
                      <a:gd name="T81" fmla="*/ 127 h 669"/>
                      <a:gd name="T82" fmla="*/ 27 w 129"/>
                      <a:gd name="T83" fmla="*/ 151 h 669"/>
                      <a:gd name="T84" fmla="*/ 31 w 129"/>
                      <a:gd name="T85" fmla="*/ 180 h 669"/>
                      <a:gd name="T86" fmla="*/ 38 w 129"/>
                      <a:gd name="T87" fmla="*/ 207 h 669"/>
                      <a:gd name="T88" fmla="*/ 49 w 129"/>
                      <a:gd name="T89" fmla="*/ 240 h 669"/>
                      <a:gd name="T90" fmla="*/ 52 w 129"/>
                      <a:gd name="T91" fmla="*/ 264 h 669"/>
                      <a:gd name="T92" fmla="*/ 49 w 129"/>
                      <a:gd name="T93" fmla="*/ 288 h 669"/>
                      <a:gd name="T94" fmla="*/ 37 w 129"/>
                      <a:gd name="T95" fmla="*/ 343 h 669"/>
                      <a:gd name="T96" fmla="*/ 31 w 129"/>
                      <a:gd name="T97" fmla="*/ 381 h 669"/>
                      <a:gd name="T98" fmla="*/ 29 w 129"/>
                      <a:gd name="T99" fmla="*/ 422 h 669"/>
                      <a:gd name="T100" fmla="*/ 34 w 129"/>
                      <a:gd name="T101" fmla="*/ 456 h 669"/>
                      <a:gd name="T102" fmla="*/ 44 w 129"/>
                      <a:gd name="T103" fmla="*/ 495 h 669"/>
                      <a:gd name="T104" fmla="*/ 34 w 129"/>
                      <a:gd name="T105" fmla="*/ 534 h 669"/>
                      <a:gd name="T106" fmla="*/ 37 w 129"/>
                      <a:gd name="T107" fmla="*/ 563 h 669"/>
                      <a:gd name="T108" fmla="*/ 46 w 129"/>
                      <a:gd name="T109" fmla="*/ 588 h 669"/>
                      <a:gd name="T110" fmla="*/ 61 w 129"/>
                      <a:gd name="T111" fmla="*/ 610 h 669"/>
                      <a:gd name="T112" fmla="*/ 79 w 129"/>
                      <a:gd name="T113" fmla="*/ 632 h 669"/>
                      <a:gd name="T114" fmla="*/ 111 w 129"/>
                      <a:gd name="T115" fmla="*/ 657 h 669"/>
                      <a:gd name="T116" fmla="*/ 129 w 129"/>
                      <a:gd name="T117" fmla="*/ 669 h 6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9" h="669">
                        <a:moveTo>
                          <a:pt x="129" y="669"/>
                        </a:moveTo>
                        <a:lnTo>
                          <a:pt x="112" y="633"/>
                        </a:lnTo>
                        <a:lnTo>
                          <a:pt x="103" y="600"/>
                        </a:lnTo>
                        <a:lnTo>
                          <a:pt x="99" y="573"/>
                        </a:lnTo>
                        <a:lnTo>
                          <a:pt x="83" y="554"/>
                        </a:lnTo>
                        <a:lnTo>
                          <a:pt x="75" y="536"/>
                        </a:lnTo>
                        <a:lnTo>
                          <a:pt x="68" y="509"/>
                        </a:lnTo>
                        <a:lnTo>
                          <a:pt x="70" y="487"/>
                        </a:lnTo>
                        <a:lnTo>
                          <a:pt x="75" y="470"/>
                        </a:lnTo>
                        <a:lnTo>
                          <a:pt x="63" y="439"/>
                        </a:lnTo>
                        <a:lnTo>
                          <a:pt x="58" y="406"/>
                        </a:lnTo>
                        <a:lnTo>
                          <a:pt x="60" y="374"/>
                        </a:lnTo>
                        <a:lnTo>
                          <a:pt x="69" y="343"/>
                        </a:lnTo>
                        <a:lnTo>
                          <a:pt x="83" y="335"/>
                        </a:lnTo>
                        <a:lnTo>
                          <a:pt x="94" y="325"/>
                        </a:lnTo>
                        <a:lnTo>
                          <a:pt x="99" y="301"/>
                        </a:lnTo>
                        <a:lnTo>
                          <a:pt x="98" y="277"/>
                        </a:lnTo>
                        <a:lnTo>
                          <a:pt x="94" y="253"/>
                        </a:lnTo>
                        <a:lnTo>
                          <a:pt x="106" y="229"/>
                        </a:lnTo>
                        <a:lnTo>
                          <a:pt x="112" y="210"/>
                        </a:lnTo>
                        <a:lnTo>
                          <a:pt x="106" y="186"/>
                        </a:lnTo>
                        <a:lnTo>
                          <a:pt x="94" y="162"/>
                        </a:lnTo>
                        <a:lnTo>
                          <a:pt x="81" y="144"/>
                        </a:lnTo>
                        <a:lnTo>
                          <a:pt x="88" y="111"/>
                        </a:lnTo>
                        <a:lnTo>
                          <a:pt x="94" y="73"/>
                        </a:lnTo>
                        <a:lnTo>
                          <a:pt x="90" y="48"/>
                        </a:lnTo>
                        <a:lnTo>
                          <a:pt x="93" y="24"/>
                        </a:lnTo>
                        <a:lnTo>
                          <a:pt x="99" y="0"/>
                        </a:lnTo>
                        <a:lnTo>
                          <a:pt x="80" y="6"/>
                        </a:lnTo>
                        <a:lnTo>
                          <a:pt x="65" y="15"/>
                        </a:lnTo>
                        <a:lnTo>
                          <a:pt x="51" y="34"/>
                        </a:lnTo>
                        <a:lnTo>
                          <a:pt x="44" y="55"/>
                        </a:lnTo>
                        <a:lnTo>
                          <a:pt x="42" y="38"/>
                        </a:lnTo>
                        <a:lnTo>
                          <a:pt x="35" y="23"/>
                        </a:lnTo>
                        <a:lnTo>
                          <a:pt x="26" y="11"/>
                        </a:lnTo>
                        <a:lnTo>
                          <a:pt x="17" y="1"/>
                        </a:lnTo>
                        <a:lnTo>
                          <a:pt x="11" y="18"/>
                        </a:lnTo>
                        <a:lnTo>
                          <a:pt x="3" y="43"/>
                        </a:lnTo>
                        <a:lnTo>
                          <a:pt x="0" y="60"/>
                        </a:lnTo>
                        <a:lnTo>
                          <a:pt x="16" y="91"/>
                        </a:lnTo>
                        <a:lnTo>
                          <a:pt x="25" y="127"/>
                        </a:lnTo>
                        <a:lnTo>
                          <a:pt x="27" y="151"/>
                        </a:lnTo>
                        <a:lnTo>
                          <a:pt x="31" y="180"/>
                        </a:lnTo>
                        <a:lnTo>
                          <a:pt x="38" y="207"/>
                        </a:lnTo>
                        <a:lnTo>
                          <a:pt x="49" y="240"/>
                        </a:lnTo>
                        <a:lnTo>
                          <a:pt x="52" y="264"/>
                        </a:lnTo>
                        <a:lnTo>
                          <a:pt x="49" y="288"/>
                        </a:lnTo>
                        <a:lnTo>
                          <a:pt x="37" y="343"/>
                        </a:lnTo>
                        <a:lnTo>
                          <a:pt x="31" y="381"/>
                        </a:lnTo>
                        <a:lnTo>
                          <a:pt x="29" y="422"/>
                        </a:lnTo>
                        <a:lnTo>
                          <a:pt x="34" y="456"/>
                        </a:lnTo>
                        <a:lnTo>
                          <a:pt x="44" y="495"/>
                        </a:lnTo>
                        <a:lnTo>
                          <a:pt x="34" y="534"/>
                        </a:lnTo>
                        <a:lnTo>
                          <a:pt x="37" y="563"/>
                        </a:lnTo>
                        <a:lnTo>
                          <a:pt x="46" y="588"/>
                        </a:lnTo>
                        <a:lnTo>
                          <a:pt x="61" y="610"/>
                        </a:lnTo>
                        <a:lnTo>
                          <a:pt x="79" y="632"/>
                        </a:lnTo>
                        <a:lnTo>
                          <a:pt x="111" y="657"/>
                        </a:lnTo>
                        <a:lnTo>
                          <a:pt x="129" y="669"/>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3" name="Freeform 325"/>
                  <p:cNvSpPr/>
                  <p:nvPr/>
                </p:nvSpPr>
                <p:spPr bwMode="auto">
                  <a:xfrm>
                    <a:off x="2721" y="3067"/>
                    <a:ext cx="41" cy="12"/>
                  </a:xfrm>
                  <a:custGeom>
                    <a:avLst/>
                    <a:gdLst>
                      <a:gd name="T0" fmla="*/ 0 w 286"/>
                      <a:gd name="T1" fmla="*/ 0 h 95"/>
                      <a:gd name="T2" fmla="*/ 22 w 286"/>
                      <a:gd name="T3" fmla="*/ 12 h 95"/>
                      <a:gd name="T4" fmla="*/ 51 w 286"/>
                      <a:gd name="T5" fmla="*/ 26 h 95"/>
                      <a:gd name="T6" fmla="*/ 82 w 286"/>
                      <a:gd name="T7" fmla="*/ 39 h 95"/>
                      <a:gd name="T8" fmla="*/ 108 w 286"/>
                      <a:gd name="T9" fmla="*/ 46 h 95"/>
                      <a:gd name="T10" fmla="*/ 142 w 286"/>
                      <a:gd name="T11" fmla="*/ 53 h 95"/>
                      <a:gd name="T12" fmla="*/ 174 w 286"/>
                      <a:gd name="T13" fmla="*/ 50 h 95"/>
                      <a:gd name="T14" fmla="*/ 208 w 286"/>
                      <a:gd name="T15" fmla="*/ 53 h 95"/>
                      <a:gd name="T16" fmla="*/ 237 w 286"/>
                      <a:gd name="T17" fmla="*/ 56 h 95"/>
                      <a:gd name="T18" fmla="*/ 269 w 286"/>
                      <a:gd name="T19" fmla="*/ 67 h 95"/>
                      <a:gd name="T20" fmla="*/ 279 w 286"/>
                      <a:gd name="T21" fmla="*/ 72 h 95"/>
                      <a:gd name="T22" fmla="*/ 286 w 286"/>
                      <a:gd name="T23" fmla="*/ 85 h 95"/>
                      <a:gd name="T24" fmla="*/ 258 w 286"/>
                      <a:gd name="T25" fmla="*/ 91 h 95"/>
                      <a:gd name="T26" fmla="*/ 223 w 286"/>
                      <a:gd name="T27" fmla="*/ 95 h 95"/>
                      <a:gd name="T28" fmla="*/ 185 w 286"/>
                      <a:gd name="T29" fmla="*/ 92 h 95"/>
                      <a:gd name="T30" fmla="*/ 143 w 286"/>
                      <a:gd name="T31" fmla="*/ 87 h 95"/>
                      <a:gd name="T32" fmla="*/ 100 w 286"/>
                      <a:gd name="T33" fmla="*/ 78 h 95"/>
                      <a:gd name="T34" fmla="*/ 71 w 286"/>
                      <a:gd name="T35" fmla="*/ 67 h 95"/>
                      <a:gd name="T36" fmla="*/ 42 w 286"/>
                      <a:gd name="T37" fmla="*/ 47 h 95"/>
                      <a:gd name="T38" fmla="*/ 22 w 286"/>
                      <a:gd name="T39" fmla="*/ 30 h 95"/>
                      <a:gd name="T40" fmla="*/ 0 w 286"/>
                      <a:gd name="T41"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6" h="95">
                        <a:moveTo>
                          <a:pt x="0" y="0"/>
                        </a:moveTo>
                        <a:lnTo>
                          <a:pt x="22" y="12"/>
                        </a:lnTo>
                        <a:lnTo>
                          <a:pt x="51" y="26"/>
                        </a:lnTo>
                        <a:lnTo>
                          <a:pt x="82" y="39"/>
                        </a:lnTo>
                        <a:lnTo>
                          <a:pt x="108" y="46"/>
                        </a:lnTo>
                        <a:lnTo>
                          <a:pt x="142" y="53"/>
                        </a:lnTo>
                        <a:lnTo>
                          <a:pt x="174" y="50"/>
                        </a:lnTo>
                        <a:lnTo>
                          <a:pt x="208" y="53"/>
                        </a:lnTo>
                        <a:lnTo>
                          <a:pt x="237" y="56"/>
                        </a:lnTo>
                        <a:lnTo>
                          <a:pt x="269" y="67"/>
                        </a:lnTo>
                        <a:lnTo>
                          <a:pt x="279" y="72"/>
                        </a:lnTo>
                        <a:lnTo>
                          <a:pt x="286" y="85"/>
                        </a:lnTo>
                        <a:lnTo>
                          <a:pt x="258" y="91"/>
                        </a:lnTo>
                        <a:lnTo>
                          <a:pt x="223" y="95"/>
                        </a:lnTo>
                        <a:lnTo>
                          <a:pt x="185" y="92"/>
                        </a:lnTo>
                        <a:lnTo>
                          <a:pt x="143" y="87"/>
                        </a:lnTo>
                        <a:lnTo>
                          <a:pt x="100" y="78"/>
                        </a:lnTo>
                        <a:lnTo>
                          <a:pt x="71" y="67"/>
                        </a:lnTo>
                        <a:lnTo>
                          <a:pt x="42" y="47"/>
                        </a:lnTo>
                        <a:lnTo>
                          <a:pt x="22" y="30"/>
                        </a:lnTo>
                        <a:lnTo>
                          <a:pt x="0"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4" name="Freeform 326"/>
                  <p:cNvSpPr/>
                  <p:nvPr/>
                </p:nvSpPr>
                <p:spPr bwMode="auto">
                  <a:xfrm>
                    <a:off x="2757" y="3101"/>
                    <a:ext cx="51" cy="9"/>
                  </a:xfrm>
                  <a:custGeom>
                    <a:avLst/>
                    <a:gdLst>
                      <a:gd name="T0" fmla="*/ 0 w 361"/>
                      <a:gd name="T1" fmla="*/ 3 h 71"/>
                      <a:gd name="T2" fmla="*/ 37 w 361"/>
                      <a:gd name="T3" fmla="*/ 20 h 71"/>
                      <a:gd name="T4" fmla="*/ 66 w 361"/>
                      <a:gd name="T5" fmla="*/ 30 h 71"/>
                      <a:gd name="T6" fmla="*/ 99 w 361"/>
                      <a:gd name="T7" fmla="*/ 42 h 71"/>
                      <a:gd name="T8" fmla="*/ 138 w 361"/>
                      <a:gd name="T9" fmla="*/ 48 h 71"/>
                      <a:gd name="T10" fmla="*/ 182 w 361"/>
                      <a:gd name="T11" fmla="*/ 53 h 71"/>
                      <a:gd name="T12" fmla="*/ 225 w 361"/>
                      <a:gd name="T13" fmla="*/ 51 h 71"/>
                      <a:gd name="T14" fmla="*/ 256 w 361"/>
                      <a:gd name="T15" fmla="*/ 46 h 71"/>
                      <a:gd name="T16" fmla="*/ 290 w 361"/>
                      <a:gd name="T17" fmla="*/ 37 h 71"/>
                      <a:gd name="T18" fmla="*/ 313 w 361"/>
                      <a:gd name="T19" fmla="*/ 27 h 71"/>
                      <a:gd name="T20" fmla="*/ 335 w 361"/>
                      <a:gd name="T21" fmla="*/ 16 h 71"/>
                      <a:gd name="T22" fmla="*/ 361 w 361"/>
                      <a:gd name="T23" fmla="*/ 0 h 71"/>
                      <a:gd name="T24" fmla="*/ 352 w 361"/>
                      <a:gd name="T25" fmla="*/ 17 h 71"/>
                      <a:gd name="T26" fmla="*/ 329 w 361"/>
                      <a:gd name="T27" fmla="*/ 37 h 71"/>
                      <a:gd name="T28" fmla="*/ 302 w 361"/>
                      <a:gd name="T29" fmla="*/ 51 h 71"/>
                      <a:gd name="T30" fmla="*/ 271 w 361"/>
                      <a:gd name="T31" fmla="*/ 60 h 71"/>
                      <a:gd name="T32" fmla="*/ 237 w 361"/>
                      <a:gd name="T33" fmla="*/ 66 h 71"/>
                      <a:gd name="T34" fmla="*/ 206 w 361"/>
                      <a:gd name="T35" fmla="*/ 70 h 71"/>
                      <a:gd name="T36" fmla="*/ 174 w 361"/>
                      <a:gd name="T37" fmla="*/ 71 h 71"/>
                      <a:gd name="T38" fmla="*/ 140 w 361"/>
                      <a:gd name="T39" fmla="*/ 68 h 71"/>
                      <a:gd name="T40" fmla="*/ 109 w 361"/>
                      <a:gd name="T41" fmla="*/ 60 h 71"/>
                      <a:gd name="T42" fmla="*/ 81 w 361"/>
                      <a:gd name="T43" fmla="*/ 52 h 71"/>
                      <a:gd name="T44" fmla="*/ 50 w 361"/>
                      <a:gd name="T45" fmla="*/ 37 h 71"/>
                      <a:gd name="T46" fmla="*/ 22 w 361"/>
                      <a:gd name="T47" fmla="*/ 20 h 71"/>
                      <a:gd name="T48" fmla="*/ 0 w 361"/>
                      <a:gd name="T49" fmla="*/ 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1" h="71">
                        <a:moveTo>
                          <a:pt x="0" y="3"/>
                        </a:moveTo>
                        <a:lnTo>
                          <a:pt x="37" y="20"/>
                        </a:lnTo>
                        <a:lnTo>
                          <a:pt x="66" y="30"/>
                        </a:lnTo>
                        <a:lnTo>
                          <a:pt x="99" y="42"/>
                        </a:lnTo>
                        <a:lnTo>
                          <a:pt x="138" y="48"/>
                        </a:lnTo>
                        <a:lnTo>
                          <a:pt x="182" y="53"/>
                        </a:lnTo>
                        <a:lnTo>
                          <a:pt x="225" y="51"/>
                        </a:lnTo>
                        <a:lnTo>
                          <a:pt x="256" y="46"/>
                        </a:lnTo>
                        <a:lnTo>
                          <a:pt x="290" y="37"/>
                        </a:lnTo>
                        <a:lnTo>
                          <a:pt x="313" y="27"/>
                        </a:lnTo>
                        <a:lnTo>
                          <a:pt x="335" y="16"/>
                        </a:lnTo>
                        <a:lnTo>
                          <a:pt x="361" y="0"/>
                        </a:lnTo>
                        <a:lnTo>
                          <a:pt x="352" y="17"/>
                        </a:lnTo>
                        <a:lnTo>
                          <a:pt x="329" y="37"/>
                        </a:lnTo>
                        <a:lnTo>
                          <a:pt x="302" y="51"/>
                        </a:lnTo>
                        <a:lnTo>
                          <a:pt x="271" y="60"/>
                        </a:lnTo>
                        <a:lnTo>
                          <a:pt x="237" y="66"/>
                        </a:lnTo>
                        <a:lnTo>
                          <a:pt x="206" y="70"/>
                        </a:lnTo>
                        <a:lnTo>
                          <a:pt x="174" y="71"/>
                        </a:lnTo>
                        <a:lnTo>
                          <a:pt x="140" y="68"/>
                        </a:lnTo>
                        <a:lnTo>
                          <a:pt x="109" y="60"/>
                        </a:lnTo>
                        <a:lnTo>
                          <a:pt x="81" y="52"/>
                        </a:lnTo>
                        <a:lnTo>
                          <a:pt x="50" y="37"/>
                        </a:lnTo>
                        <a:lnTo>
                          <a:pt x="22" y="20"/>
                        </a:lnTo>
                        <a:lnTo>
                          <a:pt x="0" y="3"/>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5" name="Freeform 327"/>
                  <p:cNvSpPr/>
                  <p:nvPr/>
                </p:nvSpPr>
                <p:spPr bwMode="auto">
                  <a:xfrm>
                    <a:off x="2725" y="3092"/>
                    <a:ext cx="35" cy="7"/>
                  </a:xfrm>
                  <a:custGeom>
                    <a:avLst/>
                    <a:gdLst>
                      <a:gd name="T0" fmla="*/ 246 w 246"/>
                      <a:gd name="T1" fmla="*/ 23 h 55"/>
                      <a:gd name="T2" fmla="*/ 205 w 246"/>
                      <a:gd name="T3" fmla="*/ 44 h 55"/>
                      <a:gd name="T4" fmla="*/ 167 w 246"/>
                      <a:gd name="T5" fmla="*/ 54 h 55"/>
                      <a:gd name="T6" fmla="*/ 130 w 246"/>
                      <a:gd name="T7" fmla="*/ 55 h 55"/>
                      <a:gd name="T8" fmla="*/ 95 w 246"/>
                      <a:gd name="T9" fmla="*/ 48 h 55"/>
                      <a:gd name="T10" fmla="*/ 61 w 246"/>
                      <a:gd name="T11" fmla="*/ 36 h 55"/>
                      <a:gd name="T12" fmla="*/ 32 w 246"/>
                      <a:gd name="T13" fmla="*/ 23 h 55"/>
                      <a:gd name="T14" fmla="*/ 0 w 246"/>
                      <a:gd name="T15" fmla="*/ 0 h 55"/>
                      <a:gd name="T16" fmla="*/ 34 w 246"/>
                      <a:gd name="T17" fmla="*/ 13 h 55"/>
                      <a:gd name="T18" fmla="*/ 60 w 246"/>
                      <a:gd name="T19" fmla="*/ 20 h 55"/>
                      <a:gd name="T20" fmla="*/ 103 w 246"/>
                      <a:gd name="T21" fmla="*/ 30 h 55"/>
                      <a:gd name="T22" fmla="*/ 131 w 246"/>
                      <a:gd name="T23" fmla="*/ 34 h 55"/>
                      <a:gd name="T24" fmla="*/ 167 w 246"/>
                      <a:gd name="T25" fmla="*/ 36 h 55"/>
                      <a:gd name="T26" fmla="*/ 206 w 246"/>
                      <a:gd name="T27" fmla="*/ 33 h 55"/>
                      <a:gd name="T28" fmla="*/ 246 w 246"/>
                      <a:gd name="T29" fmla="*/ 2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6" h="55">
                        <a:moveTo>
                          <a:pt x="246" y="23"/>
                        </a:moveTo>
                        <a:lnTo>
                          <a:pt x="205" y="44"/>
                        </a:lnTo>
                        <a:lnTo>
                          <a:pt x="167" y="54"/>
                        </a:lnTo>
                        <a:lnTo>
                          <a:pt x="130" y="55"/>
                        </a:lnTo>
                        <a:lnTo>
                          <a:pt x="95" y="48"/>
                        </a:lnTo>
                        <a:lnTo>
                          <a:pt x="61" y="36"/>
                        </a:lnTo>
                        <a:lnTo>
                          <a:pt x="32" y="23"/>
                        </a:lnTo>
                        <a:lnTo>
                          <a:pt x="0" y="0"/>
                        </a:lnTo>
                        <a:lnTo>
                          <a:pt x="34" y="13"/>
                        </a:lnTo>
                        <a:lnTo>
                          <a:pt x="60" y="20"/>
                        </a:lnTo>
                        <a:lnTo>
                          <a:pt x="103" y="30"/>
                        </a:lnTo>
                        <a:lnTo>
                          <a:pt x="131" y="34"/>
                        </a:lnTo>
                        <a:lnTo>
                          <a:pt x="167" y="36"/>
                        </a:lnTo>
                        <a:lnTo>
                          <a:pt x="206" y="33"/>
                        </a:lnTo>
                        <a:lnTo>
                          <a:pt x="246" y="23"/>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6" name="Freeform 328"/>
                  <p:cNvSpPr/>
                  <p:nvPr/>
                </p:nvSpPr>
                <p:spPr bwMode="auto">
                  <a:xfrm>
                    <a:off x="2723" y="3078"/>
                    <a:ext cx="38" cy="16"/>
                  </a:xfrm>
                  <a:custGeom>
                    <a:avLst/>
                    <a:gdLst>
                      <a:gd name="T0" fmla="*/ 258 w 269"/>
                      <a:gd name="T1" fmla="*/ 14 h 134"/>
                      <a:gd name="T2" fmla="*/ 230 w 269"/>
                      <a:gd name="T3" fmla="*/ 20 h 134"/>
                      <a:gd name="T4" fmla="*/ 203 w 269"/>
                      <a:gd name="T5" fmla="*/ 26 h 134"/>
                      <a:gd name="T6" fmla="*/ 163 w 269"/>
                      <a:gd name="T7" fmla="*/ 30 h 134"/>
                      <a:gd name="T8" fmla="*/ 125 w 269"/>
                      <a:gd name="T9" fmla="*/ 29 h 134"/>
                      <a:gd name="T10" fmla="*/ 88 w 269"/>
                      <a:gd name="T11" fmla="*/ 24 h 134"/>
                      <a:gd name="T12" fmla="*/ 54 w 269"/>
                      <a:gd name="T13" fmla="*/ 19 h 134"/>
                      <a:gd name="T14" fmla="*/ 24 w 269"/>
                      <a:gd name="T15" fmla="*/ 12 h 134"/>
                      <a:gd name="T16" fmla="*/ 0 w 269"/>
                      <a:gd name="T17" fmla="*/ 0 h 134"/>
                      <a:gd name="T18" fmla="*/ 11 w 269"/>
                      <a:gd name="T19" fmla="*/ 24 h 134"/>
                      <a:gd name="T20" fmla="*/ 24 w 269"/>
                      <a:gd name="T21" fmla="*/ 51 h 134"/>
                      <a:gd name="T22" fmla="*/ 39 w 269"/>
                      <a:gd name="T23" fmla="*/ 75 h 134"/>
                      <a:gd name="T24" fmla="*/ 60 w 269"/>
                      <a:gd name="T25" fmla="*/ 102 h 134"/>
                      <a:gd name="T26" fmla="*/ 86 w 269"/>
                      <a:gd name="T27" fmla="*/ 120 h 134"/>
                      <a:gd name="T28" fmla="*/ 119 w 269"/>
                      <a:gd name="T29" fmla="*/ 134 h 134"/>
                      <a:gd name="T30" fmla="*/ 143 w 269"/>
                      <a:gd name="T31" fmla="*/ 129 h 134"/>
                      <a:gd name="T32" fmla="*/ 171 w 269"/>
                      <a:gd name="T33" fmla="*/ 126 h 134"/>
                      <a:gd name="T34" fmla="*/ 197 w 269"/>
                      <a:gd name="T35" fmla="*/ 127 h 134"/>
                      <a:gd name="T36" fmla="*/ 222 w 269"/>
                      <a:gd name="T37" fmla="*/ 120 h 134"/>
                      <a:gd name="T38" fmla="*/ 243 w 269"/>
                      <a:gd name="T39" fmla="*/ 113 h 134"/>
                      <a:gd name="T40" fmla="*/ 269 w 269"/>
                      <a:gd name="T41" fmla="*/ 96 h 134"/>
                      <a:gd name="T42" fmla="*/ 233 w 269"/>
                      <a:gd name="T43" fmla="*/ 90 h 134"/>
                      <a:gd name="T44" fmla="*/ 203 w 269"/>
                      <a:gd name="T45" fmla="*/ 89 h 134"/>
                      <a:gd name="T46" fmla="*/ 164 w 269"/>
                      <a:gd name="T47" fmla="*/ 94 h 134"/>
                      <a:gd name="T48" fmla="*/ 125 w 269"/>
                      <a:gd name="T49" fmla="*/ 102 h 134"/>
                      <a:gd name="T50" fmla="*/ 99 w 269"/>
                      <a:gd name="T51" fmla="*/ 74 h 134"/>
                      <a:gd name="T52" fmla="*/ 71 w 269"/>
                      <a:gd name="T53" fmla="*/ 51 h 134"/>
                      <a:gd name="T54" fmla="*/ 94 w 269"/>
                      <a:gd name="T55" fmla="*/ 57 h 134"/>
                      <a:gd name="T56" fmla="*/ 116 w 269"/>
                      <a:gd name="T57" fmla="*/ 62 h 134"/>
                      <a:gd name="T58" fmla="*/ 147 w 269"/>
                      <a:gd name="T59" fmla="*/ 66 h 134"/>
                      <a:gd name="T60" fmla="*/ 187 w 269"/>
                      <a:gd name="T61" fmla="*/ 64 h 134"/>
                      <a:gd name="T62" fmla="*/ 220 w 269"/>
                      <a:gd name="T63" fmla="*/ 59 h 134"/>
                      <a:gd name="T64" fmla="*/ 245 w 269"/>
                      <a:gd name="T65" fmla="*/ 51 h 134"/>
                      <a:gd name="T66" fmla="*/ 248 w 269"/>
                      <a:gd name="T67" fmla="*/ 32 h 134"/>
                      <a:gd name="T68" fmla="*/ 258 w 269"/>
                      <a:gd name="T69" fmla="*/ 1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9" h="134">
                        <a:moveTo>
                          <a:pt x="258" y="14"/>
                        </a:moveTo>
                        <a:lnTo>
                          <a:pt x="230" y="20"/>
                        </a:lnTo>
                        <a:lnTo>
                          <a:pt x="203" y="26"/>
                        </a:lnTo>
                        <a:lnTo>
                          <a:pt x="163" y="30"/>
                        </a:lnTo>
                        <a:lnTo>
                          <a:pt x="125" y="29"/>
                        </a:lnTo>
                        <a:lnTo>
                          <a:pt x="88" y="24"/>
                        </a:lnTo>
                        <a:lnTo>
                          <a:pt x="54" y="19"/>
                        </a:lnTo>
                        <a:lnTo>
                          <a:pt x="24" y="12"/>
                        </a:lnTo>
                        <a:lnTo>
                          <a:pt x="0" y="0"/>
                        </a:lnTo>
                        <a:lnTo>
                          <a:pt x="11" y="24"/>
                        </a:lnTo>
                        <a:lnTo>
                          <a:pt x="24" y="51"/>
                        </a:lnTo>
                        <a:lnTo>
                          <a:pt x="39" y="75"/>
                        </a:lnTo>
                        <a:lnTo>
                          <a:pt x="60" y="102"/>
                        </a:lnTo>
                        <a:lnTo>
                          <a:pt x="86" y="120"/>
                        </a:lnTo>
                        <a:lnTo>
                          <a:pt x="119" y="134"/>
                        </a:lnTo>
                        <a:lnTo>
                          <a:pt x="143" y="129"/>
                        </a:lnTo>
                        <a:lnTo>
                          <a:pt x="171" y="126"/>
                        </a:lnTo>
                        <a:lnTo>
                          <a:pt x="197" y="127"/>
                        </a:lnTo>
                        <a:lnTo>
                          <a:pt x="222" y="120"/>
                        </a:lnTo>
                        <a:lnTo>
                          <a:pt x="243" y="113"/>
                        </a:lnTo>
                        <a:lnTo>
                          <a:pt x="269" y="96"/>
                        </a:lnTo>
                        <a:lnTo>
                          <a:pt x="233" y="90"/>
                        </a:lnTo>
                        <a:lnTo>
                          <a:pt x="203" y="89"/>
                        </a:lnTo>
                        <a:lnTo>
                          <a:pt x="164" y="94"/>
                        </a:lnTo>
                        <a:lnTo>
                          <a:pt x="125" y="102"/>
                        </a:lnTo>
                        <a:lnTo>
                          <a:pt x="99" y="74"/>
                        </a:lnTo>
                        <a:lnTo>
                          <a:pt x="71" y="51"/>
                        </a:lnTo>
                        <a:lnTo>
                          <a:pt x="94" y="57"/>
                        </a:lnTo>
                        <a:lnTo>
                          <a:pt x="116" y="62"/>
                        </a:lnTo>
                        <a:lnTo>
                          <a:pt x="147" y="66"/>
                        </a:lnTo>
                        <a:lnTo>
                          <a:pt x="187" y="64"/>
                        </a:lnTo>
                        <a:lnTo>
                          <a:pt x="220" y="59"/>
                        </a:lnTo>
                        <a:lnTo>
                          <a:pt x="245" y="51"/>
                        </a:lnTo>
                        <a:lnTo>
                          <a:pt x="248" y="32"/>
                        </a:lnTo>
                        <a:lnTo>
                          <a:pt x="258" y="14"/>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7" name="Freeform 329"/>
                  <p:cNvSpPr/>
                  <p:nvPr/>
                </p:nvSpPr>
                <p:spPr bwMode="auto">
                  <a:xfrm>
                    <a:off x="2723" y="3020"/>
                    <a:ext cx="56" cy="50"/>
                  </a:xfrm>
                  <a:custGeom>
                    <a:avLst/>
                    <a:gdLst>
                      <a:gd name="T0" fmla="*/ 0 w 391"/>
                      <a:gd name="T1" fmla="*/ 334 h 406"/>
                      <a:gd name="T2" fmla="*/ 33 w 391"/>
                      <a:gd name="T3" fmla="*/ 347 h 406"/>
                      <a:gd name="T4" fmla="*/ 65 w 391"/>
                      <a:gd name="T5" fmla="*/ 358 h 406"/>
                      <a:gd name="T6" fmla="*/ 94 w 391"/>
                      <a:gd name="T7" fmla="*/ 365 h 406"/>
                      <a:gd name="T8" fmla="*/ 130 w 391"/>
                      <a:gd name="T9" fmla="*/ 369 h 406"/>
                      <a:gd name="T10" fmla="*/ 120 w 391"/>
                      <a:gd name="T11" fmla="*/ 376 h 406"/>
                      <a:gd name="T12" fmla="*/ 108 w 391"/>
                      <a:gd name="T13" fmla="*/ 387 h 406"/>
                      <a:gd name="T14" fmla="*/ 94 w 391"/>
                      <a:gd name="T15" fmla="*/ 394 h 406"/>
                      <a:gd name="T16" fmla="*/ 116 w 391"/>
                      <a:gd name="T17" fmla="*/ 401 h 406"/>
                      <a:gd name="T18" fmla="*/ 145 w 391"/>
                      <a:gd name="T19" fmla="*/ 406 h 406"/>
                      <a:gd name="T20" fmla="*/ 178 w 391"/>
                      <a:gd name="T21" fmla="*/ 403 h 406"/>
                      <a:gd name="T22" fmla="*/ 207 w 391"/>
                      <a:gd name="T23" fmla="*/ 394 h 406"/>
                      <a:gd name="T24" fmla="*/ 243 w 391"/>
                      <a:gd name="T25" fmla="*/ 375 h 406"/>
                      <a:gd name="T26" fmla="*/ 308 w 391"/>
                      <a:gd name="T27" fmla="*/ 369 h 406"/>
                      <a:gd name="T28" fmla="*/ 361 w 391"/>
                      <a:gd name="T29" fmla="*/ 369 h 406"/>
                      <a:gd name="T30" fmla="*/ 391 w 391"/>
                      <a:gd name="T31" fmla="*/ 369 h 406"/>
                      <a:gd name="T32" fmla="*/ 391 w 391"/>
                      <a:gd name="T33" fmla="*/ 327 h 406"/>
                      <a:gd name="T34" fmla="*/ 380 w 391"/>
                      <a:gd name="T35" fmla="*/ 260 h 406"/>
                      <a:gd name="T36" fmla="*/ 385 w 391"/>
                      <a:gd name="T37" fmla="*/ 145 h 406"/>
                      <a:gd name="T38" fmla="*/ 368 w 391"/>
                      <a:gd name="T39" fmla="*/ 55 h 406"/>
                      <a:gd name="T40" fmla="*/ 352 w 391"/>
                      <a:gd name="T41" fmla="*/ 27 h 406"/>
                      <a:gd name="T42" fmla="*/ 333 w 391"/>
                      <a:gd name="T43" fmla="*/ 0 h 406"/>
                      <a:gd name="T44" fmla="*/ 326 w 391"/>
                      <a:gd name="T45" fmla="*/ 42 h 406"/>
                      <a:gd name="T46" fmla="*/ 318 w 391"/>
                      <a:gd name="T47" fmla="*/ 97 h 406"/>
                      <a:gd name="T48" fmla="*/ 315 w 391"/>
                      <a:gd name="T49" fmla="*/ 143 h 406"/>
                      <a:gd name="T50" fmla="*/ 320 w 391"/>
                      <a:gd name="T51" fmla="*/ 193 h 406"/>
                      <a:gd name="T52" fmla="*/ 296 w 391"/>
                      <a:gd name="T53" fmla="*/ 290 h 406"/>
                      <a:gd name="T54" fmla="*/ 273 w 391"/>
                      <a:gd name="T55" fmla="*/ 327 h 406"/>
                      <a:gd name="T56" fmla="*/ 246 w 391"/>
                      <a:gd name="T57" fmla="*/ 329 h 406"/>
                      <a:gd name="T58" fmla="*/ 221 w 391"/>
                      <a:gd name="T59" fmla="*/ 331 h 406"/>
                      <a:gd name="T60" fmla="*/ 189 w 391"/>
                      <a:gd name="T61" fmla="*/ 338 h 406"/>
                      <a:gd name="T62" fmla="*/ 160 w 391"/>
                      <a:gd name="T63" fmla="*/ 345 h 406"/>
                      <a:gd name="T64" fmla="*/ 128 w 391"/>
                      <a:gd name="T65" fmla="*/ 333 h 406"/>
                      <a:gd name="T66" fmla="*/ 100 w 391"/>
                      <a:gd name="T67" fmla="*/ 327 h 406"/>
                      <a:gd name="T68" fmla="*/ 62 w 391"/>
                      <a:gd name="T69" fmla="*/ 325 h 406"/>
                      <a:gd name="T70" fmla="*/ 33 w 391"/>
                      <a:gd name="T71" fmla="*/ 328 h 406"/>
                      <a:gd name="T72" fmla="*/ 0 w 391"/>
                      <a:gd name="T73" fmla="*/ 334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91" h="406">
                        <a:moveTo>
                          <a:pt x="0" y="334"/>
                        </a:moveTo>
                        <a:lnTo>
                          <a:pt x="33" y="347"/>
                        </a:lnTo>
                        <a:lnTo>
                          <a:pt x="65" y="358"/>
                        </a:lnTo>
                        <a:lnTo>
                          <a:pt x="94" y="365"/>
                        </a:lnTo>
                        <a:lnTo>
                          <a:pt x="130" y="369"/>
                        </a:lnTo>
                        <a:lnTo>
                          <a:pt x="120" y="376"/>
                        </a:lnTo>
                        <a:lnTo>
                          <a:pt x="108" y="387"/>
                        </a:lnTo>
                        <a:lnTo>
                          <a:pt x="94" y="394"/>
                        </a:lnTo>
                        <a:lnTo>
                          <a:pt x="116" y="401"/>
                        </a:lnTo>
                        <a:lnTo>
                          <a:pt x="145" y="406"/>
                        </a:lnTo>
                        <a:lnTo>
                          <a:pt x="178" y="403"/>
                        </a:lnTo>
                        <a:lnTo>
                          <a:pt x="207" y="394"/>
                        </a:lnTo>
                        <a:lnTo>
                          <a:pt x="243" y="375"/>
                        </a:lnTo>
                        <a:lnTo>
                          <a:pt x="308" y="369"/>
                        </a:lnTo>
                        <a:lnTo>
                          <a:pt x="361" y="369"/>
                        </a:lnTo>
                        <a:lnTo>
                          <a:pt x="391" y="369"/>
                        </a:lnTo>
                        <a:lnTo>
                          <a:pt x="391" y="327"/>
                        </a:lnTo>
                        <a:lnTo>
                          <a:pt x="380" y="260"/>
                        </a:lnTo>
                        <a:lnTo>
                          <a:pt x="385" y="145"/>
                        </a:lnTo>
                        <a:lnTo>
                          <a:pt x="368" y="55"/>
                        </a:lnTo>
                        <a:lnTo>
                          <a:pt x="352" y="27"/>
                        </a:lnTo>
                        <a:lnTo>
                          <a:pt x="333" y="0"/>
                        </a:lnTo>
                        <a:lnTo>
                          <a:pt x="326" y="42"/>
                        </a:lnTo>
                        <a:lnTo>
                          <a:pt x="318" y="97"/>
                        </a:lnTo>
                        <a:lnTo>
                          <a:pt x="315" y="143"/>
                        </a:lnTo>
                        <a:lnTo>
                          <a:pt x="320" y="193"/>
                        </a:lnTo>
                        <a:lnTo>
                          <a:pt x="296" y="290"/>
                        </a:lnTo>
                        <a:lnTo>
                          <a:pt x="273" y="327"/>
                        </a:lnTo>
                        <a:lnTo>
                          <a:pt x="246" y="329"/>
                        </a:lnTo>
                        <a:lnTo>
                          <a:pt x="221" y="331"/>
                        </a:lnTo>
                        <a:lnTo>
                          <a:pt x="189" y="338"/>
                        </a:lnTo>
                        <a:lnTo>
                          <a:pt x="160" y="345"/>
                        </a:lnTo>
                        <a:lnTo>
                          <a:pt x="128" y="333"/>
                        </a:lnTo>
                        <a:lnTo>
                          <a:pt x="100" y="327"/>
                        </a:lnTo>
                        <a:lnTo>
                          <a:pt x="62" y="325"/>
                        </a:lnTo>
                        <a:lnTo>
                          <a:pt x="33" y="328"/>
                        </a:lnTo>
                        <a:lnTo>
                          <a:pt x="0" y="334"/>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8" name="Freeform 330"/>
                  <p:cNvSpPr/>
                  <p:nvPr/>
                </p:nvSpPr>
                <p:spPr bwMode="auto">
                  <a:xfrm>
                    <a:off x="2725" y="3011"/>
                    <a:ext cx="39" cy="44"/>
                  </a:xfrm>
                  <a:custGeom>
                    <a:avLst/>
                    <a:gdLst>
                      <a:gd name="T0" fmla="*/ 272 w 273"/>
                      <a:gd name="T1" fmla="*/ 0 h 346"/>
                      <a:gd name="T2" fmla="*/ 273 w 273"/>
                      <a:gd name="T3" fmla="*/ 33 h 346"/>
                      <a:gd name="T4" fmla="*/ 271 w 273"/>
                      <a:gd name="T5" fmla="*/ 60 h 346"/>
                      <a:gd name="T6" fmla="*/ 264 w 273"/>
                      <a:gd name="T7" fmla="*/ 94 h 346"/>
                      <a:gd name="T8" fmla="*/ 254 w 273"/>
                      <a:gd name="T9" fmla="*/ 128 h 346"/>
                      <a:gd name="T10" fmla="*/ 239 w 273"/>
                      <a:gd name="T11" fmla="*/ 163 h 346"/>
                      <a:gd name="T12" fmla="*/ 212 w 273"/>
                      <a:gd name="T13" fmla="*/ 196 h 346"/>
                      <a:gd name="T14" fmla="*/ 182 w 273"/>
                      <a:gd name="T15" fmla="*/ 219 h 346"/>
                      <a:gd name="T16" fmla="*/ 145 w 273"/>
                      <a:gd name="T17" fmla="*/ 247 h 346"/>
                      <a:gd name="T18" fmla="*/ 106 w 273"/>
                      <a:gd name="T19" fmla="*/ 267 h 346"/>
                      <a:gd name="T20" fmla="*/ 84 w 273"/>
                      <a:gd name="T21" fmla="*/ 290 h 346"/>
                      <a:gd name="T22" fmla="*/ 58 w 273"/>
                      <a:gd name="T23" fmla="*/ 310 h 346"/>
                      <a:gd name="T24" fmla="*/ 32 w 273"/>
                      <a:gd name="T25" fmla="*/ 329 h 346"/>
                      <a:gd name="T26" fmla="*/ 0 w 273"/>
                      <a:gd name="T27" fmla="*/ 346 h 346"/>
                      <a:gd name="T28" fmla="*/ 16 w 273"/>
                      <a:gd name="T29" fmla="*/ 317 h 346"/>
                      <a:gd name="T30" fmla="*/ 38 w 273"/>
                      <a:gd name="T31" fmla="*/ 289 h 346"/>
                      <a:gd name="T32" fmla="*/ 60 w 273"/>
                      <a:gd name="T33" fmla="*/ 270 h 346"/>
                      <a:gd name="T34" fmla="*/ 80 w 273"/>
                      <a:gd name="T35" fmla="*/ 243 h 346"/>
                      <a:gd name="T36" fmla="*/ 106 w 273"/>
                      <a:gd name="T37" fmla="*/ 218 h 346"/>
                      <a:gd name="T38" fmla="*/ 132 w 273"/>
                      <a:gd name="T39" fmla="*/ 197 h 346"/>
                      <a:gd name="T40" fmla="*/ 152 w 273"/>
                      <a:gd name="T41" fmla="*/ 173 h 346"/>
                      <a:gd name="T42" fmla="*/ 167 w 273"/>
                      <a:gd name="T43" fmla="*/ 151 h 346"/>
                      <a:gd name="T44" fmla="*/ 193 w 273"/>
                      <a:gd name="T45" fmla="*/ 136 h 346"/>
                      <a:gd name="T46" fmla="*/ 214 w 273"/>
                      <a:gd name="T47" fmla="*/ 122 h 346"/>
                      <a:gd name="T48" fmla="*/ 233 w 273"/>
                      <a:gd name="T49" fmla="*/ 95 h 346"/>
                      <a:gd name="T50" fmla="*/ 249 w 273"/>
                      <a:gd name="T51" fmla="*/ 63 h 346"/>
                      <a:gd name="T52" fmla="*/ 260 w 273"/>
                      <a:gd name="T53" fmla="*/ 36 h 346"/>
                      <a:gd name="T54" fmla="*/ 272 w 273"/>
                      <a:gd name="T55" fmla="*/ 0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 h="346">
                        <a:moveTo>
                          <a:pt x="272" y="0"/>
                        </a:moveTo>
                        <a:lnTo>
                          <a:pt x="273" y="33"/>
                        </a:lnTo>
                        <a:lnTo>
                          <a:pt x="271" y="60"/>
                        </a:lnTo>
                        <a:lnTo>
                          <a:pt x="264" y="94"/>
                        </a:lnTo>
                        <a:lnTo>
                          <a:pt x="254" y="128"/>
                        </a:lnTo>
                        <a:lnTo>
                          <a:pt x="239" y="163"/>
                        </a:lnTo>
                        <a:lnTo>
                          <a:pt x="212" y="196"/>
                        </a:lnTo>
                        <a:lnTo>
                          <a:pt x="182" y="219"/>
                        </a:lnTo>
                        <a:lnTo>
                          <a:pt x="145" y="247"/>
                        </a:lnTo>
                        <a:lnTo>
                          <a:pt x="106" y="267"/>
                        </a:lnTo>
                        <a:lnTo>
                          <a:pt x="84" y="290"/>
                        </a:lnTo>
                        <a:lnTo>
                          <a:pt x="58" y="310"/>
                        </a:lnTo>
                        <a:lnTo>
                          <a:pt x="32" y="329"/>
                        </a:lnTo>
                        <a:lnTo>
                          <a:pt x="0" y="346"/>
                        </a:lnTo>
                        <a:lnTo>
                          <a:pt x="16" y="317"/>
                        </a:lnTo>
                        <a:lnTo>
                          <a:pt x="38" y="289"/>
                        </a:lnTo>
                        <a:lnTo>
                          <a:pt x="60" y="270"/>
                        </a:lnTo>
                        <a:lnTo>
                          <a:pt x="80" y="243"/>
                        </a:lnTo>
                        <a:lnTo>
                          <a:pt x="106" y="218"/>
                        </a:lnTo>
                        <a:lnTo>
                          <a:pt x="132" y="197"/>
                        </a:lnTo>
                        <a:lnTo>
                          <a:pt x="152" y="173"/>
                        </a:lnTo>
                        <a:lnTo>
                          <a:pt x="167" y="151"/>
                        </a:lnTo>
                        <a:lnTo>
                          <a:pt x="193" y="136"/>
                        </a:lnTo>
                        <a:lnTo>
                          <a:pt x="214" y="122"/>
                        </a:lnTo>
                        <a:lnTo>
                          <a:pt x="233" y="95"/>
                        </a:lnTo>
                        <a:lnTo>
                          <a:pt x="249" y="63"/>
                        </a:lnTo>
                        <a:lnTo>
                          <a:pt x="260" y="36"/>
                        </a:lnTo>
                        <a:lnTo>
                          <a:pt x="272" y="0"/>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9" name="Freeform 331"/>
                  <p:cNvSpPr/>
                  <p:nvPr/>
                </p:nvSpPr>
                <p:spPr bwMode="auto">
                  <a:xfrm>
                    <a:off x="2729" y="3006"/>
                    <a:ext cx="27" cy="41"/>
                  </a:xfrm>
                  <a:custGeom>
                    <a:avLst/>
                    <a:gdLst>
                      <a:gd name="T0" fmla="*/ 5 w 192"/>
                      <a:gd name="T1" fmla="*/ 328 h 328"/>
                      <a:gd name="T2" fmla="*/ 15 w 192"/>
                      <a:gd name="T3" fmla="*/ 303 h 328"/>
                      <a:gd name="T4" fmla="*/ 19 w 192"/>
                      <a:gd name="T5" fmla="*/ 286 h 328"/>
                      <a:gd name="T6" fmla="*/ 19 w 192"/>
                      <a:gd name="T7" fmla="*/ 266 h 328"/>
                      <a:gd name="T8" fmla="*/ 34 w 192"/>
                      <a:gd name="T9" fmla="*/ 263 h 328"/>
                      <a:gd name="T10" fmla="*/ 48 w 192"/>
                      <a:gd name="T11" fmla="*/ 255 h 328"/>
                      <a:gd name="T12" fmla="*/ 68 w 192"/>
                      <a:gd name="T13" fmla="*/ 229 h 328"/>
                      <a:gd name="T14" fmla="*/ 86 w 192"/>
                      <a:gd name="T15" fmla="*/ 201 h 328"/>
                      <a:gd name="T16" fmla="*/ 132 w 192"/>
                      <a:gd name="T17" fmla="*/ 121 h 328"/>
                      <a:gd name="T18" fmla="*/ 167 w 192"/>
                      <a:gd name="T19" fmla="*/ 77 h 328"/>
                      <a:gd name="T20" fmla="*/ 184 w 192"/>
                      <a:gd name="T21" fmla="*/ 48 h 328"/>
                      <a:gd name="T22" fmla="*/ 191 w 192"/>
                      <a:gd name="T23" fmla="*/ 31 h 328"/>
                      <a:gd name="T24" fmla="*/ 192 w 192"/>
                      <a:gd name="T25" fmla="*/ 16 h 328"/>
                      <a:gd name="T26" fmla="*/ 186 w 192"/>
                      <a:gd name="T27" fmla="*/ 5 h 328"/>
                      <a:gd name="T28" fmla="*/ 172 w 192"/>
                      <a:gd name="T29" fmla="*/ 0 h 328"/>
                      <a:gd name="T30" fmla="*/ 153 w 192"/>
                      <a:gd name="T31" fmla="*/ 5 h 328"/>
                      <a:gd name="T32" fmla="*/ 139 w 192"/>
                      <a:gd name="T33" fmla="*/ 17 h 328"/>
                      <a:gd name="T34" fmla="*/ 119 w 192"/>
                      <a:gd name="T35" fmla="*/ 54 h 328"/>
                      <a:gd name="T36" fmla="*/ 97 w 192"/>
                      <a:gd name="T37" fmla="*/ 95 h 328"/>
                      <a:gd name="T38" fmla="*/ 73 w 192"/>
                      <a:gd name="T39" fmla="*/ 149 h 328"/>
                      <a:gd name="T40" fmla="*/ 53 w 192"/>
                      <a:gd name="T41" fmla="*/ 188 h 328"/>
                      <a:gd name="T42" fmla="*/ 35 w 192"/>
                      <a:gd name="T43" fmla="*/ 220 h 328"/>
                      <a:gd name="T44" fmla="*/ 21 w 192"/>
                      <a:gd name="T45" fmla="*/ 240 h 328"/>
                      <a:gd name="T46" fmla="*/ 0 w 192"/>
                      <a:gd name="T47" fmla="*/ 255 h 328"/>
                      <a:gd name="T48" fmla="*/ 5 w 192"/>
                      <a:gd name="T49" fmla="*/ 276 h 328"/>
                      <a:gd name="T50" fmla="*/ 6 w 192"/>
                      <a:gd name="T51" fmla="*/ 297 h 328"/>
                      <a:gd name="T52" fmla="*/ 5 w 192"/>
                      <a:gd name="T53" fmla="*/ 328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2" h="328">
                        <a:moveTo>
                          <a:pt x="5" y="328"/>
                        </a:moveTo>
                        <a:lnTo>
                          <a:pt x="15" y="303"/>
                        </a:lnTo>
                        <a:lnTo>
                          <a:pt x="19" y="286"/>
                        </a:lnTo>
                        <a:lnTo>
                          <a:pt x="19" y="266"/>
                        </a:lnTo>
                        <a:lnTo>
                          <a:pt x="34" y="263"/>
                        </a:lnTo>
                        <a:lnTo>
                          <a:pt x="48" y="255"/>
                        </a:lnTo>
                        <a:lnTo>
                          <a:pt x="68" y="229"/>
                        </a:lnTo>
                        <a:lnTo>
                          <a:pt x="86" y="201"/>
                        </a:lnTo>
                        <a:lnTo>
                          <a:pt x="132" y="121"/>
                        </a:lnTo>
                        <a:lnTo>
                          <a:pt x="167" y="77"/>
                        </a:lnTo>
                        <a:lnTo>
                          <a:pt x="184" y="48"/>
                        </a:lnTo>
                        <a:lnTo>
                          <a:pt x="191" y="31"/>
                        </a:lnTo>
                        <a:lnTo>
                          <a:pt x="192" y="16"/>
                        </a:lnTo>
                        <a:lnTo>
                          <a:pt x="186" y="5"/>
                        </a:lnTo>
                        <a:lnTo>
                          <a:pt x="172" y="0"/>
                        </a:lnTo>
                        <a:lnTo>
                          <a:pt x="153" y="5"/>
                        </a:lnTo>
                        <a:lnTo>
                          <a:pt x="139" y="17"/>
                        </a:lnTo>
                        <a:lnTo>
                          <a:pt x="119" y="54"/>
                        </a:lnTo>
                        <a:lnTo>
                          <a:pt x="97" y="95"/>
                        </a:lnTo>
                        <a:lnTo>
                          <a:pt x="73" y="149"/>
                        </a:lnTo>
                        <a:lnTo>
                          <a:pt x="53" y="188"/>
                        </a:lnTo>
                        <a:lnTo>
                          <a:pt x="35" y="220"/>
                        </a:lnTo>
                        <a:lnTo>
                          <a:pt x="21" y="240"/>
                        </a:lnTo>
                        <a:lnTo>
                          <a:pt x="0" y="255"/>
                        </a:lnTo>
                        <a:lnTo>
                          <a:pt x="5" y="276"/>
                        </a:lnTo>
                        <a:lnTo>
                          <a:pt x="6" y="297"/>
                        </a:lnTo>
                        <a:lnTo>
                          <a:pt x="5" y="32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0" name="Freeform 332"/>
                  <p:cNvSpPr/>
                  <p:nvPr/>
                </p:nvSpPr>
                <p:spPr bwMode="auto">
                  <a:xfrm>
                    <a:off x="2786" y="3048"/>
                    <a:ext cx="22" cy="20"/>
                  </a:xfrm>
                  <a:custGeom>
                    <a:avLst/>
                    <a:gdLst>
                      <a:gd name="T0" fmla="*/ 0 w 155"/>
                      <a:gd name="T1" fmla="*/ 0 h 163"/>
                      <a:gd name="T2" fmla="*/ 36 w 155"/>
                      <a:gd name="T3" fmla="*/ 38 h 163"/>
                      <a:gd name="T4" fmla="*/ 57 w 155"/>
                      <a:gd name="T5" fmla="*/ 60 h 163"/>
                      <a:gd name="T6" fmla="*/ 81 w 155"/>
                      <a:gd name="T7" fmla="*/ 99 h 163"/>
                      <a:gd name="T8" fmla="*/ 108 w 155"/>
                      <a:gd name="T9" fmla="*/ 124 h 163"/>
                      <a:gd name="T10" fmla="*/ 155 w 155"/>
                      <a:gd name="T11" fmla="*/ 163 h 163"/>
                      <a:gd name="T12" fmla="*/ 84 w 155"/>
                      <a:gd name="T13" fmla="*/ 69 h 163"/>
                      <a:gd name="T14" fmla="*/ 0 w 155"/>
                      <a:gd name="T15" fmla="*/ 0 h 1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 h="163">
                        <a:moveTo>
                          <a:pt x="0" y="0"/>
                        </a:moveTo>
                        <a:lnTo>
                          <a:pt x="36" y="38"/>
                        </a:lnTo>
                        <a:lnTo>
                          <a:pt x="57" y="60"/>
                        </a:lnTo>
                        <a:lnTo>
                          <a:pt x="81" y="99"/>
                        </a:lnTo>
                        <a:lnTo>
                          <a:pt x="108" y="124"/>
                        </a:lnTo>
                        <a:lnTo>
                          <a:pt x="155" y="163"/>
                        </a:lnTo>
                        <a:lnTo>
                          <a:pt x="84" y="69"/>
                        </a:lnTo>
                        <a:lnTo>
                          <a:pt x="0" y="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1" name="Freeform 333"/>
                  <p:cNvSpPr/>
                  <p:nvPr/>
                </p:nvSpPr>
                <p:spPr bwMode="auto">
                  <a:xfrm>
                    <a:off x="2728" y="2976"/>
                    <a:ext cx="5" cy="15"/>
                  </a:xfrm>
                  <a:custGeom>
                    <a:avLst/>
                    <a:gdLst>
                      <a:gd name="T0" fmla="*/ 0 w 36"/>
                      <a:gd name="T1" fmla="*/ 0 h 121"/>
                      <a:gd name="T2" fmla="*/ 12 w 36"/>
                      <a:gd name="T3" fmla="*/ 13 h 121"/>
                      <a:gd name="T4" fmla="*/ 23 w 36"/>
                      <a:gd name="T5" fmla="*/ 34 h 121"/>
                      <a:gd name="T6" fmla="*/ 31 w 36"/>
                      <a:gd name="T7" fmla="*/ 58 h 121"/>
                      <a:gd name="T8" fmla="*/ 36 w 36"/>
                      <a:gd name="T9" fmla="*/ 94 h 121"/>
                      <a:gd name="T10" fmla="*/ 30 w 36"/>
                      <a:gd name="T11" fmla="*/ 121 h 121"/>
                      <a:gd name="T12" fmla="*/ 22 w 36"/>
                      <a:gd name="T13" fmla="*/ 66 h 121"/>
                      <a:gd name="T14" fmla="*/ 12 w 36"/>
                      <a:gd name="T15" fmla="*/ 33 h 121"/>
                      <a:gd name="T16" fmla="*/ 0 w 36"/>
                      <a:gd name="T17"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21">
                        <a:moveTo>
                          <a:pt x="0" y="0"/>
                        </a:moveTo>
                        <a:lnTo>
                          <a:pt x="12" y="13"/>
                        </a:lnTo>
                        <a:lnTo>
                          <a:pt x="23" y="34"/>
                        </a:lnTo>
                        <a:lnTo>
                          <a:pt x="31" y="58"/>
                        </a:lnTo>
                        <a:lnTo>
                          <a:pt x="36" y="94"/>
                        </a:lnTo>
                        <a:lnTo>
                          <a:pt x="30" y="121"/>
                        </a:lnTo>
                        <a:lnTo>
                          <a:pt x="22" y="66"/>
                        </a:lnTo>
                        <a:lnTo>
                          <a:pt x="12" y="33"/>
                        </a:lnTo>
                        <a:lnTo>
                          <a:pt x="0" y="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2" name="Freeform 334"/>
                  <p:cNvSpPr/>
                  <p:nvPr/>
                </p:nvSpPr>
                <p:spPr bwMode="auto">
                  <a:xfrm>
                    <a:off x="2737" y="3011"/>
                    <a:ext cx="45" cy="64"/>
                  </a:xfrm>
                  <a:custGeom>
                    <a:avLst/>
                    <a:gdLst>
                      <a:gd name="T0" fmla="*/ 0 w 317"/>
                      <a:gd name="T1" fmla="*/ 490 h 513"/>
                      <a:gd name="T2" fmla="*/ 41 w 317"/>
                      <a:gd name="T3" fmla="*/ 465 h 513"/>
                      <a:gd name="T4" fmla="*/ 84 w 317"/>
                      <a:gd name="T5" fmla="*/ 465 h 513"/>
                      <a:gd name="T6" fmla="*/ 125 w 317"/>
                      <a:gd name="T7" fmla="*/ 471 h 513"/>
                      <a:gd name="T8" fmla="*/ 134 w 317"/>
                      <a:gd name="T9" fmla="*/ 456 h 513"/>
                      <a:gd name="T10" fmla="*/ 154 w 317"/>
                      <a:gd name="T11" fmla="*/ 443 h 513"/>
                      <a:gd name="T12" fmla="*/ 183 w 317"/>
                      <a:gd name="T13" fmla="*/ 436 h 513"/>
                      <a:gd name="T14" fmla="*/ 209 w 317"/>
                      <a:gd name="T15" fmla="*/ 434 h 513"/>
                      <a:gd name="T16" fmla="*/ 238 w 317"/>
                      <a:gd name="T17" fmla="*/ 435 h 513"/>
                      <a:gd name="T18" fmla="*/ 269 w 317"/>
                      <a:gd name="T19" fmla="*/ 441 h 513"/>
                      <a:gd name="T20" fmla="*/ 286 w 317"/>
                      <a:gd name="T21" fmla="*/ 416 h 513"/>
                      <a:gd name="T22" fmla="*/ 282 w 317"/>
                      <a:gd name="T23" fmla="*/ 365 h 513"/>
                      <a:gd name="T24" fmla="*/ 280 w 317"/>
                      <a:gd name="T25" fmla="*/ 317 h 513"/>
                      <a:gd name="T26" fmla="*/ 282 w 317"/>
                      <a:gd name="T27" fmla="*/ 266 h 513"/>
                      <a:gd name="T28" fmla="*/ 285 w 317"/>
                      <a:gd name="T29" fmla="*/ 240 h 513"/>
                      <a:gd name="T30" fmla="*/ 284 w 317"/>
                      <a:gd name="T31" fmla="*/ 208 h 513"/>
                      <a:gd name="T32" fmla="*/ 275 w 317"/>
                      <a:gd name="T33" fmla="*/ 163 h 513"/>
                      <a:gd name="T34" fmla="*/ 263 w 317"/>
                      <a:gd name="T35" fmla="*/ 100 h 513"/>
                      <a:gd name="T36" fmla="*/ 258 w 317"/>
                      <a:gd name="T37" fmla="*/ 61 h 513"/>
                      <a:gd name="T38" fmla="*/ 251 w 317"/>
                      <a:gd name="T39" fmla="*/ 0 h 513"/>
                      <a:gd name="T40" fmla="*/ 273 w 317"/>
                      <a:gd name="T41" fmla="*/ 45 h 513"/>
                      <a:gd name="T42" fmla="*/ 286 w 317"/>
                      <a:gd name="T43" fmla="*/ 79 h 513"/>
                      <a:gd name="T44" fmla="*/ 298 w 317"/>
                      <a:gd name="T45" fmla="*/ 71 h 513"/>
                      <a:gd name="T46" fmla="*/ 311 w 317"/>
                      <a:gd name="T47" fmla="*/ 49 h 513"/>
                      <a:gd name="T48" fmla="*/ 314 w 317"/>
                      <a:gd name="T49" fmla="*/ 72 h 513"/>
                      <a:gd name="T50" fmla="*/ 310 w 317"/>
                      <a:gd name="T51" fmla="*/ 109 h 513"/>
                      <a:gd name="T52" fmla="*/ 305 w 317"/>
                      <a:gd name="T53" fmla="*/ 139 h 513"/>
                      <a:gd name="T54" fmla="*/ 303 w 317"/>
                      <a:gd name="T55" fmla="*/ 184 h 513"/>
                      <a:gd name="T56" fmla="*/ 305 w 317"/>
                      <a:gd name="T57" fmla="*/ 230 h 513"/>
                      <a:gd name="T58" fmla="*/ 317 w 317"/>
                      <a:gd name="T59" fmla="*/ 362 h 513"/>
                      <a:gd name="T60" fmla="*/ 311 w 317"/>
                      <a:gd name="T61" fmla="*/ 430 h 513"/>
                      <a:gd name="T62" fmla="*/ 300 w 317"/>
                      <a:gd name="T63" fmla="*/ 455 h 513"/>
                      <a:gd name="T64" fmla="*/ 281 w 317"/>
                      <a:gd name="T65" fmla="*/ 477 h 513"/>
                      <a:gd name="T66" fmla="*/ 260 w 317"/>
                      <a:gd name="T67" fmla="*/ 492 h 513"/>
                      <a:gd name="T68" fmla="*/ 239 w 317"/>
                      <a:gd name="T69" fmla="*/ 502 h 513"/>
                      <a:gd name="T70" fmla="*/ 208 w 317"/>
                      <a:gd name="T71" fmla="*/ 509 h 513"/>
                      <a:gd name="T72" fmla="*/ 180 w 317"/>
                      <a:gd name="T73" fmla="*/ 513 h 513"/>
                      <a:gd name="T74" fmla="*/ 151 w 317"/>
                      <a:gd name="T75" fmla="*/ 504 h 513"/>
                      <a:gd name="T76" fmla="*/ 117 w 317"/>
                      <a:gd name="T77" fmla="*/ 497 h 513"/>
                      <a:gd name="T78" fmla="*/ 78 w 317"/>
                      <a:gd name="T79" fmla="*/ 496 h 513"/>
                      <a:gd name="T80" fmla="*/ 0 w 317"/>
                      <a:gd name="T81" fmla="*/ 490 h 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17" h="513">
                        <a:moveTo>
                          <a:pt x="0" y="490"/>
                        </a:moveTo>
                        <a:lnTo>
                          <a:pt x="41" y="465"/>
                        </a:lnTo>
                        <a:lnTo>
                          <a:pt x="84" y="465"/>
                        </a:lnTo>
                        <a:lnTo>
                          <a:pt x="125" y="471"/>
                        </a:lnTo>
                        <a:lnTo>
                          <a:pt x="134" y="456"/>
                        </a:lnTo>
                        <a:lnTo>
                          <a:pt x="154" y="443"/>
                        </a:lnTo>
                        <a:lnTo>
                          <a:pt x="183" y="436"/>
                        </a:lnTo>
                        <a:lnTo>
                          <a:pt x="209" y="434"/>
                        </a:lnTo>
                        <a:lnTo>
                          <a:pt x="238" y="435"/>
                        </a:lnTo>
                        <a:lnTo>
                          <a:pt x="269" y="441"/>
                        </a:lnTo>
                        <a:lnTo>
                          <a:pt x="286" y="416"/>
                        </a:lnTo>
                        <a:lnTo>
                          <a:pt x="282" y="365"/>
                        </a:lnTo>
                        <a:lnTo>
                          <a:pt x="280" y="317"/>
                        </a:lnTo>
                        <a:lnTo>
                          <a:pt x="282" y="266"/>
                        </a:lnTo>
                        <a:lnTo>
                          <a:pt x="285" y="240"/>
                        </a:lnTo>
                        <a:lnTo>
                          <a:pt x="284" y="208"/>
                        </a:lnTo>
                        <a:lnTo>
                          <a:pt x="275" y="163"/>
                        </a:lnTo>
                        <a:lnTo>
                          <a:pt x="263" y="100"/>
                        </a:lnTo>
                        <a:lnTo>
                          <a:pt x="258" y="61"/>
                        </a:lnTo>
                        <a:lnTo>
                          <a:pt x="251" y="0"/>
                        </a:lnTo>
                        <a:lnTo>
                          <a:pt x="273" y="45"/>
                        </a:lnTo>
                        <a:lnTo>
                          <a:pt x="286" y="79"/>
                        </a:lnTo>
                        <a:lnTo>
                          <a:pt x="298" y="71"/>
                        </a:lnTo>
                        <a:lnTo>
                          <a:pt x="311" y="49"/>
                        </a:lnTo>
                        <a:lnTo>
                          <a:pt x="314" y="72"/>
                        </a:lnTo>
                        <a:lnTo>
                          <a:pt x="310" y="109"/>
                        </a:lnTo>
                        <a:lnTo>
                          <a:pt x="305" y="139"/>
                        </a:lnTo>
                        <a:lnTo>
                          <a:pt x="303" y="184"/>
                        </a:lnTo>
                        <a:lnTo>
                          <a:pt x="305" y="230"/>
                        </a:lnTo>
                        <a:lnTo>
                          <a:pt x="317" y="362"/>
                        </a:lnTo>
                        <a:lnTo>
                          <a:pt x="311" y="430"/>
                        </a:lnTo>
                        <a:lnTo>
                          <a:pt x="300" y="455"/>
                        </a:lnTo>
                        <a:lnTo>
                          <a:pt x="281" y="477"/>
                        </a:lnTo>
                        <a:lnTo>
                          <a:pt x="260" y="492"/>
                        </a:lnTo>
                        <a:lnTo>
                          <a:pt x="239" y="502"/>
                        </a:lnTo>
                        <a:lnTo>
                          <a:pt x="208" y="509"/>
                        </a:lnTo>
                        <a:lnTo>
                          <a:pt x="180" y="513"/>
                        </a:lnTo>
                        <a:lnTo>
                          <a:pt x="151" y="504"/>
                        </a:lnTo>
                        <a:lnTo>
                          <a:pt x="117" y="497"/>
                        </a:lnTo>
                        <a:lnTo>
                          <a:pt x="78" y="496"/>
                        </a:lnTo>
                        <a:lnTo>
                          <a:pt x="0" y="49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3" name="Freeform 335"/>
                  <p:cNvSpPr/>
                  <p:nvPr/>
                </p:nvSpPr>
                <p:spPr bwMode="auto">
                  <a:xfrm>
                    <a:off x="2737" y="3072"/>
                    <a:ext cx="34" cy="39"/>
                  </a:xfrm>
                  <a:custGeom>
                    <a:avLst/>
                    <a:gdLst>
                      <a:gd name="T0" fmla="*/ 0 w 241"/>
                      <a:gd name="T1" fmla="*/ 49 h 312"/>
                      <a:gd name="T2" fmla="*/ 22 w 241"/>
                      <a:gd name="T3" fmla="*/ 45 h 312"/>
                      <a:gd name="T4" fmla="*/ 36 w 241"/>
                      <a:gd name="T5" fmla="*/ 37 h 312"/>
                      <a:gd name="T6" fmla="*/ 71 w 241"/>
                      <a:gd name="T7" fmla="*/ 41 h 312"/>
                      <a:gd name="T8" fmla="*/ 104 w 241"/>
                      <a:gd name="T9" fmla="*/ 43 h 312"/>
                      <a:gd name="T10" fmla="*/ 138 w 241"/>
                      <a:gd name="T11" fmla="*/ 41 h 312"/>
                      <a:gd name="T12" fmla="*/ 164 w 241"/>
                      <a:gd name="T13" fmla="*/ 39 h 312"/>
                      <a:gd name="T14" fmla="*/ 193 w 241"/>
                      <a:gd name="T15" fmla="*/ 32 h 312"/>
                      <a:gd name="T16" fmla="*/ 218 w 241"/>
                      <a:gd name="T17" fmla="*/ 16 h 312"/>
                      <a:gd name="T18" fmla="*/ 241 w 241"/>
                      <a:gd name="T19" fmla="*/ 0 h 312"/>
                      <a:gd name="T20" fmla="*/ 236 w 241"/>
                      <a:gd name="T21" fmla="*/ 22 h 312"/>
                      <a:gd name="T22" fmla="*/ 221 w 241"/>
                      <a:gd name="T23" fmla="*/ 44 h 312"/>
                      <a:gd name="T24" fmla="*/ 199 w 241"/>
                      <a:gd name="T25" fmla="*/ 62 h 312"/>
                      <a:gd name="T26" fmla="*/ 205 w 241"/>
                      <a:gd name="T27" fmla="*/ 86 h 312"/>
                      <a:gd name="T28" fmla="*/ 191 w 241"/>
                      <a:gd name="T29" fmla="*/ 103 h 312"/>
                      <a:gd name="T30" fmla="*/ 184 w 241"/>
                      <a:gd name="T31" fmla="*/ 120 h 312"/>
                      <a:gd name="T32" fmla="*/ 180 w 241"/>
                      <a:gd name="T33" fmla="*/ 138 h 312"/>
                      <a:gd name="T34" fmla="*/ 169 w 241"/>
                      <a:gd name="T35" fmla="*/ 154 h 312"/>
                      <a:gd name="T36" fmla="*/ 165 w 241"/>
                      <a:gd name="T37" fmla="*/ 182 h 312"/>
                      <a:gd name="T38" fmla="*/ 162 w 241"/>
                      <a:gd name="T39" fmla="*/ 200 h 312"/>
                      <a:gd name="T40" fmla="*/ 157 w 241"/>
                      <a:gd name="T41" fmla="*/ 231 h 312"/>
                      <a:gd name="T42" fmla="*/ 163 w 241"/>
                      <a:gd name="T43" fmla="*/ 264 h 312"/>
                      <a:gd name="T44" fmla="*/ 144 w 241"/>
                      <a:gd name="T45" fmla="*/ 280 h 312"/>
                      <a:gd name="T46" fmla="*/ 120 w 241"/>
                      <a:gd name="T47" fmla="*/ 295 h 312"/>
                      <a:gd name="T48" fmla="*/ 93 w 241"/>
                      <a:gd name="T49" fmla="*/ 306 h 312"/>
                      <a:gd name="T50" fmla="*/ 67 w 241"/>
                      <a:gd name="T51" fmla="*/ 312 h 312"/>
                      <a:gd name="T52" fmla="*/ 93 w 241"/>
                      <a:gd name="T53" fmla="*/ 294 h 312"/>
                      <a:gd name="T54" fmla="*/ 115 w 241"/>
                      <a:gd name="T55" fmla="*/ 274 h 312"/>
                      <a:gd name="T56" fmla="*/ 132 w 241"/>
                      <a:gd name="T57" fmla="*/ 256 h 312"/>
                      <a:gd name="T58" fmla="*/ 145 w 241"/>
                      <a:gd name="T59" fmla="*/ 234 h 312"/>
                      <a:gd name="T60" fmla="*/ 121 w 241"/>
                      <a:gd name="T61" fmla="*/ 240 h 312"/>
                      <a:gd name="T62" fmla="*/ 96 w 241"/>
                      <a:gd name="T63" fmla="*/ 241 h 312"/>
                      <a:gd name="T64" fmla="*/ 64 w 241"/>
                      <a:gd name="T65" fmla="*/ 238 h 312"/>
                      <a:gd name="T66" fmla="*/ 30 w 241"/>
                      <a:gd name="T67" fmla="*/ 234 h 312"/>
                      <a:gd name="T68" fmla="*/ 68 w 241"/>
                      <a:gd name="T69" fmla="*/ 228 h 312"/>
                      <a:gd name="T70" fmla="*/ 96 w 241"/>
                      <a:gd name="T71" fmla="*/ 220 h 312"/>
                      <a:gd name="T72" fmla="*/ 118 w 241"/>
                      <a:gd name="T73" fmla="*/ 210 h 312"/>
                      <a:gd name="T74" fmla="*/ 137 w 241"/>
                      <a:gd name="T75" fmla="*/ 196 h 312"/>
                      <a:gd name="T76" fmla="*/ 151 w 241"/>
                      <a:gd name="T77" fmla="*/ 179 h 312"/>
                      <a:gd name="T78" fmla="*/ 122 w 241"/>
                      <a:gd name="T79" fmla="*/ 174 h 312"/>
                      <a:gd name="T80" fmla="*/ 96 w 241"/>
                      <a:gd name="T81" fmla="*/ 165 h 312"/>
                      <a:gd name="T82" fmla="*/ 113 w 241"/>
                      <a:gd name="T83" fmla="*/ 150 h 312"/>
                      <a:gd name="T84" fmla="*/ 133 w 241"/>
                      <a:gd name="T85" fmla="*/ 134 h 312"/>
                      <a:gd name="T86" fmla="*/ 157 w 241"/>
                      <a:gd name="T87" fmla="*/ 120 h 312"/>
                      <a:gd name="T88" fmla="*/ 175 w 241"/>
                      <a:gd name="T89" fmla="*/ 110 h 312"/>
                      <a:gd name="T90" fmla="*/ 160 w 241"/>
                      <a:gd name="T91" fmla="*/ 104 h 312"/>
                      <a:gd name="T92" fmla="*/ 147 w 241"/>
                      <a:gd name="T93" fmla="*/ 98 h 312"/>
                      <a:gd name="T94" fmla="*/ 126 w 241"/>
                      <a:gd name="T95" fmla="*/ 92 h 312"/>
                      <a:gd name="T96" fmla="*/ 147 w 241"/>
                      <a:gd name="T97" fmla="*/ 80 h 312"/>
                      <a:gd name="T98" fmla="*/ 163 w 241"/>
                      <a:gd name="T99" fmla="*/ 68 h 312"/>
                      <a:gd name="T100" fmla="*/ 132 w 241"/>
                      <a:gd name="T101" fmla="*/ 69 h 312"/>
                      <a:gd name="T102" fmla="*/ 106 w 241"/>
                      <a:gd name="T103" fmla="*/ 68 h 312"/>
                      <a:gd name="T104" fmla="*/ 69 w 241"/>
                      <a:gd name="T105" fmla="*/ 64 h 312"/>
                      <a:gd name="T106" fmla="*/ 32 w 241"/>
                      <a:gd name="T107" fmla="*/ 57 h 312"/>
                      <a:gd name="T108" fmla="*/ 0 w 241"/>
                      <a:gd name="T109" fmla="*/ 49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41" h="312">
                        <a:moveTo>
                          <a:pt x="0" y="49"/>
                        </a:moveTo>
                        <a:lnTo>
                          <a:pt x="22" y="45"/>
                        </a:lnTo>
                        <a:lnTo>
                          <a:pt x="36" y="37"/>
                        </a:lnTo>
                        <a:lnTo>
                          <a:pt x="71" y="41"/>
                        </a:lnTo>
                        <a:lnTo>
                          <a:pt x="104" y="43"/>
                        </a:lnTo>
                        <a:lnTo>
                          <a:pt x="138" y="41"/>
                        </a:lnTo>
                        <a:lnTo>
                          <a:pt x="164" y="39"/>
                        </a:lnTo>
                        <a:lnTo>
                          <a:pt x="193" y="32"/>
                        </a:lnTo>
                        <a:lnTo>
                          <a:pt x="218" y="16"/>
                        </a:lnTo>
                        <a:lnTo>
                          <a:pt x="241" y="0"/>
                        </a:lnTo>
                        <a:lnTo>
                          <a:pt x="236" y="22"/>
                        </a:lnTo>
                        <a:lnTo>
                          <a:pt x="221" y="44"/>
                        </a:lnTo>
                        <a:lnTo>
                          <a:pt x="199" y="62"/>
                        </a:lnTo>
                        <a:lnTo>
                          <a:pt x="205" y="86"/>
                        </a:lnTo>
                        <a:lnTo>
                          <a:pt x="191" y="103"/>
                        </a:lnTo>
                        <a:lnTo>
                          <a:pt x="184" y="120"/>
                        </a:lnTo>
                        <a:lnTo>
                          <a:pt x="180" y="138"/>
                        </a:lnTo>
                        <a:lnTo>
                          <a:pt x="169" y="154"/>
                        </a:lnTo>
                        <a:lnTo>
                          <a:pt x="165" y="182"/>
                        </a:lnTo>
                        <a:lnTo>
                          <a:pt x="162" y="200"/>
                        </a:lnTo>
                        <a:lnTo>
                          <a:pt x="157" y="231"/>
                        </a:lnTo>
                        <a:lnTo>
                          <a:pt x="163" y="264"/>
                        </a:lnTo>
                        <a:lnTo>
                          <a:pt x="144" y="280"/>
                        </a:lnTo>
                        <a:lnTo>
                          <a:pt x="120" y="295"/>
                        </a:lnTo>
                        <a:lnTo>
                          <a:pt x="93" y="306"/>
                        </a:lnTo>
                        <a:lnTo>
                          <a:pt x="67" y="312"/>
                        </a:lnTo>
                        <a:lnTo>
                          <a:pt x="93" y="294"/>
                        </a:lnTo>
                        <a:lnTo>
                          <a:pt x="115" y="274"/>
                        </a:lnTo>
                        <a:lnTo>
                          <a:pt x="132" y="256"/>
                        </a:lnTo>
                        <a:lnTo>
                          <a:pt x="145" y="234"/>
                        </a:lnTo>
                        <a:lnTo>
                          <a:pt x="121" y="240"/>
                        </a:lnTo>
                        <a:lnTo>
                          <a:pt x="96" y="241"/>
                        </a:lnTo>
                        <a:lnTo>
                          <a:pt x="64" y="238"/>
                        </a:lnTo>
                        <a:lnTo>
                          <a:pt x="30" y="234"/>
                        </a:lnTo>
                        <a:lnTo>
                          <a:pt x="68" y="228"/>
                        </a:lnTo>
                        <a:lnTo>
                          <a:pt x="96" y="220"/>
                        </a:lnTo>
                        <a:lnTo>
                          <a:pt x="118" y="210"/>
                        </a:lnTo>
                        <a:lnTo>
                          <a:pt x="137" y="196"/>
                        </a:lnTo>
                        <a:lnTo>
                          <a:pt x="151" y="179"/>
                        </a:lnTo>
                        <a:lnTo>
                          <a:pt x="122" y="174"/>
                        </a:lnTo>
                        <a:lnTo>
                          <a:pt x="96" y="165"/>
                        </a:lnTo>
                        <a:lnTo>
                          <a:pt x="113" y="150"/>
                        </a:lnTo>
                        <a:lnTo>
                          <a:pt x="133" y="134"/>
                        </a:lnTo>
                        <a:lnTo>
                          <a:pt x="157" y="120"/>
                        </a:lnTo>
                        <a:lnTo>
                          <a:pt x="175" y="110"/>
                        </a:lnTo>
                        <a:lnTo>
                          <a:pt x="160" y="104"/>
                        </a:lnTo>
                        <a:lnTo>
                          <a:pt x="147" y="98"/>
                        </a:lnTo>
                        <a:lnTo>
                          <a:pt x="126" y="92"/>
                        </a:lnTo>
                        <a:lnTo>
                          <a:pt x="147" y="80"/>
                        </a:lnTo>
                        <a:lnTo>
                          <a:pt x="163" y="68"/>
                        </a:lnTo>
                        <a:lnTo>
                          <a:pt x="132" y="69"/>
                        </a:lnTo>
                        <a:lnTo>
                          <a:pt x="106" y="68"/>
                        </a:lnTo>
                        <a:lnTo>
                          <a:pt x="69" y="64"/>
                        </a:lnTo>
                        <a:lnTo>
                          <a:pt x="32" y="57"/>
                        </a:lnTo>
                        <a:lnTo>
                          <a:pt x="0" y="49"/>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84" name="Group 336"/>
              <p:cNvGrpSpPr/>
              <p:nvPr/>
            </p:nvGrpSpPr>
            <p:grpSpPr bwMode="auto">
              <a:xfrm>
                <a:off x="2730" y="3133"/>
                <a:ext cx="42" cy="52"/>
                <a:chOff x="2730" y="3133"/>
                <a:chExt cx="42" cy="52"/>
              </a:xfrm>
            </p:grpSpPr>
            <p:sp>
              <p:nvSpPr>
                <p:cNvPr id="642385" name="Freeform 337"/>
                <p:cNvSpPr/>
                <p:nvPr/>
              </p:nvSpPr>
              <p:spPr bwMode="auto">
                <a:xfrm>
                  <a:off x="2731" y="3133"/>
                  <a:ext cx="41" cy="52"/>
                </a:xfrm>
                <a:custGeom>
                  <a:avLst/>
                  <a:gdLst>
                    <a:gd name="T0" fmla="*/ 143 w 288"/>
                    <a:gd name="T1" fmla="*/ 18 h 416"/>
                    <a:gd name="T2" fmla="*/ 133 w 288"/>
                    <a:gd name="T3" fmla="*/ 85 h 416"/>
                    <a:gd name="T4" fmla="*/ 132 w 288"/>
                    <a:gd name="T5" fmla="*/ 117 h 416"/>
                    <a:gd name="T6" fmla="*/ 138 w 288"/>
                    <a:gd name="T7" fmla="*/ 151 h 416"/>
                    <a:gd name="T8" fmla="*/ 148 w 288"/>
                    <a:gd name="T9" fmla="*/ 167 h 416"/>
                    <a:gd name="T10" fmla="*/ 159 w 288"/>
                    <a:gd name="T11" fmla="*/ 176 h 416"/>
                    <a:gd name="T12" fmla="*/ 179 w 288"/>
                    <a:gd name="T13" fmla="*/ 186 h 416"/>
                    <a:gd name="T14" fmla="*/ 210 w 288"/>
                    <a:gd name="T15" fmla="*/ 200 h 416"/>
                    <a:gd name="T16" fmla="*/ 222 w 288"/>
                    <a:gd name="T17" fmla="*/ 208 h 416"/>
                    <a:gd name="T18" fmla="*/ 238 w 288"/>
                    <a:gd name="T19" fmla="*/ 219 h 416"/>
                    <a:gd name="T20" fmla="*/ 243 w 288"/>
                    <a:gd name="T21" fmla="*/ 227 h 416"/>
                    <a:gd name="T22" fmla="*/ 249 w 288"/>
                    <a:gd name="T23" fmla="*/ 244 h 416"/>
                    <a:gd name="T24" fmla="*/ 261 w 288"/>
                    <a:gd name="T25" fmla="*/ 252 h 416"/>
                    <a:gd name="T26" fmla="*/ 274 w 288"/>
                    <a:gd name="T27" fmla="*/ 262 h 416"/>
                    <a:gd name="T28" fmla="*/ 278 w 288"/>
                    <a:gd name="T29" fmla="*/ 275 h 416"/>
                    <a:gd name="T30" fmla="*/ 280 w 288"/>
                    <a:gd name="T31" fmla="*/ 287 h 416"/>
                    <a:gd name="T32" fmla="*/ 274 w 288"/>
                    <a:gd name="T33" fmla="*/ 306 h 416"/>
                    <a:gd name="T34" fmla="*/ 267 w 288"/>
                    <a:gd name="T35" fmla="*/ 319 h 416"/>
                    <a:gd name="T36" fmla="*/ 258 w 288"/>
                    <a:gd name="T37" fmla="*/ 330 h 416"/>
                    <a:gd name="T38" fmla="*/ 249 w 288"/>
                    <a:gd name="T39" fmla="*/ 334 h 416"/>
                    <a:gd name="T40" fmla="*/ 262 w 288"/>
                    <a:gd name="T41" fmla="*/ 345 h 416"/>
                    <a:gd name="T42" fmla="*/ 276 w 288"/>
                    <a:gd name="T43" fmla="*/ 359 h 416"/>
                    <a:gd name="T44" fmla="*/ 284 w 288"/>
                    <a:gd name="T45" fmla="*/ 374 h 416"/>
                    <a:gd name="T46" fmla="*/ 288 w 288"/>
                    <a:gd name="T47" fmla="*/ 389 h 416"/>
                    <a:gd name="T48" fmla="*/ 285 w 288"/>
                    <a:gd name="T49" fmla="*/ 403 h 416"/>
                    <a:gd name="T50" fmla="*/ 282 w 288"/>
                    <a:gd name="T51" fmla="*/ 410 h 416"/>
                    <a:gd name="T52" fmla="*/ 276 w 288"/>
                    <a:gd name="T53" fmla="*/ 416 h 416"/>
                    <a:gd name="T54" fmla="*/ 266 w 288"/>
                    <a:gd name="T55" fmla="*/ 415 h 416"/>
                    <a:gd name="T56" fmla="*/ 255 w 288"/>
                    <a:gd name="T57" fmla="*/ 401 h 416"/>
                    <a:gd name="T58" fmla="*/ 243 w 288"/>
                    <a:gd name="T59" fmla="*/ 382 h 416"/>
                    <a:gd name="T60" fmla="*/ 202 w 288"/>
                    <a:gd name="T61" fmla="*/ 352 h 416"/>
                    <a:gd name="T62" fmla="*/ 171 w 288"/>
                    <a:gd name="T63" fmla="*/ 334 h 416"/>
                    <a:gd name="T64" fmla="*/ 145 w 288"/>
                    <a:gd name="T65" fmla="*/ 325 h 416"/>
                    <a:gd name="T66" fmla="*/ 123 w 288"/>
                    <a:gd name="T67" fmla="*/ 318 h 416"/>
                    <a:gd name="T68" fmla="*/ 99 w 288"/>
                    <a:gd name="T69" fmla="*/ 309 h 416"/>
                    <a:gd name="T70" fmla="*/ 77 w 288"/>
                    <a:gd name="T71" fmla="*/ 298 h 416"/>
                    <a:gd name="T72" fmla="*/ 48 w 288"/>
                    <a:gd name="T73" fmla="*/ 280 h 416"/>
                    <a:gd name="T74" fmla="*/ 12 w 288"/>
                    <a:gd name="T75" fmla="*/ 227 h 416"/>
                    <a:gd name="T76" fmla="*/ 2 w 288"/>
                    <a:gd name="T77" fmla="*/ 195 h 416"/>
                    <a:gd name="T78" fmla="*/ 0 w 288"/>
                    <a:gd name="T79" fmla="*/ 164 h 416"/>
                    <a:gd name="T80" fmla="*/ 4 w 288"/>
                    <a:gd name="T81" fmla="*/ 131 h 416"/>
                    <a:gd name="T82" fmla="*/ 13 w 288"/>
                    <a:gd name="T83" fmla="*/ 84 h 416"/>
                    <a:gd name="T84" fmla="*/ 27 w 288"/>
                    <a:gd name="T85" fmla="*/ 0 h 416"/>
                    <a:gd name="T86" fmla="*/ 143 w 288"/>
                    <a:gd name="T87" fmla="*/ 18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8" h="416">
                      <a:moveTo>
                        <a:pt x="143" y="18"/>
                      </a:moveTo>
                      <a:lnTo>
                        <a:pt x="133" y="85"/>
                      </a:lnTo>
                      <a:lnTo>
                        <a:pt x="132" y="117"/>
                      </a:lnTo>
                      <a:lnTo>
                        <a:pt x="138" y="151"/>
                      </a:lnTo>
                      <a:lnTo>
                        <a:pt x="148" y="167"/>
                      </a:lnTo>
                      <a:lnTo>
                        <a:pt x="159" y="176"/>
                      </a:lnTo>
                      <a:lnTo>
                        <a:pt x="179" y="186"/>
                      </a:lnTo>
                      <a:lnTo>
                        <a:pt x="210" y="200"/>
                      </a:lnTo>
                      <a:lnTo>
                        <a:pt x="222" y="208"/>
                      </a:lnTo>
                      <a:lnTo>
                        <a:pt x="238" y="219"/>
                      </a:lnTo>
                      <a:lnTo>
                        <a:pt x="243" y="227"/>
                      </a:lnTo>
                      <a:lnTo>
                        <a:pt x="249" y="244"/>
                      </a:lnTo>
                      <a:lnTo>
                        <a:pt x="261" y="252"/>
                      </a:lnTo>
                      <a:lnTo>
                        <a:pt x="274" y="262"/>
                      </a:lnTo>
                      <a:lnTo>
                        <a:pt x="278" y="275"/>
                      </a:lnTo>
                      <a:lnTo>
                        <a:pt x="280" y="287"/>
                      </a:lnTo>
                      <a:lnTo>
                        <a:pt x="274" y="306"/>
                      </a:lnTo>
                      <a:lnTo>
                        <a:pt x="267" y="319"/>
                      </a:lnTo>
                      <a:lnTo>
                        <a:pt x="258" y="330"/>
                      </a:lnTo>
                      <a:lnTo>
                        <a:pt x="249" y="334"/>
                      </a:lnTo>
                      <a:lnTo>
                        <a:pt x="262" y="345"/>
                      </a:lnTo>
                      <a:lnTo>
                        <a:pt x="276" y="359"/>
                      </a:lnTo>
                      <a:lnTo>
                        <a:pt x="284" y="374"/>
                      </a:lnTo>
                      <a:lnTo>
                        <a:pt x="288" y="389"/>
                      </a:lnTo>
                      <a:lnTo>
                        <a:pt x="285" y="403"/>
                      </a:lnTo>
                      <a:lnTo>
                        <a:pt x="282" y="410"/>
                      </a:lnTo>
                      <a:lnTo>
                        <a:pt x="276" y="416"/>
                      </a:lnTo>
                      <a:lnTo>
                        <a:pt x="266" y="415"/>
                      </a:lnTo>
                      <a:lnTo>
                        <a:pt x="255" y="401"/>
                      </a:lnTo>
                      <a:lnTo>
                        <a:pt x="243" y="382"/>
                      </a:lnTo>
                      <a:lnTo>
                        <a:pt x="202" y="352"/>
                      </a:lnTo>
                      <a:lnTo>
                        <a:pt x="171" y="334"/>
                      </a:lnTo>
                      <a:lnTo>
                        <a:pt x="145" y="325"/>
                      </a:lnTo>
                      <a:lnTo>
                        <a:pt x="123" y="318"/>
                      </a:lnTo>
                      <a:lnTo>
                        <a:pt x="99" y="309"/>
                      </a:lnTo>
                      <a:lnTo>
                        <a:pt x="77" y="298"/>
                      </a:lnTo>
                      <a:lnTo>
                        <a:pt x="48" y="280"/>
                      </a:lnTo>
                      <a:lnTo>
                        <a:pt x="12" y="227"/>
                      </a:lnTo>
                      <a:lnTo>
                        <a:pt x="2" y="195"/>
                      </a:lnTo>
                      <a:lnTo>
                        <a:pt x="0" y="164"/>
                      </a:lnTo>
                      <a:lnTo>
                        <a:pt x="4" y="131"/>
                      </a:lnTo>
                      <a:lnTo>
                        <a:pt x="13" y="84"/>
                      </a:lnTo>
                      <a:lnTo>
                        <a:pt x="27" y="0"/>
                      </a:lnTo>
                      <a:lnTo>
                        <a:pt x="143" y="18"/>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6" name="Freeform 338"/>
                <p:cNvSpPr/>
                <p:nvPr/>
              </p:nvSpPr>
              <p:spPr bwMode="auto">
                <a:xfrm>
                  <a:off x="2756" y="3168"/>
                  <a:ext cx="14" cy="7"/>
                </a:xfrm>
                <a:custGeom>
                  <a:avLst/>
                  <a:gdLst>
                    <a:gd name="T0" fmla="*/ 0 w 92"/>
                    <a:gd name="T1" fmla="*/ 0 h 52"/>
                    <a:gd name="T2" fmla="*/ 27 w 92"/>
                    <a:gd name="T3" fmla="*/ 12 h 52"/>
                    <a:gd name="T4" fmla="*/ 45 w 92"/>
                    <a:gd name="T5" fmla="*/ 19 h 52"/>
                    <a:gd name="T6" fmla="*/ 57 w 92"/>
                    <a:gd name="T7" fmla="*/ 18 h 52"/>
                    <a:gd name="T8" fmla="*/ 65 w 92"/>
                    <a:gd name="T9" fmla="*/ 12 h 52"/>
                    <a:gd name="T10" fmla="*/ 71 w 92"/>
                    <a:gd name="T11" fmla="*/ 16 h 52"/>
                    <a:gd name="T12" fmla="*/ 80 w 92"/>
                    <a:gd name="T13" fmla="*/ 21 h 52"/>
                    <a:gd name="T14" fmla="*/ 92 w 92"/>
                    <a:gd name="T15" fmla="*/ 22 h 52"/>
                    <a:gd name="T16" fmla="*/ 88 w 92"/>
                    <a:gd name="T17" fmla="*/ 34 h 52"/>
                    <a:gd name="T18" fmla="*/ 80 w 92"/>
                    <a:gd name="T19" fmla="*/ 46 h 52"/>
                    <a:gd name="T20" fmla="*/ 68 w 92"/>
                    <a:gd name="T21" fmla="*/ 52 h 52"/>
                    <a:gd name="T22" fmla="*/ 54 w 92"/>
                    <a:gd name="T23" fmla="*/ 38 h 52"/>
                    <a:gd name="T24" fmla="*/ 42 w 92"/>
                    <a:gd name="T25" fmla="*/ 27 h 52"/>
                    <a:gd name="T26" fmla="*/ 24 w 92"/>
                    <a:gd name="T27" fmla="*/ 16 h 52"/>
                    <a:gd name="T28" fmla="*/ 0 w 92"/>
                    <a:gd name="T29"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2" h="52">
                      <a:moveTo>
                        <a:pt x="0" y="0"/>
                      </a:moveTo>
                      <a:lnTo>
                        <a:pt x="27" y="12"/>
                      </a:lnTo>
                      <a:lnTo>
                        <a:pt x="45" y="19"/>
                      </a:lnTo>
                      <a:lnTo>
                        <a:pt x="57" y="18"/>
                      </a:lnTo>
                      <a:lnTo>
                        <a:pt x="65" y="12"/>
                      </a:lnTo>
                      <a:lnTo>
                        <a:pt x="71" y="16"/>
                      </a:lnTo>
                      <a:lnTo>
                        <a:pt x="80" y="21"/>
                      </a:lnTo>
                      <a:lnTo>
                        <a:pt x="92" y="22"/>
                      </a:lnTo>
                      <a:lnTo>
                        <a:pt x="88" y="34"/>
                      </a:lnTo>
                      <a:lnTo>
                        <a:pt x="80" y="46"/>
                      </a:lnTo>
                      <a:lnTo>
                        <a:pt x="68" y="52"/>
                      </a:lnTo>
                      <a:lnTo>
                        <a:pt x="54" y="38"/>
                      </a:lnTo>
                      <a:lnTo>
                        <a:pt x="42" y="27"/>
                      </a:lnTo>
                      <a:lnTo>
                        <a:pt x="24" y="16"/>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7" name="Freeform 339"/>
                <p:cNvSpPr/>
                <p:nvPr/>
              </p:nvSpPr>
              <p:spPr bwMode="auto">
                <a:xfrm>
                  <a:off x="2730" y="3138"/>
                  <a:ext cx="21" cy="32"/>
                </a:xfrm>
                <a:custGeom>
                  <a:avLst/>
                  <a:gdLst>
                    <a:gd name="T0" fmla="*/ 107 w 144"/>
                    <a:gd name="T1" fmla="*/ 139 h 258"/>
                    <a:gd name="T2" fmla="*/ 95 w 144"/>
                    <a:gd name="T3" fmla="*/ 119 h 258"/>
                    <a:gd name="T4" fmla="*/ 86 w 144"/>
                    <a:gd name="T5" fmla="*/ 96 h 258"/>
                    <a:gd name="T6" fmla="*/ 79 w 144"/>
                    <a:gd name="T7" fmla="*/ 73 h 258"/>
                    <a:gd name="T8" fmla="*/ 76 w 144"/>
                    <a:gd name="T9" fmla="*/ 53 h 258"/>
                    <a:gd name="T10" fmla="*/ 77 w 144"/>
                    <a:gd name="T11" fmla="*/ 40 h 258"/>
                    <a:gd name="T12" fmla="*/ 94 w 144"/>
                    <a:gd name="T13" fmla="*/ 42 h 258"/>
                    <a:gd name="T14" fmla="*/ 113 w 144"/>
                    <a:gd name="T15" fmla="*/ 39 h 258"/>
                    <a:gd name="T16" fmla="*/ 126 w 144"/>
                    <a:gd name="T17" fmla="*/ 36 h 258"/>
                    <a:gd name="T18" fmla="*/ 136 w 144"/>
                    <a:gd name="T19" fmla="*/ 32 h 258"/>
                    <a:gd name="T20" fmla="*/ 141 w 144"/>
                    <a:gd name="T21" fmla="*/ 25 h 258"/>
                    <a:gd name="T22" fmla="*/ 144 w 144"/>
                    <a:gd name="T23" fmla="*/ 7 h 258"/>
                    <a:gd name="T24" fmla="*/ 20 w 144"/>
                    <a:gd name="T25" fmla="*/ 0 h 258"/>
                    <a:gd name="T26" fmla="*/ 14 w 144"/>
                    <a:gd name="T27" fmla="*/ 37 h 258"/>
                    <a:gd name="T28" fmla="*/ 11 w 144"/>
                    <a:gd name="T29" fmla="*/ 58 h 258"/>
                    <a:gd name="T30" fmla="*/ 5 w 144"/>
                    <a:gd name="T31" fmla="*/ 83 h 258"/>
                    <a:gd name="T32" fmla="*/ 2 w 144"/>
                    <a:gd name="T33" fmla="*/ 103 h 258"/>
                    <a:gd name="T34" fmla="*/ 0 w 144"/>
                    <a:gd name="T35" fmla="*/ 124 h 258"/>
                    <a:gd name="T36" fmla="*/ 1 w 144"/>
                    <a:gd name="T37" fmla="*/ 144 h 258"/>
                    <a:gd name="T38" fmla="*/ 3 w 144"/>
                    <a:gd name="T39" fmla="*/ 159 h 258"/>
                    <a:gd name="T40" fmla="*/ 6 w 144"/>
                    <a:gd name="T41" fmla="*/ 173 h 258"/>
                    <a:gd name="T42" fmla="*/ 12 w 144"/>
                    <a:gd name="T43" fmla="*/ 187 h 258"/>
                    <a:gd name="T44" fmla="*/ 22 w 144"/>
                    <a:gd name="T45" fmla="*/ 202 h 258"/>
                    <a:gd name="T46" fmla="*/ 29 w 144"/>
                    <a:gd name="T47" fmla="*/ 214 h 258"/>
                    <a:gd name="T48" fmla="*/ 39 w 144"/>
                    <a:gd name="T49" fmla="*/ 229 h 258"/>
                    <a:gd name="T50" fmla="*/ 51 w 144"/>
                    <a:gd name="T51" fmla="*/ 242 h 258"/>
                    <a:gd name="T52" fmla="*/ 61 w 144"/>
                    <a:gd name="T53" fmla="*/ 249 h 258"/>
                    <a:gd name="T54" fmla="*/ 76 w 144"/>
                    <a:gd name="T55" fmla="*/ 258 h 258"/>
                    <a:gd name="T56" fmla="*/ 72 w 144"/>
                    <a:gd name="T57" fmla="*/ 244 h 258"/>
                    <a:gd name="T58" fmla="*/ 70 w 144"/>
                    <a:gd name="T59" fmla="*/ 223 h 258"/>
                    <a:gd name="T60" fmla="*/ 72 w 144"/>
                    <a:gd name="T61" fmla="*/ 205 h 258"/>
                    <a:gd name="T62" fmla="*/ 76 w 144"/>
                    <a:gd name="T63" fmla="*/ 187 h 258"/>
                    <a:gd name="T64" fmla="*/ 85 w 144"/>
                    <a:gd name="T65" fmla="*/ 169 h 258"/>
                    <a:gd name="T66" fmla="*/ 96 w 144"/>
                    <a:gd name="T67" fmla="*/ 152 h 258"/>
                    <a:gd name="T68" fmla="*/ 107 w 144"/>
                    <a:gd name="T69" fmla="*/ 139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4" h="258">
                      <a:moveTo>
                        <a:pt x="107" y="139"/>
                      </a:moveTo>
                      <a:lnTo>
                        <a:pt x="95" y="119"/>
                      </a:lnTo>
                      <a:lnTo>
                        <a:pt x="86" y="96"/>
                      </a:lnTo>
                      <a:lnTo>
                        <a:pt x="79" y="73"/>
                      </a:lnTo>
                      <a:lnTo>
                        <a:pt x="76" y="53"/>
                      </a:lnTo>
                      <a:lnTo>
                        <a:pt x="77" y="40"/>
                      </a:lnTo>
                      <a:lnTo>
                        <a:pt x="94" y="42"/>
                      </a:lnTo>
                      <a:lnTo>
                        <a:pt x="113" y="39"/>
                      </a:lnTo>
                      <a:lnTo>
                        <a:pt x="126" y="36"/>
                      </a:lnTo>
                      <a:lnTo>
                        <a:pt x="136" y="32"/>
                      </a:lnTo>
                      <a:lnTo>
                        <a:pt x="141" y="25"/>
                      </a:lnTo>
                      <a:lnTo>
                        <a:pt x="144" y="7"/>
                      </a:lnTo>
                      <a:lnTo>
                        <a:pt x="20" y="0"/>
                      </a:lnTo>
                      <a:lnTo>
                        <a:pt x="14" y="37"/>
                      </a:lnTo>
                      <a:lnTo>
                        <a:pt x="11" y="58"/>
                      </a:lnTo>
                      <a:lnTo>
                        <a:pt x="5" y="83"/>
                      </a:lnTo>
                      <a:lnTo>
                        <a:pt x="2" y="103"/>
                      </a:lnTo>
                      <a:lnTo>
                        <a:pt x="0" y="124"/>
                      </a:lnTo>
                      <a:lnTo>
                        <a:pt x="1" y="144"/>
                      </a:lnTo>
                      <a:lnTo>
                        <a:pt x="3" y="159"/>
                      </a:lnTo>
                      <a:lnTo>
                        <a:pt x="6" y="173"/>
                      </a:lnTo>
                      <a:lnTo>
                        <a:pt x="12" y="187"/>
                      </a:lnTo>
                      <a:lnTo>
                        <a:pt x="22" y="202"/>
                      </a:lnTo>
                      <a:lnTo>
                        <a:pt x="29" y="214"/>
                      </a:lnTo>
                      <a:lnTo>
                        <a:pt x="39" y="229"/>
                      </a:lnTo>
                      <a:lnTo>
                        <a:pt x="51" y="242"/>
                      </a:lnTo>
                      <a:lnTo>
                        <a:pt x="61" y="249"/>
                      </a:lnTo>
                      <a:lnTo>
                        <a:pt x="76" y="258"/>
                      </a:lnTo>
                      <a:lnTo>
                        <a:pt x="72" y="244"/>
                      </a:lnTo>
                      <a:lnTo>
                        <a:pt x="70" y="223"/>
                      </a:lnTo>
                      <a:lnTo>
                        <a:pt x="72" y="205"/>
                      </a:lnTo>
                      <a:lnTo>
                        <a:pt x="76" y="187"/>
                      </a:lnTo>
                      <a:lnTo>
                        <a:pt x="85" y="169"/>
                      </a:lnTo>
                      <a:lnTo>
                        <a:pt x="96" y="152"/>
                      </a:lnTo>
                      <a:lnTo>
                        <a:pt x="107" y="13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8" name="Freeform 340"/>
                <p:cNvSpPr/>
                <p:nvPr/>
              </p:nvSpPr>
              <p:spPr bwMode="auto">
                <a:xfrm>
                  <a:off x="2755" y="3159"/>
                  <a:ext cx="11" cy="4"/>
                </a:xfrm>
                <a:custGeom>
                  <a:avLst/>
                  <a:gdLst>
                    <a:gd name="T0" fmla="*/ 76 w 76"/>
                    <a:gd name="T1" fmla="*/ 37 h 37"/>
                    <a:gd name="T2" fmla="*/ 57 w 76"/>
                    <a:gd name="T3" fmla="*/ 24 h 37"/>
                    <a:gd name="T4" fmla="*/ 37 w 76"/>
                    <a:gd name="T5" fmla="*/ 12 h 37"/>
                    <a:gd name="T6" fmla="*/ 19 w 76"/>
                    <a:gd name="T7" fmla="*/ 5 h 37"/>
                    <a:gd name="T8" fmla="*/ 0 w 76"/>
                    <a:gd name="T9" fmla="*/ 0 h 37"/>
                    <a:gd name="T10" fmla="*/ 23 w 76"/>
                    <a:gd name="T11" fmla="*/ 4 h 37"/>
                    <a:gd name="T12" fmla="*/ 44 w 76"/>
                    <a:gd name="T13" fmla="*/ 10 h 37"/>
                    <a:gd name="T14" fmla="*/ 64 w 76"/>
                    <a:gd name="T15" fmla="*/ 19 h 37"/>
                    <a:gd name="T16" fmla="*/ 73 w 76"/>
                    <a:gd name="T17" fmla="*/ 24 h 37"/>
                    <a:gd name="T18" fmla="*/ 76 w 76"/>
                    <a:gd name="T19"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 h="37">
                      <a:moveTo>
                        <a:pt x="76" y="37"/>
                      </a:moveTo>
                      <a:lnTo>
                        <a:pt x="57" y="24"/>
                      </a:lnTo>
                      <a:lnTo>
                        <a:pt x="37" y="12"/>
                      </a:lnTo>
                      <a:lnTo>
                        <a:pt x="19" y="5"/>
                      </a:lnTo>
                      <a:lnTo>
                        <a:pt x="0" y="0"/>
                      </a:lnTo>
                      <a:lnTo>
                        <a:pt x="23" y="4"/>
                      </a:lnTo>
                      <a:lnTo>
                        <a:pt x="44" y="10"/>
                      </a:lnTo>
                      <a:lnTo>
                        <a:pt x="64" y="19"/>
                      </a:lnTo>
                      <a:lnTo>
                        <a:pt x="73" y="24"/>
                      </a:lnTo>
                      <a:lnTo>
                        <a:pt x="76" y="3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9" name="Freeform 341"/>
                <p:cNvSpPr/>
                <p:nvPr/>
              </p:nvSpPr>
              <p:spPr bwMode="auto">
                <a:xfrm>
                  <a:off x="2755" y="3174"/>
                  <a:ext cx="13" cy="7"/>
                </a:xfrm>
                <a:custGeom>
                  <a:avLst/>
                  <a:gdLst>
                    <a:gd name="T0" fmla="*/ 97 w 97"/>
                    <a:gd name="T1" fmla="*/ 37 h 60"/>
                    <a:gd name="T2" fmla="*/ 89 w 97"/>
                    <a:gd name="T3" fmla="*/ 42 h 60"/>
                    <a:gd name="T4" fmla="*/ 84 w 97"/>
                    <a:gd name="T5" fmla="*/ 49 h 60"/>
                    <a:gd name="T6" fmla="*/ 77 w 97"/>
                    <a:gd name="T7" fmla="*/ 60 h 60"/>
                    <a:gd name="T8" fmla="*/ 74 w 97"/>
                    <a:gd name="T9" fmla="*/ 54 h 60"/>
                    <a:gd name="T10" fmla="*/ 68 w 97"/>
                    <a:gd name="T11" fmla="*/ 49 h 60"/>
                    <a:gd name="T12" fmla="*/ 53 w 97"/>
                    <a:gd name="T13" fmla="*/ 38 h 60"/>
                    <a:gd name="T14" fmla="*/ 40 w 97"/>
                    <a:gd name="T15" fmla="*/ 28 h 60"/>
                    <a:gd name="T16" fmla="*/ 27 w 97"/>
                    <a:gd name="T17" fmla="*/ 19 h 60"/>
                    <a:gd name="T18" fmla="*/ 13 w 97"/>
                    <a:gd name="T19" fmla="*/ 10 h 60"/>
                    <a:gd name="T20" fmla="*/ 0 w 97"/>
                    <a:gd name="T21" fmla="*/ 0 h 60"/>
                    <a:gd name="T22" fmla="*/ 18 w 97"/>
                    <a:gd name="T23" fmla="*/ 8 h 60"/>
                    <a:gd name="T24" fmla="*/ 30 w 97"/>
                    <a:gd name="T25" fmla="*/ 14 h 60"/>
                    <a:gd name="T26" fmla="*/ 47 w 97"/>
                    <a:gd name="T27" fmla="*/ 23 h 60"/>
                    <a:gd name="T28" fmla="*/ 62 w 97"/>
                    <a:gd name="T29" fmla="*/ 36 h 60"/>
                    <a:gd name="T30" fmla="*/ 72 w 97"/>
                    <a:gd name="T31" fmla="*/ 45 h 60"/>
                    <a:gd name="T32" fmla="*/ 78 w 97"/>
                    <a:gd name="T33" fmla="*/ 50 h 60"/>
                    <a:gd name="T34" fmla="*/ 84 w 97"/>
                    <a:gd name="T35" fmla="*/ 42 h 60"/>
                    <a:gd name="T36" fmla="*/ 97 w 97"/>
                    <a:gd name="T37" fmla="*/ 3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7" h="60">
                      <a:moveTo>
                        <a:pt x="97" y="37"/>
                      </a:moveTo>
                      <a:lnTo>
                        <a:pt x="89" y="42"/>
                      </a:lnTo>
                      <a:lnTo>
                        <a:pt x="84" y="49"/>
                      </a:lnTo>
                      <a:lnTo>
                        <a:pt x="77" y="60"/>
                      </a:lnTo>
                      <a:lnTo>
                        <a:pt x="74" y="54"/>
                      </a:lnTo>
                      <a:lnTo>
                        <a:pt x="68" y="49"/>
                      </a:lnTo>
                      <a:lnTo>
                        <a:pt x="53" y="38"/>
                      </a:lnTo>
                      <a:lnTo>
                        <a:pt x="40" y="28"/>
                      </a:lnTo>
                      <a:lnTo>
                        <a:pt x="27" y="19"/>
                      </a:lnTo>
                      <a:lnTo>
                        <a:pt x="13" y="10"/>
                      </a:lnTo>
                      <a:lnTo>
                        <a:pt x="0" y="0"/>
                      </a:lnTo>
                      <a:lnTo>
                        <a:pt x="18" y="8"/>
                      </a:lnTo>
                      <a:lnTo>
                        <a:pt x="30" y="14"/>
                      </a:lnTo>
                      <a:lnTo>
                        <a:pt x="47" y="23"/>
                      </a:lnTo>
                      <a:lnTo>
                        <a:pt x="62" y="36"/>
                      </a:lnTo>
                      <a:lnTo>
                        <a:pt x="72" y="45"/>
                      </a:lnTo>
                      <a:lnTo>
                        <a:pt x="78" y="50"/>
                      </a:lnTo>
                      <a:lnTo>
                        <a:pt x="84" y="42"/>
                      </a:lnTo>
                      <a:lnTo>
                        <a:pt x="97" y="3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90" name="Group 342"/>
              <p:cNvGrpSpPr/>
              <p:nvPr/>
            </p:nvGrpSpPr>
            <p:grpSpPr bwMode="auto">
              <a:xfrm>
                <a:off x="2725" y="3103"/>
                <a:ext cx="38" cy="40"/>
                <a:chOff x="2725" y="3103"/>
                <a:chExt cx="38" cy="40"/>
              </a:xfrm>
            </p:grpSpPr>
            <p:sp>
              <p:nvSpPr>
                <p:cNvPr id="642391" name="Freeform 343"/>
                <p:cNvSpPr/>
                <p:nvPr/>
              </p:nvSpPr>
              <p:spPr bwMode="auto">
                <a:xfrm>
                  <a:off x="2725" y="3103"/>
                  <a:ext cx="38" cy="40"/>
                </a:xfrm>
                <a:custGeom>
                  <a:avLst/>
                  <a:gdLst>
                    <a:gd name="T0" fmla="*/ 17 w 265"/>
                    <a:gd name="T1" fmla="*/ 0 h 314"/>
                    <a:gd name="T2" fmla="*/ 9 w 265"/>
                    <a:gd name="T3" fmla="*/ 19 h 314"/>
                    <a:gd name="T4" fmla="*/ 3 w 265"/>
                    <a:gd name="T5" fmla="*/ 41 h 314"/>
                    <a:gd name="T6" fmla="*/ 0 w 265"/>
                    <a:gd name="T7" fmla="*/ 66 h 314"/>
                    <a:gd name="T8" fmla="*/ 3 w 265"/>
                    <a:gd name="T9" fmla="*/ 91 h 314"/>
                    <a:gd name="T10" fmla="*/ 5 w 265"/>
                    <a:gd name="T11" fmla="*/ 101 h 314"/>
                    <a:gd name="T12" fmla="*/ 15 w 265"/>
                    <a:gd name="T13" fmla="*/ 115 h 314"/>
                    <a:gd name="T14" fmla="*/ 29 w 265"/>
                    <a:gd name="T15" fmla="*/ 125 h 314"/>
                    <a:gd name="T16" fmla="*/ 46 w 265"/>
                    <a:gd name="T17" fmla="*/ 137 h 314"/>
                    <a:gd name="T18" fmla="*/ 40 w 265"/>
                    <a:gd name="T19" fmla="*/ 160 h 314"/>
                    <a:gd name="T20" fmla="*/ 37 w 265"/>
                    <a:gd name="T21" fmla="*/ 189 h 314"/>
                    <a:gd name="T22" fmla="*/ 35 w 265"/>
                    <a:gd name="T23" fmla="*/ 222 h 314"/>
                    <a:gd name="T24" fmla="*/ 38 w 265"/>
                    <a:gd name="T25" fmla="*/ 253 h 314"/>
                    <a:gd name="T26" fmla="*/ 40 w 265"/>
                    <a:gd name="T27" fmla="*/ 277 h 314"/>
                    <a:gd name="T28" fmla="*/ 46 w 265"/>
                    <a:gd name="T29" fmla="*/ 289 h 314"/>
                    <a:gd name="T30" fmla="*/ 64 w 265"/>
                    <a:gd name="T31" fmla="*/ 303 h 314"/>
                    <a:gd name="T32" fmla="*/ 91 w 265"/>
                    <a:gd name="T33" fmla="*/ 312 h 314"/>
                    <a:gd name="T34" fmla="*/ 119 w 265"/>
                    <a:gd name="T35" fmla="*/ 314 h 314"/>
                    <a:gd name="T36" fmla="*/ 146 w 265"/>
                    <a:gd name="T37" fmla="*/ 312 h 314"/>
                    <a:gd name="T38" fmla="*/ 162 w 265"/>
                    <a:gd name="T39" fmla="*/ 308 h 314"/>
                    <a:gd name="T40" fmla="*/ 175 w 265"/>
                    <a:gd name="T41" fmla="*/ 299 h 314"/>
                    <a:gd name="T42" fmla="*/ 189 w 265"/>
                    <a:gd name="T43" fmla="*/ 279 h 314"/>
                    <a:gd name="T44" fmla="*/ 196 w 265"/>
                    <a:gd name="T45" fmla="*/ 262 h 314"/>
                    <a:gd name="T46" fmla="*/ 202 w 265"/>
                    <a:gd name="T47" fmla="*/ 240 h 314"/>
                    <a:gd name="T48" fmla="*/ 204 w 265"/>
                    <a:gd name="T49" fmla="*/ 226 h 314"/>
                    <a:gd name="T50" fmla="*/ 202 w 265"/>
                    <a:gd name="T51" fmla="*/ 209 h 314"/>
                    <a:gd name="T52" fmla="*/ 210 w 265"/>
                    <a:gd name="T53" fmla="*/ 191 h 314"/>
                    <a:gd name="T54" fmla="*/ 213 w 265"/>
                    <a:gd name="T55" fmla="*/ 173 h 314"/>
                    <a:gd name="T56" fmla="*/ 237 w 265"/>
                    <a:gd name="T57" fmla="*/ 162 h 314"/>
                    <a:gd name="T58" fmla="*/ 252 w 265"/>
                    <a:gd name="T59" fmla="*/ 153 h 314"/>
                    <a:gd name="T60" fmla="*/ 256 w 265"/>
                    <a:gd name="T61" fmla="*/ 144 h 314"/>
                    <a:gd name="T62" fmla="*/ 254 w 265"/>
                    <a:gd name="T63" fmla="*/ 125 h 314"/>
                    <a:gd name="T64" fmla="*/ 256 w 265"/>
                    <a:gd name="T65" fmla="*/ 108 h 314"/>
                    <a:gd name="T66" fmla="*/ 260 w 265"/>
                    <a:gd name="T67" fmla="*/ 86 h 314"/>
                    <a:gd name="T68" fmla="*/ 265 w 265"/>
                    <a:gd name="T69" fmla="*/ 70 h 314"/>
                    <a:gd name="T70" fmla="*/ 264 w 265"/>
                    <a:gd name="T71" fmla="*/ 56 h 314"/>
                    <a:gd name="T72" fmla="*/ 259 w 265"/>
                    <a:gd name="T73" fmla="*/ 40 h 314"/>
                    <a:gd name="T74" fmla="*/ 253 w 265"/>
                    <a:gd name="T75" fmla="*/ 31 h 314"/>
                    <a:gd name="T76" fmla="*/ 250 w 265"/>
                    <a:gd name="T77" fmla="*/ 22 h 314"/>
                    <a:gd name="T78" fmla="*/ 230 w 265"/>
                    <a:gd name="T79" fmla="*/ 29 h 314"/>
                    <a:gd name="T80" fmla="*/ 206 w 265"/>
                    <a:gd name="T81" fmla="*/ 37 h 314"/>
                    <a:gd name="T82" fmla="*/ 190 w 265"/>
                    <a:gd name="T83" fmla="*/ 41 h 314"/>
                    <a:gd name="T84" fmla="*/ 171 w 265"/>
                    <a:gd name="T85" fmla="*/ 45 h 314"/>
                    <a:gd name="T86" fmla="*/ 146 w 265"/>
                    <a:gd name="T87" fmla="*/ 47 h 314"/>
                    <a:gd name="T88" fmla="*/ 122 w 265"/>
                    <a:gd name="T89" fmla="*/ 43 h 314"/>
                    <a:gd name="T90" fmla="*/ 100 w 265"/>
                    <a:gd name="T91" fmla="*/ 37 h 314"/>
                    <a:gd name="T92" fmla="*/ 78 w 265"/>
                    <a:gd name="T93" fmla="*/ 31 h 314"/>
                    <a:gd name="T94" fmla="*/ 57 w 265"/>
                    <a:gd name="T95" fmla="*/ 19 h 314"/>
                    <a:gd name="T96" fmla="*/ 35 w 265"/>
                    <a:gd name="T97" fmla="*/ 8 h 314"/>
                    <a:gd name="T98" fmla="*/ 17 w 265"/>
                    <a:gd name="T9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5" h="314">
                      <a:moveTo>
                        <a:pt x="17" y="0"/>
                      </a:moveTo>
                      <a:lnTo>
                        <a:pt x="9" y="19"/>
                      </a:lnTo>
                      <a:lnTo>
                        <a:pt x="3" y="41"/>
                      </a:lnTo>
                      <a:lnTo>
                        <a:pt x="0" y="66"/>
                      </a:lnTo>
                      <a:lnTo>
                        <a:pt x="3" y="91"/>
                      </a:lnTo>
                      <a:lnTo>
                        <a:pt x="5" y="101"/>
                      </a:lnTo>
                      <a:lnTo>
                        <a:pt x="15" y="115"/>
                      </a:lnTo>
                      <a:lnTo>
                        <a:pt x="29" y="125"/>
                      </a:lnTo>
                      <a:lnTo>
                        <a:pt x="46" y="137"/>
                      </a:lnTo>
                      <a:lnTo>
                        <a:pt x="40" y="160"/>
                      </a:lnTo>
                      <a:lnTo>
                        <a:pt x="37" y="189"/>
                      </a:lnTo>
                      <a:lnTo>
                        <a:pt x="35" y="222"/>
                      </a:lnTo>
                      <a:lnTo>
                        <a:pt x="38" y="253"/>
                      </a:lnTo>
                      <a:lnTo>
                        <a:pt x="40" y="277"/>
                      </a:lnTo>
                      <a:lnTo>
                        <a:pt x="46" y="289"/>
                      </a:lnTo>
                      <a:lnTo>
                        <a:pt x="64" y="303"/>
                      </a:lnTo>
                      <a:lnTo>
                        <a:pt x="91" y="312"/>
                      </a:lnTo>
                      <a:lnTo>
                        <a:pt x="119" y="314"/>
                      </a:lnTo>
                      <a:lnTo>
                        <a:pt x="146" y="312"/>
                      </a:lnTo>
                      <a:lnTo>
                        <a:pt x="162" y="308"/>
                      </a:lnTo>
                      <a:lnTo>
                        <a:pt x="175" y="299"/>
                      </a:lnTo>
                      <a:lnTo>
                        <a:pt x="189" y="279"/>
                      </a:lnTo>
                      <a:lnTo>
                        <a:pt x="196" y="262"/>
                      </a:lnTo>
                      <a:lnTo>
                        <a:pt x="202" y="240"/>
                      </a:lnTo>
                      <a:lnTo>
                        <a:pt x="204" y="226"/>
                      </a:lnTo>
                      <a:lnTo>
                        <a:pt x="202" y="209"/>
                      </a:lnTo>
                      <a:lnTo>
                        <a:pt x="210" y="191"/>
                      </a:lnTo>
                      <a:lnTo>
                        <a:pt x="213" y="173"/>
                      </a:lnTo>
                      <a:lnTo>
                        <a:pt x="237" y="162"/>
                      </a:lnTo>
                      <a:lnTo>
                        <a:pt x="252" y="153"/>
                      </a:lnTo>
                      <a:lnTo>
                        <a:pt x="256" y="144"/>
                      </a:lnTo>
                      <a:lnTo>
                        <a:pt x="254" y="125"/>
                      </a:lnTo>
                      <a:lnTo>
                        <a:pt x="256" y="108"/>
                      </a:lnTo>
                      <a:lnTo>
                        <a:pt x="260" y="86"/>
                      </a:lnTo>
                      <a:lnTo>
                        <a:pt x="265" y="70"/>
                      </a:lnTo>
                      <a:lnTo>
                        <a:pt x="264" y="56"/>
                      </a:lnTo>
                      <a:lnTo>
                        <a:pt x="259" y="40"/>
                      </a:lnTo>
                      <a:lnTo>
                        <a:pt x="253" y="31"/>
                      </a:lnTo>
                      <a:lnTo>
                        <a:pt x="250" y="22"/>
                      </a:lnTo>
                      <a:lnTo>
                        <a:pt x="230" y="29"/>
                      </a:lnTo>
                      <a:lnTo>
                        <a:pt x="206" y="37"/>
                      </a:lnTo>
                      <a:lnTo>
                        <a:pt x="190" y="41"/>
                      </a:lnTo>
                      <a:lnTo>
                        <a:pt x="171" y="45"/>
                      </a:lnTo>
                      <a:lnTo>
                        <a:pt x="146" y="47"/>
                      </a:lnTo>
                      <a:lnTo>
                        <a:pt x="122" y="43"/>
                      </a:lnTo>
                      <a:lnTo>
                        <a:pt x="100" y="37"/>
                      </a:lnTo>
                      <a:lnTo>
                        <a:pt x="78" y="31"/>
                      </a:lnTo>
                      <a:lnTo>
                        <a:pt x="57" y="19"/>
                      </a:lnTo>
                      <a:lnTo>
                        <a:pt x="35" y="8"/>
                      </a:lnTo>
                      <a:lnTo>
                        <a:pt x="1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2" name="Freeform 344"/>
                <p:cNvSpPr/>
                <p:nvPr/>
              </p:nvSpPr>
              <p:spPr bwMode="auto">
                <a:xfrm>
                  <a:off x="2738" y="3120"/>
                  <a:ext cx="21" cy="10"/>
                </a:xfrm>
                <a:custGeom>
                  <a:avLst/>
                  <a:gdLst>
                    <a:gd name="T0" fmla="*/ 5 w 151"/>
                    <a:gd name="T1" fmla="*/ 2 h 81"/>
                    <a:gd name="T2" fmla="*/ 22 w 151"/>
                    <a:gd name="T3" fmla="*/ 0 h 81"/>
                    <a:gd name="T4" fmla="*/ 37 w 151"/>
                    <a:gd name="T5" fmla="*/ 5 h 81"/>
                    <a:gd name="T6" fmla="*/ 52 w 151"/>
                    <a:gd name="T7" fmla="*/ 10 h 81"/>
                    <a:gd name="T8" fmla="*/ 69 w 151"/>
                    <a:gd name="T9" fmla="*/ 17 h 81"/>
                    <a:gd name="T10" fmla="*/ 80 w 151"/>
                    <a:gd name="T11" fmla="*/ 20 h 81"/>
                    <a:gd name="T12" fmla="*/ 93 w 151"/>
                    <a:gd name="T13" fmla="*/ 17 h 81"/>
                    <a:gd name="T14" fmla="*/ 106 w 151"/>
                    <a:gd name="T15" fmla="*/ 10 h 81"/>
                    <a:gd name="T16" fmla="*/ 117 w 151"/>
                    <a:gd name="T17" fmla="*/ 8 h 81"/>
                    <a:gd name="T18" fmla="*/ 130 w 151"/>
                    <a:gd name="T19" fmla="*/ 10 h 81"/>
                    <a:gd name="T20" fmla="*/ 140 w 151"/>
                    <a:gd name="T21" fmla="*/ 12 h 81"/>
                    <a:gd name="T22" fmla="*/ 148 w 151"/>
                    <a:gd name="T23" fmla="*/ 19 h 81"/>
                    <a:gd name="T24" fmla="*/ 151 w 151"/>
                    <a:gd name="T25" fmla="*/ 30 h 81"/>
                    <a:gd name="T26" fmla="*/ 135 w 151"/>
                    <a:gd name="T27" fmla="*/ 37 h 81"/>
                    <a:gd name="T28" fmla="*/ 125 w 151"/>
                    <a:gd name="T29" fmla="*/ 41 h 81"/>
                    <a:gd name="T30" fmla="*/ 114 w 151"/>
                    <a:gd name="T31" fmla="*/ 49 h 81"/>
                    <a:gd name="T32" fmla="*/ 104 w 151"/>
                    <a:gd name="T33" fmla="*/ 52 h 81"/>
                    <a:gd name="T34" fmla="*/ 89 w 151"/>
                    <a:gd name="T35" fmla="*/ 53 h 81"/>
                    <a:gd name="T36" fmla="*/ 75 w 151"/>
                    <a:gd name="T37" fmla="*/ 59 h 81"/>
                    <a:gd name="T38" fmla="*/ 68 w 151"/>
                    <a:gd name="T39" fmla="*/ 68 h 81"/>
                    <a:gd name="T40" fmla="*/ 63 w 151"/>
                    <a:gd name="T41" fmla="*/ 81 h 81"/>
                    <a:gd name="T42" fmla="*/ 52 w 151"/>
                    <a:gd name="T43" fmla="*/ 67 h 81"/>
                    <a:gd name="T44" fmla="*/ 36 w 151"/>
                    <a:gd name="T45" fmla="*/ 54 h 81"/>
                    <a:gd name="T46" fmla="*/ 21 w 151"/>
                    <a:gd name="T47" fmla="*/ 44 h 81"/>
                    <a:gd name="T48" fmla="*/ 10 w 151"/>
                    <a:gd name="T49" fmla="*/ 37 h 81"/>
                    <a:gd name="T50" fmla="*/ 3 w 151"/>
                    <a:gd name="T51" fmla="*/ 28 h 81"/>
                    <a:gd name="T52" fmla="*/ 0 w 151"/>
                    <a:gd name="T53" fmla="*/ 19 h 81"/>
                    <a:gd name="T54" fmla="*/ 1 w 151"/>
                    <a:gd name="T55" fmla="*/ 10 h 81"/>
                    <a:gd name="T56" fmla="*/ 5 w 151"/>
                    <a:gd name="T57" fmla="*/ 2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1" h="81">
                      <a:moveTo>
                        <a:pt x="5" y="2"/>
                      </a:moveTo>
                      <a:lnTo>
                        <a:pt x="22" y="0"/>
                      </a:lnTo>
                      <a:lnTo>
                        <a:pt x="37" y="5"/>
                      </a:lnTo>
                      <a:lnTo>
                        <a:pt x="52" y="10"/>
                      </a:lnTo>
                      <a:lnTo>
                        <a:pt x="69" y="17"/>
                      </a:lnTo>
                      <a:lnTo>
                        <a:pt x="80" y="20"/>
                      </a:lnTo>
                      <a:lnTo>
                        <a:pt x="93" y="17"/>
                      </a:lnTo>
                      <a:lnTo>
                        <a:pt x="106" y="10"/>
                      </a:lnTo>
                      <a:lnTo>
                        <a:pt x="117" y="8"/>
                      </a:lnTo>
                      <a:lnTo>
                        <a:pt x="130" y="10"/>
                      </a:lnTo>
                      <a:lnTo>
                        <a:pt x="140" y="12"/>
                      </a:lnTo>
                      <a:lnTo>
                        <a:pt x="148" y="19"/>
                      </a:lnTo>
                      <a:lnTo>
                        <a:pt x="151" y="30"/>
                      </a:lnTo>
                      <a:lnTo>
                        <a:pt x="135" y="37"/>
                      </a:lnTo>
                      <a:lnTo>
                        <a:pt x="125" y="41"/>
                      </a:lnTo>
                      <a:lnTo>
                        <a:pt x="114" y="49"/>
                      </a:lnTo>
                      <a:lnTo>
                        <a:pt x="104" y="52"/>
                      </a:lnTo>
                      <a:lnTo>
                        <a:pt x="89" y="53"/>
                      </a:lnTo>
                      <a:lnTo>
                        <a:pt x="75" y="59"/>
                      </a:lnTo>
                      <a:lnTo>
                        <a:pt x="68" y="68"/>
                      </a:lnTo>
                      <a:lnTo>
                        <a:pt x="63" y="81"/>
                      </a:lnTo>
                      <a:lnTo>
                        <a:pt x="52" y="67"/>
                      </a:lnTo>
                      <a:lnTo>
                        <a:pt x="36" y="54"/>
                      </a:lnTo>
                      <a:lnTo>
                        <a:pt x="21" y="44"/>
                      </a:lnTo>
                      <a:lnTo>
                        <a:pt x="10" y="37"/>
                      </a:lnTo>
                      <a:lnTo>
                        <a:pt x="3" y="28"/>
                      </a:lnTo>
                      <a:lnTo>
                        <a:pt x="0" y="19"/>
                      </a:lnTo>
                      <a:lnTo>
                        <a:pt x="1" y="10"/>
                      </a:lnTo>
                      <a:lnTo>
                        <a:pt x="5" y="2"/>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3" name="Freeform 345"/>
                <p:cNvSpPr/>
                <p:nvPr/>
              </p:nvSpPr>
              <p:spPr bwMode="auto">
                <a:xfrm>
                  <a:off x="2735" y="3108"/>
                  <a:ext cx="8" cy="12"/>
                </a:xfrm>
                <a:custGeom>
                  <a:avLst/>
                  <a:gdLst>
                    <a:gd name="T0" fmla="*/ 4 w 54"/>
                    <a:gd name="T1" fmla="*/ 0 h 91"/>
                    <a:gd name="T2" fmla="*/ 0 w 54"/>
                    <a:gd name="T3" fmla="*/ 25 h 91"/>
                    <a:gd name="T4" fmla="*/ 2 w 54"/>
                    <a:gd name="T5" fmla="*/ 46 h 91"/>
                    <a:gd name="T6" fmla="*/ 9 w 54"/>
                    <a:gd name="T7" fmla="*/ 67 h 91"/>
                    <a:gd name="T8" fmla="*/ 20 w 54"/>
                    <a:gd name="T9" fmla="*/ 82 h 91"/>
                    <a:gd name="T10" fmla="*/ 34 w 54"/>
                    <a:gd name="T11" fmla="*/ 91 h 91"/>
                    <a:gd name="T12" fmla="*/ 38 w 54"/>
                    <a:gd name="T13" fmla="*/ 76 h 91"/>
                    <a:gd name="T14" fmla="*/ 45 w 54"/>
                    <a:gd name="T15" fmla="*/ 63 h 91"/>
                    <a:gd name="T16" fmla="*/ 54 w 54"/>
                    <a:gd name="T17" fmla="*/ 52 h 91"/>
                    <a:gd name="T18" fmla="*/ 41 w 54"/>
                    <a:gd name="T19" fmla="*/ 49 h 91"/>
                    <a:gd name="T20" fmla="*/ 33 w 54"/>
                    <a:gd name="T21" fmla="*/ 45 h 91"/>
                    <a:gd name="T22" fmla="*/ 28 w 54"/>
                    <a:gd name="T23" fmla="*/ 26 h 91"/>
                    <a:gd name="T24" fmla="*/ 22 w 54"/>
                    <a:gd name="T25" fmla="*/ 13 h 91"/>
                    <a:gd name="T26" fmla="*/ 14 w 54"/>
                    <a:gd name="T27" fmla="*/ 2 h 91"/>
                    <a:gd name="T28" fmla="*/ 4 w 54"/>
                    <a:gd name="T2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 h="91">
                      <a:moveTo>
                        <a:pt x="4" y="0"/>
                      </a:moveTo>
                      <a:lnTo>
                        <a:pt x="0" y="25"/>
                      </a:lnTo>
                      <a:lnTo>
                        <a:pt x="2" y="46"/>
                      </a:lnTo>
                      <a:lnTo>
                        <a:pt x="9" y="67"/>
                      </a:lnTo>
                      <a:lnTo>
                        <a:pt x="20" y="82"/>
                      </a:lnTo>
                      <a:lnTo>
                        <a:pt x="34" y="91"/>
                      </a:lnTo>
                      <a:lnTo>
                        <a:pt x="38" y="76"/>
                      </a:lnTo>
                      <a:lnTo>
                        <a:pt x="45" y="63"/>
                      </a:lnTo>
                      <a:lnTo>
                        <a:pt x="54" y="52"/>
                      </a:lnTo>
                      <a:lnTo>
                        <a:pt x="41" y="49"/>
                      </a:lnTo>
                      <a:lnTo>
                        <a:pt x="33" y="45"/>
                      </a:lnTo>
                      <a:lnTo>
                        <a:pt x="28" y="26"/>
                      </a:lnTo>
                      <a:lnTo>
                        <a:pt x="22" y="13"/>
                      </a:lnTo>
                      <a:lnTo>
                        <a:pt x="14" y="2"/>
                      </a:lnTo>
                      <a:lnTo>
                        <a:pt x="4"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4" name="Freeform 346"/>
                <p:cNvSpPr/>
                <p:nvPr/>
              </p:nvSpPr>
              <p:spPr bwMode="auto">
                <a:xfrm>
                  <a:off x="2727" y="3105"/>
                  <a:ext cx="5" cy="12"/>
                </a:xfrm>
                <a:custGeom>
                  <a:avLst/>
                  <a:gdLst>
                    <a:gd name="T0" fmla="*/ 13 w 34"/>
                    <a:gd name="T1" fmla="*/ 0 h 95"/>
                    <a:gd name="T2" fmla="*/ 21 w 34"/>
                    <a:gd name="T3" fmla="*/ 13 h 95"/>
                    <a:gd name="T4" fmla="*/ 30 w 34"/>
                    <a:gd name="T5" fmla="*/ 30 h 95"/>
                    <a:gd name="T6" fmla="*/ 34 w 34"/>
                    <a:gd name="T7" fmla="*/ 45 h 95"/>
                    <a:gd name="T8" fmla="*/ 30 w 34"/>
                    <a:gd name="T9" fmla="*/ 57 h 95"/>
                    <a:gd name="T10" fmla="*/ 17 w 34"/>
                    <a:gd name="T11" fmla="*/ 76 h 95"/>
                    <a:gd name="T12" fmla="*/ 0 w 34"/>
                    <a:gd name="T13" fmla="*/ 95 h 95"/>
                    <a:gd name="T14" fmla="*/ 10 w 34"/>
                    <a:gd name="T15" fmla="*/ 73 h 95"/>
                    <a:gd name="T16" fmla="*/ 16 w 34"/>
                    <a:gd name="T17" fmla="*/ 56 h 95"/>
                    <a:gd name="T18" fmla="*/ 18 w 34"/>
                    <a:gd name="T19" fmla="*/ 38 h 95"/>
                    <a:gd name="T20" fmla="*/ 16 w 34"/>
                    <a:gd name="T21" fmla="*/ 21 h 95"/>
                    <a:gd name="T22" fmla="*/ 13 w 34"/>
                    <a:gd name="T23"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95">
                      <a:moveTo>
                        <a:pt x="13" y="0"/>
                      </a:moveTo>
                      <a:lnTo>
                        <a:pt x="21" y="13"/>
                      </a:lnTo>
                      <a:lnTo>
                        <a:pt x="30" y="30"/>
                      </a:lnTo>
                      <a:lnTo>
                        <a:pt x="34" y="45"/>
                      </a:lnTo>
                      <a:lnTo>
                        <a:pt x="30" y="57"/>
                      </a:lnTo>
                      <a:lnTo>
                        <a:pt x="17" y="76"/>
                      </a:lnTo>
                      <a:lnTo>
                        <a:pt x="0" y="95"/>
                      </a:lnTo>
                      <a:lnTo>
                        <a:pt x="10" y="73"/>
                      </a:lnTo>
                      <a:lnTo>
                        <a:pt x="16" y="56"/>
                      </a:lnTo>
                      <a:lnTo>
                        <a:pt x="18" y="38"/>
                      </a:lnTo>
                      <a:lnTo>
                        <a:pt x="16" y="21"/>
                      </a:lnTo>
                      <a:lnTo>
                        <a:pt x="13"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5" name="Freeform 347"/>
                <p:cNvSpPr/>
                <p:nvPr/>
              </p:nvSpPr>
              <p:spPr bwMode="auto">
                <a:xfrm>
                  <a:off x="2729" y="3120"/>
                  <a:ext cx="16" cy="23"/>
                </a:xfrm>
                <a:custGeom>
                  <a:avLst/>
                  <a:gdLst>
                    <a:gd name="T0" fmla="*/ 14 w 108"/>
                    <a:gd name="T1" fmla="*/ 0 h 182"/>
                    <a:gd name="T2" fmla="*/ 32 w 108"/>
                    <a:gd name="T3" fmla="*/ 7 h 182"/>
                    <a:gd name="T4" fmla="*/ 53 w 108"/>
                    <a:gd name="T5" fmla="*/ 20 h 182"/>
                    <a:gd name="T6" fmla="*/ 73 w 108"/>
                    <a:gd name="T7" fmla="*/ 37 h 182"/>
                    <a:gd name="T8" fmla="*/ 87 w 108"/>
                    <a:gd name="T9" fmla="*/ 52 h 182"/>
                    <a:gd name="T10" fmla="*/ 95 w 108"/>
                    <a:gd name="T11" fmla="*/ 74 h 182"/>
                    <a:gd name="T12" fmla="*/ 98 w 108"/>
                    <a:gd name="T13" fmla="*/ 93 h 182"/>
                    <a:gd name="T14" fmla="*/ 95 w 108"/>
                    <a:gd name="T15" fmla="*/ 112 h 182"/>
                    <a:gd name="T16" fmla="*/ 94 w 108"/>
                    <a:gd name="T17" fmla="*/ 127 h 182"/>
                    <a:gd name="T18" fmla="*/ 96 w 108"/>
                    <a:gd name="T19" fmla="*/ 141 h 182"/>
                    <a:gd name="T20" fmla="*/ 102 w 108"/>
                    <a:gd name="T21" fmla="*/ 162 h 182"/>
                    <a:gd name="T22" fmla="*/ 108 w 108"/>
                    <a:gd name="T23" fmla="*/ 179 h 182"/>
                    <a:gd name="T24" fmla="*/ 97 w 108"/>
                    <a:gd name="T25" fmla="*/ 182 h 182"/>
                    <a:gd name="T26" fmla="*/ 81 w 108"/>
                    <a:gd name="T27" fmla="*/ 182 h 182"/>
                    <a:gd name="T28" fmla="*/ 64 w 108"/>
                    <a:gd name="T29" fmla="*/ 181 h 182"/>
                    <a:gd name="T30" fmla="*/ 50 w 108"/>
                    <a:gd name="T31" fmla="*/ 177 h 182"/>
                    <a:gd name="T32" fmla="*/ 38 w 108"/>
                    <a:gd name="T33" fmla="*/ 173 h 182"/>
                    <a:gd name="T34" fmla="*/ 25 w 108"/>
                    <a:gd name="T35" fmla="*/ 165 h 182"/>
                    <a:gd name="T36" fmla="*/ 13 w 108"/>
                    <a:gd name="T37" fmla="*/ 157 h 182"/>
                    <a:gd name="T38" fmla="*/ 6 w 108"/>
                    <a:gd name="T39" fmla="*/ 141 h 182"/>
                    <a:gd name="T40" fmla="*/ 2 w 108"/>
                    <a:gd name="T41" fmla="*/ 110 h 182"/>
                    <a:gd name="T42" fmla="*/ 0 w 108"/>
                    <a:gd name="T43" fmla="*/ 88 h 182"/>
                    <a:gd name="T44" fmla="*/ 2 w 108"/>
                    <a:gd name="T45" fmla="*/ 66 h 182"/>
                    <a:gd name="T46" fmla="*/ 4 w 108"/>
                    <a:gd name="T47" fmla="*/ 38 h 182"/>
                    <a:gd name="T48" fmla="*/ 9 w 108"/>
                    <a:gd name="T49" fmla="*/ 16 h 182"/>
                    <a:gd name="T50" fmla="*/ 14 w 108"/>
                    <a:gd name="T51"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8" h="182">
                      <a:moveTo>
                        <a:pt x="14" y="0"/>
                      </a:moveTo>
                      <a:lnTo>
                        <a:pt x="32" y="7"/>
                      </a:lnTo>
                      <a:lnTo>
                        <a:pt x="53" y="20"/>
                      </a:lnTo>
                      <a:lnTo>
                        <a:pt x="73" y="37"/>
                      </a:lnTo>
                      <a:lnTo>
                        <a:pt x="87" y="52"/>
                      </a:lnTo>
                      <a:lnTo>
                        <a:pt x="95" y="74"/>
                      </a:lnTo>
                      <a:lnTo>
                        <a:pt x="98" y="93"/>
                      </a:lnTo>
                      <a:lnTo>
                        <a:pt x="95" y="112"/>
                      </a:lnTo>
                      <a:lnTo>
                        <a:pt x="94" y="127"/>
                      </a:lnTo>
                      <a:lnTo>
                        <a:pt x="96" y="141"/>
                      </a:lnTo>
                      <a:lnTo>
                        <a:pt x="102" y="162"/>
                      </a:lnTo>
                      <a:lnTo>
                        <a:pt x="108" y="179"/>
                      </a:lnTo>
                      <a:lnTo>
                        <a:pt x="97" y="182"/>
                      </a:lnTo>
                      <a:lnTo>
                        <a:pt x="81" y="182"/>
                      </a:lnTo>
                      <a:lnTo>
                        <a:pt x="64" y="181"/>
                      </a:lnTo>
                      <a:lnTo>
                        <a:pt x="50" y="177"/>
                      </a:lnTo>
                      <a:lnTo>
                        <a:pt x="38" y="173"/>
                      </a:lnTo>
                      <a:lnTo>
                        <a:pt x="25" y="165"/>
                      </a:lnTo>
                      <a:lnTo>
                        <a:pt x="13" y="157"/>
                      </a:lnTo>
                      <a:lnTo>
                        <a:pt x="6" y="141"/>
                      </a:lnTo>
                      <a:lnTo>
                        <a:pt x="2" y="110"/>
                      </a:lnTo>
                      <a:lnTo>
                        <a:pt x="0" y="88"/>
                      </a:lnTo>
                      <a:lnTo>
                        <a:pt x="2" y="66"/>
                      </a:lnTo>
                      <a:lnTo>
                        <a:pt x="4" y="38"/>
                      </a:lnTo>
                      <a:lnTo>
                        <a:pt x="9" y="16"/>
                      </a:lnTo>
                      <a:lnTo>
                        <a:pt x="14"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6" name="Freeform 348"/>
                <p:cNvSpPr/>
                <p:nvPr/>
              </p:nvSpPr>
              <p:spPr bwMode="auto">
                <a:xfrm>
                  <a:off x="2727" y="3103"/>
                  <a:ext cx="34" cy="8"/>
                </a:xfrm>
                <a:custGeom>
                  <a:avLst/>
                  <a:gdLst>
                    <a:gd name="T0" fmla="*/ 2 w 239"/>
                    <a:gd name="T1" fmla="*/ 0 h 62"/>
                    <a:gd name="T2" fmla="*/ 0 w 239"/>
                    <a:gd name="T3" fmla="*/ 5 h 62"/>
                    <a:gd name="T4" fmla="*/ 12 w 239"/>
                    <a:gd name="T5" fmla="*/ 15 h 62"/>
                    <a:gd name="T6" fmla="*/ 25 w 239"/>
                    <a:gd name="T7" fmla="*/ 23 h 62"/>
                    <a:gd name="T8" fmla="*/ 37 w 239"/>
                    <a:gd name="T9" fmla="*/ 30 h 62"/>
                    <a:gd name="T10" fmla="*/ 56 w 239"/>
                    <a:gd name="T11" fmla="*/ 39 h 62"/>
                    <a:gd name="T12" fmla="*/ 72 w 239"/>
                    <a:gd name="T13" fmla="*/ 48 h 62"/>
                    <a:gd name="T14" fmla="*/ 93 w 239"/>
                    <a:gd name="T15" fmla="*/ 55 h 62"/>
                    <a:gd name="T16" fmla="*/ 113 w 239"/>
                    <a:gd name="T17" fmla="*/ 60 h 62"/>
                    <a:gd name="T18" fmla="*/ 128 w 239"/>
                    <a:gd name="T19" fmla="*/ 61 h 62"/>
                    <a:gd name="T20" fmla="*/ 145 w 239"/>
                    <a:gd name="T21" fmla="*/ 62 h 62"/>
                    <a:gd name="T22" fmla="*/ 162 w 239"/>
                    <a:gd name="T23" fmla="*/ 60 h 62"/>
                    <a:gd name="T24" fmla="*/ 179 w 239"/>
                    <a:gd name="T25" fmla="*/ 56 h 62"/>
                    <a:gd name="T26" fmla="*/ 196 w 239"/>
                    <a:gd name="T27" fmla="*/ 53 h 62"/>
                    <a:gd name="T28" fmla="*/ 214 w 239"/>
                    <a:gd name="T29" fmla="*/ 48 h 62"/>
                    <a:gd name="T30" fmla="*/ 229 w 239"/>
                    <a:gd name="T31" fmla="*/ 41 h 62"/>
                    <a:gd name="T32" fmla="*/ 239 w 239"/>
                    <a:gd name="T33" fmla="*/ 36 h 62"/>
                    <a:gd name="T34" fmla="*/ 236 w 239"/>
                    <a:gd name="T35" fmla="*/ 24 h 62"/>
                    <a:gd name="T36" fmla="*/ 216 w 239"/>
                    <a:gd name="T37" fmla="*/ 32 h 62"/>
                    <a:gd name="T38" fmla="*/ 192 w 239"/>
                    <a:gd name="T39" fmla="*/ 41 h 62"/>
                    <a:gd name="T40" fmla="*/ 176 w 239"/>
                    <a:gd name="T41" fmla="*/ 47 h 62"/>
                    <a:gd name="T42" fmla="*/ 157 w 239"/>
                    <a:gd name="T43" fmla="*/ 50 h 62"/>
                    <a:gd name="T44" fmla="*/ 132 w 239"/>
                    <a:gd name="T45" fmla="*/ 53 h 62"/>
                    <a:gd name="T46" fmla="*/ 108 w 239"/>
                    <a:gd name="T47" fmla="*/ 49 h 62"/>
                    <a:gd name="T48" fmla="*/ 86 w 239"/>
                    <a:gd name="T49" fmla="*/ 41 h 62"/>
                    <a:gd name="T50" fmla="*/ 64 w 239"/>
                    <a:gd name="T51" fmla="*/ 34 h 62"/>
                    <a:gd name="T52" fmla="*/ 41 w 239"/>
                    <a:gd name="T53" fmla="*/ 22 h 62"/>
                    <a:gd name="T54" fmla="*/ 21 w 239"/>
                    <a:gd name="T55" fmla="*/ 9 h 62"/>
                    <a:gd name="T56" fmla="*/ 2 w 239"/>
                    <a:gd name="T57"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9" h="62">
                      <a:moveTo>
                        <a:pt x="2" y="0"/>
                      </a:moveTo>
                      <a:lnTo>
                        <a:pt x="0" y="5"/>
                      </a:lnTo>
                      <a:lnTo>
                        <a:pt x="12" y="15"/>
                      </a:lnTo>
                      <a:lnTo>
                        <a:pt x="25" y="23"/>
                      </a:lnTo>
                      <a:lnTo>
                        <a:pt x="37" y="30"/>
                      </a:lnTo>
                      <a:lnTo>
                        <a:pt x="56" y="39"/>
                      </a:lnTo>
                      <a:lnTo>
                        <a:pt x="72" y="48"/>
                      </a:lnTo>
                      <a:lnTo>
                        <a:pt x="93" y="55"/>
                      </a:lnTo>
                      <a:lnTo>
                        <a:pt x="113" y="60"/>
                      </a:lnTo>
                      <a:lnTo>
                        <a:pt x="128" y="61"/>
                      </a:lnTo>
                      <a:lnTo>
                        <a:pt x="145" y="62"/>
                      </a:lnTo>
                      <a:lnTo>
                        <a:pt x="162" y="60"/>
                      </a:lnTo>
                      <a:lnTo>
                        <a:pt x="179" y="56"/>
                      </a:lnTo>
                      <a:lnTo>
                        <a:pt x="196" y="53"/>
                      </a:lnTo>
                      <a:lnTo>
                        <a:pt x="214" y="48"/>
                      </a:lnTo>
                      <a:lnTo>
                        <a:pt x="229" y="41"/>
                      </a:lnTo>
                      <a:lnTo>
                        <a:pt x="239" y="36"/>
                      </a:lnTo>
                      <a:lnTo>
                        <a:pt x="236" y="24"/>
                      </a:lnTo>
                      <a:lnTo>
                        <a:pt x="216" y="32"/>
                      </a:lnTo>
                      <a:lnTo>
                        <a:pt x="192" y="41"/>
                      </a:lnTo>
                      <a:lnTo>
                        <a:pt x="176" y="47"/>
                      </a:lnTo>
                      <a:lnTo>
                        <a:pt x="157" y="50"/>
                      </a:lnTo>
                      <a:lnTo>
                        <a:pt x="132" y="53"/>
                      </a:lnTo>
                      <a:lnTo>
                        <a:pt x="108" y="49"/>
                      </a:lnTo>
                      <a:lnTo>
                        <a:pt x="86" y="41"/>
                      </a:lnTo>
                      <a:lnTo>
                        <a:pt x="64" y="34"/>
                      </a:lnTo>
                      <a:lnTo>
                        <a:pt x="41" y="22"/>
                      </a:lnTo>
                      <a:lnTo>
                        <a:pt x="21" y="9"/>
                      </a:lnTo>
                      <a:lnTo>
                        <a:pt x="2"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97" name="Group 349"/>
              <p:cNvGrpSpPr/>
              <p:nvPr/>
            </p:nvGrpSpPr>
            <p:grpSpPr bwMode="auto">
              <a:xfrm>
                <a:off x="2624" y="2934"/>
                <a:ext cx="106" cy="87"/>
                <a:chOff x="2624" y="2934"/>
                <a:chExt cx="106" cy="87"/>
              </a:xfrm>
            </p:grpSpPr>
            <p:grpSp>
              <p:nvGrpSpPr>
                <p:cNvPr id="642398" name="Group 350"/>
                <p:cNvGrpSpPr/>
                <p:nvPr/>
              </p:nvGrpSpPr>
              <p:grpSpPr bwMode="auto">
                <a:xfrm>
                  <a:off x="2636" y="2956"/>
                  <a:ext cx="75" cy="65"/>
                  <a:chOff x="2636" y="2956"/>
                  <a:chExt cx="75" cy="65"/>
                </a:xfrm>
              </p:grpSpPr>
              <p:grpSp>
                <p:nvGrpSpPr>
                  <p:cNvPr id="642399" name="Group 351"/>
                  <p:cNvGrpSpPr/>
                  <p:nvPr/>
                </p:nvGrpSpPr>
                <p:grpSpPr bwMode="auto">
                  <a:xfrm>
                    <a:off x="2636" y="2956"/>
                    <a:ext cx="75" cy="65"/>
                    <a:chOff x="2636" y="2956"/>
                    <a:chExt cx="75" cy="65"/>
                  </a:xfrm>
                </p:grpSpPr>
                <p:grpSp>
                  <p:nvGrpSpPr>
                    <p:cNvPr id="642400" name="Group 352"/>
                    <p:cNvGrpSpPr/>
                    <p:nvPr/>
                  </p:nvGrpSpPr>
                  <p:grpSpPr bwMode="auto">
                    <a:xfrm>
                      <a:off x="2645" y="2983"/>
                      <a:ext cx="13" cy="10"/>
                      <a:chOff x="2645" y="2983"/>
                      <a:chExt cx="13" cy="10"/>
                    </a:xfrm>
                  </p:grpSpPr>
                  <p:sp>
                    <p:nvSpPr>
                      <p:cNvPr id="642401" name="Freeform 353"/>
                      <p:cNvSpPr/>
                      <p:nvPr/>
                    </p:nvSpPr>
                    <p:spPr bwMode="auto">
                      <a:xfrm>
                        <a:off x="2645" y="2983"/>
                        <a:ext cx="10" cy="8"/>
                      </a:xfrm>
                      <a:custGeom>
                        <a:avLst/>
                        <a:gdLst>
                          <a:gd name="T0" fmla="*/ 3 w 70"/>
                          <a:gd name="T1" fmla="*/ 0 h 62"/>
                          <a:gd name="T2" fmla="*/ 2 w 70"/>
                          <a:gd name="T3" fmla="*/ 31 h 62"/>
                          <a:gd name="T4" fmla="*/ 0 w 70"/>
                          <a:gd name="T5" fmla="*/ 44 h 62"/>
                          <a:gd name="T6" fmla="*/ 0 w 70"/>
                          <a:gd name="T7" fmla="*/ 50 h 62"/>
                          <a:gd name="T8" fmla="*/ 2 w 70"/>
                          <a:gd name="T9" fmla="*/ 56 h 62"/>
                          <a:gd name="T10" fmla="*/ 14 w 70"/>
                          <a:gd name="T11" fmla="*/ 57 h 62"/>
                          <a:gd name="T12" fmla="*/ 70 w 70"/>
                          <a:gd name="T13" fmla="*/ 62 h 62"/>
                          <a:gd name="T14" fmla="*/ 3 w 70"/>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2">
                            <a:moveTo>
                              <a:pt x="3" y="0"/>
                            </a:moveTo>
                            <a:lnTo>
                              <a:pt x="2" y="31"/>
                            </a:lnTo>
                            <a:lnTo>
                              <a:pt x="0" y="44"/>
                            </a:lnTo>
                            <a:lnTo>
                              <a:pt x="0" y="50"/>
                            </a:lnTo>
                            <a:lnTo>
                              <a:pt x="2" y="56"/>
                            </a:lnTo>
                            <a:lnTo>
                              <a:pt x="14" y="57"/>
                            </a:lnTo>
                            <a:lnTo>
                              <a:pt x="70" y="62"/>
                            </a:lnTo>
                            <a:lnTo>
                              <a:pt x="3" y="0"/>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2" name="Freeform 354"/>
                      <p:cNvSpPr/>
                      <p:nvPr/>
                    </p:nvSpPr>
                    <p:spPr bwMode="auto">
                      <a:xfrm>
                        <a:off x="2647" y="2987"/>
                        <a:ext cx="11" cy="6"/>
                      </a:xfrm>
                      <a:custGeom>
                        <a:avLst/>
                        <a:gdLst>
                          <a:gd name="T0" fmla="*/ 0 w 78"/>
                          <a:gd name="T1" fmla="*/ 0 h 52"/>
                          <a:gd name="T2" fmla="*/ 11 w 78"/>
                          <a:gd name="T3" fmla="*/ 30 h 52"/>
                          <a:gd name="T4" fmla="*/ 14 w 78"/>
                          <a:gd name="T5" fmla="*/ 41 h 52"/>
                          <a:gd name="T6" fmla="*/ 13 w 78"/>
                          <a:gd name="T7" fmla="*/ 52 h 52"/>
                          <a:gd name="T8" fmla="*/ 20 w 78"/>
                          <a:gd name="T9" fmla="*/ 40 h 52"/>
                          <a:gd name="T10" fmla="*/ 26 w 78"/>
                          <a:gd name="T11" fmla="*/ 38 h 52"/>
                          <a:gd name="T12" fmla="*/ 78 w 78"/>
                          <a:gd name="T13" fmla="*/ 28 h 52"/>
                          <a:gd name="T14" fmla="*/ 0 w 78"/>
                          <a:gd name="T15" fmla="*/ 0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52">
                            <a:moveTo>
                              <a:pt x="0" y="0"/>
                            </a:moveTo>
                            <a:lnTo>
                              <a:pt x="11" y="30"/>
                            </a:lnTo>
                            <a:lnTo>
                              <a:pt x="14" y="41"/>
                            </a:lnTo>
                            <a:lnTo>
                              <a:pt x="13" y="52"/>
                            </a:lnTo>
                            <a:lnTo>
                              <a:pt x="20" y="40"/>
                            </a:lnTo>
                            <a:lnTo>
                              <a:pt x="26" y="38"/>
                            </a:lnTo>
                            <a:lnTo>
                              <a:pt x="78" y="28"/>
                            </a:lnTo>
                            <a:lnTo>
                              <a:pt x="0" y="0"/>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403" name="Group 355"/>
                    <p:cNvGrpSpPr/>
                    <p:nvPr/>
                  </p:nvGrpSpPr>
                  <p:grpSpPr bwMode="auto">
                    <a:xfrm>
                      <a:off x="2636" y="2956"/>
                      <a:ext cx="75" cy="65"/>
                      <a:chOff x="2636" y="2956"/>
                      <a:chExt cx="75" cy="65"/>
                    </a:xfrm>
                  </p:grpSpPr>
                  <p:sp>
                    <p:nvSpPr>
                      <p:cNvPr id="642404" name="Freeform 356"/>
                      <p:cNvSpPr/>
                      <p:nvPr/>
                    </p:nvSpPr>
                    <p:spPr bwMode="auto">
                      <a:xfrm>
                        <a:off x="2636" y="2956"/>
                        <a:ext cx="73" cy="65"/>
                      </a:xfrm>
                      <a:custGeom>
                        <a:avLst/>
                        <a:gdLst>
                          <a:gd name="T0" fmla="*/ 0 w 511"/>
                          <a:gd name="T1" fmla="*/ 133 h 521"/>
                          <a:gd name="T2" fmla="*/ 35 w 511"/>
                          <a:gd name="T3" fmla="*/ 211 h 521"/>
                          <a:gd name="T4" fmla="*/ 58 w 511"/>
                          <a:gd name="T5" fmla="*/ 249 h 521"/>
                          <a:gd name="T6" fmla="*/ 79 w 511"/>
                          <a:gd name="T7" fmla="*/ 273 h 521"/>
                          <a:gd name="T8" fmla="*/ 106 w 511"/>
                          <a:gd name="T9" fmla="*/ 296 h 521"/>
                          <a:gd name="T10" fmla="*/ 108 w 511"/>
                          <a:gd name="T11" fmla="*/ 312 h 521"/>
                          <a:gd name="T12" fmla="*/ 106 w 511"/>
                          <a:gd name="T13" fmla="*/ 332 h 521"/>
                          <a:gd name="T14" fmla="*/ 102 w 511"/>
                          <a:gd name="T15" fmla="*/ 359 h 521"/>
                          <a:gd name="T16" fmla="*/ 99 w 511"/>
                          <a:gd name="T17" fmla="*/ 379 h 521"/>
                          <a:gd name="T18" fmla="*/ 100 w 511"/>
                          <a:gd name="T19" fmla="*/ 392 h 521"/>
                          <a:gd name="T20" fmla="*/ 106 w 511"/>
                          <a:gd name="T21" fmla="*/ 405 h 521"/>
                          <a:gd name="T22" fmla="*/ 116 w 511"/>
                          <a:gd name="T23" fmla="*/ 413 h 521"/>
                          <a:gd name="T24" fmla="*/ 129 w 511"/>
                          <a:gd name="T25" fmla="*/ 417 h 521"/>
                          <a:gd name="T26" fmla="*/ 146 w 511"/>
                          <a:gd name="T27" fmla="*/ 415 h 521"/>
                          <a:gd name="T28" fmla="*/ 157 w 511"/>
                          <a:gd name="T29" fmla="*/ 417 h 521"/>
                          <a:gd name="T30" fmla="*/ 174 w 511"/>
                          <a:gd name="T31" fmla="*/ 439 h 521"/>
                          <a:gd name="T32" fmla="*/ 178 w 511"/>
                          <a:gd name="T33" fmla="*/ 452 h 521"/>
                          <a:gd name="T34" fmla="*/ 187 w 511"/>
                          <a:gd name="T35" fmla="*/ 456 h 521"/>
                          <a:gd name="T36" fmla="*/ 198 w 511"/>
                          <a:gd name="T37" fmla="*/ 454 h 521"/>
                          <a:gd name="T38" fmla="*/ 204 w 511"/>
                          <a:gd name="T39" fmla="*/ 453 h 521"/>
                          <a:gd name="T40" fmla="*/ 207 w 511"/>
                          <a:gd name="T41" fmla="*/ 462 h 521"/>
                          <a:gd name="T42" fmla="*/ 210 w 511"/>
                          <a:gd name="T43" fmla="*/ 473 h 521"/>
                          <a:gd name="T44" fmla="*/ 219 w 511"/>
                          <a:gd name="T45" fmla="*/ 479 h 521"/>
                          <a:gd name="T46" fmla="*/ 231 w 511"/>
                          <a:gd name="T47" fmla="*/ 483 h 521"/>
                          <a:gd name="T48" fmla="*/ 240 w 511"/>
                          <a:gd name="T49" fmla="*/ 482 h 521"/>
                          <a:gd name="T50" fmla="*/ 252 w 511"/>
                          <a:gd name="T51" fmla="*/ 491 h 521"/>
                          <a:gd name="T52" fmla="*/ 262 w 511"/>
                          <a:gd name="T53" fmla="*/ 499 h 521"/>
                          <a:gd name="T54" fmla="*/ 268 w 511"/>
                          <a:gd name="T55" fmla="*/ 510 h 521"/>
                          <a:gd name="T56" fmla="*/ 287 w 511"/>
                          <a:gd name="T57" fmla="*/ 519 h 521"/>
                          <a:gd name="T58" fmla="*/ 303 w 511"/>
                          <a:gd name="T59" fmla="*/ 521 h 521"/>
                          <a:gd name="T60" fmla="*/ 323 w 511"/>
                          <a:gd name="T61" fmla="*/ 514 h 521"/>
                          <a:gd name="T62" fmla="*/ 343 w 511"/>
                          <a:gd name="T63" fmla="*/ 500 h 521"/>
                          <a:gd name="T64" fmla="*/ 360 w 511"/>
                          <a:gd name="T65" fmla="*/ 484 h 521"/>
                          <a:gd name="T66" fmla="*/ 377 w 511"/>
                          <a:gd name="T67" fmla="*/ 460 h 521"/>
                          <a:gd name="T68" fmla="*/ 395 w 511"/>
                          <a:gd name="T69" fmla="*/ 455 h 521"/>
                          <a:gd name="T70" fmla="*/ 436 w 511"/>
                          <a:gd name="T71" fmla="*/ 412 h 521"/>
                          <a:gd name="T72" fmla="*/ 511 w 511"/>
                          <a:gd name="T73" fmla="*/ 319 h 521"/>
                          <a:gd name="T74" fmla="*/ 497 w 511"/>
                          <a:gd name="T75" fmla="*/ 283 h 521"/>
                          <a:gd name="T76" fmla="*/ 473 w 511"/>
                          <a:gd name="T77" fmla="*/ 157 h 521"/>
                          <a:gd name="T78" fmla="*/ 412 w 511"/>
                          <a:gd name="T79" fmla="*/ 72 h 521"/>
                          <a:gd name="T80" fmla="*/ 318 w 511"/>
                          <a:gd name="T81" fmla="*/ 17 h 521"/>
                          <a:gd name="T82" fmla="*/ 199 w 511"/>
                          <a:gd name="T83" fmla="*/ 0 h 521"/>
                          <a:gd name="T84" fmla="*/ 64 w 511"/>
                          <a:gd name="T85" fmla="*/ 24 h 521"/>
                          <a:gd name="T86" fmla="*/ 17 w 511"/>
                          <a:gd name="T87" fmla="*/ 61 h 521"/>
                          <a:gd name="T88" fmla="*/ 0 w 511"/>
                          <a:gd name="T89" fmla="*/ 133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1" h="521">
                            <a:moveTo>
                              <a:pt x="0" y="133"/>
                            </a:moveTo>
                            <a:lnTo>
                              <a:pt x="35" y="211"/>
                            </a:lnTo>
                            <a:lnTo>
                              <a:pt x="58" y="249"/>
                            </a:lnTo>
                            <a:lnTo>
                              <a:pt x="79" y="273"/>
                            </a:lnTo>
                            <a:lnTo>
                              <a:pt x="106" y="296"/>
                            </a:lnTo>
                            <a:lnTo>
                              <a:pt x="108" y="312"/>
                            </a:lnTo>
                            <a:lnTo>
                              <a:pt x="106" y="332"/>
                            </a:lnTo>
                            <a:lnTo>
                              <a:pt x="102" y="359"/>
                            </a:lnTo>
                            <a:lnTo>
                              <a:pt x="99" y="379"/>
                            </a:lnTo>
                            <a:lnTo>
                              <a:pt x="100" y="392"/>
                            </a:lnTo>
                            <a:lnTo>
                              <a:pt x="106" y="405"/>
                            </a:lnTo>
                            <a:lnTo>
                              <a:pt x="116" y="413"/>
                            </a:lnTo>
                            <a:lnTo>
                              <a:pt x="129" y="417"/>
                            </a:lnTo>
                            <a:lnTo>
                              <a:pt x="146" y="415"/>
                            </a:lnTo>
                            <a:lnTo>
                              <a:pt x="157" y="417"/>
                            </a:lnTo>
                            <a:lnTo>
                              <a:pt x="174" y="439"/>
                            </a:lnTo>
                            <a:lnTo>
                              <a:pt x="178" y="452"/>
                            </a:lnTo>
                            <a:lnTo>
                              <a:pt x="187" y="456"/>
                            </a:lnTo>
                            <a:lnTo>
                              <a:pt x="198" y="454"/>
                            </a:lnTo>
                            <a:lnTo>
                              <a:pt x="204" y="453"/>
                            </a:lnTo>
                            <a:lnTo>
                              <a:pt x="207" y="462"/>
                            </a:lnTo>
                            <a:lnTo>
                              <a:pt x="210" y="473"/>
                            </a:lnTo>
                            <a:lnTo>
                              <a:pt x="219" y="479"/>
                            </a:lnTo>
                            <a:lnTo>
                              <a:pt x="231" y="483"/>
                            </a:lnTo>
                            <a:lnTo>
                              <a:pt x="240" y="482"/>
                            </a:lnTo>
                            <a:lnTo>
                              <a:pt x="252" y="491"/>
                            </a:lnTo>
                            <a:lnTo>
                              <a:pt x="262" y="499"/>
                            </a:lnTo>
                            <a:lnTo>
                              <a:pt x="268" y="510"/>
                            </a:lnTo>
                            <a:lnTo>
                              <a:pt x="287" y="519"/>
                            </a:lnTo>
                            <a:lnTo>
                              <a:pt x="303" y="521"/>
                            </a:lnTo>
                            <a:lnTo>
                              <a:pt x="323" y="514"/>
                            </a:lnTo>
                            <a:lnTo>
                              <a:pt x="343" y="500"/>
                            </a:lnTo>
                            <a:lnTo>
                              <a:pt x="360" y="484"/>
                            </a:lnTo>
                            <a:lnTo>
                              <a:pt x="377" y="460"/>
                            </a:lnTo>
                            <a:lnTo>
                              <a:pt x="395" y="455"/>
                            </a:lnTo>
                            <a:lnTo>
                              <a:pt x="436" y="412"/>
                            </a:lnTo>
                            <a:lnTo>
                              <a:pt x="511" y="319"/>
                            </a:lnTo>
                            <a:lnTo>
                              <a:pt x="497" y="283"/>
                            </a:lnTo>
                            <a:lnTo>
                              <a:pt x="473" y="157"/>
                            </a:lnTo>
                            <a:lnTo>
                              <a:pt x="412" y="72"/>
                            </a:lnTo>
                            <a:lnTo>
                              <a:pt x="318" y="17"/>
                            </a:lnTo>
                            <a:lnTo>
                              <a:pt x="199" y="0"/>
                            </a:lnTo>
                            <a:lnTo>
                              <a:pt x="64" y="24"/>
                            </a:lnTo>
                            <a:lnTo>
                              <a:pt x="17" y="61"/>
                            </a:lnTo>
                            <a:lnTo>
                              <a:pt x="0" y="133"/>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405" name="Group 357"/>
                      <p:cNvGrpSpPr/>
                      <p:nvPr/>
                    </p:nvGrpSpPr>
                    <p:grpSpPr bwMode="auto">
                      <a:xfrm>
                        <a:off x="2653" y="2965"/>
                        <a:ext cx="58" cy="56"/>
                        <a:chOff x="2653" y="2965"/>
                        <a:chExt cx="58" cy="56"/>
                      </a:xfrm>
                    </p:grpSpPr>
                    <p:sp>
                      <p:nvSpPr>
                        <p:cNvPr id="642406" name="Freeform 358"/>
                        <p:cNvSpPr/>
                        <p:nvPr/>
                      </p:nvSpPr>
                      <p:spPr bwMode="auto">
                        <a:xfrm>
                          <a:off x="2669" y="3012"/>
                          <a:ext cx="7" cy="5"/>
                        </a:xfrm>
                        <a:custGeom>
                          <a:avLst/>
                          <a:gdLst>
                            <a:gd name="T0" fmla="*/ 0 w 45"/>
                            <a:gd name="T1" fmla="*/ 29 h 40"/>
                            <a:gd name="T2" fmla="*/ 22 w 45"/>
                            <a:gd name="T3" fmla="*/ 3 h 40"/>
                            <a:gd name="T4" fmla="*/ 33 w 45"/>
                            <a:gd name="T5" fmla="*/ 4 h 40"/>
                            <a:gd name="T6" fmla="*/ 45 w 45"/>
                            <a:gd name="T7" fmla="*/ 0 h 40"/>
                            <a:gd name="T8" fmla="*/ 29 w 45"/>
                            <a:gd name="T9" fmla="*/ 22 h 40"/>
                            <a:gd name="T10" fmla="*/ 18 w 45"/>
                            <a:gd name="T11" fmla="*/ 40 h 40"/>
                            <a:gd name="T12" fmla="*/ 10 w 45"/>
                            <a:gd name="T13" fmla="*/ 34 h 40"/>
                            <a:gd name="T14" fmla="*/ 0 w 45"/>
                            <a:gd name="T15" fmla="*/ 29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40">
                              <a:moveTo>
                                <a:pt x="0" y="29"/>
                              </a:moveTo>
                              <a:lnTo>
                                <a:pt x="22" y="3"/>
                              </a:lnTo>
                              <a:lnTo>
                                <a:pt x="33" y="4"/>
                              </a:lnTo>
                              <a:lnTo>
                                <a:pt x="45" y="0"/>
                              </a:lnTo>
                              <a:lnTo>
                                <a:pt x="29" y="22"/>
                              </a:lnTo>
                              <a:lnTo>
                                <a:pt x="18" y="40"/>
                              </a:lnTo>
                              <a:lnTo>
                                <a:pt x="10" y="34"/>
                              </a:lnTo>
                              <a:lnTo>
                                <a:pt x="0" y="2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7" name="Freeform 359"/>
                        <p:cNvSpPr/>
                        <p:nvPr/>
                      </p:nvSpPr>
                      <p:spPr bwMode="auto">
                        <a:xfrm>
                          <a:off x="2655" y="2965"/>
                          <a:ext cx="56" cy="51"/>
                        </a:xfrm>
                        <a:custGeom>
                          <a:avLst/>
                          <a:gdLst>
                            <a:gd name="T0" fmla="*/ 0 w 389"/>
                            <a:gd name="T1" fmla="*/ 104 h 406"/>
                            <a:gd name="T2" fmla="*/ 52 w 389"/>
                            <a:gd name="T3" fmla="*/ 125 h 406"/>
                            <a:gd name="T4" fmla="*/ 79 w 389"/>
                            <a:gd name="T5" fmla="*/ 133 h 406"/>
                            <a:gd name="T6" fmla="*/ 111 w 389"/>
                            <a:gd name="T7" fmla="*/ 137 h 406"/>
                            <a:gd name="T8" fmla="*/ 142 w 389"/>
                            <a:gd name="T9" fmla="*/ 139 h 406"/>
                            <a:gd name="T10" fmla="*/ 135 w 389"/>
                            <a:gd name="T11" fmla="*/ 157 h 406"/>
                            <a:gd name="T12" fmla="*/ 129 w 389"/>
                            <a:gd name="T13" fmla="*/ 181 h 406"/>
                            <a:gd name="T14" fmla="*/ 125 w 389"/>
                            <a:gd name="T15" fmla="*/ 206 h 406"/>
                            <a:gd name="T16" fmla="*/ 116 w 389"/>
                            <a:gd name="T17" fmla="*/ 217 h 406"/>
                            <a:gd name="T18" fmla="*/ 100 w 389"/>
                            <a:gd name="T19" fmla="*/ 226 h 406"/>
                            <a:gd name="T20" fmla="*/ 77 w 389"/>
                            <a:gd name="T21" fmla="*/ 236 h 406"/>
                            <a:gd name="T22" fmla="*/ 67 w 389"/>
                            <a:gd name="T23" fmla="*/ 250 h 406"/>
                            <a:gd name="T24" fmla="*/ 64 w 389"/>
                            <a:gd name="T25" fmla="*/ 266 h 406"/>
                            <a:gd name="T26" fmla="*/ 67 w 389"/>
                            <a:gd name="T27" fmla="*/ 287 h 406"/>
                            <a:gd name="T28" fmla="*/ 76 w 389"/>
                            <a:gd name="T29" fmla="*/ 307 h 406"/>
                            <a:gd name="T30" fmla="*/ 85 w 389"/>
                            <a:gd name="T31" fmla="*/ 321 h 406"/>
                            <a:gd name="T32" fmla="*/ 100 w 389"/>
                            <a:gd name="T33" fmla="*/ 335 h 406"/>
                            <a:gd name="T34" fmla="*/ 108 w 389"/>
                            <a:gd name="T35" fmla="*/ 329 h 406"/>
                            <a:gd name="T36" fmla="*/ 120 w 389"/>
                            <a:gd name="T37" fmla="*/ 326 h 406"/>
                            <a:gd name="T38" fmla="*/ 131 w 389"/>
                            <a:gd name="T39" fmla="*/ 328 h 406"/>
                            <a:gd name="T40" fmla="*/ 125 w 389"/>
                            <a:gd name="T41" fmla="*/ 359 h 406"/>
                            <a:gd name="T42" fmla="*/ 138 w 389"/>
                            <a:gd name="T43" fmla="*/ 367 h 406"/>
                            <a:gd name="T44" fmla="*/ 150 w 389"/>
                            <a:gd name="T45" fmla="*/ 375 h 406"/>
                            <a:gd name="T46" fmla="*/ 159 w 389"/>
                            <a:gd name="T47" fmla="*/ 389 h 406"/>
                            <a:gd name="T48" fmla="*/ 164 w 389"/>
                            <a:gd name="T49" fmla="*/ 400 h 406"/>
                            <a:gd name="T50" fmla="*/ 175 w 389"/>
                            <a:gd name="T51" fmla="*/ 405 h 406"/>
                            <a:gd name="T52" fmla="*/ 187 w 389"/>
                            <a:gd name="T53" fmla="*/ 406 h 406"/>
                            <a:gd name="T54" fmla="*/ 205 w 389"/>
                            <a:gd name="T55" fmla="*/ 394 h 406"/>
                            <a:gd name="T56" fmla="*/ 219 w 389"/>
                            <a:gd name="T57" fmla="*/ 380 h 406"/>
                            <a:gd name="T58" fmla="*/ 227 w 389"/>
                            <a:gd name="T59" fmla="*/ 368 h 406"/>
                            <a:gd name="T60" fmla="*/ 232 w 389"/>
                            <a:gd name="T61" fmla="*/ 343 h 406"/>
                            <a:gd name="T62" fmla="*/ 237 w 389"/>
                            <a:gd name="T63" fmla="*/ 315 h 406"/>
                            <a:gd name="T64" fmla="*/ 249 w 389"/>
                            <a:gd name="T65" fmla="*/ 303 h 406"/>
                            <a:gd name="T66" fmla="*/ 296 w 389"/>
                            <a:gd name="T67" fmla="*/ 287 h 406"/>
                            <a:gd name="T68" fmla="*/ 338 w 389"/>
                            <a:gd name="T69" fmla="*/ 269 h 406"/>
                            <a:gd name="T70" fmla="*/ 368 w 389"/>
                            <a:gd name="T71" fmla="*/ 251 h 406"/>
                            <a:gd name="T72" fmla="*/ 389 w 389"/>
                            <a:gd name="T73" fmla="*/ 227 h 406"/>
                            <a:gd name="T74" fmla="*/ 352 w 389"/>
                            <a:gd name="T75" fmla="*/ 80 h 406"/>
                            <a:gd name="T76" fmla="*/ 125 w 389"/>
                            <a:gd name="T77" fmla="*/ 0 h 406"/>
                            <a:gd name="T78" fmla="*/ 0 w 389"/>
                            <a:gd name="T79" fmla="*/ 104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9" h="406">
                              <a:moveTo>
                                <a:pt x="0" y="104"/>
                              </a:moveTo>
                              <a:lnTo>
                                <a:pt x="52" y="125"/>
                              </a:lnTo>
                              <a:lnTo>
                                <a:pt x="79" y="133"/>
                              </a:lnTo>
                              <a:lnTo>
                                <a:pt x="111" y="137"/>
                              </a:lnTo>
                              <a:lnTo>
                                <a:pt x="142" y="139"/>
                              </a:lnTo>
                              <a:lnTo>
                                <a:pt x="135" y="157"/>
                              </a:lnTo>
                              <a:lnTo>
                                <a:pt x="129" y="181"/>
                              </a:lnTo>
                              <a:lnTo>
                                <a:pt x="125" y="206"/>
                              </a:lnTo>
                              <a:lnTo>
                                <a:pt x="116" y="217"/>
                              </a:lnTo>
                              <a:lnTo>
                                <a:pt x="100" y="226"/>
                              </a:lnTo>
                              <a:lnTo>
                                <a:pt x="77" y="236"/>
                              </a:lnTo>
                              <a:lnTo>
                                <a:pt x="67" y="250"/>
                              </a:lnTo>
                              <a:lnTo>
                                <a:pt x="64" y="266"/>
                              </a:lnTo>
                              <a:lnTo>
                                <a:pt x="67" y="287"/>
                              </a:lnTo>
                              <a:lnTo>
                                <a:pt x="76" y="307"/>
                              </a:lnTo>
                              <a:lnTo>
                                <a:pt x="85" y="321"/>
                              </a:lnTo>
                              <a:lnTo>
                                <a:pt x="100" y="335"/>
                              </a:lnTo>
                              <a:lnTo>
                                <a:pt x="108" y="329"/>
                              </a:lnTo>
                              <a:lnTo>
                                <a:pt x="120" y="326"/>
                              </a:lnTo>
                              <a:lnTo>
                                <a:pt x="131" y="328"/>
                              </a:lnTo>
                              <a:lnTo>
                                <a:pt x="125" y="359"/>
                              </a:lnTo>
                              <a:lnTo>
                                <a:pt x="138" y="367"/>
                              </a:lnTo>
                              <a:lnTo>
                                <a:pt x="150" y="375"/>
                              </a:lnTo>
                              <a:lnTo>
                                <a:pt x="159" y="389"/>
                              </a:lnTo>
                              <a:lnTo>
                                <a:pt x="164" y="400"/>
                              </a:lnTo>
                              <a:lnTo>
                                <a:pt x="175" y="405"/>
                              </a:lnTo>
                              <a:lnTo>
                                <a:pt x="187" y="406"/>
                              </a:lnTo>
                              <a:lnTo>
                                <a:pt x="205" y="394"/>
                              </a:lnTo>
                              <a:lnTo>
                                <a:pt x="219" y="380"/>
                              </a:lnTo>
                              <a:lnTo>
                                <a:pt x="227" y="368"/>
                              </a:lnTo>
                              <a:lnTo>
                                <a:pt x="232" y="343"/>
                              </a:lnTo>
                              <a:lnTo>
                                <a:pt x="237" y="315"/>
                              </a:lnTo>
                              <a:lnTo>
                                <a:pt x="249" y="303"/>
                              </a:lnTo>
                              <a:lnTo>
                                <a:pt x="296" y="287"/>
                              </a:lnTo>
                              <a:lnTo>
                                <a:pt x="338" y="269"/>
                              </a:lnTo>
                              <a:lnTo>
                                <a:pt x="368" y="251"/>
                              </a:lnTo>
                              <a:lnTo>
                                <a:pt x="389" y="227"/>
                              </a:lnTo>
                              <a:lnTo>
                                <a:pt x="352" y="80"/>
                              </a:lnTo>
                              <a:lnTo>
                                <a:pt x="125" y="0"/>
                              </a:lnTo>
                              <a:lnTo>
                                <a:pt x="0" y="104"/>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8" name="Freeform 360"/>
                        <p:cNvSpPr/>
                        <p:nvPr/>
                      </p:nvSpPr>
                      <p:spPr bwMode="auto">
                        <a:xfrm>
                          <a:off x="2653" y="3000"/>
                          <a:ext cx="12" cy="8"/>
                        </a:xfrm>
                        <a:custGeom>
                          <a:avLst/>
                          <a:gdLst>
                            <a:gd name="T0" fmla="*/ 9 w 79"/>
                            <a:gd name="T1" fmla="*/ 61 h 64"/>
                            <a:gd name="T2" fmla="*/ 0 w 79"/>
                            <a:gd name="T3" fmla="*/ 56 h 64"/>
                            <a:gd name="T4" fmla="*/ 0 w 79"/>
                            <a:gd name="T5" fmla="*/ 48 h 64"/>
                            <a:gd name="T6" fmla="*/ 8 w 79"/>
                            <a:gd name="T7" fmla="*/ 45 h 64"/>
                            <a:gd name="T8" fmla="*/ 22 w 79"/>
                            <a:gd name="T9" fmla="*/ 43 h 64"/>
                            <a:gd name="T10" fmla="*/ 35 w 79"/>
                            <a:gd name="T11" fmla="*/ 45 h 64"/>
                            <a:gd name="T12" fmla="*/ 51 w 79"/>
                            <a:gd name="T13" fmla="*/ 50 h 64"/>
                            <a:gd name="T14" fmla="*/ 60 w 79"/>
                            <a:gd name="T15" fmla="*/ 33 h 64"/>
                            <a:gd name="T16" fmla="*/ 60 w 79"/>
                            <a:gd name="T17" fmla="*/ 20 h 64"/>
                            <a:gd name="T18" fmla="*/ 56 w 79"/>
                            <a:gd name="T19" fmla="*/ 10 h 64"/>
                            <a:gd name="T20" fmla="*/ 46 w 79"/>
                            <a:gd name="T21" fmla="*/ 7 h 64"/>
                            <a:gd name="T22" fmla="*/ 36 w 79"/>
                            <a:gd name="T23" fmla="*/ 10 h 64"/>
                            <a:gd name="T24" fmla="*/ 29 w 79"/>
                            <a:gd name="T25" fmla="*/ 16 h 64"/>
                            <a:gd name="T26" fmla="*/ 31 w 79"/>
                            <a:gd name="T27" fmla="*/ 7 h 64"/>
                            <a:gd name="T28" fmla="*/ 40 w 79"/>
                            <a:gd name="T29" fmla="*/ 0 h 64"/>
                            <a:gd name="T30" fmla="*/ 54 w 79"/>
                            <a:gd name="T31" fmla="*/ 0 h 64"/>
                            <a:gd name="T32" fmla="*/ 70 w 79"/>
                            <a:gd name="T33" fmla="*/ 6 h 64"/>
                            <a:gd name="T34" fmla="*/ 77 w 79"/>
                            <a:gd name="T35" fmla="*/ 15 h 64"/>
                            <a:gd name="T36" fmla="*/ 79 w 79"/>
                            <a:gd name="T37" fmla="*/ 26 h 64"/>
                            <a:gd name="T38" fmla="*/ 77 w 79"/>
                            <a:gd name="T39" fmla="*/ 41 h 64"/>
                            <a:gd name="T40" fmla="*/ 69 w 79"/>
                            <a:gd name="T41" fmla="*/ 55 h 64"/>
                            <a:gd name="T42" fmla="*/ 59 w 79"/>
                            <a:gd name="T43" fmla="*/ 62 h 64"/>
                            <a:gd name="T44" fmla="*/ 42 w 79"/>
                            <a:gd name="T45" fmla="*/ 64 h 64"/>
                            <a:gd name="T46" fmla="*/ 32 w 79"/>
                            <a:gd name="T47" fmla="*/ 61 h 64"/>
                            <a:gd name="T48" fmla="*/ 22 w 79"/>
                            <a:gd name="T49" fmla="*/ 58 h 64"/>
                            <a:gd name="T50" fmla="*/ 9 w 79"/>
                            <a:gd name="T51" fmla="*/ 6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4">
                              <a:moveTo>
                                <a:pt x="9" y="61"/>
                              </a:moveTo>
                              <a:lnTo>
                                <a:pt x="0" y="56"/>
                              </a:lnTo>
                              <a:lnTo>
                                <a:pt x="0" y="48"/>
                              </a:lnTo>
                              <a:lnTo>
                                <a:pt x="8" y="45"/>
                              </a:lnTo>
                              <a:lnTo>
                                <a:pt x="22" y="43"/>
                              </a:lnTo>
                              <a:lnTo>
                                <a:pt x="35" y="45"/>
                              </a:lnTo>
                              <a:lnTo>
                                <a:pt x="51" y="50"/>
                              </a:lnTo>
                              <a:lnTo>
                                <a:pt x="60" y="33"/>
                              </a:lnTo>
                              <a:lnTo>
                                <a:pt x="60" y="20"/>
                              </a:lnTo>
                              <a:lnTo>
                                <a:pt x="56" y="10"/>
                              </a:lnTo>
                              <a:lnTo>
                                <a:pt x="46" y="7"/>
                              </a:lnTo>
                              <a:lnTo>
                                <a:pt x="36" y="10"/>
                              </a:lnTo>
                              <a:lnTo>
                                <a:pt x="29" y="16"/>
                              </a:lnTo>
                              <a:lnTo>
                                <a:pt x="31" y="7"/>
                              </a:lnTo>
                              <a:lnTo>
                                <a:pt x="40" y="0"/>
                              </a:lnTo>
                              <a:lnTo>
                                <a:pt x="54" y="0"/>
                              </a:lnTo>
                              <a:lnTo>
                                <a:pt x="70" y="6"/>
                              </a:lnTo>
                              <a:lnTo>
                                <a:pt x="77" y="15"/>
                              </a:lnTo>
                              <a:lnTo>
                                <a:pt x="79" y="26"/>
                              </a:lnTo>
                              <a:lnTo>
                                <a:pt x="77" y="41"/>
                              </a:lnTo>
                              <a:lnTo>
                                <a:pt x="69" y="55"/>
                              </a:lnTo>
                              <a:lnTo>
                                <a:pt x="59" y="62"/>
                              </a:lnTo>
                              <a:lnTo>
                                <a:pt x="42" y="64"/>
                              </a:lnTo>
                              <a:lnTo>
                                <a:pt x="32" y="61"/>
                              </a:lnTo>
                              <a:lnTo>
                                <a:pt x="22" y="58"/>
                              </a:lnTo>
                              <a:lnTo>
                                <a:pt x="9" y="61"/>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9" name="Freeform 361"/>
                        <p:cNvSpPr/>
                        <p:nvPr/>
                      </p:nvSpPr>
                      <p:spPr bwMode="auto">
                        <a:xfrm>
                          <a:off x="2675" y="3017"/>
                          <a:ext cx="8" cy="4"/>
                        </a:xfrm>
                        <a:custGeom>
                          <a:avLst/>
                          <a:gdLst>
                            <a:gd name="T0" fmla="*/ 0 w 62"/>
                            <a:gd name="T1" fmla="*/ 20 h 31"/>
                            <a:gd name="T2" fmla="*/ 15 w 62"/>
                            <a:gd name="T3" fmla="*/ 13 h 31"/>
                            <a:gd name="T4" fmla="*/ 30 w 62"/>
                            <a:gd name="T5" fmla="*/ 0 h 31"/>
                            <a:gd name="T6" fmla="*/ 37 w 62"/>
                            <a:gd name="T7" fmla="*/ 5 h 31"/>
                            <a:gd name="T8" fmla="*/ 45 w 62"/>
                            <a:gd name="T9" fmla="*/ 12 h 31"/>
                            <a:gd name="T10" fmla="*/ 53 w 62"/>
                            <a:gd name="T11" fmla="*/ 15 h 31"/>
                            <a:gd name="T12" fmla="*/ 62 w 62"/>
                            <a:gd name="T13" fmla="*/ 17 h 31"/>
                            <a:gd name="T14" fmla="*/ 47 w 62"/>
                            <a:gd name="T15" fmla="*/ 26 h 31"/>
                            <a:gd name="T16" fmla="*/ 33 w 62"/>
                            <a:gd name="T17" fmla="*/ 31 h 31"/>
                            <a:gd name="T18" fmla="*/ 21 w 62"/>
                            <a:gd name="T19" fmla="*/ 30 h 31"/>
                            <a:gd name="T20" fmla="*/ 11 w 62"/>
                            <a:gd name="T21" fmla="*/ 27 h 31"/>
                            <a:gd name="T22" fmla="*/ 0 w 62"/>
                            <a:gd name="T23" fmla="*/ 2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31">
                              <a:moveTo>
                                <a:pt x="0" y="20"/>
                              </a:moveTo>
                              <a:lnTo>
                                <a:pt x="15" y="13"/>
                              </a:lnTo>
                              <a:lnTo>
                                <a:pt x="30" y="0"/>
                              </a:lnTo>
                              <a:lnTo>
                                <a:pt x="37" y="5"/>
                              </a:lnTo>
                              <a:lnTo>
                                <a:pt x="45" y="12"/>
                              </a:lnTo>
                              <a:lnTo>
                                <a:pt x="53" y="15"/>
                              </a:lnTo>
                              <a:lnTo>
                                <a:pt x="62" y="17"/>
                              </a:lnTo>
                              <a:lnTo>
                                <a:pt x="47" y="26"/>
                              </a:lnTo>
                              <a:lnTo>
                                <a:pt x="33" y="31"/>
                              </a:lnTo>
                              <a:lnTo>
                                <a:pt x="21" y="30"/>
                              </a:lnTo>
                              <a:lnTo>
                                <a:pt x="11" y="27"/>
                              </a:lnTo>
                              <a:lnTo>
                                <a:pt x="0" y="2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nvGrpSpPr>
                  <p:cNvPr id="642410" name="Group 362"/>
                  <p:cNvGrpSpPr/>
                  <p:nvPr/>
                </p:nvGrpSpPr>
                <p:grpSpPr bwMode="auto">
                  <a:xfrm>
                    <a:off x="2661" y="3006"/>
                    <a:ext cx="13" cy="10"/>
                    <a:chOff x="2661" y="3006"/>
                    <a:chExt cx="13" cy="10"/>
                  </a:xfrm>
                </p:grpSpPr>
                <p:sp>
                  <p:nvSpPr>
                    <p:cNvPr id="642411" name="Freeform 363"/>
                    <p:cNvSpPr/>
                    <p:nvPr/>
                  </p:nvSpPr>
                  <p:spPr bwMode="auto">
                    <a:xfrm>
                      <a:off x="2662" y="3006"/>
                      <a:ext cx="12" cy="8"/>
                    </a:xfrm>
                    <a:custGeom>
                      <a:avLst/>
                      <a:gdLst>
                        <a:gd name="T0" fmla="*/ 0 w 80"/>
                        <a:gd name="T1" fmla="*/ 44 h 65"/>
                        <a:gd name="T2" fmla="*/ 18 w 80"/>
                        <a:gd name="T3" fmla="*/ 47 h 65"/>
                        <a:gd name="T4" fmla="*/ 26 w 80"/>
                        <a:gd name="T5" fmla="*/ 59 h 65"/>
                        <a:gd name="T6" fmla="*/ 31 w 80"/>
                        <a:gd name="T7" fmla="*/ 65 h 65"/>
                        <a:gd name="T8" fmla="*/ 60 w 80"/>
                        <a:gd name="T9" fmla="*/ 54 h 65"/>
                        <a:gd name="T10" fmla="*/ 69 w 80"/>
                        <a:gd name="T11" fmla="*/ 39 h 65"/>
                        <a:gd name="T12" fmla="*/ 80 w 80"/>
                        <a:gd name="T13" fmla="*/ 0 h 65"/>
                        <a:gd name="T14" fmla="*/ 68 w 80"/>
                        <a:gd name="T15" fmla="*/ 7 h 65"/>
                        <a:gd name="T16" fmla="*/ 0 w 80"/>
                        <a:gd name="T17" fmla="*/ 44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65">
                          <a:moveTo>
                            <a:pt x="0" y="44"/>
                          </a:moveTo>
                          <a:lnTo>
                            <a:pt x="18" y="47"/>
                          </a:lnTo>
                          <a:lnTo>
                            <a:pt x="26" y="59"/>
                          </a:lnTo>
                          <a:lnTo>
                            <a:pt x="31" y="65"/>
                          </a:lnTo>
                          <a:lnTo>
                            <a:pt x="60" y="54"/>
                          </a:lnTo>
                          <a:lnTo>
                            <a:pt x="69" y="39"/>
                          </a:lnTo>
                          <a:lnTo>
                            <a:pt x="80" y="0"/>
                          </a:lnTo>
                          <a:lnTo>
                            <a:pt x="68" y="7"/>
                          </a:lnTo>
                          <a:lnTo>
                            <a:pt x="0" y="44"/>
                          </a:lnTo>
                          <a:close/>
                        </a:path>
                      </a:pathLst>
                    </a:custGeom>
                    <a:solidFill>
                      <a:srgbClr val="E04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2" name="Freeform 364"/>
                    <p:cNvSpPr/>
                    <p:nvPr/>
                  </p:nvSpPr>
                  <p:spPr bwMode="auto">
                    <a:xfrm>
                      <a:off x="2664" y="3006"/>
                      <a:ext cx="10" cy="8"/>
                    </a:xfrm>
                    <a:custGeom>
                      <a:avLst/>
                      <a:gdLst>
                        <a:gd name="T0" fmla="*/ 0 w 70"/>
                        <a:gd name="T1" fmla="*/ 42 h 59"/>
                        <a:gd name="T2" fmla="*/ 16 w 70"/>
                        <a:gd name="T3" fmla="*/ 59 h 59"/>
                        <a:gd name="T4" fmla="*/ 26 w 70"/>
                        <a:gd name="T5" fmla="*/ 56 h 59"/>
                        <a:gd name="T6" fmla="*/ 69 w 70"/>
                        <a:gd name="T7" fmla="*/ 6 h 59"/>
                        <a:gd name="T8" fmla="*/ 70 w 70"/>
                        <a:gd name="T9" fmla="*/ 0 h 59"/>
                        <a:gd name="T10" fmla="*/ 0 w 70"/>
                        <a:gd name="T11" fmla="*/ 42 h 59"/>
                      </a:gdLst>
                      <a:ahLst/>
                      <a:cxnLst>
                        <a:cxn ang="0">
                          <a:pos x="T0" y="T1"/>
                        </a:cxn>
                        <a:cxn ang="0">
                          <a:pos x="T2" y="T3"/>
                        </a:cxn>
                        <a:cxn ang="0">
                          <a:pos x="T4" y="T5"/>
                        </a:cxn>
                        <a:cxn ang="0">
                          <a:pos x="T6" y="T7"/>
                        </a:cxn>
                        <a:cxn ang="0">
                          <a:pos x="T8" y="T9"/>
                        </a:cxn>
                        <a:cxn ang="0">
                          <a:pos x="T10" y="T11"/>
                        </a:cxn>
                      </a:cxnLst>
                      <a:rect l="0" t="0" r="r" b="b"/>
                      <a:pathLst>
                        <a:path w="70" h="59">
                          <a:moveTo>
                            <a:pt x="0" y="42"/>
                          </a:moveTo>
                          <a:lnTo>
                            <a:pt x="16" y="59"/>
                          </a:lnTo>
                          <a:lnTo>
                            <a:pt x="26" y="56"/>
                          </a:lnTo>
                          <a:lnTo>
                            <a:pt x="69" y="6"/>
                          </a:lnTo>
                          <a:lnTo>
                            <a:pt x="70" y="0"/>
                          </a:lnTo>
                          <a:lnTo>
                            <a:pt x="0" y="4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3" name="Freeform 365"/>
                    <p:cNvSpPr/>
                    <p:nvPr/>
                  </p:nvSpPr>
                  <p:spPr bwMode="auto">
                    <a:xfrm>
                      <a:off x="2661" y="3006"/>
                      <a:ext cx="13" cy="7"/>
                    </a:xfrm>
                    <a:custGeom>
                      <a:avLst/>
                      <a:gdLst>
                        <a:gd name="T0" fmla="*/ 90 w 90"/>
                        <a:gd name="T1" fmla="*/ 0 h 54"/>
                        <a:gd name="T2" fmla="*/ 74 w 90"/>
                        <a:gd name="T3" fmla="*/ 9 h 54"/>
                        <a:gd name="T4" fmla="*/ 51 w 90"/>
                        <a:gd name="T5" fmla="*/ 18 h 54"/>
                        <a:gd name="T6" fmla="*/ 27 w 90"/>
                        <a:gd name="T7" fmla="*/ 22 h 54"/>
                        <a:gd name="T8" fmla="*/ 10 w 90"/>
                        <a:gd name="T9" fmla="*/ 32 h 54"/>
                        <a:gd name="T10" fmla="*/ 3 w 90"/>
                        <a:gd name="T11" fmla="*/ 39 h 54"/>
                        <a:gd name="T12" fmla="*/ 0 w 90"/>
                        <a:gd name="T13" fmla="*/ 49 h 54"/>
                        <a:gd name="T14" fmla="*/ 5 w 90"/>
                        <a:gd name="T15" fmla="*/ 54 h 54"/>
                        <a:gd name="T16" fmla="*/ 14 w 90"/>
                        <a:gd name="T17" fmla="*/ 54 h 54"/>
                        <a:gd name="T18" fmla="*/ 22 w 90"/>
                        <a:gd name="T19" fmla="*/ 53 h 54"/>
                        <a:gd name="T20" fmla="*/ 38 w 90"/>
                        <a:gd name="T21" fmla="*/ 45 h 54"/>
                        <a:gd name="T22" fmla="*/ 55 w 90"/>
                        <a:gd name="T23" fmla="*/ 31 h 54"/>
                        <a:gd name="T24" fmla="*/ 85 w 90"/>
                        <a:gd name="T25" fmla="*/ 9 h 54"/>
                        <a:gd name="T26" fmla="*/ 90 w 90"/>
                        <a:gd name="T27"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54">
                          <a:moveTo>
                            <a:pt x="90" y="0"/>
                          </a:moveTo>
                          <a:lnTo>
                            <a:pt x="74" y="9"/>
                          </a:lnTo>
                          <a:lnTo>
                            <a:pt x="51" y="18"/>
                          </a:lnTo>
                          <a:lnTo>
                            <a:pt x="27" y="22"/>
                          </a:lnTo>
                          <a:lnTo>
                            <a:pt x="10" y="32"/>
                          </a:lnTo>
                          <a:lnTo>
                            <a:pt x="3" y="39"/>
                          </a:lnTo>
                          <a:lnTo>
                            <a:pt x="0" y="49"/>
                          </a:lnTo>
                          <a:lnTo>
                            <a:pt x="5" y="54"/>
                          </a:lnTo>
                          <a:lnTo>
                            <a:pt x="14" y="54"/>
                          </a:lnTo>
                          <a:lnTo>
                            <a:pt x="22" y="53"/>
                          </a:lnTo>
                          <a:lnTo>
                            <a:pt x="38" y="45"/>
                          </a:lnTo>
                          <a:lnTo>
                            <a:pt x="55" y="31"/>
                          </a:lnTo>
                          <a:lnTo>
                            <a:pt x="85" y="9"/>
                          </a:lnTo>
                          <a:lnTo>
                            <a:pt x="90" y="0"/>
                          </a:lnTo>
                          <a:close/>
                        </a:path>
                      </a:pathLst>
                    </a:custGeom>
                    <a:solidFill>
                      <a:srgbClr val="FF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4" name="Freeform 366"/>
                    <p:cNvSpPr/>
                    <p:nvPr/>
                  </p:nvSpPr>
                  <p:spPr bwMode="auto">
                    <a:xfrm>
                      <a:off x="2665" y="3006"/>
                      <a:ext cx="9" cy="10"/>
                    </a:xfrm>
                    <a:custGeom>
                      <a:avLst/>
                      <a:gdLst>
                        <a:gd name="T0" fmla="*/ 59 w 59"/>
                        <a:gd name="T1" fmla="*/ 0 h 80"/>
                        <a:gd name="T2" fmla="*/ 45 w 59"/>
                        <a:gd name="T3" fmla="*/ 28 h 80"/>
                        <a:gd name="T4" fmla="*/ 31 w 59"/>
                        <a:gd name="T5" fmla="*/ 44 h 80"/>
                        <a:gd name="T6" fmla="*/ 24 w 59"/>
                        <a:gd name="T7" fmla="*/ 56 h 80"/>
                        <a:gd name="T8" fmla="*/ 16 w 59"/>
                        <a:gd name="T9" fmla="*/ 60 h 80"/>
                        <a:gd name="T10" fmla="*/ 9 w 59"/>
                        <a:gd name="T11" fmla="*/ 60 h 80"/>
                        <a:gd name="T12" fmla="*/ 0 w 59"/>
                        <a:gd name="T13" fmla="*/ 57 h 80"/>
                        <a:gd name="T14" fmla="*/ 2 w 59"/>
                        <a:gd name="T15" fmla="*/ 66 h 80"/>
                        <a:gd name="T16" fmla="*/ 7 w 59"/>
                        <a:gd name="T17" fmla="*/ 71 h 80"/>
                        <a:gd name="T18" fmla="*/ 20 w 59"/>
                        <a:gd name="T19" fmla="*/ 78 h 80"/>
                        <a:gd name="T20" fmla="*/ 28 w 59"/>
                        <a:gd name="T21" fmla="*/ 80 h 80"/>
                        <a:gd name="T22" fmla="*/ 37 w 59"/>
                        <a:gd name="T23" fmla="*/ 79 h 80"/>
                        <a:gd name="T24" fmla="*/ 46 w 59"/>
                        <a:gd name="T25" fmla="*/ 71 h 80"/>
                        <a:gd name="T26" fmla="*/ 53 w 59"/>
                        <a:gd name="T27" fmla="*/ 60 h 80"/>
                        <a:gd name="T28" fmla="*/ 56 w 59"/>
                        <a:gd name="T29" fmla="*/ 47 h 80"/>
                        <a:gd name="T30" fmla="*/ 54 w 59"/>
                        <a:gd name="T31" fmla="*/ 31 h 80"/>
                        <a:gd name="T32" fmla="*/ 59 w 59"/>
                        <a:gd name="T3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 h="80">
                          <a:moveTo>
                            <a:pt x="59" y="0"/>
                          </a:moveTo>
                          <a:lnTo>
                            <a:pt x="45" y="28"/>
                          </a:lnTo>
                          <a:lnTo>
                            <a:pt x="31" y="44"/>
                          </a:lnTo>
                          <a:lnTo>
                            <a:pt x="24" y="56"/>
                          </a:lnTo>
                          <a:lnTo>
                            <a:pt x="16" y="60"/>
                          </a:lnTo>
                          <a:lnTo>
                            <a:pt x="9" y="60"/>
                          </a:lnTo>
                          <a:lnTo>
                            <a:pt x="0" y="57"/>
                          </a:lnTo>
                          <a:lnTo>
                            <a:pt x="2" y="66"/>
                          </a:lnTo>
                          <a:lnTo>
                            <a:pt x="7" y="71"/>
                          </a:lnTo>
                          <a:lnTo>
                            <a:pt x="20" y="78"/>
                          </a:lnTo>
                          <a:lnTo>
                            <a:pt x="28" y="80"/>
                          </a:lnTo>
                          <a:lnTo>
                            <a:pt x="37" y="79"/>
                          </a:lnTo>
                          <a:lnTo>
                            <a:pt x="46" y="71"/>
                          </a:lnTo>
                          <a:lnTo>
                            <a:pt x="53" y="60"/>
                          </a:lnTo>
                          <a:lnTo>
                            <a:pt x="56" y="47"/>
                          </a:lnTo>
                          <a:lnTo>
                            <a:pt x="54" y="31"/>
                          </a:lnTo>
                          <a:lnTo>
                            <a:pt x="59" y="0"/>
                          </a:lnTo>
                          <a:close/>
                        </a:path>
                      </a:pathLst>
                    </a:custGeom>
                    <a:solidFill>
                      <a:srgbClr val="FF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42415" name="Freeform 367"/>
                  <p:cNvSpPr/>
                  <p:nvPr/>
                </p:nvSpPr>
                <p:spPr bwMode="auto">
                  <a:xfrm>
                    <a:off x="2654" y="2986"/>
                    <a:ext cx="10" cy="8"/>
                  </a:xfrm>
                  <a:custGeom>
                    <a:avLst/>
                    <a:gdLst>
                      <a:gd name="T0" fmla="*/ 0 w 72"/>
                      <a:gd name="T1" fmla="*/ 36 h 67"/>
                      <a:gd name="T2" fmla="*/ 8 w 72"/>
                      <a:gd name="T3" fmla="*/ 25 h 67"/>
                      <a:gd name="T4" fmla="*/ 21 w 72"/>
                      <a:gd name="T5" fmla="*/ 15 h 67"/>
                      <a:gd name="T6" fmla="*/ 37 w 72"/>
                      <a:gd name="T7" fmla="*/ 7 h 67"/>
                      <a:gd name="T8" fmla="*/ 53 w 72"/>
                      <a:gd name="T9" fmla="*/ 3 h 67"/>
                      <a:gd name="T10" fmla="*/ 70 w 72"/>
                      <a:gd name="T11" fmla="*/ 0 h 67"/>
                      <a:gd name="T12" fmla="*/ 71 w 72"/>
                      <a:gd name="T13" fmla="*/ 10 h 67"/>
                      <a:gd name="T14" fmla="*/ 72 w 72"/>
                      <a:gd name="T15" fmla="*/ 24 h 67"/>
                      <a:gd name="T16" fmla="*/ 69 w 72"/>
                      <a:gd name="T17" fmla="*/ 39 h 67"/>
                      <a:gd name="T18" fmla="*/ 62 w 72"/>
                      <a:gd name="T19" fmla="*/ 53 h 67"/>
                      <a:gd name="T20" fmla="*/ 51 w 72"/>
                      <a:gd name="T21" fmla="*/ 62 h 67"/>
                      <a:gd name="T22" fmla="*/ 36 w 72"/>
                      <a:gd name="T23" fmla="*/ 67 h 67"/>
                      <a:gd name="T24" fmla="*/ 30 w 72"/>
                      <a:gd name="T25" fmla="*/ 56 h 67"/>
                      <a:gd name="T26" fmla="*/ 21 w 72"/>
                      <a:gd name="T27" fmla="*/ 49 h 67"/>
                      <a:gd name="T28" fmla="*/ 16 w 72"/>
                      <a:gd name="T29" fmla="*/ 44 h 67"/>
                      <a:gd name="T30" fmla="*/ 6 w 72"/>
                      <a:gd name="T31" fmla="*/ 41 h 67"/>
                      <a:gd name="T32" fmla="*/ 0 w 72"/>
                      <a:gd name="T33" fmla="*/ 36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2" h="67">
                        <a:moveTo>
                          <a:pt x="0" y="36"/>
                        </a:moveTo>
                        <a:lnTo>
                          <a:pt x="8" y="25"/>
                        </a:lnTo>
                        <a:lnTo>
                          <a:pt x="21" y="15"/>
                        </a:lnTo>
                        <a:lnTo>
                          <a:pt x="37" y="7"/>
                        </a:lnTo>
                        <a:lnTo>
                          <a:pt x="53" y="3"/>
                        </a:lnTo>
                        <a:lnTo>
                          <a:pt x="70" y="0"/>
                        </a:lnTo>
                        <a:lnTo>
                          <a:pt x="71" y="10"/>
                        </a:lnTo>
                        <a:lnTo>
                          <a:pt x="72" y="24"/>
                        </a:lnTo>
                        <a:lnTo>
                          <a:pt x="69" y="39"/>
                        </a:lnTo>
                        <a:lnTo>
                          <a:pt x="62" y="53"/>
                        </a:lnTo>
                        <a:lnTo>
                          <a:pt x="51" y="62"/>
                        </a:lnTo>
                        <a:lnTo>
                          <a:pt x="36" y="67"/>
                        </a:lnTo>
                        <a:lnTo>
                          <a:pt x="30" y="56"/>
                        </a:lnTo>
                        <a:lnTo>
                          <a:pt x="21" y="49"/>
                        </a:lnTo>
                        <a:lnTo>
                          <a:pt x="16" y="44"/>
                        </a:lnTo>
                        <a:lnTo>
                          <a:pt x="6" y="41"/>
                        </a:lnTo>
                        <a:lnTo>
                          <a:pt x="0" y="36"/>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6" name="Freeform 368"/>
                  <p:cNvSpPr/>
                  <p:nvPr/>
                </p:nvSpPr>
                <p:spPr bwMode="auto">
                  <a:xfrm>
                    <a:off x="2659" y="2986"/>
                    <a:ext cx="5" cy="5"/>
                  </a:xfrm>
                  <a:custGeom>
                    <a:avLst/>
                    <a:gdLst>
                      <a:gd name="T0" fmla="*/ 0 w 37"/>
                      <a:gd name="T1" fmla="*/ 24 h 40"/>
                      <a:gd name="T2" fmla="*/ 16 w 37"/>
                      <a:gd name="T3" fmla="*/ 40 h 40"/>
                      <a:gd name="T4" fmla="*/ 27 w 37"/>
                      <a:gd name="T5" fmla="*/ 27 h 40"/>
                      <a:gd name="T6" fmla="*/ 36 w 37"/>
                      <a:gd name="T7" fmla="*/ 8 h 40"/>
                      <a:gd name="T8" fmla="*/ 37 w 37"/>
                      <a:gd name="T9" fmla="*/ 0 h 40"/>
                      <a:gd name="T10" fmla="*/ 24 w 37"/>
                      <a:gd name="T11" fmla="*/ 6 h 40"/>
                      <a:gd name="T12" fmla="*/ 0 w 37"/>
                      <a:gd name="T13" fmla="*/ 24 h 40"/>
                    </a:gdLst>
                    <a:ahLst/>
                    <a:cxnLst>
                      <a:cxn ang="0">
                        <a:pos x="T0" y="T1"/>
                      </a:cxn>
                      <a:cxn ang="0">
                        <a:pos x="T2" y="T3"/>
                      </a:cxn>
                      <a:cxn ang="0">
                        <a:pos x="T4" y="T5"/>
                      </a:cxn>
                      <a:cxn ang="0">
                        <a:pos x="T6" y="T7"/>
                      </a:cxn>
                      <a:cxn ang="0">
                        <a:pos x="T8" y="T9"/>
                      </a:cxn>
                      <a:cxn ang="0">
                        <a:pos x="T10" y="T11"/>
                      </a:cxn>
                      <a:cxn ang="0">
                        <a:pos x="T12" y="T13"/>
                      </a:cxn>
                    </a:cxnLst>
                    <a:rect l="0" t="0" r="r" b="b"/>
                    <a:pathLst>
                      <a:path w="37" h="40">
                        <a:moveTo>
                          <a:pt x="0" y="24"/>
                        </a:moveTo>
                        <a:lnTo>
                          <a:pt x="16" y="40"/>
                        </a:lnTo>
                        <a:lnTo>
                          <a:pt x="27" y="27"/>
                        </a:lnTo>
                        <a:lnTo>
                          <a:pt x="36" y="8"/>
                        </a:lnTo>
                        <a:lnTo>
                          <a:pt x="37" y="0"/>
                        </a:lnTo>
                        <a:lnTo>
                          <a:pt x="24" y="6"/>
                        </a:lnTo>
                        <a:lnTo>
                          <a:pt x="0" y="24"/>
                        </a:lnTo>
                        <a:close/>
                      </a:path>
                    </a:pathLst>
                  </a:custGeom>
                  <a:solidFill>
                    <a:srgbClr val="FFFF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7" name="Freeform 369"/>
                  <p:cNvSpPr/>
                  <p:nvPr/>
                </p:nvSpPr>
                <p:spPr bwMode="auto">
                  <a:xfrm>
                    <a:off x="2657" y="2986"/>
                    <a:ext cx="7" cy="7"/>
                  </a:xfrm>
                  <a:custGeom>
                    <a:avLst/>
                    <a:gdLst>
                      <a:gd name="T0" fmla="*/ 0 w 55"/>
                      <a:gd name="T1" fmla="*/ 53 h 63"/>
                      <a:gd name="T2" fmla="*/ 5 w 55"/>
                      <a:gd name="T3" fmla="*/ 47 h 63"/>
                      <a:gd name="T4" fmla="*/ 12 w 55"/>
                      <a:gd name="T5" fmla="*/ 34 h 63"/>
                      <a:gd name="T6" fmla="*/ 26 w 55"/>
                      <a:gd name="T7" fmla="*/ 24 h 63"/>
                      <a:gd name="T8" fmla="*/ 40 w 55"/>
                      <a:gd name="T9" fmla="*/ 13 h 63"/>
                      <a:gd name="T10" fmla="*/ 51 w 55"/>
                      <a:gd name="T11" fmla="*/ 5 h 63"/>
                      <a:gd name="T12" fmla="*/ 47 w 55"/>
                      <a:gd name="T13" fmla="*/ 17 h 63"/>
                      <a:gd name="T14" fmla="*/ 40 w 55"/>
                      <a:gd name="T15" fmla="*/ 30 h 63"/>
                      <a:gd name="T16" fmla="*/ 34 w 55"/>
                      <a:gd name="T17" fmla="*/ 37 h 63"/>
                      <a:gd name="T18" fmla="*/ 27 w 55"/>
                      <a:gd name="T19" fmla="*/ 53 h 63"/>
                      <a:gd name="T20" fmla="*/ 26 w 55"/>
                      <a:gd name="T21" fmla="*/ 63 h 63"/>
                      <a:gd name="T22" fmla="*/ 30 w 55"/>
                      <a:gd name="T23" fmla="*/ 50 h 63"/>
                      <a:gd name="T24" fmla="*/ 36 w 55"/>
                      <a:gd name="T25" fmla="*/ 41 h 63"/>
                      <a:gd name="T26" fmla="*/ 47 w 55"/>
                      <a:gd name="T27" fmla="*/ 27 h 63"/>
                      <a:gd name="T28" fmla="*/ 51 w 55"/>
                      <a:gd name="T29" fmla="*/ 15 h 63"/>
                      <a:gd name="T30" fmla="*/ 54 w 55"/>
                      <a:gd name="T31" fmla="*/ 7 h 63"/>
                      <a:gd name="T32" fmla="*/ 55 w 55"/>
                      <a:gd name="T33" fmla="*/ 0 h 63"/>
                      <a:gd name="T34" fmla="*/ 47 w 55"/>
                      <a:gd name="T35" fmla="*/ 6 h 63"/>
                      <a:gd name="T36" fmla="*/ 34 w 55"/>
                      <a:gd name="T37" fmla="*/ 12 h 63"/>
                      <a:gd name="T38" fmla="*/ 22 w 55"/>
                      <a:gd name="T39" fmla="*/ 21 h 63"/>
                      <a:gd name="T40" fmla="*/ 11 w 55"/>
                      <a:gd name="T41" fmla="*/ 30 h 63"/>
                      <a:gd name="T42" fmla="*/ 2 w 55"/>
                      <a:gd name="T43" fmla="*/ 41 h 63"/>
                      <a:gd name="T44" fmla="*/ 0 w 55"/>
                      <a:gd name="T45" fmla="*/ 5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63">
                        <a:moveTo>
                          <a:pt x="0" y="53"/>
                        </a:moveTo>
                        <a:lnTo>
                          <a:pt x="5" y="47"/>
                        </a:lnTo>
                        <a:lnTo>
                          <a:pt x="12" y="34"/>
                        </a:lnTo>
                        <a:lnTo>
                          <a:pt x="26" y="24"/>
                        </a:lnTo>
                        <a:lnTo>
                          <a:pt x="40" y="13"/>
                        </a:lnTo>
                        <a:lnTo>
                          <a:pt x="51" y="5"/>
                        </a:lnTo>
                        <a:lnTo>
                          <a:pt x="47" y="17"/>
                        </a:lnTo>
                        <a:lnTo>
                          <a:pt x="40" y="30"/>
                        </a:lnTo>
                        <a:lnTo>
                          <a:pt x="34" y="37"/>
                        </a:lnTo>
                        <a:lnTo>
                          <a:pt x="27" y="53"/>
                        </a:lnTo>
                        <a:lnTo>
                          <a:pt x="26" y="63"/>
                        </a:lnTo>
                        <a:lnTo>
                          <a:pt x="30" y="50"/>
                        </a:lnTo>
                        <a:lnTo>
                          <a:pt x="36" y="41"/>
                        </a:lnTo>
                        <a:lnTo>
                          <a:pt x="47" y="27"/>
                        </a:lnTo>
                        <a:lnTo>
                          <a:pt x="51" y="15"/>
                        </a:lnTo>
                        <a:lnTo>
                          <a:pt x="54" y="7"/>
                        </a:lnTo>
                        <a:lnTo>
                          <a:pt x="55" y="0"/>
                        </a:lnTo>
                        <a:lnTo>
                          <a:pt x="47" y="6"/>
                        </a:lnTo>
                        <a:lnTo>
                          <a:pt x="34" y="12"/>
                        </a:lnTo>
                        <a:lnTo>
                          <a:pt x="22" y="21"/>
                        </a:lnTo>
                        <a:lnTo>
                          <a:pt x="11" y="30"/>
                        </a:lnTo>
                        <a:lnTo>
                          <a:pt x="2" y="41"/>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8" name="Freeform 370"/>
                  <p:cNvSpPr/>
                  <p:nvPr/>
                </p:nvSpPr>
                <p:spPr bwMode="auto">
                  <a:xfrm>
                    <a:off x="2657" y="2988"/>
                    <a:ext cx="5" cy="4"/>
                  </a:xfrm>
                  <a:custGeom>
                    <a:avLst/>
                    <a:gdLst>
                      <a:gd name="T0" fmla="*/ 0 w 31"/>
                      <a:gd name="T1" fmla="*/ 17 h 35"/>
                      <a:gd name="T2" fmla="*/ 0 w 31"/>
                      <a:gd name="T3" fmla="*/ 29 h 35"/>
                      <a:gd name="T4" fmla="*/ 8 w 31"/>
                      <a:gd name="T5" fmla="*/ 35 h 35"/>
                      <a:gd name="T6" fmla="*/ 21 w 31"/>
                      <a:gd name="T7" fmla="*/ 31 h 35"/>
                      <a:gd name="T8" fmla="*/ 31 w 31"/>
                      <a:gd name="T9" fmla="*/ 19 h 35"/>
                      <a:gd name="T10" fmla="*/ 31 w 31"/>
                      <a:gd name="T11" fmla="*/ 10 h 35"/>
                      <a:gd name="T12" fmla="*/ 20 w 31"/>
                      <a:gd name="T13" fmla="*/ 0 h 35"/>
                      <a:gd name="T14" fmla="*/ 0 w 31"/>
                      <a:gd name="T15" fmla="*/ 17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35">
                        <a:moveTo>
                          <a:pt x="0" y="17"/>
                        </a:moveTo>
                        <a:lnTo>
                          <a:pt x="0" y="29"/>
                        </a:lnTo>
                        <a:lnTo>
                          <a:pt x="8" y="35"/>
                        </a:lnTo>
                        <a:lnTo>
                          <a:pt x="21" y="31"/>
                        </a:lnTo>
                        <a:lnTo>
                          <a:pt x="31" y="19"/>
                        </a:lnTo>
                        <a:lnTo>
                          <a:pt x="31" y="10"/>
                        </a:lnTo>
                        <a:lnTo>
                          <a:pt x="20" y="0"/>
                        </a:lnTo>
                        <a:lnTo>
                          <a:pt x="0" y="17"/>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9" name="Freeform 371"/>
                  <p:cNvSpPr/>
                  <p:nvPr/>
                </p:nvSpPr>
                <p:spPr bwMode="auto">
                  <a:xfrm>
                    <a:off x="2658" y="2988"/>
                    <a:ext cx="5" cy="5"/>
                  </a:xfrm>
                  <a:custGeom>
                    <a:avLst/>
                    <a:gdLst>
                      <a:gd name="T0" fmla="*/ 0 w 37"/>
                      <a:gd name="T1" fmla="*/ 17 h 42"/>
                      <a:gd name="T2" fmla="*/ 0 w 37"/>
                      <a:gd name="T3" fmla="*/ 34 h 42"/>
                      <a:gd name="T4" fmla="*/ 9 w 37"/>
                      <a:gd name="T5" fmla="*/ 42 h 42"/>
                      <a:gd name="T6" fmla="*/ 25 w 37"/>
                      <a:gd name="T7" fmla="*/ 40 h 42"/>
                      <a:gd name="T8" fmla="*/ 37 w 37"/>
                      <a:gd name="T9" fmla="*/ 24 h 42"/>
                      <a:gd name="T10" fmla="*/ 37 w 37"/>
                      <a:gd name="T11" fmla="*/ 10 h 42"/>
                      <a:gd name="T12" fmla="*/ 27 w 37"/>
                      <a:gd name="T13" fmla="*/ 0 h 42"/>
                      <a:gd name="T14" fmla="*/ 0 w 37"/>
                      <a:gd name="T15" fmla="*/ 17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42">
                        <a:moveTo>
                          <a:pt x="0" y="17"/>
                        </a:moveTo>
                        <a:lnTo>
                          <a:pt x="0" y="34"/>
                        </a:lnTo>
                        <a:lnTo>
                          <a:pt x="9" y="42"/>
                        </a:lnTo>
                        <a:lnTo>
                          <a:pt x="25" y="40"/>
                        </a:lnTo>
                        <a:lnTo>
                          <a:pt x="37" y="24"/>
                        </a:lnTo>
                        <a:lnTo>
                          <a:pt x="37" y="10"/>
                        </a:lnTo>
                        <a:lnTo>
                          <a:pt x="27" y="0"/>
                        </a:lnTo>
                        <a:lnTo>
                          <a:pt x="0" y="17"/>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0" name="Oval 372"/>
                  <p:cNvSpPr>
                    <a:spLocks noChangeArrowheads="1"/>
                  </p:cNvSpPr>
                  <p:nvPr/>
                </p:nvSpPr>
                <p:spPr bwMode="auto">
                  <a:xfrm>
                    <a:off x="2658" y="2989"/>
                    <a:ext cx="4" cy="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1" name="Freeform 373"/>
                  <p:cNvSpPr/>
                  <p:nvPr/>
                </p:nvSpPr>
                <p:spPr bwMode="auto">
                  <a:xfrm>
                    <a:off x="2655" y="2986"/>
                    <a:ext cx="9" cy="4"/>
                  </a:xfrm>
                  <a:custGeom>
                    <a:avLst/>
                    <a:gdLst>
                      <a:gd name="T0" fmla="*/ 0 w 66"/>
                      <a:gd name="T1" fmla="*/ 37 h 37"/>
                      <a:gd name="T2" fmla="*/ 1 w 66"/>
                      <a:gd name="T3" fmla="*/ 30 h 37"/>
                      <a:gd name="T4" fmla="*/ 6 w 66"/>
                      <a:gd name="T5" fmla="*/ 22 h 37"/>
                      <a:gd name="T6" fmla="*/ 13 w 66"/>
                      <a:gd name="T7" fmla="*/ 15 h 37"/>
                      <a:gd name="T8" fmla="*/ 23 w 66"/>
                      <a:gd name="T9" fmla="*/ 8 h 37"/>
                      <a:gd name="T10" fmla="*/ 37 w 66"/>
                      <a:gd name="T11" fmla="*/ 3 h 37"/>
                      <a:gd name="T12" fmla="*/ 51 w 66"/>
                      <a:gd name="T13" fmla="*/ 0 h 37"/>
                      <a:gd name="T14" fmla="*/ 66 w 66"/>
                      <a:gd name="T15" fmla="*/ 1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37">
                        <a:moveTo>
                          <a:pt x="0" y="37"/>
                        </a:moveTo>
                        <a:lnTo>
                          <a:pt x="1" y="30"/>
                        </a:lnTo>
                        <a:lnTo>
                          <a:pt x="6" y="22"/>
                        </a:lnTo>
                        <a:lnTo>
                          <a:pt x="13" y="15"/>
                        </a:lnTo>
                        <a:lnTo>
                          <a:pt x="23" y="8"/>
                        </a:lnTo>
                        <a:lnTo>
                          <a:pt x="37" y="3"/>
                        </a:lnTo>
                        <a:lnTo>
                          <a:pt x="51" y="0"/>
                        </a:lnTo>
                        <a:lnTo>
                          <a:pt x="66" y="1"/>
                        </a:lnTo>
                      </a:path>
                    </a:pathLst>
                  </a:custGeom>
                  <a:noFill/>
                  <a:ln w="1588">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2422" name="Freeform 374"/>
                  <p:cNvSpPr/>
                  <p:nvPr/>
                </p:nvSpPr>
                <p:spPr bwMode="auto">
                  <a:xfrm>
                    <a:off x="2651" y="2988"/>
                    <a:ext cx="7" cy="12"/>
                  </a:xfrm>
                  <a:custGeom>
                    <a:avLst/>
                    <a:gdLst>
                      <a:gd name="T0" fmla="*/ 0 w 44"/>
                      <a:gd name="T1" fmla="*/ 0 h 100"/>
                      <a:gd name="T2" fmla="*/ 18 w 44"/>
                      <a:gd name="T3" fmla="*/ 14 h 100"/>
                      <a:gd name="T4" fmla="*/ 44 w 44"/>
                      <a:gd name="T5" fmla="*/ 26 h 100"/>
                      <a:gd name="T6" fmla="*/ 32 w 44"/>
                      <a:gd name="T7" fmla="*/ 42 h 100"/>
                      <a:gd name="T8" fmla="*/ 28 w 44"/>
                      <a:gd name="T9" fmla="*/ 55 h 100"/>
                      <a:gd name="T10" fmla="*/ 31 w 44"/>
                      <a:gd name="T11" fmla="*/ 74 h 100"/>
                      <a:gd name="T12" fmla="*/ 42 w 44"/>
                      <a:gd name="T13" fmla="*/ 100 h 100"/>
                      <a:gd name="T14" fmla="*/ 33 w 44"/>
                      <a:gd name="T15" fmla="*/ 85 h 100"/>
                      <a:gd name="T16" fmla="*/ 23 w 44"/>
                      <a:gd name="T17" fmla="*/ 71 h 100"/>
                      <a:gd name="T18" fmla="*/ 15 w 44"/>
                      <a:gd name="T19" fmla="*/ 53 h 100"/>
                      <a:gd name="T20" fmla="*/ 7 w 44"/>
                      <a:gd name="T21" fmla="*/ 28 h 100"/>
                      <a:gd name="T22" fmla="*/ 0 w 44"/>
                      <a:gd name="T2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100">
                        <a:moveTo>
                          <a:pt x="0" y="0"/>
                        </a:moveTo>
                        <a:lnTo>
                          <a:pt x="18" y="14"/>
                        </a:lnTo>
                        <a:lnTo>
                          <a:pt x="44" y="26"/>
                        </a:lnTo>
                        <a:lnTo>
                          <a:pt x="32" y="42"/>
                        </a:lnTo>
                        <a:lnTo>
                          <a:pt x="28" y="55"/>
                        </a:lnTo>
                        <a:lnTo>
                          <a:pt x="31" y="74"/>
                        </a:lnTo>
                        <a:lnTo>
                          <a:pt x="42" y="100"/>
                        </a:lnTo>
                        <a:lnTo>
                          <a:pt x="33" y="85"/>
                        </a:lnTo>
                        <a:lnTo>
                          <a:pt x="23" y="71"/>
                        </a:lnTo>
                        <a:lnTo>
                          <a:pt x="15" y="53"/>
                        </a:lnTo>
                        <a:lnTo>
                          <a:pt x="7" y="28"/>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3" name="Freeform 375"/>
                  <p:cNvSpPr/>
                  <p:nvPr/>
                </p:nvSpPr>
                <p:spPr bwMode="auto">
                  <a:xfrm>
                    <a:off x="2650" y="2978"/>
                    <a:ext cx="12" cy="12"/>
                  </a:xfrm>
                  <a:custGeom>
                    <a:avLst/>
                    <a:gdLst>
                      <a:gd name="T0" fmla="*/ 22 w 85"/>
                      <a:gd name="T1" fmla="*/ 95 h 98"/>
                      <a:gd name="T2" fmla="*/ 23 w 85"/>
                      <a:gd name="T3" fmla="*/ 80 h 98"/>
                      <a:gd name="T4" fmla="*/ 24 w 85"/>
                      <a:gd name="T5" fmla="*/ 64 h 98"/>
                      <a:gd name="T6" fmla="*/ 32 w 85"/>
                      <a:gd name="T7" fmla="*/ 51 h 98"/>
                      <a:gd name="T8" fmla="*/ 56 w 85"/>
                      <a:gd name="T9" fmla="*/ 35 h 98"/>
                      <a:gd name="T10" fmla="*/ 81 w 85"/>
                      <a:gd name="T11" fmla="*/ 13 h 98"/>
                      <a:gd name="T12" fmla="*/ 85 w 85"/>
                      <a:gd name="T13" fmla="*/ 0 h 98"/>
                      <a:gd name="T14" fmla="*/ 51 w 85"/>
                      <a:gd name="T15" fmla="*/ 28 h 98"/>
                      <a:gd name="T16" fmla="*/ 17 w 85"/>
                      <a:gd name="T17" fmla="*/ 41 h 98"/>
                      <a:gd name="T18" fmla="*/ 4 w 85"/>
                      <a:gd name="T19" fmla="*/ 60 h 98"/>
                      <a:gd name="T20" fmla="*/ 0 w 85"/>
                      <a:gd name="T21" fmla="*/ 77 h 98"/>
                      <a:gd name="T22" fmla="*/ 0 w 85"/>
                      <a:gd name="T23" fmla="*/ 90 h 98"/>
                      <a:gd name="T24" fmla="*/ 4 w 85"/>
                      <a:gd name="T25" fmla="*/ 96 h 98"/>
                      <a:gd name="T26" fmla="*/ 12 w 85"/>
                      <a:gd name="T27" fmla="*/ 98 h 98"/>
                      <a:gd name="T28" fmla="*/ 22 w 85"/>
                      <a:gd name="T29" fmla="*/ 9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 h="98">
                        <a:moveTo>
                          <a:pt x="22" y="95"/>
                        </a:moveTo>
                        <a:lnTo>
                          <a:pt x="23" y="80"/>
                        </a:lnTo>
                        <a:lnTo>
                          <a:pt x="24" y="64"/>
                        </a:lnTo>
                        <a:lnTo>
                          <a:pt x="32" y="51"/>
                        </a:lnTo>
                        <a:lnTo>
                          <a:pt x="56" y="35"/>
                        </a:lnTo>
                        <a:lnTo>
                          <a:pt x="81" y="13"/>
                        </a:lnTo>
                        <a:lnTo>
                          <a:pt x="85" y="0"/>
                        </a:lnTo>
                        <a:lnTo>
                          <a:pt x="51" y="28"/>
                        </a:lnTo>
                        <a:lnTo>
                          <a:pt x="17" y="41"/>
                        </a:lnTo>
                        <a:lnTo>
                          <a:pt x="4" y="60"/>
                        </a:lnTo>
                        <a:lnTo>
                          <a:pt x="0" y="77"/>
                        </a:lnTo>
                        <a:lnTo>
                          <a:pt x="0" y="90"/>
                        </a:lnTo>
                        <a:lnTo>
                          <a:pt x="4" y="96"/>
                        </a:lnTo>
                        <a:lnTo>
                          <a:pt x="12" y="98"/>
                        </a:lnTo>
                        <a:lnTo>
                          <a:pt x="22" y="95"/>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4" name="Oval 376"/>
                  <p:cNvSpPr>
                    <a:spLocks noChangeArrowheads="1"/>
                  </p:cNvSpPr>
                  <p:nvPr/>
                </p:nvSpPr>
                <p:spPr bwMode="auto">
                  <a:xfrm>
                    <a:off x="2659" y="2989"/>
                    <a:ext cx="2" cy="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425" name="Group 377"/>
                <p:cNvGrpSpPr/>
                <p:nvPr/>
              </p:nvGrpSpPr>
              <p:grpSpPr bwMode="auto">
                <a:xfrm>
                  <a:off x="2624" y="2934"/>
                  <a:ext cx="106" cy="69"/>
                  <a:chOff x="2624" y="2934"/>
                  <a:chExt cx="106" cy="69"/>
                </a:xfrm>
              </p:grpSpPr>
              <p:sp>
                <p:nvSpPr>
                  <p:cNvPr id="642426" name="Freeform 378"/>
                  <p:cNvSpPr/>
                  <p:nvPr/>
                </p:nvSpPr>
                <p:spPr bwMode="auto">
                  <a:xfrm>
                    <a:off x="2624" y="2934"/>
                    <a:ext cx="106" cy="69"/>
                  </a:xfrm>
                  <a:custGeom>
                    <a:avLst/>
                    <a:gdLst>
                      <a:gd name="T0" fmla="*/ 111 w 747"/>
                      <a:gd name="T1" fmla="*/ 98 h 555"/>
                      <a:gd name="T2" fmla="*/ 73 w 747"/>
                      <a:gd name="T3" fmla="*/ 138 h 555"/>
                      <a:gd name="T4" fmla="*/ 44 w 747"/>
                      <a:gd name="T5" fmla="*/ 168 h 555"/>
                      <a:gd name="T6" fmla="*/ 32 w 747"/>
                      <a:gd name="T7" fmla="*/ 196 h 555"/>
                      <a:gd name="T8" fmla="*/ 32 w 747"/>
                      <a:gd name="T9" fmla="*/ 223 h 555"/>
                      <a:gd name="T10" fmla="*/ 27 w 747"/>
                      <a:gd name="T11" fmla="*/ 255 h 555"/>
                      <a:gd name="T12" fmla="*/ 18 w 747"/>
                      <a:gd name="T13" fmla="*/ 278 h 555"/>
                      <a:gd name="T14" fmla="*/ 8 w 747"/>
                      <a:gd name="T15" fmla="*/ 314 h 555"/>
                      <a:gd name="T16" fmla="*/ 0 w 747"/>
                      <a:gd name="T17" fmla="*/ 347 h 555"/>
                      <a:gd name="T18" fmla="*/ 9 w 747"/>
                      <a:gd name="T19" fmla="*/ 391 h 555"/>
                      <a:gd name="T20" fmla="*/ 23 w 747"/>
                      <a:gd name="T21" fmla="*/ 421 h 555"/>
                      <a:gd name="T22" fmla="*/ 50 w 747"/>
                      <a:gd name="T23" fmla="*/ 442 h 555"/>
                      <a:gd name="T24" fmla="*/ 44 w 747"/>
                      <a:gd name="T25" fmla="*/ 426 h 555"/>
                      <a:gd name="T26" fmla="*/ 60 w 747"/>
                      <a:gd name="T27" fmla="*/ 423 h 555"/>
                      <a:gd name="T28" fmla="*/ 76 w 747"/>
                      <a:gd name="T29" fmla="*/ 436 h 555"/>
                      <a:gd name="T30" fmla="*/ 82 w 747"/>
                      <a:gd name="T31" fmla="*/ 434 h 555"/>
                      <a:gd name="T32" fmla="*/ 97 w 747"/>
                      <a:gd name="T33" fmla="*/ 428 h 555"/>
                      <a:gd name="T34" fmla="*/ 124 w 747"/>
                      <a:gd name="T35" fmla="*/ 419 h 555"/>
                      <a:gd name="T36" fmla="*/ 142 w 747"/>
                      <a:gd name="T37" fmla="*/ 394 h 555"/>
                      <a:gd name="T38" fmla="*/ 184 w 747"/>
                      <a:gd name="T39" fmla="*/ 400 h 555"/>
                      <a:gd name="T40" fmla="*/ 227 w 747"/>
                      <a:gd name="T41" fmla="*/ 391 h 555"/>
                      <a:gd name="T42" fmla="*/ 266 w 747"/>
                      <a:gd name="T43" fmla="*/ 365 h 555"/>
                      <a:gd name="T44" fmla="*/ 292 w 747"/>
                      <a:gd name="T45" fmla="*/ 341 h 555"/>
                      <a:gd name="T46" fmla="*/ 327 w 747"/>
                      <a:gd name="T47" fmla="*/ 337 h 555"/>
                      <a:gd name="T48" fmla="*/ 364 w 747"/>
                      <a:gd name="T49" fmla="*/ 356 h 555"/>
                      <a:gd name="T50" fmla="*/ 400 w 747"/>
                      <a:gd name="T51" fmla="*/ 391 h 555"/>
                      <a:gd name="T52" fmla="*/ 438 w 747"/>
                      <a:gd name="T53" fmla="*/ 417 h 555"/>
                      <a:gd name="T54" fmla="*/ 440 w 747"/>
                      <a:gd name="T55" fmla="*/ 446 h 555"/>
                      <a:gd name="T56" fmla="*/ 443 w 747"/>
                      <a:gd name="T57" fmla="*/ 468 h 555"/>
                      <a:gd name="T58" fmla="*/ 452 w 747"/>
                      <a:gd name="T59" fmla="*/ 501 h 555"/>
                      <a:gd name="T60" fmla="*/ 444 w 747"/>
                      <a:gd name="T61" fmla="*/ 555 h 555"/>
                      <a:gd name="T62" fmla="*/ 504 w 747"/>
                      <a:gd name="T63" fmla="*/ 536 h 555"/>
                      <a:gd name="T64" fmla="*/ 582 w 747"/>
                      <a:gd name="T65" fmla="*/ 503 h 555"/>
                      <a:gd name="T66" fmla="*/ 631 w 747"/>
                      <a:gd name="T67" fmla="*/ 467 h 555"/>
                      <a:gd name="T68" fmla="*/ 672 w 747"/>
                      <a:gd name="T69" fmla="*/ 451 h 555"/>
                      <a:gd name="T70" fmla="*/ 703 w 747"/>
                      <a:gd name="T71" fmla="*/ 417 h 555"/>
                      <a:gd name="T72" fmla="*/ 722 w 747"/>
                      <a:gd name="T73" fmla="*/ 374 h 555"/>
                      <a:gd name="T74" fmla="*/ 722 w 747"/>
                      <a:gd name="T75" fmla="*/ 332 h 555"/>
                      <a:gd name="T76" fmla="*/ 744 w 747"/>
                      <a:gd name="T77" fmla="*/ 292 h 555"/>
                      <a:gd name="T78" fmla="*/ 743 w 747"/>
                      <a:gd name="T79" fmla="*/ 248 h 555"/>
                      <a:gd name="T80" fmla="*/ 714 w 747"/>
                      <a:gd name="T81" fmla="*/ 188 h 555"/>
                      <a:gd name="T82" fmla="*/ 662 w 747"/>
                      <a:gd name="T83" fmla="*/ 120 h 555"/>
                      <a:gd name="T84" fmla="*/ 621 w 747"/>
                      <a:gd name="T85" fmla="*/ 78 h 555"/>
                      <a:gd name="T86" fmla="*/ 587 w 747"/>
                      <a:gd name="T87" fmla="*/ 59 h 555"/>
                      <a:gd name="T88" fmla="*/ 559 w 747"/>
                      <a:gd name="T89" fmla="*/ 24 h 555"/>
                      <a:gd name="T90" fmla="*/ 527 w 747"/>
                      <a:gd name="T91" fmla="*/ 3 h 555"/>
                      <a:gd name="T92" fmla="*/ 467 w 747"/>
                      <a:gd name="T93" fmla="*/ 2 h 555"/>
                      <a:gd name="T94" fmla="*/ 425 w 747"/>
                      <a:gd name="T95" fmla="*/ 10 h 555"/>
                      <a:gd name="T96" fmla="*/ 372 w 747"/>
                      <a:gd name="T97" fmla="*/ 10 h 555"/>
                      <a:gd name="T98" fmla="*/ 322 w 747"/>
                      <a:gd name="T99" fmla="*/ 2 h 555"/>
                      <a:gd name="T100" fmla="*/ 280 w 747"/>
                      <a:gd name="T101" fmla="*/ 5 h 555"/>
                      <a:gd name="T102" fmla="*/ 241 w 747"/>
                      <a:gd name="T103" fmla="*/ 19 h 555"/>
                      <a:gd name="T104" fmla="*/ 201 w 747"/>
                      <a:gd name="T105" fmla="*/ 30 h 555"/>
                      <a:gd name="T106" fmla="*/ 174 w 747"/>
                      <a:gd name="T107" fmla="*/ 61 h 555"/>
                      <a:gd name="T108" fmla="*/ 130 w 747"/>
                      <a:gd name="T109" fmla="*/ 87 h 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47" h="555">
                        <a:moveTo>
                          <a:pt x="130" y="87"/>
                        </a:moveTo>
                        <a:lnTo>
                          <a:pt x="111" y="98"/>
                        </a:lnTo>
                        <a:lnTo>
                          <a:pt x="94" y="114"/>
                        </a:lnTo>
                        <a:lnTo>
                          <a:pt x="73" y="138"/>
                        </a:lnTo>
                        <a:lnTo>
                          <a:pt x="58" y="150"/>
                        </a:lnTo>
                        <a:lnTo>
                          <a:pt x="44" y="168"/>
                        </a:lnTo>
                        <a:lnTo>
                          <a:pt x="36" y="181"/>
                        </a:lnTo>
                        <a:lnTo>
                          <a:pt x="32" y="196"/>
                        </a:lnTo>
                        <a:lnTo>
                          <a:pt x="30" y="209"/>
                        </a:lnTo>
                        <a:lnTo>
                          <a:pt x="32" y="223"/>
                        </a:lnTo>
                        <a:lnTo>
                          <a:pt x="35" y="240"/>
                        </a:lnTo>
                        <a:lnTo>
                          <a:pt x="27" y="255"/>
                        </a:lnTo>
                        <a:lnTo>
                          <a:pt x="21" y="265"/>
                        </a:lnTo>
                        <a:lnTo>
                          <a:pt x="18" y="278"/>
                        </a:lnTo>
                        <a:lnTo>
                          <a:pt x="15" y="295"/>
                        </a:lnTo>
                        <a:lnTo>
                          <a:pt x="8" y="314"/>
                        </a:lnTo>
                        <a:lnTo>
                          <a:pt x="3" y="329"/>
                        </a:lnTo>
                        <a:lnTo>
                          <a:pt x="0" y="347"/>
                        </a:lnTo>
                        <a:lnTo>
                          <a:pt x="2" y="369"/>
                        </a:lnTo>
                        <a:lnTo>
                          <a:pt x="9" y="391"/>
                        </a:lnTo>
                        <a:lnTo>
                          <a:pt x="15" y="407"/>
                        </a:lnTo>
                        <a:lnTo>
                          <a:pt x="23" y="421"/>
                        </a:lnTo>
                        <a:lnTo>
                          <a:pt x="34" y="431"/>
                        </a:lnTo>
                        <a:lnTo>
                          <a:pt x="50" y="442"/>
                        </a:lnTo>
                        <a:lnTo>
                          <a:pt x="43" y="432"/>
                        </a:lnTo>
                        <a:lnTo>
                          <a:pt x="44" y="426"/>
                        </a:lnTo>
                        <a:lnTo>
                          <a:pt x="52" y="422"/>
                        </a:lnTo>
                        <a:lnTo>
                          <a:pt x="60" y="423"/>
                        </a:lnTo>
                        <a:lnTo>
                          <a:pt x="69" y="427"/>
                        </a:lnTo>
                        <a:lnTo>
                          <a:pt x="76" y="436"/>
                        </a:lnTo>
                        <a:lnTo>
                          <a:pt x="88" y="444"/>
                        </a:lnTo>
                        <a:lnTo>
                          <a:pt x="82" y="434"/>
                        </a:lnTo>
                        <a:lnTo>
                          <a:pt x="81" y="426"/>
                        </a:lnTo>
                        <a:lnTo>
                          <a:pt x="97" y="428"/>
                        </a:lnTo>
                        <a:lnTo>
                          <a:pt x="111" y="426"/>
                        </a:lnTo>
                        <a:lnTo>
                          <a:pt x="124" y="419"/>
                        </a:lnTo>
                        <a:lnTo>
                          <a:pt x="133" y="409"/>
                        </a:lnTo>
                        <a:lnTo>
                          <a:pt x="142" y="394"/>
                        </a:lnTo>
                        <a:lnTo>
                          <a:pt x="163" y="399"/>
                        </a:lnTo>
                        <a:lnTo>
                          <a:pt x="184" y="400"/>
                        </a:lnTo>
                        <a:lnTo>
                          <a:pt x="206" y="397"/>
                        </a:lnTo>
                        <a:lnTo>
                          <a:pt x="227" y="391"/>
                        </a:lnTo>
                        <a:lnTo>
                          <a:pt x="247" y="380"/>
                        </a:lnTo>
                        <a:lnTo>
                          <a:pt x="266" y="365"/>
                        </a:lnTo>
                        <a:lnTo>
                          <a:pt x="279" y="351"/>
                        </a:lnTo>
                        <a:lnTo>
                          <a:pt x="292" y="341"/>
                        </a:lnTo>
                        <a:lnTo>
                          <a:pt x="307" y="334"/>
                        </a:lnTo>
                        <a:lnTo>
                          <a:pt x="327" y="337"/>
                        </a:lnTo>
                        <a:lnTo>
                          <a:pt x="353" y="338"/>
                        </a:lnTo>
                        <a:lnTo>
                          <a:pt x="364" y="356"/>
                        </a:lnTo>
                        <a:lnTo>
                          <a:pt x="379" y="376"/>
                        </a:lnTo>
                        <a:lnTo>
                          <a:pt x="400" y="391"/>
                        </a:lnTo>
                        <a:lnTo>
                          <a:pt x="427" y="407"/>
                        </a:lnTo>
                        <a:lnTo>
                          <a:pt x="438" y="417"/>
                        </a:lnTo>
                        <a:lnTo>
                          <a:pt x="444" y="434"/>
                        </a:lnTo>
                        <a:lnTo>
                          <a:pt x="440" y="446"/>
                        </a:lnTo>
                        <a:lnTo>
                          <a:pt x="439" y="458"/>
                        </a:lnTo>
                        <a:lnTo>
                          <a:pt x="443" y="468"/>
                        </a:lnTo>
                        <a:lnTo>
                          <a:pt x="450" y="479"/>
                        </a:lnTo>
                        <a:lnTo>
                          <a:pt x="452" y="501"/>
                        </a:lnTo>
                        <a:lnTo>
                          <a:pt x="450" y="527"/>
                        </a:lnTo>
                        <a:lnTo>
                          <a:pt x="444" y="555"/>
                        </a:lnTo>
                        <a:lnTo>
                          <a:pt x="469" y="547"/>
                        </a:lnTo>
                        <a:lnTo>
                          <a:pt x="504" y="536"/>
                        </a:lnTo>
                        <a:lnTo>
                          <a:pt x="546" y="521"/>
                        </a:lnTo>
                        <a:lnTo>
                          <a:pt x="582" y="503"/>
                        </a:lnTo>
                        <a:lnTo>
                          <a:pt x="609" y="485"/>
                        </a:lnTo>
                        <a:lnTo>
                          <a:pt x="631" y="467"/>
                        </a:lnTo>
                        <a:lnTo>
                          <a:pt x="651" y="461"/>
                        </a:lnTo>
                        <a:lnTo>
                          <a:pt x="672" y="451"/>
                        </a:lnTo>
                        <a:lnTo>
                          <a:pt x="690" y="437"/>
                        </a:lnTo>
                        <a:lnTo>
                          <a:pt x="703" y="417"/>
                        </a:lnTo>
                        <a:lnTo>
                          <a:pt x="713" y="398"/>
                        </a:lnTo>
                        <a:lnTo>
                          <a:pt x="722" y="374"/>
                        </a:lnTo>
                        <a:lnTo>
                          <a:pt x="725" y="351"/>
                        </a:lnTo>
                        <a:lnTo>
                          <a:pt x="722" y="332"/>
                        </a:lnTo>
                        <a:lnTo>
                          <a:pt x="735" y="315"/>
                        </a:lnTo>
                        <a:lnTo>
                          <a:pt x="744" y="292"/>
                        </a:lnTo>
                        <a:lnTo>
                          <a:pt x="747" y="269"/>
                        </a:lnTo>
                        <a:lnTo>
                          <a:pt x="743" y="248"/>
                        </a:lnTo>
                        <a:lnTo>
                          <a:pt x="734" y="226"/>
                        </a:lnTo>
                        <a:lnTo>
                          <a:pt x="714" y="188"/>
                        </a:lnTo>
                        <a:lnTo>
                          <a:pt x="687" y="152"/>
                        </a:lnTo>
                        <a:lnTo>
                          <a:pt x="662" y="120"/>
                        </a:lnTo>
                        <a:lnTo>
                          <a:pt x="640" y="93"/>
                        </a:lnTo>
                        <a:lnTo>
                          <a:pt x="621" y="78"/>
                        </a:lnTo>
                        <a:lnTo>
                          <a:pt x="607" y="69"/>
                        </a:lnTo>
                        <a:lnTo>
                          <a:pt x="587" y="59"/>
                        </a:lnTo>
                        <a:lnTo>
                          <a:pt x="569" y="46"/>
                        </a:lnTo>
                        <a:lnTo>
                          <a:pt x="559" y="24"/>
                        </a:lnTo>
                        <a:lnTo>
                          <a:pt x="545" y="12"/>
                        </a:lnTo>
                        <a:lnTo>
                          <a:pt x="527" y="3"/>
                        </a:lnTo>
                        <a:lnTo>
                          <a:pt x="494" y="0"/>
                        </a:lnTo>
                        <a:lnTo>
                          <a:pt x="467" y="2"/>
                        </a:lnTo>
                        <a:lnTo>
                          <a:pt x="446" y="6"/>
                        </a:lnTo>
                        <a:lnTo>
                          <a:pt x="425" y="10"/>
                        </a:lnTo>
                        <a:lnTo>
                          <a:pt x="399" y="13"/>
                        </a:lnTo>
                        <a:lnTo>
                          <a:pt x="372" y="10"/>
                        </a:lnTo>
                        <a:lnTo>
                          <a:pt x="348" y="6"/>
                        </a:lnTo>
                        <a:lnTo>
                          <a:pt x="322" y="2"/>
                        </a:lnTo>
                        <a:lnTo>
                          <a:pt x="301" y="1"/>
                        </a:lnTo>
                        <a:lnTo>
                          <a:pt x="280" y="5"/>
                        </a:lnTo>
                        <a:lnTo>
                          <a:pt x="260" y="10"/>
                        </a:lnTo>
                        <a:lnTo>
                          <a:pt x="241" y="19"/>
                        </a:lnTo>
                        <a:lnTo>
                          <a:pt x="221" y="24"/>
                        </a:lnTo>
                        <a:lnTo>
                          <a:pt x="201" y="30"/>
                        </a:lnTo>
                        <a:lnTo>
                          <a:pt x="188" y="44"/>
                        </a:lnTo>
                        <a:lnTo>
                          <a:pt x="174" y="61"/>
                        </a:lnTo>
                        <a:lnTo>
                          <a:pt x="157" y="76"/>
                        </a:lnTo>
                        <a:lnTo>
                          <a:pt x="130" y="87"/>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7" name="Freeform 379"/>
                  <p:cNvSpPr/>
                  <p:nvPr/>
                </p:nvSpPr>
                <p:spPr bwMode="auto">
                  <a:xfrm>
                    <a:off x="2678" y="2943"/>
                    <a:ext cx="51" cy="40"/>
                  </a:xfrm>
                  <a:custGeom>
                    <a:avLst/>
                    <a:gdLst>
                      <a:gd name="T0" fmla="*/ 21 w 356"/>
                      <a:gd name="T1" fmla="*/ 147 h 319"/>
                      <a:gd name="T2" fmla="*/ 62 w 356"/>
                      <a:gd name="T3" fmla="*/ 169 h 319"/>
                      <a:gd name="T4" fmla="*/ 94 w 356"/>
                      <a:gd name="T5" fmla="*/ 195 h 319"/>
                      <a:gd name="T6" fmla="*/ 116 w 356"/>
                      <a:gd name="T7" fmla="*/ 238 h 319"/>
                      <a:gd name="T8" fmla="*/ 139 w 356"/>
                      <a:gd name="T9" fmla="*/ 275 h 319"/>
                      <a:gd name="T10" fmla="*/ 133 w 356"/>
                      <a:gd name="T11" fmla="*/ 319 h 319"/>
                      <a:gd name="T12" fmla="*/ 156 w 356"/>
                      <a:gd name="T13" fmla="*/ 298 h 319"/>
                      <a:gd name="T14" fmla="*/ 163 w 356"/>
                      <a:gd name="T15" fmla="*/ 263 h 319"/>
                      <a:gd name="T16" fmla="*/ 172 w 356"/>
                      <a:gd name="T17" fmla="*/ 290 h 319"/>
                      <a:gd name="T18" fmla="*/ 180 w 356"/>
                      <a:gd name="T19" fmla="*/ 291 h 319"/>
                      <a:gd name="T20" fmla="*/ 207 w 356"/>
                      <a:gd name="T21" fmla="*/ 287 h 319"/>
                      <a:gd name="T22" fmla="*/ 204 w 356"/>
                      <a:gd name="T23" fmla="*/ 265 h 319"/>
                      <a:gd name="T24" fmla="*/ 219 w 356"/>
                      <a:gd name="T25" fmla="*/ 255 h 319"/>
                      <a:gd name="T26" fmla="*/ 224 w 356"/>
                      <a:gd name="T27" fmla="*/ 249 h 319"/>
                      <a:gd name="T28" fmla="*/ 222 w 356"/>
                      <a:gd name="T29" fmla="*/ 214 h 319"/>
                      <a:gd name="T30" fmla="*/ 251 w 356"/>
                      <a:gd name="T31" fmla="*/ 229 h 319"/>
                      <a:gd name="T32" fmla="*/ 258 w 356"/>
                      <a:gd name="T33" fmla="*/ 263 h 319"/>
                      <a:gd name="T34" fmla="*/ 272 w 356"/>
                      <a:gd name="T35" fmla="*/ 217 h 319"/>
                      <a:gd name="T36" fmla="*/ 261 w 356"/>
                      <a:gd name="T37" fmla="*/ 146 h 319"/>
                      <a:gd name="T38" fmla="*/ 287 w 356"/>
                      <a:gd name="T39" fmla="*/ 167 h 319"/>
                      <a:gd name="T40" fmla="*/ 304 w 356"/>
                      <a:gd name="T41" fmla="*/ 182 h 319"/>
                      <a:gd name="T42" fmla="*/ 311 w 356"/>
                      <a:gd name="T43" fmla="*/ 155 h 319"/>
                      <a:gd name="T44" fmla="*/ 304 w 356"/>
                      <a:gd name="T45" fmla="*/ 124 h 319"/>
                      <a:gd name="T46" fmla="*/ 308 w 356"/>
                      <a:gd name="T47" fmla="*/ 105 h 319"/>
                      <a:gd name="T48" fmla="*/ 323 w 356"/>
                      <a:gd name="T49" fmla="*/ 136 h 319"/>
                      <a:gd name="T50" fmla="*/ 343 w 356"/>
                      <a:gd name="T51" fmla="*/ 160 h 319"/>
                      <a:gd name="T52" fmla="*/ 341 w 356"/>
                      <a:gd name="T53" fmla="*/ 134 h 319"/>
                      <a:gd name="T54" fmla="*/ 296 w 356"/>
                      <a:gd name="T55" fmla="*/ 71 h 319"/>
                      <a:gd name="T56" fmla="*/ 247 w 356"/>
                      <a:gd name="T57" fmla="*/ 17 h 319"/>
                      <a:gd name="T58" fmla="*/ 213 w 356"/>
                      <a:gd name="T59" fmla="*/ 15 h 319"/>
                      <a:gd name="T60" fmla="*/ 226 w 356"/>
                      <a:gd name="T61" fmla="*/ 42 h 319"/>
                      <a:gd name="T62" fmla="*/ 254 w 356"/>
                      <a:gd name="T63" fmla="*/ 78 h 319"/>
                      <a:gd name="T64" fmla="*/ 270 w 356"/>
                      <a:gd name="T65" fmla="*/ 113 h 319"/>
                      <a:gd name="T66" fmla="*/ 264 w 356"/>
                      <a:gd name="T67" fmla="*/ 123 h 319"/>
                      <a:gd name="T68" fmla="*/ 243 w 356"/>
                      <a:gd name="T69" fmla="*/ 128 h 319"/>
                      <a:gd name="T70" fmla="*/ 210 w 356"/>
                      <a:gd name="T71" fmla="*/ 74 h 319"/>
                      <a:gd name="T72" fmla="*/ 160 w 356"/>
                      <a:gd name="T73" fmla="*/ 12 h 319"/>
                      <a:gd name="T74" fmla="*/ 197 w 356"/>
                      <a:gd name="T75" fmla="*/ 78 h 319"/>
                      <a:gd name="T76" fmla="*/ 226 w 356"/>
                      <a:gd name="T77" fmla="*/ 138 h 319"/>
                      <a:gd name="T78" fmla="*/ 227 w 356"/>
                      <a:gd name="T79" fmla="*/ 161 h 319"/>
                      <a:gd name="T80" fmla="*/ 215 w 356"/>
                      <a:gd name="T81" fmla="*/ 167 h 319"/>
                      <a:gd name="T82" fmla="*/ 204 w 356"/>
                      <a:gd name="T83" fmla="*/ 192 h 319"/>
                      <a:gd name="T84" fmla="*/ 188 w 356"/>
                      <a:gd name="T85" fmla="*/ 122 h 319"/>
                      <a:gd name="T86" fmla="*/ 159 w 356"/>
                      <a:gd name="T87" fmla="*/ 65 h 319"/>
                      <a:gd name="T88" fmla="*/ 123 w 356"/>
                      <a:gd name="T89" fmla="*/ 20 h 319"/>
                      <a:gd name="T90" fmla="*/ 114 w 356"/>
                      <a:gd name="T91" fmla="*/ 29 h 319"/>
                      <a:gd name="T92" fmla="*/ 143 w 356"/>
                      <a:gd name="T93" fmla="*/ 72 h 319"/>
                      <a:gd name="T94" fmla="*/ 171 w 356"/>
                      <a:gd name="T95" fmla="*/ 133 h 319"/>
                      <a:gd name="T96" fmla="*/ 183 w 356"/>
                      <a:gd name="T97" fmla="*/ 235 h 319"/>
                      <a:gd name="T98" fmla="*/ 153 w 356"/>
                      <a:gd name="T99" fmla="*/ 137 h 319"/>
                      <a:gd name="T100" fmla="*/ 153 w 356"/>
                      <a:gd name="T101" fmla="*/ 205 h 319"/>
                      <a:gd name="T102" fmla="*/ 144 w 356"/>
                      <a:gd name="T103" fmla="*/ 250 h 319"/>
                      <a:gd name="T104" fmla="*/ 130 w 356"/>
                      <a:gd name="T105" fmla="*/ 204 h 319"/>
                      <a:gd name="T106" fmla="*/ 123 w 356"/>
                      <a:gd name="T107" fmla="*/ 167 h 319"/>
                      <a:gd name="T108" fmla="*/ 122 w 356"/>
                      <a:gd name="T109" fmla="*/ 137 h 319"/>
                      <a:gd name="T110" fmla="*/ 115 w 356"/>
                      <a:gd name="T111" fmla="*/ 164 h 319"/>
                      <a:gd name="T112" fmla="*/ 90 w 356"/>
                      <a:gd name="T113" fmla="*/ 165 h 319"/>
                      <a:gd name="T114" fmla="*/ 56 w 356"/>
                      <a:gd name="T115" fmla="*/ 145 h 319"/>
                      <a:gd name="T116" fmla="*/ 18 w 356"/>
                      <a:gd name="T117" fmla="*/ 136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56" h="319">
                        <a:moveTo>
                          <a:pt x="0" y="137"/>
                        </a:moveTo>
                        <a:lnTo>
                          <a:pt x="21" y="147"/>
                        </a:lnTo>
                        <a:lnTo>
                          <a:pt x="42" y="157"/>
                        </a:lnTo>
                        <a:lnTo>
                          <a:pt x="62" y="169"/>
                        </a:lnTo>
                        <a:lnTo>
                          <a:pt x="80" y="183"/>
                        </a:lnTo>
                        <a:lnTo>
                          <a:pt x="94" y="195"/>
                        </a:lnTo>
                        <a:lnTo>
                          <a:pt x="103" y="207"/>
                        </a:lnTo>
                        <a:lnTo>
                          <a:pt x="116" y="238"/>
                        </a:lnTo>
                        <a:lnTo>
                          <a:pt x="130" y="292"/>
                        </a:lnTo>
                        <a:lnTo>
                          <a:pt x="139" y="275"/>
                        </a:lnTo>
                        <a:lnTo>
                          <a:pt x="138" y="293"/>
                        </a:lnTo>
                        <a:lnTo>
                          <a:pt x="133" y="319"/>
                        </a:lnTo>
                        <a:lnTo>
                          <a:pt x="148" y="310"/>
                        </a:lnTo>
                        <a:lnTo>
                          <a:pt x="156" y="298"/>
                        </a:lnTo>
                        <a:lnTo>
                          <a:pt x="161" y="283"/>
                        </a:lnTo>
                        <a:lnTo>
                          <a:pt x="163" y="263"/>
                        </a:lnTo>
                        <a:lnTo>
                          <a:pt x="170" y="276"/>
                        </a:lnTo>
                        <a:lnTo>
                          <a:pt x="172" y="290"/>
                        </a:lnTo>
                        <a:lnTo>
                          <a:pt x="169" y="298"/>
                        </a:lnTo>
                        <a:lnTo>
                          <a:pt x="180" y="291"/>
                        </a:lnTo>
                        <a:lnTo>
                          <a:pt x="189" y="281"/>
                        </a:lnTo>
                        <a:lnTo>
                          <a:pt x="207" y="287"/>
                        </a:lnTo>
                        <a:lnTo>
                          <a:pt x="203" y="277"/>
                        </a:lnTo>
                        <a:lnTo>
                          <a:pt x="204" y="265"/>
                        </a:lnTo>
                        <a:lnTo>
                          <a:pt x="207" y="253"/>
                        </a:lnTo>
                        <a:lnTo>
                          <a:pt x="219" y="255"/>
                        </a:lnTo>
                        <a:lnTo>
                          <a:pt x="231" y="263"/>
                        </a:lnTo>
                        <a:lnTo>
                          <a:pt x="224" y="249"/>
                        </a:lnTo>
                        <a:lnTo>
                          <a:pt x="220" y="232"/>
                        </a:lnTo>
                        <a:lnTo>
                          <a:pt x="222" y="214"/>
                        </a:lnTo>
                        <a:lnTo>
                          <a:pt x="236" y="220"/>
                        </a:lnTo>
                        <a:lnTo>
                          <a:pt x="251" y="229"/>
                        </a:lnTo>
                        <a:lnTo>
                          <a:pt x="261" y="242"/>
                        </a:lnTo>
                        <a:lnTo>
                          <a:pt x="258" y="263"/>
                        </a:lnTo>
                        <a:lnTo>
                          <a:pt x="272" y="235"/>
                        </a:lnTo>
                        <a:lnTo>
                          <a:pt x="272" y="217"/>
                        </a:lnTo>
                        <a:lnTo>
                          <a:pt x="275" y="187"/>
                        </a:lnTo>
                        <a:lnTo>
                          <a:pt x="261" y="146"/>
                        </a:lnTo>
                        <a:lnTo>
                          <a:pt x="274" y="156"/>
                        </a:lnTo>
                        <a:lnTo>
                          <a:pt x="287" y="167"/>
                        </a:lnTo>
                        <a:lnTo>
                          <a:pt x="294" y="187"/>
                        </a:lnTo>
                        <a:lnTo>
                          <a:pt x="304" y="182"/>
                        </a:lnTo>
                        <a:lnTo>
                          <a:pt x="309" y="170"/>
                        </a:lnTo>
                        <a:lnTo>
                          <a:pt x="311" y="155"/>
                        </a:lnTo>
                        <a:lnTo>
                          <a:pt x="309" y="143"/>
                        </a:lnTo>
                        <a:lnTo>
                          <a:pt x="304" y="124"/>
                        </a:lnTo>
                        <a:lnTo>
                          <a:pt x="294" y="101"/>
                        </a:lnTo>
                        <a:lnTo>
                          <a:pt x="308" y="105"/>
                        </a:lnTo>
                        <a:lnTo>
                          <a:pt x="318" y="119"/>
                        </a:lnTo>
                        <a:lnTo>
                          <a:pt x="323" y="136"/>
                        </a:lnTo>
                        <a:lnTo>
                          <a:pt x="332" y="153"/>
                        </a:lnTo>
                        <a:lnTo>
                          <a:pt x="343" y="160"/>
                        </a:lnTo>
                        <a:lnTo>
                          <a:pt x="356" y="165"/>
                        </a:lnTo>
                        <a:lnTo>
                          <a:pt x="341" y="134"/>
                        </a:lnTo>
                        <a:lnTo>
                          <a:pt x="324" y="107"/>
                        </a:lnTo>
                        <a:lnTo>
                          <a:pt x="296" y="71"/>
                        </a:lnTo>
                        <a:lnTo>
                          <a:pt x="273" y="41"/>
                        </a:lnTo>
                        <a:lnTo>
                          <a:pt x="247" y="17"/>
                        </a:lnTo>
                        <a:lnTo>
                          <a:pt x="222" y="0"/>
                        </a:lnTo>
                        <a:lnTo>
                          <a:pt x="213" y="15"/>
                        </a:lnTo>
                        <a:lnTo>
                          <a:pt x="200" y="24"/>
                        </a:lnTo>
                        <a:lnTo>
                          <a:pt x="226" y="42"/>
                        </a:lnTo>
                        <a:lnTo>
                          <a:pt x="240" y="59"/>
                        </a:lnTo>
                        <a:lnTo>
                          <a:pt x="254" y="78"/>
                        </a:lnTo>
                        <a:lnTo>
                          <a:pt x="263" y="95"/>
                        </a:lnTo>
                        <a:lnTo>
                          <a:pt x="270" y="113"/>
                        </a:lnTo>
                        <a:lnTo>
                          <a:pt x="275" y="131"/>
                        </a:lnTo>
                        <a:lnTo>
                          <a:pt x="264" y="123"/>
                        </a:lnTo>
                        <a:lnTo>
                          <a:pt x="249" y="116"/>
                        </a:lnTo>
                        <a:lnTo>
                          <a:pt x="243" y="128"/>
                        </a:lnTo>
                        <a:lnTo>
                          <a:pt x="227" y="98"/>
                        </a:lnTo>
                        <a:lnTo>
                          <a:pt x="210" y="74"/>
                        </a:lnTo>
                        <a:lnTo>
                          <a:pt x="185" y="41"/>
                        </a:lnTo>
                        <a:lnTo>
                          <a:pt x="160" y="12"/>
                        </a:lnTo>
                        <a:lnTo>
                          <a:pt x="184" y="52"/>
                        </a:lnTo>
                        <a:lnTo>
                          <a:pt x="197" y="78"/>
                        </a:lnTo>
                        <a:lnTo>
                          <a:pt x="210" y="105"/>
                        </a:lnTo>
                        <a:lnTo>
                          <a:pt x="226" y="138"/>
                        </a:lnTo>
                        <a:lnTo>
                          <a:pt x="243" y="181"/>
                        </a:lnTo>
                        <a:lnTo>
                          <a:pt x="227" y="161"/>
                        </a:lnTo>
                        <a:lnTo>
                          <a:pt x="210" y="150"/>
                        </a:lnTo>
                        <a:lnTo>
                          <a:pt x="215" y="167"/>
                        </a:lnTo>
                        <a:lnTo>
                          <a:pt x="210" y="183"/>
                        </a:lnTo>
                        <a:lnTo>
                          <a:pt x="204" y="192"/>
                        </a:lnTo>
                        <a:lnTo>
                          <a:pt x="197" y="155"/>
                        </a:lnTo>
                        <a:lnTo>
                          <a:pt x="188" y="122"/>
                        </a:lnTo>
                        <a:lnTo>
                          <a:pt x="175" y="92"/>
                        </a:lnTo>
                        <a:lnTo>
                          <a:pt x="159" y="65"/>
                        </a:lnTo>
                        <a:lnTo>
                          <a:pt x="144" y="43"/>
                        </a:lnTo>
                        <a:lnTo>
                          <a:pt x="123" y="20"/>
                        </a:lnTo>
                        <a:lnTo>
                          <a:pt x="95" y="0"/>
                        </a:lnTo>
                        <a:lnTo>
                          <a:pt x="114" y="29"/>
                        </a:lnTo>
                        <a:lnTo>
                          <a:pt x="128" y="48"/>
                        </a:lnTo>
                        <a:lnTo>
                          <a:pt x="143" y="72"/>
                        </a:lnTo>
                        <a:lnTo>
                          <a:pt x="159" y="102"/>
                        </a:lnTo>
                        <a:lnTo>
                          <a:pt x="171" y="133"/>
                        </a:lnTo>
                        <a:lnTo>
                          <a:pt x="180" y="173"/>
                        </a:lnTo>
                        <a:lnTo>
                          <a:pt x="183" y="235"/>
                        </a:lnTo>
                        <a:lnTo>
                          <a:pt x="169" y="192"/>
                        </a:lnTo>
                        <a:lnTo>
                          <a:pt x="153" y="137"/>
                        </a:lnTo>
                        <a:lnTo>
                          <a:pt x="155" y="172"/>
                        </a:lnTo>
                        <a:lnTo>
                          <a:pt x="153" y="205"/>
                        </a:lnTo>
                        <a:lnTo>
                          <a:pt x="149" y="228"/>
                        </a:lnTo>
                        <a:lnTo>
                          <a:pt x="144" y="250"/>
                        </a:lnTo>
                        <a:lnTo>
                          <a:pt x="137" y="225"/>
                        </a:lnTo>
                        <a:lnTo>
                          <a:pt x="130" y="204"/>
                        </a:lnTo>
                        <a:lnTo>
                          <a:pt x="119" y="181"/>
                        </a:lnTo>
                        <a:lnTo>
                          <a:pt x="123" y="167"/>
                        </a:lnTo>
                        <a:lnTo>
                          <a:pt x="126" y="154"/>
                        </a:lnTo>
                        <a:lnTo>
                          <a:pt x="122" y="137"/>
                        </a:lnTo>
                        <a:lnTo>
                          <a:pt x="118" y="154"/>
                        </a:lnTo>
                        <a:lnTo>
                          <a:pt x="115" y="164"/>
                        </a:lnTo>
                        <a:lnTo>
                          <a:pt x="106" y="176"/>
                        </a:lnTo>
                        <a:lnTo>
                          <a:pt x="90" y="165"/>
                        </a:lnTo>
                        <a:lnTo>
                          <a:pt x="74" y="154"/>
                        </a:lnTo>
                        <a:lnTo>
                          <a:pt x="56" y="145"/>
                        </a:lnTo>
                        <a:lnTo>
                          <a:pt x="38" y="140"/>
                        </a:lnTo>
                        <a:lnTo>
                          <a:pt x="18" y="136"/>
                        </a:lnTo>
                        <a:lnTo>
                          <a:pt x="0" y="137"/>
                        </a:lnTo>
                        <a:close/>
                      </a:path>
                    </a:pathLst>
                  </a:custGeom>
                  <a:solidFill>
                    <a:srgbClr val="806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nvGrpSpPr>
          <p:cNvPr id="642428" name="Group 380"/>
          <p:cNvGrpSpPr/>
          <p:nvPr/>
        </p:nvGrpSpPr>
        <p:grpSpPr bwMode="auto">
          <a:xfrm>
            <a:off x="1600200" y="3886200"/>
            <a:ext cx="1143000" cy="762000"/>
            <a:chOff x="4560" y="518"/>
            <a:chExt cx="619" cy="924"/>
          </a:xfrm>
        </p:grpSpPr>
        <p:pic>
          <p:nvPicPr>
            <p:cNvPr id="642429" name="Picture 381"/>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815" y="614"/>
              <a:ext cx="364"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2430" name="Picture 38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60" y="518"/>
              <a:ext cx="491" cy="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642432" name="Group 384"/>
          <p:cNvGrpSpPr/>
          <p:nvPr/>
        </p:nvGrpSpPr>
        <p:grpSpPr bwMode="auto">
          <a:xfrm>
            <a:off x="3733807" y="3886200"/>
            <a:ext cx="974725" cy="685800"/>
            <a:chOff x="10295" y="7532"/>
            <a:chExt cx="498" cy="332"/>
          </a:xfrm>
        </p:grpSpPr>
        <p:sp>
          <p:nvSpPr>
            <p:cNvPr id="642433" name="Rectangle 385"/>
            <p:cNvSpPr>
              <a:spLocks noChangeArrowheads="1"/>
            </p:cNvSpPr>
            <p:nvPr/>
          </p:nvSpPr>
          <p:spPr bwMode="auto">
            <a:xfrm>
              <a:off x="10295" y="7568"/>
              <a:ext cx="441" cy="296"/>
            </a:xfrm>
            <a:prstGeom prst="rect">
              <a:avLst/>
            </a:prstGeom>
            <a:solidFill>
              <a:srgbClr val="009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42434" name="Rectangle 386"/>
            <p:cNvSpPr>
              <a:spLocks noChangeArrowheads="1"/>
            </p:cNvSpPr>
            <p:nvPr/>
          </p:nvSpPr>
          <p:spPr bwMode="auto">
            <a:xfrm>
              <a:off x="10297" y="7570"/>
              <a:ext cx="437" cy="292"/>
            </a:xfrm>
            <a:prstGeom prst="rect">
              <a:avLst/>
            </a:prstGeom>
            <a:solidFill>
              <a:srgbClr val="0096D5"/>
            </a:solidFill>
            <a:ln w="2540">
              <a:solidFill>
                <a:srgbClr val="AAE6FF"/>
              </a:solidFill>
              <a:miter lim="800000"/>
            </a:ln>
          </p:spPr>
          <p:txBody>
            <a:bodyPr/>
            <a:lstStyle/>
            <a:p>
              <a:endParaRPr lang="zh-CN" altLang="en-US"/>
            </a:p>
          </p:txBody>
        </p:sp>
        <p:sp>
          <p:nvSpPr>
            <p:cNvPr id="642435" name="Freeform 387"/>
            <p:cNvSpPr/>
            <p:nvPr/>
          </p:nvSpPr>
          <p:spPr bwMode="auto">
            <a:xfrm>
              <a:off x="10295" y="7532"/>
              <a:ext cx="498" cy="36"/>
            </a:xfrm>
            <a:custGeom>
              <a:avLst/>
              <a:gdLst>
                <a:gd name="T0" fmla="*/ 0 w 498"/>
                <a:gd name="T1" fmla="*/ 36 h 36"/>
                <a:gd name="T2" fmla="*/ 56 w 498"/>
                <a:gd name="T3" fmla="*/ 0 h 36"/>
                <a:gd name="T4" fmla="*/ 498 w 498"/>
                <a:gd name="T5" fmla="*/ 0 h 36"/>
                <a:gd name="T6" fmla="*/ 441 w 498"/>
                <a:gd name="T7" fmla="*/ 36 h 36"/>
                <a:gd name="T8" fmla="*/ 0 w 498"/>
                <a:gd name="T9" fmla="*/ 36 h 36"/>
              </a:gdLst>
              <a:ahLst/>
              <a:cxnLst>
                <a:cxn ang="0">
                  <a:pos x="T0" y="T1"/>
                </a:cxn>
                <a:cxn ang="0">
                  <a:pos x="T2" y="T3"/>
                </a:cxn>
                <a:cxn ang="0">
                  <a:pos x="T4" y="T5"/>
                </a:cxn>
                <a:cxn ang="0">
                  <a:pos x="T6" y="T7"/>
                </a:cxn>
                <a:cxn ang="0">
                  <a:pos x="T8" y="T9"/>
                </a:cxn>
              </a:cxnLst>
              <a:rect l="0" t="0" r="r" b="b"/>
              <a:pathLst>
                <a:path w="498" h="36">
                  <a:moveTo>
                    <a:pt x="0" y="36"/>
                  </a:moveTo>
                  <a:lnTo>
                    <a:pt x="56" y="0"/>
                  </a:lnTo>
                  <a:lnTo>
                    <a:pt x="498" y="0"/>
                  </a:lnTo>
                  <a:lnTo>
                    <a:pt x="441" y="36"/>
                  </a:lnTo>
                  <a:lnTo>
                    <a:pt x="0" y="36"/>
                  </a:lnTo>
                  <a:close/>
                </a:path>
              </a:pathLst>
            </a:custGeom>
            <a:solidFill>
              <a:srgbClr val="00B4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36" name="Freeform 388"/>
            <p:cNvSpPr/>
            <p:nvPr/>
          </p:nvSpPr>
          <p:spPr bwMode="auto">
            <a:xfrm>
              <a:off x="10295" y="7532"/>
              <a:ext cx="498" cy="36"/>
            </a:xfrm>
            <a:custGeom>
              <a:avLst/>
              <a:gdLst>
                <a:gd name="T0" fmla="*/ 0 w 498"/>
                <a:gd name="T1" fmla="*/ 36 h 36"/>
                <a:gd name="T2" fmla="*/ 56 w 498"/>
                <a:gd name="T3" fmla="*/ 0 h 36"/>
                <a:gd name="T4" fmla="*/ 498 w 498"/>
                <a:gd name="T5" fmla="*/ 0 h 36"/>
                <a:gd name="T6" fmla="*/ 441 w 498"/>
                <a:gd name="T7" fmla="*/ 36 h 36"/>
                <a:gd name="T8" fmla="*/ 0 w 498"/>
                <a:gd name="T9" fmla="*/ 36 h 36"/>
              </a:gdLst>
              <a:ahLst/>
              <a:cxnLst>
                <a:cxn ang="0">
                  <a:pos x="T0" y="T1"/>
                </a:cxn>
                <a:cxn ang="0">
                  <a:pos x="T2" y="T3"/>
                </a:cxn>
                <a:cxn ang="0">
                  <a:pos x="T4" y="T5"/>
                </a:cxn>
                <a:cxn ang="0">
                  <a:pos x="T6" y="T7"/>
                </a:cxn>
                <a:cxn ang="0">
                  <a:pos x="T8" y="T9"/>
                </a:cxn>
              </a:cxnLst>
              <a:rect l="0" t="0" r="r" b="b"/>
              <a:pathLst>
                <a:path w="498" h="36">
                  <a:moveTo>
                    <a:pt x="0" y="36"/>
                  </a:moveTo>
                  <a:lnTo>
                    <a:pt x="56" y="0"/>
                  </a:lnTo>
                  <a:lnTo>
                    <a:pt x="498" y="0"/>
                  </a:lnTo>
                  <a:lnTo>
                    <a:pt x="441" y="36"/>
                  </a:lnTo>
                  <a:lnTo>
                    <a:pt x="0" y="36"/>
                  </a:lnTo>
                  <a:close/>
                </a:path>
              </a:pathLst>
            </a:custGeom>
            <a:solidFill>
              <a:srgbClr val="00B4FF"/>
            </a:solidFill>
            <a:ln w="2540">
              <a:solidFill>
                <a:srgbClr val="AAE6FF"/>
              </a:solidFill>
              <a:round/>
            </a:ln>
          </p:spPr>
          <p:txBody>
            <a:bodyPr/>
            <a:lstStyle/>
            <a:p>
              <a:endParaRPr lang="zh-CN" altLang="en-US"/>
            </a:p>
          </p:txBody>
        </p:sp>
        <p:sp>
          <p:nvSpPr>
            <p:cNvPr id="642437" name="Freeform 389"/>
            <p:cNvSpPr/>
            <p:nvPr/>
          </p:nvSpPr>
          <p:spPr bwMode="auto">
            <a:xfrm>
              <a:off x="10736" y="7532"/>
              <a:ext cx="57" cy="329"/>
            </a:xfrm>
            <a:custGeom>
              <a:avLst/>
              <a:gdLst>
                <a:gd name="T0" fmla="*/ 0 w 57"/>
                <a:gd name="T1" fmla="*/ 36 h 329"/>
                <a:gd name="T2" fmla="*/ 57 w 57"/>
                <a:gd name="T3" fmla="*/ 0 h 329"/>
                <a:gd name="T4" fmla="*/ 57 w 57"/>
                <a:gd name="T5" fmla="*/ 294 h 329"/>
                <a:gd name="T6" fmla="*/ 0 w 57"/>
                <a:gd name="T7" fmla="*/ 329 h 329"/>
                <a:gd name="T8" fmla="*/ 0 w 57"/>
                <a:gd name="T9" fmla="*/ 36 h 329"/>
              </a:gdLst>
              <a:ahLst/>
              <a:cxnLst>
                <a:cxn ang="0">
                  <a:pos x="T0" y="T1"/>
                </a:cxn>
                <a:cxn ang="0">
                  <a:pos x="T2" y="T3"/>
                </a:cxn>
                <a:cxn ang="0">
                  <a:pos x="T4" y="T5"/>
                </a:cxn>
                <a:cxn ang="0">
                  <a:pos x="T6" y="T7"/>
                </a:cxn>
                <a:cxn ang="0">
                  <a:pos x="T8" y="T9"/>
                </a:cxn>
              </a:cxnLst>
              <a:rect l="0" t="0" r="r" b="b"/>
              <a:pathLst>
                <a:path w="57" h="329">
                  <a:moveTo>
                    <a:pt x="0" y="36"/>
                  </a:moveTo>
                  <a:lnTo>
                    <a:pt x="57" y="0"/>
                  </a:lnTo>
                  <a:lnTo>
                    <a:pt x="57" y="294"/>
                  </a:lnTo>
                  <a:lnTo>
                    <a:pt x="0" y="329"/>
                  </a:lnTo>
                  <a:lnTo>
                    <a:pt x="0" y="36"/>
                  </a:lnTo>
                  <a:close/>
                </a:path>
              </a:pathLst>
            </a:custGeom>
            <a:solidFill>
              <a:srgbClr val="005A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38" name="Freeform 390"/>
            <p:cNvSpPr/>
            <p:nvPr/>
          </p:nvSpPr>
          <p:spPr bwMode="auto">
            <a:xfrm>
              <a:off x="10736" y="7532"/>
              <a:ext cx="57" cy="329"/>
            </a:xfrm>
            <a:custGeom>
              <a:avLst/>
              <a:gdLst>
                <a:gd name="T0" fmla="*/ 0 w 57"/>
                <a:gd name="T1" fmla="*/ 36 h 329"/>
                <a:gd name="T2" fmla="*/ 57 w 57"/>
                <a:gd name="T3" fmla="*/ 0 h 329"/>
                <a:gd name="T4" fmla="*/ 57 w 57"/>
                <a:gd name="T5" fmla="*/ 294 h 329"/>
                <a:gd name="T6" fmla="*/ 0 w 57"/>
                <a:gd name="T7" fmla="*/ 329 h 329"/>
                <a:gd name="T8" fmla="*/ 0 w 57"/>
                <a:gd name="T9" fmla="*/ 36 h 329"/>
              </a:gdLst>
              <a:ahLst/>
              <a:cxnLst>
                <a:cxn ang="0">
                  <a:pos x="T0" y="T1"/>
                </a:cxn>
                <a:cxn ang="0">
                  <a:pos x="T2" y="T3"/>
                </a:cxn>
                <a:cxn ang="0">
                  <a:pos x="T4" y="T5"/>
                </a:cxn>
                <a:cxn ang="0">
                  <a:pos x="T6" y="T7"/>
                </a:cxn>
                <a:cxn ang="0">
                  <a:pos x="T8" y="T9"/>
                </a:cxn>
              </a:cxnLst>
              <a:rect l="0" t="0" r="r" b="b"/>
              <a:pathLst>
                <a:path w="57" h="329">
                  <a:moveTo>
                    <a:pt x="0" y="36"/>
                  </a:moveTo>
                  <a:lnTo>
                    <a:pt x="57" y="0"/>
                  </a:lnTo>
                  <a:lnTo>
                    <a:pt x="57" y="294"/>
                  </a:lnTo>
                  <a:lnTo>
                    <a:pt x="0" y="329"/>
                  </a:lnTo>
                  <a:lnTo>
                    <a:pt x="0" y="36"/>
                  </a:lnTo>
                  <a:close/>
                </a:path>
              </a:pathLst>
            </a:custGeom>
            <a:solidFill>
              <a:srgbClr val="005A80"/>
            </a:solidFill>
            <a:ln w="2540">
              <a:solidFill>
                <a:srgbClr val="AAE6FF"/>
              </a:solidFill>
              <a:round/>
            </a:ln>
          </p:spPr>
          <p:txBody>
            <a:bodyPr/>
            <a:lstStyle/>
            <a:p>
              <a:endParaRPr lang="zh-CN" altLang="en-US"/>
            </a:p>
          </p:txBody>
        </p:sp>
        <p:grpSp>
          <p:nvGrpSpPr>
            <p:cNvPr id="642439" name="Group 391"/>
            <p:cNvGrpSpPr/>
            <p:nvPr/>
          </p:nvGrpSpPr>
          <p:grpSpPr bwMode="auto">
            <a:xfrm>
              <a:off x="10327" y="7595"/>
              <a:ext cx="389" cy="252"/>
              <a:chOff x="10327" y="7595"/>
              <a:chExt cx="389" cy="252"/>
            </a:xfrm>
          </p:grpSpPr>
          <p:sp>
            <p:nvSpPr>
              <p:cNvPr id="642440" name="Freeform 392"/>
              <p:cNvSpPr/>
              <p:nvPr/>
            </p:nvSpPr>
            <p:spPr bwMode="auto">
              <a:xfrm>
                <a:off x="10327" y="7595"/>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8 h 250"/>
                  <a:gd name="T16" fmla="*/ 329 w 385"/>
                  <a:gd name="T17" fmla="*/ 76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2 h 250"/>
                  <a:gd name="T36" fmla="*/ 241 w 385"/>
                  <a:gd name="T37" fmla="*/ 222 h 250"/>
                  <a:gd name="T38" fmla="*/ 193 w 385"/>
                  <a:gd name="T39" fmla="*/ 152 h 250"/>
                  <a:gd name="T40" fmla="*/ 144 w 385"/>
                  <a:gd name="T41" fmla="*/ 222 h 250"/>
                  <a:gd name="T42" fmla="*/ 56 w 385"/>
                  <a:gd name="T43" fmla="*/ 222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6 h 250"/>
                  <a:gd name="T62" fmla="*/ 0 w 385"/>
                  <a:gd name="T63" fmla="*/ 38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8"/>
                    </a:lnTo>
                    <a:lnTo>
                      <a:pt x="329" y="76"/>
                    </a:lnTo>
                    <a:lnTo>
                      <a:pt x="329" y="49"/>
                    </a:lnTo>
                    <a:lnTo>
                      <a:pt x="265" y="49"/>
                    </a:lnTo>
                    <a:lnTo>
                      <a:pt x="213" y="125"/>
                    </a:lnTo>
                    <a:lnTo>
                      <a:pt x="265" y="201"/>
                    </a:lnTo>
                    <a:lnTo>
                      <a:pt x="329" y="201"/>
                    </a:lnTo>
                    <a:lnTo>
                      <a:pt x="329" y="174"/>
                    </a:lnTo>
                    <a:lnTo>
                      <a:pt x="385" y="212"/>
                    </a:lnTo>
                    <a:lnTo>
                      <a:pt x="329" y="250"/>
                    </a:lnTo>
                    <a:lnTo>
                      <a:pt x="329" y="222"/>
                    </a:lnTo>
                    <a:lnTo>
                      <a:pt x="241" y="222"/>
                    </a:lnTo>
                    <a:lnTo>
                      <a:pt x="193" y="152"/>
                    </a:lnTo>
                    <a:lnTo>
                      <a:pt x="144" y="222"/>
                    </a:lnTo>
                    <a:lnTo>
                      <a:pt x="56" y="222"/>
                    </a:lnTo>
                    <a:lnTo>
                      <a:pt x="56" y="250"/>
                    </a:lnTo>
                    <a:lnTo>
                      <a:pt x="0" y="212"/>
                    </a:lnTo>
                    <a:lnTo>
                      <a:pt x="56" y="174"/>
                    </a:lnTo>
                    <a:lnTo>
                      <a:pt x="56" y="201"/>
                    </a:lnTo>
                    <a:lnTo>
                      <a:pt x="116" y="201"/>
                    </a:lnTo>
                    <a:lnTo>
                      <a:pt x="173" y="125"/>
                    </a:lnTo>
                    <a:lnTo>
                      <a:pt x="116" y="49"/>
                    </a:lnTo>
                    <a:lnTo>
                      <a:pt x="56" y="49"/>
                    </a:lnTo>
                    <a:lnTo>
                      <a:pt x="56" y="76"/>
                    </a:lnTo>
                    <a:lnTo>
                      <a:pt x="0" y="38"/>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1" name="Freeform 393"/>
              <p:cNvSpPr/>
              <p:nvPr/>
            </p:nvSpPr>
            <p:spPr bwMode="auto">
              <a:xfrm>
                <a:off x="10327" y="7595"/>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8 h 250"/>
                  <a:gd name="T16" fmla="*/ 329 w 385"/>
                  <a:gd name="T17" fmla="*/ 76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2 h 250"/>
                  <a:gd name="T36" fmla="*/ 241 w 385"/>
                  <a:gd name="T37" fmla="*/ 222 h 250"/>
                  <a:gd name="T38" fmla="*/ 193 w 385"/>
                  <a:gd name="T39" fmla="*/ 152 h 250"/>
                  <a:gd name="T40" fmla="*/ 144 w 385"/>
                  <a:gd name="T41" fmla="*/ 222 h 250"/>
                  <a:gd name="T42" fmla="*/ 56 w 385"/>
                  <a:gd name="T43" fmla="*/ 222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6 h 250"/>
                  <a:gd name="T62" fmla="*/ 0 w 385"/>
                  <a:gd name="T63" fmla="*/ 38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8"/>
                    </a:lnTo>
                    <a:lnTo>
                      <a:pt x="329" y="76"/>
                    </a:lnTo>
                    <a:lnTo>
                      <a:pt x="329" y="49"/>
                    </a:lnTo>
                    <a:lnTo>
                      <a:pt x="265" y="49"/>
                    </a:lnTo>
                    <a:lnTo>
                      <a:pt x="213" y="125"/>
                    </a:lnTo>
                    <a:lnTo>
                      <a:pt x="265" y="201"/>
                    </a:lnTo>
                    <a:lnTo>
                      <a:pt x="329" y="201"/>
                    </a:lnTo>
                    <a:lnTo>
                      <a:pt x="329" y="174"/>
                    </a:lnTo>
                    <a:lnTo>
                      <a:pt x="385" y="212"/>
                    </a:lnTo>
                    <a:lnTo>
                      <a:pt x="329" y="250"/>
                    </a:lnTo>
                    <a:lnTo>
                      <a:pt x="329" y="222"/>
                    </a:lnTo>
                    <a:lnTo>
                      <a:pt x="241" y="222"/>
                    </a:lnTo>
                    <a:lnTo>
                      <a:pt x="193" y="152"/>
                    </a:lnTo>
                    <a:lnTo>
                      <a:pt x="144" y="222"/>
                    </a:lnTo>
                    <a:lnTo>
                      <a:pt x="56" y="222"/>
                    </a:lnTo>
                    <a:lnTo>
                      <a:pt x="56" y="250"/>
                    </a:lnTo>
                    <a:lnTo>
                      <a:pt x="0" y="212"/>
                    </a:lnTo>
                    <a:lnTo>
                      <a:pt x="56" y="174"/>
                    </a:lnTo>
                    <a:lnTo>
                      <a:pt x="56" y="201"/>
                    </a:lnTo>
                    <a:lnTo>
                      <a:pt x="116" y="201"/>
                    </a:lnTo>
                    <a:lnTo>
                      <a:pt x="173" y="125"/>
                    </a:lnTo>
                    <a:lnTo>
                      <a:pt x="116" y="49"/>
                    </a:lnTo>
                    <a:lnTo>
                      <a:pt x="56" y="49"/>
                    </a:lnTo>
                    <a:lnTo>
                      <a:pt x="56" y="76"/>
                    </a:lnTo>
                    <a:lnTo>
                      <a:pt x="0" y="38"/>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2" name="Freeform 394"/>
              <p:cNvSpPr/>
              <p:nvPr/>
            </p:nvSpPr>
            <p:spPr bwMode="auto">
              <a:xfrm>
                <a:off x="10331" y="7597"/>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9 h 250"/>
                  <a:gd name="T16" fmla="*/ 329 w 385"/>
                  <a:gd name="T17" fmla="*/ 77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3 h 250"/>
                  <a:gd name="T36" fmla="*/ 241 w 385"/>
                  <a:gd name="T37" fmla="*/ 223 h 250"/>
                  <a:gd name="T38" fmla="*/ 193 w 385"/>
                  <a:gd name="T39" fmla="*/ 153 h 250"/>
                  <a:gd name="T40" fmla="*/ 144 w 385"/>
                  <a:gd name="T41" fmla="*/ 223 h 250"/>
                  <a:gd name="T42" fmla="*/ 56 w 385"/>
                  <a:gd name="T43" fmla="*/ 223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7 h 250"/>
                  <a:gd name="T62" fmla="*/ 0 w 385"/>
                  <a:gd name="T63" fmla="*/ 39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9"/>
                    </a:lnTo>
                    <a:lnTo>
                      <a:pt x="329" y="77"/>
                    </a:lnTo>
                    <a:lnTo>
                      <a:pt x="329" y="49"/>
                    </a:lnTo>
                    <a:lnTo>
                      <a:pt x="265" y="49"/>
                    </a:lnTo>
                    <a:lnTo>
                      <a:pt x="213" y="125"/>
                    </a:lnTo>
                    <a:lnTo>
                      <a:pt x="265" y="201"/>
                    </a:lnTo>
                    <a:lnTo>
                      <a:pt x="329" y="201"/>
                    </a:lnTo>
                    <a:lnTo>
                      <a:pt x="329" y="174"/>
                    </a:lnTo>
                    <a:lnTo>
                      <a:pt x="385" y="212"/>
                    </a:lnTo>
                    <a:lnTo>
                      <a:pt x="329" y="250"/>
                    </a:lnTo>
                    <a:lnTo>
                      <a:pt x="329" y="223"/>
                    </a:lnTo>
                    <a:lnTo>
                      <a:pt x="241" y="223"/>
                    </a:lnTo>
                    <a:lnTo>
                      <a:pt x="193" y="153"/>
                    </a:lnTo>
                    <a:lnTo>
                      <a:pt x="144" y="223"/>
                    </a:lnTo>
                    <a:lnTo>
                      <a:pt x="56" y="223"/>
                    </a:lnTo>
                    <a:lnTo>
                      <a:pt x="56" y="250"/>
                    </a:lnTo>
                    <a:lnTo>
                      <a:pt x="0" y="212"/>
                    </a:lnTo>
                    <a:lnTo>
                      <a:pt x="56" y="174"/>
                    </a:lnTo>
                    <a:lnTo>
                      <a:pt x="56" y="201"/>
                    </a:lnTo>
                    <a:lnTo>
                      <a:pt x="116" y="201"/>
                    </a:lnTo>
                    <a:lnTo>
                      <a:pt x="173" y="125"/>
                    </a:lnTo>
                    <a:lnTo>
                      <a:pt x="116" y="49"/>
                    </a:lnTo>
                    <a:lnTo>
                      <a:pt x="56" y="49"/>
                    </a:lnTo>
                    <a:lnTo>
                      <a:pt x="56" y="77"/>
                    </a:lnTo>
                    <a:lnTo>
                      <a:pt x="0" y="39"/>
                    </a:lnTo>
                    <a:lnTo>
                      <a:pt x="5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3" name="Freeform 395"/>
              <p:cNvSpPr/>
              <p:nvPr/>
            </p:nvSpPr>
            <p:spPr bwMode="auto">
              <a:xfrm>
                <a:off x="10331" y="7597"/>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9 h 250"/>
                  <a:gd name="T16" fmla="*/ 329 w 385"/>
                  <a:gd name="T17" fmla="*/ 77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3 h 250"/>
                  <a:gd name="T36" fmla="*/ 241 w 385"/>
                  <a:gd name="T37" fmla="*/ 223 h 250"/>
                  <a:gd name="T38" fmla="*/ 193 w 385"/>
                  <a:gd name="T39" fmla="*/ 153 h 250"/>
                  <a:gd name="T40" fmla="*/ 144 w 385"/>
                  <a:gd name="T41" fmla="*/ 223 h 250"/>
                  <a:gd name="T42" fmla="*/ 56 w 385"/>
                  <a:gd name="T43" fmla="*/ 223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7 h 250"/>
                  <a:gd name="T62" fmla="*/ 0 w 385"/>
                  <a:gd name="T63" fmla="*/ 39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9"/>
                    </a:lnTo>
                    <a:lnTo>
                      <a:pt x="329" y="77"/>
                    </a:lnTo>
                    <a:lnTo>
                      <a:pt x="329" y="49"/>
                    </a:lnTo>
                    <a:lnTo>
                      <a:pt x="265" y="49"/>
                    </a:lnTo>
                    <a:lnTo>
                      <a:pt x="213" y="125"/>
                    </a:lnTo>
                    <a:lnTo>
                      <a:pt x="265" y="201"/>
                    </a:lnTo>
                    <a:lnTo>
                      <a:pt x="329" y="201"/>
                    </a:lnTo>
                    <a:lnTo>
                      <a:pt x="329" y="174"/>
                    </a:lnTo>
                    <a:lnTo>
                      <a:pt x="385" y="212"/>
                    </a:lnTo>
                    <a:lnTo>
                      <a:pt x="329" y="250"/>
                    </a:lnTo>
                    <a:lnTo>
                      <a:pt x="329" y="223"/>
                    </a:lnTo>
                    <a:lnTo>
                      <a:pt x="241" y="223"/>
                    </a:lnTo>
                    <a:lnTo>
                      <a:pt x="193" y="153"/>
                    </a:lnTo>
                    <a:lnTo>
                      <a:pt x="144" y="223"/>
                    </a:lnTo>
                    <a:lnTo>
                      <a:pt x="56" y="223"/>
                    </a:lnTo>
                    <a:lnTo>
                      <a:pt x="56" y="250"/>
                    </a:lnTo>
                    <a:lnTo>
                      <a:pt x="0" y="212"/>
                    </a:lnTo>
                    <a:lnTo>
                      <a:pt x="56" y="174"/>
                    </a:lnTo>
                    <a:lnTo>
                      <a:pt x="56" y="201"/>
                    </a:lnTo>
                    <a:lnTo>
                      <a:pt x="116" y="201"/>
                    </a:lnTo>
                    <a:lnTo>
                      <a:pt x="173" y="125"/>
                    </a:lnTo>
                    <a:lnTo>
                      <a:pt x="116" y="49"/>
                    </a:lnTo>
                    <a:lnTo>
                      <a:pt x="56" y="49"/>
                    </a:lnTo>
                    <a:lnTo>
                      <a:pt x="56" y="77"/>
                    </a:lnTo>
                    <a:lnTo>
                      <a:pt x="0" y="39"/>
                    </a:lnTo>
                    <a:lnTo>
                      <a:pt x="5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cxnSp>
        <p:nvCxnSpPr>
          <p:cNvPr id="642444" name="AutoShape 396"/>
          <p:cNvCxnSpPr>
            <a:cxnSpLocks noChangeShapeType="1"/>
            <a:stCxn id="642430" idx="0"/>
            <a:endCxn id="642436" idx="1"/>
          </p:cNvCxnSpPr>
          <p:nvPr/>
        </p:nvCxnSpPr>
        <p:spPr bwMode="auto">
          <a:xfrm rot="5400000" flipV="1">
            <a:off x="2947989" y="2992445"/>
            <a:ext cx="1588" cy="1789113"/>
          </a:xfrm>
          <a:prstGeom prst="curvedConnector4">
            <a:avLst>
              <a:gd name="adj1" fmla="val -14400000"/>
              <a:gd name="adj2" fmla="val 59537"/>
            </a:avLst>
          </a:prstGeom>
          <a:noFill/>
          <a:ln w="50800">
            <a:solidFill>
              <a:srgbClr val="FF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2445" name="AutoShape 397"/>
          <p:cNvCxnSpPr>
            <a:cxnSpLocks noChangeShapeType="1"/>
            <a:stCxn id="642443" idx="6"/>
            <a:endCxn id="642252" idx="1"/>
          </p:cNvCxnSpPr>
          <p:nvPr/>
        </p:nvCxnSpPr>
        <p:spPr bwMode="auto">
          <a:xfrm>
            <a:off x="4448176" y="4021139"/>
            <a:ext cx="1962151" cy="1270000"/>
          </a:xfrm>
          <a:prstGeom prst="curvedConnector3">
            <a:avLst>
              <a:gd name="adj1" fmla="val 52509"/>
            </a:avLst>
          </a:prstGeom>
          <a:noFill/>
          <a:ln w="508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28650" y="365129"/>
            <a:ext cx="7886700" cy="831623"/>
          </a:xfrm>
        </p:spPr>
        <p:txBody>
          <a:bodyPr/>
          <a:lstStyle/>
          <a:p>
            <a:pPr algn="ctr" eaLnBrk="1" hangingPunct="1"/>
            <a:r>
              <a:rPr lang="en-US" altLang="zh-CN" b="1" dirty="0" smtClean="0">
                <a:ea typeface="华文行楷" panose="02010800040101010101" pitchFamily="2" charset="-122"/>
              </a:rPr>
              <a:t>2.1.0    </a:t>
            </a:r>
            <a:r>
              <a:rPr lang="zh-CN" altLang="en-US" b="1" dirty="0" smtClean="0">
                <a:ea typeface="华文行楷" panose="02010800040101010101" pitchFamily="2" charset="-122"/>
              </a:rPr>
              <a:t>常用</a:t>
            </a:r>
            <a:r>
              <a:rPr lang="zh-CN" altLang="en-US" b="1" dirty="0">
                <a:ea typeface="华文行楷" panose="02010800040101010101" pitchFamily="2" charset="-122"/>
              </a:rPr>
              <a:t>面向对象语言</a:t>
            </a:r>
            <a:endParaRPr lang="zh-CN" altLang="en-US" b="1" dirty="0">
              <a:ea typeface="华文行楷" panose="02010800040101010101" pitchFamily="2" charset="-122"/>
            </a:endParaRPr>
          </a:p>
        </p:txBody>
      </p:sp>
      <p:sp>
        <p:nvSpPr>
          <p:cNvPr id="40963" name="Text Box 3"/>
          <p:cNvSpPr txBox="1">
            <a:spLocks noChangeArrowheads="1"/>
          </p:cNvSpPr>
          <p:nvPr/>
        </p:nvSpPr>
        <p:spPr bwMode="auto">
          <a:xfrm>
            <a:off x="1331913" y="1916113"/>
            <a:ext cx="7273925" cy="4105275"/>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40000"/>
              </a:lnSpc>
              <a:spcBef>
                <a:spcPct val="50000"/>
              </a:spcBef>
            </a:pPr>
            <a:r>
              <a:rPr lang="zh-CN" altLang="en-US" sz="2800" dirty="0">
                <a:latin typeface="+mn-lt"/>
                <a:ea typeface="+mj-ea"/>
              </a:rPr>
              <a:t>混合型面向对象程序设计语言</a:t>
            </a:r>
            <a:r>
              <a:rPr lang="en-US" altLang="zh-CN" sz="2800" dirty="0">
                <a:latin typeface="+mn-lt"/>
                <a:ea typeface="+mj-ea"/>
              </a:rPr>
              <a:t>C++ </a:t>
            </a:r>
            <a:endParaRPr lang="en-US" altLang="zh-CN" sz="2800" dirty="0">
              <a:latin typeface="+mn-lt"/>
              <a:ea typeface="+mj-ea"/>
            </a:endParaRPr>
          </a:p>
          <a:p>
            <a:pPr algn="l" eaLnBrk="1" hangingPunct="1">
              <a:lnSpc>
                <a:spcPct val="140000"/>
              </a:lnSpc>
              <a:spcBef>
                <a:spcPct val="50000"/>
              </a:spcBef>
            </a:pPr>
            <a:r>
              <a:rPr lang="zh-CN" altLang="en-US" sz="2800" dirty="0">
                <a:latin typeface="+mn-lt"/>
                <a:ea typeface="+mj-ea"/>
              </a:rPr>
              <a:t>纯面向对象程序设计语言</a:t>
            </a:r>
            <a:r>
              <a:rPr lang="en-US" altLang="zh-CN" sz="2800" dirty="0">
                <a:latin typeface="+mn-lt"/>
                <a:ea typeface="+mj-ea"/>
              </a:rPr>
              <a:t>Java </a:t>
            </a:r>
            <a:endParaRPr lang="en-US" altLang="zh-CN" sz="2800" dirty="0">
              <a:latin typeface="+mn-lt"/>
              <a:ea typeface="+mj-ea"/>
            </a:endParaRPr>
          </a:p>
          <a:p>
            <a:pPr algn="l" eaLnBrk="1" hangingPunct="1">
              <a:lnSpc>
                <a:spcPct val="140000"/>
              </a:lnSpc>
              <a:spcBef>
                <a:spcPct val="50000"/>
              </a:spcBef>
            </a:pPr>
            <a:r>
              <a:rPr lang="zh-CN" altLang="en-US" sz="2800" dirty="0">
                <a:latin typeface="+mn-lt"/>
                <a:ea typeface="+mj-ea"/>
              </a:rPr>
              <a:t>可视化程序设计语言</a:t>
            </a:r>
            <a:r>
              <a:rPr lang="en-US" altLang="zh-CN" sz="2800" dirty="0">
                <a:latin typeface="+mn-lt"/>
                <a:ea typeface="+mj-ea"/>
              </a:rPr>
              <a:t>Visual Basic</a:t>
            </a:r>
            <a:endParaRPr lang="en-US" altLang="zh-CN" sz="2800" dirty="0">
              <a:latin typeface="+mn-lt"/>
              <a:ea typeface="+mj-ea"/>
            </a:endParaRPr>
          </a:p>
          <a:p>
            <a:pPr algn="l" eaLnBrk="1" hangingPunct="1">
              <a:lnSpc>
                <a:spcPct val="140000"/>
              </a:lnSpc>
              <a:spcBef>
                <a:spcPct val="50000"/>
              </a:spcBef>
            </a:pPr>
            <a:r>
              <a:rPr lang="zh-CN" altLang="en-US" sz="2800" dirty="0">
                <a:latin typeface="+mn-lt"/>
                <a:ea typeface="+mj-ea"/>
              </a:rPr>
              <a:t>最纯正的面向对象语言</a:t>
            </a:r>
            <a:r>
              <a:rPr lang="en-US" altLang="zh-CN" sz="2800" dirty="0">
                <a:latin typeface="+mn-lt"/>
                <a:ea typeface="+mj-ea"/>
              </a:rPr>
              <a:t>Smalltalk</a:t>
            </a:r>
            <a:endParaRPr lang="en-US" altLang="zh-CN" sz="2800" dirty="0">
              <a:latin typeface="+mn-lt"/>
              <a:ea typeface="+mj-ea"/>
            </a:endParaRPr>
          </a:p>
          <a:p>
            <a:pPr algn="l" eaLnBrk="1" hangingPunct="1">
              <a:lnSpc>
                <a:spcPct val="140000"/>
              </a:lnSpc>
              <a:spcBef>
                <a:spcPct val="50000"/>
              </a:spcBef>
            </a:pPr>
            <a:r>
              <a:rPr lang="zh-CN" altLang="en-US" sz="2800" dirty="0">
                <a:latin typeface="+mn-lt"/>
                <a:ea typeface="+mj-ea"/>
              </a:rPr>
              <a:t>最早的面向对象程序设计语言</a:t>
            </a:r>
            <a:r>
              <a:rPr lang="en-US" altLang="zh-CN" sz="2800" dirty="0" err="1" smtClean="0">
                <a:latin typeface="+mn-lt"/>
                <a:ea typeface="+mj-ea"/>
              </a:rPr>
              <a:t>Simula</a:t>
            </a:r>
            <a:endParaRPr lang="en-US" altLang="zh-CN" sz="2800" dirty="0" smtClean="0">
              <a:latin typeface="+mn-lt"/>
              <a:ea typeface="+mj-ea"/>
            </a:endParaRPr>
          </a:p>
          <a:p>
            <a:pPr algn="l" eaLnBrk="1" hangingPunct="1">
              <a:lnSpc>
                <a:spcPct val="140000"/>
              </a:lnSpc>
              <a:spcBef>
                <a:spcPct val="50000"/>
              </a:spcBef>
            </a:pPr>
            <a:r>
              <a:rPr lang="en-US" altLang="zh-CN" sz="2800" dirty="0">
                <a:latin typeface="+mn-lt"/>
                <a:ea typeface="+mj-ea"/>
              </a:rPr>
              <a:t>……</a:t>
            </a:r>
            <a:endParaRPr lang="en-US" altLang="zh-CN" sz="2800" dirty="0">
              <a:latin typeface="+mn-lt"/>
              <a:ea typeface="+mj-ea"/>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404665"/>
            <a:ext cx="7886700" cy="792088"/>
          </a:xfrm>
        </p:spPr>
        <p:txBody>
          <a:bodyPr/>
          <a:lstStyle/>
          <a:p>
            <a:r>
              <a:rPr lang="zh-CN" altLang="en-US" dirty="0" smtClean="0"/>
              <a:t>语言是交往的产物、工具</a:t>
            </a:r>
            <a:endParaRPr lang="zh-CN" altLang="en-US" dirty="0"/>
          </a:p>
        </p:txBody>
      </p:sp>
      <p:sp>
        <p:nvSpPr>
          <p:cNvPr id="3" name="内容占位符 2"/>
          <p:cNvSpPr>
            <a:spLocks noGrp="1"/>
          </p:cNvSpPr>
          <p:nvPr>
            <p:ph sz="half" idx="1"/>
          </p:nvPr>
        </p:nvSpPr>
        <p:spPr>
          <a:xfrm>
            <a:off x="919846" y="3211816"/>
            <a:ext cx="3867150" cy="4351338"/>
          </a:xfrm>
        </p:spPr>
        <p:txBody>
          <a:bodyPr/>
          <a:lstStyle/>
          <a:p>
            <a:pPr marL="0" indent="0">
              <a:buNone/>
            </a:pPr>
            <a:r>
              <a:rPr lang="zh-CN" altLang="en-US" sz="8800" dirty="0" smtClean="0"/>
              <a:t>特点</a:t>
            </a:r>
            <a:endParaRPr lang="zh-CN" altLang="en-US" sz="8800" dirty="0"/>
          </a:p>
        </p:txBody>
      </p:sp>
      <p:sp>
        <p:nvSpPr>
          <p:cNvPr id="4" name="内容占位符 3"/>
          <p:cNvSpPr>
            <a:spLocks noGrp="1"/>
          </p:cNvSpPr>
          <p:nvPr>
            <p:ph sz="half" idx="2"/>
          </p:nvPr>
        </p:nvSpPr>
        <p:spPr>
          <a:xfrm>
            <a:off x="3779912" y="4293096"/>
            <a:ext cx="4879454" cy="1498402"/>
          </a:xfrm>
        </p:spPr>
        <p:txBody>
          <a:bodyPr/>
          <a:lstStyle/>
          <a:p>
            <a:pPr marL="0" indent="0">
              <a:buNone/>
            </a:pPr>
            <a:r>
              <a:rPr lang="zh-CN" altLang="en-US" sz="8000" dirty="0" smtClean="0"/>
              <a:t>优劣参半</a:t>
            </a:r>
            <a:endParaRPr lang="zh-CN" altLang="en-US" sz="8000" dirty="0"/>
          </a:p>
        </p:txBody>
      </p:sp>
      <p:sp>
        <p:nvSpPr>
          <p:cNvPr id="5" name="标题 1"/>
          <p:cNvSpPr txBox="1"/>
          <p:nvPr/>
        </p:nvSpPr>
        <p:spPr>
          <a:xfrm>
            <a:off x="755576" y="2254557"/>
            <a:ext cx="6912768" cy="792088"/>
          </a:xfrm>
          <a:prstGeom prst="rect">
            <a:avLst/>
          </a:prstGeom>
        </p:spPr>
        <p:txBody>
          <a:bodyPr/>
          <a:lst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a:lstStyle>
          <a:p>
            <a:r>
              <a:rPr lang="zh-CN" altLang="en-US" dirty="0" smtClean="0"/>
              <a:t>口胃 决定了 食物的评价</a:t>
            </a:r>
            <a:endParaRPr lang="zh-CN" altLang="en-US" dirty="0"/>
          </a:p>
        </p:txBody>
      </p:sp>
      <p:sp>
        <p:nvSpPr>
          <p:cNvPr id="6" name="标题 1"/>
          <p:cNvSpPr txBox="1"/>
          <p:nvPr/>
        </p:nvSpPr>
        <p:spPr>
          <a:xfrm>
            <a:off x="628650" y="1062371"/>
            <a:ext cx="7886700" cy="1137278"/>
          </a:xfrm>
          <a:prstGeom prst="rect">
            <a:avLst/>
          </a:prstGeom>
        </p:spPr>
        <p:txBody>
          <a:bodyPr/>
          <a:lst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a:lstStyle>
          <a:p>
            <a:r>
              <a:rPr lang="zh-CN" altLang="en-US" dirty="0"/>
              <a:t>常</a:t>
            </a:r>
            <a:r>
              <a:rPr lang="zh-CN" altLang="en-US" dirty="0" smtClean="0"/>
              <a:t>说：甲语言比乙语言功能强大</a:t>
            </a:r>
            <a:endParaRPr lang="en-US" altLang="zh-CN" dirty="0" smtClean="0"/>
          </a:p>
          <a:p>
            <a:r>
              <a:rPr lang="en-US" altLang="zh-CN" dirty="0"/>
              <a:t> </a:t>
            </a:r>
            <a:r>
              <a:rPr lang="en-US" altLang="zh-CN" dirty="0" smtClean="0"/>
              <a:t>      </a:t>
            </a:r>
            <a:r>
              <a:rPr lang="zh-CN" altLang="en-US" dirty="0" smtClean="0">
                <a:latin typeface="华文行楷" panose="02010800040101010101" pitchFamily="2" charset="-122"/>
                <a:ea typeface="华文行楷" panose="02010800040101010101" pitchFamily="2" charset="-122"/>
              </a:rPr>
              <a:t>科学的说法：描述能力而已</a:t>
            </a:r>
            <a:endParaRPr lang="zh-CN" altLang="en-US" dirty="0">
              <a:latin typeface="华文行楷" panose="02010800040101010101" pitchFamily="2" charset="-122"/>
              <a:ea typeface="华文行楷" panose="02010800040101010101" pitchFamily="2" charset="-122"/>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0066" name="Object 2"/>
          <p:cNvGraphicFramePr>
            <a:graphicFrameLocks noChangeAspect="1"/>
          </p:cNvGraphicFramePr>
          <p:nvPr/>
        </p:nvGraphicFramePr>
        <p:xfrm>
          <a:off x="0" y="5486400"/>
          <a:ext cx="1524000" cy="1371600"/>
        </p:xfrm>
        <a:graphic>
          <a:graphicData uri="http://schemas.openxmlformats.org/presentationml/2006/ole">
            <mc:AlternateContent xmlns:mc="http://schemas.openxmlformats.org/markup-compatibility/2006">
              <mc:Choice xmlns:v="urn:schemas-microsoft-com:vml" Requires="v">
                <p:oleObj spid="_x0000_s604244" name="剪辑" r:id="rId1" imgW="685800" imgH="586740" progId="">
                  <p:embed/>
                </p:oleObj>
              </mc:Choice>
              <mc:Fallback>
                <p:oleObj name="剪辑" r:id="rId1" imgW="685800" imgH="586740" progId="">
                  <p:embed/>
                  <p:pic>
                    <p:nvPicPr>
                      <p:cNvPr id="0" name="图片 60424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486400"/>
                        <a:ext cx="1524000" cy="137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0070" name="Text Box 6"/>
          <p:cNvSpPr txBox="1">
            <a:spLocks noChangeArrowheads="1"/>
          </p:cNvSpPr>
          <p:nvPr/>
        </p:nvSpPr>
        <p:spPr bwMode="auto">
          <a:xfrm>
            <a:off x="557808" y="260648"/>
            <a:ext cx="8244408" cy="923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sy="50000" rotWithShape="0">
                    <a:srgbClr val="875B0D"/>
                  </a:outerShdw>
                </a:effectLst>
              </a14:hiddenEffects>
            </a:ext>
          </a:extLst>
        </p:spPr>
        <p:txBody>
          <a:bodyPr wrap="square" anchor="ctr">
            <a:spAutoFit/>
          </a:bodyPr>
          <a:lstStyle/>
          <a:p>
            <a:pPr>
              <a:spcBef>
                <a:spcPct val="50000"/>
              </a:spcBef>
            </a:pPr>
            <a:r>
              <a:rPr lang="en-US" altLang="zh-CN" sz="4000" b="1" dirty="0" smtClean="0">
                <a:solidFill>
                  <a:srgbClr val="FFFF00"/>
                </a:solidFill>
                <a:effectLst>
                  <a:outerShdw blurRad="38100" dist="38100" dir="2700000" algn="tl">
                    <a:srgbClr val="000000"/>
                  </a:outerShdw>
                </a:effectLst>
                <a:latin typeface="+mj-lt"/>
                <a:ea typeface="黑体" panose="02010609060101010101" pitchFamily="49" charset="-122"/>
              </a:rPr>
              <a:t>Unit 02   </a:t>
            </a:r>
            <a:r>
              <a:rPr lang="zh-CN" altLang="en-US" sz="5400" b="1" dirty="0" smtClean="0">
                <a:solidFill>
                  <a:schemeClr val="accent4"/>
                </a:solidFill>
                <a:effectLst>
                  <a:outerShdw blurRad="38100" dist="38100" dir="2700000" algn="tl">
                    <a:srgbClr val="000000"/>
                  </a:outerShdw>
                </a:effectLst>
                <a:latin typeface="华文行楷" panose="02010800040101010101" pitchFamily="2" charset="-122"/>
                <a:ea typeface="华文行楷" panose="02010800040101010101" pitchFamily="2" charset="-122"/>
              </a:rPr>
              <a:t>简单程序设计</a:t>
            </a:r>
            <a:r>
              <a:rPr lang="en-US" altLang="zh-CN" sz="5400" b="1" dirty="0" smtClean="0">
                <a:solidFill>
                  <a:schemeClr val="accent4"/>
                </a:solidFill>
                <a:effectLst>
                  <a:outerShdw blurRad="38100" dist="38100" dir="2700000" algn="tl">
                    <a:srgbClr val="000000"/>
                  </a:outerShdw>
                </a:effectLst>
                <a:latin typeface="华文行楷" panose="02010800040101010101" pitchFamily="2" charset="-122"/>
                <a:ea typeface="华文行楷" panose="02010800040101010101" pitchFamily="2" charset="-122"/>
              </a:rPr>
              <a:t>(</a:t>
            </a:r>
            <a:r>
              <a:rPr lang="zh-CN" altLang="en-US" sz="5400" b="1" dirty="0">
                <a:solidFill>
                  <a:schemeClr val="accent4"/>
                </a:solidFill>
                <a:effectLst>
                  <a:outerShdw blurRad="38100" dist="38100" dir="2700000" algn="tl">
                    <a:srgbClr val="000000"/>
                  </a:outerShdw>
                </a:effectLst>
                <a:latin typeface="华文行楷" panose="02010800040101010101" pitchFamily="2" charset="-122"/>
                <a:ea typeface="华文行楷" panose="02010800040101010101" pitchFamily="2" charset="-122"/>
              </a:rPr>
              <a:t>沿革</a:t>
            </a:r>
            <a:r>
              <a:rPr lang="en-US" altLang="zh-CN" sz="5400" b="1" dirty="0" smtClean="0">
                <a:solidFill>
                  <a:schemeClr val="accent4"/>
                </a:solidFill>
                <a:effectLst>
                  <a:outerShdw blurRad="38100" dist="38100" dir="2700000" algn="tl">
                    <a:srgbClr val="000000"/>
                  </a:outerShdw>
                </a:effectLst>
                <a:latin typeface="华文行楷" panose="02010800040101010101" pitchFamily="2" charset="-122"/>
                <a:ea typeface="华文行楷" panose="02010800040101010101" pitchFamily="2" charset="-122"/>
              </a:rPr>
              <a:t>)</a:t>
            </a:r>
            <a:endParaRPr lang="zh-CN" altLang="en-US" sz="5400" b="1" dirty="0">
              <a:solidFill>
                <a:schemeClr val="accent4"/>
              </a:solidFill>
              <a:effectLst>
                <a:outerShdw blurRad="38100" dist="38100" dir="2700000" algn="tl">
                  <a:srgbClr val="000000"/>
                </a:outerShdw>
              </a:effectLst>
              <a:latin typeface="华文行楷" panose="02010800040101010101" pitchFamily="2" charset="-122"/>
              <a:ea typeface="华文行楷" panose="02010800040101010101" pitchFamily="2" charset="-122"/>
            </a:endParaRPr>
          </a:p>
        </p:txBody>
      </p:sp>
      <p:sp>
        <p:nvSpPr>
          <p:cNvPr id="600071" name="Text Box 7"/>
          <p:cNvSpPr txBox="1">
            <a:spLocks noChangeArrowheads="1"/>
          </p:cNvSpPr>
          <p:nvPr/>
        </p:nvSpPr>
        <p:spPr bwMode="auto">
          <a:xfrm>
            <a:off x="1331640" y="5988064"/>
            <a:ext cx="7200800" cy="4739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a:lnSpc>
                <a:spcPct val="70000"/>
              </a:lnSpc>
              <a:spcBef>
                <a:spcPct val="50000"/>
              </a:spcBef>
            </a:pPr>
            <a:r>
              <a:rPr lang="zh-CN" altLang="en-US" sz="3200" dirty="0" smtClean="0">
                <a:solidFill>
                  <a:srgbClr val="0070C0"/>
                </a:solidFill>
                <a:latin typeface="华文行楷" panose="02010800040101010101" pitchFamily="2" charset="-122"/>
                <a:ea typeface="华文行楷" panose="02010800040101010101" pitchFamily="2" charset="-122"/>
              </a:rPr>
              <a:t>武大</a:t>
            </a:r>
            <a:r>
              <a:rPr lang="en-US" altLang="zh-CN" sz="3200" dirty="0" smtClean="0">
                <a:solidFill>
                  <a:srgbClr val="0070C0"/>
                </a:solidFill>
                <a:latin typeface="华文行楷" panose="02010800040101010101" pitchFamily="2" charset="-122"/>
                <a:ea typeface="华文行楷" panose="02010800040101010101" pitchFamily="2" charset="-122"/>
              </a:rPr>
              <a:t>《</a:t>
            </a:r>
            <a:r>
              <a:rPr lang="zh-CN" altLang="en-US" sz="3200" dirty="0" smtClean="0">
                <a:solidFill>
                  <a:srgbClr val="0070C0"/>
                </a:solidFill>
                <a:latin typeface="华文行楷" panose="02010800040101010101" pitchFamily="2" charset="-122"/>
                <a:ea typeface="华文行楷" panose="02010800040101010101" pitchFamily="2" charset="-122"/>
              </a:rPr>
              <a:t>高级语言程序设计</a:t>
            </a:r>
            <a:r>
              <a:rPr lang="en-US" altLang="zh-CN" sz="3200" dirty="0" smtClean="0">
                <a:solidFill>
                  <a:srgbClr val="0070C0"/>
                </a:solidFill>
                <a:latin typeface="华文行楷" panose="02010800040101010101" pitchFamily="2" charset="-122"/>
                <a:ea typeface="华文行楷" panose="02010800040101010101" pitchFamily="2" charset="-122"/>
              </a:rPr>
              <a:t>》</a:t>
            </a:r>
            <a:r>
              <a:rPr lang="zh-CN" altLang="en-US" sz="3200" dirty="0" smtClean="0">
                <a:solidFill>
                  <a:srgbClr val="0070C0"/>
                </a:solidFill>
                <a:latin typeface="华文行楷" panose="02010800040101010101" pitchFamily="2" charset="-122"/>
                <a:ea typeface="华文行楷" panose="02010800040101010101" pitchFamily="2" charset="-122"/>
              </a:rPr>
              <a:t>课程组</a:t>
            </a:r>
            <a:endParaRPr lang="en-US" altLang="zh-CN" sz="3200" dirty="0" smtClean="0">
              <a:solidFill>
                <a:srgbClr val="0070C0"/>
              </a:solidFill>
              <a:latin typeface="华文行楷" panose="02010800040101010101" pitchFamily="2" charset="-122"/>
              <a:ea typeface="华文行楷" panose="02010800040101010101" pitchFamily="2" charset="-122"/>
            </a:endParaRPr>
          </a:p>
        </p:txBody>
      </p:sp>
      <p:sp>
        <p:nvSpPr>
          <p:cNvPr id="4" name="矩形 3"/>
          <p:cNvSpPr/>
          <p:nvPr/>
        </p:nvSpPr>
        <p:spPr>
          <a:xfrm>
            <a:off x="557808" y="2262581"/>
            <a:ext cx="7920880" cy="1323439"/>
          </a:xfrm>
          <a:prstGeom prst="rect">
            <a:avLst/>
          </a:prstGeom>
          <a:noFill/>
        </p:spPr>
        <p:txBody>
          <a:bodyPr wrap="square" lIns="91440" tIns="45720" rIns="91440" bIns="45720">
            <a:spAutoFit/>
          </a:bodyPr>
          <a:lstStyle/>
          <a:p>
            <a:pPr algn="ctr"/>
            <a:r>
              <a:rPr lang="zh-CN" altLang="en-US" sz="80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rPr>
              <a:t>语言发展</a:t>
            </a:r>
            <a:endParaRPr lang="zh-CN" alt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endParaRPr>
          </a:p>
        </p:txBody>
      </p:sp>
      <p:sp>
        <p:nvSpPr>
          <p:cNvPr id="3" name="矩形 2"/>
          <p:cNvSpPr/>
          <p:nvPr/>
        </p:nvSpPr>
        <p:spPr>
          <a:xfrm>
            <a:off x="5940152" y="4570338"/>
            <a:ext cx="2967479" cy="923330"/>
          </a:xfrm>
          <a:prstGeom prst="rect">
            <a:avLst/>
          </a:prstGeom>
          <a:noFill/>
        </p:spPr>
        <p:txBody>
          <a:bodyPr wrap="none" lIns="91440" tIns="45720" rIns="91440" bIns="45720">
            <a:spAutoFit/>
          </a:bodyPr>
          <a:lstStyle/>
          <a:p>
            <a:pPr algn="ctr"/>
            <a:r>
              <a:rPr lang="zh-CN" altLang="en-US" sz="5400" b="1" dirty="0" smtClean="0">
                <a:pattFill prst="pct30">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华文行楷" panose="02010800040101010101" pitchFamily="2" charset="-122"/>
                <a:ea typeface="华文行楷" panose="02010800040101010101" pitchFamily="2" charset="-122"/>
              </a:rPr>
              <a:t>轻松地带</a:t>
            </a:r>
            <a:endParaRPr lang="zh-CN" altLang="en-US" sz="5400" b="1" cap="none" spc="0" dirty="0">
              <a:pattFill prst="pct30">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华文行楷" panose="02010800040101010101" pitchFamily="2" charset="-122"/>
              <a:ea typeface="华文行楷" panose="02010800040101010101" pitchFamily="2" charset="-122"/>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3" name="Rectangle 2"/>
          <p:cNvSpPr>
            <a:spLocks noGrp="1" noChangeArrowheads="1"/>
          </p:cNvSpPr>
          <p:nvPr>
            <p:ph type="body" idx="1"/>
          </p:nvPr>
        </p:nvSpPr>
        <p:spPr>
          <a:xfrm>
            <a:off x="504825" y="528638"/>
            <a:ext cx="8277225" cy="560387"/>
          </a:xfrm>
        </p:spPr>
        <p:txBody>
          <a:bodyPr/>
          <a:lstStyle/>
          <a:p>
            <a:pPr marL="0" indent="0" algn="ctr" eaLnBrk="1" hangingPunct="1">
              <a:buFont typeface="Wingdings" panose="05000000000000000000" pitchFamily="2" charset="2"/>
              <a:buNone/>
            </a:pPr>
            <a:r>
              <a:rPr lang="en-US" altLang="zh-CN" sz="3600" b="1" i="1" dirty="0" smtClean="0">
                <a:effectLst>
                  <a:outerShdw blurRad="38100" dist="38100" dir="2700000" algn="tl">
                    <a:srgbClr val="000000"/>
                  </a:outerShdw>
                </a:effectLst>
                <a:latin typeface="+mj-lt"/>
                <a:ea typeface="华文行楷" panose="02010800040101010101" pitchFamily="2" charset="-122"/>
                <a:cs typeface="+mj-cs"/>
              </a:rPr>
              <a:t>2.1.1      C++</a:t>
            </a:r>
            <a:r>
              <a:rPr lang="zh-CN" altLang="en-US" sz="3600" b="1" i="1" dirty="0" smtClean="0">
                <a:effectLst>
                  <a:outerShdw blurRad="38100" dist="38100" dir="2700000" algn="tl">
                    <a:srgbClr val="000000"/>
                  </a:outerShdw>
                </a:effectLst>
                <a:latin typeface="+mj-lt"/>
                <a:ea typeface="华文行楷" panose="02010800040101010101" pitchFamily="2" charset="-122"/>
                <a:cs typeface="+mj-cs"/>
              </a:rPr>
              <a:t>语言的产生</a:t>
            </a:r>
            <a:endParaRPr lang="zh-CN" altLang="en-US" sz="3600" b="1" i="1" dirty="0">
              <a:effectLst>
                <a:outerShdw blurRad="38100" dist="38100" dir="2700000" algn="tl">
                  <a:srgbClr val="000000"/>
                </a:outerShdw>
              </a:effectLst>
              <a:latin typeface="+mj-lt"/>
              <a:ea typeface="华文行楷" panose="02010800040101010101" pitchFamily="2" charset="-122"/>
              <a:cs typeface="+mj-cs"/>
            </a:endParaRPr>
          </a:p>
        </p:txBody>
      </p:sp>
      <p:sp>
        <p:nvSpPr>
          <p:cNvPr id="46084" name="Rectangle 5"/>
          <p:cNvSpPr>
            <a:spLocks noChangeArrowheads="1"/>
          </p:cNvSpPr>
          <p:nvPr/>
        </p:nvSpPr>
        <p:spPr bwMode="auto">
          <a:xfrm>
            <a:off x="504825" y="1179513"/>
            <a:ext cx="8131175" cy="5335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marL="190500" indent="-190500">
              <a:spcBef>
                <a:spcPct val="10000"/>
              </a:spcBef>
              <a:buClr>
                <a:srgbClr val="00FF00"/>
              </a:buClr>
              <a:buSzPct val="85000"/>
              <a:buFont typeface="Wingdings" panose="05000000000000000000" pitchFamily="2" charset="2"/>
              <a:buChar char="v"/>
              <a:defRPr kumimoji="1" sz="2400" b="1">
                <a:solidFill>
                  <a:srgbClr val="FFFF00"/>
                </a:solidFill>
                <a:latin typeface="Times New Roman" panose="02020603050405020304" pitchFamily="18" charset="0"/>
                <a:ea typeface="宋体" panose="02010600030101010101" pitchFamily="2" charset="-122"/>
              </a:defRPr>
            </a:lvl1pPr>
            <a:lvl2pPr marL="742950" indent="-285750">
              <a:spcBef>
                <a:spcPct val="10000"/>
              </a:spcBef>
              <a:buClr>
                <a:srgbClr val="00FF00"/>
              </a:buClr>
              <a:buSzPct val="85000"/>
              <a:buFont typeface="Wingdings" panose="05000000000000000000" pitchFamily="2" charset="2"/>
              <a:buChar char="Ø"/>
              <a:defRPr kumimoji="1" sz="2400" b="1">
                <a:solidFill>
                  <a:srgbClr val="FFFF00"/>
                </a:solidFill>
                <a:latin typeface="Times New Roman" panose="02020603050405020304" pitchFamily="18" charset="0"/>
                <a:ea typeface="宋体" panose="02010600030101010101" pitchFamily="2" charset="-122"/>
              </a:defRPr>
            </a:lvl2pPr>
            <a:lvl3pPr marL="1143000" indent="-228600">
              <a:spcBef>
                <a:spcPct val="20000"/>
              </a:spcBef>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3pPr>
            <a:lvl4pPr marL="1600200" indent="-228600">
              <a:spcBef>
                <a:spcPct val="20000"/>
              </a:spcBef>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4pPr>
            <a:lvl5pPr marL="2057400" indent="-228600">
              <a:spcBef>
                <a:spcPct val="20000"/>
              </a:spcBef>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9pPr>
          </a:lstStyle>
          <a:p>
            <a:pPr algn="l" eaLnBrk="1" hangingPunct="1">
              <a:lnSpc>
                <a:spcPct val="130000"/>
              </a:lnSpc>
              <a:spcBef>
                <a:spcPct val="30000"/>
              </a:spcBef>
              <a:buFont typeface="Wingdings" panose="05000000000000000000" pitchFamily="2" charset="2"/>
              <a:buChar char="Ø"/>
            </a:pPr>
            <a:r>
              <a:rPr lang="zh-CN" altLang="en-US" dirty="0">
                <a:latin typeface="+mn-lt"/>
                <a:ea typeface="+mj-ea"/>
              </a:rPr>
              <a:t>第一阶段：从</a:t>
            </a:r>
            <a:r>
              <a:rPr lang="en-US" altLang="zh-CN" dirty="0">
                <a:latin typeface="+mn-lt"/>
                <a:ea typeface="+mj-ea"/>
              </a:rPr>
              <a:t>80</a:t>
            </a:r>
            <a:r>
              <a:rPr lang="zh-CN" altLang="en-US" dirty="0">
                <a:latin typeface="+mn-lt"/>
                <a:ea typeface="+mj-ea"/>
              </a:rPr>
              <a:t>年代到</a:t>
            </a:r>
            <a:r>
              <a:rPr lang="en-US" altLang="zh-CN" dirty="0">
                <a:latin typeface="+mn-lt"/>
                <a:ea typeface="+mj-ea"/>
              </a:rPr>
              <a:t>1995</a:t>
            </a:r>
            <a:r>
              <a:rPr lang="zh-CN" altLang="en-US" dirty="0" smtClean="0">
                <a:latin typeface="+mn-lt"/>
                <a:ea typeface="+mj-ea"/>
              </a:rPr>
              <a:t>年。</a:t>
            </a:r>
            <a:r>
              <a:rPr lang="zh-CN" altLang="en-US" sz="2000" dirty="0" smtClean="0">
                <a:solidFill>
                  <a:schemeClr val="tx1"/>
                </a:solidFill>
                <a:latin typeface="+mn-lt"/>
                <a:ea typeface="+mj-ea"/>
              </a:rPr>
              <a:t>这</a:t>
            </a:r>
            <a:r>
              <a:rPr lang="zh-CN" altLang="en-US" sz="2000" dirty="0">
                <a:solidFill>
                  <a:schemeClr val="tx1"/>
                </a:solidFill>
                <a:latin typeface="+mn-lt"/>
                <a:ea typeface="+mj-ea"/>
              </a:rPr>
              <a:t>一阶段</a:t>
            </a:r>
            <a:r>
              <a:rPr lang="en-US" altLang="zh-CN" sz="2000" dirty="0">
                <a:solidFill>
                  <a:schemeClr val="tx1"/>
                </a:solidFill>
                <a:latin typeface="+mn-lt"/>
                <a:ea typeface="+mj-ea"/>
              </a:rPr>
              <a:t>C++</a:t>
            </a:r>
            <a:r>
              <a:rPr lang="zh-CN" altLang="en-US" sz="2000" dirty="0">
                <a:solidFill>
                  <a:schemeClr val="tx1"/>
                </a:solidFill>
                <a:latin typeface="+mn-lt"/>
                <a:ea typeface="+mj-ea"/>
              </a:rPr>
              <a:t>语言基本上是传统类型上的面向对象语言，并且凭借着接近</a:t>
            </a:r>
            <a:r>
              <a:rPr lang="en-US" altLang="zh-CN" sz="2000" dirty="0">
                <a:solidFill>
                  <a:schemeClr val="tx1"/>
                </a:solidFill>
                <a:latin typeface="+mn-lt"/>
                <a:ea typeface="+mj-ea"/>
              </a:rPr>
              <a:t>C</a:t>
            </a:r>
            <a:r>
              <a:rPr lang="zh-CN" altLang="en-US" sz="2000" dirty="0">
                <a:solidFill>
                  <a:schemeClr val="tx1"/>
                </a:solidFill>
                <a:latin typeface="+mn-lt"/>
                <a:ea typeface="+mj-ea"/>
              </a:rPr>
              <a:t>语言的效率，在工业界使用的开发语言中占据了相当大份额；</a:t>
            </a:r>
            <a:endParaRPr lang="zh-CN" altLang="en-US" sz="1800" dirty="0">
              <a:solidFill>
                <a:schemeClr val="tx1"/>
              </a:solidFill>
              <a:latin typeface="+mn-lt"/>
              <a:ea typeface="+mj-ea"/>
            </a:endParaRPr>
          </a:p>
          <a:p>
            <a:pPr algn="l" eaLnBrk="1" hangingPunct="1">
              <a:lnSpc>
                <a:spcPct val="130000"/>
              </a:lnSpc>
              <a:spcBef>
                <a:spcPct val="30000"/>
              </a:spcBef>
              <a:buFont typeface="Wingdings" panose="05000000000000000000" pitchFamily="2" charset="2"/>
              <a:buChar char="Ø"/>
            </a:pPr>
            <a:r>
              <a:rPr lang="zh-CN" altLang="en-US" dirty="0">
                <a:latin typeface="+mn-lt"/>
                <a:ea typeface="+mj-ea"/>
              </a:rPr>
              <a:t>第二阶段：从</a:t>
            </a:r>
            <a:r>
              <a:rPr lang="en-US" altLang="zh-CN" dirty="0">
                <a:latin typeface="+mn-lt"/>
                <a:ea typeface="+mj-ea"/>
              </a:rPr>
              <a:t>1995</a:t>
            </a:r>
            <a:r>
              <a:rPr lang="zh-CN" altLang="en-US" dirty="0">
                <a:latin typeface="+mn-lt"/>
                <a:ea typeface="+mj-ea"/>
              </a:rPr>
              <a:t>年到</a:t>
            </a:r>
            <a:r>
              <a:rPr lang="en-US" altLang="zh-CN" dirty="0">
                <a:latin typeface="+mn-lt"/>
                <a:ea typeface="+mj-ea"/>
              </a:rPr>
              <a:t>2000</a:t>
            </a:r>
            <a:r>
              <a:rPr lang="zh-CN" altLang="en-US" dirty="0" smtClean="0">
                <a:latin typeface="+mn-lt"/>
                <a:ea typeface="+mj-ea"/>
              </a:rPr>
              <a:t>年。</a:t>
            </a:r>
            <a:r>
              <a:rPr lang="zh-CN" altLang="en-US" sz="2000" dirty="0" smtClean="0">
                <a:solidFill>
                  <a:schemeClr val="tx1"/>
                </a:solidFill>
                <a:latin typeface="+mn-lt"/>
                <a:ea typeface="+mj-ea"/>
              </a:rPr>
              <a:t>这</a:t>
            </a:r>
            <a:r>
              <a:rPr lang="zh-CN" altLang="en-US" sz="2000" dirty="0">
                <a:solidFill>
                  <a:schemeClr val="tx1"/>
                </a:solidFill>
                <a:latin typeface="+mn-lt"/>
                <a:ea typeface="+mj-ea"/>
              </a:rPr>
              <a:t>一阶段由于标准模板库</a:t>
            </a:r>
            <a:r>
              <a:rPr lang="en-US" altLang="zh-CN" sz="2000" dirty="0">
                <a:solidFill>
                  <a:schemeClr val="tx1"/>
                </a:solidFill>
                <a:latin typeface="+mn-lt"/>
                <a:ea typeface="+mj-ea"/>
              </a:rPr>
              <a:t>(STL)</a:t>
            </a:r>
            <a:r>
              <a:rPr lang="zh-CN" altLang="en-US" sz="2000" dirty="0">
                <a:solidFill>
                  <a:schemeClr val="tx1"/>
                </a:solidFill>
                <a:latin typeface="+mn-lt"/>
                <a:ea typeface="+mj-ea"/>
              </a:rPr>
              <a:t>和后来的</a:t>
            </a:r>
            <a:r>
              <a:rPr lang="en-US" altLang="zh-CN" sz="2000" dirty="0">
                <a:solidFill>
                  <a:schemeClr val="tx1"/>
                </a:solidFill>
                <a:latin typeface="+mn-lt"/>
                <a:ea typeface="+mj-ea"/>
              </a:rPr>
              <a:t>Boost</a:t>
            </a:r>
            <a:r>
              <a:rPr lang="zh-CN" altLang="en-US" sz="2000" dirty="0">
                <a:solidFill>
                  <a:schemeClr val="tx1"/>
                </a:solidFill>
                <a:latin typeface="+mn-lt"/>
                <a:ea typeface="+mj-ea"/>
              </a:rPr>
              <a:t>等程序库的出现，泛型程序设计在</a:t>
            </a:r>
            <a:r>
              <a:rPr lang="en-US" altLang="zh-CN" sz="2000" dirty="0">
                <a:solidFill>
                  <a:schemeClr val="tx1"/>
                </a:solidFill>
                <a:latin typeface="+mn-lt"/>
                <a:ea typeface="+mj-ea"/>
              </a:rPr>
              <a:t>C++</a:t>
            </a:r>
            <a:r>
              <a:rPr lang="zh-CN" altLang="en-US" sz="2000" dirty="0">
                <a:solidFill>
                  <a:schemeClr val="tx1"/>
                </a:solidFill>
                <a:latin typeface="+mn-lt"/>
                <a:ea typeface="+mj-ea"/>
              </a:rPr>
              <a:t>中占据了越来越多的比重性</a:t>
            </a:r>
            <a:r>
              <a:rPr lang="zh-CN" altLang="en-US" sz="2000" dirty="0" smtClean="0">
                <a:solidFill>
                  <a:schemeClr val="tx1"/>
                </a:solidFill>
                <a:latin typeface="+mn-lt"/>
                <a:ea typeface="+mj-ea"/>
              </a:rPr>
              <a:t>。</a:t>
            </a:r>
            <a:br>
              <a:rPr lang="en-US" altLang="zh-CN" sz="2000" dirty="0" smtClean="0">
                <a:solidFill>
                  <a:schemeClr val="tx1"/>
                </a:solidFill>
                <a:latin typeface="+mn-lt"/>
                <a:ea typeface="+mj-ea"/>
              </a:rPr>
            </a:br>
            <a:r>
              <a:rPr lang="zh-CN" altLang="en-US" sz="2000" dirty="0" smtClean="0">
                <a:solidFill>
                  <a:schemeClr val="tx1"/>
                </a:solidFill>
                <a:latin typeface="+mn-lt"/>
                <a:ea typeface="+mj-ea"/>
              </a:rPr>
              <a:t>同时</a:t>
            </a:r>
            <a:r>
              <a:rPr lang="zh-CN" altLang="en-US" sz="2000" dirty="0">
                <a:solidFill>
                  <a:schemeClr val="tx1"/>
                </a:solidFill>
                <a:latin typeface="+mn-lt"/>
                <a:ea typeface="+mj-ea"/>
              </a:rPr>
              <a:t>由于</a:t>
            </a:r>
            <a:r>
              <a:rPr lang="en-US" altLang="zh-CN" sz="2000" dirty="0">
                <a:solidFill>
                  <a:schemeClr val="tx1"/>
                </a:solidFill>
                <a:latin typeface="+mn-lt"/>
                <a:ea typeface="+mj-ea"/>
              </a:rPr>
              <a:t>Java</a:t>
            </a:r>
            <a:r>
              <a:rPr lang="zh-CN" altLang="en-US" sz="2000" dirty="0">
                <a:solidFill>
                  <a:schemeClr val="tx1"/>
                </a:solidFill>
                <a:latin typeface="+mn-lt"/>
                <a:ea typeface="+mj-ea"/>
              </a:rPr>
              <a:t>、</a:t>
            </a:r>
            <a:r>
              <a:rPr lang="en-US" altLang="zh-CN" sz="2000" dirty="0">
                <a:solidFill>
                  <a:schemeClr val="tx1"/>
                </a:solidFill>
                <a:latin typeface="+mn-lt"/>
                <a:ea typeface="+mj-ea"/>
              </a:rPr>
              <a:t>C#</a:t>
            </a:r>
            <a:r>
              <a:rPr lang="zh-CN" altLang="en-US" sz="2000" dirty="0">
                <a:solidFill>
                  <a:schemeClr val="tx1"/>
                </a:solidFill>
                <a:latin typeface="+mn-lt"/>
                <a:ea typeface="+mj-ea"/>
              </a:rPr>
              <a:t>等语言的出现和硬件价格的大规模下降，</a:t>
            </a:r>
            <a:r>
              <a:rPr lang="en-US" altLang="zh-CN" sz="2000" dirty="0">
                <a:solidFill>
                  <a:schemeClr val="tx1"/>
                </a:solidFill>
                <a:latin typeface="+mn-lt"/>
                <a:ea typeface="+mj-ea"/>
              </a:rPr>
              <a:t>C++</a:t>
            </a:r>
            <a:r>
              <a:rPr lang="zh-CN" altLang="en-US" sz="2000" dirty="0">
                <a:solidFill>
                  <a:schemeClr val="tx1"/>
                </a:solidFill>
                <a:latin typeface="+mn-lt"/>
                <a:ea typeface="+mj-ea"/>
              </a:rPr>
              <a:t>受到了一定的冲击；</a:t>
            </a:r>
            <a:endParaRPr lang="zh-CN" altLang="en-US" sz="2000" dirty="0">
              <a:solidFill>
                <a:schemeClr val="tx1"/>
              </a:solidFill>
              <a:latin typeface="+mn-lt"/>
              <a:ea typeface="+mj-ea"/>
            </a:endParaRPr>
          </a:p>
          <a:p>
            <a:pPr algn="l" eaLnBrk="1" hangingPunct="1">
              <a:lnSpc>
                <a:spcPct val="130000"/>
              </a:lnSpc>
              <a:spcBef>
                <a:spcPct val="30000"/>
              </a:spcBef>
              <a:buFont typeface="Wingdings" panose="05000000000000000000" pitchFamily="2" charset="2"/>
              <a:buChar char="Ø"/>
            </a:pPr>
            <a:r>
              <a:rPr lang="zh-CN" altLang="en-US" dirty="0">
                <a:latin typeface="+mn-lt"/>
                <a:ea typeface="+mj-ea"/>
              </a:rPr>
              <a:t>第三阶段：从</a:t>
            </a:r>
            <a:r>
              <a:rPr lang="en-US" altLang="zh-CN" dirty="0">
                <a:latin typeface="+mn-lt"/>
                <a:ea typeface="+mj-ea"/>
              </a:rPr>
              <a:t>2000</a:t>
            </a:r>
            <a:r>
              <a:rPr lang="zh-CN" altLang="en-US" dirty="0">
                <a:latin typeface="+mn-lt"/>
                <a:ea typeface="+mj-ea"/>
              </a:rPr>
              <a:t>年</a:t>
            </a:r>
            <a:r>
              <a:rPr lang="zh-CN" altLang="en-US" dirty="0" smtClean="0">
                <a:latin typeface="+mn-lt"/>
                <a:ea typeface="+mj-ea"/>
              </a:rPr>
              <a:t>至今。</a:t>
            </a:r>
            <a:r>
              <a:rPr lang="zh-CN" altLang="en-US" sz="2000" dirty="0" smtClean="0">
                <a:solidFill>
                  <a:schemeClr val="tx1"/>
                </a:solidFill>
                <a:latin typeface="+mn-lt"/>
                <a:ea typeface="+mj-ea"/>
              </a:rPr>
              <a:t>由于</a:t>
            </a:r>
            <a:r>
              <a:rPr lang="zh-CN" altLang="en-US" sz="2000" dirty="0">
                <a:solidFill>
                  <a:schemeClr val="tx1"/>
                </a:solidFill>
                <a:latin typeface="+mn-lt"/>
                <a:ea typeface="+mj-ea"/>
              </a:rPr>
              <a:t>以</a:t>
            </a:r>
            <a:r>
              <a:rPr lang="en-US" altLang="zh-CN" sz="2000" dirty="0">
                <a:solidFill>
                  <a:schemeClr val="tx1"/>
                </a:solidFill>
                <a:latin typeface="+mn-lt"/>
                <a:ea typeface="+mj-ea"/>
              </a:rPr>
              <a:t>Loki</a:t>
            </a:r>
            <a:r>
              <a:rPr lang="zh-CN" altLang="en-US" sz="2000" dirty="0">
                <a:solidFill>
                  <a:schemeClr val="tx1"/>
                </a:solidFill>
                <a:latin typeface="+mn-lt"/>
                <a:ea typeface="+mj-ea"/>
              </a:rPr>
              <a:t>、</a:t>
            </a:r>
            <a:r>
              <a:rPr lang="en-US" altLang="zh-CN" sz="2000" dirty="0">
                <a:solidFill>
                  <a:schemeClr val="tx1"/>
                </a:solidFill>
                <a:latin typeface="+mn-lt"/>
                <a:ea typeface="+mj-ea"/>
              </a:rPr>
              <a:t>MPL</a:t>
            </a:r>
            <a:r>
              <a:rPr lang="zh-CN" altLang="en-US" sz="2000" dirty="0">
                <a:solidFill>
                  <a:schemeClr val="tx1"/>
                </a:solidFill>
                <a:latin typeface="+mn-lt"/>
                <a:ea typeface="+mj-ea"/>
              </a:rPr>
              <a:t>等程序库为代表的产生式编程和模板元编程的出现，</a:t>
            </a:r>
            <a:r>
              <a:rPr lang="en-US" altLang="zh-CN" sz="2000" dirty="0">
                <a:solidFill>
                  <a:schemeClr val="tx1"/>
                </a:solidFill>
                <a:latin typeface="+mn-lt"/>
                <a:ea typeface="+mj-ea"/>
              </a:rPr>
              <a:t>C++</a:t>
            </a:r>
            <a:r>
              <a:rPr lang="zh-CN" altLang="en-US" sz="2000" dirty="0">
                <a:solidFill>
                  <a:schemeClr val="tx1"/>
                </a:solidFill>
                <a:latin typeface="+mn-lt"/>
                <a:ea typeface="+mj-ea"/>
              </a:rPr>
              <a:t>出现了发展历史上又一个新的高峰，这些新技术的出现以及和原有技术的融合，使</a:t>
            </a:r>
            <a:r>
              <a:rPr lang="en-US" altLang="zh-CN" sz="2000" dirty="0">
                <a:solidFill>
                  <a:schemeClr val="tx1"/>
                </a:solidFill>
                <a:latin typeface="+mn-lt"/>
                <a:ea typeface="+mj-ea"/>
              </a:rPr>
              <a:t>C++</a:t>
            </a:r>
            <a:r>
              <a:rPr lang="zh-CN" altLang="en-US" sz="2000" dirty="0">
                <a:solidFill>
                  <a:schemeClr val="tx1"/>
                </a:solidFill>
                <a:latin typeface="+mn-lt"/>
                <a:ea typeface="+mj-ea"/>
              </a:rPr>
              <a:t>已经成为当今主流程序设计语言中最复杂的一员</a:t>
            </a:r>
            <a:endParaRPr lang="zh-CN" altLang="en-US" sz="2000" dirty="0">
              <a:solidFill>
                <a:schemeClr val="tx1"/>
              </a:solidFill>
              <a:latin typeface="+mn-lt"/>
              <a:ea typeface="+mj-ea"/>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1" name="Rectangle 2"/>
          <p:cNvSpPr>
            <a:spLocks noGrp="1" noChangeArrowheads="1"/>
          </p:cNvSpPr>
          <p:nvPr>
            <p:ph type="body" idx="1"/>
          </p:nvPr>
        </p:nvSpPr>
        <p:spPr>
          <a:xfrm>
            <a:off x="504825" y="528638"/>
            <a:ext cx="8277225" cy="560387"/>
          </a:xfrm>
        </p:spPr>
        <p:txBody>
          <a:bodyPr/>
          <a:lstStyle/>
          <a:p>
            <a:pPr marL="0" indent="0">
              <a:buNone/>
            </a:pPr>
            <a:r>
              <a:rPr lang="en-US" altLang="zh-CN" sz="3600" b="1" i="1" dirty="0" smtClean="0">
                <a:effectLst>
                  <a:outerShdw blurRad="38100" dist="38100" dir="2700000" algn="tl">
                    <a:srgbClr val="000000"/>
                  </a:outerShdw>
                </a:effectLst>
                <a:ea typeface="华文行楷" panose="02010800040101010101" pitchFamily="2" charset="-122"/>
              </a:rPr>
              <a:t>2.1.1 </a:t>
            </a:r>
            <a:r>
              <a:rPr lang="en-US" altLang="zh-CN" sz="3600" b="1" i="1" dirty="0">
                <a:effectLst>
                  <a:outerShdw blurRad="38100" dist="38100" dir="2700000" algn="tl">
                    <a:srgbClr val="000000"/>
                  </a:outerShdw>
                </a:effectLst>
                <a:ea typeface="华文行楷" panose="02010800040101010101" pitchFamily="2" charset="-122"/>
              </a:rPr>
              <a:t>C++</a:t>
            </a:r>
            <a:r>
              <a:rPr lang="zh-CN" altLang="en-US" sz="3600" b="1" i="1" dirty="0">
                <a:effectLst>
                  <a:outerShdw blurRad="38100" dist="38100" dir="2700000" algn="tl">
                    <a:srgbClr val="000000"/>
                  </a:outerShdw>
                </a:effectLst>
                <a:ea typeface="华文行楷" panose="02010800040101010101" pitchFamily="2" charset="-122"/>
              </a:rPr>
              <a:t>语言的</a:t>
            </a:r>
            <a:r>
              <a:rPr lang="zh-CN" altLang="en-US" sz="3600" b="1" i="1" dirty="0" smtClean="0">
                <a:effectLst>
                  <a:outerShdw blurRad="38100" dist="38100" dir="2700000" algn="tl">
                    <a:srgbClr val="000000"/>
                  </a:outerShdw>
                </a:effectLst>
                <a:ea typeface="华文行楷" panose="02010800040101010101" pitchFamily="2" charset="-122"/>
              </a:rPr>
              <a:t>产生</a:t>
            </a:r>
            <a:r>
              <a:rPr lang="zh-CN" altLang="en-US" sz="3600" b="1" i="1" dirty="0" smtClean="0">
                <a:effectLst>
                  <a:outerShdw blurRad="38100" dist="38100" dir="2700000" algn="tl">
                    <a:srgbClr val="000000"/>
                  </a:outerShdw>
                </a:effectLst>
                <a:latin typeface="+mj-lt"/>
                <a:ea typeface="华文行楷" panose="02010800040101010101" pitchFamily="2" charset="-122"/>
                <a:cs typeface="+mj-cs"/>
              </a:rPr>
              <a:t>（典型事件）</a:t>
            </a:r>
            <a:endParaRPr lang="zh-CN" altLang="en-US" sz="3600" b="1" i="1" dirty="0">
              <a:effectLst>
                <a:outerShdw blurRad="38100" dist="38100" dir="2700000" algn="tl">
                  <a:srgbClr val="000000"/>
                </a:outerShdw>
              </a:effectLst>
              <a:latin typeface="+mj-lt"/>
              <a:ea typeface="华文行楷" panose="02010800040101010101" pitchFamily="2" charset="-122"/>
              <a:cs typeface="+mj-cs"/>
            </a:endParaRPr>
          </a:p>
        </p:txBody>
      </p:sp>
      <p:sp>
        <p:nvSpPr>
          <p:cNvPr id="48132" name="Rectangle 5"/>
          <p:cNvSpPr>
            <a:spLocks noChangeArrowheads="1"/>
          </p:cNvSpPr>
          <p:nvPr/>
        </p:nvSpPr>
        <p:spPr bwMode="auto">
          <a:xfrm>
            <a:off x="504825" y="1609193"/>
            <a:ext cx="8131175" cy="5095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marL="190500" indent="-190500">
              <a:spcBef>
                <a:spcPct val="10000"/>
              </a:spcBef>
              <a:buClr>
                <a:srgbClr val="00FF00"/>
              </a:buClr>
              <a:buSzPct val="85000"/>
              <a:buFont typeface="Wingdings" panose="05000000000000000000" pitchFamily="2" charset="2"/>
              <a:buChar char="v"/>
              <a:defRPr kumimoji="1" sz="2400" b="1">
                <a:solidFill>
                  <a:srgbClr val="FFFF00"/>
                </a:solidFill>
                <a:latin typeface="Times New Roman" panose="02020603050405020304" pitchFamily="18" charset="0"/>
                <a:ea typeface="宋体" panose="02010600030101010101" pitchFamily="2" charset="-122"/>
              </a:defRPr>
            </a:lvl1pPr>
            <a:lvl2pPr marL="742950" indent="-285750">
              <a:spcBef>
                <a:spcPct val="10000"/>
              </a:spcBef>
              <a:buClr>
                <a:srgbClr val="00FF00"/>
              </a:buClr>
              <a:buSzPct val="85000"/>
              <a:buFont typeface="Wingdings" panose="05000000000000000000" pitchFamily="2" charset="2"/>
              <a:buChar char="Ø"/>
              <a:defRPr kumimoji="1" sz="2400" b="1">
                <a:solidFill>
                  <a:srgbClr val="FFFF00"/>
                </a:solidFill>
                <a:latin typeface="Times New Roman" panose="02020603050405020304" pitchFamily="18" charset="0"/>
                <a:ea typeface="宋体" panose="02010600030101010101" pitchFamily="2" charset="-122"/>
              </a:defRPr>
            </a:lvl2pPr>
            <a:lvl3pPr marL="1143000" indent="-228600">
              <a:spcBef>
                <a:spcPct val="20000"/>
              </a:spcBef>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3pPr>
            <a:lvl4pPr marL="1600200" indent="-228600">
              <a:spcBef>
                <a:spcPct val="20000"/>
              </a:spcBef>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4pPr>
            <a:lvl5pPr marL="2057400" indent="-228600">
              <a:spcBef>
                <a:spcPct val="20000"/>
              </a:spcBef>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9pPr>
          </a:lstStyle>
          <a:p>
            <a:pPr marL="342900" indent="-342900" algn="l" eaLnBrk="1" hangingPunct="1">
              <a:lnSpc>
                <a:spcPct val="130000"/>
              </a:lnSpc>
              <a:spcBef>
                <a:spcPts val="1200"/>
              </a:spcBef>
              <a:buFont typeface="+mj-ea"/>
              <a:buAutoNum type="circleNumDbPlain"/>
            </a:pPr>
            <a:r>
              <a:rPr lang="en-US" altLang="zh-CN" sz="2000" dirty="0" smtClean="0">
                <a:solidFill>
                  <a:srgbClr val="FFC000"/>
                </a:solidFill>
                <a:latin typeface="+mn-lt"/>
                <a:ea typeface="+mj-ea"/>
              </a:rPr>
              <a:t>1969</a:t>
            </a:r>
            <a:r>
              <a:rPr lang="zh-CN" altLang="en-US" sz="2000" dirty="0" smtClean="0">
                <a:solidFill>
                  <a:srgbClr val="FFC000"/>
                </a:solidFill>
                <a:latin typeface="+mn-lt"/>
                <a:ea typeface="+mj-ea"/>
              </a:rPr>
              <a:t>年</a:t>
            </a:r>
            <a:r>
              <a:rPr lang="zh-CN" altLang="en-US" sz="2000" dirty="0" smtClean="0">
                <a:solidFill>
                  <a:schemeClr val="tx1"/>
                </a:solidFill>
                <a:latin typeface="+mn-lt"/>
                <a:ea typeface="+mj-ea"/>
              </a:rPr>
              <a:t>，</a:t>
            </a:r>
            <a:r>
              <a:rPr lang="en-US" altLang="zh-CN" sz="2000" dirty="0" smtClean="0">
                <a:solidFill>
                  <a:schemeClr val="tx1"/>
                </a:solidFill>
                <a:latin typeface="+mn-lt"/>
                <a:ea typeface="+mj-ea"/>
              </a:rPr>
              <a:t>Bell</a:t>
            </a:r>
            <a:r>
              <a:rPr lang="zh-CN" altLang="en-US" sz="2000" dirty="0" smtClean="0">
                <a:solidFill>
                  <a:schemeClr val="tx1"/>
                </a:solidFill>
                <a:latin typeface="+mn-lt"/>
                <a:ea typeface="+mj-ea"/>
              </a:rPr>
              <a:t>实验室</a:t>
            </a:r>
            <a:r>
              <a:rPr lang="en-US" altLang="zh-CN" sz="2000" dirty="0" smtClean="0">
                <a:solidFill>
                  <a:schemeClr val="tx1"/>
                </a:solidFill>
                <a:latin typeface="+mn-lt"/>
                <a:ea typeface="+mj-ea"/>
              </a:rPr>
              <a:t>Ken Thompson</a:t>
            </a:r>
            <a:r>
              <a:rPr lang="zh-CN" altLang="en-US" sz="2000" dirty="0" smtClean="0">
                <a:solidFill>
                  <a:schemeClr val="tx1"/>
                </a:solidFill>
                <a:latin typeface="+mn-lt"/>
                <a:ea typeface="+mj-ea"/>
              </a:rPr>
              <a:t>、</a:t>
            </a:r>
            <a:r>
              <a:rPr lang="en-US" altLang="zh-CN" sz="2000" dirty="0" smtClean="0">
                <a:solidFill>
                  <a:schemeClr val="tx1"/>
                </a:solidFill>
                <a:latin typeface="+mn-lt"/>
                <a:ea typeface="+mj-ea"/>
              </a:rPr>
              <a:t>Dennis Richie</a:t>
            </a:r>
            <a:r>
              <a:rPr lang="zh-CN" altLang="en-US" sz="2000" dirty="0" smtClean="0">
                <a:solidFill>
                  <a:schemeClr val="tx1"/>
                </a:solidFill>
                <a:latin typeface="+mn-lt"/>
                <a:ea typeface="+mj-ea"/>
              </a:rPr>
              <a:t>和</a:t>
            </a:r>
            <a:r>
              <a:rPr lang="en-US" altLang="zh-CN" sz="2000" dirty="0" smtClean="0">
                <a:solidFill>
                  <a:schemeClr val="tx1"/>
                </a:solidFill>
                <a:latin typeface="+mn-lt"/>
                <a:ea typeface="+mj-ea"/>
              </a:rPr>
              <a:t>Douglas </a:t>
            </a:r>
            <a:r>
              <a:rPr lang="en-US" altLang="zh-CN" sz="2000" dirty="0" err="1" smtClean="0">
                <a:solidFill>
                  <a:schemeClr val="tx1"/>
                </a:solidFill>
                <a:latin typeface="+mn-lt"/>
                <a:ea typeface="+mj-ea"/>
              </a:rPr>
              <a:t>Mcllroy</a:t>
            </a:r>
            <a:r>
              <a:rPr lang="zh-CN" altLang="en-US" sz="2000" dirty="0" smtClean="0">
                <a:solidFill>
                  <a:schemeClr val="tx1"/>
                </a:solidFill>
                <a:latin typeface="+mn-lt"/>
                <a:ea typeface="+mj-ea"/>
              </a:rPr>
              <a:t>，开发</a:t>
            </a:r>
            <a:r>
              <a:rPr lang="en-US" altLang="zh-CN" sz="2000" dirty="0" smtClean="0">
                <a:solidFill>
                  <a:schemeClr val="tx1"/>
                </a:solidFill>
                <a:latin typeface="+mn-lt"/>
                <a:ea typeface="+mj-ea"/>
              </a:rPr>
              <a:t>Unix</a:t>
            </a:r>
            <a:r>
              <a:rPr lang="zh-CN" altLang="en-US" sz="2000" dirty="0" smtClean="0">
                <a:solidFill>
                  <a:schemeClr val="tx1"/>
                </a:solidFill>
                <a:latin typeface="+mn-lt"/>
                <a:ea typeface="+mj-ea"/>
              </a:rPr>
              <a:t>，附带搞了</a:t>
            </a:r>
            <a:r>
              <a:rPr lang="en-US" altLang="zh-CN" sz="2000" dirty="0" smtClean="0">
                <a:solidFill>
                  <a:schemeClr val="tx1"/>
                </a:solidFill>
                <a:latin typeface="+mn-lt"/>
                <a:ea typeface="+mj-ea"/>
              </a:rPr>
              <a:t>C</a:t>
            </a:r>
            <a:r>
              <a:rPr lang="zh-CN" altLang="en-US" sz="2000" dirty="0" smtClean="0">
                <a:solidFill>
                  <a:schemeClr val="tx1"/>
                </a:solidFill>
                <a:latin typeface="+mn-lt"/>
                <a:ea typeface="+mj-ea"/>
              </a:rPr>
              <a:t>语言</a:t>
            </a:r>
            <a:r>
              <a:rPr lang="en-US" altLang="zh-CN" sz="2000" dirty="0" smtClean="0">
                <a:solidFill>
                  <a:schemeClr val="tx1"/>
                </a:solidFill>
                <a:latin typeface="+mn-lt"/>
                <a:ea typeface="+mj-ea"/>
              </a:rPr>
              <a:t>(</a:t>
            </a:r>
            <a:r>
              <a:rPr lang="zh-CN" altLang="en-US" sz="2800" dirty="0" smtClean="0">
                <a:solidFill>
                  <a:schemeClr val="tx1"/>
                </a:solidFill>
                <a:effectLst>
                  <a:outerShdw blurRad="38100" dist="38100" dir="2700000" algn="tl">
                    <a:srgbClr val="000000">
                      <a:alpha val="43137"/>
                    </a:srgbClr>
                  </a:outerShdw>
                </a:effectLst>
                <a:latin typeface="+mn-lt"/>
                <a:ea typeface="+mj-ea"/>
              </a:rPr>
              <a:t>诞生</a:t>
            </a:r>
            <a:r>
              <a:rPr lang="en-US" altLang="zh-CN" sz="2000" dirty="0" smtClean="0">
                <a:solidFill>
                  <a:schemeClr val="tx1"/>
                </a:solidFill>
                <a:latin typeface="+mn-lt"/>
                <a:ea typeface="+mj-ea"/>
              </a:rPr>
              <a:t>)</a:t>
            </a:r>
            <a:r>
              <a:rPr lang="en-US" altLang="zh-CN" sz="2000" dirty="0"/>
              <a:t> 1967 </a:t>
            </a:r>
            <a:r>
              <a:rPr lang="zh-CN" altLang="en-US" sz="2000" dirty="0"/>
              <a:t>年，</a:t>
            </a:r>
            <a:r>
              <a:rPr lang="en-US" altLang="zh-CN" sz="2000" dirty="0" err="1">
                <a:solidFill>
                  <a:schemeClr val="tx1"/>
                </a:solidFill>
              </a:rPr>
              <a:t>Simula</a:t>
            </a:r>
            <a:r>
              <a:rPr lang="en-US" altLang="zh-CN" sz="2000" dirty="0">
                <a:solidFill>
                  <a:schemeClr val="tx1"/>
                </a:solidFill>
              </a:rPr>
              <a:t> </a:t>
            </a:r>
            <a:r>
              <a:rPr lang="zh-CN" altLang="en-US" sz="2000" dirty="0">
                <a:solidFill>
                  <a:schemeClr val="tx1"/>
                </a:solidFill>
              </a:rPr>
              <a:t>语言中</a:t>
            </a:r>
            <a:r>
              <a:rPr lang="zh-CN" altLang="en-US" sz="2000" dirty="0"/>
              <a:t>第一次出现了面向对象 </a:t>
            </a:r>
            <a:r>
              <a:rPr lang="en-US" altLang="zh-CN" sz="2000" dirty="0"/>
              <a:t>(OO) </a:t>
            </a:r>
            <a:r>
              <a:rPr lang="zh-CN" altLang="en-US" sz="2000" dirty="0"/>
              <a:t>的</a:t>
            </a:r>
            <a:r>
              <a:rPr lang="zh-CN" altLang="en-US" sz="2000" dirty="0" smtClean="0"/>
              <a:t>概念</a:t>
            </a:r>
            <a:r>
              <a:rPr lang="zh-CN" altLang="en-US" sz="2000" dirty="0" smtClean="0">
                <a:solidFill>
                  <a:schemeClr val="tx1"/>
                </a:solidFill>
                <a:latin typeface="+mn-lt"/>
                <a:ea typeface="+mj-ea"/>
              </a:rPr>
              <a:t>。</a:t>
            </a:r>
            <a:endParaRPr lang="zh-CN" altLang="en-US" sz="2000" dirty="0">
              <a:solidFill>
                <a:schemeClr val="tx1"/>
              </a:solidFill>
              <a:latin typeface="+mn-lt"/>
              <a:ea typeface="+mj-ea"/>
            </a:endParaRPr>
          </a:p>
          <a:p>
            <a:pPr marL="342900" indent="-342900" algn="l" eaLnBrk="1" hangingPunct="1">
              <a:lnSpc>
                <a:spcPct val="130000"/>
              </a:lnSpc>
              <a:spcBef>
                <a:spcPts val="1200"/>
              </a:spcBef>
              <a:buFont typeface="+mj-ea"/>
              <a:buAutoNum type="circleNumDbPlain"/>
            </a:pPr>
            <a:r>
              <a:rPr lang="en-US" altLang="zh-CN" sz="2000" dirty="0">
                <a:latin typeface="+mn-lt"/>
                <a:ea typeface="+mj-ea"/>
              </a:rPr>
              <a:t>1980 </a:t>
            </a:r>
            <a:r>
              <a:rPr lang="zh-CN" altLang="en-US" sz="2000" dirty="0">
                <a:latin typeface="+mn-lt"/>
                <a:ea typeface="+mj-ea"/>
              </a:rPr>
              <a:t>年，</a:t>
            </a:r>
            <a:r>
              <a:rPr lang="en-US" altLang="zh-CN" sz="2000" dirty="0">
                <a:solidFill>
                  <a:schemeClr val="tx1"/>
                </a:solidFill>
                <a:latin typeface="+mn-lt"/>
                <a:ea typeface="+mj-ea"/>
              </a:rPr>
              <a:t>Smalltalk-80 </a:t>
            </a:r>
            <a:r>
              <a:rPr lang="zh-CN" altLang="en-US" sz="2000" dirty="0">
                <a:solidFill>
                  <a:schemeClr val="tx1"/>
                </a:solidFill>
                <a:latin typeface="+mn-lt"/>
                <a:ea typeface="+mj-ea"/>
              </a:rPr>
              <a:t>出现后，面向对象技术才开始发挥魅力。</a:t>
            </a:r>
            <a:endParaRPr lang="zh-CN" altLang="en-US" sz="2000" dirty="0">
              <a:solidFill>
                <a:schemeClr val="tx1"/>
              </a:solidFill>
              <a:latin typeface="+mn-lt"/>
              <a:ea typeface="+mj-ea"/>
            </a:endParaRPr>
          </a:p>
          <a:p>
            <a:pPr marL="342900" indent="-342900" algn="l" eaLnBrk="1" hangingPunct="1">
              <a:lnSpc>
                <a:spcPct val="130000"/>
              </a:lnSpc>
              <a:spcBef>
                <a:spcPts val="1200"/>
              </a:spcBef>
              <a:buFont typeface="+mj-ea"/>
              <a:buAutoNum type="circleNumDbPlain"/>
            </a:pPr>
            <a:r>
              <a:rPr lang="en-US" altLang="zh-CN" sz="2000" dirty="0">
                <a:solidFill>
                  <a:schemeClr val="tx1"/>
                </a:solidFill>
                <a:latin typeface="+mn-lt"/>
                <a:ea typeface="+mj-ea"/>
              </a:rPr>
              <a:t>1979 </a:t>
            </a:r>
            <a:r>
              <a:rPr lang="zh-CN" altLang="en-US" sz="2000" dirty="0">
                <a:solidFill>
                  <a:schemeClr val="tx1"/>
                </a:solidFill>
                <a:latin typeface="+mn-lt"/>
                <a:ea typeface="+mj-ea"/>
              </a:rPr>
              <a:t>年，</a:t>
            </a:r>
            <a:r>
              <a:rPr lang="en-US" altLang="zh-CN" sz="2000" dirty="0">
                <a:solidFill>
                  <a:schemeClr val="tx1"/>
                </a:solidFill>
                <a:latin typeface="+mn-lt"/>
                <a:ea typeface="+mj-ea"/>
              </a:rPr>
              <a:t>Bjarne </a:t>
            </a:r>
            <a:r>
              <a:rPr lang="en-US" altLang="zh-CN" sz="2000" dirty="0" err="1">
                <a:solidFill>
                  <a:schemeClr val="tx1"/>
                </a:solidFill>
                <a:latin typeface="+mn-lt"/>
                <a:ea typeface="+mj-ea"/>
              </a:rPr>
              <a:t>Stroustrup</a:t>
            </a:r>
            <a:r>
              <a:rPr lang="en-US" altLang="zh-CN" sz="2000" dirty="0">
                <a:solidFill>
                  <a:schemeClr val="tx1"/>
                </a:solidFill>
                <a:latin typeface="+mn-lt"/>
                <a:ea typeface="+mj-ea"/>
              </a:rPr>
              <a:t> </a:t>
            </a:r>
            <a:r>
              <a:rPr lang="zh-CN" altLang="en-US" sz="2000" dirty="0">
                <a:solidFill>
                  <a:schemeClr val="tx1"/>
                </a:solidFill>
                <a:latin typeface="+mn-lt"/>
                <a:ea typeface="+mj-ea"/>
              </a:rPr>
              <a:t>借鉴 </a:t>
            </a:r>
            <a:r>
              <a:rPr lang="en-US" altLang="zh-CN" sz="2000" dirty="0" err="1">
                <a:solidFill>
                  <a:schemeClr val="tx1"/>
                </a:solidFill>
                <a:latin typeface="+mn-lt"/>
                <a:ea typeface="+mj-ea"/>
              </a:rPr>
              <a:t>Simula</a:t>
            </a:r>
            <a:r>
              <a:rPr lang="en-US" altLang="zh-CN" sz="2000" dirty="0">
                <a:solidFill>
                  <a:schemeClr val="tx1"/>
                </a:solidFill>
                <a:latin typeface="+mn-lt"/>
                <a:ea typeface="+mj-ea"/>
              </a:rPr>
              <a:t> </a:t>
            </a:r>
            <a:r>
              <a:rPr lang="zh-CN" altLang="en-US" sz="2000" dirty="0">
                <a:solidFill>
                  <a:schemeClr val="tx1"/>
                </a:solidFill>
                <a:latin typeface="+mn-lt"/>
                <a:ea typeface="+mj-ea"/>
              </a:rPr>
              <a:t>中 </a:t>
            </a:r>
            <a:r>
              <a:rPr lang="en-US" altLang="zh-CN" sz="2000" dirty="0">
                <a:solidFill>
                  <a:schemeClr val="tx1"/>
                </a:solidFill>
                <a:latin typeface="+mn-lt"/>
                <a:ea typeface="+mj-ea"/>
              </a:rPr>
              <a:t>"Class" </a:t>
            </a:r>
            <a:r>
              <a:rPr lang="zh-CN" altLang="en-US" sz="2000" dirty="0">
                <a:solidFill>
                  <a:schemeClr val="tx1"/>
                </a:solidFill>
                <a:latin typeface="+mn-lt"/>
                <a:ea typeface="+mj-ea"/>
              </a:rPr>
              <a:t>的概念，开始研究增强 </a:t>
            </a:r>
            <a:r>
              <a:rPr lang="en-US" altLang="zh-CN" sz="2000" dirty="0">
                <a:solidFill>
                  <a:schemeClr val="tx1"/>
                </a:solidFill>
                <a:latin typeface="+mn-lt"/>
                <a:ea typeface="+mj-ea"/>
              </a:rPr>
              <a:t>C </a:t>
            </a:r>
            <a:r>
              <a:rPr lang="zh-CN" altLang="en-US" sz="2000" dirty="0">
                <a:solidFill>
                  <a:schemeClr val="tx1"/>
                </a:solidFill>
                <a:latin typeface="+mn-lt"/>
                <a:ea typeface="+mj-ea"/>
              </a:rPr>
              <a:t>语言，使其支持面向对象的特性。 </a:t>
            </a:r>
            <a:r>
              <a:rPr lang="en-US" altLang="zh-CN" sz="2000" dirty="0" err="1">
                <a:solidFill>
                  <a:schemeClr val="tx1"/>
                </a:solidFill>
                <a:latin typeface="+mn-lt"/>
                <a:ea typeface="+mj-ea"/>
              </a:rPr>
              <a:t>B.Stroustrup</a:t>
            </a:r>
            <a:r>
              <a:rPr lang="en-US" altLang="zh-CN" sz="2000" dirty="0">
                <a:solidFill>
                  <a:schemeClr val="tx1"/>
                </a:solidFill>
                <a:latin typeface="+mn-lt"/>
                <a:ea typeface="+mj-ea"/>
              </a:rPr>
              <a:t> </a:t>
            </a:r>
            <a:r>
              <a:rPr lang="zh-CN" altLang="en-US" sz="2000" dirty="0">
                <a:solidFill>
                  <a:schemeClr val="tx1"/>
                </a:solidFill>
                <a:latin typeface="+mn-lt"/>
                <a:ea typeface="+mj-ea"/>
              </a:rPr>
              <a:t>写了一个转换程序 </a:t>
            </a:r>
            <a:r>
              <a:rPr lang="en-US" altLang="zh-CN" sz="2000" dirty="0">
                <a:solidFill>
                  <a:schemeClr val="tx1"/>
                </a:solidFill>
                <a:latin typeface="+mn-lt"/>
                <a:ea typeface="+mj-ea"/>
              </a:rPr>
              <a:t>"</a:t>
            </a:r>
            <a:r>
              <a:rPr lang="en-US" altLang="zh-CN" sz="2000" dirty="0" err="1">
                <a:solidFill>
                  <a:schemeClr val="tx1"/>
                </a:solidFill>
                <a:latin typeface="+mn-lt"/>
                <a:ea typeface="+mj-ea"/>
              </a:rPr>
              <a:t>Cfront</a:t>
            </a:r>
            <a:r>
              <a:rPr lang="en-US" altLang="zh-CN" sz="2000" dirty="0">
                <a:solidFill>
                  <a:schemeClr val="tx1"/>
                </a:solidFill>
                <a:latin typeface="+mn-lt"/>
                <a:ea typeface="+mj-ea"/>
              </a:rPr>
              <a:t>" </a:t>
            </a:r>
            <a:r>
              <a:rPr lang="zh-CN" altLang="en-US" sz="2000" dirty="0" smtClean="0">
                <a:solidFill>
                  <a:schemeClr val="tx1"/>
                </a:solidFill>
                <a:latin typeface="+mn-lt"/>
                <a:ea typeface="+mj-ea"/>
              </a:rPr>
              <a:t>把 </a:t>
            </a:r>
            <a:r>
              <a:rPr lang="en-US" altLang="zh-CN" sz="2000" dirty="0">
                <a:solidFill>
                  <a:schemeClr val="tx1"/>
                </a:solidFill>
                <a:latin typeface="+mn-lt"/>
                <a:ea typeface="+mj-ea"/>
              </a:rPr>
              <a:t>C++ </a:t>
            </a:r>
            <a:r>
              <a:rPr lang="zh-CN" altLang="en-US" sz="2000" dirty="0">
                <a:solidFill>
                  <a:schemeClr val="tx1"/>
                </a:solidFill>
                <a:latin typeface="+mn-lt"/>
                <a:ea typeface="+mj-ea"/>
              </a:rPr>
              <a:t>代码转换为普通的 </a:t>
            </a:r>
            <a:r>
              <a:rPr lang="en-US" altLang="zh-CN" sz="2000" dirty="0">
                <a:solidFill>
                  <a:schemeClr val="tx1"/>
                </a:solidFill>
                <a:latin typeface="+mn-lt"/>
                <a:ea typeface="+mj-ea"/>
              </a:rPr>
              <a:t>C </a:t>
            </a:r>
            <a:r>
              <a:rPr lang="zh-CN" altLang="en-US" sz="2000" dirty="0">
                <a:solidFill>
                  <a:schemeClr val="tx1"/>
                </a:solidFill>
                <a:latin typeface="+mn-lt"/>
                <a:ea typeface="+mj-ea"/>
              </a:rPr>
              <a:t>代码，使它在各种各样的平台上立即投入使用</a:t>
            </a:r>
            <a:r>
              <a:rPr lang="zh-CN" altLang="en-US" sz="2000" dirty="0" smtClean="0">
                <a:solidFill>
                  <a:schemeClr val="tx1"/>
                </a:solidFill>
                <a:latin typeface="+mn-lt"/>
                <a:ea typeface="+mj-ea"/>
              </a:rPr>
              <a:t>。 </a:t>
            </a:r>
            <a:r>
              <a:rPr lang="en-US" altLang="zh-CN" sz="2000" dirty="0" smtClean="0">
                <a:latin typeface="+mn-lt"/>
                <a:ea typeface="+mj-ea"/>
              </a:rPr>
              <a:t>1983 </a:t>
            </a:r>
            <a:r>
              <a:rPr lang="zh-CN" altLang="en-US" sz="2000" dirty="0" smtClean="0">
                <a:latin typeface="+mn-lt"/>
                <a:ea typeface="+mj-ea"/>
              </a:rPr>
              <a:t>年，这种语言被命名为 </a:t>
            </a:r>
            <a:r>
              <a:rPr lang="en-US" altLang="zh-CN" sz="2000" dirty="0" smtClean="0">
                <a:latin typeface="+mn-lt"/>
                <a:ea typeface="+mj-ea"/>
              </a:rPr>
              <a:t>C++</a:t>
            </a:r>
            <a:endParaRPr lang="en-US" altLang="zh-CN" sz="2000" dirty="0">
              <a:latin typeface="+mn-lt"/>
              <a:ea typeface="+mj-ea"/>
            </a:endParaRPr>
          </a:p>
          <a:p>
            <a:pPr marL="342900" indent="-342900" algn="l" eaLnBrk="1" hangingPunct="1">
              <a:lnSpc>
                <a:spcPct val="130000"/>
              </a:lnSpc>
              <a:spcBef>
                <a:spcPts val="1200"/>
              </a:spcBef>
              <a:buFont typeface="+mj-ea"/>
              <a:buAutoNum type="circleNumDbPlain"/>
            </a:pPr>
            <a:r>
              <a:rPr lang="en-US" altLang="zh-CN" sz="2000" dirty="0">
                <a:latin typeface="+mn-lt"/>
                <a:ea typeface="+mj-ea"/>
              </a:rPr>
              <a:t>1986 </a:t>
            </a:r>
            <a:r>
              <a:rPr lang="zh-CN" altLang="en-US" sz="2000" dirty="0">
                <a:latin typeface="+mn-lt"/>
                <a:ea typeface="+mj-ea"/>
              </a:rPr>
              <a:t>年，</a:t>
            </a:r>
            <a:r>
              <a:rPr lang="en-US" altLang="zh-CN" sz="2000" dirty="0" err="1">
                <a:solidFill>
                  <a:schemeClr val="tx1"/>
                </a:solidFill>
                <a:latin typeface="+mn-lt"/>
                <a:ea typeface="+mj-ea"/>
              </a:rPr>
              <a:t>B.Stroustrup</a:t>
            </a:r>
            <a:r>
              <a:rPr lang="en-US" altLang="zh-CN" sz="2000" dirty="0">
                <a:solidFill>
                  <a:schemeClr val="tx1"/>
                </a:solidFill>
                <a:latin typeface="+mn-lt"/>
                <a:ea typeface="+mj-ea"/>
              </a:rPr>
              <a:t> </a:t>
            </a:r>
            <a:r>
              <a:rPr lang="zh-CN" altLang="en-US" sz="2000" dirty="0">
                <a:solidFill>
                  <a:schemeClr val="tx1"/>
                </a:solidFill>
                <a:latin typeface="+mn-lt"/>
                <a:ea typeface="+mj-ea"/>
              </a:rPr>
              <a:t>出版了 </a:t>
            </a:r>
            <a:r>
              <a:rPr lang="en-US" altLang="zh-CN" sz="2000" dirty="0">
                <a:solidFill>
                  <a:schemeClr val="tx1"/>
                </a:solidFill>
                <a:latin typeface="+mn-lt"/>
                <a:ea typeface="+mj-ea"/>
              </a:rPr>
              <a:t>《The C++ Programming Language》</a:t>
            </a:r>
            <a:r>
              <a:rPr lang="zh-CN" altLang="en-US" sz="2000" dirty="0">
                <a:solidFill>
                  <a:schemeClr val="tx1"/>
                </a:solidFill>
                <a:latin typeface="+mn-lt"/>
                <a:ea typeface="+mj-ea"/>
              </a:rPr>
              <a:t>第一版</a:t>
            </a:r>
            <a:r>
              <a:rPr lang="zh-CN" altLang="en-US" sz="2000" dirty="0" smtClean="0">
                <a:solidFill>
                  <a:schemeClr val="tx1"/>
                </a:solidFill>
                <a:latin typeface="+mn-lt"/>
                <a:ea typeface="+mj-ea"/>
              </a:rPr>
              <a:t>， </a:t>
            </a:r>
            <a:r>
              <a:rPr lang="en-US" altLang="zh-CN" sz="2000" dirty="0">
                <a:solidFill>
                  <a:schemeClr val="tx1"/>
                </a:solidFill>
                <a:latin typeface="+mn-lt"/>
                <a:ea typeface="+mj-ea"/>
              </a:rPr>
              <a:t>C++ </a:t>
            </a:r>
            <a:r>
              <a:rPr lang="zh-CN" altLang="en-US" sz="2000" dirty="0">
                <a:solidFill>
                  <a:schemeClr val="tx1"/>
                </a:solidFill>
                <a:latin typeface="+mn-lt"/>
                <a:ea typeface="+mj-ea"/>
              </a:rPr>
              <a:t>已经开始受到关注， </a:t>
            </a:r>
            <a:r>
              <a:rPr lang="en-US" altLang="zh-CN" sz="2000" dirty="0" err="1">
                <a:solidFill>
                  <a:schemeClr val="tx1"/>
                </a:solidFill>
                <a:latin typeface="+mn-lt"/>
                <a:ea typeface="+mj-ea"/>
              </a:rPr>
              <a:t>B.Stroustrup</a:t>
            </a:r>
            <a:r>
              <a:rPr lang="en-US" altLang="zh-CN" sz="2000" dirty="0">
                <a:solidFill>
                  <a:schemeClr val="tx1"/>
                </a:solidFill>
                <a:latin typeface="+mn-lt"/>
                <a:ea typeface="+mj-ea"/>
              </a:rPr>
              <a:t> </a:t>
            </a:r>
            <a:r>
              <a:rPr lang="zh-CN" altLang="en-US" sz="2000" dirty="0">
                <a:solidFill>
                  <a:schemeClr val="tx1"/>
                </a:solidFill>
                <a:latin typeface="+mn-lt"/>
                <a:ea typeface="+mj-ea"/>
              </a:rPr>
              <a:t>被称为 </a:t>
            </a:r>
            <a:r>
              <a:rPr lang="en-US" altLang="zh-CN" sz="2000" dirty="0">
                <a:solidFill>
                  <a:schemeClr val="tx1"/>
                </a:solidFill>
                <a:latin typeface="+mn-lt"/>
                <a:ea typeface="+mj-ea"/>
              </a:rPr>
              <a:t>C++</a:t>
            </a:r>
            <a:r>
              <a:rPr lang="zh-CN" altLang="en-US" sz="2000" dirty="0">
                <a:solidFill>
                  <a:schemeClr val="tx1"/>
                </a:solidFill>
                <a:latin typeface="+mn-lt"/>
                <a:ea typeface="+mj-ea"/>
              </a:rPr>
              <a:t>之父</a:t>
            </a:r>
            <a:r>
              <a:rPr lang="en-US" altLang="zh-CN" sz="2000" dirty="0">
                <a:solidFill>
                  <a:schemeClr val="tx1"/>
                </a:solidFill>
                <a:latin typeface="+mn-lt"/>
                <a:ea typeface="+mj-ea"/>
              </a:rPr>
              <a:t>(Creator of C++)</a:t>
            </a:r>
            <a:r>
              <a:rPr lang="zh-CN" altLang="en-US" sz="2000" dirty="0" smtClean="0">
                <a:solidFill>
                  <a:schemeClr val="tx1"/>
                </a:solidFill>
                <a:latin typeface="+mn-lt"/>
                <a:ea typeface="+mj-ea"/>
              </a:rPr>
              <a:t>。</a:t>
            </a:r>
            <a:endParaRPr lang="zh-CN" altLang="en-US" sz="2000" dirty="0">
              <a:solidFill>
                <a:schemeClr val="tx1"/>
              </a:solidFill>
              <a:latin typeface="+mn-lt"/>
              <a:ea typeface="+mj-ea"/>
            </a:endParaRPr>
          </a:p>
        </p:txBody>
      </p:sp>
      <p:pic>
        <p:nvPicPr>
          <p:cNvPr id="6" name="图片 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299685" y="8470"/>
            <a:ext cx="1828610" cy="133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1" name="Rectangle 2"/>
          <p:cNvSpPr>
            <a:spLocks noGrp="1" noChangeArrowheads="1"/>
          </p:cNvSpPr>
          <p:nvPr>
            <p:ph type="body" idx="1"/>
          </p:nvPr>
        </p:nvSpPr>
        <p:spPr>
          <a:xfrm>
            <a:off x="504825" y="528638"/>
            <a:ext cx="8277225" cy="560387"/>
          </a:xfrm>
        </p:spPr>
        <p:txBody>
          <a:bodyPr/>
          <a:lstStyle/>
          <a:p>
            <a:pPr marL="0" indent="0">
              <a:buNone/>
            </a:pPr>
            <a:r>
              <a:rPr lang="en-US" altLang="zh-CN" sz="3600" b="1" i="1" dirty="0" smtClean="0">
                <a:effectLst>
                  <a:outerShdw blurRad="38100" dist="38100" dir="2700000" algn="tl">
                    <a:srgbClr val="000000"/>
                  </a:outerShdw>
                </a:effectLst>
                <a:ea typeface="华文行楷" panose="02010800040101010101" pitchFamily="2" charset="-122"/>
              </a:rPr>
              <a:t>2.1.1  </a:t>
            </a:r>
            <a:r>
              <a:rPr lang="en-US" altLang="zh-CN" sz="3600" b="1" i="1" dirty="0">
                <a:effectLst>
                  <a:outerShdw blurRad="38100" dist="38100" dir="2700000" algn="tl">
                    <a:srgbClr val="000000"/>
                  </a:outerShdw>
                </a:effectLst>
                <a:ea typeface="华文行楷" panose="02010800040101010101" pitchFamily="2" charset="-122"/>
              </a:rPr>
              <a:t>C++</a:t>
            </a:r>
            <a:r>
              <a:rPr lang="zh-CN" altLang="en-US" sz="3600" b="1" i="1" dirty="0">
                <a:effectLst>
                  <a:outerShdw blurRad="38100" dist="38100" dir="2700000" algn="tl">
                    <a:srgbClr val="000000"/>
                  </a:outerShdw>
                </a:effectLst>
                <a:ea typeface="华文行楷" panose="02010800040101010101" pitchFamily="2" charset="-122"/>
              </a:rPr>
              <a:t>语言的</a:t>
            </a:r>
            <a:r>
              <a:rPr lang="zh-CN" altLang="en-US" sz="3600" b="1" i="1" dirty="0" smtClean="0">
                <a:effectLst>
                  <a:outerShdw blurRad="38100" dist="38100" dir="2700000" algn="tl">
                    <a:srgbClr val="000000"/>
                  </a:outerShdw>
                </a:effectLst>
                <a:ea typeface="华文行楷" panose="02010800040101010101" pitchFamily="2" charset="-122"/>
              </a:rPr>
              <a:t>产生</a:t>
            </a:r>
            <a:r>
              <a:rPr lang="zh-CN" altLang="en-US" sz="3600" b="1" i="1" dirty="0" smtClean="0">
                <a:effectLst>
                  <a:outerShdw blurRad="38100" dist="38100" dir="2700000" algn="tl">
                    <a:srgbClr val="000000"/>
                  </a:outerShdw>
                </a:effectLst>
                <a:latin typeface="+mj-lt"/>
                <a:ea typeface="华文行楷" panose="02010800040101010101" pitchFamily="2" charset="-122"/>
                <a:cs typeface="+mj-cs"/>
              </a:rPr>
              <a:t>（典型事件）</a:t>
            </a:r>
            <a:endParaRPr lang="zh-CN" altLang="en-US" sz="3600" b="1" i="1" dirty="0">
              <a:effectLst>
                <a:outerShdw blurRad="38100" dist="38100" dir="2700000" algn="tl">
                  <a:srgbClr val="000000"/>
                </a:outerShdw>
              </a:effectLst>
              <a:latin typeface="+mj-lt"/>
              <a:ea typeface="华文行楷" panose="02010800040101010101" pitchFamily="2" charset="-122"/>
              <a:cs typeface="+mj-cs"/>
            </a:endParaRPr>
          </a:p>
        </p:txBody>
      </p:sp>
      <p:sp>
        <p:nvSpPr>
          <p:cNvPr id="48132" name="Rectangle 5"/>
          <p:cNvSpPr>
            <a:spLocks noChangeArrowheads="1"/>
          </p:cNvSpPr>
          <p:nvPr/>
        </p:nvSpPr>
        <p:spPr bwMode="auto">
          <a:xfrm>
            <a:off x="650875" y="1597742"/>
            <a:ext cx="8131175" cy="4997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marL="190500" indent="-190500">
              <a:spcBef>
                <a:spcPct val="10000"/>
              </a:spcBef>
              <a:buClr>
                <a:srgbClr val="00FF00"/>
              </a:buClr>
              <a:buSzPct val="85000"/>
              <a:buFont typeface="Wingdings" panose="05000000000000000000" pitchFamily="2" charset="2"/>
              <a:buChar char="v"/>
              <a:defRPr kumimoji="1" sz="2400" b="1">
                <a:solidFill>
                  <a:srgbClr val="FFFF00"/>
                </a:solidFill>
                <a:latin typeface="Times New Roman" panose="02020603050405020304" pitchFamily="18" charset="0"/>
                <a:ea typeface="宋体" panose="02010600030101010101" pitchFamily="2" charset="-122"/>
              </a:defRPr>
            </a:lvl1pPr>
            <a:lvl2pPr marL="742950" indent="-285750">
              <a:spcBef>
                <a:spcPct val="10000"/>
              </a:spcBef>
              <a:buClr>
                <a:srgbClr val="00FF00"/>
              </a:buClr>
              <a:buSzPct val="85000"/>
              <a:buFont typeface="Wingdings" panose="05000000000000000000" pitchFamily="2" charset="2"/>
              <a:buChar char="Ø"/>
              <a:defRPr kumimoji="1" sz="2400" b="1">
                <a:solidFill>
                  <a:srgbClr val="FFFF00"/>
                </a:solidFill>
                <a:latin typeface="Times New Roman" panose="02020603050405020304" pitchFamily="18" charset="0"/>
                <a:ea typeface="宋体" panose="02010600030101010101" pitchFamily="2" charset="-122"/>
              </a:defRPr>
            </a:lvl2pPr>
            <a:lvl3pPr marL="1143000" indent="-228600">
              <a:spcBef>
                <a:spcPct val="20000"/>
              </a:spcBef>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3pPr>
            <a:lvl4pPr marL="1600200" indent="-228600">
              <a:spcBef>
                <a:spcPct val="20000"/>
              </a:spcBef>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4pPr>
            <a:lvl5pPr marL="2057400" indent="-228600">
              <a:spcBef>
                <a:spcPct val="20000"/>
              </a:spcBef>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9pPr>
          </a:lstStyle>
          <a:p>
            <a:pPr marL="457200" indent="-457200" algn="l" eaLnBrk="1" hangingPunct="1">
              <a:spcBef>
                <a:spcPts val="1200"/>
              </a:spcBef>
              <a:buFont typeface="+mj-ea"/>
              <a:buAutoNum type="circleNumDbPlain" startAt="5"/>
            </a:pPr>
            <a:r>
              <a:rPr lang="en-US" altLang="zh-CN" sz="2000" dirty="0" smtClean="0">
                <a:latin typeface="+mn-lt"/>
                <a:ea typeface="+mj-ea"/>
              </a:rPr>
              <a:t>1989 </a:t>
            </a:r>
            <a:r>
              <a:rPr lang="zh-CN" altLang="en-US" sz="2000" dirty="0">
                <a:latin typeface="+mn-lt"/>
                <a:ea typeface="+mj-ea"/>
              </a:rPr>
              <a:t>年</a:t>
            </a:r>
            <a:r>
              <a:rPr lang="zh-CN" altLang="en-US" sz="2000" dirty="0" smtClean="0">
                <a:latin typeface="+mn-lt"/>
                <a:ea typeface="+mj-ea"/>
              </a:rPr>
              <a:t>， </a:t>
            </a:r>
            <a:r>
              <a:rPr lang="en-US" altLang="zh-CN" sz="2000" dirty="0">
                <a:latin typeface="+mn-lt"/>
                <a:ea typeface="+mj-ea"/>
              </a:rPr>
              <a:t>C++ </a:t>
            </a:r>
            <a:r>
              <a:rPr lang="zh-CN" altLang="en-US" sz="2000" dirty="0">
                <a:latin typeface="+mn-lt"/>
                <a:ea typeface="+mj-ea"/>
              </a:rPr>
              <a:t>标准化的 </a:t>
            </a:r>
            <a:r>
              <a:rPr lang="en-US" altLang="zh-CN" sz="2000" dirty="0">
                <a:latin typeface="+mn-lt"/>
                <a:ea typeface="+mj-ea"/>
              </a:rPr>
              <a:t>ANSI X3J16</a:t>
            </a:r>
            <a:r>
              <a:rPr lang="zh-CN" altLang="en-US" sz="2000" dirty="0" smtClean="0">
                <a:latin typeface="+mn-lt"/>
                <a:ea typeface="+mj-ea"/>
              </a:rPr>
              <a:t>挂牌。</a:t>
            </a:r>
            <a:r>
              <a:rPr lang="en-US" altLang="zh-CN" sz="2000" dirty="0">
                <a:solidFill>
                  <a:schemeClr val="tx1"/>
                </a:solidFill>
                <a:latin typeface="+mn-lt"/>
                <a:ea typeface="+mj-ea"/>
              </a:rPr>
              <a:t>1990 </a:t>
            </a:r>
            <a:r>
              <a:rPr lang="zh-CN" altLang="en-US" sz="2000" dirty="0">
                <a:solidFill>
                  <a:schemeClr val="tx1"/>
                </a:solidFill>
                <a:latin typeface="+mn-lt"/>
                <a:ea typeface="+mj-ea"/>
              </a:rPr>
              <a:t>年，</a:t>
            </a:r>
            <a:r>
              <a:rPr lang="en-US" altLang="zh-CN" sz="2000" dirty="0" err="1">
                <a:solidFill>
                  <a:schemeClr val="tx1"/>
                </a:solidFill>
                <a:latin typeface="+mn-lt"/>
                <a:ea typeface="+mj-ea"/>
              </a:rPr>
              <a:t>B.Stroustrup</a:t>
            </a:r>
            <a:r>
              <a:rPr lang="en-US" altLang="zh-CN" sz="2000" dirty="0">
                <a:solidFill>
                  <a:schemeClr val="tx1"/>
                </a:solidFill>
                <a:latin typeface="+mn-lt"/>
                <a:ea typeface="+mj-ea"/>
              </a:rPr>
              <a:t> </a:t>
            </a:r>
            <a:r>
              <a:rPr lang="zh-CN" altLang="en-US" sz="2000" dirty="0">
                <a:solidFill>
                  <a:schemeClr val="tx1"/>
                </a:solidFill>
                <a:latin typeface="+mn-lt"/>
                <a:ea typeface="+mj-ea"/>
              </a:rPr>
              <a:t>出版了 </a:t>
            </a:r>
            <a:r>
              <a:rPr lang="en-US" altLang="zh-CN" sz="2000" dirty="0">
                <a:solidFill>
                  <a:schemeClr val="tx1"/>
                </a:solidFill>
                <a:latin typeface="+mn-lt"/>
                <a:ea typeface="+mj-ea"/>
              </a:rPr>
              <a:t>《The Annotated C++ Reference Manual》(</a:t>
            </a:r>
            <a:r>
              <a:rPr lang="zh-CN" altLang="en-US" sz="2000" dirty="0">
                <a:solidFill>
                  <a:schemeClr val="tx1"/>
                </a:solidFill>
                <a:latin typeface="+mn-lt"/>
                <a:ea typeface="+mj-ea"/>
              </a:rPr>
              <a:t>简称 </a:t>
            </a:r>
            <a:r>
              <a:rPr lang="en-US" altLang="zh-CN" sz="2000" dirty="0" smtClean="0">
                <a:solidFill>
                  <a:schemeClr val="tx1"/>
                </a:solidFill>
                <a:latin typeface="+mn-lt"/>
                <a:ea typeface="+mj-ea"/>
              </a:rPr>
              <a:t>ARM)</a:t>
            </a:r>
            <a:r>
              <a:rPr lang="zh-CN" altLang="en-US" sz="2000" dirty="0">
                <a:solidFill>
                  <a:schemeClr val="tx1"/>
                </a:solidFill>
                <a:latin typeface="+mn-lt"/>
                <a:ea typeface="+mj-ea"/>
              </a:rPr>
              <a:t>，</a:t>
            </a:r>
            <a:r>
              <a:rPr lang="en-US" altLang="zh-CN" sz="2000" dirty="0" smtClean="0">
                <a:solidFill>
                  <a:schemeClr val="tx1"/>
                </a:solidFill>
                <a:latin typeface="+mn-lt"/>
                <a:ea typeface="+mj-ea"/>
              </a:rPr>
              <a:t>ARM </a:t>
            </a:r>
            <a:r>
              <a:rPr lang="zh-CN" altLang="en-US" sz="2000" dirty="0">
                <a:solidFill>
                  <a:schemeClr val="tx1"/>
                </a:solidFill>
                <a:latin typeface="+mn-lt"/>
                <a:ea typeface="+mj-ea"/>
              </a:rPr>
              <a:t>成了事实上</a:t>
            </a:r>
            <a:r>
              <a:rPr lang="zh-CN" altLang="en-US" sz="2000" dirty="0" smtClean="0">
                <a:solidFill>
                  <a:schemeClr val="tx1"/>
                </a:solidFill>
                <a:latin typeface="+mn-lt"/>
                <a:ea typeface="+mj-ea"/>
              </a:rPr>
              <a:t>的</a:t>
            </a:r>
            <a:r>
              <a:rPr lang="en-US" altLang="zh-CN" sz="2000" dirty="0">
                <a:solidFill>
                  <a:schemeClr val="tx1"/>
                </a:solidFill>
              </a:rPr>
              <a:t>C++</a:t>
            </a:r>
            <a:r>
              <a:rPr lang="zh-CN" altLang="en-US" sz="2000" dirty="0" smtClean="0">
                <a:solidFill>
                  <a:schemeClr val="tx1"/>
                </a:solidFill>
                <a:latin typeface="+mn-lt"/>
                <a:ea typeface="+mj-ea"/>
              </a:rPr>
              <a:t>标准</a:t>
            </a:r>
            <a:r>
              <a:rPr lang="zh-CN" altLang="en-US" sz="2000" dirty="0">
                <a:solidFill>
                  <a:schemeClr val="tx1"/>
                </a:solidFill>
                <a:latin typeface="+mn-lt"/>
                <a:ea typeface="+mj-ea"/>
              </a:rPr>
              <a:t>。</a:t>
            </a:r>
            <a:endParaRPr lang="zh-CN" altLang="en-US" sz="2000" dirty="0">
              <a:solidFill>
                <a:schemeClr val="tx1"/>
              </a:solidFill>
              <a:latin typeface="+mn-lt"/>
              <a:ea typeface="+mj-ea"/>
            </a:endParaRPr>
          </a:p>
          <a:p>
            <a:pPr marL="895350" lvl="1" indent="-342900" algn="l">
              <a:spcBef>
                <a:spcPts val="1200"/>
              </a:spcBef>
              <a:buFont typeface="Wingdings" panose="05000000000000000000" pitchFamily="2" charset="2"/>
              <a:buChar char="l"/>
            </a:pPr>
            <a:r>
              <a:rPr lang="en-US" altLang="zh-CN" sz="2000" dirty="0">
                <a:latin typeface="+mn-lt"/>
                <a:ea typeface="+mj-ea"/>
              </a:rPr>
              <a:t>1991 </a:t>
            </a:r>
            <a:r>
              <a:rPr lang="zh-CN" altLang="en-US" sz="2000" dirty="0">
                <a:latin typeface="+mn-lt"/>
                <a:ea typeface="+mj-ea"/>
              </a:rPr>
              <a:t>年，</a:t>
            </a:r>
            <a:r>
              <a:rPr lang="zh-CN" altLang="en-US" sz="2000" dirty="0">
                <a:solidFill>
                  <a:schemeClr val="tx1"/>
                </a:solidFill>
                <a:latin typeface="+mn-lt"/>
                <a:ea typeface="+mj-ea"/>
              </a:rPr>
              <a:t>负责 </a:t>
            </a:r>
            <a:r>
              <a:rPr lang="en-US" altLang="zh-CN" sz="2000" dirty="0">
                <a:solidFill>
                  <a:schemeClr val="tx1"/>
                </a:solidFill>
                <a:latin typeface="+mn-lt"/>
                <a:ea typeface="+mj-ea"/>
              </a:rPr>
              <a:t>C++ </a:t>
            </a:r>
            <a:r>
              <a:rPr lang="zh-CN" altLang="en-US" sz="2000" dirty="0">
                <a:solidFill>
                  <a:schemeClr val="tx1"/>
                </a:solidFill>
                <a:latin typeface="+mn-lt"/>
                <a:ea typeface="+mj-ea"/>
              </a:rPr>
              <a:t>语言国际标准化的技术委员会工作组 </a:t>
            </a:r>
            <a:r>
              <a:rPr lang="en-US" altLang="zh-CN" sz="2000" dirty="0">
                <a:solidFill>
                  <a:schemeClr val="tx1"/>
                </a:solidFill>
                <a:latin typeface="+mn-lt"/>
                <a:ea typeface="+mj-ea"/>
              </a:rPr>
              <a:t>ISO/IEC JTC1/SC22/WG21 </a:t>
            </a:r>
            <a:r>
              <a:rPr lang="zh-CN" altLang="en-US" sz="2000" dirty="0">
                <a:solidFill>
                  <a:schemeClr val="tx1"/>
                </a:solidFill>
                <a:latin typeface="+mn-lt"/>
                <a:ea typeface="+mj-ea"/>
              </a:rPr>
              <a:t>召开了第一次会议，</a:t>
            </a:r>
            <a:r>
              <a:rPr lang="zh-CN" altLang="en-US" sz="2000" dirty="0">
                <a:latin typeface="+mn-lt"/>
                <a:ea typeface="+mj-ea"/>
              </a:rPr>
              <a:t>开始进行 </a:t>
            </a:r>
            <a:r>
              <a:rPr lang="en-US" altLang="zh-CN" sz="2000" dirty="0">
                <a:latin typeface="+mn-lt"/>
                <a:ea typeface="+mj-ea"/>
              </a:rPr>
              <a:t>C++ </a:t>
            </a:r>
            <a:r>
              <a:rPr lang="zh-CN" altLang="en-US" sz="2000" dirty="0">
                <a:latin typeface="+mn-lt"/>
                <a:ea typeface="+mj-ea"/>
              </a:rPr>
              <a:t>国际标准化</a:t>
            </a:r>
            <a:r>
              <a:rPr lang="zh-CN" altLang="en-US" sz="2000" dirty="0">
                <a:solidFill>
                  <a:schemeClr val="tx1"/>
                </a:solidFill>
                <a:latin typeface="+mn-lt"/>
                <a:ea typeface="+mj-ea"/>
              </a:rPr>
              <a:t>的工作。从此，</a:t>
            </a:r>
            <a:r>
              <a:rPr lang="en-US" altLang="zh-CN" sz="2000" dirty="0">
                <a:solidFill>
                  <a:schemeClr val="tx1"/>
                </a:solidFill>
                <a:latin typeface="+mn-lt"/>
                <a:ea typeface="+mj-ea"/>
              </a:rPr>
              <a:t>ANSI </a:t>
            </a:r>
            <a:r>
              <a:rPr lang="zh-CN" altLang="en-US" sz="2000" dirty="0">
                <a:solidFill>
                  <a:schemeClr val="tx1"/>
                </a:solidFill>
                <a:latin typeface="+mn-lt"/>
                <a:ea typeface="+mj-ea"/>
              </a:rPr>
              <a:t>和 </a:t>
            </a:r>
            <a:r>
              <a:rPr lang="en-US" altLang="zh-CN" sz="2000" dirty="0">
                <a:solidFill>
                  <a:schemeClr val="tx1"/>
                </a:solidFill>
                <a:latin typeface="+mn-lt"/>
                <a:ea typeface="+mj-ea"/>
              </a:rPr>
              <a:t>ISO </a:t>
            </a:r>
            <a:r>
              <a:rPr lang="zh-CN" altLang="en-US" sz="2000" dirty="0">
                <a:solidFill>
                  <a:schemeClr val="tx1"/>
                </a:solidFill>
                <a:latin typeface="+mn-lt"/>
                <a:ea typeface="+mj-ea"/>
              </a:rPr>
              <a:t>的标准化工作保持同步，互相协调。</a:t>
            </a:r>
            <a:endParaRPr lang="zh-CN" altLang="en-US" sz="2000" dirty="0">
              <a:solidFill>
                <a:schemeClr val="tx1"/>
              </a:solidFill>
              <a:latin typeface="+mn-lt"/>
              <a:ea typeface="+mj-ea"/>
            </a:endParaRPr>
          </a:p>
          <a:p>
            <a:pPr marL="895350" lvl="1" indent="-342900" algn="l">
              <a:spcBef>
                <a:spcPts val="1200"/>
              </a:spcBef>
              <a:buFont typeface="Wingdings" panose="05000000000000000000" pitchFamily="2" charset="2"/>
              <a:buChar char="l"/>
            </a:pPr>
            <a:r>
              <a:rPr lang="en-US" altLang="zh-CN" sz="2000" dirty="0">
                <a:latin typeface="+mn-lt"/>
                <a:ea typeface="+mj-ea"/>
              </a:rPr>
              <a:t>1993 </a:t>
            </a:r>
            <a:r>
              <a:rPr lang="zh-CN" altLang="en-US" sz="2000" dirty="0">
                <a:latin typeface="+mn-lt"/>
                <a:ea typeface="+mj-ea"/>
              </a:rPr>
              <a:t>年，</a:t>
            </a:r>
            <a:r>
              <a:rPr lang="en-US" altLang="zh-CN" sz="2000" dirty="0">
                <a:solidFill>
                  <a:schemeClr val="tx1"/>
                </a:solidFill>
                <a:latin typeface="+mn-lt"/>
                <a:ea typeface="+mj-ea"/>
              </a:rPr>
              <a:t>RTTI(</a:t>
            </a:r>
            <a:r>
              <a:rPr lang="zh-CN" altLang="en-US" sz="2000" dirty="0">
                <a:solidFill>
                  <a:schemeClr val="tx1"/>
                </a:solidFill>
                <a:latin typeface="+mn-lt"/>
                <a:ea typeface="+mj-ea"/>
              </a:rPr>
              <a:t>运行期类型识别</a:t>
            </a:r>
            <a:r>
              <a:rPr lang="en-US" altLang="zh-CN" sz="2000" dirty="0">
                <a:solidFill>
                  <a:schemeClr val="tx1"/>
                </a:solidFill>
                <a:latin typeface="+mn-lt"/>
                <a:ea typeface="+mj-ea"/>
              </a:rPr>
              <a:t>) </a:t>
            </a:r>
            <a:r>
              <a:rPr lang="zh-CN" altLang="en-US" sz="2000" dirty="0">
                <a:solidFill>
                  <a:schemeClr val="tx1"/>
                </a:solidFill>
                <a:latin typeface="+mn-lt"/>
                <a:ea typeface="+mj-ea"/>
              </a:rPr>
              <a:t>和 </a:t>
            </a:r>
            <a:r>
              <a:rPr lang="en-US" altLang="zh-CN" sz="2000" dirty="0">
                <a:solidFill>
                  <a:schemeClr val="tx1"/>
                </a:solidFill>
                <a:latin typeface="+mn-lt"/>
                <a:ea typeface="+mj-ea"/>
              </a:rPr>
              <a:t>Namespace(</a:t>
            </a:r>
            <a:r>
              <a:rPr lang="zh-CN" altLang="en-US" sz="2000" dirty="0">
                <a:solidFill>
                  <a:schemeClr val="tx1"/>
                </a:solidFill>
                <a:latin typeface="+mn-lt"/>
                <a:ea typeface="+mj-ea"/>
              </a:rPr>
              <a:t>名字空间</a:t>
            </a:r>
            <a:r>
              <a:rPr lang="en-US" altLang="zh-CN" sz="2000" dirty="0">
                <a:solidFill>
                  <a:schemeClr val="tx1"/>
                </a:solidFill>
                <a:latin typeface="+mn-lt"/>
                <a:ea typeface="+mj-ea"/>
              </a:rPr>
              <a:t>) </a:t>
            </a:r>
            <a:r>
              <a:rPr lang="zh-CN" altLang="en-US" sz="2000" dirty="0">
                <a:solidFill>
                  <a:schemeClr val="tx1"/>
                </a:solidFill>
                <a:latin typeface="+mn-lt"/>
                <a:ea typeface="+mj-ea"/>
              </a:rPr>
              <a:t>加入到 </a:t>
            </a:r>
            <a:r>
              <a:rPr lang="en-US" altLang="zh-CN" sz="2000" dirty="0">
                <a:solidFill>
                  <a:schemeClr val="tx1"/>
                </a:solidFill>
                <a:latin typeface="+mn-lt"/>
                <a:ea typeface="+mj-ea"/>
              </a:rPr>
              <a:t>C++ </a:t>
            </a:r>
            <a:r>
              <a:rPr lang="zh-CN" altLang="en-US" sz="2000" dirty="0">
                <a:solidFill>
                  <a:schemeClr val="tx1"/>
                </a:solidFill>
                <a:latin typeface="+mn-lt"/>
                <a:ea typeface="+mj-ea"/>
              </a:rPr>
              <a:t>中。</a:t>
            </a:r>
            <a:r>
              <a:rPr lang="en-US" altLang="zh-CN" sz="2000" dirty="0">
                <a:latin typeface="+mn-lt"/>
                <a:ea typeface="+mj-ea"/>
              </a:rPr>
              <a:t>1994 </a:t>
            </a:r>
            <a:r>
              <a:rPr lang="zh-CN" altLang="en-US" sz="2000" dirty="0">
                <a:latin typeface="+mn-lt"/>
                <a:ea typeface="+mj-ea"/>
              </a:rPr>
              <a:t>年， </a:t>
            </a:r>
            <a:r>
              <a:rPr lang="en-US" altLang="zh-CN" sz="2000" dirty="0">
                <a:latin typeface="+mn-lt"/>
                <a:ea typeface="+mj-ea"/>
              </a:rPr>
              <a:t>C++ </a:t>
            </a:r>
            <a:r>
              <a:rPr lang="zh-CN" altLang="en-US" sz="2000" dirty="0">
                <a:latin typeface="+mn-lt"/>
                <a:ea typeface="+mj-ea"/>
              </a:rPr>
              <a:t>标准草案出台</a:t>
            </a:r>
            <a:r>
              <a:rPr lang="zh-CN" altLang="en-US" sz="2000" dirty="0">
                <a:solidFill>
                  <a:schemeClr val="tx1"/>
                </a:solidFill>
                <a:latin typeface="+mn-lt"/>
                <a:ea typeface="+mj-ea"/>
              </a:rPr>
              <a:t>。 </a:t>
            </a:r>
            <a:r>
              <a:rPr lang="en-US" altLang="zh-CN" sz="2000" dirty="0" err="1">
                <a:solidFill>
                  <a:schemeClr val="tx1"/>
                </a:solidFill>
                <a:latin typeface="+mn-lt"/>
                <a:ea typeface="+mj-ea"/>
              </a:rPr>
              <a:t>B.Stroustrup</a:t>
            </a:r>
            <a:r>
              <a:rPr lang="en-US" altLang="zh-CN" sz="2000" dirty="0">
                <a:solidFill>
                  <a:schemeClr val="tx1"/>
                </a:solidFill>
                <a:latin typeface="+mn-lt"/>
                <a:ea typeface="+mj-ea"/>
              </a:rPr>
              <a:t> </a:t>
            </a:r>
            <a:r>
              <a:rPr lang="zh-CN" altLang="en-US" sz="2000" dirty="0">
                <a:solidFill>
                  <a:schemeClr val="tx1"/>
                </a:solidFill>
                <a:latin typeface="+mn-lt"/>
                <a:ea typeface="+mj-ea"/>
              </a:rPr>
              <a:t>出版了</a:t>
            </a:r>
            <a:r>
              <a:rPr lang="en-US" altLang="zh-CN" sz="2000" dirty="0">
                <a:solidFill>
                  <a:schemeClr val="tx1"/>
                </a:solidFill>
                <a:latin typeface="+mn-lt"/>
                <a:ea typeface="+mj-ea"/>
              </a:rPr>
              <a:t>《The Design and Evolution of C++》(</a:t>
            </a:r>
            <a:r>
              <a:rPr lang="zh-CN" altLang="en-US" sz="2000" dirty="0">
                <a:solidFill>
                  <a:schemeClr val="tx1"/>
                </a:solidFill>
                <a:latin typeface="+mn-lt"/>
                <a:ea typeface="+mj-ea"/>
              </a:rPr>
              <a:t>简称 </a:t>
            </a:r>
            <a:r>
              <a:rPr lang="en-US" altLang="zh-CN" sz="2000" dirty="0">
                <a:solidFill>
                  <a:schemeClr val="tx1"/>
                </a:solidFill>
                <a:latin typeface="+mn-lt"/>
                <a:ea typeface="+mj-ea"/>
              </a:rPr>
              <a:t>D&amp;E)</a:t>
            </a:r>
            <a:r>
              <a:rPr lang="zh-CN" altLang="en-US" sz="2000" dirty="0">
                <a:solidFill>
                  <a:schemeClr val="tx1"/>
                </a:solidFill>
                <a:latin typeface="+mn-lt"/>
                <a:ea typeface="+mj-ea"/>
              </a:rPr>
              <a:t>。</a:t>
            </a:r>
            <a:endParaRPr lang="zh-CN" altLang="en-US" sz="2000" dirty="0">
              <a:solidFill>
                <a:schemeClr val="tx1"/>
              </a:solidFill>
              <a:latin typeface="+mn-lt"/>
              <a:ea typeface="+mj-ea"/>
            </a:endParaRPr>
          </a:p>
          <a:p>
            <a:pPr marL="895350" lvl="1" indent="-342900" algn="l">
              <a:spcBef>
                <a:spcPts val="1200"/>
              </a:spcBef>
              <a:buFont typeface="Wingdings" panose="05000000000000000000" pitchFamily="2" charset="2"/>
              <a:buChar char="l"/>
            </a:pPr>
            <a:r>
              <a:rPr lang="en-US" altLang="zh-CN" sz="2000" dirty="0">
                <a:latin typeface="+mn-lt"/>
                <a:ea typeface="+mj-ea"/>
              </a:rPr>
              <a:t>1998 </a:t>
            </a:r>
            <a:r>
              <a:rPr lang="zh-CN" altLang="en-US" sz="2000" dirty="0">
                <a:latin typeface="+mn-lt"/>
                <a:ea typeface="+mj-ea"/>
              </a:rPr>
              <a:t>年</a:t>
            </a:r>
            <a:r>
              <a:rPr lang="zh-CN" altLang="en-US" sz="2000" dirty="0"/>
              <a:t>，</a:t>
            </a:r>
            <a:r>
              <a:rPr lang="en-US" altLang="zh-CN" sz="2000" dirty="0">
                <a:solidFill>
                  <a:schemeClr val="tx1"/>
                </a:solidFill>
                <a:latin typeface="+mn-lt"/>
                <a:ea typeface="+mj-ea"/>
              </a:rPr>
              <a:t>ANSI </a:t>
            </a:r>
            <a:r>
              <a:rPr lang="zh-CN" altLang="en-US" sz="2000" dirty="0">
                <a:solidFill>
                  <a:schemeClr val="tx1"/>
                </a:solidFill>
                <a:latin typeface="+mn-lt"/>
                <a:ea typeface="+mj-ea"/>
              </a:rPr>
              <a:t>和 </a:t>
            </a:r>
            <a:r>
              <a:rPr lang="en-US" altLang="zh-CN" sz="2000" dirty="0">
                <a:solidFill>
                  <a:schemeClr val="tx1"/>
                </a:solidFill>
                <a:latin typeface="+mn-lt"/>
                <a:ea typeface="+mj-ea"/>
              </a:rPr>
              <a:t>ISO </a:t>
            </a:r>
            <a:r>
              <a:rPr lang="zh-CN" altLang="en-US" sz="2000" dirty="0">
                <a:solidFill>
                  <a:schemeClr val="tx1"/>
                </a:solidFill>
                <a:latin typeface="+mn-lt"/>
                <a:ea typeface="+mj-ea"/>
              </a:rPr>
              <a:t>终于先后</a:t>
            </a:r>
            <a:r>
              <a:rPr lang="zh-CN" altLang="en-US" sz="2000" dirty="0">
                <a:latin typeface="+mn-lt"/>
                <a:ea typeface="+mj-ea"/>
              </a:rPr>
              <a:t>批准 </a:t>
            </a:r>
            <a:r>
              <a:rPr lang="en-US" altLang="zh-CN" sz="2000" dirty="0">
                <a:latin typeface="+mn-lt"/>
                <a:ea typeface="+mj-ea"/>
              </a:rPr>
              <a:t>C++ </a:t>
            </a:r>
            <a:r>
              <a:rPr lang="zh-CN" altLang="en-US" sz="2000" dirty="0">
                <a:latin typeface="+mn-lt"/>
                <a:ea typeface="+mj-ea"/>
              </a:rPr>
              <a:t>语言成为美国国家标准和国际标准。</a:t>
            </a:r>
            <a:endParaRPr lang="en-US" altLang="zh-CN" sz="2000" dirty="0">
              <a:latin typeface="+mn-lt"/>
              <a:ea typeface="+mj-ea"/>
            </a:endParaRPr>
          </a:p>
          <a:p>
            <a:pPr marL="895350" lvl="1" indent="-342900" algn="l">
              <a:spcBef>
                <a:spcPts val="1200"/>
              </a:spcBef>
              <a:buFont typeface="Wingdings" panose="05000000000000000000" pitchFamily="2" charset="2"/>
              <a:buChar char="l"/>
            </a:pPr>
            <a:r>
              <a:rPr lang="en-US" altLang="zh-CN" sz="2000" dirty="0">
                <a:latin typeface="+mn-lt"/>
                <a:ea typeface="+mj-ea"/>
              </a:rPr>
              <a:t>2011</a:t>
            </a:r>
            <a:r>
              <a:rPr lang="zh-CN" altLang="en-US" sz="2000" dirty="0">
                <a:latin typeface="+mn-lt"/>
                <a:ea typeface="+mj-ea"/>
              </a:rPr>
              <a:t>年，</a:t>
            </a:r>
            <a:r>
              <a:rPr lang="en-US" altLang="zh-CN" sz="2000" dirty="0">
                <a:latin typeface="+mn-lt"/>
                <a:ea typeface="+mj-ea"/>
              </a:rPr>
              <a:t>ISO</a:t>
            </a:r>
            <a:r>
              <a:rPr lang="zh-CN" altLang="en-US" sz="2000" dirty="0">
                <a:latin typeface="+mn-lt"/>
                <a:ea typeface="+mj-ea"/>
              </a:rPr>
              <a:t>发布</a:t>
            </a:r>
            <a:r>
              <a:rPr lang="en-US" altLang="zh-CN" sz="2000" dirty="0">
                <a:latin typeface="+mn-lt"/>
                <a:ea typeface="+mj-ea"/>
              </a:rPr>
              <a:t>C++11</a:t>
            </a:r>
            <a:r>
              <a:rPr lang="zh-CN" altLang="en-US" sz="2000" dirty="0">
                <a:latin typeface="+mn-lt"/>
                <a:ea typeface="+mj-ea"/>
              </a:rPr>
              <a:t>标准。</a:t>
            </a:r>
            <a:r>
              <a:rPr lang="zh-CN" altLang="en-US" sz="2000" dirty="0" smtClean="0">
                <a:solidFill>
                  <a:schemeClr val="tx1"/>
                </a:solidFill>
                <a:latin typeface="+mn-lt"/>
                <a:ea typeface="+mj-ea"/>
              </a:rPr>
              <a:t>并于</a:t>
            </a:r>
            <a:r>
              <a:rPr lang="en-US" altLang="zh-CN" sz="2000" dirty="0" smtClean="0">
                <a:solidFill>
                  <a:schemeClr val="tx1"/>
                </a:solidFill>
                <a:latin typeface="+mn-lt"/>
                <a:ea typeface="+mj-ea"/>
              </a:rPr>
              <a:t>2014</a:t>
            </a:r>
            <a:r>
              <a:rPr lang="zh-CN" altLang="en-US" sz="2000" dirty="0" smtClean="0">
                <a:solidFill>
                  <a:schemeClr val="tx1"/>
                </a:solidFill>
                <a:latin typeface="+mn-lt"/>
                <a:ea typeface="+mj-ea"/>
              </a:rPr>
              <a:t>年发布</a:t>
            </a:r>
            <a:r>
              <a:rPr lang="en-US" altLang="zh-CN" sz="2000" dirty="0" smtClean="0">
                <a:solidFill>
                  <a:schemeClr val="tx1"/>
                </a:solidFill>
                <a:latin typeface="+mn-lt"/>
                <a:ea typeface="+mj-ea"/>
              </a:rPr>
              <a:t>C++14</a:t>
            </a:r>
            <a:r>
              <a:rPr lang="zh-CN" altLang="en-US" sz="2000" dirty="0" smtClean="0">
                <a:solidFill>
                  <a:schemeClr val="tx1"/>
                </a:solidFill>
                <a:latin typeface="+mn-lt"/>
                <a:ea typeface="+mj-ea"/>
              </a:rPr>
              <a:t>，作为</a:t>
            </a:r>
            <a:r>
              <a:rPr lang="en-US" altLang="zh-CN" sz="2000" dirty="0" smtClean="0">
                <a:solidFill>
                  <a:schemeClr val="tx1"/>
                </a:solidFill>
                <a:latin typeface="+mn-lt"/>
                <a:ea typeface="+mj-ea"/>
              </a:rPr>
              <a:t>C++ 11</a:t>
            </a:r>
            <a:r>
              <a:rPr lang="zh-CN" altLang="en-US" sz="2000" dirty="0" smtClean="0">
                <a:solidFill>
                  <a:schemeClr val="tx1"/>
                </a:solidFill>
                <a:latin typeface="+mn-lt"/>
                <a:ea typeface="+mj-ea"/>
              </a:rPr>
              <a:t>的小扩展。</a:t>
            </a:r>
            <a:endParaRPr lang="en-US" altLang="zh-CN" sz="2000" dirty="0">
              <a:solidFill>
                <a:schemeClr val="tx1"/>
              </a:solidFill>
              <a:latin typeface="华文琥珀" panose="02010800040101010101" pitchFamily="2" charset="-122"/>
              <a:ea typeface="华文琥珀" panose="02010800040101010101" pitchFamily="2" charset="-122"/>
            </a:endParaRPr>
          </a:p>
        </p:txBody>
      </p:sp>
      <p:pic>
        <p:nvPicPr>
          <p:cNvPr id="6" name="图片 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521011" y="8470"/>
            <a:ext cx="1607284" cy="1171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9" name="Rectangle 2"/>
          <p:cNvSpPr>
            <a:spLocks noGrp="1" noChangeArrowheads="1"/>
          </p:cNvSpPr>
          <p:nvPr>
            <p:ph type="body" idx="1"/>
          </p:nvPr>
        </p:nvSpPr>
        <p:spPr>
          <a:xfrm>
            <a:off x="504825" y="528638"/>
            <a:ext cx="8277225" cy="560387"/>
          </a:xfrm>
        </p:spPr>
        <p:txBody>
          <a:bodyPr/>
          <a:lstStyle/>
          <a:p>
            <a:pPr marL="0" indent="0" algn="ctr" eaLnBrk="1" hangingPunct="1">
              <a:buFont typeface="Wingdings" panose="05000000000000000000" pitchFamily="2" charset="2"/>
              <a:buNone/>
            </a:pPr>
            <a:r>
              <a:rPr lang="en-US" altLang="zh-CN" b="1" i="1" dirty="0" smtClean="0">
                <a:effectLst>
                  <a:outerShdw blurRad="38100" dist="38100" dir="2700000" algn="tl">
                    <a:srgbClr val="000000"/>
                  </a:outerShdw>
                </a:effectLst>
                <a:ea typeface="华文行楷" panose="02010800040101010101" pitchFamily="2" charset="-122"/>
              </a:rPr>
              <a:t>2.1.1    </a:t>
            </a:r>
            <a:r>
              <a:rPr lang="en-US" altLang="zh-CN" b="1" i="1" dirty="0">
                <a:effectLst>
                  <a:outerShdw blurRad="38100" dist="38100" dir="2700000" algn="tl">
                    <a:srgbClr val="000000"/>
                  </a:outerShdw>
                </a:effectLst>
                <a:ea typeface="华文行楷" panose="02010800040101010101" pitchFamily="2" charset="-122"/>
              </a:rPr>
              <a:t>C</a:t>
            </a:r>
            <a:r>
              <a:rPr lang="en-US" altLang="zh-CN" b="1" i="1" dirty="0" smtClean="0">
                <a:effectLst>
                  <a:outerShdw blurRad="38100" dist="38100" dir="2700000" algn="tl">
                    <a:srgbClr val="000000"/>
                  </a:outerShdw>
                </a:effectLst>
                <a:ea typeface="华文行楷" panose="02010800040101010101" pitchFamily="2" charset="-122"/>
              </a:rPr>
              <a:t>++</a:t>
            </a:r>
            <a:r>
              <a:rPr lang="zh-CN" altLang="en-US" b="1" i="1" dirty="0" smtClean="0">
                <a:effectLst>
                  <a:outerShdw blurRad="38100" dist="38100" dir="2700000" algn="tl">
                    <a:srgbClr val="000000"/>
                  </a:outerShdw>
                </a:effectLst>
                <a:ea typeface="华文行楷" panose="02010800040101010101" pitchFamily="2" charset="-122"/>
              </a:rPr>
              <a:t>语言的产生（典型</a:t>
            </a:r>
            <a:r>
              <a:rPr lang="zh-CN" altLang="en-US" b="1" i="1" dirty="0">
                <a:effectLst>
                  <a:outerShdw blurRad="38100" dist="38100" dir="2700000" algn="tl">
                    <a:srgbClr val="000000"/>
                  </a:outerShdw>
                </a:effectLst>
                <a:ea typeface="华文行楷" panose="02010800040101010101" pitchFamily="2" charset="-122"/>
              </a:rPr>
              <a:t>事件）</a:t>
            </a:r>
            <a:endParaRPr lang="zh-CN" altLang="en-US" b="1" i="1" dirty="0">
              <a:effectLst>
                <a:outerShdw blurRad="38100" dist="38100" dir="2700000" algn="tl">
                  <a:srgbClr val="000000"/>
                </a:outerShdw>
              </a:effectLst>
              <a:ea typeface="华文行楷" panose="02010800040101010101" pitchFamily="2" charset="-122"/>
            </a:endParaRPr>
          </a:p>
        </p:txBody>
      </p:sp>
      <p:sp>
        <p:nvSpPr>
          <p:cNvPr id="50180" name="Rectangle 5"/>
          <p:cNvSpPr>
            <a:spLocks noChangeArrowheads="1"/>
          </p:cNvSpPr>
          <p:nvPr/>
        </p:nvSpPr>
        <p:spPr bwMode="auto">
          <a:xfrm>
            <a:off x="577849" y="1772816"/>
            <a:ext cx="8131175" cy="3212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marL="190500" indent="-190500">
              <a:spcBef>
                <a:spcPct val="10000"/>
              </a:spcBef>
              <a:buClr>
                <a:srgbClr val="00FF00"/>
              </a:buClr>
              <a:buSzPct val="85000"/>
              <a:buFont typeface="Wingdings" panose="05000000000000000000" pitchFamily="2" charset="2"/>
              <a:buChar char="v"/>
              <a:defRPr kumimoji="1" sz="2400" b="1">
                <a:solidFill>
                  <a:srgbClr val="FFFF00"/>
                </a:solidFill>
                <a:latin typeface="Times New Roman" panose="02020603050405020304" pitchFamily="18" charset="0"/>
                <a:ea typeface="宋体" panose="02010600030101010101" pitchFamily="2" charset="-122"/>
              </a:defRPr>
            </a:lvl1pPr>
            <a:lvl2pPr marL="742950" indent="-285750">
              <a:spcBef>
                <a:spcPct val="10000"/>
              </a:spcBef>
              <a:buClr>
                <a:srgbClr val="00FF00"/>
              </a:buClr>
              <a:buSzPct val="85000"/>
              <a:buFont typeface="Wingdings" panose="05000000000000000000" pitchFamily="2" charset="2"/>
              <a:buChar char="Ø"/>
              <a:defRPr kumimoji="1" sz="2400" b="1">
                <a:solidFill>
                  <a:srgbClr val="FFFF00"/>
                </a:solidFill>
                <a:latin typeface="Times New Roman" panose="02020603050405020304" pitchFamily="18" charset="0"/>
                <a:ea typeface="宋体" panose="02010600030101010101" pitchFamily="2" charset="-122"/>
              </a:defRPr>
            </a:lvl2pPr>
            <a:lvl3pPr marL="1143000" indent="-228600">
              <a:spcBef>
                <a:spcPct val="20000"/>
              </a:spcBef>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3pPr>
            <a:lvl4pPr marL="1600200" indent="-228600">
              <a:spcBef>
                <a:spcPct val="20000"/>
              </a:spcBef>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4pPr>
            <a:lvl5pPr marL="2057400" indent="-228600">
              <a:spcBef>
                <a:spcPct val="20000"/>
              </a:spcBef>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00FF00"/>
              </a:buClr>
              <a:buFont typeface="Wingdings" panose="05000000000000000000" pitchFamily="2" charset="2"/>
              <a:buChar char="s"/>
              <a:defRPr kumimoji="1" sz="3200" b="1">
                <a:solidFill>
                  <a:srgbClr val="FFFF00"/>
                </a:solidFill>
                <a:latin typeface="Times New Roman" panose="02020603050405020304" pitchFamily="18" charset="0"/>
                <a:ea typeface="宋体" panose="02010600030101010101" pitchFamily="2" charset="-122"/>
              </a:defRPr>
            </a:lvl9pPr>
          </a:lstStyle>
          <a:p>
            <a:pPr marL="895350" lvl="1" indent="-342900" algn="l">
              <a:spcBef>
                <a:spcPts val="1200"/>
              </a:spcBef>
              <a:buClrTx/>
              <a:buSzTx/>
              <a:buFont typeface="Wingdings" panose="05000000000000000000" pitchFamily="2" charset="2"/>
              <a:buChar char="l"/>
            </a:pPr>
            <a:endParaRPr lang="zh-CN" altLang="en-US" sz="2000" b="0" dirty="0">
              <a:solidFill>
                <a:srgbClr val="FFFFFF"/>
              </a:solidFill>
              <a:latin typeface="Times New Roman" panose="02020603050405020304"/>
              <a:ea typeface="隶书" panose="02010509060101010101" pitchFamily="49" charset="-122"/>
            </a:endParaRPr>
          </a:p>
          <a:p>
            <a:pPr marL="457200" lvl="0" indent="-457200" algn="l">
              <a:spcBef>
                <a:spcPts val="1200"/>
              </a:spcBef>
              <a:buClr>
                <a:srgbClr val="00B050"/>
              </a:buClr>
              <a:buSzTx/>
              <a:buFont typeface="+mj-ea"/>
              <a:buAutoNum type="circleNumDbPlain" startAt="6"/>
            </a:pPr>
            <a:r>
              <a:rPr lang="en-US" altLang="zh-CN" dirty="0">
                <a:solidFill>
                  <a:schemeClr val="tx1"/>
                </a:solidFill>
                <a:latin typeface="+mn-lt"/>
                <a:ea typeface="+mj-ea"/>
              </a:rPr>
              <a:t>1990 </a:t>
            </a:r>
            <a:r>
              <a:rPr lang="zh-CN" altLang="en-US" dirty="0">
                <a:solidFill>
                  <a:schemeClr val="tx1"/>
                </a:solidFill>
                <a:latin typeface="+mn-lt"/>
                <a:ea typeface="+mj-ea"/>
              </a:rPr>
              <a:t>年， </a:t>
            </a:r>
            <a:r>
              <a:rPr lang="en-US" altLang="zh-CN" dirty="0">
                <a:solidFill>
                  <a:schemeClr val="tx1"/>
                </a:solidFill>
                <a:latin typeface="+mn-lt"/>
                <a:ea typeface="+mj-ea"/>
              </a:rPr>
              <a:t>Template(</a:t>
            </a:r>
            <a:r>
              <a:rPr lang="zh-CN" altLang="en-US" dirty="0">
                <a:solidFill>
                  <a:schemeClr val="tx1"/>
                </a:solidFill>
                <a:latin typeface="+mn-lt"/>
                <a:ea typeface="+mj-ea"/>
              </a:rPr>
              <a:t>模板</a:t>
            </a:r>
            <a:r>
              <a:rPr lang="en-US" altLang="zh-CN" dirty="0">
                <a:solidFill>
                  <a:schemeClr val="tx1"/>
                </a:solidFill>
                <a:latin typeface="+mn-lt"/>
                <a:ea typeface="+mj-ea"/>
              </a:rPr>
              <a:t>) </a:t>
            </a:r>
            <a:r>
              <a:rPr lang="zh-CN" altLang="en-US" dirty="0">
                <a:solidFill>
                  <a:schemeClr val="tx1"/>
                </a:solidFill>
                <a:latin typeface="+mn-lt"/>
                <a:ea typeface="+mj-ea"/>
              </a:rPr>
              <a:t>和 </a:t>
            </a:r>
            <a:r>
              <a:rPr lang="en-US" altLang="zh-CN" dirty="0">
                <a:solidFill>
                  <a:schemeClr val="tx1"/>
                </a:solidFill>
                <a:latin typeface="+mn-lt"/>
                <a:ea typeface="+mj-ea"/>
              </a:rPr>
              <a:t>Exception(</a:t>
            </a:r>
            <a:r>
              <a:rPr lang="zh-CN" altLang="en-US" dirty="0">
                <a:solidFill>
                  <a:schemeClr val="tx1"/>
                </a:solidFill>
                <a:latin typeface="+mn-lt"/>
                <a:ea typeface="+mj-ea"/>
              </a:rPr>
              <a:t>异常</a:t>
            </a:r>
            <a:r>
              <a:rPr lang="en-US" altLang="zh-CN" dirty="0">
                <a:solidFill>
                  <a:schemeClr val="tx1"/>
                </a:solidFill>
                <a:latin typeface="+mn-lt"/>
                <a:ea typeface="+mj-ea"/>
              </a:rPr>
              <a:t>) </a:t>
            </a:r>
            <a:r>
              <a:rPr lang="zh-CN" altLang="en-US" dirty="0">
                <a:solidFill>
                  <a:schemeClr val="tx1"/>
                </a:solidFill>
                <a:latin typeface="+mn-lt"/>
                <a:ea typeface="+mj-ea"/>
              </a:rPr>
              <a:t>加入到了 </a:t>
            </a:r>
            <a:r>
              <a:rPr lang="en-US" altLang="zh-CN" dirty="0">
                <a:solidFill>
                  <a:schemeClr val="tx1"/>
                </a:solidFill>
                <a:latin typeface="+mn-lt"/>
                <a:ea typeface="+mj-ea"/>
              </a:rPr>
              <a:t>C++ </a:t>
            </a:r>
            <a:r>
              <a:rPr lang="zh-CN" altLang="en-US" dirty="0">
                <a:solidFill>
                  <a:schemeClr val="tx1"/>
                </a:solidFill>
                <a:latin typeface="+mn-lt"/>
                <a:ea typeface="+mj-ea"/>
              </a:rPr>
              <a:t>中， 使 </a:t>
            </a:r>
            <a:r>
              <a:rPr lang="en-US" altLang="zh-CN" dirty="0">
                <a:solidFill>
                  <a:schemeClr val="tx1"/>
                </a:solidFill>
                <a:latin typeface="+mn-lt"/>
                <a:ea typeface="+mj-ea"/>
              </a:rPr>
              <a:t>C++ </a:t>
            </a:r>
            <a:r>
              <a:rPr lang="zh-CN" altLang="en-US" dirty="0">
                <a:solidFill>
                  <a:schemeClr val="tx1"/>
                </a:solidFill>
                <a:latin typeface="+mn-lt"/>
                <a:ea typeface="+mj-ea"/>
              </a:rPr>
              <a:t>具备了泛型编程</a:t>
            </a:r>
            <a:r>
              <a:rPr lang="en-US" altLang="zh-CN" dirty="0">
                <a:solidFill>
                  <a:schemeClr val="tx1"/>
                </a:solidFill>
                <a:latin typeface="+mn-lt"/>
                <a:ea typeface="+mj-ea"/>
              </a:rPr>
              <a:t>(Generic Programming)</a:t>
            </a:r>
            <a:r>
              <a:rPr lang="zh-CN" altLang="en-US" dirty="0">
                <a:solidFill>
                  <a:schemeClr val="tx1"/>
                </a:solidFill>
                <a:latin typeface="+mn-lt"/>
                <a:ea typeface="+mj-ea"/>
              </a:rPr>
              <a:t>和更好的运行期错误处理方式。</a:t>
            </a:r>
            <a:r>
              <a:rPr lang="zh-CN" altLang="en-US" sz="2000" b="0" dirty="0">
                <a:solidFill>
                  <a:srgbClr val="FFFFFF"/>
                </a:solidFill>
                <a:latin typeface="方正舒体" panose="02010601030101010101" pitchFamily="2" charset="-122"/>
                <a:ea typeface="方正舒体" panose="02010601030101010101" pitchFamily="2" charset="-122"/>
              </a:rPr>
              <a:t>注：</a:t>
            </a:r>
            <a:r>
              <a:rPr lang="en-US" altLang="zh-CN" sz="2000" b="0" dirty="0">
                <a:solidFill>
                  <a:srgbClr val="FFFFFF"/>
                </a:solidFill>
                <a:latin typeface="方正舒体" panose="02010601030101010101" pitchFamily="2" charset="-122"/>
                <a:ea typeface="方正舒体" panose="02010601030101010101" pitchFamily="2" charset="-122"/>
              </a:rPr>
              <a:t>Generic  &amp; Universal </a:t>
            </a:r>
            <a:r>
              <a:rPr lang="zh-CN" altLang="en-US" sz="2000" b="0" dirty="0">
                <a:solidFill>
                  <a:srgbClr val="FFFFFF"/>
                </a:solidFill>
                <a:latin typeface="方正舒体" panose="02010601030101010101" pitchFamily="2" charset="-122"/>
                <a:ea typeface="方正舒体" panose="02010601030101010101" pitchFamily="2" charset="-122"/>
              </a:rPr>
              <a:t>翻译为</a:t>
            </a:r>
            <a:r>
              <a:rPr lang="zh-CN" altLang="en-US" sz="2000" b="0" dirty="0" smtClean="0">
                <a:solidFill>
                  <a:srgbClr val="FFFFFF"/>
                </a:solidFill>
                <a:latin typeface="华文琥珀" panose="02010800040101010101" pitchFamily="2" charset="-122"/>
                <a:ea typeface="华文琥珀" panose="02010800040101010101" pitchFamily="2" charset="-122"/>
              </a:rPr>
              <a:t>泛</a:t>
            </a:r>
            <a:endParaRPr lang="en-US" altLang="zh-CN" sz="2000" b="0" dirty="0" smtClean="0">
              <a:solidFill>
                <a:srgbClr val="FFFFFF"/>
              </a:solidFill>
              <a:latin typeface="华文琥珀" panose="02010800040101010101" pitchFamily="2" charset="-122"/>
              <a:ea typeface="华文琥珀" panose="02010800040101010101" pitchFamily="2" charset="-122"/>
            </a:endParaRPr>
          </a:p>
          <a:p>
            <a:pPr marL="457200" lvl="0" indent="-457200" algn="l">
              <a:spcBef>
                <a:spcPts val="1200"/>
              </a:spcBef>
              <a:buClr>
                <a:srgbClr val="00B050"/>
              </a:buClr>
              <a:buSzTx/>
              <a:buFont typeface="+mj-ea"/>
              <a:buAutoNum type="circleNumDbPlain" startAt="6"/>
            </a:pPr>
            <a:r>
              <a:rPr lang="en-US" altLang="zh-CN" dirty="0" smtClean="0">
                <a:latin typeface="+mn-lt"/>
                <a:ea typeface="+mj-ea"/>
              </a:rPr>
              <a:t>2000 </a:t>
            </a:r>
            <a:r>
              <a:rPr lang="zh-CN" altLang="en-US" dirty="0">
                <a:latin typeface="+mn-lt"/>
                <a:ea typeface="+mj-ea"/>
              </a:rPr>
              <a:t>年，</a:t>
            </a:r>
            <a:r>
              <a:rPr lang="en-US" altLang="zh-CN" dirty="0" err="1">
                <a:latin typeface="+mn-lt"/>
                <a:ea typeface="+mj-ea"/>
              </a:rPr>
              <a:t>B.Stroustrup</a:t>
            </a:r>
            <a:r>
              <a:rPr lang="en-US" altLang="zh-CN" dirty="0">
                <a:latin typeface="+mn-lt"/>
                <a:ea typeface="+mj-ea"/>
              </a:rPr>
              <a:t> </a:t>
            </a:r>
            <a:r>
              <a:rPr lang="zh-CN" altLang="en-US" dirty="0">
                <a:latin typeface="+mn-lt"/>
                <a:ea typeface="+mj-ea"/>
              </a:rPr>
              <a:t>推出了 </a:t>
            </a:r>
            <a:r>
              <a:rPr lang="en-US" altLang="zh-CN" dirty="0">
                <a:latin typeface="+mn-lt"/>
                <a:ea typeface="+mj-ea"/>
              </a:rPr>
              <a:t>《The C++ Programming Language》</a:t>
            </a:r>
            <a:r>
              <a:rPr lang="zh-CN" altLang="en-US" dirty="0">
                <a:latin typeface="+mn-lt"/>
                <a:ea typeface="+mj-ea"/>
              </a:rPr>
              <a:t>特别版</a:t>
            </a:r>
            <a:r>
              <a:rPr lang="en-US" altLang="zh-CN" dirty="0">
                <a:solidFill>
                  <a:schemeClr val="tx1"/>
                </a:solidFill>
                <a:latin typeface="+mn-lt"/>
                <a:ea typeface="+mj-ea"/>
              </a:rPr>
              <a:t>(Special Edition)</a:t>
            </a:r>
            <a:r>
              <a:rPr lang="zh-CN" altLang="en-US" dirty="0">
                <a:solidFill>
                  <a:schemeClr val="tx1"/>
                </a:solidFill>
                <a:latin typeface="+mn-lt"/>
                <a:ea typeface="+mj-ea"/>
              </a:rPr>
              <a:t>，书中内容根据 </a:t>
            </a:r>
            <a:r>
              <a:rPr lang="en-US" altLang="zh-CN" dirty="0">
                <a:solidFill>
                  <a:schemeClr val="tx1"/>
                </a:solidFill>
                <a:latin typeface="+mn-lt"/>
                <a:ea typeface="+mj-ea"/>
              </a:rPr>
              <a:t>C++ </a:t>
            </a:r>
            <a:r>
              <a:rPr lang="zh-CN" altLang="en-US" dirty="0">
                <a:solidFill>
                  <a:schemeClr val="tx1"/>
                </a:solidFill>
                <a:latin typeface="+mn-lt"/>
                <a:ea typeface="+mj-ea"/>
              </a:rPr>
              <a:t>标准进行了更新。</a:t>
            </a:r>
            <a:endParaRPr lang="zh-CN" altLang="en-US" dirty="0">
              <a:solidFill>
                <a:schemeClr val="tx1"/>
              </a:solidFill>
              <a:latin typeface="+mn-lt"/>
              <a:ea typeface="+mj-ea"/>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0066" name="Object 2"/>
          <p:cNvGraphicFramePr>
            <a:graphicFrameLocks noChangeAspect="1"/>
          </p:cNvGraphicFramePr>
          <p:nvPr/>
        </p:nvGraphicFramePr>
        <p:xfrm>
          <a:off x="0" y="5486400"/>
          <a:ext cx="1524000" cy="1371600"/>
        </p:xfrm>
        <a:graphic>
          <a:graphicData uri="http://schemas.openxmlformats.org/presentationml/2006/ole">
            <mc:AlternateContent xmlns:mc="http://schemas.openxmlformats.org/markup-compatibility/2006">
              <mc:Choice xmlns:v="urn:schemas-microsoft-com:vml" Requires="v">
                <p:oleObj spid="_x0000_s605268" name="剪辑" r:id="rId1" imgW="685800" imgH="586740" progId="">
                  <p:embed/>
                </p:oleObj>
              </mc:Choice>
              <mc:Fallback>
                <p:oleObj name="剪辑" r:id="rId1" imgW="685800" imgH="586740" progId="">
                  <p:embed/>
                  <p:pic>
                    <p:nvPicPr>
                      <p:cNvPr id="0" name="图片 60526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486400"/>
                        <a:ext cx="1524000" cy="137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0070" name="Text Box 6"/>
          <p:cNvSpPr txBox="1">
            <a:spLocks noChangeArrowheads="1"/>
          </p:cNvSpPr>
          <p:nvPr/>
        </p:nvSpPr>
        <p:spPr bwMode="auto">
          <a:xfrm>
            <a:off x="557808" y="260648"/>
            <a:ext cx="8244408" cy="923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sy="50000" rotWithShape="0">
                    <a:srgbClr val="875B0D"/>
                  </a:outerShdw>
                </a:effectLst>
              </a14:hiddenEffects>
            </a:ext>
          </a:extLst>
        </p:spPr>
        <p:txBody>
          <a:bodyPr wrap="square" anchor="ctr">
            <a:spAutoFit/>
          </a:bodyPr>
          <a:lstStyle/>
          <a:p>
            <a:pPr>
              <a:spcBef>
                <a:spcPct val="50000"/>
              </a:spcBef>
            </a:pPr>
            <a:r>
              <a:rPr lang="en-US" altLang="zh-CN" sz="4000" b="1" dirty="0" smtClean="0">
                <a:solidFill>
                  <a:srgbClr val="FFFF00"/>
                </a:solidFill>
                <a:effectLst>
                  <a:outerShdw blurRad="38100" dist="38100" dir="2700000" algn="tl">
                    <a:srgbClr val="000000"/>
                  </a:outerShdw>
                </a:effectLst>
                <a:latin typeface="+mj-lt"/>
                <a:ea typeface="黑体" panose="02010609060101010101" pitchFamily="49" charset="-122"/>
              </a:rPr>
              <a:t>Unit 02   </a:t>
            </a:r>
            <a:r>
              <a:rPr lang="zh-CN" altLang="en-US" sz="5400" b="1" dirty="0" smtClean="0">
                <a:solidFill>
                  <a:schemeClr val="accent4"/>
                </a:solidFill>
                <a:effectLst>
                  <a:outerShdw blurRad="38100" dist="38100" dir="2700000" algn="tl">
                    <a:srgbClr val="000000"/>
                  </a:outerShdw>
                </a:effectLst>
                <a:latin typeface="华文行楷" panose="02010800040101010101" pitchFamily="2" charset="-122"/>
                <a:ea typeface="华文行楷" panose="02010800040101010101" pitchFamily="2" charset="-122"/>
              </a:rPr>
              <a:t>简单程序设计</a:t>
            </a:r>
            <a:r>
              <a:rPr lang="en-US" altLang="zh-CN" sz="5400" b="1" dirty="0" smtClean="0">
                <a:solidFill>
                  <a:schemeClr val="accent4"/>
                </a:solidFill>
                <a:effectLst>
                  <a:outerShdw blurRad="38100" dist="38100" dir="2700000" algn="tl">
                    <a:srgbClr val="000000"/>
                  </a:outerShdw>
                </a:effectLst>
                <a:latin typeface="华文行楷" panose="02010800040101010101" pitchFamily="2" charset="-122"/>
                <a:ea typeface="华文行楷" panose="02010800040101010101" pitchFamily="2" charset="-122"/>
              </a:rPr>
              <a:t>(</a:t>
            </a:r>
            <a:r>
              <a:rPr lang="zh-CN" altLang="en-US" sz="5400" b="1" dirty="0">
                <a:solidFill>
                  <a:schemeClr val="accent4"/>
                </a:solidFill>
                <a:effectLst>
                  <a:outerShdw blurRad="38100" dist="38100" dir="2700000" algn="tl">
                    <a:srgbClr val="000000"/>
                  </a:outerShdw>
                </a:effectLst>
                <a:latin typeface="华文行楷" panose="02010800040101010101" pitchFamily="2" charset="-122"/>
                <a:ea typeface="华文行楷" panose="02010800040101010101" pitchFamily="2" charset="-122"/>
              </a:rPr>
              <a:t>入门</a:t>
            </a:r>
            <a:r>
              <a:rPr lang="en-US" altLang="zh-CN" sz="5400" b="1" dirty="0" smtClean="0">
                <a:solidFill>
                  <a:schemeClr val="accent4"/>
                </a:solidFill>
                <a:effectLst>
                  <a:outerShdw blurRad="38100" dist="38100" dir="2700000" algn="tl">
                    <a:srgbClr val="000000"/>
                  </a:outerShdw>
                </a:effectLst>
                <a:latin typeface="华文行楷" panose="02010800040101010101" pitchFamily="2" charset="-122"/>
                <a:ea typeface="华文行楷" panose="02010800040101010101" pitchFamily="2" charset="-122"/>
              </a:rPr>
              <a:t>)</a:t>
            </a:r>
            <a:endParaRPr lang="zh-CN" altLang="en-US" sz="5400" b="1" dirty="0">
              <a:solidFill>
                <a:schemeClr val="accent4"/>
              </a:solidFill>
              <a:effectLst>
                <a:outerShdw blurRad="38100" dist="38100" dir="2700000" algn="tl">
                  <a:srgbClr val="000000"/>
                </a:outerShdw>
              </a:effectLst>
              <a:latin typeface="华文行楷" panose="02010800040101010101" pitchFamily="2" charset="-122"/>
              <a:ea typeface="华文行楷" panose="02010800040101010101" pitchFamily="2" charset="-122"/>
            </a:endParaRPr>
          </a:p>
        </p:txBody>
      </p:sp>
      <p:sp>
        <p:nvSpPr>
          <p:cNvPr id="600071" name="Text Box 7"/>
          <p:cNvSpPr txBox="1">
            <a:spLocks noChangeArrowheads="1"/>
          </p:cNvSpPr>
          <p:nvPr/>
        </p:nvSpPr>
        <p:spPr bwMode="auto">
          <a:xfrm>
            <a:off x="1331640" y="5988064"/>
            <a:ext cx="7200800" cy="4739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a:lnSpc>
                <a:spcPct val="70000"/>
              </a:lnSpc>
              <a:spcBef>
                <a:spcPct val="50000"/>
              </a:spcBef>
            </a:pPr>
            <a:r>
              <a:rPr lang="zh-CN" altLang="en-US" sz="3200" dirty="0" smtClean="0">
                <a:solidFill>
                  <a:srgbClr val="0070C0"/>
                </a:solidFill>
                <a:latin typeface="华文行楷" panose="02010800040101010101" pitchFamily="2" charset="-122"/>
                <a:ea typeface="华文行楷" panose="02010800040101010101" pitchFamily="2" charset="-122"/>
              </a:rPr>
              <a:t>武大</a:t>
            </a:r>
            <a:r>
              <a:rPr lang="en-US" altLang="zh-CN" sz="3200" dirty="0" smtClean="0">
                <a:solidFill>
                  <a:srgbClr val="0070C0"/>
                </a:solidFill>
                <a:latin typeface="华文行楷" panose="02010800040101010101" pitchFamily="2" charset="-122"/>
                <a:ea typeface="华文行楷" panose="02010800040101010101" pitchFamily="2" charset="-122"/>
              </a:rPr>
              <a:t>《</a:t>
            </a:r>
            <a:r>
              <a:rPr lang="zh-CN" altLang="en-US" sz="3200" dirty="0" smtClean="0">
                <a:solidFill>
                  <a:srgbClr val="0070C0"/>
                </a:solidFill>
                <a:latin typeface="华文行楷" panose="02010800040101010101" pitchFamily="2" charset="-122"/>
                <a:ea typeface="华文行楷" panose="02010800040101010101" pitchFamily="2" charset="-122"/>
              </a:rPr>
              <a:t>高级语言程序设计</a:t>
            </a:r>
            <a:r>
              <a:rPr lang="en-US" altLang="zh-CN" sz="3200" dirty="0" smtClean="0">
                <a:solidFill>
                  <a:srgbClr val="0070C0"/>
                </a:solidFill>
                <a:latin typeface="华文行楷" panose="02010800040101010101" pitchFamily="2" charset="-122"/>
                <a:ea typeface="华文行楷" panose="02010800040101010101" pitchFamily="2" charset="-122"/>
              </a:rPr>
              <a:t>》</a:t>
            </a:r>
            <a:r>
              <a:rPr lang="zh-CN" altLang="en-US" sz="3200" dirty="0" smtClean="0">
                <a:solidFill>
                  <a:srgbClr val="0070C0"/>
                </a:solidFill>
                <a:latin typeface="华文行楷" panose="02010800040101010101" pitchFamily="2" charset="-122"/>
                <a:ea typeface="华文行楷" panose="02010800040101010101" pitchFamily="2" charset="-122"/>
              </a:rPr>
              <a:t>课程组</a:t>
            </a:r>
            <a:endParaRPr lang="en-US" altLang="zh-CN" sz="3200" dirty="0" smtClean="0">
              <a:solidFill>
                <a:srgbClr val="0070C0"/>
              </a:solidFill>
              <a:latin typeface="华文行楷" panose="02010800040101010101" pitchFamily="2" charset="-122"/>
              <a:ea typeface="华文行楷" panose="02010800040101010101" pitchFamily="2" charset="-122"/>
            </a:endParaRPr>
          </a:p>
        </p:txBody>
      </p:sp>
      <p:sp>
        <p:nvSpPr>
          <p:cNvPr id="4" name="矩形 3"/>
          <p:cNvSpPr/>
          <p:nvPr/>
        </p:nvSpPr>
        <p:spPr>
          <a:xfrm>
            <a:off x="1115616" y="1990028"/>
            <a:ext cx="7363072" cy="2554545"/>
          </a:xfrm>
          <a:prstGeom prst="rect">
            <a:avLst/>
          </a:prstGeom>
          <a:noFill/>
        </p:spPr>
        <p:txBody>
          <a:bodyPr wrap="square" lIns="91440" tIns="45720" rIns="91440" bIns="45720">
            <a:spAutoFit/>
          </a:bodyPr>
          <a:lstStyle/>
          <a:p>
            <a:pPr algn="l"/>
            <a:r>
              <a:rPr lang="en-US" altLang="zh-CN" sz="80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rPr>
              <a:t>C</a:t>
            </a:r>
            <a:r>
              <a:rPr lang="en-US" altLang="zh-CN" sz="54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rPr>
              <a:t>&amp;</a:t>
            </a:r>
            <a:r>
              <a:rPr lang="en-US" altLang="zh-CN" sz="80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rPr>
              <a:t>C++</a:t>
            </a:r>
            <a:r>
              <a:rPr lang="zh-CN" altLang="en-US" sz="80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rPr>
              <a:t>语言</a:t>
            </a:r>
            <a:endParaRPr lang="en-US" altLang="zh-CN" sz="80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endParaRPr>
          </a:p>
          <a:p>
            <a:pPr algn="r"/>
            <a:r>
              <a:rPr lang="zh-CN" altLang="en-US" sz="80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rPr>
              <a:t>初步印象</a:t>
            </a:r>
            <a:endParaRPr lang="zh-CN" alt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舒体" panose="02010601030101010101" pitchFamily="2" charset="-122"/>
              <a:ea typeface="方正舒体" panose="02010601030101010101" pitchFamily="2" charset="-122"/>
            </a:endParaRPr>
          </a:p>
        </p:txBody>
      </p:sp>
      <p:sp>
        <p:nvSpPr>
          <p:cNvPr id="3" name="矩形 2"/>
          <p:cNvSpPr/>
          <p:nvPr/>
        </p:nvSpPr>
        <p:spPr>
          <a:xfrm>
            <a:off x="5319662" y="4940533"/>
            <a:ext cx="2954656" cy="923330"/>
          </a:xfrm>
          <a:prstGeom prst="rect">
            <a:avLst/>
          </a:prstGeom>
          <a:noFill/>
        </p:spPr>
        <p:txBody>
          <a:bodyPr wrap="none" lIns="91440" tIns="45720" rIns="91440" bIns="45720">
            <a:spAutoFit/>
          </a:bodyPr>
          <a:lstStyle/>
          <a:p>
            <a:pPr algn="ctr"/>
            <a:r>
              <a:rPr lang="zh-CN" altLang="en-US" sz="5400" b="1" dirty="0" smtClean="0">
                <a:pattFill prst="pct30">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华文行楷" panose="02010800040101010101" pitchFamily="2" charset="-122"/>
                <a:ea typeface="华文行楷" panose="02010800040101010101" pitchFamily="2" charset="-122"/>
              </a:rPr>
              <a:t>快快回来</a:t>
            </a:r>
            <a:endParaRPr lang="zh-CN" altLang="en-US" sz="5400" b="1" cap="none" spc="0" dirty="0">
              <a:pattFill prst="pct30">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华文行楷" panose="02010800040101010101" pitchFamily="2" charset="-122"/>
              <a:ea typeface="华文行楷" panose="02010800040101010101" pitchFamily="2" charset="-122"/>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algn="ctr" eaLnBrk="1" hangingPunct="1"/>
            <a:r>
              <a:rPr lang="en-US" altLang="zh-CN" sz="3200" b="1" dirty="0" smtClean="0">
                <a:latin typeface="+mn-lt"/>
                <a:ea typeface="华文行楷" panose="02010800040101010101" pitchFamily="2" charset="-122"/>
                <a:cs typeface="+mn-cs"/>
              </a:rPr>
              <a:t>2.1.2    </a:t>
            </a:r>
            <a:r>
              <a:rPr lang="en-US" altLang="zh-CN" sz="3200" b="1" dirty="0">
                <a:latin typeface="+mn-lt"/>
                <a:ea typeface="华文行楷" panose="02010800040101010101" pitchFamily="2" charset="-122"/>
                <a:cs typeface="+mn-cs"/>
              </a:rPr>
              <a:t>C++</a:t>
            </a:r>
            <a:r>
              <a:rPr lang="zh-CN" altLang="en-US" sz="3200" b="1" dirty="0">
                <a:latin typeface="+mn-lt"/>
                <a:ea typeface="华文行楷" panose="02010800040101010101" pitchFamily="2" charset="-122"/>
                <a:cs typeface="+mn-cs"/>
              </a:rPr>
              <a:t>语言特点</a:t>
            </a:r>
            <a:endParaRPr lang="en-US" altLang="zh-CN" sz="3200" b="1" dirty="0">
              <a:latin typeface="+mn-lt"/>
              <a:ea typeface="华文行楷" panose="02010800040101010101" pitchFamily="2" charset="-122"/>
              <a:cs typeface="+mn-cs"/>
            </a:endParaRPr>
          </a:p>
        </p:txBody>
      </p:sp>
      <p:sp>
        <p:nvSpPr>
          <p:cNvPr id="41987" name="Text Box 3"/>
          <p:cNvSpPr txBox="1">
            <a:spLocks noChangeArrowheads="1"/>
          </p:cNvSpPr>
          <p:nvPr/>
        </p:nvSpPr>
        <p:spPr bwMode="auto">
          <a:xfrm>
            <a:off x="1115616" y="1061590"/>
            <a:ext cx="7632700" cy="575518"/>
          </a:xfrm>
          <a:prstGeom prst="rect">
            <a:avLst/>
          </a:prstGeom>
          <a:solidFill>
            <a:srgbClr val="DDDDDD"/>
          </a:solidFill>
          <a:ln w="9525" algn="ctr">
            <a:solidFill>
              <a:schemeClr val="tx1"/>
            </a:solidFill>
            <a:miter lim="800000"/>
          </a:ln>
        </p:spPr>
        <p:txBody>
          <a:bodyPr anchor="ct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0"/>
              </a:spcBef>
              <a:buFont typeface="Wingdings" panose="05000000000000000000" pitchFamily="2" charset="2"/>
              <a:buNone/>
            </a:pPr>
            <a:r>
              <a:rPr lang="zh-CN" altLang="en-US" sz="2400" dirty="0" smtClean="0">
                <a:solidFill>
                  <a:schemeClr val="accent2"/>
                </a:solidFill>
                <a:latin typeface="+mn-lt"/>
                <a:ea typeface="+mj-ea"/>
              </a:rPr>
              <a:t>最大特点之一：</a:t>
            </a:r>
            <a:r>
              <a:rPr lang="en-US" altLang="zh-CN" sz="2400" dirty="0" smtClean="0">
                <a:solidFill>
                  <a:schemeClr val="accent2"/>
                </a:solidFill>
                <a:latin typeface="+mn-lt"/>
                <a:ea typeface="+mj-ea"/>
              </a:rPr>
              <a:t>C++</a:t>
            </a:r>
            <a:r>
              <a:rPr lang="zh-CN" altLang="en-US" sz="2400" dirty="0" smtClean="0">
                <a:solidFill>
                  <a:schemeClr val="accent2"/>
                </a:solidFill>
                <a:latin typeface="+mn-lt"/>
                <a:ea typeface="+mj-ea"/>
              </a:rPr>
              <a:t>是</a:t>
            </a:r>
            <a:r>
              <a:rPr lang="zh-CN" altLang="en-US" sz="3200" dirty="0" smtClean="0">
                <a:solidFill>
                  <a:schemeClr val="accent2"/>
                </a:solidFill>
                <a:latin typeface="华文行楷" panose="02010800040101010101" pitchFamily="2" charset="-122"/>
                <a:ea typeface="华文行楷" panose="02010800040101010101" pitchFamily="2" charset="-122"/>
              </a:rPr>
              <a:t>混合</a:t>
            </a:r>
            <a:r>
              <a:rPr lang="zh-CN" altLang="en-US" sz="2400" dirty="0" smtClean="0">
                <a:solidFill>
                  <a:schemeClr val="accent2"/>
                </a:solidFill>
                <a:latin typeface="+mn-lt"/>
                <a:ea typeface="+mj-ea"/>
              </a:rPr>
              <a:t>型 </a:t>
            </a:r>
            <a:r>
              <a:rPr lang="en-US" altLang="zh-CN" sz="2400" dirty="0" smtClean="0">
                <a:solidFill>
                  <a:schemeClr val="accent2"/>
                </a:solidFill>
                <a:latin typeface="+mn-lt"/>
                <a:ea typeface="+mj-ea"/>
              </a:rPr>
              <a:t>  </a:t>
            </a:r>
            <a:r>
              <a:rPr lang="zh-CN" altLang="en-US" sz="2400" dirty="0" smtClean="0">
                <a:solidFill>
                  <a:schemeClr val="accent2"/>
                </a:solidFill>
                <a:latin typeface="+mn-lt"/>
                <a:ea typeface="+mj-ea"/>
              </a:rPr>
              <a:t>程设语言</a:t>
            </a:r>
            <a:endParaRPr lang="zh-CN" altLang="en-US" sz="2400" dirty="0">
              <a:solidFill>
                <a:schemeClr val="accent2"/>
              </a:solidFill>
              <a:latin typeface="+mn-lt"/>
              <a:ea typeface="+mj-ea"/>
            </a:endParaRPr>
          </a:p>
        </p:txBody>
      </p:sp>
      <p:sp>
        <p:nvSpPr>
          <p:cNvPr id="41988" name="Text Box 4"/>
          <p:cNvSpPr txBox="1">
            <a:spLocks noChangeArrowheads="1"/>
          </p:cNvSpPr>
          <p:nvPr/>
        </p:nvSpPr>
        <p:spPr bwMode="auto">
          <a:xfrm>
            <a:off x="1104072" y="1844824"/>
            <a:ext cx="7632700" cy="3671888"/>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algn="l" eaLnBrk="1" hangingPunct="1">
              <a:spcBef>
                <a:spcPts val="1200"/>
              </a:spcBef>
              <a:buFont typeface="Wingdings" panose="05000000000000000000" pitchFamily="2" charset="2"/>
              <a:buNone/>
            </a:pPr>
            <a:r>
              <a:rPr lang="zh-CN" altLang="en-US" sz="2400" dirty="0">
                <a:solidFill>
                  <a:srgbClr val="FFFF00"/>
                </a:solidFill>
                <a:latin typeface="+mn-lt"/>
                <a:ea typeface="+mj-ea"/>
              </a:rPr>
              <a:t>四种“子语言”</a:t>
            </a:r>
            <a:r>
              <a:rPr lang="zh-CN" altLang="en-US" dirty="0">
                <a:solidFill>
                  <a:srgbClr val="FFFF00"/>
                </a:solidFill>
                <a:latin typeface="+mn-lt"/>
                <a:ea typeface="+mj-ea"/>
              </a:rPr>
              <a:t>   </a:t>
            </a:r>
            <a:endParaRPr lang="zh-CN" altLang="en-US" dirty="0">
              <a:solidFill>
                <a:srgbClr val="FFFF00"/>
              </a:solidFill>
              <a:latin typeface="+mn-lt"/>
              <a:ea typeface="+mj-ea"/>
            </a:endParaRPr>
          </a:p>
          <a:p>
            <a:pPr marL="457200" indent="-457200" algn="l" eaLnBrk="1" hangingPunct="1">
              <a:spcBef>
                <a:spcPts val="1200"/>
              </a:spcBef>
              <a:buClr>
                <a:srgbClr val="00B050"/>
              </a:buClr>
              <a:buFont typeface="+mj-ea"/>
              <a:buAutoNum type="circleNumDbPlain"/>
            </a:pPr>
            <a:r>
              <a:rPr lang="en-US" altLang="zh-CN" dirty="0" smtClean="0">
                <a:solidFill>
                  <a:srgbClr val="FFFF00"/>
                </a:solidFill>
                <a:latin typeface="+mn-lt"/>
                <a:ea typeface="+mj-ea"/>
              </a:rPr>
              <a:t>C</a:t>
            </a:r>
            <a:r>
              <a:rPr lang="zh-CN" altLang="en-US" dirty="0" smtClean="0">
                <a:solidFill>
                  <a:srgbClr val="FFFF00"/>
                </a:solidFill>
                <a:latin typeface="+mn-lt"/>
                <a:ea typeface="+mj-ea"/>
              </a:rPr>
              <a:t>子语言</a:t>
            </a:r>
            <a:r>
              <a:rPr lang="zh-CN" altLang="en-US" dirty="0">
                <a:solidFill>
                  <a:srgbClr val="FFFF00"/>
                </a:solidFill>
                <a:latin typeface="+mn-lt"/>
                <a:ea typeface="+mj-ea"/>
              </a:rPr>
              <a:t>：</a:t>
            </a:r>
            <a:r>
              <a:rPr lang="en-US" altLang="zh-CN" dirty="0">
                <a:latin typeface="+mn-lt"/>
                <a:ea typeface="+mj-ea"/>
              </a:rPr>
              <a:t>C++</a:t>
            </a:r>
            <a:r>
              <a:rPr lang="zh-CN" altLang="en-US" dirty="0">
                <a:latin typeface="+mn-lt"/>
                <a:ea typeface="+mj-ea"/>
              </a:rPr>
              <a:t>支持</a:t>
            </a:r>
            <a:r>
              <a:rPr lang="en-US" altLang="zh-CN" dirty="0">
                <a:latin typeface="+mn-lt"/>
                <a:ea typeface="+mj-ea"/>
              </a:rPr>
              <a:t>C</a:t>
            </a:r>
            <a:r>
              <a:rPr lang="zh-CN" altLang="en-US" dirty="0">
                <a:latin typeface="+mn-lt"/>
                <a:ea typeface="+mj-ea"/>
              </a:rPr>
              <a:t>语言的几乎全部功能，在语法上与</a:t>
            </a:r>
            <a:r>
              <a:rPr lang="en-US" altLang="zh-CN" dirty="0">
                <a:latin typeface="+mn-lt"/>
                <a:ea typeface="+mj-ea"/>
              </a:rPr>
              <a:t>C</a:t>
            </a:r>
            <a:r>
              <a:rPr lang="zh-CN" altLang="en-US" dirty="0">
                <a:latin typeface="+mn-lt"/>
                <a:ea typeface="+mj-ea"/>
              </a:rPr>
              <a:t>语言仅有极微妙的差别。</a:t>
            </a:r>
            <a:endParaRPr lang="zh-CN" altLang="en-US" dirty="0">
              <a:latin typeface="+mn-lt"/>
              <a:ea typeface="+mj-ea"/>
            </a:endParaRPr>
          </a:p>
          <a:p>
            <a:pPr marL="457200" indent="-457200" algn="l" eaLnBrk="1" hangingPunct="1">
              <a:spcBef>
                <a:spcPts val="1200"/>
              </a:spcBef>
              <a:buClr>
                <a:srgbClr val="00B050"/>
              </a:buClr>
              <a:buFont typeface="+mj-ea"/>
              <a:buAutoNum type="circleNumDbPlain"/>
            </a:pPr>
            <a:r>
              <a:rPr lang="zh-CN" altLang="en-US" dirty="0" smtClean="0">
                <a:solidFill>
                  <a:srgbClr val="FFFF00"/>
                </a:solidFill>
                <a:latin typeface="+mn-lt"/>
                <a:ea typeface="+mj-ea"/>
              </a:rPr>
              <a:t>面向对象</a:t>
            </a:r>
            <a:r>
              <a:rPr lang="zh-CN" altLang="en-US" dirty="0">
                <a:solidFill>
                  <a:srgbClr val="FFFF00"/>
                </a:solidFill>
                <a:latin typeface="+mn-lt"/>
                <a:ea typeface="+mj-ea"/>
              </a:rPr>
              <a:t>的</a:t>
            </a:r>
            <a:r>
              <a:rPr lang="en-US" altLang="zh-CN" dirty="0">
                <a:solidFill>
                  <a:srgbClr val="FFFF00"/>
                </a:solidFill>
                <a:latin typeface="+mn-lt"/>
                <a:ea typeface="+mj-ea"/>
              </a:rPr>
              <a:t>C++</a:t>
            </a:r>
            <a:r>
              <a:rPr lang="zh-CN" altLang="en-US" dirty="0">
                <a:solidFill>
                  <a:srgbClr val="FFFF00"/>
                </a:solidFill>
                <a:latin typeface="+mn-lt"/>
                <a:ea typeface="+mj-ea"/>
              </a:rPr>
              <a:t>：</a:t>
            </a:r>
            <a:r>
              <a:rPr lang="en-US" altLang="zh-CN" dirty="0">
                <a:latin typeface="+mn-lt"/>
                <a:ea typeface="+mj-ea"/>
              </a:rPr>
              <a:t>C++</a:t>
            </a:r>
            <a:r>
              <a:rPr lang="zh-CN" altLang="en-US" dirty="0">
                <a:latin typeface="+mn-lt"/>
                <a:ea typeface="+mj-ea"/>
              </a:rPr>
              <a:t>作为一门面向对象的语言而闻名。</a:t>
            </a:r>
            <a:endParaRPr lang="zh-CN" altLang="en-US" dirty="0">
              <a:latin typeface="+mn-lt"/>
              <a:ea typeface="+mj-ea"/>
            </a:endParaRPr>
          </a:p>
          <a:p>
            <a:pPr marL="457200" indent="-457200" algn="l" eaLnBrk="1" hangingPunct="1">
              <a:spcBef>
                <a:spcPts val="1200"/>
              </a:spcBef>
              <a:buClr>
                <a:srgbClr val="00B050"/>
              </a:buClr>
              <a:buFont typeface="+mj-ea"/>
              <a:buAutoNum type="circleNumDbPlain"/>
            </a:pPr>
            <a:r>
              <a:rPr lang="zh-CN" altLang="en-US" dirty="0" smtClean="0">
                <a:solidFill>
                  <a:srgbClr val="FFFF00"/>
                </a:solidFill>
                <a:latin typeface="+mn-lt"/>
                <a:ea typeface="+mj-ea"/>
              </a:rPr>
              <a:t>泛</a:t>
            </a:r>
            <a:r>
              <a:rPr lang="zh-CN" altLang="en-US" dirty="0">
                <a:solidFill>
                  <a:srgbClr val="FFFF00"/>
                </a:solidFill>
                <a:latin typeface="+mn-lt"/>
                <a:ea typeface="+mj-ea"/>
              </a:rPr>
              <a:t>型编程语言：</a:t>
            </a:r>
            <a:r>
              <a:rPr lang="en-US" altLang="zh-CN" dirty="0">
                <a:latin typeface="+mn-lt"/>
                <a:ea typeface="+mj-ea"/>
              </a:rPr>
              <a:t>C++</a:t>
            </a:r>
            <a:r>
              <a:rPr lang="zh-CN" altLang="en-US" dirty="0">
                <a:latin typeface="+mn-lt"/>
                <a:ea typeface="+mj-ea"/>
              </a:rPr>
              <a:t>强大（但容易失控的）模板功能使它能在编译期完成许多工作，从而大大提高运行期效率。</a:t>
            </a:r>
            <a:endParaRPr lang="zh-CN" altLang="en-US" dirty="0">
              <a:latin typeface="+mn-lt"/>
              <a:ea typeface="+mj-ea"/>
            </a:endParaRPr>
          </a:p>
          <a:p>
            <a:pPr marL="457200" indent="-457200" algn="l" eaLnBrk="1" hangingPunct="1">
              <a:spcBef>
                <a:spcPts val="1200"/>
              </a:spcBef>
              <a:buClr>
                <a:srgbClr val="00B050"/>
              </a:buClr>
              <a:buFont typeface="+mj-ea"/>
              <a:buAutoNum type="circleNumDbPlain"/>
            </a:pPr>
            <a:r>
              <a:rPr lang="en-US" altLang="zh-CN" dirty="0" smtClean="0">
                <a:solidFill>
                  <a:srgbClr val="FFFF00"/>
                </a:solidFill>
                <a:latin typeface="+mn-lt"/>
                <a:ea typeface="+mj-ea"/>
              </a:rPr>
              <a:t>STL</a:t>
            </a:r>
            <a:r>
              <a:rPr lang="zh-CN" altLang="en-US" dirty="0">
                <a:solidFill>
                  <a:srgbClr val="FFFF00"/>
                </a:solidFill>
                <a:latin typeface="+mn-lt"/>
                <a:ea typeface="+mj-ea"/>
              </a:rPr>
              <a:t>（</a:t>
            </a:r>
            <a:r>
              <a:rPr lang="en-US" altLang="zh-CN" dirty="0">
                <a:solidFill>
                  <a:srgbClr val="FFFF00"/>
                </a:solidFill>
                <a:latin typeface="+mn-lt"/>
                <a:ea typeface="+mj-ea"/>
              </a:rPr>
              <a:t>C++</a:t>
            </a:r>
            <a:r>
              <a:rPr lang="zh-CN" altLang="en-US" dirty="0">
                <a:solidFill>
                  <a:srgbClr val="FFFF00"/>
                </a:solidFill>
                <a:latin typeface="+mn-lt"/>
                <a:ea typeface="+mj-ea"/>
              </a:rPr>
              <a:t>标准模板库）：</a:t>
            </a:r>
            <a:r>
              <a:rPr lang="zh-CN" altLang="en-US" dirty="0">
                <a:latin typeface="+mn-lt"/>
                <a:ea typeface="+mj-ea"/>
              </a:rPr>
              <a:t>随着</a:t>
            </a:r>
            <a:r>
              <a:rPr lang="en-US" altLang="zh-CN" dirty="0">
                <a:latin typeface="+mn-lt"/>
                <a:ea typeface="+mj-ea"/>
                <a:hlinkClick r:id="rId1"/>
              </a:rPr>
              <a:t>STL</a:t>
            </a:r>
            <a:r>
              <a:rPr lang="zh-CN" altLang="en-US" dirty="0">
                <a:latin typeface="+mn-lt"/>
                <a:ea typeface="+mj-ea"/>
              </a:rPr>
              <a:t>的不断发展，它已经逐渐成为</a:t>
            </a:r>
            <a:r>
              <a:rPr lang="en-US" altLang="zh-CN" dirty="0">
                <a:latin typeface="+mn-lt"/>
                <a:ea typeface="+mj-ea"/>
              </a:rPr>
              <a:t>C++</a:t>
            </a:r>
            <a:r>
              <a:rPr lang="zh-CN" altLang="en-US" dirty="0">
                <a:latin typeface="+mn-lt"/>
                <a:ea typeface="+mj-ea"/>
              </a:rPr>
              <a:t>程序设计中不可或缺的部分，其效率可能比一般的代码低些，但是其安全性与规范性使它大受欢迎。 </a:t>
            </a:r>
            <a:endParaRPr lang="zh-CN" altLang="en-US" dirty="0">
              <a:latin typeface="+mn-lt"/>
              <a:ea typeface="+mj-ea"/>
            </a:endParaRP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algn="ctr" eaLnBrk="1" hangingPunct="1"/>
            <a:r>
              <a:rPr lang="en-US" altLang="zh-CN" sz="3200" b="1" dirty="0" smtClean="0">
                <a:ea typeface="华文行楷" panose="02010800040101010101" pitchFamily="2" charset="-122"/>
              </a:rPr>
              <a:t>2.1.2    </a:t>
            </a:r>
            <a:r>
              <a:rPr lang="en-US" altLang="zh-CN" sz="3200" b="1" dirty="0">
                <a:ea typeface="华文行楷" panose="02010800040101010101" pitchFamily="2" charset="-122"/>
              </a:rPr>
              <a:t>C++</a:t>
            </a:r>
            <a:r>
              <a:rPr lang="zh-CN" altLang="en-US" sz="3200" b="1" dirty="0">
                <a:ea typeface="华文行楷" panose="02010800040101010101" pitchFamily="2" charset="-122"/>
              </a:rPr>
              <a:t>语言特点</a:t>
            </a:r>
            <a:endParaRPr lang="en-US" altLang="zh-CN" sz="3200" b="1" dirty="0" smtClean="0">
              <a:latin typeface="Times New Roman" panose="02020603050405020304" pitchFamily="18" charset="0"/>
              <a:ea typeface="华文楷体" panose="02010600040101010101" pitchFamily="2" charset="-122"/>
            </a:endParaRPr>
          </a:p>
        </p:txBody>
      </p:sp>
      <p:sp>
        <p:nvSpPr>
          <p:cNvPr id="43011" name="Text Box 3"/>
          <p:cNvSpPr txBox="1">
            <a:spLocks noChangeArrowheads="1"/>
          </p:cNvSpPr>
          <p:nvPr/>
        </p:nvSpPr>
        <p:spPr bwMode="auto">
          <a:xfrm>
            <a:off x="827584" y="1268760"/>
            <a:ext cx="8135937" cy="4967287"/>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marL="457200" indent="-457200" algn="just" eaLnBrk="1" hangingPunct="1">
              <a:lnSpc>
                <a:spcPct val="150000"/>
              </a:lnSpc>
              <a:buClr>
                <a:srgbClr val="00B050"/>
              </a:buClr>
              <a:buFont typeface="+mj-ea"/>
              <a:buAutoNum type="circleNumDbPlain"/>
            </a:pPr>
            <a:r>
              <a:rPr lang="zh-CN" altLang="en-US" dirty="0" smtClean="0">
                <a:solidFill>
                  <a:srgbClr val="FFFF00"/>
                </a:solidFill>
                <a:latin typeface="+mn-lt"/>
                <a:ea typeface="+mj-ea"/>
              </a:rPr>
              <a:t> Ｃ</a:t>
            </a:r>
            <a:r>
              <a:rPr lang="zh-CN" altLang="en-US" dirty="0">
                <a:solidFill>
                  <a:srgbClr val="FFFF00"/>
                </a:solidFill>
                <a:latin typeface="+mn-lt"/>
                <a:ea typeface="+mj-ea"/>
              </a:rPr>
              <a:t>语言超集</a:t>
            </a:r>
            <a:r>
              <a:rPr lang="zh-CN" altLang="en-US" dirty="0" smtClean="0">
                <a:solidFill>
                  <a:srgbClr val="FFFF00"/>
                </a:solidFill>
                <a:latin typeface="+mn-lt"/>
                <a:ea typeface="+mj-ea"/>
              </a:rPr>
              <a:t>，</a:t>
            </a:r>
            <a:r>
              <a:rPr lang="zh-CN" altLang="en-US" dirty="0">
                <a:latin typeface="+mn-lt"/>
                <a:ea typeface="+mj-ea"/>
              </a:rPr>
              <a:t>保持对</a:t>
            </a:r>
            <a:r>
              <a:rPr lang="en-US" altLang="zh-CN" dirty="0">
                <a:latin typeface="+mn-lt"/>
                <a:ea typeface="+mj-ea"/>
              </a:rPr>
              <a:t>C</a:t>
            </a:r>
            <a:r>
              <a:rPr lang="zh-CN" altLang="en-US" dirty="0">
                <a:latin typeface="+mn-lt"/>
                <a:ea typeface="+mj-ea"/>
              </a:rPr>
              <a:t>的兼容。既保持了</a:t>
            </a:r>
            <a:r>
              <a:rPr lang="en-US" altLang="zh-CN" dirty="0">
                <a:latin typeface="+mn-lt"/>
                <a:ea typeface="+mj-ea"/>
              </a:rPr>
              <a:t>C</a:t>
            </a:r>
            <a:r>
              <a:rPr lang="zh-CN" altLang="en-US" dirty="0">
                <a:latin typeface="+mn-lt"/>
                <a:ea typeface="+mj-ea"/>
              </a:rPr>
              <a:t>语言的简洁、高效和接近汇编语言等特点，又克服了</a:t>
            </a:r>
            <a:r>
              <a:rPr lang="en-US" altLang="zh-CN" dirty="0">
                <a:latin typeface="+mn-lt"/>
                <a:ea typeface="+mj-ea"/>
              </a:rPr>
              <a:t>C</a:t>
            </a:r>
            <a:r>
              <a:rPr lang="zh-CN" altLang="en-US" dirty="0">
                <a:latin typeface="+mn-lt"/>
                <a:ea typeface="+mj-ea"/>
              </a:rPr>
              <a:t>语言的缺点，其编译系统能检查更多的语法错误，因此，</a:t>
            </a:r>
            <a:r>
              <a:rPr lang="en-US" altLang="zh-CN" dirty="0">
                <a:latin typeface="+mn-lt"/>
                <a:ea typeface="+mj-ea"/>
              </a:rPr>
              <a:t>C++</a:t>
            </a:r>
            <a:r>
              <a:rPr lang="zh-CN" altLang="en-US" dirty="0">
                <a:latin typeface="+mn-lt"/>
                <a:ea typeface="+mj-ea"/>
              </a:rPr>
              <a:t>比</a:t>
            </a:r>
            <a:r>
              <a:rPr lang="en-US" altLang="zh-CN" dirty="0">
                <a:latin typeface="+mn-lt"/>
                <a:ea typeface="+mj-ea"/>
              </a:rPr>
              <a:t>C</a:t>
            </a:r>
            <a:r>
              <a:rPr lang="zh-CN" altLang="en-US" dirty="0">
                <a:latin typeface="+mn-lt"/>
                <a:ea typeface="+mj-ea"/>
              </a:rPr>
              <a:t>语言更</a:t>
            </a:r>
            <a:r>
              <a:rPr lang="zh-CN" altLang="en-US" dirty="0" smtClean="0">
                <a:latin typeface="+mn-lt"/>
                <a:ea typeface="+mj-ea"/>
              </a:rPr>
              <a:t>安全。</a:t>
            </a:r>
            <a:endParaRPr lang="zh-CN" altLang="en-US" dirty="0">
              <a:latin typeface="+mn-lt"/>
              <a:ea typeface="+mj-ea"/>
            </a:endParaRPr>
          </a:p>
          <a:p>
            <a:pPr marL="457200" indent="-457200" algn="just" eaLnBrk="1" hangingPunct="1">
              <a:lnSpc>
                <a:spcPct val="150000"/>
              </a:lnSpc>
              <a:buClr>
                <a:srgbClr val="00B050"/>
              </a:buClr>
              <a:buFont typeface="+mj-ea"/>
              <a:buAutoNum type="circleNumDbPlain"/>
            </a:pPr>
            <a:r>
              <a:rPr lang="zh-CN" altLang="en-US" dirty="0" smtClean="0">
                <a:solidFill>
                  <a:schemeClr val="hlink"/>
                </a:solidFill>
                <a:latin typeface="+mn-lt"/>
                <a:ea typeface="+mj-ea"/>
              </a:rPr>
              <a:t> </a:t>
            </a:r>
            <a:r>
              <a:rPr lang="zh-CN" altLang="en-US" dirty="0" smtClean="0">
                <a:solidFill>
                  <a:srgbClr val="FFFF00"/>
                </a:solidFill>
                <a:latin typeface="+mn-lt"/>
                <a:ea typeface="+mj-ea"/>
              </a:rPr>
              <a:t>表达</a:t>
            </a:r>
            <a:r>
              <a:rPr lang="zh-CN" altLang="en-US" dirty="0">
                <a:solidFill>
                  <a:srgbClr val="FFFF00"/>
                </a:solidFill>
                <a:latin typeface="+mn-lt"/>
                <a:ea typeface="+mj-ea"/>
              </a:rPr>
              <a:t>能力强</a:t>
            </a:r>
            <a:r>
              <a:rPr lang="zh-CN" altLang="en-US" b="0" dirty="0">
                <a:solidFill>
                  <a:srgbClr val="FFFF00"/>
                </a:solidFill>
                <a:latin typeface="+mn-lt"/>
                <a:ea typeface="+mj-ea"/>
              </a:rPr>
              <a:t>，</a:t>
            </a:r>
            <a:r>
              <a:rPr lang="zh-CN" altLang="en-US" dirty="0">
                <a:latin typeface="+mn-lt"/>
                <a:ea typeface="+mj-ea"/>
              </a:rPr>
              <a:t>Ｃ</a:t>
            </a:r>
            <a:r>
              <a:rPr lang="en-US" altLang="zh-CN" dirty="0">
                <a:latin typeface="+mn-lt"/>
                <a:ea typeface="+mj-ea"/>
              </a:rPr>
              <a:t>++</a:t>
            </a:r>
            <a:r>
              <a:rPr lang="zh-CN" altLang="en-US" dirty="0">
                <a:latin typeface="+mn-lt"/>
                <a:ea typeface="+mj-ea"/>
              </a:rPr>
              <a:t>的多继承是</a:t>
            </a:r>
            <a:r>
              <a:rPr lang="en-US" altLang="zh-CN" dirty="0">
                <a:latin typeface="+mn-lt"/>
                <a:ea typeface="+mj-ea"/>
              </a:rPr>
              <a:t>JAVA, C#</a:t>
            </a:r>
            <a:r>
              <a:rPr lang="zh-CN" altLang="en-US" dirty="0">
                <a:latin typeface="+mn-lt"/>
                <a:ea typeface="+mj-ea"/>
              </a:rPr>
              <a:t>等语言所没有</a:t>
            </a:r>
            <a:r>
              <a:rPr lang="zh-CN" altLang="en-US" dirty="0" smtClean="0">
                <a:latin typeface="+mn-lt"/>
                <a:ea typeface="+mj-ea"/>
              </a:rPr>
              <a:t>的。</a:t>
            </a:r>
            <a:endParaRPr lang="zh-CN" altLang="en-US" dirty="0">
              <a:latin typeface="+mn-lt"/>
              <a:ea typeface="+mj-ea"/>
            </a:endParaRPr>
          </a:p>
          <a:p>
            <a:pPr marL="457200" indent="-457200" algn="just" eaLnBrk="1" hangingPunct="1">
              <a:lnSpc>
                <a:spcPct val="150000"/>
              </a:lnSpc>
              <a:buClr>
                <a:srgbClr val="00B050"/>
              </a:buClr>
              <a:buFont typeface="+mj-ea"/>
              <a:buAutoNum type="circleNumDbPlain"/>
            </a:pPr>
            <a:r>
              <a:rPr lang="zh-CN" altLang="en-US" dirty="0">
                <a:solidFill>
                  <a:srgbClr val="FFFF00"/>
                </a:solidFill>
                <a:latin typeface="+mn-lt"/>
                <a:ea typeface="+mj-ea"/>
              </a:rPr>
              <a:t> </a:t>
            </a:r>
            <a:r>
              <a:rPr lang="zh-CN" altLang="en-US" dirty="0" smtClean="0">
                <a:solidFill>
                  <a:srgbClr val="FFFF00"/>
                </a:solidFill>
                <a:latin typeface="+mn-lt"/>
                <a:ea typeface="+mj-ea"/>
              </a:rPr>
              <a:t>支持</a:t>
            </a:r>
            <a:r>
              <a:rPr lang="zh-CN" altLang="en-US" dirty="0">
                <a:solidFill>
                  <a:srgbClr val="FFFF00"/>
                </a:solidFill>
                <a:latin typeface="+mn-lt"/>
                <a:ea typeface="+mj-ea"/>
              </a:rPr>
              <a:t>运算符重载</a:t>
            </a:r>
            <a:r>
              <a:rPr lang="zh-CN" altLang="en-US" b="0" dirty="0">
                <a:solidFill>
                  <a:srgbClr val="FFFF00"/>
                </a:solidFill>
                <a:latin typeface="+mn-lt"/>
                <a:ea typeface="+mj-ea"/>
              </a:rPr>
              <a:t>，</a:t>
            </a:r>
            <a:r>
              <a:rPr lang="zh-CN" altLang="en-US" dirty="0">
                <a:latin typeface="+mn-lt"/>
                <a:ea typeface="+mj-ea"/>
              </a:rPr>
              <a:t>对象的运算更易表达且表达更加自然。</a:t>
            </a:r>
            <a:endParaRPr lang="zh-CN" altLang="en-US" dirty="0">
              <a:latin typeface="+mn-lt"/>
              <a:ea typeface="+mj-ea"/>
            </a:endParaRPr>
          </a:p>
          <a:p>
            <a:pPr marL="457200" indent="-457200" algn="just" eaLnBrk="1" hangingPunct="1">
              <a:lnSpc>
                <a:spcPct val="150000"/>
              </a:lnSpc>
              <a:buClr>
                <a:srgbClr val="00B050"/>
              </a:buClr>
              <a:buFont typeface="+mj-ea"/>
              <a:buAutoNum type="circleNumDbPlain"/>
            </a:pPr>
            <a:r>
              <a:rPr lang="zh-CN" altLang="en-US" dirty="0">
                <a:solidFill>
                  <a:schemeClr val="hlink"/>
                </a:solidFill>
                <a:latin typeface="+mn-lt"/>
                <a:ea typeface="+mj-ea"/>
              </a:rPr>
              <a:t> </a:t>
            </a:r>
            <a:r>
              <a:rPr lang="zh-CN" altLang="en-US" dirty="0" smtClean="0">
                <a:solidFill>
                  <a:srgbClr val="FFFF00"/>
                </a:solidFill>
                <a:latin typeface="+mn-lt"/>
                <a:ea typeface="+mj-ea"/>
              </a:rPr>
              <a:t>抽象</a:t>
            </a:r>
            <a:r>
              <a:rPr lang="zh-CN" altLang="en-US" dirty="0">
                <a:solidFill>
                  <a:srgbClr val="FFFF00"/>
                </a:solidFill>
                <a:latin typeface="+mn-lt"/>
                <a:ea typeface="+mj-ea"/>
              </a:rPr>
              <a:t>能力强，</a:t>
            </a:r>
            <a:r>
              <a:rPr lang="zh-CN" altLang="en-US" dirty="0">
                <a:latin typeface="+mn-lt"/>
                <a:ea typeface="+mj-ea"/>
              </a:rPr>
              <a:t>函数模板和类模板提供更高级别的抽象；</a:t>
            </a:r>
            <a:r>
              <a:rPr lang="en-US" altLang="zh-CN" dirty="0">
                <a:latin typeface="+mn-lt"/>
                <a:ea typeface="+mj-ea"/>
              </a:rPr>
              <a:t> C++</a:t>
            </a:r>
            <a:r>
              <a:rPr lang="zh-CN" altLang="en-US" dirty="0">
                <a:latin typeface="+mn-lt"/>
                <a:ea typeface="+mj-ea"/>
              </a:rPr>
              <a:t>设计成直接的和广泛的支援多种程序设计风格（程序化程序设计、资料抽象化、面向对象程序设计、泛型</a:t>
            </a:r>
            <a:r>
              <a:rPr lang="zh-CN" altLang="en-US" dirty="0" smtClean="0">
                <a:latin typeface="+mn-lt"/>
                <a:ea typeface="+mj-ea"/>
              </a:rPr>
              <a:t>程序设计）。</a:t>
            </a:r>
            <a:endParaRPr lang="zh-CN" altLang="en-US" dirty="0">
              <a:latin typeface="+mn-lt"/>
              <a:ea typeface="+mj-ea"/>
            </a:endParaRPr>
          </a:p>
          <a:p>
            <a:pPr marL="457200" indent="-457200" algn="just" eaLnBrk="1" hangingPunct="1">
              <a:lnSpc>
                <a:spcPct val="150000"/>
              </a:lnSpc>
              <a:buClr>
                <a:srgbClr val="00B050"/>
              </a:buClr>
              <a:buFont typeface="+mj-ea"/>
              <a:buAutoNum type="circleNumDbPlain"/>
            </a:pPr>
            <a:r>
              <a:rPr lang="zh-CN" altLang="en-US" dirty="0" smtClean="0">
                <a:solidFill>
                  <a:schemeClr val="hlink"/>
                </a:solidFill>
                <a:latin typeface="+mn-lt"/>
                <a:ea typeface="+mj-ea"/>
              </a:rPr>
              <a:t> </a:t>
            </a:r>
            <a:r>
              <a:rPr lang="zh-CN" altLang="en-US" dirty="0">
                <a:solidFill>
                  <a:srgbClr val="FFFF00"/>
                </a:solidFill>
                <a:latin typeface="+mn-lt"/>
                <a:ea typeface="+mj-ea"/>
              </a:rPr>
              <a:t>内存管理高效，</a:t>
            </a:r>
            <a:r>
              <a:rPr lang="en-US" altLang="zh-CN" dirty="0">
                <a:latin typeface="+mn-lt"/>
                <a:ea typeface="+mj-ea"/>
              </a:rPr>
              <a:t>C++</a:t>
            </a:r>
            <a:r>
              <a:rPr lang="zh-CN" altLang="en-US" dirty="0">
                <a:latin typeface="+mn-lt"/>
                <a:ea typeface="+mj-ea"/>
              </a:rPr>
              <a:t>提供自动和人工回收两种</a:t>
            </a:r>
            <a:r>
              <a:rPr lang="zh-CN" altLang="en-US" dirty="0" smtClean="0">
                <a:latin typeface="+mn-lt"/>
                <a:ea typeface="+mj-ea"/>
              </a:rPr>
              <a:t>方式。</a:t>
            </a:r>
            <a:endParaRPr lang="zh-CN" altLang="en-US" dirty="0">
              <a:latin typeface="+mn-lt"/>
              <a:ea typeface="+mj-ea"/>
            </a:endParaRPr>
          </a:p>
          <a:p>
            <a:pPr marL="457200" indent="-457200" algn="just" eaLnBrk="1" hangingPunct="1">
              <a:lnSpc>
                <a:spcPct val="150000"/>
              </a:lnSpc>
              <a:buClr>
                <a:srgbClr val="00B050"/>
              </a:buClr>
              <a:buFont typeface="+mj-ea"/>
              <a:buAutoNum type="circleNumDbPlain"/>
            </a:pPr>
            <a:r>
              <a:rPr lang="zh-CN" altLang="en-US" dirty="0" smtClean="0">
                <a:solidFill>
                  <a:schemeClr val="hlink"/>
                </a:solidFill>
                <a:latin typeface="+mn-lt"/>
                <a:ea typeface="+mj-ea"/>
              </a:rPr>
              <a:t> </a:t>
            </a:r>
            <a:r>
              <a:rPr lang="zh-CN" altLang="en-US" dirty="0">
                <a:solidFill>
                  <a:srgbClr val="FFFF00"/>
                </a:solidFill>
                <a:latin typeface="+mn-lt"/>
                <a:ea typeface="+mj-ea"/>
              </a:rPr>
              <a:t>异常处理加强，</a:t>
            </a:r>
            <a:r>
              <a:rPr lang="zh-CN" altLang="en-US" dirty="0">
                <a:latin typeface="+mn-lt"/>
                <a:ea typeface="+mj-ea"/>
              </a:rPr>
              <a:t>支持对象类型的</a:t>
            </a:r>
            <a:r>
              <a:rPr lang="zh-CN" altLang="en-US" dirty="0" smtClean="0">
                <a:latin typeface="+mn-lt"/>
                <a:ea typeface="+mj-ea"/>
              </a:rPr>
              <a:t>异常。</a:t>
            </a:r>
            <a:endParaRPr lang="zh-CN" altLang="en-US" dirty="0">
              <a:latin typeface="+mn-lt"/>
              <a:ea typeface="+mj-ea"/>
            </a:endParaRPr>
          </a:p>
          <a:p>
            <a:pPr marL="457200" indent="-457200" algn="just" eaLnBrk="1" hangingPunct="1">
              <a:lnSpc>
                <a:spcPct val="150000"/>
              </a:lnSpc>
              <a:buClr>
                <a:srgbClr val="00B050"/>
              </a:buClr>
              <a:buFont typeface="+mj-ea"/>
              <a:buAutoNum type="circleNumDbPlain"/>
            </a:pPr>
            <a:r>
              <a:rPr lang="zh-CN" altLang="en-US" dirty="0">
                <a:solidFill>
                  <a:schemeClr val="hlink"/>
                </a:solidFill>
                <a:latin typeface="+mn-lt"/>
                <a:ea typeface="+mj-ea"/>
              </a:rPr>
              <a:t> </a:t>
            </a:r>
            <a:r>
              <a:rPr lang="zh-CN" altLang="en-US" dirty="0" smtClean="0">
                <a:solidFill>
                  <a:srgbClr val="FFFF00"/>
                </a:solidFill>
                <a:latin typeface="+mn-lt"/>
                <a:ea typeface="+mj-ea"/>
              </a:rPr>
              <a:t>支持</a:t>
            </a:r>
            <a:r>
              <a:rPr lang="zh-CN" altLang="en-US" dirty="0">
                <a:solidFill>
                  <a:srgbClr val="FFFF00"/>
                </a:solidFill>
                <a:latin typeface="+mn-lt"/>
                <a:ea typeface="+mj-ea"/>
              </a:rPr>
              <a:t>名字空间，</a:t>
            </a:r>
            <a:r>
              <a:rPr lang="zh-CN" altLang="en-US" dirty="0">
                <a:latin typeface="+mn-lt"/>
                <a:ea typeface="+mj-ea"/>
              </a:rPr>
              <a:t>更加有利于大型软件工程</a:t>
            </a:r>
            <a:r>
              <a:rPr lang="zh-CN" altLang="en-US" dirty="0" smtClean="0">
                <a:latin typeface="+mn-lt"/>
                <a:ea typeface="+mj-ea"/>
              </a:rPr>
              <a:t>项目。</a:t>
            </a:r>
            <a:endParaRPr lang="zh-CN" altLang="en-US" dirty="0">
              <a:latin typeface="+mn-lt"/>
              <a:ea typeface="+mj-ea"/>
            </a:endParaRPr>
          </a:p>
          <a:p>
            <a:pPr marL="457200" indent="-457200" algn="just" eaLnBrk="1" hangingPunct="1">
              <a:lnSpc>
                <a:spcPct val="150000"/>
              </a:lnSpc>
              <a:buClr>
                <a:srgbClr val="00B050"/>
              </a:buClr>
              <a:buFont typeface="+mj-ea"/>
              <a:buAutoNum type="circleNumDbPlain"/>
            </a:pPr>
            <a:r>
              <a:rPr lang="zh-CN" altLang="en-US" dirty="0">
                <a:solidFill>
                  <a:schemeClr val="hlink"/>
                </a:solidFill>
                <a:latin typeface="+mn-lt"/>
                <a:ea typeface="+mj-ea"/>
              </a:rPr>
              <a:t> </a:t>
            </a:r>
            <a:r>
              <a:rPr lang="zh-CN" altLang="en-US" dirty="0" smtClean="0">
                <a:solidFill>
                  <a:srgbClr val="FFFF00"/>
                </a:solidFill>
                <a:latin typeface="+mn-lt"/>
                <a:ea typeface="+mj-ea"/>
              </a:rPr>
              <a:t>非</a:t>
            </a:r>
            <a:r>
              <a:rPr lang="zh-CN" altLang="en-US" dirty="0">
                <a:solidFill>
                  <a:srgbClr val="FFFF00"/>
                </a:solidFill>
                <a:latin typeface="+mn-lt"/>
                <a:ea typeface="+mj-ea"/>
              </a:rPr>
              <a:t>纯面向对象的语言，</a:t>
            </a:r>
            <a:r>
              <a:rPr lang="zh-CN" altLang="en-US" dirty="0">
                <a:latin typeface="+mn-lt"/>
                <a:ea typeface="+mj-ea"/>
              </a:rPr>
              <a:t>同时支持对象和模块描述程序结构。 </a:t>
            </a:r>
            <a:endParaRPr lang="zh-CN" altLang="en-US" dirty="0">
              <a:latin typeface="+mn-lt"/>
              <a:ea typeface="+mj-ea"/>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0066" name="Object 2"/>
          <p:cNvGraphicFramePr>
            <a:graphicFrameLocks noChangeAspect="1"/>
          </p:cNvGraphicFramePr>
          <p:nvPr/>
        </p:nvGraphicFramePr>
        <p:xfrm>
          <a:off x="0" y="5486400"/>
          <a:ext cx="1524000" cy="1371600"/>
        </p:xfrm>
        <a:graphic>
          <a:graphicData uri="http://schemas.openxmlformats.org/presentationml/2006/ole">
            <mc:AlternateContent xmlns:mc="http://schemas.openxmlformats.org/markup-compatibility/2006">
              <mc:Choice xmlns:v="urn:schemas-microsoft-com:vml" Requires="v">
                <p:oleObj spid="_x0000_s606293" name="剪辑" r:id="rId1" imgW="685800" imgH="586740" progId="">
                  <p:embed/>
                </p:oleObj>
              </mc:Choice>
              <mc:Fallback>
                <p:oleObj name="剪辑" r:id="rId1" imgW="685800" imgH="586740" progId="">
                  <p:embed/>
                  <p:pic>
                    <p:nvPicPr>
                      <p:cNvPr id="0" name="图片 60629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486400"/>
                        <a:ext cx="1524000" cy="137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0070" name="Text Box 6"/>
          <p:cNvSpPr txBox="1">
            <a:spLocks noChangeArrowheads="1"/>
          </p:cNvSpPr>
          <p:nvPr/>
        </p:nvSpPr>
        <p:spPr bwMode="auto">
          <a:xfrm>
            <a:off x="287635" y="188640"/>
            <a:ext cx="8244408"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sy="50000" rotWithShape="0">
                    <a:srgbClr val="875B0D"/>
                  </a:outerShdw>
                </a:effectLst>
              </a14:hiddenEffects>
            </a:ext>
          </a:extLst>
        </p:spPr>
        <p:txBody>
          <a:bodyPr wrap="square" anchor="ctr">
            <a:spAutoFit/>
          </a:bodyPr>
          <a:lstStyle/>
          <a:p>
            <a:pPr>
              <a:spcBef>
                <a:spcPct val="50000"/>
              </a:spcBef>
            </a:pPr>
            <a:r>
              <a:rPr lang="en-US" altLang="zh-CN" b="1" dirty="0" smtClean="0">
                <a:solidFill>
                  <a:srgbClr val="FFFF00"/>
                </a:solidFill>
                <a:effectLst>
                  <a:outerShdw blurRad="38100" dist="38100" dir="2700000" algn="tl">
                    <a:srgbClr val="000000"/>
                  </a:outerShdw>
                </a:effectLst>
                <a:latin typeface="+mj-lt"/>
                <a:ea typeface="黑体" panose="02010609060101010101" pitchFamily="49" charset="-122"/>
              </a:rPr>
              <a:t>Unit 02   </a:t>
            </a:r>
            <a:r>
              <a:rPr lang="zh-CN" altLang="en-US" sz="3600" b="1" dirty="0" smtClean="0">
                <a:solidFill>
                  <a:schemeClr val="accent4"/>
                </a:solidFill>
                <a:effectLst>
                  <a:outerShdw blurRad="38100" dist="38100" dir="2700000" algn="tl">
                    <a:srgbClr val="000000"/>
                  </a:outerShdw>
                </a:effectLst>
                <a:latin typeface="华文行楷" panose="02010800040101010101" pitchFamily="2" charset="-122"/>
                <a:ea typeface="华文行楷" panose="02010800040101010101" pitchFamily="2" charset="-122"/>
              </a:rPr>
              <a:t>简单程序设计</a:t>
            </a:r>
            <a:r>
              <a:rPr lang="en-US" altLang="zh-CN" sz="3600" b="1" dirty="0" smtClean="0">
                <a:solidFill>
                  <a:schemeClr val="accent4"/>
                </a:solidFill>
                <a:effectLst>
                  <a:outerShdw blurRad="38100" dist="38100" dir="2700000" algn="tl">
                    <a:srgbClr val="000000"/>
                  </a:outerShdw>
                </a:effectLst>
                <a:latin typeface="华文行楷" panose="02010800040101010101" pitchFamily="2" charset="-122"/>
                <a:ea typeface="华文行楷" panose="02010800040101010101" pitchFamily="2" charset="-122"/>
              </a:rPr>
              <a:t>(</a:t>
            </a:r>
            <a:r>
              <a:rPr lang="zh-CN" altLang="en-US" sz="3600" b="1" dirty="0" smtClean="0">
                <a:solidFill>
                  <a:schemeClr val="accent4"/>
                </a:solidFill>
                <a:effectLst>
                  <a:outerShdw blurRad="38100" dist="38100" dir="2700000" algn="tl">
                    <a:srgbClr val="000000"/>
                  </a:outerShdw>
                </a:effectLst>
                <a:latin typeface="华文行楷" panose="02010800040101010101" pitchFamily="2" charset="-122"/>
                <a:ea typeface="华文行楷" panose="02010800040101010101" pitchFamily="2" charset="-122"/>
              </a:rPr>
              <a:t>一个小例子</a:t>
            </a:r>
            <a:r>
              <a:rPr lang="en-US" altLang="zh-CN" sz="3600" b="1" dirty="0" smtClean="0">
                <a:solidFill>
                  <a:schemeClr val="accent4"/>
                </a:solidFill>
                <a:effectLst>
                  <a:outerShdw blurRad="38100" dist="38100" dir="2700000" algn="tl">
                    <a:srgbClr val="000000"/>
                  </a:outerShdw>
                </a:effectLst>
                <a:latin typeface="华文行楷" panose="02010800040101010101" pitchFamily="2" charset="-122"/>
                <a:ea typeface="华文行楷" panose="02010800040101010101" pitchFamily="2" charset="-122"/>
              </a:rPr>
              <a:t>)</a:t>
            </a:r>
            <a:endParaRPr lang="zh-CN" altLang="en-US" sz="3600" b="1" dirty="0">
              <a:solidFill>
                <a:schemeClr val="accent4"/>
              </a:solidFill>
              <a:effectLst>
                <a:outerShdw blurRad="38100" dist="38100" dir="2700000" algn="tl">
                  <a:srgbClr val="000000"/>
                </a:outerShdw>
              </a:effectLst>
              <a:latin typeface="华文行楷" panose="02010800040101010101" pitchFamily="2" charset="-122"/>
              <a:ea typeface="华文行楷" panose="02010800040101010101" pitchFamily="2" charset="-122"/>
            </a:endParaRPr>
          </a:p>
        </p:txBody>
      </p:sp>
      <p:sp>
        <p:nvSpPr>
          <p:cNvPr id="600071" name="Text Box 7"/>
          <p:cNvSpPr txBox="1">
            <a:spLocks noChangeArrowheads="1"/>
          </p:cNvSpPr>
          <p:nvPr/>
        </p:nvSpPr>
        <p:spPr bwMode="auto">
          <a:xfrm>
            <a:off x="1331640" y="6006530"/>
            <a:ext cx="7200800" cy="4370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a:lnSpc>
                <a:spcPct val="70000"/>
              </a:lnSpc>
              <a:spcBef>
                <a:spcPct val="50000"/>
              </a:spcBef>
            </a:pPr>
            <a:r>
              <a:rPr lang="zh-CN" altLang="en-US" sz="3200" dirty="0" smtClean="0">
                <a:solidFill>
                  <a:srgbClr val="0070C0"/>
                </a:solidFill>
                <a:latin typeface="华文行楷" panose="02010800040101010101" pitchFamily="2" charset="-122"/>
                <a:ea typeface="华文行楷" panose="02010800040101010101" pitchFamily="2" charset="-122"/>
              </a:rPr>
              <a:t>武大计算机学院</a:t>
            </a:r>
            <a:r>
              <a:rPr lang="en-US" altLang="zh-CN" sz="3200" dirty="0" smtClean="0">
                <a:solidFill>
                  <a:srgbClr val="0070C0"/>
                </a:solidFill>
                <a:latin typeface="华文行楷" panose="02010800040101010101" pitchFamily="2" charset="-122"/>
                <a:ea typeface="华文行楷" panose="02010800040101010101" pitchFamily="2" charset="-122"/>
              </a:rPr>
              <a:t>《</a:t>
            </a:r>
            <a:r>
              <a:rPr lang="zh-CN" altLang="en-US" sz="3200" dirty="0" smtClean="0">
                <a:solidFill>
                  <a:srgbClr val="0070C0"/>
                </a:solidFill>
                <a:latin typeface="华文行楷" panose="02010800040101010101" pitchFamily="2" charset="-122"/>
                <a:ea typeface="华文行楷" panose="02010800040101010101" pitchFamily="2" charset="-122"/>
              </a:rPr>
              <a:t>程序设计</a:t>
            </a:r>
            <a:r>
              <a:rPr lang="en-US" altLang="zh-CN" sz="3200" dirty="0" smtClean="0">
                <a:solidFill>
                  <a:srgbClr val="0070C0"/>
                </a:solidFill>
                <a:latin typeface="华文行楷" panose="02010800040101010101" pitchFamily="2" charset="-122"/>
                <a:ea typeface="华文行楷" panose="02010800040101010101" pitchFamily="2" charset="-122"/>
              </a:rPr>
              <a:t>》</a:t>
            </a:r>
            <a:r>
              <a:rPr lang="zh-CN" altLang="en-US" sz="3200" dirty="0" smtClean="0">
                <a:solidFill>
                  <a:srgbClr val="0070C0"/>
                </a:solidFill>
                <a:latin typeface="华文行楷" panose="02010800040101010101" pitchFamily="2" charset="-122"/>
                <a:ea typeface="华文行楷" panose="02010800040101010101" pitchFamily="2" charset="-122"/>
              </a:rPr>
              <a:t>课程组</a:t>
            </a:r>
            <a:endParaRPr lang="en-US" altLang="zh-CN" sz="3200" dirty="0" smtClean="0">
              <a:solidFill>
                <a:srgbClr val="0070C0"/>
              </a:solidFill>
              <a:latin typeface="华文行楷" panose="02010800040101010101" pitchFamily="2" charset="-122"/>
              <a:ea typeface="华文行楷" panose="02010800040101010101" pitchFamily="2" charset="-122"/>
            </a:endParaRPr>
          </a:p>
        </p:txBody>
      </p:sp>
      <p:sp>
        <p:nvSpPr>
          <p:cNvPr id="4" name="矩形 3"/>
          <p:cNvSpPr/>
          <p:nvPr/>
        </p:nvSpPr>
        <p:spPr>
          <a:xfrm>
            <a:off x="751165" y="2145022"/>
            <a:ext cx="8064499" cy="1015663"/>
          </a:xfrm>
          <a:prstGeom prst="rect">
            <a:avLst/>
          </a:prstGeom>
          <a:noFill/>
        </p:spPr>
        <p:txBody>
          <a:bodyPr wrap="square" lIns="91440" tIns="45720" rIns="91440" bIns="45720">
            <a:spAutoFit/>
          </a:bodyPr>
          <a:lstStyle/>
          <a:p>
            <a:pPr algn="l"/>
            <a:r>
              <a:rPr lang="zh-CN" altLang="en-US" sz="6000" b="1" cap="none" spc="0"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华文琥珀" panose="02010800040101010101" pitchFamily="2" charset="-122"/>
                <a:ea typeface="华文琥珀" panose="02010800040101010101" pitchFamily="2" charset="-122"/>
              </a:rPr>
              <a:t>看看</a:t>
            </a:r>
            <a:r>
              <a:rPr lang="en-US" altLang="zh-CN" sz="6000" b="1" cap="none" spc="0"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华文琥珀" panose="02010800040101010101" pitchFamily="2" charset="-122"/>
                <a:ea typeface="华文琥珀" panose="02010800040101010101" pitchFamily="2" charset="-122"/>
              </a:rPr>
              <a:t>C++</a:t>
            </a:r>
            <a:r>
              <a:rPr lang="zh-CN" altLang="en-US" sz="6000" b="1" cap="none" spc="0"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华文琥珀" panose="02010800040101010101" pitchFamily="2" charset="-122"/>
                <a:ea typeface="华文琥珀" panose="02010800040101010101" pitchFamily="2" charset="-122"/>
              </a:rPr>
              <a:t>语言的真面目</a:t>
            </a:r>
            <a:endParaRPr lang="zh-CN" altLang="en-US" sz="60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华文琥珀" panose="02010800040101010101" pitchFamily="2" charset="-122"/>
              <a:ea typeface="华文琥珀" panose="02010800040101010101" pitchFamily="2" charset="-122"/>
            </a:endParaRPr>
          </a:p>
        </p:txBody>
      </p:sp>
      <p:sp>
        <p:nvSpPr>
          <p:cNvPr id="3" name="矩形 2"/>
          <p:cNvSpPr/>
          <p:nvPr/>
        </p:nvSpPr>
        <p:spPr>
          <a:xfrm>
            <a:off x="1543397" y="3602259"/>
            <a:ext cx="7344816" cy="1569660"/>
          </a:xfrm>
          <a:prstGeom prst="rect">
            <a:avLst/>
          </a:prstGeom>
          <a:noFill/>
          <a:ln w="22225">
            <a:solidFill>
              <a:schemeClr val="tx1"/>
            </a:solidFill>
            <a:prstDash val="dashDot"/>
          </a:ln>
        </p:spPr>
        <p:txBody>
          <a:bodyPr wrap="square" lIns="91440" tIns="45720" rIns="91440" bIns="45720">
            <a:spAutoFit/>
          </a:bodyPr>
          <a:lstStyle/>
          <a:p>
            <a:pPr algn="l"/>
            <a:r>
              <a:rPr lang="zh-CN" altLang="en-US" sz="4800" b="1" dirty="0" smtClean="0">
                <a:solidFill>
                  <a:schemeClr val="accent3">
                    <a:lumMod val="40000"/>
                    <a:lumOff val="60000"/>
                  </a:schemeClr>
                </a:solidFill>
                <a:effectLst>
                  <a:outerShdw blurRad="38100" dist="19050" dir="2700000" algn="tl" rotWithShape="0">
                    <a:schemeClr val="dk1">
                      <a:lumMod val="50000"/>
                      <a:alpha val="40000"/>
                    </a:schemeClr>
                  </a:outerShdw>
                </a:effectLst>
                <a:latin typeface="华文行楷" panose="02010800040101010101" pitchFamily="2" charset="-122"/>
                <a:ea typeface="华文行楷" panose="02010800040101010101" pitchFamily="2" charset="-122"/>
              </a:rPr>
              <a:t>相识第一面：</a:t>
            </a:r>
            <a:endParaRPr lang="en-US" altLang="zh-CN" sz="4800" b="1" dirty="0" smtClean="0">
              <a:solidFill>
                <a:schemeClr val="accent3">
                  <a:lumMod val="40000"/>
                  <a:lumOff val="60000"/>
                </a:schemeClr>
              </a:solidFill>
              <a:effectLst>
                <a:outerShdw blurRad="38100" dist="19050" dir="2700000" algn="tl" rotWithShape="0">
                  <a:schemeClr val="dk1">
                    <a:lumMod val="50000"/>
                    <a:alpha val="40000"/>
                  </a:schemeClr>
                </a:outerShdw>
              </a:effectLst>
              <a:latin typeface="华文行楷" panose="02010800040101010101" pitchFamily="2" charset="-122"/>
              <a:ea typeface="华文行楷" panose="02010800040101010101" pitchFamily="2" charset="-122"/>
            </a:endParaRPr>
          </a:p>
          <a:p>
            <a:pPr algn="l"/>
            <a:r>
              <a:rPr lang="en-US" altLang="zh-CN" sz="4800" b="1" cap="none" spc="0" dirty="0">
                <a:solidFill>
                  <a:schemeClr val="accent3">
                    <a:lumMod val="40000"/>
                    <a:lumOff val="60000"/>
                  </a:schemeClr>
                </a:solidFill>
                <a:effectLst>
                  <a:outerShdw blurRad="38100" dist="19050" dir="2700000" algn="tl" rotWithShape="0">
                    <a:schemeClr val="dk1">
                      <a:lumMod val="50000"/>
                      <a:alpha val="40000"/>
                    </a:schemeClr>
                  </a:outerShdw>
                </a:effectLst>
                <a:latin typeface="华文行楷" panose="02010800040101010101" pitchFamily="2" charset="-122"/>
                <a:ea typeface="华文行楷" panose="02010800040101010101" pitchFamily="2" charset="-122"/>
              </a:rPr>
              <a:t> </a:t>
            </a:r>
            <a:r>
              <a:rPr lang="en-US" altLang="zh-CN" sz="4800" b="1" cap="none" spc="0" dirty="0" smtClean="0">
                <a:solidFill>
                  <a:schemeClr val="accent3">
                    <a:lumMod val="40000"/>
                    <a:lumOff val="60000"/>
                  </a:schemeClr>
                </a:solidFill>
                <a:effectLst>
                  <a:outerShdw blurRad="38100" dist="19050" dir="2700000" algn="tl" rotWithShape="0">
                    <a:schemeClr val="dk1">
                      <a:lumMod val="50000"/>
                      <a:alpha val="40000"/>
                    </a:schemeClr>
                  </a:outerShdw>
                </a:effectLst>
                <a:latin typeface="华文行楷" panose="02010800040101010101" pitchFamily="2" charset="-122"/>
                <a:ea typeface="华文行楷" panose="02010800040101010101" pitchFamily="2" charset="-122"/>
              </a:rPr>
              <a:t>     </a:t>
            </a:r>
            <a:r>
              <a:rPr lang="zh-CN" altLang="en-US" sz="4800" b="1" dirty="0" smtClean="0">
                <a:solidFill>
                  <a:schemeClr val="accent3">
                    <a:lumMod val="40000"/>
                    <a:lumOff val="60000"/>
                  </a:schemeClr>
                </a:solidFill>
                <a:latin typeface="华文行楷" panose="02010800040101010101" pitchFamily="2" charset="-122"/>
                <a:ea typeface="华文行楷" panose="02010800040101010101" pitchFamily="2" charset="-122"/>
              </a:rPr>
              <a:t>画卷是一点点展开的</a:t>
            </a:r>
            <a:endParaRPr lang="zh-CN" altLang="en-US" sz="4800" b="1" cap="none" spc="0" dirty="0">
              <a:solidFill>
                <a:schemeClr val="accent3">
                  <a:lumMod val="40000"/>
                  <a:lumOff val="60000"/>
                </a:schemeClr>
              </a:solidFill>
              <a:latin typeface="华文行楷" panose="02010800040101010101" pitchFamily="2" charset="-122"/>
              <a:ea typeface="华文行楷" panose="02010800040101010101" pitchFamily="2" charset="-122"/>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pPr algn="ctr"/>
            <a:r>
              <a:rPr lang="en-US" altLang="zh-CN" sz="3200" b="1" dirty="0">
                <a:ea typeface="华文行楷" panose="02010800040101010101" pitchFamily="2" charset="-122"/>
              </a:rPr>
              <a:t>2.1.3 C++</a:t>
            </a:r>
            <a:r>
              <a:rPr lang="zh-CN" altLang="en-US" sz="3200" b="1" dirty="0">
                <a:ea typeface="华文行楷" panose="02010800040101010101" pitchFamily="2" charset="-122"/>
              </a:rPr>
              <a:t>程序</a:t>
            </a:r>
            <a:r>
              <a:rPr lang="zh-CN" altLang="en-US" sz="3200" b="1" dirty="0" smtClean="0">
                <a:ea typeface="华文行楷" panose="02010800040101010101" pitchFamily="2" charset="-122"/>
              </a:rPr>
              <a:t>实例 </a:t>
            </a:r>
            <a:r>
              <a:rPr lang="en-US" altLang="zh-CN" sz="3200" b="1" dirty="0" smtClean="0">
                <a:ea typeface="华文行楷" panose="02010800040101010101" pitchFamily="2" charset="-122"/>
              </a:rPr>
              <a:t>— </a:t>
            </a:r>
            <a:r>
              <a:rPr lang="zh-CN" altLang="en-US" sz="3200" b="1" dirty="0" smtClean="0">
                <a:ea typeface="华文行楷" panose="02010800040101010101" pitchFamily="2" charset="-122"/>
              </a:rPr>
              <a:t>例</a:t>
            </a:r>
            <a:r>
              <a:rPr lang="en-US" altLang="zh-CN" sz="3200" b="1" dirty="0">
                <a:ea typeface="华文行楷" panose="02010800040101010101" pitchFamily="2" charset="-122"/>
              </a:rPr>
              <a:t>2-1</a:t>
            </a:r>
            <a:endParaRPr lang="zh-CN" altLang="en-US" sz="3200" b="1" dirty="0">
              <a:ea typeface="华文行楷" panose="02010800040101010101" pitchFamily="2" charset="-122"/>
            </a:endParaRPr>
          </a:p>
        </p:txBody>
      </p:sp>
      <p:sp>
        <p:nvSpPr>
          <p:cNvPr id="7" name="内容占位符 11"/>
          <p:cNvSpPr txBox="1"/>
          <p:nvPr/>
        </p:nvSpPr>
        <p:spPr>
          <a:xfrm>
            <a:off x="428624" y="5085184"/>
            <a:ext cx="8535863" cy="502829"/>
          </a:xfrm>
          <a:prstGeom prst="rect">
            <a:avLst/>
          </a:prstGeom>
          <a:solidFill>
            <a:schemeClr val="tx1"/>
          </a:solidFill>
        </p:spPr>
        <p:txBody>
          <a:bodyPr>
            <a:normAutofit/>
          </a:bodyPr>
          <a:lstStyle/>
          <a:p>
            <a:pPr algn="l">
              <a:spcBef>
                <a:spcPct val="50000"/>
              </a:spcBef>
              <a:buFont typeface="Wingdings" panose="05000000000000000000" pitchFamily="2" charset="2"/>
              <a:buNone/>
              <a:defRPr/>
            </a:pPr>
            <a:r>
              <a:rPr lang="zh-CN" altLang="en-US" b="1" dirty="0" smtClean="0">
                <a:solidFill>
                  <a:srgbClr val="000000"/>
                </a:solidFill>
                <a:latin typeface="+mn-lt"/>
              </a:rPr>
              <a:t>运行</a:t>
            </a:r>
            <a:r>
              <a:rPr lang="zh-CN" altLang="en-US" b="1" dirty="0">
                <a:solidFill>
                  <a:srgbClr val="000000"/>
                </a:solidFill>
                <a:latin typeface="+mn-lt"/>
              </a:rPr>
              <a:t>结果</a:t>
            </a:r>
            <a:r>
              <a:rPr lang="zh-CN" altLang="en-US" b="1" dirty="0" smtClean="0">
                <a:solidFill>
                  <a:srgbClr val="000000"/>
                </a:solidFill>
                <a:latin typeface="+mn-lt"/>
              </a:rPr>
              <a:t>：</a:t>
            </a:r>
            <a:endParaRPr kumimoji="0" lang="zh-CN" altLang="en-US" b="1" dirty="0">
              <a:solidFill>
                <a:srgbClr val="000000"/>
              </a:solidFill>
              <a:latin typeface="+mn-lt"/>
              <a:ea typeface="+mn-ea"/>
            </a:endParaRPr>
          </a:p>
        </p:txBody>
      </p:sp>
      <p:sp>
        <p:nvSpPr>
          <p:cNvPr id="6" name="内容占位符 11"/>
          <p:cNvSpPr txBox="1"/>
          <p:nvPr/>
        </p:nvSpPr>
        <p:spPr>
          <a:xfrm>
            <a:off x="428624" y="1340769"/>
            <a:ext cx="8535863" cy="3528392"/>
          </a:xfrm>
          <a:prstGeom prst="rect">
            <a:avLst/>
          </a:prstGeom>
          <a:solidFill>
            <a:schemeClr val="tx1"/>
          </a:solidFill>
        </p:spPr>
        <p:txBody>
          <a:bodyPr>
            <a:normAutofit/>
          </a:bodyPr>
          <a:lstStyle/>
          <a:p>
            <a:pPr algn="l">
              <a:defRPr/>
            </a:pPr>
            <a:r>
              <a:rPr lang="en-US" altLang="zh-CN" b="1" dirty="0">
                <a:solidFill>
                  <a:srgbClr val="000000"/>
                </a:solidFill>
                <a:latin typeface="+mn-lt"/>
              </a:rPr>
              <a:t>//2_1.cpp</a:t>
            </a:r>
            <a:endParaRPr lang="en-US" altLang="zh-CN" b="1" dirty="0">
              <a:solidFill>
                <a:srgbClr val="000000"/>
              </a:solidFill>
              <a:latin typeface="+mn-lt"/>
            </a:endParaRPr>
          </a:p>
          <a:p>
            <a:pPr algn="l">
              <a:defRPr/>
            </a:pPr>
            <a:r>
              <a:rPr lang="en-US" altLang="zh-CN" b="1" dirty="0">
                <a:solidFill>
                  <a:srgbClr val="000000"/>
                </a:solidFill>
                <a:latin typeface="+mn-lt"/>
              </a:rPr>
              <a:t>#include &lt;</a:t>
            </a:r>
            <a:r>
              <a:rPr lang="en-US" altLang="zh-CN" b="1" dirty="0" err="1">
                <a:solidFill>
                  <a:srgbClr val="000000"/>
                </a:solidFill>
                <a:latin typeface="+mn-lt"/>
              </a:rPr>
              <a:t>iostream</a:t>
            </a:r>
            <a:r>
              <a:rPr lang="en-US" altLang="zh-CN" b="1" dirty="0" smtClean="0">
                <a:solidFill>
                  <a:srgbClr val="000000"/>
                </a:solidFill>
                <a:latin typeface="+mn-lt"/>
              </a:rPr>
              <a:t>&gt;</a:t>
            </a:r>
            <a:r>
              <a:rPr lang="en-US" altLang="zh-CN" b="1" dirty="0" smtClean="0">
                <a:solidFill>
                  <a:srgbClr val="FF0000"/>
                </a:solidFill>
                <a:latin typeface="+mn-lt"/>
              </a:rPr>
              <a:t>  </a:t>
            </a:r>
            <a:r>
              <a:rPr lang="en-US" altLang="zh-CN" b="1" dirty="0" smtClean="0">
                <a:solidFill>
                  <a:srgbClr val="00B050"/>
                </a:solidFill>
                <a:latin typeface="+mn-lt"/>
              </a:rPr>
              <a:t>//</a:t>
            </a:r>
            <a:r>
              <a:rPr lang="zh-CN" altLang="en-US" b="1" dirty="0" smtClean="0">
                <a:solidFill>
                  <a:srgbClr val="00B050"/>
                </a:solidFill>
                <a:latin typeface="+mn-lt"/>
              </a:rPr>
              <a:t>头文件包含</a:t>
            </a:r>
            <a:endParaRPr lang="en-US" altLang="zh-CN" b="1" dirty="0">
              <a:solidFill>
                <a:srgbClr val="00B050"/>
              </a:solidFill>
              <a:latin typeface="+mn-lt"/>
            </a:endParaRPr>
          </a:p>
          <a:p>
            <a:pPr algn="l">
              <a:defRPr/>
            </a:pPr>
            <a:r>
              <a:rPr lang="en-US" altLang="zh-CN" b="1" dirty="0">
                <a:solidFill>
                  <a:srgbClr val="000000"/>
                </a:solidFill>
                <a:latin typeface="+mn-lt"/>
              </a:rPr>
              <a:t>using namespace </a:t>
            </a:r>
            <a:r>
              <a:rPr lang="en-US" altLang="zh-CN" b="1" dirty="0" err="1">
                <a:solidFill>
                  <a:srgbClr val="000000"/>
                </a:solidFill>
                <a:latin typeface="+mn-lt"/>
              </a:rPr>
              <a:t>std</a:t>
            </a:r>
            <a:r>
              <a:rPr lang="en-US" altLang="zh-CN" b="1" dirty="0">
                <a:solidFill>
                  <a:srgbClr val="000000"/>
                </a:solidFill>
                <a:latin typeface="+mn-lt"/>
              </a:rPr>
              <a:t>;  </a:t>
            </a:r>
            <a:r>
              <a:rPr lang="en-US" altLang="zh-CN" b="1" dirty="0">
                <a:solidFill>
                  <a:srgbClr val="00B050"/>
                </a:solidFill>
                <a:latin typeface="+mn-lt"/>
              </a:rPr>
              <a:t>//</a:t>
            </a:r>
            <a:r>
              <a:rPr lang="zh-CN" altLang="en-US" b="1" dirty="0">
                <a:solidFill>
                  <a:srgbClr val="00B050"/>
                </a:solidFill>
                <a:latin typeface="+mn-lt"/>
              </a:rPr>
              <a:t>引入</a:t>
            </a:r>
            <a:r>
              <a:rPr lang="en-US" altLang="zh-CN" b="1" dirty="0">
                <a:solidFill>
                  <a:srgbClr val="00B050"/>
                </a:solidFill>
                <a:latin typeface="+mn-lt"/>
              </a:rPr>
              <a:t>C++</a:t>
            </a:r>
            <a:r>
              <a:rPr lang="zh-CN" altLang="en-US" b="1" dirty="0">
                <a:solidFill>
                  <a:srgbClr val="00B050"/>
                </a:solidFill>
                <a:latin typeface="+mn-lt"/>
              </a:rPr>
              <a:t>标准名字空间</a:t>
            </a:r>
            <a:r>
              <a:rPr lang="en-US" altLang="zh-CN" b="1" dirty="0" err="1">
                <a:solidFill>
                  <a:srgbClr val="00B050"/>
                </a:solidFill>
                <a:latin typeface="+mn-lt"/>
              </a:rPr>
              <a:t>std</a:t>
            </a:r>
            <a:endParaRPr lang="en-US" altLang="zh-CN" b="1" dirty="0">
              <a:solidFill>
                <a:srgbClr val="00B050"/>
              </a:solidFill>
              <a:latin typeface="+mn-lt"/>
            </a:endParaRPr>
          </a:p>
          <a:p>
            <a:pPr marL="0" lvl="1" algn="l">
              <a:defRPr/>
            </a:pPr>
            <a:r>
              <a:rPr lang="en-US" altLang="zh-CN" b="1" noProof="1" smtClean="0">
                <a:solidFill>
                  <a:srgbClr val="FF0000"/>
                </a:solidFill>
                <a:latin typeface="+mn-lt"/>
              </a:rPr>
              <a:t>// </a:t>
            </a:r>
            <a:r>
              <a:rPr lang="zh-CN" altLang="en-US" b="1" noProof="1" smtClean="0">
                <a:solidFill>
                  <a:srgbClr val="FF0000"/>
                </a:solidFill>
                <a:latin typeface="+mn-lt"/>
              </a:rPr>
              <a:t>一</a:t>
            </a:r>
            <a:r>
              <a:rPr lang="zh-CN" altLang="en-US" b="1" noProof="1">
                <a:solidFill>
                  <a:srgbClr val="FF0000"/>
                </a:solidFill>
                <a:latin typeface="+mn-lt"/>
              </a:rPr>
              <a:t>个完整的</a:t>
            </a:r>
            <a:r>
              <a:rPr lang="en-US" altLang="zh-CN" b="1" noProof="1" smtClean="0">
                <a:solidFill>
                  <a:srgbClr val="FF0000"/>
                </a:solidFill>
                <a:latin typeface="+mn-lt"/>
              </a:rPr>
              <a:t>C++</a:t>
            </a:r>
            <a:r>
              <a:rPr lang="zh-CN" altLang="en-US" b="1" noProof="1" smtClean="0">
                <a:solidFill>
                  <a:srgbClr val="FF0000"/>
                </a:solidFill>
                <a:latin typeface="+mn-lt"/>
              </a:rPr>
              <a:t>程序</a:t>
            </a:r>
            <a:r>
              <a:rPr lang="zh-CN" altLang="en-US" b="1" noProof="1">
                <a:solidFill>
                  <a:srgbClr val="FF0000"/>
                </a:solidFill>
                <a:latin typeface="+mn-lt"/>
              </a:rPr>
              <a:t>有且仅有一个主</a:t>
            </a:r>
            <a:r>
              <a:rPr lang="zh-CN" altLang="en-US" b="1" noProof="1" smtClean="0">
                <a:solidFill>
                  <a:srgbClr val="FF0000"/>
                </a:solidFill>
                <a:latin typeface="+mn-lt"/>
              </a:rPr>
              <a:t>函数</a:t>
            </a:r>
            <a:endParaRPr lang="en-US" altLang="zh-CN" b="1" dirty="0">
              <a:solidFill>
                <a:srgbClr val="FF0000"/>
              </a:solidFill>
              <a:latin typeface="+mn-lt"/>
            </a:endParaRPr>
          </a:p>
          <a:p>
            <a:pPr algn="l">
              <a:defRPr/>
            </a:pPr>
            <a:r>
              <a:rPr lang="en-US" altLang="zh-CN" b="1" dirty="0" err="1">
                <a:solidFill>
                  <a:srgbClr val="000000"/>
                </a:solidFill>
                <a:latin typeface="+mn-lt"/>
              </a:rPr>
              <a:t>int</a:t>
            </a:r>
            <a:r>
              <a:rPr lang="en-US" altLang="zh-CN" b="1" dirty="0">
                <a:solidFill>
                  <a:srgbClr val="000000"/>
                </a:solidFill>
                <a:latin typeface="+mn-lt"/>
              </a:rPr>
              <a:t> main</a:t>
            </a:r>
            <a:r>
              <a:rPr lang="en-US" altLang="zh-CN" b="1" dirty="0" smtClean="0">
                <a:solidFill>
                  <a:srgbClr val="000000"/>
                </a:solidFill>
                <a:latin typeface="+mn-lt"/>
              </a:rPr>
              <a:t>( ) </a:t>
            </a:r>
            <a:endParaRPr lang="en-US" altLang="zh-CN" b="1" dirty="0" smtClean="0">
              <a:solidFill>
                <a:srgbClr val="000000"/>
              </a:solidFill>
              <a:latin typeface="+mn-lt"/>
            </a:endParaRPr>
          </a:p>
          <a:p>
            <a:pPr algn="l">
              <a:defRPr/>
            </a:pPr>
            <a:r>
              <a:rPr lang="en-US" altLang="zh-CN" b="1" dirty="0" smtClean="0">
                <a:solidFill>
                  <a:srgbClr val="000000"/>
                </a:solidFill>
                <a:latin typeface="+mn-lt"/>
              </a:rPr>
              <a:t>{</a:t>
            </a:r>
            <a:r>
              <a:rPr lang="en-US" altLang="zh-CN" b="1" dirty="0">
                <a:solidFill>
                  <a:srgbClr val="000000"/>
                </a:solidFill>
                <a:latin typeface="+mn-lt"/>
              </a:rPr>
              <a:t>	</a:t>
            </a:r>
            <a:r>
              <a:rPr lang="en-US" altLang="zh-CN" b="1" dirty="0" err="1">
                <a:solidFill>
                  <a:srgbClr val="000000"/>
                </a:solidFill>
                <a:latin typeface="+mn-lt"/>
              </a:rPr>
              <a:t>cout</a:t>
            </a:r>
            <a:r>
              <a:rPr lang="en-US" altLang="zh-CN" b="1" dirty="0">
                <a:solidFill>
                  <a:srgbClr val="000000"/>
                </a:solidFill>
                <a:latin typeface="+mn-lt"/>
              </a:rPr>
              <a:t> &lt;&lt; </a:t>
            </a:r>
            <a:r>
              <a:rPr lang="en-US" altLang="zh-CN" b="1" dirty="0" smtClean="0">
                <a:solidFill>
                  <a:srgbClr val="000000"/>
                </a:solidFill>
                <a:latin typeface="+mn-lt"/>
              </a:rPr>
              <a:t>“Hello!” </a:t>
            </a:r>
            <a:r>
              <a:rPr lang="en-US" altLang="zh-CN" b="1" dirty="0">
                <a:solidFill>
                  <a:srgbClr val="000000"/>
                </a:solidFill>
                <a:latin typeface="+mn-lt"/>
              </a:rPr>
              <a:t>&lt;&lt; </a:t>
            </a:r>
            <a:r>
              <a:rPr lang="en-US" altLang="zh-CN" b="1" dirty="0" err="1">
                <a:solidFill>
                  <a:srgbClr val="000000"/>
                </a:solidFill>
                <a:latin typeface="+mn-lt"/>
              </a:rPr>
              <a:t>endl</a:t>
            </a:r>
            <a:r>
              <a:rPr lang="en-US" altLang="zh-CN" b="1" dirty="0" smtClean="0">
                <a:solidFill>
                  <a:srgbClr val="000000"/>
                </a:solidFill>
                <a:latin typeface="+mn-lt"/>
              </a:rPr>
              <a:t>;  </a:t>
            </a:r>
            <a:r>
              <a:rPr lang="en-US" altLang="zh-CN" b="1" dirty="0" smtClean="0">
                <a:solidFill>
                  <a:srgbClr val="FF0000"/>
                </a:solidFill>
                <a:latin typeface="+mn-lt"/>
              </a:rPr>
              <a:t>//</a:t>
            </a:r>
            <a:r>
              <a:rPr lang="zh-CN" altLang="en-US" b="1" dirty="0" smtClean="0">
                <a:solidFill>
                  <a:srgbClr val="FF0000"/>
                </a:solidFill>
                <a:latin typeface="+mn-lt"/>
              </a:rPr>
              <a:t>输出语句，标准输出流</a:t>
            </a:r>
            <a:r>
              <a:rPr lang="en-US" altLang="zh-CN" b="1" dirty="0" err="1" smtClean="0">
                <a:solidFill>
                  <a:srgbClr val="FF0000"/>
                </a:solidFill>
                <a:latin typeface="+mn-lt"/>
              </a:rPr>
              <a:t>cout</a:t>
            </a:r>
            <a:endParaRPr lang="en-US" altLang="zh-CN" b="1" dirty="0">
              <a:solidFill>
                <a:srgbClr val="FF0000"/>
              </a:solidFill>
              <a:latin typeface="+mn-lt"/>
            </a:endParaRPr>
          </a:p>
          <a:p>
            <a:pPr algn="l">
              <a:defRPr/>
            </a:pPr>
            <a:r>
              <a:rPr lang="en-US" altLang="zh-CN" b="1" dirty="0">
                <a:solidFill>
                  <a:srgbClr val="000000"/>
                </a:solidFill>
                <a:latin typeface="+mn-lt"/>
              </a:rPr>
              <a:t>	</a:t>
            </a:r>
            <a:r>
              <a:rPr lang="en-US" altLang="zh-CN" b="1" dirty="0" err="1">
                <a:solidFill>
                  <a:srgbClr val="000000"/>
                </a:solidFill>
                <a:latin typeface="+mn-lt"/>
              </a:rPr>
              <a:t>cout</a:t>
            </a:r>
            <a:r>
              <a:rPr lang="en-US" altLang="zh-CN" b="1" dirty="0">
                <a:solidFill>
                  <a:srgbClr val="000000"/>
                </a:solidFill>
                <a:latin typeface="+mn-lt"/>
              </a:rPr>
              <a:t> &lt;&lt; "Welcome to </a:t>
            </a:r>
            <a:r>
              <a:rPr lang="en-US" altLang="zh-CN" b="1" dirty="0" err="1">
                <a:solidFill>
                  <a:srgbClr val="000000"/>
                </a:solidFill>
                <a:latin typeface="+mn-lt"/>
              </a:rPr>
              <a:t>c++</a:t>
            </a:r>
            <a:r>
              <a:rPr lang="en-US" altLang="zh-CN" b="1" dirty="0">
                <a:solidFill>
                  <a:srgbClr val="000000"/>
                </a:solidFill>
                <a:latin typeface="+mn-lt"/>
              </a:rPr>
              <a:t>!" &lt;&lt; </a:t>
            </a:r>
            <a:r>
              <a:rPr lang="en-US" altLang="zh-CN" b="1" dirty="0" err="1">
                <a:solidFill>
                  <a:srgbClr val="000000"/>
                </a:solidFill>
                <a:latin typeface="+mn-lt"/>
              </a:rPr>
              <a:t>endl</a:t>
            </a:r>
            <a:r>
              <a:rPr lang="en-US" altLang="zh-CN" b="1" dirty="0">
                <a:solidFill>
                  <a:srgbClr val="000000"/>
                </a:solidFill>
                <a:latin typeface="+mn-lt"/>
              </a:rPr>
              <a:t>;</a:t>
            </a:r>
            <a:endParaRPr lang="en-US" altLang="zh-CN" b="1" dirty="0">
              <a:solidFill>
                <a:srgbClr val="000000"/>
              </a:solidFill>
              <a:latin typeface="+mn-lt"/>
            </a:endParaRPr>
          </a:p>
          <a:p>
            <a:pPr marL="0" lvl="1" algn="l">
              <a:defRPr/>
            </a:pPr>
            <a:r>
              <a:rPr lang="en-US" altLang="zh-CN" b="1" dirty="0">
                <a:solidFill>
                  <a:srgbClr val="000000"/>
                </a:solidFill>
                <a:latin typeface="+mn-lt"/>
              </a:rPr>
              <a:t>	return 0</a:t>
            </a:r>
            <a:r>
              <a:rPr lang="en-US" altLang="zh-CN" b="1" dirty="0" smtClean="0">
                <a:solidFill>
                  <a:srgbClr val="000000"/>
                </a:solidFill>
                <a:latin typeface="+mn-lt"/>
              </a:rPr>
              <a:t>;</a:t>
            </a:r>
            <a:r>
              <a:rPr lang="en-US" altLang="zh-CN" sz="2000" b="1" noProof="1">
                <a:solidFill>
                  <a:schemeClr val="tx2"/>
                </a:solidFill>
                <a:ea typeface="华文楷体" panose="02010600040101010101" pitchFamily="2" charset="-122"/>
              </a:rPr>
              <a:t> </a:t>
            </a:r>
            <a:r>
              <a:rPr lang="en-US" altLang="zh-CN" sz="2000" b="1" noProof="1" smtClean="0">
                <a:solidFill>
                  <a:schemeClr val="tx2"/>
                </a:solidFill>
                <a:ea typeface="华文楷体" panose="02010600040101010101" pitchFamily="2" charset="-122"/>
              </a:rPr>
              <a:t>     </a:t>
            </a:r>
            <a:r>
              <a:rPr lang="en-US" altLang="zh-CN" b="1" noProof="1" smtClean="0">
                <a:solidFill>
                  <a:srgbClr val="FF0000"/>
                </a:solidFill>
                <a:latin typeface="+mn-lt"/>
              </a:rPr>
              <a:t>/*</a:t>
            </a:r>
            <a:r>
              <a:rPr lang="zh-CN" altLang="en-US" b="1" noProof="1">
                <a:solidFill>
                  <a:srgbClr val="FF0000"/>
                </a:solidFill>
                <a:latin typeface="+mn-lt"/>
              </a:rPr>
              <a:t>返回</a:t>
            </a:r>
            <a:r>
              <a:rPr lang="en-US" altLang="zh-CN" b="1" dirty="0">
                <a:solidFill>
                  <a:srgbClr val="FF0000"/>
                </a:solidFill>
                <a:latin typeface="+mn-lt"/>
              </a:rPr>
              <a:t>0</a:t>
            </a:r>
            <a:r>
              <a:rPr lang="zh-CN" altLang="en-US" b="1" noProof="1">
                <a:solidFill>
                  <a:srgbClr val="FF0000"/>
                </a:solidFill>
                <a:latin typeface="+mn-lt"/>
              </a:rPr>
              <a:t>，表示程序执行正常结束*</a:t>
            </a:r>
            <a:r>
              <a:rPr lang="zh-CN" altLang="zh-CN" b="1" noProof="1">
                <a:solidFill>
                  <a:srgbClr val="FF0000"/>
                </a:solidFill>
                <a:latin typeface="+mn-lt"/>
              </a:rPr>
              <a:t>/</a:t>
            </a:r>
            <a:endParaRPr lang="en-US" altLang="zh-CN" b="1" dirty="0">
              <a:solidFill>
                <a:srgbClr val="FF0000"/>
              </a:solidFill>
              <a:latin typeface="+mn-lt"/>
            </a:endParaRPr>
          </a:p>
          <a:p>
            <a:pPr algn="l">
              <a:defRPr/>
            </a:pPr>
            <a:r>
              <a:rPr lang="en-US" altLang="zh-CN" b="1" dirty="0" smtClean="0">
                <a:solidFill>
                  <a:srgbClr val="000000"/>
                </a:solidFill>
                <a:latin typeface="+mn-lt"/>
              </a:rPr>
              <a:t>}</a:t>
            </a:r>
            <a:endParaRPr kumimoji="0" lang="zh-CN" altLang="en-US" b="1" dirty="0">
              <a:solidFill>
                <a:srgbClr val="000000"/>
              </a:solidFill>
              <a:latin typeface="+mn-lt"/>
              <a:ea typeface="+mn-ea"/>
            </a:endParaRPr>
          </a:p>
        </p:txBody>
      </p:sp>
      <p:sp>
        <p:nvSpPr>
          <p:cNvPr id="8" name="内容占位符 11"/>
          <p:cNvSpPr txBox="1"/>
          <p:nvPr/>
        </p:nvSpPr>
        <p:spPr>
          <a:xfrm>
            <a:off x="428624" y="5660021"/>
            <a:ext cx="8535863" cy="793315"/>
          </a:xfrm>
          <a:prstGeom prst="rect">
            <a:avLst/>
          </a:prstGeom>
          <a:solidFill>
            <a:srgbClr val="000000"/>
          </a:solidFill>
        </p:spPr>
        <p:txBody>
          <a:bodyPr>
            <a:normAutofit lnSpcReduction="10000"/>
          </a:bodyPr>
          <a:lstStyle/>
          <a:p>
            <a:pPr algn="l">
              <a:defRPr/>
            </a:pPr>
            <a:r>
              <a:rPr lang="en-US" altLang="zh-CN" b="1" dirty="0" smtClean="0">
                <a:latin typeface="+mn-lt"/>
              </a:rPr>
              <a:t>Hello</a:t>
            </a:r>
            <a:r>
              <a:rPr lang="en-US" altLang="zh-CN" b="1" dirty="0">
                <a:latin typeface="+mn-lt"/>
              </a:rPr>
              <a:t>!</a:t>
            </a:r>
            <a:endParaRPr lang="en-US" altLang="zh-CN" b="1" dirty="0">
              <a:latin typeface="+mn-lt"/>
            </a:endParaRPr>
          </a:p>
          <a:p>
            <a:pPr algn="l">
              <a:defRPr/>
            </a:pPr>
            <a:r>
              <a:rPr lang="en-US" altLang="zh-CN" b="1" dirty="0">
                <a:latin typeface="+mn-lt"/>
              </a:rPr>
              <a:t>Welcome to </a:t>
            </a:r>
            <a:r>
              <a:rPr lang="en-US" altLang="zh-CN" b="1" dirty="0" err="1">
                <a:latin typeface="+mn-lt"/>
              </a:rPr>
              <a:t>c++</a:t>
            </a:r>
            <a:r>
              <a:rPr lang="zh-CN" altLang="en-US" b="1" dirty="0">
                <a:latin typeface="+mn-lt"/>
              </a:rPr>
              <a:t>！</a:t>
            </a:r>
            <a:endParaRPr kumimoji="0" lang="zh-CN" altLang="en-US" b="1" dirty="0">
              <a:latin typeface="+mn-lt"/>
              <a:ea typeface="+mn-ea"/>
            </a:endParaRPr>
          </a:p>
        </p:txBody>
      </p:sp>
      <p:sp>
        <p:nvSpPr>
          <p:cNvPr id="2" name="矩形标注 1"/>
          <p:cNvSpPr/>
          <p:nvPr/>
        </p:nvSpPr>
        <p:spPr bwMode="auto">
          <a:xfrm>
            <a:off x="5436096" y="908721"/>
            <a:ext cx="3384376" cy="720080"/>
          </a:xfrm>
          <a:prstGeom prst="wedgeRectCallou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dirty="0" smtClean="0">
                <a:ln>
                  <a:noFill/>
                </a:ln>
                <a:solidFill>
                  <a:srgbClr val="FF0000"/>
                </a:solidFill>
                <a:effectLst/>
                <a:latin typeface="华文行楷" panose="02010800040101010101" pitchFamily="2" charset="-122"/>
                <a:ea typeface="华文行楷" panose="02010800040101010101" pitchFamily="2" charset="-122"/>
              </a:rPr>
              <a:t>字体大小、可以改变哦</a:t>
            </a:r>
            <a:endParaRPr kumimoji="1" lang="zh-CN" altLang="en-US" sz="2400" b="0" i="0" u="none" strike="noStrike" cap="none" normalizeH="0" baseline="0" dirty="0" smtClean="0">
              <a:ln>
                <a:noFill/>
              </a:ln>
              <a:solidFill>
                <a:srgbClr val="FF0000"/>
              </a:solidFill>
              <a:effectLst/>
              <a:latin typeface="华文行楷" panose="02010800040101010101" pitchFamily="2" charset="-122"/>
              <a:ea typeface="华文行楷"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algn="ctr" eaLnBrk="1" hangingPunct="1"/>
            <a:r>
              <a:rPr lang="en-US" altLang="zh-CN" sz="4400" b="1" dirty="0">
                <a:ea typeface="华文行楷" panose="02010800040101010101" pitchFamily="2" charset="-122"/>
              </a:rPr>
              <a:t>2.1.3 C++</a:t>
            </a:r>
            <a:r>
              <a:rPr lang="zh-CN" altLang="en-US" sz="4400" b="1" dirty="0">
                <a:ea typeface="华文行楷" panose="02010800040101010101" pitchFamily="2" charset="-122"/>
              </a:rPr>
              <a:t>程序实例 </a:t>
            </a:r>
            <a:endParaRPr lang="zh-CN" altLang="en-US" sz="4400" b="1" dirty="0">
              <a:ea typeface="华文行楷" panose="02010800040101010101" pitchFamily="2" charset="-122"/>
            </a:endParaRPr>
          </a:p>
        </p:txBody>
      </p:sp>
      <p:sp>
        <p:nvSpPr>
          <p:cNvPr id="10243" name="Rectangle 3"/>
          <p:cNvSpPr>
            <a:spLocks noGrp="1" noChangeArrowheads="1"/>
          </p:cNvSpPr>
          <p:nvPr>
            <p:ph type="body" idx="1"/>
          </p:nvPr>
        </p:nvSpPr>
        <p:spPr>
          <a:xfrm>
            <a:off x="1346474" y="1412776"/>
            <a:ext cx="7313612" cy="1314450"/>
          </a:xfrm>
          <a:ln>
            <a:solidFill>
              <a:schemeClr val="tx1"/>
            </a:solidFill>
            <a:miter lim="800000"/>
          </a:ln>
        </p:spPr>
        <p:txBody>
          <a:bodyPr anchor="ctr"/>
          <a:lstStyle/>
          <a:p>
            <a:pPr marL="0" indent="0" eaLnBrk="1" hangingPunct="1">
              <a:lnSpc>
                <a:spcPct val="90000"/>
              </a:lnSpc>
              <a:buFont typeface="Wingdings" panose="05000000000000000000" pitchFamily="2" charset="2"/>
              <a:buNone/>
            </a:pPr>
            <a:r>
              <a:rPr lang="zh-CN" altLang="en-US" sz="2400" b="1" dirty="0" smtClean="0">
                <a:solidFill>
                  <a:srgbClr val="FFFF00"/>
                </a:solidFill>
                <a:latin typeface="Times New Roman" panose="02020603050405020304" pitchFamily="18" charset="0"/>
                <a:ea typeface="华文楷体" panose="02010600040101010101" pitchFamily="2" charset="-122"/>
              </a:rPr>
              <a:t>头文件：</a:t>
            </a:r>
            <a:endParaRPr lang="zh-CN" altLang="en-US" sz="2400" b="1" dirty="0" smtClean="0">
              <a:solidFill>
                <a:srgbClr val="FFFF00"/>
              </a:solidFill>
              <a:latin typeface="Times New Roman" panose="02020603050405020304" pitchFamily="18" charset="0"/>
              <a:ea typeface="华文楷体" panose="02010600040101010101" pitchFamily="2" charset="-122"/>
            </a:endParaRPr>
          </a:p>
          <a:p>
            <a:pPr marL="0" indent="0" eaLnBrk="1" hangingPunct="1">
              <a:lnSpc>
                <a:spcPct val="90000"/>
              </a:lnSpc>
              <a:buFont typeface="Wingdings" panose="05000000000000000000" pitchFamily="2" charset="2"/>
              <a:buNone/>
            </a:pPr>
            <a:r>
              <a:rPr lang="en-US" altLang="zh-CN" sz="2400" b="1" dirty="0" err="1" smtClean="0">
                <a:latin typeface="Times New Roman" panose="02020603050405020304" pitchFamily="18" charset="0"/>
                <a:ea typeface="华文楷体" panose="02010600040101010101" pitchFamily="2" charset="-122"/>
              </a:rPr>
              <a:t>iostream</a:t>
            </a:r>
            <a:r>
              <a:rPr lang="zh-CN" altLang="en-US" sz="2400" b="1" dirty="0" smtClean="0">
                <a:latin typeface="Times New Roman" panose="02020603050405020304" pitchFamily="18" charset="0"/>
                <a:ea typeface="华文楷体" panose="02010600040101010101" pitchFamily="2" charset="-122"/>
              </a:rPr>
              <a:t>，</a:t>
            </a:r>
            <a:r>
              <a:rPr lang="en-US" altLang="zh-CN" sz="2400" b="1" dirty="0" smtClean="0">
                <a:latin typeface="Times New Roman" panose="02020603050405020304" pitchFamily="18" charset="0"/>
                <a:ea typeface="华文楷体" panose="02010600040101010101" pitchFamily="2" charset="-122"/>
              </a:rPr>
              <a:t>C++</a:t>
            </a:r>
            <a:r>
              <a:rPr lang="zh-CN" altLang="en-US" sz="2400" b="1" dirty="0" smtClean="0">
                <a:latin typeface="Times New Roman" panose="02020603050405020304" pitchFamily="18" charset="0"/>
                <a:ea typeface="华文楷体" panose="02010600040101010101" pitchFamily="2" charset="-122"/>
              </a:rPr>
              <a:t>头文件，注意不用</a:t>
            </a:r>
            <a:r>
              <a:rPr lang="en-US" altLang="zh-CN" sz="2400" b="1" dirty="0" smtClean="0">
                <a:latin typeface="Times New Roman" panose="02020603050405020304" pitchFamily="18" charset="0"/>
                <a:ea typeface="华文楷体" panose="02010600040101010101" pitchFamily="2" charset="-122"/>
              </a:rPr>
              <a:t>.h</a:t>
            </a:r>
            <a:r>
              <a:rPr lang="zh-CN" altLang="en-US" sz="2400" b="1" dirty="0" smtClean="0">
                <a:latin typeface="Times New Roman" panose="02020603050405020304" pitchFamily="18" charset="0"/>
                <a:ea typeface="华文楷体" panose="02010600040101010101" pitchFamily="2" charset="-122"/>
              </a:rPr>
              <a:t>扩展名；</a:t>
            </a:r>
            <a:endParaRPr lang="zh-CN" altLang="en-US" sz="2400" b="1" dirty="0" smtClean="0">
              <a:latin typeface="Times New Roman" panose="02020603050405020304" pitchFamily="18" charset="0"/>
              <a:ea typeface="华文楷体" panose="02010600040101010101" pitchFamily="2" charset="-122"/>
            </a:endParaRPr>
          </a:p>
          <a:p>
            <a:pPr marL="0" indent="0" eaLnBrk="1" hangingPunct="1">
              <a:lnSpc>
                <a:spcPct val="90000"/>
              </a:lnSpc>
              <a:buFont typeface="Wingdings" panose="05000000000000000000" pitchFamily="2" charset="2"/>
              <a:buNone/>
            </a:pPr>
            <a:r>
              <a:rPr lang="zh-CN" altLang="en-US" sz="2400" b="1" dirty="0" smtClean="0">
                <a:latin typeface="Times New Roman" panose="02020603050405020304" pitchFamily="18" charset="0"/>
                <a:ea typeface="华文楷体" panose="02010600040101010101" pitchFamily="2" charset="-122"/>
              </a:rPr>
              <a:t>仍然可以用</a:t>
            </a:r>
            <a:r>
              <a:rPr lang="en-US" altLang="zh-CN" sz="2400" b="1" dirty="0" smtClean="0">
                <a:latin typeface="Times New Roman" panose="02020603050405020304" pitchFamily="18" charset="0"/>
                <a:ea typeface="华文楷体" panose="02010600040101010101" pitchFamily="2" charset="-122"/>
              </a:rPr>
              <a:t>C</a:t>
            </a:r>
            <a:r>
              <a:rPr lang="zh-CN" altLang="en-US" sz="2400" b="1" dirty="0" smtClean="0">
                <a:latin typeface="Times New Roman" panose="02020603050405020304" pitchFamily="18" charset="0"/>
                <a:ea typeface="华文楷体" panose="02010600040101010101" pitchFamily="2" charset="-122"/>
              </a:rPr>
              <a:t>头文件，例如  </a:t>
            </a:r>
            <a:r>
              <a:rPr lang="en-US" altLang="zh-CN" sz="2400" b="1" dirty="0" smtClean="0">
                <a:latin typeface="Times New Roman" panose="02020603050405020304" pitchFamily="18" charset="0"/>
                <a:ea typeface="华文楷体" panose="02010600040101010101" pitchFamily="2" charset="-122"/>
              </a:rPr>
              <a:t>#include &lt;</a:t>
            </a:r>
            <a:r>
              <a:rPr lang="en-US" altLang="zh-CN" sz="2400" b="1" dirty="0" err="1" smtClean="0">
                <a:latin typeface="Times New Roman" panose="02020603050405020304" pitchFamily="18" charset="0"/>
                <a:ea typeface="华文楷体" panose="02010600040101010101" pitchFamily="2" charset="-122"/>
              </a:rPr>
              <a:t>stdio.h</a:t>
            </a:r>
            <a:r>
              <a:rPr lang="en-US" altLang="zh-CN" sz="2400" b="1" dirty="0" smtClean="0">
                <a:latin typeface="Times New Roman" panose="02020603050405020304" pitchFamily="18" charset="0"/>
                <a:ea typeface="华文楷体" panose="02010600040101010101" pitchFamily="2" charset="-122"/>
              </a:rPr>
              <a:t>&gt;</a:t>
            </a:r>
            <a:endParaRPr lang="en-US" altLang="zh-CN" sz="2400" b="1" dirty="0" smtClean="0">
              <a:latin typeface="Times New Roman" panose="02020603050405020304" pitchFamily="18" charset="0"/>
              <a:ea typeface="华文楷体" panose="02010600040101010101" pitchFamily="2" charset="-122"/>
            </a:endParaRPr>
          </a:p>
        </p:txBody>
      </p:sp>
      <p:sp>
        <p:nvSpPr>
          <p:cNvPr id="10244" name="Rectangle 6"/>
          <p:cNvSpPr>
            <a:spLocks noChangeArrowheads="1"/>
          </p:cNvSpPr>
          <p:nvPr/>
        </p:nvSpPr>
        <p:spPr bwMode="auto">
          <a:xfrm>
            <a:off x="1321346" y="2996952"/>
            <a:ext cx="7313613" cy="289718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90000"/>
              </a:lnSpc>
              <a:spcBef>
                <a:spcPct val="20000"/>
              </a:spcBef>
              <a:buClr>
                <a:schemeClr val="tx2"/>
              </a:buClr>
              <a:buSzPct val="70000"/>
            </a:pPr>
            <a:r>
              <a:rPr kumimoji="0" lang="zh-CN" altLang="en-US" sz="2400" dirty="0">
                <a:solidFill>
                  <a:srgbClr val="FFFF00"/>
                </a:solidFill>
              </a:rPr>
              <a:t>名字空间：</a:t>
            </a:r>
            <a:endParaRPr kumimoji="0" lang="zh-CN" altLang="en-US" sz="2400" dirty="0">
              <a:solidFill>
                <a:srgbClr val="FFFF00"/>
              </a:solidFill>
            </a:endParaRPr>
          </a:p>
          <a:p>
            <a:pPr marL="342900" indent="-342900" algn="l" eaLnBrk="1" hangingPunct="1">
              <a:lnSpc>
                <a:spcPct val="90000"/>
              </a:lnSpc>
              <a:spcBef>
                <a:spcPct val="20000"/>
              </a:spcBef>
              <a:buClr>
                <a:schemeClr val="tx2"/>
              </a:buClr>
              <a:buSzPct val="70000"/>
              <a:buFont typeface="Wingdings" panose="05000000000000000000" pitchFamily="2" charset="2"/>
              <a:buChar char="u"/>
            </a:pPr>
            <a:r>
              <a:rPr kumimoji="0" lang="zh-CN" altLang="en-US" sz="2400" dirty="0"/>
              <a:t> 标准</a:t>
            </a:r>
            <a:r>
              <a:rPr kumimoji="0" lang="en-US" altLang="zh-CN" sz="2400" dirty="0"/>
              <a:t>C++</a:t>
            </a:r>
            <a:r>
              <a:rPr kumimoji="0" lang="zh-CN" altLang="en-US" sz="2400" dirty="0"/>
              <a:t>引入的可以由程序员命名的作用域</a:t>
            </a:r>
            <a:endParaRPr kumimoji="0" lang="zh-CN" altLang="en-US" sz="2400" dirty="0"/>
          </a:p>
          <a:p>
            <a:pPr marL="342900" indent="-342900" algn="l" eaLnBrk="1" hangingPunct="1">
              <a:lnSpc>
                <a:spcPct val="90000"/>
              </a:lnSpc>
              <a:spcBef>
                <a:spcPct val="20000"/>
              </a:spcBef>
              <a:buClr>
                <a:schemeClr val="tx2"/>
              </a:buClr>
              <a:buSzPct val="70000"/>
              <a:buFont typeface="Wingdings" panose="05000000000000000000" pitchFamily="2" charset="2"/>
              <a:buChar char="u"/>
            </a:pPr>
            <a:r>
              <a:rPr kumimoji="0" lang="zh-CN" altLang="en-US" sz="2400" dirty="0"/>
              <a:t> 每个命名空间中可以放入一些相关的实体，例如变量、函数、对象、类，以解决同名冲突问题</a:t>
            </a:r>
            <a:endParaRPr kumimoji="0" lang="zh-CN" altLang="en-US" sz="2400" dirty="0"/>
          </a:p>
          <a:p>
            <a:pPr marL="342900" indent="-342900" algn="l" eaLnBrk="1" hangingPunct="1">
              <a:lnSpc>
                <a:spcPct val="90000"/>
              </a:lnSpc>
              <a:spcBef>
                <a:spcPct val="20000"/>
              </a:spcBef>
              <a:buClr>
                <a:schemeClr val="tx2"/>
              </a:buClr>
              <a:buSzPct val="70000"/>
              <a:buFont typeface="Wingdings" panose="05000000000000000000" pitchFamily="2" charset="2"/>
              <a:buChar char="u"/>
            </a:pPr>
            <a:r>
              <a:rPr kumimoji="0" lang="zh-CN" altLang="en-US" sz="2400" dirty="0"/>
              <a:t> </a:t>
            </a:r>
            <a:r>
              <a:rPr kumimoji="0" lang="en-US" altLang="zh-CN" sz="2400" dirty="0" err="1"/>
              <a:t>std</a:t>
            </a:r>
            <a:r>
              <a:rPr kumimoji="0" lang="zh-CN" altLang="en-US" sz="2400" dirty="0"/>
              <a:t>：</a:t>
            </a:r>
            <a:r>
              <a:rPr kumimoji="0" lang="en-US" altLang="zh-CN" sz="2400" dirty="0"/>
              <a:t>C++</a:t>
            </a:r>
            <a:r>
              <a:rPr kumimoji="0" lang="zh-CN" altLang="en-US" sz="2400" dirty="0"/>
              <a:t>标准类库的一个名字空间</a:t>
            </a:r>
            <a:endParaRPr kumimoji="0" lang="zh-CN" altLang="en-US" sz="2400" dirty="0"/>
          </a:p>
          <a:p>
            <a:pPr marL="342900" indent="-342900" algn="l" eaLnBrk="1" hangingPunct="1">
              <a:lnSpc>
                <a:spcPct val="90000"/>
              </a:lnSpc>
              <a:spcBef>
                <a:spcPct val="20000"/>
              </a:spcBef>
              <a:buClr>
                <a:schemeClr val="tx2"/>
              </a:buClr>
              <a:buSzPct val="70000"/>
              <a:buFont typeface="Wingdings" panose="05000000000000000000" pitchFamily="2" charset="2"/>
              <a:buChar char="u"/>
            </a:pPr>
            <a:r>
              <a:rPr kumimoji="0" lang="zh-CN" altLang="en-US" sz="2400" dirty="0"/>
              <a:t> </a:t>
            </a:r>
            <a:r>
              <a:rPr kumimoji="0" lang="en-US" altLang="zh-CN" sz="2400" dirty="0"/>
              <a:t>using</a:t>
            </a:r>
            <a:r>
              <a:rPr kumimoji="0" lang="zh-CN" altLang="en-US" sz="2400" dirty="0"/>
              <a:t>指令：例如</a:t>
            </a:r>
            <a:r>
              <a:rPr kumimoji="0" lang="en-US" altLang="zh-CN" sz="2400" dirty="0"/>
              <a:t>using namespace </a:t>
            </a:r>
            <a:r>
              <a:rPr kumimoji="0" lang="en-US" altLang="zh-CN" sz="2400" dirty="0" err="1"/>
              <a:t>std</a:t>
            </a:r>
            <a:r>
              <a:rPr kumimoji="0" lang="zh-CN" altLang="en-US" sz="2400" dirty="0"/>
              <a:t>，作用是引入</a:t>
            </a:r>
            <a:r>
              <a:rPr kumimoji="0" lang="en-US" altLang="zh-CN" sz="2400" dirty="0" err="1"/>
              <a:t>std</a:t>
            </a:r>
            <a:r>
              <a:rPr kumimoji="0" lang="zh-CN" altLang="en-US" sz="2400" dirty="0"/>
              <a:t>中的实体名到该程序中</a:t>
            </a:r>
            <a:endParaRPr kumimoji="0" lang="zh-CN" altLang="en-US" sz="2400" dirty="0"/>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algn="ctr" eaLnBrk="1" hangingPunct="1"/>
            <a:r>
              <a:rPr lang="en-US" altLang="zh-CN" sz="4000" b="1" dirty="0">
                <a:ea typeface="华文行楷" panose="02010800040101010101" pitchFamily="2" charset="-122"/>
              </a:rPr>
              <a:t>2.1.3 C++</a:t>
            </a:r>
            <a:r>
              <a:rPr lang="zh-CN" altLang="en-US" sz="4000" b="1" dirty="0">
                <a:ea typeface="华文行楷" panose="02010800040101010101" pitchFamily="2" charset="-122"/>
              </a:rPr>
              <a:t>程序实例 </a:t>
            </a:r>
            <a:r>
              <a:rPr lang="en-US" altLang="zh-CN" sz="4000" b="1" dirty="0" smtClean="0">
                <a:ea typeface="华文行楷" panose="02010800040101010101" pitchFamily="2" charset="-122"/>
              </a:rPr>
              <a:t>—— </a:t>
            </a:r>
            <a:r>
              <a:rPr lang="zh-CN" altLang="en-US" sz="4000" b="1" dirty="0">
                <a:ea typeface="华文行楷" panose="02010800040101010101" pitchFamily="2" charset="-122"/>
              </a:rPr>
              <a:t>注释</a:t>
            </a:r>
            <a:endParaRPr lang="zh-CN" altLang="en-US" sz="4000" b="1" dirty="0">
              <a:ea typeface="华文行楷" panose="02010800040101010101" pitchFamily="2" charset="-122"/>
            </a:endParaRPr>
          </a:p>
        </p:txBody>
      </p:sp>
      <p:sp>
        <p:nvSpPr>
          <p:cNvPr id="13315" name="Rectangle 3"/>
          <p:cNvSpPr>
            <a:spLocks noGrp="1" noChangeArrowheads="1"/>
          </p:cNvSpPr>
          <p:nvPr>
            <p:ph type="body" idx="1"/>
          </p:nvPr>
        </p:nvSpPr>
        <p:spPr>
          <a:xfrm>
            <a:off x="1370013" y="1771650"/>
            <a:ext cx="7313612" cy="1512888"/>
          </a:xfrm>
          <a:solidFill>
            <a:srgbClr val="DDDDDD"/>
          </a:solidFill>
          <a:ln cap="flat" algn="ctr">
            <a:solidFill>
              <a:schemeClr val="tx1"/>
            </a:solidFill>
            <a:miter lim="800000"/>
          </a:ln>
        </p:spPr>
        <p:txBody>
          <a:bodyPr anchor="ctr" anchorCtr="1"/>
          <a:lstStyle/>
          <a:p>
            <a:pPr marL="0" indent="0" eaLnBrk="1" hangingPunct="1">
              <a:lnSpc>
                <a:spcPct val="110000"/>
              </a:lnSpc>
              <a:buFont typeface="Wingdings" panose="05000000000000000000" pitchFamily="2" charset="2"/>
              <a:buNone/>
            </a:pPr>
            <a:r>
              <a:rPr lang="zh-CN" altLang="en-US" sz="2800" b="1" dirty="0" smtClean="0">
                <a:solidFill>
                  <a:srgbClr val="000000"/>
                </a:solidFill>
                <a:latin typeface="Times New Roman" panose="02020603050405020304" pitchFamily="18" charset="0"/>
                <a:ea typeface="华文楷体" panose="02010600040101010101" pitchFamily="2" charset="-122"/>
              </a:rPr>
              <a:t>注释是程序员为程序语句所做的说明，是提高程序可读性的一种手段。注释一般分为两种：</a:t>
            </a:r>
            <a:r>
              <a:rPr lang="zh-CN" altLang="en-US" sz="2800" b="1" dirty="0" smtClean="0">
                <a:solidFill>
                  <a:srgbClr val="FF0000"/>
                </a:solidFill>
                <a:latin typeface="Times New Roman" panose="02020603050405020304" pitchFamily="18" charset="0"/>
                <a:ea typeface="华文楷体" panose="02010600040101010101" pitchFamily="2" charset="-122"/>
              </a:rPr>
              <a:t>序言性注释和注解性注释。</a:t>
            </a:r>
            <a:endParaRPr lang="zh-CN" altLang="en-US" sz="2800" b="1" dirty="0" smtClean="0">
              <a:solidFill>
                <a:srgbClr val="FF0000"/>
              </a:solidFill>
              <a:latin typeface="Times New Roman" panose="02020603050405020304" pitchFamily="18" charset="0"/>
              <a:ea typeface="华文楷体" panose="02010600040101010101" pitchFamily="2" charset="-122"/>
            </a:endParaRPr>
          </a:p>
        </p:txBody>
      </p:sp>
      <p:sp>
        <p:nvSpPr>
          <p:cNvPr id="13316" name="Rectangle 5"/>
          <p:cNvSpPr>
            <a:spLocks noChangeArrowheads="1"/>
          </p:cNvSpPr>
          <p:nvPr/>
        </p:nvSpPr>
        <p:spPr bwMode="auto">
          <a:xfrm>
            <a:off x="1331913" y="3789363"/>
            <a:ext cx="7313612" cy="178276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20000"/>
              </a:spcBef>
            </a:pPr>
            <a:r>
              <a:rPr kumimoji="0" lang="en-US" altLang="zh-CN" sz="2400" dirty="0">
                <a:solidFill>
                  <a:srgbClr val="FFFF00"/>
                </a:solidFill>
              </a:rPr>
              <a:t>C++</a:t>
            </a:r>
            <a:r>
              <a:rPr kumimoji="0" lang="zh-CN" altLang="en-US" sz="2400" dirty="0">
                <a:solidFill>
                  <a:srgbClr val="FFFF00"/>
                </a:solidFill>
              </a:rPr>
              <a:t>提供两种注释形式：</a:t>
            </a:r>
            <a:endParaRPr kumimoji="0" lang="zh-CN" altLang="en-US" sz="2400" dirty="0">
              <a:solidFill>
                <a:srgbClr val="FFFF00"/>
              </a:solidFill>
            </a:endParaRPr>
          </a:p>
          <a:p>
            <a:pPr algn="l" eaLnBrk="1" hangingPunct="1">
              <a:lnSpc>
                <a:spcPct val="100000"/>
              </a:lnSpc>
              <a:spcBef>
                <a:spcPct val="20000"/>
              </a:spcBef>
              <a:buFont typeface="Wingdings" panose="05000000000000000000" pitchFamily="2" charset="2"/>
              <a:buChar char="u"/>
            </a:pPr>
            <a:r>
              <a:rPr kumimoji="0" lang="zh-CN" altLang="en-US" sz="2400" dirty="0"/>
              <a:t> 一种用“ </a:t>
            </a:r>
            <a:r>
              <a:rPr kumimoji="0" lang="en-US" altLang="zh-CN" sz="2400" dirty="0"/>
              <a:t>// </a:t>
            </a:r>
            <a:r>
              <a:rPr kumimoji="0" lang="zh-CN" altLang="en-US" sz="2400" dirty="0" smtClean="0"/>
              <a:t>”开头</a:t>
            </a:r>
            <a:r>
              <a:rPr kumimoji="0" lang="zh-CN" altLang="en-US" sz="2400" dirty="0"/>
              <a:t>，直至行末，用于</a:t>
            </a:r>
            <a:r>
              <a:rPr kumimoji="0" lang="zh-CN" altLang="en-US" sz="2400" dirty="0">
                <a:solidFill>
                  <a:srgbClr val="FFFF00"/>
                </a:solidFill>
              </a:rPr>
              <a:t>单行注释</a:t>
            </a:r>
            <a:endParaRPr kumimoji="0" lang="zh-CN" altLang="en-US" sz="2400" dirty="0">
              <a:solidFill>
                <a:srgbClr val="FFFF00"/>
              </a:solidFill>
            </a:endParaRPr>
          </a:p>
          <a:p>
            <a:pPr algn="l" eaLnBrk="1" hangingPunct="1">
              <a:lnSpc>
                <a:spcPct val="100000"/>
              </a:lnSpc>
              <a:spcBef>
                <a:spcPct val="20000"/>
              </a:spcBef>
              <a:buFont typeface="Wingdings" panose="05000000000000000000" pitchFamily="2" charset="2"/>
              <a:buChar char="u"/>
            </a:pPr>
            <a:r>
              <a:rPr kumimoji="0" lang="zh-CN" altLang="en-US" sz="2400" dirty="0"/>
              <a:t> 另一种用</a:t>
            </a:r>
            <a:r>
              <a:rPr kumimoji="0" lang="zh-CN" altLang="en-US" sz="2400" dirty="0">
                <a:latin typeface="+mn-lt"/>
              </a:rPr>
              <a:t>“ </a:t>
            </a:r>
            <a:r>
              <a:rPr kumimoji="0" lang="en-US" altLang="zh-CN" sz="2400" dirty="0">
                <a:latin typeface="+mn-lt"/>
              </a:rPr>
              <a:t>/* </a:t>
            </a:r>
            <a:r>
              <a:rPr kumimoji="0" lang="zh-CN" altLang="en-US" sz="2400" dirty="0" smtClean="0">
                <a:latin typeface="+mn-lt"/>
              </a:rPr>
              <a:t>”</a:t>
            </a:r>
            <a:r>
              <a:rPr kumimoji="0" lang="zh-CN" altLang="en-US" sz="2400" dirty="0" smtClean="0"/>
              <a:t>和</a:t>
            </a:r>
            <a:r>
              <a:rPr kumimoji="0" lang="zh-CN" altLang="en-US" sz="2400" dirty="0"/>
              <a:t>“ *</a:t>
            </a:r>
            <a:r>
              <a:rPr kumimoji="0" lang="en-US" altLang="zh-CN" sz="2400" dirty="0" smtClean="0"/>
              <a:t>/</a:t>
            </a:r>
            <a:r>
              <a:rPr kumimoji="0" lang="zh-CN" altLang="en-US" sz="2400" dirty="0" smtClean="0"/>
              <a:t>”括</a:t>
            </a:r>
            <a:r>
              <a:rPr kumimoji="0" lang="zh-CN" altLang="en-US" sz="2400" dirty="0"/>
              <a:t>起任意文字，用于</a:t>
            </a:r>
            <a:r>
              <a:rPr kumimoji="0" lang="zh-CN" altLang="en-US" sz="2400" dirty="0">
                <a:solidFill>
                  <a:srgbClr val="FFFF00"/>
                </a:solidFill>
              </a:rPr>
              <a:t>多行注释。</a:t>
            </a:r>
            <a:endParaRPr kumimoji="0" lang="zh-CN" altLang="en-US" sz="2400" dirty="0">
              <a:solidFill>
                <a:srgbClr val="FFFF00"/>
              </a:solidFill>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pPr algn="ctr"/>
            <a:r>
              <a:rPr lang="en-US" altLang="zh-CN" sz="3200" b="1" dirty="0">
                <a:ea typeface="华文行楷" panose="02010800040101010101" pitchFamily="2" charset="-122"/>
              </a:rPr>
              <a:t>2.1.3 C++</a:t>
            </a:r>
            <a:r>
              <a:rPr lang="zh-CN" altLang="en-US" sz="3200" b="1" dirty="0">
                <a:ea typeface="华文行楷" panose="02010800040101010101" pitchFamily="2" charset="-122"/>
              </a:rPr>
              <a:t>程序</a:t>
            </a:r>
            <a:r>
              <a:rPr lang="zh-CN" altLang="en-US" sz="3200" b="1" dirty="0" smtClean="0">
                <a:ea typeface="华文行楷" panose="02010800040101010101" pitchFamily="2" charset="-122"/>
              </a:rPr>
              <a:t>实例 </a:t>
            </a:r>
            <a:r>
              <a:rPr lang="en-US" altLang="zh-CN" sz="3200" b="1" dirty="0" smtClean="0">
                <a:ea typeface="华文行楷" panose="02010800040101010101" pitchFamily="2" charset="-122"/>
              </a:rPr>
              <a:t>— </a:t>
            </a:r>
            <a:r>
              <a:rPr lang="zh-CN" altLang="en-US" sz="3200" b="1" dirty="0" smtClean="0">
                <a:ea typeface="华文行楷" panose="02010800040101010101" pitchFamily="2" charset="-122"/>
              </a:rPr>
              <a:t>例</a:t>
            </a:r>
            <a:r>
              <a:rPr lang="en-US" altLang="zh-CN" sz="3200" b="1" dirty="0">
                <a:ea typeface="华文行楷" panose="02010800040101010101" pitchFamily="2" charset="-122"/>
              </a:rPr>
              <a:t>2-1</a:t>
            </a:r>
            <a:endParaRPr lang="zh-CN" altLang="en-US" sz="3200" b="1" dirty="0">
              <a:ea typeface="华文行楷" panose="02010800040101010101" pitchFamily="2" charset="-122"/>
            </a:endParaRPr>
          </a:p>
        </p:txBody>
      </p:sp>
      <p:sp>
        <p:nvSpPr>
          <p:cNvPr id="7" name="内容占位符 11"/>
          <p:cNvSpPr txBox="1"/>
          <p:nvPr/>
        </p:nvSpPr>
        <p:spPr>
          <a:xfrm>
            <a:off x="428624" y="5085184"/>
            <a:ext cx="8535863" cy="502829"/>
          </a:xfrm>
          <a:prstGeom prst="rect">
            <a:avLst/>
          </a:prstGeom>
          <a:solidFill>
            <a:schemeClr val="tx1"/>
          </a:solidFill>
        </p:spPr>
        <p:txBody>
          <a:bodyPr>
            <a:normAutofit/>
          </a:bodyPr>
          <a:lstStyle/>
          <a:p>
            <a:pPr algn="l">
              <a:spcBef>
                <a:spcPct val="50000"/>
              </a:spcBef>
              <a:buFont typeface="Wingdings" panose="05000000000000000000" pitchFamily="2" charset="2"/>
              <a:buNone/>
              <a:defRPr/>
            </a:pPr>
            <a:r>
              <a:rPr lang="zh-CN" altLang="en-US" b="1" dirty="0" smtClean="0">
                <a:solidFill>
                  <a:srgbClr val="000000"/>
                </a:solidFill>
                <a:latin typeface="+mn-lt"/>
              </a:rPr>
              <a:t>运行</a:t>
            </a:r>
            <a:r>
              <a:rPr lang="zh-CN" altLang="en-US" b="1" dirty="0">
                <a:solidFill>
                  <a:srgbClr val="000000"/>
                </a:solidFill>
                <a:latin typeface="+mn-lt"/>
              </a:rPr>
              <a:t>结果</a:t>
            </a:r>
            <a:r>
              <a:rPr lang="zh-CN" altLang="en-US" b="1" dirty="0" smtClean="0">
                <a:solidFill>
                  <a:srgbClr val="000000"/>
                </a:solidFill>
                <a:latin typeface="+mn-lt"/>
              </a:rPr>
              <a:t>：</a:t>
            </a:r>
            <a:endParaRPr kumimoji="0" lang="zh-CN" altLang="en-US" b="1" dirty="0">
              <a:solidFill>
                <a:srgbClr val="000000"/>
              </a:solidFill>
              <a:latin typeface="+mn-lt"/>
              <a:ea typeface="+mn-ea"/>
            </a:endParaRPr>
          </a:p>
        </p:txBody>
      </p:sp>
      <p:sp>
        <p:nvSpPr>
          <p:cNvPr id="6" name="内容占位符 11"/>
          <p:cNvSpPr txBox="1"/>
          <p:nvPr/>
        </p:nvSpPr>
        <p:spPr>
          <a:xfrm>
            <a:off x="428624" y="1340769"/>
            <a:ext cx="8535863" cy="3528392"/>
          </a:xfrm>
          <a:prstGeom prst="rect">
            <a:avLst/>
          </a:prstGeom>
          <a:solidFill>
            <a:schemeClr val="tx1"/>
          </a:solidFill>
        </p:spPr>
        <p:txBody>
          <a:bodyPr>
            <a:normAutofit/>
          </a:bodyPr>
          <a:lstStyle/>
          <a:p>
            <a:pPr algn="l">
              <a:defRPr/>
            </a:pPr>
            <a:r>
              <a:rPr lang="en-US" altLang="zh-CN" b="1" dirty="0">
                <a:solidFill>
                  <a:srgbClr val="000000"/>
                </a:solidFill>
                <a:latin typeface="+mn-lt"/>
              </a:rPr>
              <a:t>//2_1.cpp</a:t>
            </a:r>
            <a:endParaRPr lang="en-US" altLang="zh-CN" b="1" dirty="0">
              <a:solidFill>
                <a:srgbClr val="000000"/>
              </a:solidFill>
              <a:latin typeface="+mn-lt"/>
            </a:endParaRPr>
          </a:p>
          <a:p>
            <a:pPr algn="l">
              <a:defRPr/>
            </a:pPr>
            <a:r>
              <a:rPr lang="en-US" altLang="zh-CN" b="1" dirty="0">
                <a:solidFill>
                  <a:srgbClr val="000000"/>
                </a:solidFill>
                <a:latin typeface="+mn-lt"/>
              </a:rPr>
              <a:t>#include &lt;</a:t>
            </a:r>
            <a:r>
              <a:rPr lang="en-US" altLang="zh-CN" b="1" dirty="0" err="1">
                <a:solidFill>
                  <a:srgbClr val="000000"/>
                </a:solidFill>
                <a:latin typeface="+mn-lt"/>
              </a:rPr>
              <a:t>iostream</a:t>
            </a:r>
            <a:r>
              <a:rPr lang="en-US" altLang="zh-CN" b="1" dirty="0" smtClean="0">
                <a:solidFill>
                  <a:srgbClr val="000000"/>
                </a:solidFill>
                <a:latin typeface="+mn-lt"/>
              </a:rPr>
              <a:t>&gt;</a:t>
            </a:r>
            <a:r>
              <a:rPr lang="en-US" altLang="zh-CN" b="1" dirty="0" smtClean="0">
                <a:solidFill>
                  <a:srgbClr val="FF0000"/>
                </a:solidFill>
                <a:latin typeface="+mn-lt"/>
              </a:rPr>
              <a:t>  </a:t>
            </a:r>
            <a:r>
              <a:rPr lang="en-US" altLang="zh-CN" b="1" dirty="0" smtClean="0">
                <a:solidFill>
                  <a:srgbClr val="00B050"/>
                </a:solidFill>
                <a:latin typeface="+mn-lt"/>
              </a:rPr>
              <a:t>//</a:t>
            </a:r>
            <a:r>
              <a:rPr lang="zh-CN" altLang="en-US" b="1" dirty="0" smtClean="0">
                <a:solidFill>
                  <a:srgbClr val="00B050"/>
                </a:solidFill>
                <a:latin typeface="+mn-lt"/>
              </a:rPr>
              <a:t>头文件包含</a:t>
            </a:r>
            <a:endParaRPr lang="en-US" altLang="zh-CN" b="1" dirty="0">
              <a:solidFill>
                <a:srgbClr val="00B050"/>
              </a:solidFill>
              <a:latin typeface="+mn-lt"/>
            </a:endParaRPr>
          </a:p>
          <a:p>
            <a:pPr algn="l">
              <a:defRPr/>
            </a:pPr>
            <a:r>
              <a:rPr lang="en-US" altLang="zh-CN" b="1" dirty="0">
                <a:solidFill>
                  <a:srgbClr val="000000"/>
                </a:solidFill>
                <a:latin typeface="+mn-lt"/>
              </a:rPr>
              <a:t>using namespace </a:t>
            </a:r>
            <a:r>
              <a:rPr lang="en-US" altLang="zh-CN" b="1" dirty="0" err="1">
                <a:solidFill>
                  <a:srgbClr val="000000"/>
                </a:solidFill>
                <a:latin typeface="+mn-lt"/>
              </a:rPr>
              <a:t>std</a:t>
            </a:r>
            <a:r>
              <a:rPr lang="en-US" altLang="zh-CN" b="1" dirty="0">
                <a:solidFill>
                  <a:srgbClr val="000000"/>
                </a:solidFill>
                <a:latin typeface="+mn-lt"/>
              </a:rPr>
              <a:t>;  </a:t>
            </a:r>
            <a:r>
              <a:rPr lang="en-US" altLang="zh-CN" b="1" dirty="0">
                <a:solidFill>
                  <a:srgbClr val="00B050"/>
                </a:solidFill>
                <a:latin typeface="+mn-lt"/>
              </a:rPr>
              <a:t>//</a:t>
            </a:r>
            <a:r>
              <a:rPr lang="zh-CN" altLang="en-US" b="1" dirty="0">
                <a:solidFill>
                  <a:srgbClr val="00B050"/>
                </a:solidFill>
                <a:latin typeface="+mn-lt"/>
              </a:rPr>
              <a:t>引入</a:t>
            </a:r>
            <a:r>
              <a:rPr lang="en-US" altLang="zh-CN" b="1" dirty="0">
                <a:solidFill>
                  <a:srgbClr val="00B050"/>
                </a:solidFill>
                <a:latin typeface="+mn-lt"/>
              </a:rPr>
              <a:t>C++</a:t>
            </a:r>
            <a:r>
              <a:rPr lang="zh-CN" altLang="en-US" b="1" dirty="0">
                <a:solidFill>
                  <a:srgbClr val="00B050"/>
                </a:solidFill>
                <a:latin typeface="+mn-lt"/>
              </a:rPr>
              <a:t>标准名字空间</a:t>
            </a:r>
            <a:r>
              <a:rPr lang="en-US" altLang="zh-CN" b="1" dirty="0" err="1">
                <a:solidFill>
                  <a:srgbClr val="00B050"/>
                </a:solidFill>
                <a:latin typeface="+mn-lt"/>
              </a:rPr>
              <a:t>std</a:t>
            </a:r>
            <a:endParaRPr lang="en-US" altLang="zh-CN" b="1" dirty="0">
              <a:solidFill>
                <a:srgbClr val="00B050"/>
              </a:solidFill>
              <a:latin typeface="+mn-lt"/>
            </a:endParaRPr>
          </a:p>
          <a:p>
            <a:pPr marL="0" lvl="1" algn="l">
              <a:defRPr/>
            </a:pPr>
            <a:r>
              <a:rPr lang="en-US" altLang="zh-CN" b="1" noProof="1" smtClean="0">
                <a:solidFill>
                  <a:srgbClr val="FF0000"/>
                </a:solidFill>
                <a:latin typeface="+mn-lt"/>
              </a:rPr>
              <a:t>// </a:t>
            </a:r>
            <a:r>
              <a:rPr lang="zh-CN" altLang="en-US" b="1" noProof="1" smtClean="0">
                <a:solidFill>
                  <a:srgbClr val="FF0000"/>
                </a:solidFill>
                <a:latin typeface="+mn-lt"/>
              </a:rPr>
              <a:t>一</a:t>
            </a:r>
            <a:r>
              <a:rPr lang="zh-CN" altLang="en-US" b="1" noProof="1">
                <a:solidFill>
                  <a:srgbClr val="FF0000"/>
                </a:solidFill>
                <a:latin typeface="+mn-lt"/>
              </a:rPr>
              <a:t>个完整的</a:t>
            </a:r>
            <a:r>
              <a:rPr lang="en-US" altLang="zh-CN" b="1" noProof="1" smtClean="0">
                <a:solidFill>
                  <a:srgbClr val="FF0000"/>
                </a:solidFill>
                <a:latin typeface="+mn-lt"/>
              </a:rPr>
              <a:t>C++</a:t>
            </a:r>
            <a:r>
              <a:rPr lang="zh-CN" altLang="en-US" b="1" noProof="1" smtClean="0">
                <a:solidFill>
                  <a:srgbClr val="FF0000"/>
                </a:solidFill>
                <a:latin typeface="+mn-lt"/>
              </a:rPr>
              <a:t>程序</a:t>
            </a:r>
            <a:r>
              <a:rPr lang="zh-CN" altLang="en-US" b="1" noProof="1">
                <a:solidFill>
                  <a:srgbClr val="FF0000"/>
                </a:solidFill>
                <a:latin typeface="+mn-lt"/>
              </a:rPr>
              <a:t>有且仅有一个主</a:t>
            </a:r>
            <a:r>
              <a:rPr lang="zh-CN" altLang="en-US" b="1" noProof="1" smtClean="0">
                <a:solidFill>
                  <a:srgbClr val="FF0000"/>
                </a:solidFill>
                <a:latin typeface="+mn-lt"/>
              </a:rPr>
              <a:t>函数</a:t>
            </a:r>
            <a:endParaRPr lang="en-US" altLang="zh-CN" b="1" dirty="0">
              <a:solidFill>
                <a:srgbClr val="FF0000"/>
              </a:solidFill>
              <a:latin typeface="+mn-lt"/>
            </a:endParaRPr>
          </a:p>
          <a:p>
            <a:pPr algn="l">
              <a:defRPr/>
            </a:pPr>
            <a:r>
              <a:rPr lang="en-US" altLang="zh-CN" b="1" dirty="0" err="1">
                <a:solidFill>
                  <a:srgbClr val="000000"/>
                </a:solidFill>
                <a:latin typeface="+mn-lt"/>
              </a:rPr>
              <a:t>int</a:t>
            </a:r>
            <a:r>
              <a:rPr lang="en-US" altLang="zh-CN" b="1" dirty="0">
                <a:solidFill>
                  <a:srgbClr val="000000"/>
                </a:solidFill>
                <a:latin typeface="+mn-lt"/>
              </a:rPr>
              <a:t> main</a:t>
            </a:r>
            <a:r>
              <a:rPr lang="en-US" altLang="zh-CN" b="1" dirty="0" smtClean="0">
                <a:solidFill>
                  <a:srgbClr val="000000"/>
                </a:solidFill>
                <a:latin typeface="+mn-lt"/>
              </a:rPr>
              <a:t>( ) </a:t>
            </a:r>
            <a:endParaRPr lang="en-US" altLang="zh-CN" b="1" dirty="0" smtClean="0">
              <a:solidFill>
                <a:srgbClr val="000000"/>
              </a:solidFill>
              <a:latin typeface="+mn-lt"/>
            </a:endParaRPr>
          </a:p>
          <a:p>
            <a:pPr algn="l">
              <a:defRPr/>
            </a:pPr>
            <a:r>
              <a:rPr lang="en-US" altLang="zh-CN" b="1" dirty="0" smtClean="0">
                <a:solidFill>
                  <a:srgbClr val="000000"/>
                </a:solidFill>
                <a:latin typeface="+mn-lt"/>
              </a:rPr>
              <a:t>{</a:t>
            </a:r>
            <a:r>
              <a:rPr lang="en-US" altLang="zh-CN" b="1" dirty="0">
                <a:solidFill>
                  <a:srgbClr val="000000"/>
                </a:solidFill>
                <a:latin typeface="+mn-lt"/>
              </a:rPr>
              <a:t>	</a:t>
            </a:r>
            <a:r>
              <a:rPr lang="en-US" altLang="zh-CN" b="1" dirty="0" err="1">
                <a:solidFill>
                  <a:srgbClr val="000000"/>
                </a:solidFill>
                <a:latin typeface="+mn-lt"/>
              </a:rPr>
              <a:t>cout</a:t>
            </a:r>
            <a:r>
              <a:rPr lang="en-US" altLang="zh-CN" b="1" dirty="0">
                <a:solidFill>
                  <a:srgbClr val="000000"/>
                </a:solidFill>
                <a:latin typeface="+mn-lt"/>
              </a:rPr>
              <a:t> &lt;&lt; </a:t>
            </a:r>
            <a:r>
              <a:rPr lang="en-US" altLang="zh-CN" b="1" dirty="0" smtClean="0">
                <a:solidFill>
                  <a:srgbClr val="000000"/>
                </a:solidFill>
                <a:latin typeface="+mn-lt"/>
              </a:rPr>
              <a:t>“Hello!” </a:t>
            </a:r>
            <a:r>
              <a:rPr lang="en-US" altLang="zh-CN" b="1" dirty="0">
                <a:solidFill>
                  <a:srgbClr val="000000"/>
                </a:solidFill>
                <a:latin typeface="+mn-lt"/>
              </a:rPr>
              <a:t>&lt;&lt; </a:t>
            </a:r>
            <a:r>
              <a:rPr lang="en-US" altLang="zh-CN" b="1" dirty="0" err="1">
                <a:solidFill>
                  <a:srgbClr val="000000"/>
                </a:solidFill>
                <a:latin typeface="+mn-lt"/>
              </a:rPr>
              <a:t>endl</a:t>
            </a:r>
            <a:r>
              <a:rPr lang="en-US" altLang="zh-CN" b="1" dirty="0" smtClean="0">
                <a:solidFill>
                  <a:srgbClr val="000000"/>
                </a:solidFill>
                <a:latin typeface="+mn-lt"/>
              </a:rPr>
              <a:t>;  </a:t>
            </a:r>
            <a:r>
              <a:rPr lang="en-US" altLang="zh-CN" b="1" dirty="0" smtClean="0">
                <a:solidFill>
                  <a:srgbClr val="FF0000"/>
                </a:solidFill>
                <a:latin typeface="+mn-lt"/>
              </a:rPr>
              <a:t>//</a:t>
            </a:r>
            <a:r>
              <a:rPr lang="zh-CN" altLang="en-US" b="1" dirty="0" smtClean="0">
                <a:solidFill>
                  <a:srgbClr val="FF0000"/>
                </a:solidFill>
                <a:latin typeface="+mn-lt"/>
              </a:rPr>
              <a:t>输出语句，标准输出流</a:t>
            </a:r>
            <a:r>
              <a:rPr lang="en-US" altLang="zh-CN" b="1" dirty="0" err="1" smtClean="0">
                <a:solidFill>
                  <a:srgbClr val="FF0000"/>
                </a:solidFill>
                <a:latin typeface="+mn-lt"/>
              </a:rPr>
              <a:t>cout</a:t>
            </a:r>
            <a:endParaRPr lang="en-US" altLang="zh-CN" b="1" dirty="0">
              <a:solidFill>
                <a:srgbClr val="FF0000"/>
              </a:solidFill>
              <a:latin typeface="+mn-lt"/>
            </a:endParaRPr>
          </a:p>
          <a:p>
            <a:pPr algn="l">
              <a:defRPr/>
            </a:pPr>
            <a:r>
              <a:rPr lang="en-US" altLang="zh-CN" b="1" dirty="0">
                <a:solidFill>
                  <a:srgbClr val="000000"/>
                </a:solidFill>
                <a:latin typeface="+mn-lt"/>
              </a:rPr>
              <a:t>	</a:t>
            </a:r>
            <a:r>
              <a:rPr lang="en-US" altLang="zh-CN" b="1" dirty="0" err="1">
                <a:solidFill>
                  <a:srgbClr val="000000"/>
                </a:solidFill>
                <a:latin typeface="+mn-lt"/>
              </a:rPr>
              <a:t>cout</a:t>
            </a:r>
            <a:r>
              <a:rPr lang="en-US" altLang="zh-CN" b="1" dirty="0">
                <a:solidFill>
                  <a:srgbClr val="000000"/>
                </a:solidFill>
                <a:latin typeface="+mn-lt"/>
              </a:rPr>
              <a:t> &lt;&lt; "Welcome to </a:t>
            </a:r>
            <a:r>
              <a:rPr lang="en-US" altLang="zh-CN" b="1" dirty="0" err="1">
                <a:solidFill>
                  <a:srgbClr val="000000"/>
                </a:solidFill>
                <a:latin typeface="+mn-lt"/>
              </a:rPr>
              <a:t>c++</a:t>
            </a:r>
            <a:r>
              <a:rPr lang="en-US" altLang="zh-CN" b="1" dirty="0">
                <a:solidFill>
                  <a:srgbClr val="000000"/>
                </a:solidFill>
                <a:latin typeface="+mn-lt"/>
              </a:rPr>
              <a:t>!" &lt;&lt; </a:t>
            </a:r>
            <a:r>
              <a:rPr lang="en-US" altLang="zh-CN" b="1" dirty="0" err="1">
                <a:solidFill>
                  <a:srgbClr val="000000"/>
                </a:solidFill>
                <a:latin typeface="+mn-lt"/>
              </a:rPr>
              <a:t>endl</a:t>
            </a:r>
            <a:r>
              <a:rPr lang="en-US" altLang="zh-CN" b="1" dirty="0">
                <a:solidFill>
                  <a:srgbClr val="000000"/>
                </a:solidFill>
                <a:latin typeface="+mn-lt"/>
              </a:rPr>
              <a:t>;</a:t>
            </a:r>
            <a:endParaRPr lang="en-US" altLang="zh-CN" b="1" dirty="0">
              <a:solidFill>
                <a:srgbClr val="000000"/>
              </a:solidFill>
              <a:latin typeface="+mn-lt"/>
            </a:endParaRPr>
          </a:p>
          <a:p>
            <a:pPr marL="0" lvl="1" algn="l">
              <a:defRPr/>
            </a:pPr>
            <a:r>
              <a:rPr lang="en-US" altLang="zh-CN" b="1" dirty="0">
                <a:solidFill>
                  <a:srgbClr val="000000"/>
                </a:solidFill>
                <a:latin typeface="+mn-lt"/>
              </a:rPr>
              <a:t>	return 0</a:t>
            </a:r>
            <a:r>
              <a:rPr lang="en-US" altLang="zh-CN" b="1" dirty="0" smtClean="0">
                <a:solidFill>
                  <a:srgbClr val="000000"/>
                </a:solidFill>
                <a:latin typeface="+mn-lt"/>
              </a:rPr>
              <a:t>;</a:t>
            </a:r>
            <a:r>
              <a:rPr lang="en-US" altLang="zh-CN" sz="2000" b="1" noProof="1">
                <a:solidFill>
                  <a:schemeClr val="tx2"/>
                </a:solidFill>
                <a:ea typeface="华文楷体" panose="02010600040101010101" pitchFamily="2" charset="-122"/>
              </a:rPr>
              <a:t> </a:t>
            </a:r>
            <a:r>
              <a:rPr lang="en-US" altLang="zh-CN" sz="2000" b="1" noProof="1" smtClean="0">
                <a:solidFill>
                  <a:schemeClr val="tx2"/>
                </a:solidFill>
                <a:ea typeface="华文楷体" panose="02010600040101010101" pitchFamily="2" charset="-122"/>
              </a:rPr>
              <a:t>     </a:t>
            </a:r>
            <a:r>
              <a:rPr lang="en-US" altLang="zh-CN" b="1" noProof="1" smtClean="0">
                <a:solidFill>
                  <a:srgbClr val="FF0000"/>
                </a:solidFill>
                <a:latin typeface="+mn-lt"/>
              </a:rPr>
              <a:t>/*</a:t>
            </a:r>
            <a:r>
              <a:rPr lang="zh-CN" altLang="en-US" b="1" noProof="1">
                <a:solidFill>
                  <a:srgbClr val="FF0000"/>
                </a:solidFill>
                <a:latin typeface="+mn-lt"/>
              </a:rPr>
              <a:t>返回</a:t>
            </a:r>
            <a:r>
              <a:rPr lang="en-US" altLang="zh-CN" b="1" dirty="0">
                <a:solidFill>
                  <a:srgbClr val="FF0000"/>
                </a:solidFill>
                <a:latin typeface="+mn-lt"/>
              </a:rPr>
              <a:t>0</a:t>
            </a:r>
            <a:r>
              <a:rPr lang="zh-CN" altLang="en-US" b="1" noProof="1">
                <a:solidFill>
                  <a:srgbClr val="FF0000"/>
                </a:solidFill>
                <a:latin typeface="+mn-lt"/>
              </a:rPr>
              <a:t>，表示程序执行正常结束*</a:t>
            </a:r>
            <a:r>
              <a:rPr lang="zh-CN" altLang="zh-CN" b="1" noProof="1">
                <a:solidFill>
                  <a:srgbClr val="FF0000"/>
                </a:solidFill>
                <a:latin typeface="+mn-lt"/>
              </a:rPr>
              <a:t>/</a:t>
            </a:r>
            <a:endParaRPr lang="en-US" altLang="zh-CN" b="1" dirty="0">
              <a:solidFill>
                <a:srgbClr val="FF0000"/>
              </a:solidFill>
              <a:latin typeface="+mn-lt"/>
            </a:endParaRPr>
          </a:p>
          <a:p>
            <a:pPr algn="l">
              <a:defRPr/>
            </a:pPr>
            <a:r>
              <a:rPr lang="en-US" altLang="zh-CN" b="1" dirty="0" smtClean="0">
                <a:solidFill>
                  <a:srgbClr val="000000"/>
                </a:solidFill>
                <a:latin typeface="+mn-lt"/>
              </a:rPr>
              <a:t>}</a:t>
            </a:r>
            <a:endParaRPr kumimoji="0" lang="zh-CN" altLang="en-US" b="1" dirty="0">
              <a:solidFill>
                <a:srgbClr val="000000"/>
              </a:solidFill>
              <a:latin typeface="+mn-lt"/>
              <a:ea typeface="+mn-ea"/>
            </a:endParaRPr>
          </a:p>
        </p:txBody>
      </p:sp>
      <p:sp>
        <p:nvSpPr>
          <p:cNvPr id="8" name="内容占位符 11"/>
          <p:cNvSpPr txBox="1"/>
          <p:nvPr/>
        </p:nvSpPr>
        <p:spPr>
          <a:xfrm>
            <a:off x="428624" y="5660021"/>
            <a:ext cx="8535863" cy="793315"/>
          </a:xfrm>
          <a:prstGeom prst="rect">
            <a:avLst/>
          </a:prstGeom>
          <a:solidFill>
            <a:srgbClr val="000000"/>
          </a:solidFill>
        </p:spPr>
        <p:txBody>
          <a:bodyPr>
            <a:normAutofit lnSpcReduction="10000"/>
          </a:bodyPr>
          <a:lstStyle/>
          <a:p>
            <a:pPr algn="l">
              <a:defRPr/>
            </a:pPr>
            <a:r>
              <a:rPr lang="en-US" altLang="zh-CN" b="1" dirty="0" smtClean="0">
                <a:latin typeface="+mn-lt"/>
              </a:rPr>
              <a:t>Hello</a:t>
            </a:r>
            <a:r>
              <a:rPr lang="en-US" altLang="zh-CN" b="1" dirty="0">
                <a:latin typeface="+mn-lt"/>
              </a:rPr>
              <a:t>!</a:t>
            </a:r>
            <a:endParaRPr lang="en-US" altLang="zh-CN" b="1" dirty="0">
              <a:latin typeface="+mn-lt"/>
            </a:endParaRPr>
          </a:p>
          <a:p>
            <a:pPr algn="l">
              <a:defRPr/>
            </a:pPr>
            <a:r>
              <a:rPr lang="en-US" altLang="zh-CN" b="1" dirty="0">
                <a:latin typeface="+mn-lt"/>
              </a:rPr>
              <a:t>Welcome to </a:t>
            </a:r>
            <a:r>
              <a:rPr lang="en-US" altLang="zh-CN" b="1" dirty="0" err="1">
                <a:latin typeface="+mn-lt"/>
              </a:rPr>
              <a:t>c++</a:t>
            </a:r>
            <a:r>
              <a:rPr lang="zh-CN" altLang="en-US" b="1" dirty="0">
                <a:latin typeface="+mn-lt"/>
              </a:rPr>
              <a:t>！</a:t>
            </a:r>
            <a:endParaRPr kumimoji="0" lang="zh-CN" altLang="en-US" b="1" dirty="0">
              <a:latin typeface="+mn-lt"/>
              <a:ea typeface="+mn-ea"/>
            </a:endParaRPr>
          </a:p>
        </p:txBody>
      </p:sp>
      <p:sp>
        <p:nvSpPr>
          <p:cNvPr id="2" name="矩形标注 1"/>
          <p:cNvSpPr/>
          <p:nvPr/>
        </p:nvSpPr>
        <p:spPr bwMode="auto">
          <a:xfrm>
            <a:off x="5436096" y="908721"/>
            <a:ext cx="3384376" cy="720080"/>
          </a:xfrm>
          <a:prstGeom prst="wedgeRectCallou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dirty="0" smtClean="0">
                <a:ln>
                  <a:noFill/>
                </a:ln>
                <a:solidFill>
                  <a:srgbClr val="FF0000"/>
                </a:solidFill>
                <a:effectLst/>
                <a:latin typeface="华文行楷" panose="02010800040101010101" pitchFamily="2" charset="-122"/>
                <a:ea typeface="华文行楷" panose="02010800040101010101" pitchFamily="2" charset="-122"/>
              </a:rPr>
              <a:t>字体大小、可以改变哦</a:t>
            </a:r>
            <a:endParaRPr kumimoji="1" lang="zh-CN" altLang="en-US" sz="2400" b="0" i="0" u="none" strike="noStrike" cap="none" normalizeH="0" baseline="0" dirty="0" smtClean="0">
              <a:ln>
                <a:noFill/>
              </a:ln>
              <a:solidFill>
                <a:srgbClr val="FF0000"/>
              </a:solidFill>
              <a:effectLst/>
              <a:latin typeface="华文行楷" panose="02010800040101010101" pitchFamily="2" charset="-122"/>
              <a:ea typeface="华文行楷"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pPr algn="ctr"/>
            <a:r>
              <a:rPr lang="en-US" altLang="zh-CN" sz="3200" b="1" dirty="0">
                <a:ea typeface="华文行楷" panose="02010800040101010101" pitchFamily="2" charset="-122"/>
              </a:rPr>
              <a:t>2.1.3 C++</a:t>
            </a:r>
            <a:r>
              <a:rPr lang="zh-CN" altLang="en-US" sz="3200" b="1" dirty="0">
                <a:ea typeface="华文行楷" panose="02010800040101010101" pitchFamily="2" charset="-122"/>
              </a:rPr>
              <a:t>程序</a:t>
            </a:r>
            <a:r>
              <a:rPr lang="zh-CN" altLang="en-US" sz="3200" b="1" dirty="0" smtClean="0">
                <a:ea typeface="华文行楷" panose="02010800040101010101" pitchFamily="2" charset="-122"/>
              </a:rPr>
              <a:t>实例 </a:t>
            </a:r>
            <a:r>
              <a:rPr lang="en-US" altLang="zh-CN" sz="3200" b="1" dirty="0" smtClean="0">
                <a:ea typeface="华文行楷" panose="02010800040101010101" pitchFamily="2" charset="-122"/>
              </a:rPr>
              <a:t>— </a:t>
            </a:r>
            <a:r>
              <a:rPr lang="zh-CN" altLang="en-US" sz="3200" b="1" dirty="0" smtClean="0">
                <a:ea typeface="华文行楷" panose="02010800040101010101" pitchFamily="2" charset="-122"/>
              </a:rPr>
              <a:t>例</a:t>
            </a:r>
            <a:r>
              <a:rPr lang="en-US" altLang="zh-CN" sz="3200" b="1" dirty="0">
                <a:ea typeface="华文行楷" panose="02010800040101010101" pitchFamily="2" charset="-122"/>
              </a:rPr>
              <a:t>2-1</a:t>
            </a:r>
            <a:endParaRPr lang="zh-CN" altLang="en-US" sz="3200" b="1" dirty="0">
              <a:ea typeface="华文行楷" panose="02010800040101010101" pitchFamily="2" charset="-122"/>
            </a:endParaRPr>
          </a:p>
        </p:txBody>
      </p:sp>
      <p:pic>
        <p:nvPicPr>
          <p:cNvPr id="3" name="图片 2"/>
          <p:cNvPicPr>
            <a:picLocks noChangeAspect="1"/>
          </p:cNvPicPr>
          <p:nvPr/>
        </p:nvPicPr>
        <p:blipFill>
          <a:blip r:embed="rId1"/>
          <a:stretch>
            <a:fillRect/>
          </a:stretch>
        </p:blipFill>
        <p:spPr>
          <a:xfrm>
            <a:off x="628650" y="1196752"/>
            <a:ext cx="2369934" cy="1080120"/>
          </a:xfrm>
          <a:prstGeom prst="rect">
            <a:avLst/>
          </a:prstGeom>
        </p:spPr>
      </p:pic>
      <p:graphicFrame>
        <p:nvGraphicFramePr>
          <p:cNvPr id="4" name="图示 3"/>
          <p:cNvGraphicFramePr/>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下箭头 4"/>
          <p:cNvSpPr/>
          <p:nvPr/>
        </p:nvSpPr>
        <p:spPr bwMode="auto">
          <a:xfrm>
            <a:off x="1561589" y="2363811"/>
            <a:ext cx="504056" cy="360040"/>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endParaRP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algn="ctr" eaLnBrk="1" hangingPunct="1"/>
            <a:r>
              <a:rPr lang="en-US" altLang="zh-CN" sz="4400" b="1" dirty="0">
                <a:ea typeface="华文行楷" panose="02010800040101010101" pitchFamily="2" charset="-122"/>
              </a:rPr>
              <a:t>2.1.3 C++</a:t>
            </a:r>
            <a:r>
              <a:rPr lang="zh-CN" altLang="en-US" sz="4400" b="1" dirty="0">
                <a:ea typeface="华文行楷" panose="02010800040101010101" pitchFamily="2" charset="-122"/>
              </a:rPr>
              <a:t>程序实例 ）</a:t>
            </a:r>
            <a:endParaRPr lang="zh-CN" altLang="en-US" sz="4400" b="1" dirty="0">
              <a:ea typeface="华文行楷" panose="02010800040101010101" pitchFamily="2" charset="-122"/>
            </a:endParaRPr>
          </a:p>
        </p:txBody>
      </p:sp>
      <p:sp>
        <p:nvSpPr>
          <p:cNvPr id="9219" name="Rectangle 3"/>
          <p:cNvSpPr>
            <a:spLocks noGrp="1" noChangeArrowheads="1"/>
          </p:cNvSpPr>
          <p:nvPr>
            <p:ph type="body" idx="1"/>
          </p:nvPr>
        </p:nvSpPr>
        <p:spPr>
          <a:xfrm>
            <a:off x="1370013" y="1827213"/>
            <a:ext cx="7313612" cy="4697412"/>
          </a:xfrm>
          <a:ln>
            <a:solidFill>
              <a:schemeClr val="tx1"/>
            </a:solidFill>
            <a:miter lim="800000"/>
          </a:ln>
        </p:spPr>
        <p:txBody>
          <a:bodyPr/>
          <a:lstStyle/>
          <a:p>
            <a:pPr marL="0" indent="0" eaLnBrk="1" hangingPunct="1">
              <a:lnSpc>
                <a:spcPct val="90000"/>
              </a:lnSpc>
              <a:spcBef>
                <a:spcPct val="50000"/>
              </a:spcBef>
              <a:buFont typeface="Wingdings" panose="05000000000000000000" pitchFamily="2" charset="2"/>
              <a:buNone/>
            </a:pPr>
            <a:r>
              <a:rPr lang="en-US" altLang="zh-CN" sz="2000" b="1" dirty="0" smtClean="0">
                <a:latin typeface="Times New Roman" panose="02020603050405020304" pitchFamily="18" charset="0"/>
                <a:ea typeface="华文楷体" panose="02010600040101010101" pitchFamily="2" charset="-122"/>
              </a:rPr>
              <a:t>#include &lt;</a:t>
            </a:r>
            <a:r>
              <a:rPr lang="en-US" altLang="zh-CN" sz="2000" b="1" dirty="0" err="1" smtClean="0">
                <a:latin typeface="Times New Roman" panose="02020603050405020304" pitchFamily="18" charset="0"/>
                <a:ea typeface="华文楷体" panose="02010600040101010101" pitchFamily="2" charset="-122"/>
              </a:rPr>
              <a:t>iostream</a:t>
            </a:r>
            <a:r>
              <a:rPr lang="en-US" altLang="zh-CN" sz="2000" b="1" dirty="0" smtClean="0">
                <a:latin typeface="Times New Roman" panose="02020603050405020304" pitchFamily="18" charset="0"/>
                <a:ea typeface="华文楷体" panose="02010600040101010101" pitchFamily="2" charset="-122"/>
              </a:rPr>
              <a:t>&gt;     	</a:t>
            </a:r>
            <a:r>
              <a:rPr lang="en-US" altLang="zh-CN" sz="2000" b="1" dirty="0" smtClean="0">
                <a:solidFill>
                  <a:schemeClr val="hlink"/>
                </a:solidFill>
                <a:latin typeface="Times New Roman" panose="02020603050405020304" pitchFamily="18" charset="0"/>
                <a:ea typeface="华文楷体" panose="02010600040101010101" pitchFamily="2" charset="-122"/>
              </a:rPr>
              <a:t>//</a:t>
            </a:r>
            <a:r>
              <a:rPr lang="zh-CN" altLang="en-US" sz="2000" b="1" dirty="0" smtClean="0">
                <a:solidFill>
                  <a:schemeClr val="hlink"/>
                </a:solidFill>
                <a:latin typeface="Times New Roman" panose="02020603050405020304" pitchFamily="18" charset="0"/>
                <a:ea typeface="华文楷体" panose="02010600040101010101" pitchFamily="2" charset="-122"/>
              </a:rPr>
              <a:t>编译预处理，文件包含</a:t>
            </a:r>
            <a:r>
              <a:rPr lang="en-US" altLang="zh-CN" sz="2000" b="1" dirty="0" err="1" smtClean="0">
                <a:solidFill>
                  <a:schemeClr val="hlink"/>
                </a:solidFill>
                <a:latin typeface="Times New Roman" panose="02020603050405020304" pitchFamily="18" charset="0"/>
                <a:ea typeface="华文楷体" panose="02010600040101010101" pitchFamily="2" charset="-122"/>
              </a:rPr>
              <a:t>iostream</a:t>
            </a:r>
            <a:endParaRPr lang="en-US" altLang="zh-CN" sz="2000" b="1" dirty="0" smtClean="0">
              <a:solidFill>
                <a:schemeClr val="hlink"/>
              </a:solidFill>
              <a:latin typeface="Times New Roman" panose="02020603050405020304" pitchFamily="18" charset="0"/>
              <a:ea typeface="华文楷体" panose="02010600040101010101" pitchFamily="2" charset="-122"/>
            </a:endParaRPr>
          </a:p>
          <a:p>
            <a:pPr marL="0" indent="0" eaLnBrk="1" hangingPunct="1">
              <a:lnSpc>
                <a:spcPct val="90000"/>
              </a:lnSpc>
              <a:spcBef>
                <a:spcPct val="50000"/>
              </a:spcBef>
              <a:buFont typeface="Wingdings" panose="05000000000000000000" pitchFamily="2" charset="2"/>
              <a:buNone/>
            </a:pPr>
            <a:r>
              <a:rPr lang="en-US" altLang="zh-CN" sz="2000" b="1" dirty="0" smtClean="0">
                <a:latin typeface="Times New Roman" panose="02020603050405020304" pitchFamily="18" charset="0"/>
                <a:ea typeface="华文楷体" panose="02010600040101010101" pitchFamily="2" charset="-122"/>
              </a:rPr>
              <a:t>using namespace </a:t>
            </a:r>
            <a:r>
              <a:rPr lang="en-US" altLang="zh-CN" sz="2000" b="1" dirty="0" err="1" smtClean="0">
                <a:latin typeface="Times New Roman" panose="02020603050405020304" pitchFamily="18" charset="0"/>
                <a:ea typeface="华文楷体" panose="02010600040101010101" pitchFamily="2" charset="-122"/>
              </a:rPr>
              <a:t>std</a:t>
            </a:r>
            <a:r>
              <a:rPr lang="en-US" altLang="zh-CN" sz="2000" b="1" dirty="0" smtClean="0">
                <a:latin typeface="Times New Roman" panose="02020603050405020304" pitchFamily="18" charset="0"/>
                <a:ea typeface="华文楷体" panose="02010600040101010101" pitchFamily="2" charset="-122"/>
              </a:rPr>
              <a:t>; 		</a:t>
            </a:r>
            <a:r>
              <a:rPr lang="en-US" altLang="zh-CN" sz="2000" b="1" dirty="0" smtClean="0">
                <a:solidFill>
                  <a:schemeClr val="hlink"/>
                </a:solidFill>
                <a:latin typeface="Times New Roman" panose="02020603050405020304" pitchFamily="18" charset="0"/>
                <a:ea typeface="华文楷体" panose="02010600040101010101" pitchFamily="2" charset="-122"/>
              </a:rPr>
              <a:t>//</a:t>
            </a:r>
            <a:r>
              <a:rPr lang="zh-CN" altLang="en-US" sz="2000" b="1" dirty="0" smtClean="0">
                <a:solidFill>
                  <a:schemeClr val="hlink"/>
                </a:solidFill>
                <a:latin typeface="Times New Roman" panose="02020603050405020304" pitchFamily="18" charset="0"/>
                <a:ea typeface="华文楷体" panose="02010600040101010101" pitchFamily="2" charset="-122"/>
              </a:rPr>
              <a:t>引入</a:t>
            </a:r>
            <a:r>
              <a:rPr lang="en-US" altLang="zh-CN" sz="2000" b="1" dirty="0" smtClean="0">
                <a:solidFill>
                  <a:schemeClr val="hlink"/>
                </a:solidFill>
                <a:latin typeface="Times New Roman" panose="02020603050405020304" pitchFamily="18" charset="0"/>
                <a:ea typeface="华文楷体" panose="02010600040101010101" pitchFamily="2" charset="-122"/>
              </a:rPr>
              <a:t>C++</a:t>
            </a:r>
            <a:r>
              <a:rPr lang="zh-CN" altLang="en-US" sz="2000" b="1" dirty="0" smtClean="0">
                <a:solidFill>
                  <a:schemeClr val="hlink"/>
                </a:solidFill>
                <a:latin typeface="Times New Roman" panose="02020603050405020304" pitchFamily="18" charset="0"/>
                <a:ea typeface="华文楷体" panose="02010600040101010101" pitchFamily="2" charset="-122"/>
              </a:rPr>
              <a:t>标准名字空间</a:t>
            </a:r>
            <a:r>
              <a:rPr lang="en-US" altLang="zh-CN" sz="2000" b="1" dirty="0" err="1" smtClean="0">
                <a:solidFill>
                  <a:schemeClr val="hlink"/>
                </a:solidFill>
                <a:latin typeface="Times New Roman" panose="02020603050405020304" pitchFamily="18" charset="0"/>
                <a:ea typeface="华文楷体" panose="02010600040101010101" pitchFamily="2" charset="-122"/>
              </a:rPr>
              <a:t>std</a:t>
            </a:r>
            <a:endParaRPr lang="en-US" altLang="zh-CN" sz="2000" b="1" dirty="0" smtClean="0">
              <a:solidFill>
                <a:schemeClr val="hlink"/>
              </a:solidFill>
              <a:latin typeface="Times New Roman" panose="02020603050405020304" pitchFamily="18" charset="0"/>
              <a:ea typeface="华文楷体" panose="02010600040101010101" pitchFamily="2" charset="-122"/>
            </a:endParaRPr>
          </a:p>
          <a:p>
            <a:pPr marL="0" indent="0" eaLnBrk="1" hangingPunct="1">
              <a:lnSpc>
                <a:spcPct val="90000"/>
              </a:lnSpc>
              <a:spcBef>
                <a:spcPct val="50000"/>
              </a:spcBef>
              <a:buFont typeface="Wingdings" panose="05000000000000000000" pitchFamily="2" charset="2"/>
              <a:buNone/>
            </a:pPr>
            <a:r>
              <a:rPr lang="en-US" altLang="zh-CN" sz="2000" b="1" dirty="0" err="1" smtClean="0">
                <a:latin typeface="Times New Roman" panose="02020603050405020304" pitchFamily="18" charset="0"/>
                <a:ea typeface="华文楷体" panose="02010600040101010101" pitchFamily="2" charset="-122"/>
              </a:rPr>
              <a:t>int</a:t>
            </a:r>
            <a:r>
              <a:rPr lang="en-US" altLang="zh-CN" sz="2000" b="1" dirty="0" smtClean="0">
                <a:latin typeface="Times New Roman" panose="02020603050405020304" pitchFamily="18" charset="0"/>
                <a:ea typeface="华文楷体" panose="02010600040101010101" pitchFamily="2" charset="-122"/>
              </a:rPr>
              <a:t> main()               		</a:t>
            </a:r>
            <a:r>
              <a:rPr lang="en-US" altLang="zh-CN" sz="2000" b="1" dirty="0" smtClean="0">
                <a:solidFill>
                  <a:schemeClr val="hlink"/>
                </a:solidFill>
                <a:latin typeface="Times New Roman" panose="02020603050405020304" pitchFamily="18" charset="0"/>
                <a:ea typeface="华文楷体" panose="02010600040101010101" pitchFamily="2" charset="-122"/>
              </a:rPr>
              <a:t>//</a:t>
            </a:r>
            <a:r>
              <a:rPr lang="zh-CN" altLang="en-US" sz="2000" b="1" dirty="0" smtClean="0">
                <a:solidFill>
                  <a:schemeClr val="hlink"/>
                </a:solidFill>
                <a:latin typeface="Times New Roman" panose="02020603050405020304" pitchFamily="18" charset="0"/>
                <a:ea typeface="华文楷体" panose="02010600040101010101" pitchFamily="2" charset="-122"/>
              </a:rPr>
              <a:t>主函数</a:t>
            </a:r>
            <a:endParaRPr lang="zh-CN" altLang="en-US" sz="2000" b="1" dirty="0" smtClean="0">
              <a:solidFill>
                <a:schemeClr val="hlink"/>
              </a:solidFill>
              <a:latin typeface="Times New Roman" panose="02020603050405020304" pitchFamily="18" charset="0"/>
              <a:ea typeface="华文楷体" panose="02010600040101010101" pitchFamily="2" charset="-122"/>
            </a:endParaRPr>
          </a:p>
          <a:p>
            <a:pPr marL="0" indent="0" eaLnBrk="1" hangingPunct="1">
              <a:lnSpc>
                <a:spcPct val="90000"/>
              </a:lnSpc>
              <a:spcBef>
                <a:spcPct val="50000"/>
              </a:spcBef>
              <a:buFont typeface="Wingdings" panose="05000000000000000000" pitchFamily="2" charset="2"/>
              <a:buNone/>
            </a:pPr>
            <a:r>
              <a:rPr lang="en-US" altLang="zh-CN" sz="2000" b="1" dirty="0" smtClean="0">
                <a:latin typeface="Times New Roman" panose="02020603050405020304" pitchFamily="18" charset="0"/>
                <a:ea typeface="华文楷体" panose="02010600040101010101" pitchFamily="2" charset="-122"/>
              </a:rPr>
              <a:t>{</a:t>
            </a:r>
            <a:endParaRPr lang="en-US" altLang="zh-CN" sz="2000" b="1" dirty="0" smtClean="0">
              <a:latin typeface="Times New Roman" panose="02020603050405020304" pitchFamily="18" charset="0"/>
              <a:ea typeface="华文楷体" panose="02010600040101010101" pitchFamily="2" charset="-122"/>
            </a:endParaRPr>
          </a:p>
          <a:p>
            <a:pPr marL="0" indent="0" eaLnBrk="1" hangingPunct="1">
              <a:lnSpc>
                <a:spcPct val="90000"/>
              </a:lnSpc>
              <a:spcBef>
                <a:spcPct val="50000"/>
              </a:spcBef>
              <a:buFont typeface="Wingdings" panose="05000000000000000000" pitchFamily="2" charset="2"/>
              <a:buNone/>
            </a:pPr>
            <a:r>
              <a:rPr lang="en-US" altLang="zh-CN" sz="2000" b="1" dirty="0" smtClean="0">
                <a:latin typeface="Times New Roman" panose="02020603050405020304" pitchFamily="18" charset="0"/>
                <a:ea typeface="华文楷体" panose="02010600040101010101" pitchFamily="2" charset="-122"/>
              </a:rPr>
              <a:t>	char name[20];	    		    </a:t>
            </a:r>
            <a:r>
              <a:rPr lang="en-US" altLang="zh-CN" sz="2000" b="1" dirty="0" smtClean="0">
                <a:solidFill>
                  <a:srgbClr val="FFFF00"/>
                </a:solidFill>
                <a:latin typeface="Times New Roman" panose="02020603050405020304" pitchFamily="18" charset="0"/>
                <a:ea typeface="华文楷体" panose="02010600040101010101" pitchFamily="2" charset="-122"/>
              </a:rPr>
              <a:t>//</a:t>
            </a:r>
            <a:r>
              <a:rPr lang="zh-CN" altLang="en-US" sz="2000" b="1" dirty="0" smtClean="0">
                <a:solidFill>
                  <a:srgbClr val="FFFF00"/>
                </a:solidFill>
                <a:latin typeface="Times New Roman" panose="02020603050405020304" pitchFamily="18" charset="0"/>
                <a:ea typeface="华文楷体" panose="02010600040101010101" pitchFamily="2" charset="-122"/>
              </a:rPr>
              <a:t>定义字符数组</a:t>
            </a:r>
            <a:endParaRPr lang="zh-CN" altLang="en-US" sz="2000" b="1" dirty="0" smtClean="0">
              <a:solidFill>
                <a:srgbClr val="FFFF00"/>
              </a:solidFill>
              <a:latin typeface="Times New Roman" panose="02020603050405020304" pitchFamily="18" charset="0"/>
              <a:ea typeface="华文楷体" panose="02010600040101010101" pitchFamily="2" charset="-122"/>
            </a:endParaRPr>
          </a:p>
          <a:p>
            <a:pPr marL="0" indent="0" eaLnBrk="1" hangingPunct="1">
              <a:lnSpc>
                <a:spcPct val="90000"/>
              </a:lnSpc>
              <a:spcBef>
                <a:spcPct val="50000"/>
              </a:spcBef>
              <a:buFont typeface="Wingdings" panose="05000000000000000000" pitchFamily="2" charset="2"/>
              <a:buNone/>
            </a:pPr>
            <a:r>
              <a:rPr lang="zh-CN" altLang="en-US" sz="2000" b="1" dirty="0" smtClean="0">
                <a:latin typeface="Times New Roman" panose="02020603050405020304" pitchFamily="18" charset="0"/>
                <a:ea typeface="华文楷体" panose="02010600040101010101" pitchFamily="2" charset="-122"/>
              </a:rPr>
              <a:t>	</a:t>
            </a:r>
            <a:r>
              <a:rPr lang="en-US" altLang="zh-CN" sz="2000" b="1" dirty="0" err="1" smtClean="0">
                <a:latin typeface="Times New Roman" panose="02020603050405020304" pitchFamily="18" charset="0"/>
                <a:ea typeface="华文楷体" panose="02010600040101010101" pitchFamily="2" charset="-122"/>
              </a:rPr>
              <a:t>cout</a:t>
            </a:r>
            <a:r>
              <a:rPr lang="en-US" altLang="zh-CN" sz="2000" b="1" dirty="0" smtClean="0">
                <a:latin typeface="Times New Roman" panose="02020603050405020304" pitchFamily="18" charset="0"/>
                <a:ea typeface="华文楷体" panose="02010600040101010101" pitchFamily="2" charset="-122"/>
              </a:rPr>
              <a:t>&lt;&lt;"please input your name:";   </a:t>
            </a:r>
            <a:r>
              <a:rPr lang="en-US" altLang="zh-CN" sz="2000" b="1" dirty="0" smtClean="0">
                <a:solidFill>
                  <a:srgbClr val="FFFF00"/>
                </a:solidFill>
                <a:latin typeface="Times New Roman" panose="02020603050405020304" pitchFamily="18" charset="0"/>
                <a:ea typeface="华文楷体" panose="02010600040101010101" pitchFamily="2" charset="-122"/>
              </a:rPr>
              <a:t>//</a:t>
            </a:r>
            <a:r>
              <a:rPr lang="zh-CN" altLang="en-US" sz="2000" b="1" dirty="0" smtClean="0">
                <a:solidFill>
                  <a:srgbClr val="FFFF00"/>
                </a:solidFill>
                <a:latin typeface="Times New Roman" panose="02020603050405020304" pitchFamily="18" charset="0"/>
                <a:ea typeface="华文楷体" panose="02010600040101010101" pitchFamily="2" charset="-122"/>
              </a:rPr>
              <a:t>输出提示信息</a:t>
            </a:r>
            <a:endParaRPr lang="zh-CN" altLang="en-US" sz="2000" b="1" dirty="0" smtClean="0">
              <a:solidFill>
                <a:srgbClr val="FFFF00"/>
              </a:solidFill>
              <a:latin typeface="Times New Roman" panose="02020603050405020304" pitchFamily="18" charset="0"/>
              <a:ea typeface="华文楷体" panose="02010600040101010101" pitchFamily="2" charset="-122"/>
            </a:endParaRPr>
          </a:p>
          <a:p>
            <a:pPr marL="0" indent="0" eaLnBrk="1" hangingPunct="1">
              <a:lnSpc>
                <a:spcPct val="90000"/>
              </a:lnSpc>
              <a:spcBef>
                <a:spcPct val="50000"/>
              </a:spcBef>
              <a:buFont typeface="Wingdings" panose="05000000000000000000" pitchFamily="2" charset="2"/>
              <a:buNone/>
            </a:pPr>
            <a:r>
              <a:rPr lang="zh-CN" altLang="en-US" sz="2000" b="1" dirty="0" smtClean="0">
                <a:latin typeface="Times New Roman" panose="02020603050405020304" pitchFamily="18" charset="0"/>
                <a:ea typeface="华文楷体" panose="02010600040101010101" pitchFamily="2" charset="-122"/>
              </a:rPr>
              <a:t>	</a:t>
            </a:r>
            <a:r>
              <a:rPr lang="en-US" altLang="zh-CN" sz="2000" b="1" dirty="0" err="1" smtClean="0">
                <a:latin typeface="Times New Roman" panose="02020603050405020304" pitchFamily="18" charset="0"/>
                <a:ea typeface="华文楷体" panose="02010600040101010101" pitchFamily="2" charset="-122"/>
              </a:rPr>
              <a:t>cin</a:t>
            </a:r>
            <a:r>
              <a:rPr lang="en-US" altLang="zh-CN" sz="2000" b="1" dirty="0" smtClean="0">
                <a:latin typeface="Times New Roman" panose="02020603050405020304" pitchFamily="18" charset="0"/>
                <a:ea typeface="华文楷体" panose="02010600040101010101" pitchFamily="2" charset="-122"/>
              </a:rPr>
              <a:t>&gt;&gt;name; 			</a:t>
            </a:r>
            <a:r>
              <a:rPr lang="en-US" altLang="zh-CN" sz="2000" b="1" dirty="0" smtClean="0">
                <a:solidFill>
                  <a:srgbClr val="FFFF00"/>
                </a:solidFill>
                <a:latin typeface="Times New Roman" panose="02020603050405020304" pitchFamily="18" charset="0"/>
                <a:ea typeface="华文楷体" panose="02010600040101010101" pitchFamily="2" charset="-122"/>
              </a:rPr>
              <a:t>    //</a:t>
            </a:r>
            <a:r>
              <a:rPr lang="zh-CN" altLang="en-US" sz="2000" b="1" dirty="0" smtClean="0">
                <a:solidFill>
                  <a:srgbClr val="FFFF00"/>
                </a:solidFill>
                <a:latin typeface="Times New Roman" panose="02020603050405020304" pitchFamily="18" charset="0"/>
                <a:ea typeface="华文楷体" panose="02010600040101010101" pitchFamily="2" charset="-122"/>
              </a:rPr>
              <a:t>从键盘输入</a:t>
            </a:r>
            <a:endParaRPr lang="zh-CN" altLang="en-US" sz="2000" b="1" dirty="0" smtClean="0">
              <a:solidFill>
                <a:srgbClr val="FFFF00"/>
              </a:solidFill>
              <a:latin typeface="Times New Roman" panose="02020603050405020304" pitchFamily="18" charset="0"/>
              <a:ea typeface="华文楷体" panose="02010600040101010101" pitchFamily="2" charset="-122"/>
            </a:endParaRPr>
          </a:p>
          <a:p>
            <a:pPr marL="0" indent="0" eaLnBrk="1" hangingPunct="1">
              <a:lnSpc>
                <a:spcPct val="90000"/>
              </a:lnSpc>
              <a:spcBef>
                <a:spcPct val="50000"/>
              </a:spcBef>
              <a:buFont typeface="Wingdings" panose="05000000000000000000" pitchFamily="2" charset="2"/>
              <a:buNone/>
            </a:pPr>
            <a:r>
              <a:rPr lang="zh-CN" altLang="en-US" sz="2000" b="1" dirty="0" smtClean="0">
                <a:latin typeface="Times New Roman" panose="02020603050405020304" pitchFamily="18" charset="0"/>
                <a:ea typeface="华文楷体" panose="02010600040101010101" pitchFamily="2" charset="-122"/>
              </a:rPr>
              <a:t>	</a:t>
            </a:r>
            <a:r>
              <a:rPr lang="en-US" altLang="zh-CN" sz="2000" b="1" dirty="0" err="1" smtClean="0">
                <a:latin typeface="Times New Roman" panose="02020603050405020304" pitchFamily="18" charset="0"/>
                <a:ea typeface="华文楷体" panose="02010600040101010101" pitchFamily="2" charset="-122"/>
              </a:rPr>
              <a:t>cout</a:t>
            </a:r>
            <a:r>
              <a:rPr lang="en-US" altLang="zh-CN" sz="2000" b="1" dirty="0" smtClean="0">
                <a:latin typeface="Times New Roman" panose="02020603050405020304" pitchFamily="18" charset="0"/>
                <a:ea typeface="华文楷体" panose="02010600040101010101" pitchFamily="2" charset="-122"/>
              </a:rPr>
              <a:t>&lt;&lt;“Hello,”&lt;&lt;name&lt;&lt;“!”&lt;&lt;</a:t>
            </a:r>
            <a:r>
              <a:rPr lang="en-US" altLang="zh-CN" sz="2000" b="1" dirty="0" err="1" smtClean="0">
                <a:latin typeface="Times New Roman" panose="02020603050405020304" pitchFamily="18" charset="0"/>
                <a:ea typeface="华文楷体" panose="02010600040101010101" pitchFamily="2" charset="-122"/>
              </a:rPr>
              <a:t>endl</a:t>
            </a:r>
            <a:r>
              <a:rPr lang="en-US" altLang="zh-CN" sz="2000" b="1" dirty="0" smtClean="0">
                <a:latin typeface="Times New Roman" panose="02020603050405020304" pitchFamily="18" charset="0"/>
                <a:ea typeface="华文楷体" panose="02010600040101010101" pitchFamily="2" charset="-122"/>
              </a:rPr>
              <a:t>;</a:t>
            </a:r>
            <a:r>
              <a:rPr lang="zh-CN" altLang="en-US" sz="2000" b="1" dirty="0" smtClean="0">
                <a:latin typeface="Times New Roman" panose="02020603050405020304" pitchFamily="18" charset="0"/>
                <a:ea typeface="华文楷体" panose="02010600040101010101" pitchFamily="2" charset="-122"/>
              </a:rPr>
              <a:t>　</a:t>
            </a:r>
            <a:r>
              <a:rPr lang="en-US" altLang="zh-CN" sz="2000" b="1" dirty="0" smtClean="0">
                <a:solidFill>
                  <a:schemeClr val="hlink"/>
                </a:solidFill>
                <a:latin typeface="Times New Roman" panose="02020603050405020304" pitchFamily="18" charset="0"/>
                <a:ea typeface="华文楷体" panose="02010600040101010101" pitchFamily="2" charset="-122"/>
              </a:rPr>
              <a:t>//</a:t>
            </a:r>
            <a:r>
              <a:rPr lang="zh-CN" altLang="en-US" sz="2000" b="1" dirty="0" smtClean="0">
                <a:solidFill>
                  <a:schemeClr val="hlink"/>
                </a:solidFill>
                <a:latin typeface="Times New Roman" panose="02020603050405020304" pitchFamily="18" charset="0"/>
                <a:ea typeface="华文楷体" panose="02010600040101010101" pitchFamily="2" charset="-122"/>
              </a:rPr>
              <a:t>输出问候信息</a:t>
            </a:r>
            <a:endParaRPr lang="zh-CN" altLang="en-US" sz="2000" b="1" dirty="0" smtClean="0">
              <a:solidFill>
                <a:schemeClr val="hlink"/>
              </a:solidFill>
              <a:latin typeface="Times New Roman" panose="02020603050405020304" pitchFamily="18" charset="0"/>
              <a:ea typeface="华文楷体" panose="02010600040101010101" pitchFamily="2" charset="-122"/>
            </a:endParaRPr>
          </a:p>
          <a:p>
            <a:pPr marL="0" indent="0" eaLnBrk="1" hangingPunct="1">
              <a:lnSpc>
                <a:spcPct val="90000"/>
              </a:lnSpc>
              <a:spcBef>
                <a:spcPct val="50000"/>
              </a:spcBef>
              <a:buFont typeface="Wingdings" panose="05000000000000000000" pitchFamily="2" charset="2"/>
              <a:buNone/>
            </a:pPr>
            <a:r>
              <a:rPr lang="zh-CN" altLang="en-US" sz="2000" b="1" dirty="0" smtClean="0">
                <a:latin typeface="Times New Roman" panose="02020603050405020304" pitchFamily="18" charset="0"/>
                <a:ea typeface="华文楷体" panose="02010600040101010101" pitchFamily="2" charset="-122"/>
              </a:rPr>
              <a:t>              </a:t>
            </a:r>
            <a:r>
              <a:rPr lang="en-US" altLang="zh-CN" sz="2000" b="1" dirty="0" smtClean="0">
                <a:latin typeface="Times New Roman" panose="02020603050405020304" pitchFamily="18" charset="0"/>
                <a:ea typeface="华文楷体" panose="02010600040101010101" pitchFamily="2" charset="-122"/>
              </a:rPr>
              <a:t>return 0;</a:t>
            </a:r>
            <a:endParaRPr lang="en-US" altLang="zh-CN" sz="2000" b="1" dirty="0" smtClean="0">
              <a:latin typeface="Times New Roman" panose="02020603050405020304" pitchFamily="18" charset="0"/>
              <a:ea typeface="华文楷体" panose="02010600040101010101" pitchFamily="2" charset="-122"/>
            </a:endParaRPr>
          </a:p>
          <a:p>
            <a:pPr marL="0" indent="0" eaLnBrk="1" hangingPunct="1">
              <a:lnSpc>
                <a:spcPct val="90000"/>
              </a:lnSpc>
              <a:spcBef>
                <a:spcPct val="50000"/>
              </a:spcBef>
              <a:buFont typeface="Wingdings" panose="05000000000000000000" pitchFamily="2" charset="2"/>
              <a:buNone/>
            </a:pPr>
            <a:r>
              <a:rPr lang="en-US" altLang="zh-CN" sz="2000" b="1" dirty="0" smtClean="0">
                <a:latin typeface="Times New Roman" panose="02020603050405020304" pitchFamily="18" charset="0"/>
                <a:ea typeface="华文楷体" panose="02010600040101010101" pitchFamily="2" charset="-122"/>
              </a:rPr>
              <a:t>}</a:t>
            </a:r>
            <a:endParaRPr lang="en-US" altLang="zh-CN" sz="2000" b="1" dirty="0" smtClean="0">
              <a:latin typeface="Times New Roman" panose="02020603050405020304" pitchFamily="18" charset="0"/>
              <a:ea typeface="华文楷体" panose="02010600040101010101" pitchFamily="2" charset="-122"/>
            </a:endParaRPr>
          </a:p>
        </p:txBody>
      </p:sp>
      <p:sp>
        <p:nvSpPr>
          <p:cNvPr id="106502" name="AutoShape 6"/>
          <p:cNvSpPr>
            <a:spLocks noChangeArrowheads="1"/>
          </p:cNvSpPr>
          <p:nvPr/>
        </p:nvSpPr>
        <p:spPr bwMode="auto">
          <a:xfrm>
            <a:off x="5940425" y="188913"/>
            <a:ext cx="2232025" cy="720725"/>
          </a:xfrm>
          <a:prstGeom prst="wedgeRoundRectCallout">
            <a:avLst>
              <a:gd name="adj1" fmla="val -144736"/>
              <a:gd name="adj2" fmla="val 184583"/>
              <a:gd name="adj3" fmla="val 16667"/>
            </a:avLst>
          </a:prstGeom>
          <a:solidFill>
            <a:srgbClr val="DDDDDD"/>
          </a:solidFill>
          <a:ln w="9525" algn="ctr">
            <a:solidFill>
              <a:schemeClr val="tx1"/>
            </a:solidFill>
            <a:miter lim="800000"/>
          </a:ln>
        </p:spPr>
        <p:txBody>
          <a:bodyPr anchor="ctr" anchorCtr="1"/>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90000"/>
              </a:lnSpc>
              <a:spcBef>
                <a:spcPct val="20000"/>
              </a:spcBef>
              <a:buClr>
                <a:schemeClr val="tx2"/>
              </a:buClr>
              <a:buSzPct val="70000"/>
            </a:pPr>
            <a:r>
              <a:rPr kumimoji="0" lang="zh-CN" altLang="en-US">
                <a:solidFill>
                  <a:srgbClr val="800000"/>
                </a:solidFill>
              </a:rPr>
              <a:t>编译预处理命令：文件包含</a:t>
            </a:r>
            <a:endParaRPr kumimoji="0" lang="zh-CN" altLang="en-US">
              <a:solidFill>
                <a:srgbClr val="800000"/>
              </a:solidFill>
            </a:endParaRPr>
          </a:p>
        </p:txBody>
      </p:sp>
      <p:sp>
        <p:nvSpPr>
          <p:cNvPr id="106503" name="AutoShape 7"/>
          <p:cNvSpPr>
            <a:spLocks noChangeArrowheads="1"/>
          </p:cNvSpPr>
          <p:nvPr/>
        </p:nvSpPr>
        <p:spPr bwMode="auto">
          <a:xfrm>
            <a:off x="250825" y="3429000"/>
            <a:ext cx="1871663" cy="792163"/>
          </a:xfrm>
          <a:prstGeom prst="wedgeRoundRectCallout">
            <a:avLst>
              <a:gd name="adj1" fmla="val 14208"/>
              <a:gd name="adj2" fmla="val -91282"/>
              <a:gd name="adj3" fmla="val 16667"/>
            </a:avLst>
          </a:prstGeom>
          <a:solidFill>
            <a:srgbClr val="DDDDDD"/>
          </a:solidFill>
          <a:ln w="9525" algn="ctr">
            <a:solidFill>
              <a:schemeClr val="tx1"/>
            </a:solidFill>
            <a:miter lim="800000"/>
          </a:ln>
        </p:spPr>
        <p:txBody>
          <a:bodyPr anchor="ctr" anchorCtr="1"/>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90000"/>
              </a:lnSpc>
              <a:spcBef>
                <a:spcPct val="20000"/>
              </a:spcBef>
              <a:buClr>
                <a:schemeClr val="tx2"/>
              </a:buClr>
              <a:buSzPct val="70000"/>
            </a:pPr>
            <a:r>
              <a:rPr kumimoji="0" lang="zh-CN" altLang="en-US">
                <a:solidFill>
                  <a:srgbClr val="800000"/>
                </a:solidFill>
              </a:rPr>
              <a:t>有且仅有一个</a:t>
            </a:r>
            <a:r>
              <a:rPr kumimoji="0" lang="en-US" altLang="zh-CN">
                <a:solidFill>
                  <a:srgbClr val="800000"/>
                </a:solidFill>
              </a:rPr>
              <a:t>main</a:t>
            </a:r>
            <a:r>
              <a:rPr kumimoji="0" lang="zh-CN" altLang="en-US">
                <a:solidFill>
                  <a:srgbClr val="800000"/>
                </a:solidFill>
              </a:rPr>
              <a:t>函数</a:t>
            </a:r>
            <a:endParaRPr kumimoji="0" lang="zh-CN" altLang="en-US">
              <a:solidFill>
                <a:srgbClr val="800000"/>
              </a:solidFill>
            </a:endParaRPr>
          </a:p>
        </p:txBody>
      </p:sp>
      <p:sp>
        <p:nvSpPr>
          <p:cNvPr id="106504" name="AutoShape 8"/>
          <p:cNvSpPr>
            <a:spLocks noChangeArrowheads="1"/>
          </p:cNvSpPr>
          <p:nvPr/>
        </p:nvSpPr>
        <p:spPr bwMode="auto">
          <a:xfrm>
            <a:off x="4068787" y="5589240"/>
            <a:ext cx="3311525" cy="792163"/>
          </a:xfrm>
          <a:prstGeom prst="wedgeRoundRectCallout">
            <a:avLst>
              <a:gd name="adj1" fmla="val -79576"/>
              <a:gd name="adj2" fmla="val -106913"/>
              <a:gd name="adj3" fmla="val 16667"/>
            </a:avLst>
          </a:prstGeom>
          <a:solidFill>
            <a:srgbClr val="DDDDDD"/>
          </a:solidFill>
          <a:ln w="9525" algn="ctr">
            <a:solidFill>
              <a:schemeClr val="tx1"/>
            </a:solidFill>
            <a:miter lim="800000"/>
          </a:ln>
        </p:spPr>
        <p:txBody>
          <a:bodyPr anchor="ctr" anchorCtr="1"/>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90000"/>
              </a:lnSpc>
              <a:spcBef>
                <a:spcPct val="20000"/>
              </a:spcBef>
              <a:buClr>
                <a:schemeClr val="tx2"/>
              </a:buClr>
              <a:buSzPct val="70000"/>
            </a:pPr>
            <a:r>
              <a:rPr kumimoji="0" lang="zh-CN" altLang="en-US">
                <a:solidFill>
                  <a:srgbClr val="800000"/>
                </a:solidFill>
              </a:rPr>
              <a:t>标准</a:t>
            </a:r>
            <a:r>
              <a:rPr kumimoji="0" lang="en-US" altLang="zh-CN">
                <a:solidFill>
                  <a:srgbClr val="800000"/>
                </a:solidFill>
              </a:rPr>
              <a:t>I/O</a:t>
            </a:r>
            <a:r>
              <a:rPr kumimoji="0" lang="zh-CN" altLang="en-US">
                <a:solidFill>
                  <a:srgbClr val="800000"/>
                </a:solidFill>
              </a:rPr>
              <a:t>流：</a:t>
            </a:r>
            <a:r>
              <a:rPr kumimoji="0" lang="en-US" altLang="zh-CN">
                <a:solidFill>
                  <a:srgbClr val="800000"/>
                </a:solidFill>
              </a:rPr>
              <a:t>cin</a:t>
            </a:r>
            <a:r>
              <a:rPr kumimoji="0" lang="zh-CN" altLang="en-US">
                <a:solidFill>
                  <a:srgbClr val="800000"/>
                </a:solidFill>
              </a:rPr>
              <a:t>、</a:t>
            </a:r>
            <a:r>
              <a:rPr kumimoji="0" lang="en-US" altLang="zh-CN">
                <a:solidFill>
                  <a:srgbClr val="800000"/>
                </a:solidFill>
              </a:rPr>
              <a:t>cout</a:t>
            </a:r>
            <a:endParaRPr kumimoji="0" lang="en-US" altLang="zh-CN">
              <a:solidFill>
                <a:srgbClr val="8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6502"/>
                                        </p:tgtEl>
                                        <p:attrNameLst>
                                          <p:attrName>style.visibility</p:attrName>
                                        </p:attrNameLst>
                                      </p:cBhvr>
                                      <p:to>
                                        <p:strVal val="visible"/>
                                      </p:to>
                                    </p:set>
                                    <p:anim calcmode="lin" valueType="num">
                                      <p:cBhvr additive="base">
                                        <p:cTn id="7" dur="500" fill="hold"/>
                                        <p:tgtEl>
                                          <p:spTgt spid="106502"/>
                                        </p:tgtEl>
                                        <p:attrNameLst>
                                          <p:attrName>ppt_x</p:attrName>
                                        </p:attrNameLst>
                                      </p:cBhvr>
                                      <p:tavLst>
                                        <p:tav tm="0">
                                          <p:val>
                                            <p:strVal val="#ppt_x"/>
                                          </p:val>
                                        </p:tav>
                                        <p:tav tm="100000">
                                          <p:val>
                                            <p:strVal val="#ppt_x"/>
                                          </p:val>
                                        </p:tav>
                                      </p:tavLst>
                                    </p:anim>
                                    <p:anim calcmode="lin" valueType="num">
                                      <p:cBhvr additive="base">
                                        <p:cTn id="8" dur="500" fill="hold"/>
                                        <p:tgtEl>
                                          <p:spTgt spid="10650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6503"/>
                                        </p:tgtEl>
                                        <p:attrNameLst>
                                          <p:attrName>style.visibility</p:attrName>
                                        </p:attrNameLst>
                                      </p:cBhvr>
                                      <p:to>
                                        <p:strVal val="visible"/>
                                      </p:to>
                                    </p:set>
                                    <p:anim calcmode="lin" valueType="num">
                                      <p:cBhvr additive="base">
                                        <p:cTn id="13" dur="500" fill="hold"/>
                                        <p:tgtEl>
                                          <p:spTgt spid="106503"/>
                                        </p:tgtEl>
                                        <p:attrNameLst>
                                          <p:attrName>ppt_x</p:attrName>
                                        </p:attrNameLst>
                                      </p:cBhvr>
                                      <p:tavLst>
                                        <p:tav tm="0">
                                          <p:val>
                                            <p:strVal val="#ppt_x"/>
                                          </p:val>
                                        </p:tav>
                                        <p:tav tm="100000">
                                          <p:val>
                                            <p:strVal val="#ppt_x"/>
                                          </p:val>
                                        </p:tav>
                                      </p:tavLst>
                                    </p:anim>
                                    <p:anim calcmode="lin" valueType="num">
                                      <p:cBhvr additive="base">
                                        <p:cTn id="14" dur="500" fill="hold"/>
                                        <p:tgtEl>
                                          <p:spTgt spid="10650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6504"/>
                                        </p:tgtEl>
                                        <p:attrNameLst>
                                          <p:attrName>style.visibility</p:attrName>
                                        </p:attrNameLst>
                                      </p:cBhvr>
                                      <p:to>
                                        <p:strVal val="visible"/>
                                      </p:to>
                                    </p:set>
                                    <p:anim calcmode="lin" valueType="num">
                                      <p:cBhvr additive="base">
                                        <p:cTn id="19" dur="500" fill="hold"/>
                                        <p:tgtEl>
                                          <p:spTgt spid="106504"/>
                                        </p:tgtEl>
                                        <p:attrNameLst>
                                          <p:attrName>ppt_x</p:attrName>
                                        </p:attrNameLst>
                                      </p:cBhvr>
                                      <p:tavLst>
                                        <p:tav tm="0">
                                          <p:val>
                                            <p:strVal val="#ppt_x"/>
                                          </p:val>
                                        </p:tav>
                                        <p:tav tm="100000">
                                          <p:val>
                                            <p:strVal val="#ppt_x"/>
                                          </p:val>
                                        </p:tav>
                                      </p:tavLst>
                                    </p:anim>
                                    <p:anim calcmode="lin" valueType="num">
                                      <p:cBhvr additive="base">
                                        <p:cTn id="20" dur="500" fill="hold"/>
                                        <p:tgtEl>
                                          <p:spTgt spid="1065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2" grpId="0" animBg="1"/>
      <p:bldP spid="106503" grpId="0" animBg="1"/>
      <p:bldP spid="10650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0066" name="Object 2"/>
          <p:cNvGraphicFramePr>
            <a:graphicFrameLocks noChangeAspect="1"/>
          </p:cNvGraphicFramePr>
          <p:nvPr/>
        </p:nvGraphicFramePr>
        <p:xfrm>
          <a:off x="0" y="5486400"/>
          <a:ext cx="1524000" cy="1371600"/>
        </p:xfrm>
        <a:graphic>
          <a:graphicData uri="http://schemas.openxmlformats.org/presentationml/2006/ole">
            <mc:AlternateContent xmlns:mc="http://schemas.openxmlformats.org/markup-compatibility/2006">
              <mc:Choice xmlns:v="urn:schemas-microsoft-com:vml" Requires="v">
                <p:oleObj spid="_x0000_s607315" name="剪辑" r:id="rId1" imgW="685800" imgH="586740" progId="">
                  <p:embed/>
                </p:oleObj>
              </mc:Choice>
              <mc:Fallback>
                <p:oleObj name="剪辑" r:id="rId1" imgW="685800" imgH="586740" progId="">
                  <p:embed/>
                  <p:pic>
                    <p:nvPicPr>
                      <p:cNvPr id="0" name="图片 6073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486400"/>
                        <a:ext cx="1524000" cy="137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0070" name="Text Box 6"/>
          <p:cNvSpPr txBox="1">
            <a:spLocks noChangeArrowheads="1"/>
          </p:cNvSpPr>
          <p:nvPr/>
        </p:nvSpPr>
        <p:spPr bwMode="auto">
          <a:xfrm>
            <a:off x="287635" y="188640"/>
            <a:ext cx="8244408"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sy="50000" rotWithShape="0">
                    <a:srgbClr val="875B0D"/>
                  </a:outerShdw>
                </a:effectLst>
              </a14:hiddenEffects>
            </a:ext>
          </a:extLst>
        </p:spPr>
        <p:txBody>
          <a:bodyPr wrap="square" anchor="ctr">
            <a:spAutoFit/>
          </a:bodyPr>
          <a:lstStyle/>
          <a:p>
            <a:pPr>
              <a:spcBef>
                <a:spcPct val="50000"/>
              </a:spcBef>
            </a:pPr>
            <a:r>
              <a:rPr lang="en-US" altLang="zh-CN" b="1" dirty="0" smtClean="0">
                <a:solidFill>
                  <a:srgbClr val="FFFF00"/>
                </a:solidFill>
                <a:effectLst>
                  <a:outerShdw blurRad="38100" dist="38100" dir="2700000" algn="tl">
                    <a:srgbClr val="000000"/>
                  </a:outerShdw>
                </a:effectLst>
                <a:latin typeface="+mj-lt"/>
                <a:ea typeface="黑体" panose="02010609060101010101" pitchFamily="49" charset="-122"/>
              </a:rPr>
              <a:t>Unit 02   </a:t>
            </a:r>
            <a:r>
              <a:rPr lang="zh-CN" altLang="en-US" sz="3600" b="1" dirty="0" smtClean="0">
                <a:solidFill>
                  <a:schemeClr val="accent4"/>
                </a:solidFill>
                <a:effectLst>
                  <a:outerShdw blurRad="38100" dist="38100" dir="2700000" algn="tl">
                    <a:srgbClr val="000000"/>
                  </a:outerShdw>
                </a:effectLst>
                <a:latin typeface="华文行楷" panose="02010800040101010101" pitchFamily="2" charset="-122"/>
                <a:ea typeface="华文行楷" panose="02010800040101010101" pitchFamily="2" charset="-122"/>
              </a:rPr>
              <a:t>简单程序设计</a:t>
            </a:r>
            <a:endParaRPr lang="zh-CN" altLang="en-US" sz="3600" b="1" dirty="0">
              <a:solidFill>
                <a:schemeClr val="accent4"/>
              </a:solidFill>
              <a:effectLst>
                <a:outerShdw blurRad="38100" dist="38100" dir="2700000" algn="tl">
                  <a:srgbClr val="000000"/>
                </a:outerShdw>
              </a:effectLst>
              <a:latin typeface="华文行楷" panose="02010800040101010101" pitchFamily="2" charset="-122"/>
              <a:ea typeface="华文行楷" panose="02010800040101010101" pitchFamily="2" charset="-122"/>
            </a:endParaRPr>
          </a:p>
        </p:txBody>
      </p:sp>
      <p:sp>
        <p:nvSpPr>
          <p:cNvPr id="600071" name="Text Box 7"/>
          <p:cNvSpPr txBox="1">
            <a:spLocks noChangeArrowheads="1"/>
          </p:cNvSpPr>
          <p:nvPr/>
        </p:nvSpPr>
        <p:spPr bwMode="auto">
          <a:xfrm>
            <a:off x="1331640" y="5988064"/>
            <a:ext cx="7200800" cy="4739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a:lnSpc>
                <a:spcPct val="70000"/>
              </a:lnSpc>
              <a:spcBef>
                <a:spcPct val="50000"/>
              </a:spcBef>
            </a:pPr>
            <a:r>
              <a:rPr lang="zh-CN" altLang="en-US" sz="3200" dirty="0" smtClean="0">
                <a:solidFill>
                  <a:srgbClr val="0070C0"/>
                </a:solidFill>
                <a:latin typeface="华文行楷" panose="02010800040101010101" pitchFamily="2" charset="-122"/>
                <a:ea typeface="华文行楷" panose="02010800040101010101" pitchFamily="2" charset="-122"/>
              </a:rPr>
              <a:t>武大</a:t>
            </a:r>
            <a:r>
              <a:rPr lang="en-US" altLang="zh-CN" sz="3200" dirty="0" smtClean="0">
                <a:solidFill>
                  <a:srgbClr val="0070C0"/>
                </a:solidFill>
                <a:latin typeface="华文行楷" panose="02010800040101010101" pitchFamily="2" charset="-122"/>
                <a:ea typeface="华文行楷" panose="02010800040101010101" pitchFamily="2" charset="-122"/>
              </a:rPr>
              <a:t>《</a:t>
            </a:r>
            <a:r>
              <a:rPr lang="zh-CN" altLang="en-US" sz="3200" dirty="0" smtClean="0">
                <a:solidFill>
                  <a:srgbClr val="0070C0"/>
                </a:solidFill>
                <a:latin typeface="华文行楷" panose="02010800040101010101" pitchFamily="2" charset="-122"/>
                <a:ea typeface="华文行楷" panose="02010800040101010101" pitchFamily="2" charset="-122"/>
              </a:rPr>
              <a:t>高级语言程序设计</a:t>
            </a:r>
            <a:r>
              <a:rPr lang="en-US" altLang="zh-CN" sz="3200" dirty="0" smtClean="0">
                <a:solidFill>
                  <a:srgbClr val="0070C0"/>
                </a:solidFill>
                <a:latin typeface="华文行楷" panose="02010800040101010101" pitchFamily="2" charset="-122"/>
                <a:ea typeface="华文行楷" panose="02010800040101010101" pitchFamily="2" charset="-122"/>
              </a:rPr>
              <a:t>》</a:t>
            </a:r>
            <a:r>
              <a:rPr lang="zh-CN" altLang="en-US" sz="3200" dirty="0" smtClean="0">
                <a:solidFill>
                  <a:srgbClr val="0070C0"/>
                </a:solidFill>
                <a:latin typeface="华文行楷" panose="02010800040101010101" pitchFamily="2" charset="-122"/>
                <a:ea typeface="华文行楷" panose="02010800040101010101" pitchFamily="2" charset="-122"/>
              </a:rPr>
              <a:t>课程组</a:t>
            </a:r>
            <a:endParaRPr lang="en-US" altLang="zh-CN" sz="3200" dirty="0" smtClean="0">
              <a:solidFill>
                <a:srgbClr val="0070C0"/>
              </a:solidFill>
              <a:latin typeface="华文行楷" panose="02010800040101010101" pitchFamily="2" charset="-122"/>
              <a:ea typeface="华文行楷" panose="02010800040101010101" pitchFamily="2" charset="-122"/>
            </a:endParaRPr>
          </a:p>
        </p:txBody>
      </p:sp>
      <p:sp>
        <p:nvSpPr>
          <p:cNvPr id="4" name="矩形 3"/>
          <p:cNvSpPr/>
          <p:nvPr/>
        </p:nvSpPr>
        <p:spPr>
          <a:xfrm>
            <a:off x="539552" y="1549469"/>
            <a:ext cx="7363072" cy="1862048"/>
          </a:xfrm>
          <a:prstGeom prst="rect">
            <a:avLst/>
          </a:prstGeom>
          <a:noFill/>
        </p:spPr>
        <p:txBody>
          <a:bodyPr wrap="square" lIns="91440" tIns="45720" rIns="91440" bIns="45720">
            <a:spAutoFit/>
          </a:bodyPr>
          <a:lstStyle/>
          <a:p>
            <a:pPr algn="l"/>
            <a:r>
              <a:rPr lang="zh-CN" altLang="en-US" sz="11500" b="1" cap="none" spc="0"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华文琥珀" panose="02010800040101010101" pitchFamily="2" charset="-122"/>
                <a:ea typeface="华文琥珀" panose="02010800040101010101" pitchFamily="2" charset="-122"/>
              </a:rPr>
              <a:t>词    法</a:t>
            </a:r>
            <a:endParaRPr lang="zh-CN" altLang="en-US" sz="115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华文琥珀" panose="02010800040101010101" pitchFamily="2" charset="-122"/>
              <a:ea typeface="华文琥珀" panose="02010800040101010101" pitchFamily="2" charset="-122"/>
            </a:endParaRPr>
          </a:p>
        </p:txBody>
      </p:sp>
      <p:sp>
        <p:nvSpPr>
          <p:cNvPr id="6" name="矩形 5"/>
          <p:cNvSpPr/>
          <p:nvPr/>
        </p:nvSpPr>
        <p:spPr>
          <a:xfrm>
            <a:off x="1043608" y="3643890"/>
            <a:ext cx="7363072" cy="1446550"/>
          </a:xfrm>
          <a:prstGeom prst="rect">
            <a:avLst/>
          </a:prstGeom>
          <a:noFill/>
        </p:spPr>
        <p:txBody>
          <a:bodyPr wrap="square" lIns="91440" tIns="45720" rIns="91440" bIns="45720">
            <a:spAutoFit/>
          </a:bodyPr>
          <a:lstStyle/>
          <a:p>
            <a:pPr algn="r"/>
            <a:r>
              <a:rPr lang="zh-CN" altLang="en-US" sz="88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华文行楷" panose="02010800040101010101" pitchFamily="2" charset="-122"/>
                <a:ea typeface="华文行楷" panose="02010800040101010101" pitchFamily="2" charset="-122"/>
              </a:rPr>
              <a:t>语言的组词</a:t>
            </a:r>
            <a:endParaRPr lang="zh-CN" altLang="en-US" sz="8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华文行楷" panose="02010800040101010101" pitchFamily="2" charset="-122"/>
              <a:ea typeface="华文行楷" panose="02010800040101010101" pitchFamily="2" charset="-122"/>
            </a:endParaRP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algn="ctr" eaLnBrk="1" hangingPunct="1"/>
            <a:r>
              <a:rPr lang="en-US" altLang="zh-CN" b="1" dirty="0" smtClean="0">
                <a:latin typeface="Times New Roman" panose="02020603050405020304" pitchFamily="18" charset="0"/>
                <a:ea typeface="隶书" panose="02010509060101010101" pitchFamily="49" charset="-122"/>
              </a:rPr>
              <a:t>2.1.4</a:t>
            </a:r>
            <a:r>
              <a:rPr lang="zh-CN" altLang="en-US" b="1" dirty="0" smtClean="0">
                <a:latin typeface="Times New Roman" panose="02020603050405020304" pitchFamily="18" charset="0"/>
                <a:ea typeface="隶书" panose="02010509060101010101" pitchFamily="49" charset="-122"/>
              </a:rPr>
              <a:t>、字符集</a:t>
            </a:r>
            <a:endParaRPr lang="zh-CN" altLang="en-US" b="1" dirty="0" smtClean="0">
              <a:latin typeface="Times New Roman" panose="02020603050405020304" pitchFamily="18" charset="0"/>
              <a:ea typeface="隶书" panose="02010509060101010101" pitchFamily="49" charset="-122"/>
            </a:endParaRPr>
          </a:p>
        </p:txBody>
      </p:sp>
      <p:sp>
        <p:nvSpPr>
          <p:cNvPr id="43011"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ea typeface="华文楷体" panose="02010600040101010101" pitchFamily="2" charset="-122"/>
            </a:endParaRPr>
          </a:p>
        </p:txBody>
      </p:sp>
      <p:sp>
        <p:nvSpPr>
          <p:cNvPr id="43013"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ea typeface="华文楷体" panose="02010600040101010101" pitchFamily="2" charset="-122"/>
            </a:endParaRPr>
          </a:p>
        </p:txBody>
      </p:sp>
      <p:sp>
        <p:nvSpPr>
          <p:cNvPr id="65543" name="Rectangle 7"/>
          <p:cNvSpPr>
            <a:spLocks noChangeArrowheads="1"/>
          </p:cNvSpPr>
          <p:nvPr/>
        </p:nvSpPr>
        <p:spPr bwMode="auto">
          <a:xfrm>
            <a:off x="1042987" y="1126232"/>
            <a:ext cx="7850187" cy="3672408"/>
          </a:xfrm>
          <a:prstGeom prst="rect">
            <a:avLst/>
          </a:prstGeom>
          <a:noFill/>
          <a:ln w="9525">
            <a:noFill/>
            <a:miter lim="800000"/>
          </a:ln>
        </p:spPr>
        <p:txBody>
          <a:bodyPr/>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150000"/>
              </a:lnSpc>
              <a:spcBef>
                <a:spcPts val="0"/>
              </a:spcBef>
              <a:buClr>
                <a:schemeClr val="tx1"/>
              </a:buClr>
              <a:buFont typeface="Wingdings" panose="05000000000000000000" pitchFamily="2" charset="2"/>
              <a:buNone/>
            </a:pPr>
            <a:r>
              <a:rPr lang="en-US" altLang="zh-CN" sz="2400" b="1" dirty="0" smtClean="0">
                <a:latin typeface="Times New Roman" panose="02020603050405020304" pitchFamily="18" charset="0"/>
                <a:ea typeface="华文楷体" panose="02010600040101010101" pitchFamily="2" charset="-122"/>
              </a:rPr>
              <a:t>C++</a:t>
            </a:r>
            <a:r>
              <a:rPr lang="zh-CN" altLang="en-US" sz="2400" b="1" dirty="0" smtClean="0">
                <a:latin typeface="Times New Roman" panose="02020603050405020304" pitchFamily="18" charset="0"/>
                <a:ea typeface="华文楷体" panose="02010600040101010101" pitchFamily="2" charset="-122"/>
              </a:rPr>
              <a:t>语言</a:t>
            </a:r>
            <a:r>
              <a:rPr lang="zh-CN" altLang="en-US" sz="2400" b="1" dirty="0">
                <a:latin typeface="Times New Roman" panose="02020603050405020304" pitchFamily="18" charset="0"/>
                <a:ea typeface="华文楷体" panose="02010600040101010101" pitchFamily="2" charset="-122"/>
              </a:rPr>
              <a:t>中可用到的字符集有：</a:t>
            </a:r>
            <a:endParaRPr lang="zh-CN" altLang="en-US" sz="2400" b="1" dirty="0">
              <a:latin typeface="Times New Roman" panose="02020603050405020304" pitchFamily="18" charset="0"/>
              <a:ea typeface="华文楷体" panose="02010600040101010101" pitchFamily="2" charset="-122"/>
            </a:endParaRPr>
          </a:p>
          <a:p>
            <a:pPr algn="l" eaLnBrk="1" hangingPunct="1">
              <a:lnSpc>
                <a:spcPct val="150000"/>
              </a:lnSpc>
              <a:spcBef>
                <a:spcPts val="0"/>
              </a:spcBef>
              <a:buClr>
                <a:srgbClr val="00B0F0"/>
              </a:buClr>
              <a:buFont typeface="Wingdings" panose="05000000000000000000" pitchFamily="2" charset="2"/>
              <a:buChar char="u"/>
            </a:pPr>
            <a:r>
              <a:rPr lang="zh-CN" altLang="en-US" sz="2400" b="1" dirty="0">
                <a:solidFill>
                  <a:srgbClr val="FFFF00"/>
                </a:solidFill>
                <a:latin typeface="Times New Roman" panose="02020603050405020304" pitchFamily="18" charset="0"/>
                <a:ea typeface="华文楷体" panose="02010600040101010101" pitchFamily="2" charset="-122"/>
              </a:rPr>
              <a:t>数字：</a:t>
            </a:r>
            <a:r>
              <a:rPr lang="zh-CN" altLang="en-US" sz="2400" b="1" dirty="0">
                <a:latin typeface="Times New Roman" panose="02020603050405020304" pitchFamily="18" charset="0"/>
                <a:ea typeface="华文楷体" panose="02010600040101010101" pitchFamily="2" charset="-122"/>
              </a:rPr>
              <a:t>０、１、</a:t>
            </a:r>
            <a:r>
              <a:rPr lang="en-US" altLang="zh-CN" sz="2400" b="1" dirty="0">
                <a:latin typeface="Times New Roman" panose="02020603050405020304" pitchFamily="18" charset="0"/>
                <a:ea typeface="华文楷体" panose="02010600040101010101" pitchFamily="2" charset="-122"/>
              </a:rPr>
              <a:t>…………</a:t>
            </a:r>
            <a:r>
              <a:rPr lang="zh-CN" altLang="en-US" sz="2400" b="1" dirty="0">
                <a:latin typeface="Times New Roman" panose="02020603050405020304" pitchFamily="18" charset="0"/>
                <a:ea typeface="华文楷体" panose="02010600040101010101" pitchFamily="2" charset="-122"/>
              </a:rPr>
              <a:t>、９。</a:t>
            </a:r>
            <a:endParaRPr lang="zh-CN" altLang="en-US" sz="2400" b="1" dirty="0">
              <a:latin typeface="Times New Roman" panose="02020603050405020304" pitchFamily="18" charset="0"/>
              <a:ea typeface="华文楷体" panose="02010600040101010101" pitchFamily="2" charset="-122"/>
            </a:endParaRPr>
          </a:p>
          <a:p>
            <a:pPr algn="l" eaLnBrk="1" hangingPunct="1">
              <a:lnSpc>
                <a:spcPct val="150000"/>
              </a:lnSpc>
              <a:spcBef>
                <a:spcPts val="0"/>
              </a:spcBef>
              <a:buClr>
                <a:srgbClr val="00B0F0"/>
              </a:buClr>
              <a:buFont typeface="Wingdings" panose="05000000000000000000" pitchFamily="2" charset="2"/>
              <a:buChar char="u"/>
            </a:pPr>
            <a:r>
              <a:rPr lang="zh-CN" altLang="en-US" sz="2400" b="1" dirty="0">
                <a:solidFill>
                  <a:srgbClr val="FFFF00"/>
                </a:solidFill>
                <a:latin typeface="Times New Roman" panose="02020603050405020304" pitchFamily="18" charset="0"/>
                <a:ea typeface="华文楷体" panose="02010600040101010101" pitchFamily="2" charset="-122"/>
              </a:rPr>
              <a:t>字母：</a:t>
            </a:r>
            <a:r>
              <a:rPr lang="zh-CN" altLang="en-US" sz="2400" b="1" dirty="0">
                <a:latin typeface="Times New Roman" panose="02020603050405020304" pitchFamily="18" charset="0"/>
                <a:ea typeface="华文楷体" panose="02010600040101010101" pitchFamily="2" charset="-122"/>
              </a:rPr>
              <a:t>注意</a:t>
            </a:r>
            <a:r>
              <a:rPr lang="en-US" altLang="zh-CN" sz="2400" b="1" smtClean="0">
                <a:latin typeface="Times New Roman" panose="02020603050405020304" pitchFamily="18" charset="0"/>
                <a:ea typeface="华文楷体" panose="02010600040101010101" pitchFamily="2" charset="-122"/>
              </a:rPr>
              <a:t>C++</a:t>
            </a:r>
            <a:r>
              <a:rPr lang="zh-CN" altLang="en-US" sz="2400" b="1" smtClean="0">
                <a:latin typeface="Times New Roman" panose="02020603050405020304" pitchFamily="18" charset="0"/>
                <a:ea typeface="华文楷体" panose="02010600040101010101" pitchFamily="2" charset="-122"/>
              </a:rPr>
              <a:t>程序</a:t>
            </a:r>
            <a:r>
              <a:rPr lang="zh-CN" altLang="en-US" sz="2400" b="1" dirty="0">
                <a:latin typeface="Times New Roman" panose="02020603050405020304" pitchFamily="18" charset="0"/>
                <a:ea typeface="华文楷体" panose="02010600040101010101" pitchFamily="2" charset="-122"/>
              </a:rPr>
              <a:t>中严格区分大小写字母，如 </a:t>
            </a:r>
            <a:r>
              <a:rPr lang="en-US" altLang="zh-CN" sz="2400" b="1" dirty="0">
                <a:latin typeface="Times New Roman" panose="02020603050405020304" pitchFamily="18" charset="0"/>
                <a:ea typeface="华文楷体" panose="02010600040101010101" pitchFamily="2" charset="-122"/>
              </a:rPr>
              <a:t>A</a:t>
            </a:r>
            <a:r>
              <a:rPr lang="zh-CN" altLang="en-US" sz="2400" b="1" dirty="0">
                <a:latin typeface="Times New Roman" panose="02020603050405020304" pitchFamily="18" charset="0"/>
                <a:ea typeface="华文楷体" panose="02010600040101010101" pitchFamily="2" charset="-122"/>
              </a:rPr>
              <a:t>和</a:t>
            </a:r>
            <a:r>
              <a:rPr lang="en-US" altLang="zh-CN" sz="2400" b="1" dirty="0">
                <a:latin typeface="Times New Roman" panose="02020603050405020304" pitchFamily="18" charset="0"/>
                <a:ea typeface="华文楷体" panose="02010600040101010101" pitchFamily="2" charset="-122"/>
              </a:rPr>
              <a:t>a</a:t>
            </a:r>
            <a:r>
              <a:rPr lang="zh-CN" altLang="en-US" sz="2400" b="1" dirty="0">
                <a:latin typeface="Times New Roman" panose="02020603050405020304" pitchFamily="18" charset="0"/>
                <a:ea typeface="华文楷体" panose="02010600040101010101" pitchFamily="2" charset="-122"/>
              </a:rPr>
              <a:t>是不同的字符。</a:t>
            </a:r>
            <a:endParaRPr lang="zh-CN" altLang="en-US" sz="2400" b="1" dirty="0">
              <a:latin typeface="Times New Roman" panose="02020603050405020304" pitchFamily="18" charset="0"/>
              <a:ea typeface="华文楷体" panose="02010600040101010101" pitchFamily="2" charset="-122"/>
            </a:endParaRPr>
          </a:p>
          <a:p>
            <a:pPr algn="l" eaLnBrk="1" hangingPunct="1">
              <a:lnSpc>
                <a:spcPct val="150000"/>
              </a:lnSpc>
              <a:spcBef>
                <a:spcPts val="0"/>
              </a:spcBef>
              <a:buClr>
                <a:srgbClr val="00B0F0"/>
              </a:buClr>
              <a:buFont typeface="Wingdings" panose="05000000000000000000" pitchFamily="2" charset="2"/>
              <a:buChar char="u"/>
            </a:pPr>
            <a:r>
              <a:rPr lang="zh-CN" altLang="en-US" sz="2400" b="1" dirty="0">
                <a:solidFill>
                  <a:srgbClr val="FFFF00"/>
                </a:solidFill>
                <a:latin typeface="Times New Roman" panose="02020603050405020304" pitchFamily="18" charset="0"/>
                <a:ea typeface="华文楷体" panose="02010600040101010101" pitchFamily="2" charset="-122"/>
              </a:rPr>
              <a:t>空白符：</a:t>
            </a:r>
            <a:r>
              <a:rPr lang="zh-CN" altLang="en-US" sz="2400" b="1" dirty="0">
                <a:latin typeface="Times New Roman" panose="02020603050405020304" pitchFamily="18" charset="0"/>
                <a:ea typeface="华文楷体" panose="02010600040101010101" pitchFamily="2" charset="-122"/>
              </a:rPr>
              <a:t>空格符、制表符、换行符和换页符统称为空白符。它们主要用于分隔单词，一般无其它特殊意义。 </a:t>
            </a:r>
            <a:endParaRPr lang="zh-CN" altLang="en-US" sz="2400" b="1" dirty="0">
              <a:latin typeface="Times New Roman" panose="02020603050405020304" pitchFamily="18" charset="0"/>
              <a:ea typeface="华文楷体" panose="02010600040101010101" pitchFamily="2" charset="-122"/>
            </a:endParaRPr>
          </a:p>
          <a:p>
            <a:pPr algn="l" eaLnBrk="1" hangingPunct="1">
              <a:lnSpc>
                <a:spcPct val="150000"/>
              </a:lnSpc>
              <a:spcBef>
                <a:spcPts val="0"/>
              </a:spcBef>
              <a:buClr>
                <a:srgbClr val="00B0F0"/>
              </a:buClr>
              <a:buFont typeface="Wingdings" panose="05000000000000000000" pitchFamily="2" charset="2"/>
              <a:buChar char="u"/>
            </a:pPr>
            <a:r>
              <a:rPr lang="zh-CN" altLang="en-US" sz="2400" b="1" dirty="0">
                <a:solidFill>
                  <a:srgbClr val="FFFF00"/>
                </a:solidFill>
                <a:latin typeface="Times New Roman" panose="02020603050405020304" pitchFamily="18" charset="0"/>
                <a:ea typeface="华文楷体" panose="02010600040101010101" pitchFamily="2" charset="-122"/>
              </a:rPr>
              <a:t>图形符号</a:t>
            </a:r>
            <a:r>
              <a:rPr lang="zh-CN" altLang="en-US" sz="2400" b="1" dirty="0" smtClean="0">
                <a:solidFill>
                  <a:srgbClr val="FFFF00"/>
                </a:solidFill>
                <a:latin typeface="Times New Roman" panose="02020603050405020304" pitchFamily="18" charset="0"/>
                <a:ea typeface="华文楷体" panose="02010600040101010101" pitchFamily="2" charset="-122"/>
              </a:rPr>
              <a:t>：</a:t>
            </a:r>
            <a:r>
              <a:rPr lang="zh-CN" altLang="en-US" sz="2400" b="1" dirty="0" smtClean="0">
                <a:latin typeface="Times New Roman" panose="02020603050405020304" pitchFamily="18" charset="0"/>
                <a:ea typeface="华文楷体" panose="02010600040101010101" pitchFamily="2" charset="-122"/>
              </a:rPr>
              <a:t>图形</a:t>
            </a:r>
            <a:r>
              <a:rPr lang="zh-CN" altLang="en-US" sz="2400" b="1" dirty="0">
                <a:latin typeface="Times New Roman" panose="02020603050405020304" pitchFamily="18" charset="0"/>
                <a:ea typeface="华文楷体" panose="02010600040101010101" pitchFamily="2" charset="-122"/>
              </a:rPr>
              <a:t>（可见）符号，即    ！   “   </a:t>
            </a:r>
            <a:r>
              <a:rPr lang="en-US" altLang="zh-CN" sz="2400" b="1" dirty="0">
                <a:latin typeface="Times New Roman" panose="02020603050405020304" pitchFamily="18" charset="0"/>
                <a:ea typeface="华文楷体" panose="02010600040101010101" pitchFamily="2" charset="-122"/>
              </a:rPr>
              <a:t>#   %   &amp;   ‘   (   )  *   +   ,   -   .   /   ;   :   &lt;   =   &gt;   ?  [  \  ]   ^   {   |   }  </a:t>
            </a:r>
            <a:r>
              <a:rPr lang="en-US" altLang="zh-CN" sz="2400" b="1" dirty="0" smtClean="0">
                <a:latin typeface="Times New Roman" panose="02020603050405020304" pitchFamily="18" charset="0"/>
                <a:ea typeface="华文楷体" panose="02010600040101010101" pitchFamily="2" charset="-122"/>
              </a:rPr>
              <a:t>~               </a:t>
            </a:r>
            <a:r>
              <a:rPr lang="zh-CN" altLang="en-US" sz="2400" b="1" dirty="0" smtClean="0">
                <a:latin typeface="Times New Roman" panose="02020603050405020304" pitchFamily="18" charset="0"/>
                <a:ea typeface="华文楷体" panose="02010600040101010101" pitchFamily="2" charset="-122"/>
              </a:rPr>
              <a:t>主要</a:t>
            </a:r>
            <a:r>
              <a:rPr lang="zh-CN" altLang="en-US" sz="2400" b="1" dirty="0">
                <a:latin typeface="Times New Roman" panose="02020603050405020304" pitchFamily="18" charset="0"/>
                <a:ea typeface="华文楷体" panose="02010600040101010101" pitchFamily="2" charset="-122"/>
              </a:rPr>
              <a:t>用作各种运算符</a:t>
            </a:r>
            <a:r>
              <a:rPr lang="zh-CN" altLang="en-US" sz="2400" b="1" dirty="0" smtClean="0">
                <a:latin typeface="Times New Roman" panose="02020603050405020304" pitchFamily="18" charset="0"/>
                <a:ea typeface="华文楷体" panose="02010600040101010101" pitchFamily="2" charset="-122"/>
              </a:rPr>
              <a:t>。</a:t>
            </a:r>
            <a:endParaRPr lang="zh-CN" altLang="en-US" sz="2400" b="1" dirty="0">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5543"/>
                                        </p:tgtEl>
                                        <p:attrNameLst>
                                          <p:attrName>style.visibility</p:attrName>
                                        </p:attrNameLst>
                                      </p:cBhvr>
                                      <p:to>
                                        <p:strVal val="visible"/>
                                      </p:to>
                                    </p:set>
                                    <p:animEffect transition="in" filter="blinds(horizontal)">
                                      <p:cBhvr>
                                        <p:cTn id="7" dur="500"/>
                                        <p:tgtEl>
                                          <p:spTgt spid="655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lgn="ctr" eaLnBrk="1" hangingPunct="1"/>
            <a:r>
              <a:rPr lang="en-US" altLang="zh-CN" b="1" dirty="0">
                <a:latin typeface="Times New Roman" panose="02020603050405020304" pitchFamily="18" charset="0"/>
                <a:ea typeface="隶书" panose="02010509060101010101" pitchFamily="49" charset="-122"/>
              </a:rPr>
              <a:t>2.1.4</a:t>
            </a:r>
            <a:r>
              <a:rPr lang="zh-CN" altLang="en-US" b="1" dirty="0">
                <a:latin typeface="Times New Roman" panose="02020603050405020304" pitchFamily="18" charset="0"/>
                <a:ea typeface="隶书" panose="02010509060101010101" pitchFamily="49" charset="-122"/>
              </a:rPr>
              <a:t>、</a:t>
            </a:r>
            <a:r>
              <a:rPr lang="zh-CN" altLang="en-US" b="1" dirty="0" smtClean="0">
                <a:latin typeface="Times New Roman" panose="02020603050405020304" pitchFamily="18" charset="0"/>
                <a:ea typeface="隶书" panose="02010509060101010101" pitchFamily="49" charset="-122"/>
              </a:rPr>
              <a:t>字符集</a:t>
            </a:r>
            <a:r>
              <a:rPr lang="en-US" altLang="zh-CN" b="1" dirty="0" smtClean="0">
                <a:latin typeface="Times New Roman" panose="02020603050405020304" pitchFamily="18" charset="0"/>
                <a:ea typeface="隶书" panose="02010509060101010101" pitchFamily="49" charset="-122"/>
              </a:rPr>
              <a:t>——</a:t>
            </a:r>
            <a:r>
              <a:rPr lang="zh-CN" altLang="en-US" b="1" dirty="0" smtClean="0">
                <a:latin typeface="Times New Roman" panose="02020603050405020304" pitchFamily="18" charset="0"/>
                <a:ea typeface="隶书" panose="02010509060101010101" pitchFamily="49" charset="-122"/>
              </a:rPr>
              <a:t>词法记号</a:t>
            </a:r>
            <a:endParaRPr lang="zh-CN" altLang="en-US" b="1" dirty="0" smtClean="0">
              <a:latin typeface="Times New Roman" panose="02020603050405020304" pitchFamily="18" charset="0"/>
              <a:ea typeface="隶书" panose="02010509060101010101" pitchFamily="49" charset="-122"/>
            </a:endParaRPr>
          </a:p>
        </p:txBody>
      </p:sp>
      <p:sp>
        <p:nvSpPr>
          <p:cNvPr id="4403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ea typeface="华文楷体" panose="02010600040101010101" pitchFamily="2" charset="-122"/>
            </a:endParaRPr>
          </a:p>
        </p:txBody>
      </p:sp>
      <p:sp>
        <p:nvSpPr>
          <p:cNvPr id="44037"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ea typeface="华文楷体" panose="02010600040101010101" pitchFamily="2" charset="-122"/>
            </a:endParaRPr>
          </a:p>
        </p:txBody>
      </p:sp>
      <p:sp>
        <p:nvSpPr>
          <p:cNvPr id="8" name="Rectangle 4"/>
          <p:cNvSpPr>
            <a:spLocks noChangeArrowheads="1"/>
          </p:cNvSpPr>
          <p:nvPr/>
        </p:nvSpPr>
        <p:spPr bwMode="auto">
          <a:xfrm>
            <a:off x="627855" y="2163812"/>
            <a:ext cx="7888287" cy="1223962"/>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lnSpc>
                <a:spcPct val="200000"/>
              </a:lnSpc>
              <a:buClr>
                <a:srgbClr val="000099"/>
              </a:buClr>
              <a:buFont typeface="Wingdings" panose="05000000000000000000" pitchFamily="2" charset="2"/>
              <a:buNone/>
            </a:pPr>
            <a:r>
              <a:rPr lang="zh-CN" altLang="en-US" sz="2800" b="1" dirty="0" smtClean="0">
                <a:latin typeface="华文楷体" panose="02010600040101010101" pitchFamily="2" charset="-122"/>
                <a:ea typeface="华文楷体" panose="02010600040101010101" pitchFamily="2" charset="-122"/>
              </a:rPr>
              <a:t>词法记号是最小的词法单元，</a:t>
            </a:r>
            <a:r>
              <a:rPr lang="en-US" altLang="zh-CN" sz="2800" b="1" dirty="0" smtClean="0">
                <a:latin typeface="华文楷体" panose="02010600040101010101" pitchFamily="2" charset="-122"/>
                <a:ea typeface="华文楷体" panose="02010600040101010101" pitchFamily="2" charset="-122"/>
              </a:rPr>
              <a:t>C++</a:t>
            </a:r>
            <a:r>
              <a:rPr lang="zh-CN" altLang="en-US" sz="2800" b="1" dirty="0" smtClean="0">
                <a:latin typeface="华文楷体" panose="02010600040101010101" pitchFamily="2" charset="-122"/>
                <a:ea typeface="华文楷体" panose="02010600040101010101" pitchFamily="2" charset="-122"/>
              </a:rPr>
              <a:t>词法记号包括：标识符、关键字、文字、操作符（运算符）、分隔符、空白</a:t>
            </a:r>
            <a:endParaRPr lang="zh-CN" altLang="en-US" sz="2800" b="1" dirty="0">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611560" y="303237"/>
            <a:ext cx="7886700" cy="1325563"/>
          </a:xfrm>
        </p:spPr>
        <p:txBody>
          <a:bodyPr/>
          <a:lstStyle/>
          <a:p>
            <a:pPr algn="ctr" eaLnBrk="1" hangingPunct="1"/>
            <a:r>
              <a:rPr lang="en-US" altLang="zh-CN" b="1" dirty="0">
                <a:latin typeface="Times New Roman" panose="02020603050405020304" pitchFamily="18" charset="0"/>
                <a:ea typeface="隶书" panose="02010509060101010101" pitchFamily="49" charset="-122"/>
              </a:rPr>
              <a:t>2.1.4</a:t>
            </a:r>
            <a:r>
              <a:rPr lang="zh-CN" altLang="en-US" b="1" dirty="0">
                <a:latin typeface="Times New Roman" panose="02020603050405020304" pitchFamily="18" charset="0"/>
                <a:ea typeface="隶书" panose="02010509060101010101" pitchFamily="49" charset="-122"/>
              </a:rPr>
              <a:t>、</a:t>
            </a:r>
            <a:r>
              <a:rPr lang="zh-CN" altLang="en-US" b="1" dirty="0" smtClean="0">
                <a:latin typeface="Times New Roman" panose="02020603050405020304" pitchFamily="18" charset="0"/>
                <a:ea typeface="隶书" panose="02010509060101010101" pitchFamily="49" charset="-122"/>
              </a:rPr>
              <a:t>字符集</a:t>
            </a:r>
            <a:r>
              <a:rPr lang="en-US" altLang="zh-CN" b="1" dirty="0" smtClean="0">
                <a:latin typeface="Times New Roman" panose="02020603050405020304" pitchFamily="18" charset="0"/>
                <a:ea typeface="隶书" panose="02010509060101010101" pitchFamily="49" charset="-122"/>
              </a:rPr>
              <a:t>—— </a:t>
            </a:r>
            <a:r>
              <a:rPr lang="zh-CN" altLang="en-US" b="1" dirty="0" smtClean="0">
                <a:latin typeface="Times New Roman" panose="02020603050405020304" pitchFamily="18" charset="0"/>
                <a:ea typeface="隶书" panose="02010509060101010101" pitchFamily="49" charset="-122"/>
              </a:rPr>
              <a:t>标识符</a:t>
            </a:r>
            <a:endParaRPr lang="zh-CN" altLang="en-US" b="1" dirty="0" smtClean="0">
              <a:latin typeface="Times New Roman" panose="02020603050405020304" pitchFamily="18" charset="0"/>
              <a:ea typeface="隶书" panose="02010509060101010101" pitchFamily="49" charset="-122"/>
            </a:endParaRPr>
          </a:p>
        </p:txBody>
      </p:sp>
      <p:sp>
        <p:nvSpPr>
          <p:cNvPr id="4403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ea typeface="华文楷体" panose="02010600040101010101" pitchFamily="2" charset="-122"/>
            </a:endParaRPr>
          </a:p>
        </p:txBody>
      </p:sp>
      <p:sp>
        <p:nvSpPr>
          <p:cNvPr id="44036" name="Rectangle 4"/>
          <p:cNvSpPr>
            <a:spLocks noChangeArrowheads="1"/>
          </p:cNvSpPr>
          <p:nvPr/>
        </p:nvSpPr>
        <p:spPr bwMode="auto">
          <a:xfrm>
            <a:off x="1042988" y="1700213"/>
            <a:ext cx="7888287" cy="1368425"/>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Clr>
                <a:srgbClr val="000099"/>
              </a:buClr>
              <a:buFont typeface="Wingdings" panose="05000000000000000000" pitchFamily="2" charset="2"/>
              <a:buNone/>
            </a:pPr>
            <a:r>
              <a:rPr lang="zh-CN" altLang="en-US" sz="2800" b="1" dirty="0">
                <a:solidFill>
                  <a:srgbClr val="FFFF00"/>
                </a:solidFill>
                <a:latin typeface="华文楷体" panose="02010600040101010101" pitchFamily="2" charset="-122"/>
                <a:ea typeface="华文楷体" panose="02010600040101010101" pitchFamily="2" charset="-122"/>
              </a:rPr>
              <a:t>标识符：</a:t>
            </a:r>
            <a:r>
              <a:rPr lang="zh-CN" altLang="en-US" sz="2400" b="1" dirty="0">
                <a:latin typeface="华文楷体" panose="02010600040101010101" pitchFamily="2" charset="-122"/>
                <a:ea typeface="华文楷体" panose="02010600040101010101" pitchFamily="2" charset="-122"/>
              </a:rPr>
              <a:t>在</a:t>
            </a:r>
            <a:r>
              <a:rPr lang="en-US" altLang="zh-CN" sz="2400" b="1" dirty="0" smtClean="0">
                <a:latin typeface="华文楷体" panose="02010600040101010101" pitchFamily="2" charset="-122"/>
                <a:ea typeface="华文楷体" panose="02010600040101010101" pitchFamily="2" charset="-122"/>
              </a:rPr>
              <a:t>C++</a:t>
            </a:r>
            <a:r>
              <a:rPr lang="zh-CN" altLang="en-US" sz="2400" b="1" dirty="0" smtClean="0">
                <a:latin typeface="华文楷体" panose="02010600040101010101" pitchFamily="2" charset="-122"/>
                <a:ea typeface="华文楷体" panose="02010600040101010101" pitchFamily="2" charset="-122"/>
              </a:rPr>
              <a:t>语言</a:t>
            </a:r>
            <a:r>
              <a:rPr lang="zh-CN" altLang="en-US" sz="2400" b="1" dirty="0">
                <a:latin typeface="华文楷体" panose="02010600040101010101" pitchFamily="2" charset="-122"/>
                <a:ea typeface="华文楷体" panose="02010600040101010101" pitchFamily="2" charset="-122"/>
              </a:rPr>
              <a:t>中要使用的对象，如符号常量、变量、函数、标号、数组、文件、数据类型和其他各种用户定义的对象，</a:t>
            </a:r>
            <a:r>
              <a:rPr lang="zh-CN" altLang="en-US" sz="2400" b="1" dirty="0">
                <a:solidFill>
                  <a:srgbClr val="FFFF00"/>
                </a:solidFill>
                <a:latin typeface="华文楷体" panose="02010600040101010101" pitchFamily="2" charset="-122"/>
                <a:ea typeface="华文楷体" panose="02010600040101010101" pitchFamily="2" charset="-122"/>
              </a:rPr>
              <a:t>标识符就是这些对象的名字。</a:t>
            </a:r>
            <a:r>
              <a:rPr lang="zh-CN" altLang="en-US" sz="2900" dirty="0">
                <a:solidFill>
                  <a:srgbClr val="FFFF00"/>
                </a:solidFill>
              </a:rPr>
              <a:t> </a:t>
            </a:r>
            <a:endParaRPr lang="zh-CN" altLang="en-US" sz="2400" b="1" dirty="0">
              <a:solidFill>
                <a:srgbClr val="FFFF00"/>
              </a:solidFill>
              <a:latin typeface="华文楷体" panose="02010600040101010101" pitchFamily="2" charset="-122"/>
              <a:ea typeface="华文楷体" panose="02010600040101010101" pitchFamily="2" charset="-122"/>
            </a:endParaRPr>
          </a:p>
        </p:txBody>
      </p:sp>
      <p:sp>
        <p:nvSpPr>
          <p:cNvPr id="44037"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ea typeface="华文楷体" panose="02010600040101010101" pitchFamily="2" charset="-122"/>
            </a:endParaRPr>
          </a:p>
        </p:txBody>
      </p:sp>
      <p:sp>
        <p:nvSpPr>
          <p:cNvPr id="66566" name="Rectangle 6"/>
          <p:cNvSpPr>
            <a:spLocks noChangeArrowheads="1"/>
          </p:cNvSpPr>
          <p:nvPr/>
        </p:nvSpPr>
        <p:spPr bwMode="auto">
          <a:xfrm>
            <a:off x="1042988" y="3501132"/>
            <a:ext cx="7850187" cy="2808188"/>
          </a:xfrm>
          <a:prstGeom prst="rect">
            <a:avLst/>
          </a:prstGeom>
          <a:solidFill>
            <a:schemeClr val="tx1"/>
          </a:solidFill>
          <a:ln w="9525">
            <a:solidFill>
              <a:srgbClr val="008080"/>
            </a:solidFill>
            <a:miter lim="800000"/>
          </a:ln>
        </p:spPr>
        <p:txBody>
          <a:bodyPr/>
          <a:lstStyle>
            <a:lvl1pPr marL="552450" indent="-5524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Font typeface="Wingdings" panose="05000000000000000000" pitchFamily="2" charset="2"/>
              <a:buNone/>
            </a:pPr>
            <a:r>
              <a:rPr lang="zh-CN" altLang="en-US" sz="2800" b="1" dirty="0">
                <a:solidFill>
                  <a:srgbClr val="000000"/>
                </a:solidFill>
                <a:latin typeface="Times New Roman" panose="02020603050405020304" pitchFamily="18" charset="0"/>
                <a:ea typeface="华文楷体" panose="02010600040101010101" pitchFamily="2" charset="-122"/>
              </a:rPr>
              <a:t>标识符的构成规则：</a:t>
            </a:r>
            <a:endParaRPr lang="zh-CN" altLang="en-US" sz="2800" b="1" dirty="0">
              <a:solidFill>
                <a:srgbClr val="000000"/>
              </a:solidFill>
              <a:latin typeface="Times New Roman" panose="02020603050405020304" pitchFamily="18" charset="0"/>
              <a:ea typeface="华文楷体" panose="02010600040101010101" pitchFamily="2" charset="-122"/>
            </a:endParaRPr>
          </a:p>
          <a:p>
            <a:pPr algn="l" eaLnBrk="1" hangingPunct="1">
              <a:spcBef>
                <a:spcPts val="1200"/>
              </a:spcBef>
              <a:spcAft>
                <a:spcPts val="1200"/>
              </a:spcAft>
            </a:pPr>
            <a:r>
              <a:rPr lang="zh-CN" altLang="en-US" sz="2000" b="1" dirty="0">
                <a:solidFill>
                  <a:srgbClr val="FF0000"/>
                </a:solidFill>
                <a:latin typeface="Times New Roman" panose="02020603050405020304" pitchFamily="18" charset="0"/>
                <a:ea typeface="华文楷体" panose="02010600040101010101" pitchFamily="2" charset="-122"/>
              </a:rPr>
              <a:t>标识符由三类字符构成：</a:t>
            </a:r>
            <a:r>
              <a:rPr lang="zh-CN" altLang="en-US" sz="2000" b="1" dirty="0">
                <a:solidFill>
                  <a:srgbClr val="000000"/>
                </a:solidFill>
                <a:latin typeface="Times New Roman" panose="02020603050405020304" pitchFamily="18" charset="0"/>
                <a:ea typeface="华文楷体" panose="02010600040101010101" pitchFamily="2" charset="-122"/>
              </a:rPr>
              <a:t>英文大小写字母；数字</a:t>
            </a:r>
            <a:r>
              <a:rPr lang="en-US" altLang="zh-CN" sz="2000" b="1" dirty="0">
                <a:solidFill>
                  <a:srgbClr val="000000"/>
                </a:solidFill>
                <a:latin typeface="Times New Roman" panose="02020603050405020304" pitchFamily="18" charset="0"/>
                <a:ea typeface="华文楷体" panose="02010600040101010101" pitchFamily="2" charset="-122"/>
              </a:rPr>
              <a:t>0……9</a:t>
            </a:r>
            <a:r>
              <a:rPr lang="zh-CN" altLang="en-US" sz="2000" b="1" dirty="0">
                <a:solidFill>
                  <a:srgbClr val="000000"/>
                </a:solidFill>
                <a:latin typeface="Times New Roman" panose="02020603050405020304" pitchFamily="18" charset="0"/>
                <a:ea typeface="华文楷体" panose="02010600040101010101" pitchFamily="2" charset="-122"/>
              </a:rPr>
              <a:t>；下划线。</a:t>
            </a:r>
            <a:endParaRPr lang="zh-CN" altLang="en-US" sz="2000" b="1" dirty="0">
              <a:solidFill>
                <a:srgbClr val="000000"/>
              </a:solidFill>
              <a:latin typeface="Times New Roman" panose="02020603050405020304" pitchFamily="18" charset="0"/>
              <a:ea typeface="华文楷体" panose="02010600040101010101" pitchFamily="2" charset="-122"/>
            </a:endParaRPr>
          </a:p>
          <a:p>
            <a:pPr algn="l" eaLnBrk="1" hangingPunct="1">
              <a:spcBef>
                <a:spcPts val="1200"/>
              </a:spcBef>
              <a:spcAft>
                <a:spcPts val="1200"/>
              </a:spcAft>
            </a:pPr>
            <a:r>
              <a:rPr lang="zh-CN" altLang="en-US" sz="2000" b="1" dirty="0">
                <a:solidFill>
                  <a:srgbClr val="FF0000"/>
                </a:solidFill>
                <a:latin typeface="Times New Roman" panose="02020603050405020304" pitchFamily="18" charset="0"/>
                <a:ea typeface="华文楷体" panose="02010600040101010101" pitchFamily="2" charset="-122"/>
              </a:rPr>
              <a:t>必须由字母或下划线开头</a:t>
            </a:r>
            <a:r>
              <a:rPr lang="zh-CN" altLang="en-US" sz="2000" b="1" dirty="0">
                <a:solidFill>
                  <a:srgbClr val="000000"/>
                </a:solidFill>
                <a:latin typeface="Times New Roman" panose="02020603050405020304" pitchFamily="18" charset="0"/>
                <a:ea typeface="华文楷体" panose="02010600040101010101" pitchFamily="2" charset="-122"/>
              </a:rPr>
              <a:t>；后面可以跟随字母、数字或下划线。</a:t>
            </a:r>
            <a:endParaRPr lang="zh-CN" altLang="en-US" sz="2000" b="1" dirty="0">
              <a:solidFill>
                <a:srgbClr val="000000"/>
              </a:solidFill>
              <a:latin typeface="Times New Roman" panose="02020603050405020304" pitchFamily="18" charset="0"/>
              <a:ea typeface="华文楷体" panose="02010600040101010101" pitchFamily="2" charset="-122"/>
            </a:endParaRPr>
          </a:p>
          <a:p>
            <a:pPr algn="l" eaLnBrk="1" hangingPunct="1">
              <a:spcBef>
                <a:spcPts val="1200"/>
              </a:spcBef>
              <a:spcAft>
                <a:spcPts val="1200"/>
              </a:spcAft>
            </a:pPr>
            <a:r>
              <a:rPr lang="en-US" altLang="zh-CN" sz="2000" b="1" dirty="0" smtClean="0">
                <a:solidFill>
                  <a:srgbClr val="000000"/>
                </a:solidFill>
                <a:latin typeface="Times New Roman" panose="02020603050405020304" pitchFamily="18" charset="0"/>
                <a:ea typeface="华文楷体" panose="02010600040101010101" pitchFamily="2" charset="-122"/>
              </a:rPr>
              <a:t>C++</a:t>
            </a:r>
            <a:r>
              <a:rPr lang="zh-CN" altLang="en-US" sz="2000" b="1" dirty="0" smtClean="0">
                <a:solidFill>
                  <a:srgbClr val="000000"/>
                </a:solidFill>
                <a:latin typeface="Times New Roman" panose="02020603050405020304" pitchFamily="18" charset="0"/>
                <a:ea typeface="华文楷体" panose="02010600040101010101" pitchFamily="2" charset="-122"/>
              </a:rPr>
              <a:t>语言</a:t>
            </a:r>
            <a:r>
              <a:rPr lang="zh-CN" altLang="en-US" sz="2000" b="1" dirty="0">
                <a:solidFill>
                  <a:srgbClr val="FF0000"/>
                </a:solidFill>
                <a:latin typeface="Times New Roman" panose="02020603050405020304" pitchFamily="18" charset="0"/>
                <a:ea typeface="华文楷体" panose="02010600040101010101" pitchFamily="2" charset="-122"/>
              </a:rPr>
              <a:t>区分大小写</a:t>
            </a:r>
            <a:r>
              <a:rPr lang="zh-CN" altLang="en-US" sz="2000" b="1" dirty="0">
                <a:solidFill>
                  <a:srgbClr val="000000"/>
                </a:solidFill>
                <a:latin typeface="Times New Roman" panose="02020603050405020304" pitchFamily="18" charset="0"/>
                <a:ea typeface="华文楷体" panose="02010600040101010101" pitchFamily="2" charset="-122"/>
              </a:rPr>
              <a:t>，即大小写字母有不同的含义，例如：</a:t>
            </a:r>
            <a:r>
              <a:rPr lang="en-US" altLang="zh-CN" sz="2000" b="1" dirty="0" err="1">
                <a:solidFill>
                  <a:srgbClr val="000000"/>
                </a:solidFill>
                <a:latin typeface="Times New Roman" panose="02020603050405020304" pitchFamily="18" charset="0"/>
                <a:ea typeface="华文楷体" panose="02010600040101010101" pitchFamily="2" charset="-122"/>
              </a:rPr>
              <a:t>num</a:t>
            </a:r>
            <a:r>
              <a:rPr lang="zh-CN" altLang="en-US"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Num</a:t>
            </a:r>
            <a:r>
              <a:rPr lang="zh-CN" altLang="en-US" sz="2000" b="1" dirty="0">
                <a:solidFill>
                  <a:srgbClr val="000000"/>
                </a:solidFill>
                <a:latin typeface="Times New Roman" panose="02020603050405020304" pitchFamily="18" charset="0"/>
                <a:ea typeface="华文楷体" panose="02010600040101010101" pitchFamily="2" charset="-122"/>
              </a:rPr>
              <a:t>，</a:t>
            </a:r>
            <a:r>
              <a:rPr lang="en-US" altLang="zh-CN" sz="2000" b="1" dirty="0">
                <a:solidFill>
                  <a:srgbClr val="000000"/>
                </a:solidFill>
                <a:latin typeface="Times New Roman" panose="02020603050405020304" pitchFamily="18" charset="0"/>
                <a:ea typeface="华文楷体" panose="02010600040101010101" pitchFamily="2" charset="-122"/>
              </a:rPr>
              <a:t>NUM</a:t>
            </a:r>
            <a:r>
              <a:rPr lang="zh-CN" altLang="en-US" sz="2000" b="1" dirty="0">
                <a:solidFill>
                  <a:srgbClr val="000000"/>
                </a:solidFill>
                <a:latin typeface="Times New Roman" panose="02020603050405020304" pitchFamily="18" charset="0"/>
                <a:ea typeface="华文楷体" panose="02010600040101010101" pitchFamily="2" charset="-122"/>
              </a:rPr>
              <a:t>为</a:t>
            </a:r>
            <a:r>
              <a:rPr lang="en-US" altLang="zh-CN" sz="2000" b="1" dirty="0">
                <a:solidFill>
                  <a:srgbClr val="000000"/>
                </a:solidFill>
                <a:latin typeface="Times New Roman" panose="02020603050405020304" pitchFamily="18" charset="0"/>
                <a:ea typeface="华文楷体" panose="02010600040101010101" pitchFamily="2" charset="-122"/>
              </a:rPr>
              <a:t>3</a:t>
            </a:r>
            <a:r>
              <a:rPr lang="zh-CN" altLang="en-US" sz="2000" b="1" dirty="0">
                <a:solidFill>
                  <a:srgbClr val="000000"/>
                </a:solidFill>
                <a:latin typeface="Times New Roman" panose="02020603050405020304" pitchFamily="18" charset="0"/>
                <a:ea typeface="华文楷体" panose="02010600040101010101" pitchFamily="2" charset="-122"/>
              </a:rPr>
              <a:t>个不同的标识符</a:t>
            </a:r>
            <a:r>
              <a:rPr lang="zh-CN" altLang="en-US" sz="2000" b="1" dirty="0" smtClean="0">
                <a:solidFill>
                  <a:srgbClr val="000000"/>
                </a:solidFill>
                <a:latin typeface="Times New Roman" panose="02020603050405020304" pitchFamily="18" charset="0"/>
                <a:ea typeface="华文楷体" panose="02010600040101010101" pitchFamily="2" charset="-122"/>
              </a:rPr>
              <a:t>。</a:t>
            </a:r>
            <a:endParaRPr lang="zh-CN" altLang="en-US"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6566"/>
                                        </p:tgtEl>
                                        <p:attrNameLst>
                                          <p:attrName>style.visibility</p:attrName>
                                        </p:attrNameLst>
                                      </p:cBhvr>
                                      <p:to>
                                        <p:strVal val="visible"/>
                                      </p:to>
                                    </p:set>
                                    <p:animEffect transition="in" filter="blinds(horizontal)">
                                      <p:cBhvr>
                                        <p:cTn id="7" dur="500"/>
                                        <p:tgtEl>
                                          <p:spTgt spid="665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algn="ctr" eaLnBrk="1" hangingPunct="1"/>
            <a:r>
              <a:rPr lang="en-US" altLang="zh-CN" b="1" dirty="0">
                <a:latin typeface="Times New Roman" panose="02020603050405020304" pitchFamily="18" charset="0"/>
                <a:ea typeface="隶书" panose="02010509060101010101" pitchFamily="49" charset="-122"/>
              </a:rPr>
              <a:t>2.1.4</a:t>
            </a:r>
            <a:r>
              <a:rPr lang="zh-CN" altLang="en-US" b="1" dirty="0">
                <a:latin typeface="Times New Roman" panose="02020603050405020304" pitchFamily="18" charset="0"/>
                <a:ea typeface="隶书" panose="02010509060101010101" pitchFamily="49" charset="-122"/>
              </a:rPr>
              <a:t>、字符集</a:t>
            </a:r>
            <a:r>
              <a:rPr lang="en-US" altLang="zh-CN" b="1" dirty="0" smtClean="0">
                <a:latin typeface="Times New Roman" panose="02020603050405020304" pitchFamily="18" charset="0"/>
                <a:ea typeface="隶书" panose="02010509060101010101" pitchFamily="49" charset="-122"/>
              </a:rPr>
              <a:t>—— </a:t>
            </a:r>
            <a:r>
              <a:rPr lang="zh-CN" altLang="en-US" b="1" dirty="0">
                <a:latin typeface="Times New Roman" panose="02020603050405020304" pitchFamily="18" charset="0"/>
                <a:ea typeface="隶书" panose="02010509060101010101" pitchFamily="49" charset="-122"/>
              </a:rPr>
              <a:t>标识符</a:t>
            </a:r>
            <a:endParaRPr lang="zh-CN" altLang="en-US" b="1" dirty="0" smtClean="0">
              <a:latin typeface="Times New Roman" panose="02020603050405020304" pitchFamily="18" charset="0"/>
              <a:ea typeface="隶书" panose="02010509060101010101" pitchFamily="49" charset="-122"/>
            </a:endParaRPr>
          </a:p>
        </p:txBody>
      </p:sp>
      <p:sp>
        <p:nvSpPr>
          <p:cNvPr id="45059"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ea typeface="华文楷体" panose="02010600040101010101" pitchFamily="2" charset="-122"/>
            </a:endParaRPr>
          </a:p>
        </p:txBody>
      </p:sp>
      <p:sp>
        <p:nvSpPr>
          <p:cNvPr id="45060" name="Rectangle 4"/>
          <p:cNvSpPr>
            <a:spLocks noChangeArrowheads="1"/>
          </p:cNvSpPr>
          <p:nvPr/>
        </p:nvSpPr>
        <p:spPr bwMode="auto">
          <a:xfrm>
            <a:off x="1042988" y="1412776"/>
            <a:ext cx="7888287" cy="2736304"/>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Font typeface="Wingdings" panose="05000000000000000000" pitchFamily="2" charset="2"/>
              <a:buNone/>
            </a:pPr>
            <a:r>
              <a:rPr lang="zh-CN" altLang="en-US" sz="2400" b="1">
                <a:latin typeface="Times New Roman" panose="02020603050405020304" pitchFamily="18" charset="0"/>
                <a:ea typeface="华文楷体" panose="02010600040101010101" pitchFamily="2" charset="-122"/>
              </a:rPr>
              <a:t>例如：以下均是合法的标识符：</a:t>
            </a:r>
            <a:endParaRPr lang="zh-CN" altLang="en-US" sz="2400" b="1">
              <a:latin typeface="Times New Roman" panose="02020603050405020304" pitchFamily="18" charset="0"/>
              <a:ea typeface="华文楷体" panose="02010600040101010101" pitchFamily="2" charset="-122"/>
            </a:endParaRPr>
          </a:p>
          <a:p>
            <a:pPr lvl="1" algn="l" eaLnBrk="1" hangingPunct="1">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sum</a:t>
            </a:r>
            <a:r>
              <a:rPr lang="zh-CN" altLang="en-US" sz="2400" b="1">
                <a:latin typeface="Times New Roman" panose="02020603050405020304" pitchFamily="18" charset="0"/>
                <a:ea typeface="华文楷体" panose="02010600040101010101" pitchFamily="2" charset="-122"/>
              </a:rPr>
              <a:t>，</a:t>
            </a:r>
            <a:r>
              <a:rPr lang="en-US" altLang="zh-CN" sz="2400" b="1">
                <a:latin typeface="Times New Roman" panose="02020603050405020304" pitchFamily="18" charset="0"/>
                <a:ea typeface="华文楷体" panose="02010600040101010101" pitchFamily="2" charset="-122"/>
              </a:rPr>
              <a:t>a2</a:t>
            </a:r>
            <a:r>
              <a:rPr lang="zh-CN" altLang="en-US" sz="2400" b="1">
                <a:latin typeface="Times New Roman" panose="02020603050405020304" pitchFamily="18" charset="0"/>
                <a:ea typeface="华文楷体" panose="02010600040101010101" pitchFamily="2" charset="-122"/>
              </a:rPr>
              <a:t>，</a:t>
            </a:r>
            <a:r>
              <a:rPr lang="en-US" altLang="zh-CN" sz="2400" b="1">
                <a:latin typeface="Times New Roman" panose="02020603050405020304" pitchFamily="18" charset="0"/>
                <a:ea typeface="华文楷体" panose="02010600040101010101" pitchFamily="2" charset="-122"/>
              </a:rPr>
              <a:t>j5k3</a:t>
            </a:r>
            <a:r>
              <a:rPr lang="zh-CN" altLang="en-US" sz="2400" b="1">
                <a:latin typeface="Times New Roman" panose="02020603050405020304" pitchFamily="18" charset="0"/>
                <a:ea typeface="华文楷体" panose="02010600040101010101" pitchFamily="2" charset="-122"/>
              </a:rPr>
              <a:t>，</a:t>
            </a:r>
            <a:r>
              <a:rPr lang="en-US" altLang="zh-CN" sz="2400" b="1">
                <a:latin typeface="Times New Roman" panose="02020603050405020304" pitchFamily="18" charset="0"/>
                <a:ea typeface="华文楷体" panose="02010600040101010101" pitchFamily="2" charset="-122"/>
              </a:rPr>
              <a:t>suml_ave</a:t>
            </a:r>
            <a:r>
              <a:rPr lang="zh-CN" altLang="en-US" sz="2400" b="1">
                <a:latin typeface="Times New Roman" panose="02020603050405020304" pitchFamily="18" charset="0"/>
                <a:ea typeface="华文楷体" panose="02010600040101010101" pitchFamily="2" charset="-122"/>
              </a:rPr>
              <a:t>，</a:t>
            </a:r>
            <a:r>
              <a:rPr lang="en-US" altLang="zh-CN" sz="2400" b="1">
                <a:latin typeface="Times New Roman" panose="02020603050405020304" pitchFamily="18" charset="0"/>
                <a:ea typeface="华文楷体" panose="02010600040101010101" pitchFamily="2" charset="-122"/>
              </a:rPr>
              <a:t>_123</a:t>
            </a:r>
            <a:endParaRPr lang="en-US" altLang="zh-CN" sz="2400" b="1">
              <a:latin typeface="Times New Roman" panose="02020603050405020304" pitchFamily="18" charset="0"/>
              <a:ea typeface="华文楷体" panose="02010600040101010101" pitchFamily="2" charset="-122"/>
            </a:endParaRPr>
          </a:p>
          <a:p>
            <a:pPr lvl="1" algn="l" eaLnBrk="1" hangingPunct="1">
              <a:buFont typeface="Wingdings" panose="05000000000000000000" pitchFamily="2" charset="2"/>
              <a:buNone/>
            </a:pPr>
            <a:r>
              <a:rPr lang="zh-CN" altLang="en-US" sz="2400" b="1">
                <a:latin typeface="Times New Roman" panose="02020603050405020304" pitchFamily="18" charset="0"/>
                <a:ea typeface="华文楷体" panose="02010600040101010101" pitchFamily="2" charset="-122"/>
              </a:rPr>
              <a:t>以下均是不合法的标识符：</a:t>
            </a:r>
            <a:endParaRPr lang="zh-CN" altLang="en-US" sz="2400" b="1">
              <a:latin typeface="Times New Roman" panose="02020603050405020304" pitchFamily="18" charset="0"/>
              <a:ea typeface="华文楷体" panose="02010600040101010101" pitchFamily="2" charset="-122"/>
            </a:endParaRPr>
          </a:p>
          <a:p>
            <a:pPr lvl="1" algn="l" eaLnBrk="1" hangingPunct="1">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8i                           /*</a:t>
            </a:r>
            <a:r>
              <a:rPr lang="zh-CN" altLang="en-US" sz="2400" b="1">
                <a:latin typeface="Times New Roman" panose="02020603050405020304" pitchFamily="18" charset="0"/>
                <a:ea typeface="华文楷体" panose="02010600040101010101" pitchFamily="2" charset="-122"/>
              </a:rPr>
              <a:t>错在以数字开头*</a:t>
            </a:r>
            <a:r>
              <a:rPr lang="en-US" altLang="zh-CN" sz="2400" b="1">
                <a:latin typeface="Times New Roman" panose="02020603050405020304" pitchFamily="18" charset="0"/>
                <a:ea typeface="华文楷体" panose="02010600040101010101" pitchFamily="2" charset="-122"/>
              </a:rPr>
              <a:t>/</a:t>
            </a:r>
            <a:endParaRPr lang="en-US" altLang="zh-CN" sz="2400" b="1">
              <a:latin typeface="Times New Roman" panose="02020603050405020304" pitchFamily="18" charset="0"/>
              <a:ea typeface="华文楷体" panose="02010600040101010101" pitchFamily="2" charset="-122"/>
            </a:endParaRPr>
          </a:p>
          <a:p>
            <a:pPr lvl="1" algn="l" eaLnBrk="1" hangingPunct="1">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w.5                        /*</a:t>
            </a:r>
            <a:r>
              <a:rPr lang="zh-CN" altLang="en-US" sz="2400" b="1">
                <a:latin typeface="Times New Roman" panose="02020603050405020304" pitchFamily="18" charset="0"/>
                <a:ea typeface="华文楷体" panose="02010600040101010101" pitchFamily="2" charset="-122"/>
              </a:rPr>
              <a:t>错在出现小数点“</a:t>
            </a:r>
            <a:r>
              <a:rPr lang="en-US" altLang="zh-CN" sz="2400" b="1">
                <a:latin typeface="Times New Roman" panose="02020603050405020304" pitchFamily="18" charset="0"/>
                <a:ea typeface="华文楷体" panose="02010600040101010101" pitchFamily="2" charset="-122"/>
              </a:rPr>
              <a:t>.”*/</a:t>
            </a:r>
            <a:endParaRPr lang="en-US" altLang="zh-CN" sz="2400" b="1">
              <a:latin typeface="Times New Roman" panose="02020603050405020304" pitchFamily="18" charset="0"/>
              <a:ea typeface="华文楷体" panose="02010600040101010101" pitchFamily="2" charset="-122"/>
            </a:endParaRPr>
          </a:p>
          <a:p>
            <a:pPr lvl="1" algn="l" eaLnBrk="1" hangingPunct="1">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good bye              /*</a:t>
            </a:r>
            <a:r>
              <a:rPr lang="zh-CN" altLang="en-US" sz="2400" b="1">
                <a:latin typeface="Times New Roman" panose="02020603050405020304" pitchFamily="18" charset="0"/>
                <a:ea typeface="华文楷体" panose="02010600040101010101" pitchFamily="2" charset="-122"/>
              </a:rPr>
              <a:t>错在中间有空格*</a:t>
            </a:r>
            <a:r>
              <a:rPr lang="en-US" altLang="zh-CN" sz="2400" b="1">
                <a:latin typeface="Times New Roman" panose="02020603050405020304" pitchFamily="18" charset="0"/>
                <a:ea typeface="华文楷体" panose="02010600040101010101" pitchFamily="2" charset="-122"/>
              </a:rPr>
              <a:t>/</a:t>
            </a:r>
            <a:endParaRPr lang="en-US" altLang="zh-CN" sz="2400" b="1">
              <a:latin typeface="Times New Roman" panose="02020603050405020304" pitchFamily="18" charset="0"/>
              <a:ea typeface="华文楷体" panose="02010600040101010101" pitchFamily="2" charset="-122"/>
            </a:endParaRPr>
          </a:p>
        </p:txBody>
      </p:sp>
      <p:sp>
        <p:nvSpPr>
          <p:cNvPr id="45061"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ea typeface="华文楷体" panose="02010600040101010101" pitchFamily="2" charset="-122"/>
            </a:endParaRPr>
          </a:p>
        </p:txBody>
      </p:sp>
      <p:sp>
        <p:nvSpPr>
          <p:cNvPr id="67590" name="Rectangle 6"/>
          <p:cNvSpPr>
            <a:spLocks noChangeArrowheads="1"/>
          </p:cNvSpPr>
          <p:nvPr/>
        </p:nvSpPr>
        <p:spPr bwMode="auto">
          <a:xfrm>
            <a:off x="1042987" y="4293096"/>
            <a:ext cx="7850187" cy="2520280"/>
          </a:xfrm>
          <a:prstGeom prst="rect">
            <a:avLst/>
          </a:prstGeom>
          <a:solidFill>
            <a:schemeClr val="tx1"/>
          </a:solidFill>
          <a:ln w="9525">
            <a:solidFill>
              <a:srgbClr val="008080"/>
            </a:solidFill>
            <a:miter lim="800000"/>
          </a:ln>
        </p:spPr>
        <p:txBody>
          <a:bodyPr/>
          <a:lstStyle>
            <a:lvl1pPr marL="552450" indent="-5524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Font typeface="Wingdings" panose="05000000000000000000" pitchFamily="2" charset="2"/>
              <a:buNone/>
            </a:pPr>
            <a:r>
              <a:rPr lang="zh-CN" altLang="en-US" sz="2400" b="1" dirty="0">
                <a:solidFill>
                  <a:srgbClr val="000000"/>
                </a:solidFill>
                <a:latin typeface="Times New Roman" panose="02020603050405020304" pitchFamily="18" charset="0"/>
                <a:ea typeface="华文楷体" panose="02010600040101010101" pitchFamily="2" charset="-122"/>
              </a:rPr>
              <a:t>使用标识符的注意事项：</a:t>
            </a:r>
            <a:endParaRPr lang="zh-CN" altLang="en-US" sz="2400" b="1" dirty="0">
              <a:solidFill>
                <a:srgbClr val="000000"/>
              </a:solidFill>
              <a:latin typeface="Times New Roman" panose="02020603050405020304" pitchFamily="18" charset="0"/>
              <a:ea typeface="华文楷体" panose="02010600040101010101" pitchFamily="2" charset="-122"/>
            </a:endParaRPr>
          </a:p>
          <a:p>
            <a:pPr algn="l" eaLnBrk="1" hangingPunct="1"/>
            <a:r>
              <a:rPr lang="zh-CN" altLang="en-US" sz="2400" b="1" dirty="0">
                <a:solidFill>
                  <a:srgbClr val="FF0000"/>
                </a:solidFill>
                <a:latin typeface="Times New Roman" panose="02020603050405020304" pitchFamily="18" charset="0"/>
                <a:ea typeface="华文楷体" panose="02010600040101010101" pitchFamily="2" charset="-122"/>
              </a:rPr>
              <a:t>标识符不能与关键字同名</a:t>
            </a:r>
            <a:r>
              <a:rPr lang="zh-CN" altLang="en-US" sz="2400" b="1" dirty="0">
                <a:solidFill>
                  <a:srgbClr val="000000"/>
                </a:solidFill>
                <a:latin typeface="Times New Roman" panose="02020603050405020304" pitchFamily="18" charset="0"/>
                <a:ea typeface="华文楷体" panose="02010600040101010101" pitchFamily="2" charset="-122"/>
              </a:rPr>
              <a:t>，不能与库函数或自定义函数同名。</a:t>
            </a:r>
            <a:endParaRPr lang="zh-CN" altLang="en-US" sz="2400" b="1" dirty="0">
              <a:solidFill>
                <a:srgbClr val="000000"/>
              </a:solidFill>
              <a:latin typeface="Times New Roman" panose="02020603050405020304" pitchFamily="18" charset="0"/>
              <a:ea typeface="华文楷体" panose="02010600040101010101" pitchFamily="2" charset="-122"/>
            </a:endParaRPr>
          </a:p>
          <a:p>
            <a:pPr algn="l" eaLnBrk="1" hangingPunct="1"/>
            <a:r>
              <a:rPr lang="zh-CN" altLang="en-US" sz="2400" b="1" dirty="0" smtClean="0">
                <a:solidFill>
                  <a:srgbClr val="000000"/>
                </a:solidFill>
                <a:latin typeface="Times New Roman" panose="02020603050405020304" pitchFamily="18" charset="0"/>
                <a:ea typeface="华文楷体" panose="02010600040101010101" pitchFamily="2" charset="-122"/>
              </a:rPr>
              <a:t>在</a:t>
            </a:r>
            <a:r>
              <a:rPr lang="zh-CN" altLang="en-US" sz="2400" b="1" dirty="0">
                <a:solidFill>
                  <a:srgbClr val="000000"/>
                </a:solidFill>
                <a:latin typeface="Times New Roman" panose="02020603050405020304" pitchFamily="18" charset="0"/>
                <a:ea typeface="华文楷体" panose="02010600040101010101" pitchFamily="2" charset="-122"/>
              </a:rPr>
              <a:t>选择标识符时，</a:t>
            </a:r>
            <a:r>
              <a:rPr lang="zh-CN" altLang="en-US" sz="2400" b="1" dirty="0">
                <a:solidFill>
                  <a:srgbClr val="FF0000"/>
                </a:solidFill>
                <a:latin typeface="Times New Roman" panose="02020603050405020304" pitchFamily="18" charset="0"/>
                <a:ea typeface="华文楷体" panose="02010600040101010101" pitchFamily="2" charset="-122"/>
              </a:rPr>
              <a:t>尽量避免使用容易混淆的字符</a:t>
            </a:r>
            <a:r>
              <a:rPr lang="zh-CN" altLang="en-US" sz="2400" b="1" dirty="0">
                <a:solidFill>
                  <a:srgbClr val="000000"/>
                </a:solidFill>
                <a:latin typeface="Times New Roman" panose="02020603050405020304" pitchFamily="18" charset="0"/>
                <a:ea typeface="华文楷体" panose="02010600040101010101" pitchFamily="2" charset="-122"/>
              </a:rPr>
              <a:t>。比如：字母</a:t>
            </a:r>
            <a:r>
              <a:rPr lang="en-US" altLang="zh-CN" sz="2400" b="1" dirty="0">
                <a:solidFill>
                  <a:srgbClr val="000000"/>
                </a:solidFill>
                <a:latin typeface="Times New Roman" panose="02020603050405020304" pitchFamily="18" charset="0"/>
                <a:ea typeface="华文楷体" panose="02010600040101010101" pitchFamily="2" charset="-122"/>
              </a:rPr>
              <a:t>l</a:t>
            </a:r>
            <a:r>
              <a:rPr lang="zh-CN" altLang="en-US" sz="2400" b="1" dirty="0">
                <a:solidFill>
                  <a:srgbClr val="000000"/>
                </a:solidFill>
                <a:latin typeface="Times New Roman" panose="02020603050405020304" pitchFamily="18" charset="0"/>
                <a:ea typeface="华文楷体" panose="02010600040101010101" pitchFamily="2" charset="-122"/>
              </a:rPr>
              <a:t>和数字</a:t>
            </a:r>
            <a:r>
              <a:rPr lang="en-US" altLang="zh-CN" sz="2400" b="1" dirty="0">
                <a:solidFill>
                  <a:srgbClr val="000000"/>
                </a:solidFill>
                <a:latin typeface="Times New Roman" panose="02020603050405020304" pitchFamily="18" charset="0"/>
                <a:ea typeface="华文楷体" panose="02010600040101010101" pitchFamily="2" charset="-122"/>
              </a:rPr>
              <a:t>1</a:t>
            </a:r>
            <a:r>
              <a:rPr lang="zh-CN" altLang="en-US" sz="2400" b="1" dirty="0">
                <a:solidFill>
                  <a:srgbClr val="000000"/>
                </a:solidFill>
                <a:latin typeface="Times New Roman" panose="02020603050405020304" pitchFamily="18" charset="0"/>
                <a:ea typeface="华文楷体" panose="02010600040101010101" pitchFamily="2" charset="-122"/>
              </a:rPr>
              <a:t>、字母</a:t>
            </a:r>
            <a:r>
              <a:rPr lang="en-US" altLang="zh-CN" sz="2400" b="1" dirty="0">
                <a:solidFill>
                  <a:srgbClr val="000000"/>
                </a:solidFill>
                <a:latin typeface="Times New Roman" panose="02020603050405020304" pitchFamily="18" charset="0"/>
                <a:ea typeface="华文楷体" panose="02010600040101010101" pitchFamily="2" charset="-122"/>
              </a:rPr>
              <a:t>o</a:t>
            </a:r>
            <a:r>
              <a:rPr lang="zh-CN" altLang="en-US" sz="2400" b="1" dirty="0">
                <a:solidFill>
                  <a:srgbClr val="000000"/>
                </a:solidFill>
                <a:latin typeface="Times New Roman" panose="02020603050405020304" pitchFamily="18" charset="0"/>
                <a:ea typeface="华文楷体" panose="02010600040101010101" pitchFamily="2" charset="-122"/>
              </a:rPr>
              <a:t>和数字</a:t>
            </a:r>
            <a:r>
              <a:rPr lang="en-US" altLang="zh-CN" sz="2400" b="1" dirty="0">
                <a:solidFill>
                  <a:srgbClr val="000000"/>
                </a:solidFill>
                <a:latin typeface="Times New Roman" panose="02020603050405020304" pitchFamily="18" charset="0"/>
                <a:ea typeface="华文楷体" panose="02010600040101010101" pitchFamily="2" charset="-122"/>
              </a:rPr>
              <a:t>0</a:t>
            </a:r>
            <a:r>
              <a:rPr lang="zh-CN" altLang="en-US" sz="2400" b="1" dirty="0">
                <a:solidFill>
                  <a:srgbClr val="000000"/>
                </a:solidFill>
                <a:latin typeface="Times New Roman" panose="02020603050405020304" pitchFamily="18" charset="0"/>
                <a:ea typeface="华文楷体" panose="02010600040101010101" pitchFamily="2" charset="-122"/>
              </a:rPr>
              <a:t>、字母</a:t>
            </a:r>
            <a:r>
              <a:rPr lang="en-US" altLang="zh-CN" sz="2400" b="1" dirty="0">
                <a:solidFill>
                  <a:srgbClr val="000000"/>
                </a:solidFill>
                <a:latin typeface="Times New Roman" panose="02020603050405020304" pitchFamily="18" charset="0"/>
                <a:ea typeface="华文楷体" panose="02010600040101010101" pitchFamily="2" charset="-122"/>
              </a:rPr>
              <a:t>z</a:t>
            </a:r>
            <a:r>
              <a:rPr lang="zh-CN" altLang="en-US" sz="2400" b="1" dirty="0">
                <a:solidFill>
                  <a:srgbClr val="000000"/>
                </a:solidFill>
                <a:latin typeface="Times New Roman" panose="02020603050405020304" pitchFamily="18" charset="0"/>
                <a:ea typeface="华文楷体" panose="02010600040101010101" pitchFamily="2" charset="-122"/>
              </a:rPr>
              <a:t>和数字</a:t>
            </a:r>
            <a:r>
              <a:rPr lang="en-US" altLang="zh-CN" sz="2400" b="1" dirty="0">
                <a:solidFill>
                  <a:srgbClr val="000000"/>
                </a:solidFill>
                <a:latin typeface="Times New Roman" panose="02020603050405020304" pitchFamily="18" charset="0"/>
                <a:ea typeface="华文楷体" panose="02010600040101010101" pitchFamily="2" charset="-122"/>
              </a:rPr>
              <a:t>2</a:t>
            </a:r>
            <a:r>
              <a:rPr lang="zh-CN" altLang="en-US" sz="2400" b="1" dirty="0">
                <a:solidFill>
                  <a:srgbClr val="000000"/>
                </a:solidFill>
                <a:latin typeface="Times New Roman" panose="02020603050405020304" pitchFamily="18" charset="0"/>
                <a:ea typeface="华文楷体" panose="02010600040101010101" pitchFamily="2" charset="-122"/>
              </a:rPr>
              <a:t>、字母</a:t>
            </a:r>
            <a:r>
              <a:rPr lang="en-US" altLang="zh-CN" sz="2400" b="1" dirty="0">
                <a:solidFill>
                  <a:srgbClr val="000000"/>
                </a:solidFill>
                <a:latin typeface="Times New Roman" panose="02020603050405020304" pitchFamily="18" charset="0"/>
                <a:ea typeface="华文楷体" panose="02010600040101010101" pitchFamily="2" charset="-122"/>
              </a:rPr>
              <a:t>b</a:t>
            </a:r>
            <a:r>
              <a:rPr lang="zh-CN" altLang="en-US" sz="2400" b="1" dirty="0">
                <a:solidFill>
                  <a:srgbClr val="000000"/>
                </a:solidFill>
                <a:latin typeface="Times New Roman" panose="02020603050405020304" pitchFamily="18" charset="0"/>
                <a:ea typeface="华文楷体" panose="02010600040101010101" pitchFamily="2" charset="-122"/>
              </a:rPr>
              <a:t>和数字</a:t>
            </a:r>
            <a:r>
              <a:rPr lang="en-US" altLang="zh-CN" sz="2400" b="1" dirty="0">
                <a:solidFill>
                  <a:srgbClr val="000000"/>
                </a:solidFill>
                <a:latin typeface="Times New Roman" panose="02020603050405020304" pitchFamily="18" charset="0"/>
                <a:ea typeface="华文楷体" panose="02010600040101010101" pitchFamily="2" charset="-122"/>
              </a:rPr>
              <a:t>6</a:t>
            </a:r>
            <a:r>
              <a:rPr lang="zh-CN" altLang="en-US" sz="2400" b="1" dirty="0">
                <a:solidFill>
                  <a:srgbClr val="000000"/>
                </a:solidFill>
                <a:latin typeface="Times New Roman" panose="02020603050405020304" pitchFamily="18" charset="0"/>
                <a:ea typeface="华文楷体" panose="02010600040101010101" pitchFamily="2" charset="-122"/>
              </a:rPr>
              <a:t>等。</a:t>
            </a:r>
            <a:endParaRPr lang="zh-CN" altLang="en-US" sz="24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7590"/>
                                        </p:tgtEl>
                                        <p:attrNameLst>
                                          <p:attrName>style.visibility</p:attrName>
                                        </p:attrNameLst>
                                      </p:cBhvr>
                                      <p:to>
                                        <p:strVal val="visible"/>
                                      </p:to>
                                    </p:set>
                                    <p:animEffect transition="in" filter="blinds(horizontal)">
                                      <p:cBhvr>
                                        <p:cTn id="7" dur="500"/>
                                        <p:tgtEl>
                                          <p:spTgt spid="675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algn="ctr" eaLnBrk="1" hangingPunct="1"/>
            <a:r>
              <a:rPr lang="en-US" altLang="zh-CN" b="1" dirty="0">
                <a:latin typeface="Times New Roman" panose="02020603050405020304" pitchFamily="18" charset="0"/>
                <a:ea typeface="隶书" panose="02010509060101010101" pitchFamily="49" charset="-122"/>
              </a:rPr>
              <a:t>2.1.4</a:t>
            </a:r>
            <a:r>
              <a:rPr lang="zh-CN" altLang="en-US" b="1" dirty="0">
                <a:latin typeface="Times New Roman" panose="02020603050405020304" pitchFamily="18" charset="0"/>
                <a:ea typeface="隶书" panose="02010509060101010101" pitchFamily="49" charset="-122"/>
              </a:rPr>
              <a:t>、字符集</a:t>
            </a:r>
            <a:r>
              <a:rPr lang="en-US" altLang="zh-CN" b="1" dirty="0" smtClean="0">
                <a:latin typeface="Times New Roman" panose="02020603050405020304" pitchFamily="18" charset="0"/>
                <a:ea typeface="隶书" panose="02010509060101010101" pitchFamily="49" charset="-122"/>
              </a:rPr>
              <a:t>—— </a:t>
            </a:r>
            <a:r>
              <a:rPr lang="zh-CN" altLang="en-US" b="1" dirty="0" smtClean="0">
                <a:latin typeface="Times New Roman" panose="02020603050405020304" pitchFamily="18" charset="0"/>
                <a:ea typeface="隶书" panose="02010509060101010101" pitchFamily="49" charset="-122"/>
              </a:rPr>
              <a:t>关键字、文字</a:t>
            </a:r>
            <a:endParaRPr lang="zh-CN" altLang="en-US" b="1" dirty="0" smtClean="0">
              <a:latin typeface="Times New Roman" panose="02020603050405020304" pitchFamily="18" charset="0"/>
              <a:ea typeface="隶书" panose="02010509060101010101" pitchFamily="49" charset="-122"/>
            </a:endParaRPr>
          </a:p>
        </p:txBody>
      </p:sp>
      <p:sp>
        <p:nvSpPr>
          <p:cNvPr id="4608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ea typeface="华文楷体" panose="02010600040101010101" pitchFamily="2" charset="-122"/>
            </a:endParaRPr>
          </a:p>
        </p:txBody>
      </p:sp>
      <p:sp>
        <p:nvSpPr>
          <p:cNvPr id="46084"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ea typeface="华文楷体" panose="02010600040101010101" pitchFamily="2" charset="-122"/>
            </a:endParaRPr>
          </a:p>
        </p:txBody>
      </p:sp>
      <p:sp>
        <p:nvSpPr>
          <p:cNvPr id="46085" name="Text Box 8"/>
          <p:cNvSpPr txBox="1">
            <a:spLocks noChangeArrowheads="1"/>
          </p:cNvSpPr>
          <p:nvPr/>
        </p:nvSpPr>
        <p:spPr bwMode="auto">
          <a:xfrm>
            <a:off x="936625" y="1916113"/>
            <a:ext cx="8135938" cy="2677656"/>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ClrTx/>
              <a:buSzTx/>
              <a:buFontTx/>
              <a:buNone/>
            </a:pPr>
            <a:r>
              <a:rPr kumimoji="1" lang="zh-CN" altLang="en-US" sz="3600" b="1" dirty="0">
                <a:solidFill>
                  <a:srgbClr val="FFFF00"/>
                </a:solidFill>
                <a:latin typeface="Times New Roman" panose="02020603050405020304" pitchFamily="18" charset="0"/>
                <a:ea typeface="华文楷体" panose="02010600040101010101" pitchFamily="2" charset="-122"/>
              </a:rPr>
              <a:t>关键字：</a:t>
            </a:r>
            <a:r>
              <a:rPr kumimoji="1" lang="zh-CN" altLang="en-US" sz="2400" b="1" dirty="0">
                <a:latin typeface="Times New Roman" panose="02020603050405020304" pitchFamily="18" charset="0"/>
                <a:ea typeface="华文楷体" panose="02010600040101010101" pitchFamily="2" charset="-122"/>
              </a:rPr>
              <a:t>又称保留字，指具有特定含义、专门用作系统的特定成分的一类标识符。</a:t>
            </a:r>
            <a:r>
              <a:rPr kumimoji="1" lang="zh-CN" altLang="en-US" sz="2400" b="1" i="1" u="sng" dirty="0">
                <a:solidFill>
                  <a:srgbClr val="FFFF00"/>
                </a:solidFill>
                <a:latin typeface="Times New Roman" panose="02020603050405020304" pitchFamily="18" charset="0"/>
                <a:ea typeface="华文楷体" panose="02010600040101010101" pitchFamily="2" charset="-122"/>
              </a:rPr>
              <a:t>不能用作一般标识符，即不允许用作变量名或函数名等。 </a:t>
            </a:r>
            <a:br>
              <a:rPr kumimoji="1" lang="zh-CN" altLang="en-US" sz="2400" b="1" dirty="0">
                <a:latin typeface="Times New Roman" panose="02020603050405020304" pitchFamily="18" charset="0"/>
                <a:ea typeface="华文楷体" panose="02010600040101010101" pitchFamily="2" charset="-122"/>
              </a:rPr>
            </a:br>
            <a:r>
              <a:rPr kumimoji="1" lang="zh-CN" altLang="en-US" sz="2400" b="1" dirty="0">
                <a:latin typeface="Times New Roman" panose="02020603050405020304" pitchFamily="18" charset="0"/>
                <a:ea typeface="华文楷体" panose="02010600040101010101" pitchFamily="2" charset="-122"/>
              </a:rPr>
              <a:t>　　标准</a:t>
            </a:r>
            <a:r>
              <a:rPr kumimoji="1" lang="zh-CN" altLang="en-US" sz="2400" b="1" dirty="0" smtClean="0">
                <a:latin typeface="Times New Roman" panose="02020603050405020304" pitchFamily="18" charset="0"/>
                <a:ea typeface="华文楷体" panose="02010600040101010101" pitchFamily="2" charset="-122"/>
              </a:rPr>
              <a:t>Ｃ</a:t>
            </a:r>
            <a:r>
              <a:rPr kumimoji="1" lang="en-US" altLang="zh-CN" sz="2400" b="1" dirty="0" smtClean="0">
                <a:latin typeface="Times New Roman" panose="02020603050405020304" pitchFamily="18" charset="0"/>
                <a:ea typeface="华文楷体" panose="02010600040101010101" pitchFamily="2" charset="-122"/>
              </a:rPr>
              <a:t>++</a:t>
            </a:r>
            <a:r>
              <a:rPr kumimoji="1" lang="zh-CN" altLang="en-US" sz="2400" b="1" dirty="0" smtClean="0">
                <a:latin typeface="Times New Roman" panose="02020603050405020304" pitchFamily="18" charset="0"/>
                <a:ea typeface="华文楷体" panose="02010600040101010101" pitchFamily="2" charset="-122"/>
              </a:rPr>
              <a:t>语言关键字参见教材第</a:t>
            </a:r>
            <a:r>
              <a:rPr kumimoji="1" lang="en-US" altLang="zh-CN" sz="2400" b="1" dirty="0" smtClean="0">
                <a:latin typeface="Times New Roman" panose="02020603050405020304" pitchFamily="18" charset="0"/>
                <a:ea typeface="华文楷体" panose="02010600040101010101" pitchFamily="2" charset="-122"/>
              </a:rPr>
              <a:t>21</a:t>
            </a:r>
            <a:r>
              <a:rPr kumimoji="1" lang="zh-CN" altLang="en-US" sz="2400" b="1" dirty="0" smtClean="0">
                <a:latin typeface="Times New Roman" panose="02020603050405020304" pitchFamily="18" charset="0"/>
                <a:ea typeface="华文楷体" panose="02010600040101010101" pitchFamily="2" charset="-122"/>
              </a:rPr>
              <a:t>页说明</a:t>
            </a:r>
            <a:endParaRPr kumimoji="1" lang="en-US" altLang="zh-CN" sz="2400" b="1" dirty="0" smtClean="0">
              <a:latin typeface="Times New Roman" panose="02020603050405020304" pitchFamily="18" charset="0"/>
              <a:ea typeface="华文楷体" panose="02010600040101010101" pitchFamily="2" charset="-122"/>
            </a:endParaRPr>
          </a:p>
          <a:p>
            <a:pPr algn="l" eaLnBrk="1" hangingPunct="1">
              <a:spcBef>
                <a:spcPct val="50000"/>
              </a:spcBef>
              <a:buClrTx/>
              <a:buSzTx/>
              <a:buFontTx/>
              <a:buNone/>
            </a:pPr>
            <a:r>
              <a:rPr kumimoji="1" lang="zh-CN" altLang="en-US" sz="2400" b="1" i="1" u="sng" dirty="0" smtClean="0">
                <a:solidFill>
                  <a:srgbClr val="FFFF00"/>
                </a:solidFill>
                <a:latin typeface="Times New Roman" panose="02020603050405020304" pitchFamily="18" charset="0"/>
                <a:ea typeface="华文楷体" panose="02010600040101010101" pitchFamily="2" charset="-122"/>
              </a:rPr>
              <a:t>注意</a:t>
            </a:r>
            <a:r>
              <a:rPr kumimoji="1" lang="zh-CN" altLang="en-US" sz="2400" b="1" i="1" u="sng" dirty="0">
                <a:solidFill>
                  <a:srgbClr val="FFFF00"/>
                </a:solidFill>
                <a:latin typeface="Times New Roman" panose="02020603050405020304" pitchFamily="18" charset="0"/>
                <a:ea typeface="华文楷体" panose="02010600040101010101" pitchFamily="2" charset="-122"/>
              </a:rPr>
              <a:t>关键字</a:t>
            </a:r>
            <a:r>
              <a:rPr kumimoji="1" lang="en-US" altLang="zh-CN" sz="2400" b="1" i="1" u="sng" dirty="0" smtClean="0">
                <a:solidFill>
                  <a:srgbClr val="FFFF00"/>
                </a:solidFill>
                <a:latin typeface="Times New Roman" panose="02020603050405020304" pitchFamily="18" charset="0"/>
                <a:ea typeface="华文楷体" panose="02010600040101010101" pitchFamily="2" charset="-122"/>
              </a:rPr>
              <a:t>C++</a:t>
            </a:r>
            <a:r>
              <a:rPr kumimoji="1" lang="zh-CN" altLang="en-US" sz="2400" b="1" i="1" u="sng" dirty="0" smtClean="0">
                <a:solidFill>
                  <a:srgbClr val="FFFF00"/>
                </a:solidFill>
                <a:latin typeface="Times New Roman" panose="02020603050405020304" pitchFamily="18" charset="0"/>
                <a:ea typeface="华文楷体" panose="02010600040101010101" pitchFamily="2" charset="-122"/>
              </a:rPr>
              <a:t>语言</a:t>
            </a:r>
            <a:r>
              <a:rPr kumimoji="1" lang="zh-CN" altLang="en-US" sz="2400" b="1" i="1" u="sng" dirty="0">
                <a:solidFill>
                  <a:srgbClr val="FFFF00"/>
                </a:solidFill>
                <a:latin typeface="Times New Roman" panose="02020603050405020304" pitchFamily="18" charset="0"/>
                <a:ea typeface="华文楷体" panose="02010600040101010101" pitchFamily="2" charset="-122"/>
              </a:rPr>
              <a:t>的关键字都是小写的。例如</a:t>
            </a:r>
            <a:r>
              <a:rPr kumimoji="1" lang="en-US" altLang="zh-CN" sz="2400" b="1" i="1" u="sng" dirty="0">
                <a:solidFill>
                  <a:srgbClr val="FFFF00"/>
                </a:solidFill>
                <a:latin typeface="Times New Roman" panose="02020603050405020304" pitchFamily="18" charset="0"/>
                <a:ea typeface="华文楷体" panose="02010600040101010101" pitchFamily="2" charset="-122"/>
              </a:rPr>
              <a:t>else</a:t>
            </a:r>
            <a:r>
              <a:rPr kumimoji="1" lang="zh-CN" altLang="en-US" sz="2400" b="1" i="1" u="sng" dirty="0">
                <a:solidFill>
                  <a:srgbClr val="FFFF00"/>
                </a:solidFill>
                <a:latin typeface="Times New Roman" panose="02020603050405020304" pitchFamily="18" charset="0"/>
                <a:ea typeface="华文楷体" panose="02010600040101010101" pitchFamily="2" charset="-122"/>
              </a:rPr>
              <a:t>是关键字，但</a:t>
            </a:r>
            <a:r>
              <a:rPr kumimoji="1" lang="en-US" altLang="zh-CN" sz="2400" b="1" i="1" u="sng" dirty="0">
                <a:solidFill>
                  <a:srgbClr val="FFFF00"/>
                </a:solidFill>
                <a:latin typeface="Times New Roman" panose="02020603050405020304" pitchFamily="18" charset="0"/>
                <a:ea typeface="华文楷体" panose="02010600040101010101" pitchFamily="2" charset="-122"/>
              </a:rPr>
              <a:t>ELSE</a:t>
            </a:r>
            <a:r>
              <a:rPr kumimoji="1" lang="zh-CN" altLang="en-US" sz="2400" b="1" i="1" u="sng" dirty="0">
                <a:solidFill>
                  <a:srgbClr val="FFFF00"/>
                </a:solidFill>
                <a:latin typeface="Times New Roman" panose="02020603050405020304" pitchFamily="18" charset="0"/>
                <a:ea typeface="华文楷体" panose="02010600040101010101" pitchFamily="2" charset="-122"/>
              </a:rPr>
              <a:t>就不是关键字</a:t>
            </a:r>
            <a:endParaRPr kumimoji="1" lang="zh-CN" altLang="en-US" sz="2400" b="1" i="1" u="sng" dirty="0">
              <a:solidFill>
                <a:srgbClr val="FFFF00"/>
              </a:solidFill>
              <a:latin typeface="Times New Roman" panose="02020603050405020304" pitchFamily="18" charset="0"/>
              <a:ea typeface="华文楷体" panose="02010600040101010101" pitchFamily="2" charset="-122"/>
            </a:endParaRPr>
          </a:p>
        </p:txBody>
      </p:sp>
      <p:sp>
        <p:nvSpPr>
          <p:cNvPr id="46086" name="Text Box 9"/>
          <p:cNvSpPr txBox="1">
            <a:spLocks noChangeArrowheads="1"/>
          </p:cNvSpPr>
          <p:nvPr/>
        </p:nvSpPr>
        <p:spPr bwMode="auto">
          <a:xfrm>
            <a:off x="900113" y="5157788"/>
            <a:ext cx="8135937" cy="1015663"/>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a:spcBef>
                <a:spcPct val="50000"/>
              </a:spcBef>
              <a:buClrTx/>
              <a:buSzTx/>
              <a:buNone/>
            </a:pPr>
            <a:r>
              <a:rPr kumimoji="1" lang="zh-CN" altLang="en-US" sz="3600" b="1" dirty="0" smtClean="0">
                <a:solidFill>
                  <a:srgbClr val="FFFF00"/>
                </a:solidFill>
                <a:latin typeface="Times New Roman" panose="02020603050405020304" pitchFamily="18" charset="0"/>
                <a:ea typeface="华文楷体" panose="02010600040101010101" pitchFamily="2" charset="-122"/>
              </a:rPr>
              <a:t>文字</a:t>
            </a:r>
            <a:r>
              <a:rPr kumimoji="1" lang="en-US" altLang="zh-CN" sz="3600" b="1" dirty="0" smtClean="0">
                <a:solidFill>
                  <a:srgbClr val="FFFF00"/>
                </a:solidFill>
                <a:latin typeface="Times New Roman" panose="02020603050405020304" pitchFamily="18" charset="0"/>
                <a:ea typeface="华文楷体" panose="02010600040101010101" pitchFamily="2" charset="-122"/>
              </a:rPr>
              <a:t>:</a:t>
            </a:r>
            <a:r>
              <a:rPr kumimoji="1" lang="en-US" altLang="zh-CN" sz="2000" b="1" dirty="0" smtClean="0">
                <a:solidFill>
                  <a:srgbClr val="FFFF00"/>
                </a:solidFill>
                <a:latin typeface="Times New Roman" panose="02020603050405020304" pitchFamily="18" charset="0"/>
                <a:ea typeface="华文楷体" panose="02010600040101010101" pitchFamily="2" charset="-122"/>
              </a:rPr>
              <a:t>   </a:t>
            </a:r>
            <a:r>
              <a:rPr lang="zh-CN" altLang="en-US" sz="2400" b="1" dirty="0" smtClean="0">
                <a:latin typeface="Times New Roman" panose="02020603050405020304" pitchFamily="18" charset="0"/>
                <a:ea typeface="华文楷体" panose="02010600040101010101" pitchFamily="2" charset="-122"/>
              </a:rPr>
              <a:t>在</a:t>
            </a:r>
            <a:r>
              <a:rPr lang="zh-CN" altLang="en-US" sz="2400" b="1" dirty="0">
                <a:latin typeface="Times New Roman" panose="02020603050405020304" pitchFamily="18" charset="0"/>
                <a:ea typeface="华文楷体" panose="02010600040101010101" pitchFamily="2" charset="-122"/>
              </a:rPr>
              <a:t>程序中直接使用符号表示的</a:t>
            </a:r>
            <a:r>
              <a:rPr lang="zh-CN" altLang="en-US" sz="2400" b="1" dirty="0" smtClean="0">
                <a:latin typeface="Times New Roman" panose="02020603050405020304" pitchFamily="18" charset="0"/>
                <a:ea typeface="华文楷体" panose="02010600040101010101" pitchFamily="2" charset="-122"/>
              </a:rPr>
              <a:t>数据，包括数字、字符、字符串和布尔文字。</a:t>
            </a:r>
            <a:endParaRPr lang="zh-CN" altLang="en-US" sz="2400" b="1" dirty="0">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algn="ctr" eaLnBrk="1" hangingPunct="1"/>
            <a:r>
              <a:rPr lang="en-US" altLang="zh-CN" b="1" dirty="0">
                <a:latin typeface="Times New Roman" panose="02020603050405020304" pitchFamily="18" charset="0"/>
                <a:ea typeface="隶书" panose="02010509060101010101" pitchFamily="49" charset="-122"/>
              </a:rPr>
              <a:t>2.1.4</a:t>
            </a:r>
            <a:r>
              <a:rPr lang="zh-CN" altLang="en-US" b="1" dirty="0">
                <a:latin typeface="Times New Roman" panose="02020603050405020304" pitchFamily="18" charset="0"/>
                <a:ea typeface="隶书" panose="02010509060101010101" pitchFamily="49" charset="-122"/>
              </a:rPr>
              <a:t>、字符集</a:t>
            </a:r>
            <a:r>
              <a:rPr lang="en-US" altLang="zh-CN" b="1" dirty="0" smtClean="0">
                <a:latin typeface="Times New Roman" panose="02020603050405020304" pitchFamily="18" charset="0"/>
                <a:ea typeface="隶书" panose="02010509060101010101" pitchFamily="49" charset="-122"/>
              </a:rPr>
              <a:t>——</a:t>
            </a:r>
            <a:r>
              <a:rPr lang="zh-CN" altLang="en-US" b="1" dirty="0" smtClean="0">
                <a:latin typeface="Times New Roman" panose="02020603050405020304" pitchFamily="18" charset="0"/>
                <a:ea typeface="隶书" panose="02010509060101010101" pitchFamily="49" charset="-122"/>
              </a:rPr>
              <a:t>操作符、分隔符</a:t>
            </a:r>
            <a:endParaRPr lang="zh-CN" altLang="en-US" b="1" dirty="0" smtClean="0">
              <a:latin typeface="Times New Roman" panose="02020603050405020304" pitchFamily="18" charset="0"/>
              <a:ea typeface="隶书" panose="02010509060101010101" pitchFamily="49" charset="-122"/>
            </a:endParaRPr>
          </a:p>
        </p:txBody>
      </p:sp>
      <p:sp>
        <p:nvSpPr>
          <p:cNvPr id="47107"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ea typeface="华文楷体" panose="02010600040101010101" pitchFamily="2" charset="-122"/>
            </a:endParaRPr>
          </a:p>
        </p:txBody>
      </p:sp>
      <p:sp>
        <p:nvSpPr>
          <p:cNvPr id="47108" name="Rectangle 4"/>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ea typeface="华文楷体" panose="02010600040101010101" pitchFamily="2" charset="-122"/>
            </a:endParaRPr>
          </a:p>
        </p:txBody>
      </p:sp>
      <p:sp>
        <p:nvSpPr>
          <p:cNvPr id="47109" name="Rectangle 7"/>
          <p:cNvSpPr>
            <a:spLocks noChangeArrowheads="1"/>
          </p:cNvSpPr>
          <p:nvPr/>
        </p:nvSpPr>
        <p:spPr bwMode="auto">
          <a:xfrm>
            <a:off x="971550" y="4869160"/>
            <a:ext cx="8137525" cy="892552"/>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0"/>
              </a:spcBef>
              <a:buClrTx/>
              <a:buSzTx/>
              <a:buFontTx/>
              <a:buNone/>
            </a:pPr>
            <a:r>
              <a:rPr kumimoji="1" lang="zh-CN" altLang="en-US" sz="2800" b="1" dirty="0">
                <a:solidFill>
                  <a:srgbClr val="FFFF00"/>
                </a:solidFill>
                <a:latin typeface="华文楷体" panose="02010600040101010101" pitchFamily="2" charset="-122"/>
                <a:ea typeface="华文楷体" panose="02010600040101010101" pitchFamily="2" charset="-122"/>
              </a:rPr>
              <a:t>分隔符</a:t>
            </a:r>
            <a:r>
              <a:rPr kumimoji="1" lang="zh-CN" altLang="en-US" sz="2800" b="1" dirty="0" smtClean="0">
                <a:solidFill>
                  <a:srgbClr val="FFFF00"/>
                </a:solidFill>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分隔符在语法起</a:t>
            </a:r>
            <a:r>
              <a:rPr lang="zh-CN" altLang="en-US" sz="2400" b="1" dirty="0" smtClean="0">
                <a:latin typeface="华文楷体" panose="02010600040101010101" pitchFamily="2" charset="-122"/>
                <a:ea typeface="华文楷体" panose="02010600040101010101" pitchFamily="2" charset="-122"/>
              </a:rPr>
              <a:t>间隔各个词法单元的</a:t>
            </a:r>
            <a:r>
              <a:rPr lang="zh-CN" altLang="en-US" sz="2400" b="1" dirty="0">
                <a:latin typeface="华文楷体" panose="02010600040101010101" pitchFamily="2" charset="-122"/>
                <a:ea typeface="华文楷体" panose="02010600040101010101" pitchFamily="2" charset="-122"/>
              </a:rPr>
              <a:t>作用。</a:t>
            </a:r>
            <a:r>
              <a:rPr kumimoji="1" lang="zh-CN" altLang="en-US" sz="2400" b="1" dirty="0" smtClean="0">
                <a:latin typeface="华文楷体" panose="02010600040101010101" pitchFamily="2" charset="-122"/>
                <a:ea typeface="华文楷体" panose="02010600040101010101" pitchFamily="2" charset="-122"/>
              </a:rPr>
              <a:t>包括（ ）   </a:t>
            </a:r>
            <a:r>
              <a:rPr kumimoji="1" lang="en-US" altLang="zh-CN" sz="2400" b="1" dirty="0" smtClean="0">
                <a:latin typeface="华文楷体" panose="02010600040101010101" pitchFamily="2" charset="-122"/>
                <a:ea typeface="华文楷体" panose="02010600040101010101" pitchFamily="2" charset="-122"/>
              </a:rPr>
              <a:t>{  }       </a:t>
            </a:r>
            <a:r>
              <a:rPr kumimoji="1" lang="zh-CN" altLang="en-US" sz="2400" b="1" dirty="0" smtClean="0">
                <a:latin typeface="华文楷体" panose="02010600040101010101" pitchFamily="2" charset="-122"/>
                <a:ea typeface="华文楷体" panose="02010600040101010101" pitchFamily="2" charset="-122"/>
              </a:rPr>
              <a:t>，      ：    ；</a:t>
            </a:r>
            <a:endParaRPr kumimoji="1" lang="zh-CN" altLang="en-US" sz="2400" b="1" dirty="0">
              <a:latin typeface="华文楷体" panose="02010600040101010101" pitchFamily="2" charset="-122"/>
              <a:ea typeface="华文楷体" panose="02010600040101010101" pitchFamily="2" charset="-122"/>
            </a:endParaRPr>
          </a:p>
        </p:txBody>
      </p:sp>
      <p:sp>
        <p:nvSpPr>
          <p:cNvPr id="47110" name="Text Box 8"/>
          <p:cNvSpPr txBox="1">
            <a:spLocks noChangeArrowheads="1"/>
          </p:cNvSpPr>
          <p:nvPr/>
        </p:nvSpPr>
        <p:spPr bwMode="auto">
          <a:xfrm>
            <a:off x="973138" y="1916113"/>
            <a:ext cx="8135937" cy="2800767"/>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ClrTx/>
              <a:buSzTx/>
              <a:buFontTx/>
              <a:buNone/>
            </a:pPr>
            <a:r>
              <a:rPr kumimoji="1" lang="zh-CN" altLang="en-US" sz="3200" b="1" dirty="0" smtClean="0">
                <a:solidFill>
                  <a:srgbClr val="FFFF00"/>
                </a:solidFill>
                <a:latin typeface="华文楷体" panose="02010600040101010101" pitchFamily="2" charset="-122"/>
                <a:ea typeface="华文楷体" panose="02010600040101010101" pitchFamily="2" charset="-122"/>
              </a:rPr>
              <a:t>操作符（运算符）：</a:t>
            </a:r>
            <a:r>
              <a:rPr kumimoji="1" lang="zh-CN" altLang="en-US" sz="2000" b="1" dirty="0" smtClean="0">
                <a:solidFill>
                  <a:srgbClr val="FFFF00"/>
                </a:solidFill>
                <a:latin typeface="华文楷体" panose="02010600040101010101" pitchFamily="2" charset="-122"/>
                <a:ea typeface="华文楷体" panose="02010600040101010101" pitchFamily="2" charset="-122"/>
              </a:rPr>
              <a:t> </a:t>
            </a:r>
            <a:r>
              <a:rPr kumimoji="1" lang="en-US" altLang="zh-CN" sz="2400" b="1" dirty="0" smtClean="0">
                <a:latin typeface="华文楷体" panose="02010600040101010101" pitchFamily="2" charset="-122"/>
                <a:ea typeface="华文楷体" panose="02010600040101010101" pitchFamily="2" charset="-122"/>
              </a:rPr>
              <a:t>C++</a:t>
            </a:r>
            <a:r>
              <a:rPr kumimoji="1" lang="zh-CN" altLang="en-US" sz="2400" b="1" dirty="0" smtClean="0">
                <a:latin typeface="华文楷体" panose="02010600040101010101" pitchFamily="2" charset="-122"/>
                <a:ea typeface="华文楷体" panose="02010600040101010101" pitchFamily="2" charset="-122"/>
              </a:rPr>
              <a:t>语言</a:t>
            </a:r>
            <a:r>
              <a:rPr kumimoji="1" lang="zh-CN" altLang="en-US" sz="2400" b="1" dirty="0">
                <a:latin typeface="华文楷体" panose="02010600040101010101" pitchFamily="2" charset="-122"/>
                <a:ea typeface="华文楷体" panose="02010600040101010101" pitchFamily="2" charset="-122"/>
              </a:rPr>
              <a:t>中含有相当丰富的运算符。运算符与变量、函数一起组成表达式，表示各种运算功能。运算符由一个或多个字符组成</a:t>
            </a:r>
            <a:r>
              <a:rPr kumimoji="1" lang="zh-CN" altLang="en-US" sz="2400" b="1" dirty="0" smtClean="0">
                <a:latin typeface="华文楷体" panose="02010600040101010101" pitchFamily="2" charset="-122"/>
                <a:ea typeface="华文楷体" panose="02010600040101010101" pitchFamily="2" charset="-122"/>
              </a:rPr>
              <a:t>。</a:t>
            </a:r>
            <a:br>
              <a:rPr lang="en-US" altLang="zh-CN" sz="2400" b="1" dirty="0">
                <a:latin typeface="华文楷体" panose="02010600040101010101" pitchFamily="2" charset="-122"/>
                <a:ea typeface="华文楷体" panose="02010600040101010101" pitchFamily="2" charset="-122"/>
              </a:rPr>
            </a:br>
            <a:r>
              <a:rPr lang="en-US" altLang="zh-CN" sz="2400" b="1" dirty="0" smtClean="0">
                <a:latin typeface="华文楷体" panose="02010600040101010101" pitchFamily="2" charset="-122"/>
                <a:ea typeface="华文楷体" panose="02010600040101010101" pitchFamily="2" charset="-122"/>
              </a:rPr>
              <a:t>C++</a:t>
            </a:r>
            <a:r>
              <a:rPr lang="zh-CN" altLang="en-US" sz="2400" b="1" dirty="0" smtClean="0">
                <a:latin typeface="华文楷体" panose="02010600040101010101" pitchFamily="2" charset="-122"/>
                <a:ea typeface="华文楷体" panose="02010600040101010101" pitchFamily="2" charset="-122"/>
              </a:rPr>
              <a:t>还提供了操作符的替代名：</a:t>
            </a:r>
            <a:endParaRPr lang="en-US" altLang="zh-CN" sz="2400" b="1" dirty="0" smtClean="0">
              <a:latin typeface="华文楷体" panose="02010600040101010101" pitchFamily="2" charset="-122"/>
              <a:ea typeface="华文楷体" panose="02010600040101010101" pitchFamily="2" charset="-122"/>
            </a:endParaRPr>
          </a:p>
          <a:p>
            <a:pPr algn="l" eaLnBrk="1" hangingPunct="1">
              <a:spcBef>
                <a:spcPct val="50000"/>
              </a:spcBef>
              <a:buClrTx/>
              <a:buSzTx/>
              <a:buFontTx/>
              <a:buNone/>
            </a:pPr>
            <a:r>
              <a:rPr lang="en-US" altLang="zh-CN" sz="2400" b="1" dirty="0" smtClean="0">
                <a:latin typeface="华文楷体" panose="02010600040101010101" pitchFamily="2" charset="-122"/>
                <a:ea typeface="华文楷体" panose="02010600040101010101" pitchFamily="2" charset="-122"/>
              </a:rPr>
              <a:t>and  </a:t>
            </a:r>
            <a:r>
              <a:rPr lang="en-US" altLang="zh-CN" sz="2400" b="1" dirty="0" err="1" smtClean="0">
                <a:latin typeface="华文楷体" panose="02010600040101010101" pitchFamily="2" charset="-122"/>
                <a:ea typeface="华文楷体" panose="02010600040101010101" pitchFamily="2" charset="-122"/>
              </a:rPr>
              <a:t>andeq</a:t>
            </a:r>
            <a:r>
              <a:rPr lang="en-US" altLang="zh-CN" sz="2400" b="1" dirty="0" smtClean="0">
                <a:latin typeface="华文楷体" panose="02010600040101010101" pitchFamily="2" charset="-122"/>
                <a:ea typeface="华文楷体" panose="02010600040101010101" pitchFamily="2" charset="-122"/>
              </a:rPr>
              <a:t>   </a:t>
            </a:r>
            <a:r>
              <a:rPr lang="en-US" altLang="zh-CN" sz="2400" b="1" dirty="0" err="1" smtClean="0">
                <a:latin typeface="华文楷体" panose="02010600040101010101" pitchFamily="2" charset="-122"/>
                <a:ea typeface="华文楷体" panose="02010600040101010101" pitchFamily="2" charset="-122"/>
              </a:rPr>
              <a:t>bitand</a:t>
            </a:r>
            <a:r>
              <a:rPr lang="en-US" altLang="zh-CN" sz="2400" b="1" dirty="0" smtClean="0">
                <a:latin typeface="华文楷体" panose="02010600040101010101" pitchFamily="2" charset="-122"/>
                <a:ea typeface="华文楷体" panose="02010600040101010101" pitchFamily="2" charset="-122"/>
              </a:rPr>
              <a:t>  </a:t>
            </a:r>
            <a:r>
              <a:rPr lang="en-US" altLang="zh-CN" sz="2400" b="1" dirty="0" err="1" smtClean="0">
                <a:latin typeface="华文楷体" panose="02010600040101010101" pitchFamily="2" charset="-122"/>
                <a:ea typeface="华文楷体" panose="02010600040101010101" pitchFamily="2" charset="-122"/>
              </a:rPr>
              <a:t>bitor</a:t>
            </a:r>
            <a:r>
              <a:rPr lang="en-US" altLang="zh-CN" sz="2400" b="1" dirty="0" smtClean="0">
                <a:latin typeface="华文楷体" panose="02010600040101010101" pitchFamily="2" charset="-122"/>
                <a:ea typeface="华文楷体" panose="02010600040101010101" pitchFamily="2" charset="-122"/>
              </a:rPr>
              <a:t>   </a:t>
            </a:r>
            <a:r>
              <a:rPr lang="en-US" altLang="zh-CN" sz="2400" b="1" dirty="0" err="1" smtClean="0">
                <a:latin typeface="华文楷体" panose="02010600040101010101" pitchFamily="2" charset="-122"/>
                <a:ea typeface="华文楷体" panose="02010600040101010101" pitchFamily="2" charset="-122"/>
              </a:rPr>
              <a:t>compl</a:t>
            </a:r>
            <a:r>
              <a:rPr lang="en-US" altLang="zh-CN" sz="2400" b="1" dirty="0" smtClean="0">
                <a:latin typeface="华文楷体" panose="02010600040101010101" pitchFamily="2" charset="-122"/>
                <a:ea typeface="华文楷体" panose="02010600040101010101" pitchFamily="2" charset="-122"/>
              </a:rPr>
              <a:t>  not  </a:t>
            </a:r>
            <a:r>
              <a:rPr lang="en-US" altLang="zh-CN" sz="2400" b="1" dirty="0" err="1" smtClean="0">
                <a:latin typeface="华文楷体" panose="02010600040101010101" pitchFamily="2" charset="-122"/>
                <a:ea typeface="华文楷体" panose="02010600040101010101" pitchFamily="2" charset="-122"/>
              </a:rPr>
              <a:t>not_eq</a:t>
            </a:r>
            <a:r>
              <a:rPr lang="en-US" altLang="zh-CN" sz="2400" b="1" dirty="0" smtClean="0">
                <a:latin typeface="华文楷体" panose="02010600040101010101" pitchFamily="2" charset="-122"/>
                <a:ea typeface="华文楷体" panose="02010600040101010101" pitchFamily="2" charset="-122"/>
              </a:rPr>
              <a:t>  or  </a:t>
            </a:r>
            <a:r>
              <a:rPr lang="en-US" altLang="zh-CN" sz="2400" b="1" dirty="0" err="1" smtClean="0">
                <a:latin typeface="华文楷体" panose="02010600040101010101" pitchFamily="2" charset="-122"/>
                <a:ea typeface="华文楷体" panose="02010600040101010101" pitchFamily="2" charset="-122"/>
              </a:rPr>
              <a:t>or_eq</a:t>
            </a:r>
            <a:endParaRPr lang="en-US" altLang="zh-CN" sz="2400" b="1" dirty="0" smtClean="0">
              <a:latin typeface="华文楷体" panose="02010600040101010101" pitchFamily="2" charset="-122"/>
              <a:ea typeface="华文楷体" panose="02010600040101010101" pitchFamily="2" charset="-122"/>
            </a:endParaRPr>
          </a:p>
          <a:p>
            <a:pPr algn="l" eaLnBrk="1" hangingPunct="1">
              <a:spcBef>
                <a:spcPct val="50000"/>
              </a:spcBef>
              <a:buClrTx/>
              <a:buSzTx/>
              <a:buFontTx/>
              <a:buNone/>
            </a:pPr>
            <a:r>
              <a:rPr lang="en-US" altLang="zh-CN" sz="2400" b="1" dirty="0" err="1" smtClean="0">
                <a:latin typeface="华文楷体" panose="02010600040101010101" pitchFamily="2" charset="-122"/>
                <a:ea typeface="华文楷体" panose="02010600040101010101" pitchFamily="2" charset="-122"/>
              </a:rPr>
              <a:t>xor</a:t>
            </a:r>
            <a:r>
              <a:rPr lang="en-US" altLang="zh-CN" sz="2400" b="1" dirty="0" smtClean="0">
                <a:latin typeface="华文楷体" panose="02010600040101010101" pitchFamily="2" charset="-122"/>
                <a:ea typeface="华文楷体" panose="02010600040101010101" pitchFamily="2" charset="-122"/>
              </a:rPr>
              <a:t> </a:t>
            </a:r>
            <a:r>
              <a:rPr lang="en-US" altLang="zh-CN" sz="2400" b="1" dirty="0" err="1" smtClean="0">
                <a:latin typeface="华文楷体" panose="02010600040101010101" pitchFamily="2" charset="-122"/>
                <a:ea typeface="华文楷体" panose="02010600040101010101" pitchFamily="2" charset="-122"/>
              </a:rPr>
              <a:t>xor_eq</a:t>
            </a:r>
            <a:endParaRPr lang="en-US" altLang="zh-CN" sz="2400" b="1" dirty="0">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algn="ctr" eaLnBrk="1" hangingPunct="1"/>
            <a:r>
              <a:rPr lang="en-US" altLang="zh-CN" b="1" dirty="0">
                <a:latin typeface="Times New Roman" panose="02020603050405020304" pitchFamily="18" charset="0"/>
                <a:ea typeface="隶书" panose="02010509060101010101" pitchFamily="49" charset="-122"/>
              </a:rPr>
              <a:t>2.1.4</a:t>
            </a:r>
            <a:r>
              <a:rPr lang="zh-CN" altLang="en-US" b="1" dirty="0">
                <a:latin typeface="Times New Roman" panose="02020603050405020304" pitchFamily="18" charset="0"/>
                <a:ea typeface="隶书" panose="02010509060101010101" pitchFamily="49" charset="-122"/>
              </a:rPr>
              <a:t>、字符集</a:t>
            </a:r>
            <a:r>
              <a:rPr lang="en-US" altLang="zh-CN" b="1" dirty="0" smtClean="0">
                <a:latin typeface="Times New Roman" panose="02020603050405020304" pitchFamily="18" charset="0"/>
                <a:ea typeface="隶书" panose="02010509060101010101" pitchFamily="49" charset="-122"/>
              </a:rPr>
              <a:t>——</a:t>
            </a:r>
            <a:r>
              <a:rPr lang="zh-CN" altLang="en-US" b="1" dirty="0" smtClean="0">
                <a:latin typeface="Times New Roman" panose="02020603050405020304" pitchFamily="18" charset="0"/>
                <a:ea typeface="隶书" panose="02010509060101010101" pitchFamily="49" charset="-122"/>
              </a:rPr>
              <a:t>空白</a:t>
            </a:r>
            <a:endParaRPr lang="zh-CN" altLang="en-US" b="1" dirty="0" smtClean="0">
              <a:latin typeface="Times New Roman" panose="02020603050405020304" pitchFamily="18" charset="0"/>
              <a:ea typeface="隶书" panose="02010509060101010101" pitchFamily="49" charset="-122"/>
            </a:endParaRPr>
          </a:p>
        </p:txBody>
      </p:sp>
      <p:sp>
        <p:nvSpPr>
          <p:cNvPr id="47107"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ea typeface="华文楷体" panose="02010600040101010101" pitchFamily="2" charset="-122"/>
            </a:endParaRPr>
          </a:p>
        </p:txBody>
      </p:sp>
      <p:sp>
        <p:nvSpPr>
          <p:cNvPr id="47108" name="Rectangle 4"/>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ea typeface="华文楷体" panose="02010600040101010101" pitchFamily="2" charset="-122"/>
            </a:endParaRPr>
          </a:p>
        </p:txBody>
      </p:sp>
      <p:sp>
        <p:nvSpPr>
          <p:cNvPr id="47110" name="Text Box 8"/>
          <p:cNvSpPr txBox="1">
            <a:spLocks noChangeArrowheads="1"/>
          </p:cNvSpPr>
          <p:nvPr/>
        </p:nvSpPr>
        <p:spPr bwMode="auto">
          <a:xfrm>
            <a:off x="973138" y="1916113"/>
            <a:ext cx="8135937" cy="3539430"/>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ClrTx/>
              <a:buSzTx/>
              <a:buFontTx/>
              <a:buNone/>
            </a:pPr>
            <a:r>
              <a:rPr kumimoji="1" lang="zh-CN" altLang="en-US" sz="3200" b="1" dirty="0" smtClean="0">
                <a:solidFill>
                  <a:srgbClr val="FFFF00"/>
                </a:solidFill>
                <a:latin typeface="华文楷体" panose="02010600040101010101" pitchFamily="2" charset="-122"/>
                <a:ea typeface="华文楷体" panose="02010600040101010101" pitchFamily="2" charset="-122"/>
              </a:rPr>
              <a:t>空白：</a:t>
            </a:r>
            <a:r>
              <a:rPr kumimoji="1" lang="zh-CN" altLang="en-US" sz="2000" b="1" dirty="0" smtClean="0">
                <a:solidFill>
                  <a:srgbClr val="FFFF00"/>
                </a:solidFill>
                <a:latin typeface="华文楷体" panose="02010600040101010101" pitchFamily="2" charset="-122"/>
                <a:ea typeface="华文楷体" panose="02010600040101010101" pitchFamily="2" charset="-122"/>
              </a:rPr>
              <a:t> </a:t>
            </a:r>
            <a:r>
              <a:rPr kumimoji="1" lang="zh-CN" altLang="en-US" sz="2400" b="1" dirty="0" smtClean="0">
                <a:latin typeface="华文楷体" panose="02010600040101010101" pitchFamily="2" charset="-122"/>
                <a:ea typeface="华文楷体" panose="02010600040101010101" pitchFamily="2" charset="-122"/>
              </a:rPr>
              <a:t>空白是</a:t>
            </a:r>
            <a:r>
              <a:rPr lang="zh-CN" altLang="en-US" sz="2400" b="1" dirty="0" smtClean="0">
                <a:latin typeface="华文楷体" panose="02010600040101010101" pitchFamily="2" charset="-122"/>
                <a:ea typeface="华文楷体" panose="02010600040101010101" pitchFamily="2" charset="-122"/>
              </a:rPr>
              <a:t>空格、制表符（</a:t>
            </a:r>
            <a:r>
              <a:rPr lang="en-US" altLang="zh-CN" sz="2400" b="1" dirty="0" smtClean="0">
                <a:latin typeface="华文楷体" panose="02010600040101010101" pitchFamily="2" charset="-122"/>
                <a:ea typeface="华文楷体" panose="02010600040101010101" pitchFamily="2" charset="-122"/>
              </a:rPr>
              <a:t>Tab</a:t>
            </a:r>
            <a:r>
              <a:rPr lang="zh-CN" altLang="en-US" sz="2400" b="1" dirty="0" smtClean="0">
                <a:latin typeface="华文楷体" panose="02010600040101010101" pitchFamily="2" charset="-122"/>
                <a:ea typeface="华文楷体" panose="02010600040101010101" pitchFamily="2" charset="-122"/>
              </a:rPr>
              <a:t>键产生的字符）、垂直制表符、换行符、回车符、注释的总称。</a:t>
            </a:r>
            <a:endParaRPr lang="en-US" altLang="zh-CN" sz="2400" b="1" dirty="0" smtClean="0">
              <a:latin typeface="华文楷体" panose="02010600040101010101" pitchFamily="2" charset="-122"/>
              <a:ea typeface="华文楷体" panose="02010600040101010101" pitchFamily="2" charset="-122"/>
            </a:endParaRPr>
          </a:p>
          <a:p>
            <a:pPr algn="l" eaLnBrk="1" hangingPunct="1">
              <a:spcBef>
                <a:spcPct val="50000"/>
              </a:spcBef>
              <a:buClrTx/>
              <a:buSzTx/>
              <a:buFontTx/>
              <a:buNone/>
            </a:pPr>
            <a:endParaRPr kumimoji="1" lang="en-US" altLang="zh-CN" sz="2400" b="1" dirty="0">
              <a:latin typeface="华文楷体" panose="02010600040101010101" pitchFamily="2" charset="-122"/>
              <a:ea typeface="华文楷体" panose="02010600040101010101" pitchFamily="2" charset="-122"/>
            </a:endParaRPr>
          </a:p>
          <a:p>
            <a:pPr algn="l" eaLnBrk="1" hangingPunct="1">
              <a:spcBef>
                <a:spcPct val="50000"/>
              </a:spcBef>
              <a:buClrTx/>
              <a:buSzTx/>
              <a:buFontTx/>
              <a:buNone/>
            </a:pPr>
            <a:r>
              <a:rPr lang="zh-CN" altLang="en-US" sz="2400" b="1" dirty="0" smtClean="0">
                <a:latin typeface="华文楷体" panose="02010600040101010101" pitchFamily="2" charset="-122"/>
                <a:ea typeface="华文楷体" panose="02010600040101010101" pitchFamily="2" charset="-122"/>
              </a:rPr>
              <a:t>空白符用于指示词法记号的开始和结束位置。</a:t>
            </a:r>
            <a:endParaRPr lang="en-US" altLang="zh-CN" sz="2400" b="1" dirty="0" smtClean="0">
              <a:latin typeface="华文楷体" panose="02010600040101010101" pitchFamily="2" charset="-122"/>
              <a:ea typeface="华文楷体" panose="02010600040101010101" pitchFamily="2" charset="-122"/>
            </a:endParaRPr>
          </a:p>
          <a:p>
            <a:pPr algn="l" eaLnBrk="1" hangingPunct="1">
              <a:spcBef>
                <a:spcPct val="50000"/>
              </a:spcBef>
              <a:buClrTx/>
              <a:buSzTx/>
              <a:buFontTx/>
              <a:buNone/>
            </a:pPr>
            <a:endParaRPr kumimoji="1" lang="en-US" altLang="zh-CN" sz="2400" b="1" dirty="0">
              <a:latin typeface="华文楷体" panose="02010600040101010101" pitchFamily="2" charset="-122"/>
              <a:ea typeface="华文楷体" panose="02010600040101010101" pitchFamily="2" charset="-122"/>
            </a:endParaRPr>
          </a:p>
          <a:p>
            <a:pPr algn="l" eaLnBrk="1" hangingPunct="1">
              <a:spcBef>
                <a:spcPct val="50000"/>
              </a:spcBef>
              <a:buClrTx/>
              <a:buSzTx/>
              <a:buFontTx/>
              <a:buNone/>
            </a:pPr>
            <a:r>
              <a:rPr lang="en-US" altLang="zh-CN" sz="2400" b="1" dirty="0" smtClean="0">
                <a:latin typeface="华文楷体" panose="02010600040101010101" pitchFamily="2" charset="-122"/>
                <a:ea typeface="华文楷体" panose="02010600040101010101" pitchFamily="2" charset="-122"/>
              </a:rPr>
              <a:t>C++</a:t>
            </a:r>
            <a:r>
              <a:rPr lang="zh-CN" altLang="en-US" sz="2400" b="1" dirty="0" smtClean="0">
                <a:latin typeface="华文楷体" panose="02010600040101010101" pitchFamily="2" charset="-122"/>
                <a:ea typeface="华文楷体" panose="02010600040101010101" pitchFamily="2" charset="-122"/>
              </a:rPr>
              <a:t>程序可以不必严格按行书写，凡是可以出现空格的位置都可以出现换行符。</a:t>
            </a:r>
            <a:endParaRPr kumimoji="1" lang="zh-CN" altLang="en-US" sz="2400" b="1" dirty="0">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0066" name="Object 2"/>
          <p:cNvGraphicFramePr>
            <a:graphicFrameLocks noChangeAspect="1"/>
          </p:cNvGraphicFramePr>
          <p:nvPr/>
        </p:nvGraphicFramePr>
        <p:xfrm>
          <a:off x="0" y="5486400"/>
          <a:ext cx="1524000" cy="1371600"/>
        </p:xfrm>
        <a:graphic>
          <a:graphicData uri="http://schemas.openxmlformats.org/presentationml/2006/ole">
            <mc:AlternateContent xmlns:mc="http://schemas.openxmlformats.org/markup-compatibility/2006">
              <mc:Choice xmlns:v="urn:schemas-microsoft-com:vml" Requires="v">
                <p:oleObj spid="_x0000_s608339" name="剪辑" r:id="rId1" imgW="685800" imgH="586740" progId="">
                  <p:embed/>
                </p:oleObj>
              </mc:Choice>
              <mc:Fallback>
                <p:oleObj name="剪辑" r:id="rId1" imgW="685800" imgH="586740" progId="">
                  <p:embed/>
                  <p:pic>
                    <p:nvPicPr>
                      <p:cNvPr id="0" name="图片 60833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486400"/>
                        <a:ext cx="1524000" cy="137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0070" name="Text Box 6"/>
          <p:cNvSpPr txBox="1">
            <a:spLocks noChangeArrowheads="1"/>
          </p:cNvSpPr>
          <p:nvPr/>
        </p:nvSpPr>
        <p:spPr bwMode="auto">
          <a:xfrm>
            <a:off x="287635" y="188640"/>
            <a:ext cx="8244408"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sy="50000" rotWithShape="0">
                    <a:srgbClr val="875B0D"/>
                  </a:outerShdw>
                </a:effectLst>
              </a14:hiddenEffects>
            </a:ext>
          </a:extLst>
        </p:spPr>
        <p:txBody>
          <a:bodyPr wrap="square" anchor="ctr">
            <a:spAutoFit/>
          </a:bodyPr>
          <a:lstStyle/>
          <a:p>
            <a:pPr>
              <a:spcBef>
                <a:spcPct val="50000"/>
              </a:spcBef>
            </a:pPr>
            <a:r>
              <a:rPr lang="en-US" altLang="zh-CN" b="1" dirty="0" smtClean="0">
                <a:solidFill>
                  <a:srgbClr val="FFFF00"/>
                </a:solidFill>
                <a:effectLst>
                  <a:outerShdw blurRad="38100" dist="38100" dir="2700000" algn="tl">
                    <a:srgbClr val="000000"/>
                  </a:outerShdw>
                </a:effectLst>
                <a:latin typeface="+mj-lt"/>
                <a:ea typeface="黑体" panose="02010609060101010101" pitchFamily="49" charset="-122"/>
              </a:rPr>
              <a:t>Unit 02   </a:t>
            </a:r>
            <a:r>
              <a:rPr lang="zh-CN" altLang="en-US" sz="3600" b="1" dirty="0" smtClean="0">
                <a:solidFill>
                  <a:schemeClr val="accent4"/>
                </a:solidFill>
                <a:effectLst>
                  <a:outerShdw blurRad="38100" dist="38100" dir="2700000" algn="tl">
                    <a:srgbClr val="000000"/>
                  </a:outerShdw>
                </a:effectLst>
                <a:latin typeface="华文行楷" panose="02010800040101010101" pitchFamily="2" charset="-122"/>
                <a:ea typeface="华文行楷" panose="02010800040101010101" pitchFamily="2" charset="-122"/>
              </a:rPr>
              <a:t>简单程序设计</a:t>
            </a:r>
            <a:endParaRPr lang="zh-CN" altLang="en-US" sz="3600" b="1" dirty="0">
              <a:solidFill>
                <a:schemeClr val="accent4"/>
              </a:solidFill>
              <a:effectLst>
                <a:outerShdw blurRad="38100" dist="38100" dir="2700000" algn="tl">
                  <a:srgbClr val="000000"/>
                </a:outerShdw>
              </a:effectLst>
              <a:latin typeface="华文行楷" panose="02010800040101010101" pitchFamily="2" charset="-122"/>
              <a:ea typeface="华文行楷" panose="02010800040101010101" pitchFamily="2" charset="-122"/>
            </a:endParaRPr>
          </a:p>
        </p:txBody>
      </p:sp>
      <p:sp>
        <p:nvSpPr>
          <p:cNvPr id="600071" name="Text Box 7"/>
          <p:cNvSpPr txBox="1">
            <a:spLocks noChangeArrowheads="1"/>
          </p:cNvSpPr>
          <p:nvPr/>
        </p:nvSpPr>
        <p:spPr bwMode="auto">
          <a:xfrm>
            <a:off x="1331640" y="6006530"/>
            <a:ext cx="7200800" cy="4370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a:lnSpc>
                <a:spcPct val="70000"/>
              </a:lnSpc>
              <a:spcBef>
                <a:spcPct val="50000"/>
              </a:spcBef>
            </a:pPr>
            <a:r>
              <a:rPr lang="zh-CN" altLang="en-US" sz="3200" dirty="0" smtClean="0">
                <a:solidFill>
                  <a:srgbClr val="0070C0"/>
                </a:solidFill>
                <a:latin typeface="华文行楷" panose="02010800040101010101" pitchFamily="2" charset="-122"/>
                <a:ea typeface="华文行楷" panose="02010800040101010101" pitchFamily="2" charset="-122"/>
              </a:rPr>
              <a:t>武大计算机学院</a:t>
            </a:r>
            <a:r>
              <a:rPr lang="en-US" altLang="zh-CN" sz="3200" dirty="0" smtClean="0">
                <a:solidFill>
                  <a:srgbClr val="0070C0"/>
                </a:solidFill>
                <a:latin typeface="华文行楷" panose="02010800040101010101" pitchFamily="2" charset="-122"/>
                <a:ea typeface="华文行楷" panose="02010800040101010101" pitchFamily="2" charset="-122"/>
              </a:rPr>
              <a:t>《</a:t>
            </a:r>
            <a:r>
              <a:rPr lang="zh-CN" altLang="en-US" sz="3200" dirty="0" smtClean="0">
                <a:solidFill>
                  <a:srgbClr val="0070C0"/>
                </a:solidFill>
                <a:latin typeface="华文行楷" panose="02010800040101010101" pitchFamily="2" charset="-122"/>
                <a:ea typeface="华文行楷" panose="02010800040101010101" pitchFamily="2" charset="-122"/>
              </a:rPr>
              <a:t>程序设计</a:t>
            </a:r>
            <a:r>
              <a:rPr lang="en-US" altLang="zh-CN" sz="3200" dirty="0" smtClean="0">
                <a:solidFill>
                  <a:srgbClr val="0070C0"/>
                </a:solidFill>
                <a:latin typeface="华文行楷" panose="02010800040101010101" pitchFamily="2" charset="-122"/>
                <a:ea typeface="华文行楷" panose="02010800040101010101" pitchFamily="2" charset="-122"/>
              </a:rPr>
              <a:t>》</a:t>
            </a:r>
            <a:r>
              <a:rPr lang="zh-CN" altLang="en-US" sz="3200" dirty="0" smtClean="0">
                <a:solidFill>
                  <a:srgbClr val="0070C0"/>
                </a:solidFill>
                <a:latin typeface="华文行楷" panose="02010800040101010101" pitchFamily="2" charset="-122"/>
                <a:ea typeface="华文行楷" panose="02010800040101010101" pitchFamily="2" charset="-122"/>
              </a:rPr>
              <a:t>课程组</a:t>
            </a:r>
            <a:endParaRPr lang="en-US" altLang="zh-CN" sz="3200" dirty="0" smtClean="0">
              <a:solidFill>
                <a:srgbClr val="0070C0"/>
              </a:solidFill>
              <a:latin typeface="华文行楷" panose="02010800040101010101" pitchFamily="2" charset="-122"/>
              <a:ea typeface="华文行楷" panose="02010800040101010101" pitchFamily="2" charset="-122"/>
            </a:endParaRPr>
          </a:p>
        </p:txBody>
      </p:sp>
      <p:sp>
        <p:nvSpPr>
          <p:cNvPr id="4" name="矩形 3"/>
          <p:cNvSpPr/>
          <p:nvPr/>
        </p:nvSpPr>
        <p:spPr>
          <a:xfrm>
            <a:off x="539552" y="1230931"/>
            <a:ext cx="7363072" cy="1862048"/>
          </a:xfrm>
          <a:prstGeom prst="rect">
            <a:avLst/>
          </a:prstGeom>
          <a:noFill/>
        </p:spPr>
        <p:txBody>
          <a:bodyPr wrap="square" lIns="91440" tIns="45720" rIns="91440" bIns="45720">
            <a:spAutoFit/>
          </a:bodyPr>
          <a:lstStyle/>
          <a:p>
            <a:pPr algn="l"/>
            <a:r>
              <a:rPr lang="zh-CN" altLang="en-US" sz="11500" b="1" cap="none" spc="0"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华文琥珀" panose="02010800040101010101" pitchFamily="2" charset="-122"/>
                <a:ea typeface="华文琥珀" panose="02010800040101010101" pitchFamily="2" charset="-122"/>
              </a:rPr>
              <a:t>语法</a:t>
            </a:r>
            <a:endParaRPr lang="zh-CN" altLang="en-US" sz="115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华文琥珀" panose="02010800040101010101" pitchFamily="2" charset="-122"/>
              <a:ea typeface="华文琥珀" panose="02010800040101010101" pitchFamily="2" charset="-122"/>
            </a:endParaRPr>
          </a:p>
        </p:txBody>
      </p:sp>
      <p:sp>
        <p:nvSpPr>
          <p:cNvPr id="6" name="矩形 5"/>
          <p:cNvSpPr/>
          <p:nvPr/>
        </p:nvSpPr>
        <p:spPr>
          <a:xfrm>
            <a:off x="1043608" y="3302750"/>
            <a:ext cx="7363072" cy="1446550"/>
          </a:xfrm>
          <a:prstGeom prst="rect">
            <a:avLst/>
          </a:prstGeom>
          <a:noFill/>
        </p:spPr>
        <p:txBody>
          <a:bodyPr wrap="square" lIns="91440" tIns="45720" rIns="91440" bIns="45720">
            <a:spAutoFit/>
          </a:bodyPr>
          <a:lstStyle/>
          <a:p>
            <a:pPr algn="r"/>
            <a:r>
              <a:rPr lang="zh-CN" altLang="en-US" sz="88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华文行楷" panose="02010800040101010101" pitchFamily="2" charset="-122"/>
                <a:ea typeface="华文行楷" panose="02010800040101010101" pitchFamily="2" charset="-122"/>
              </a:rPr>
              <a:t>语言的组句</a:t>
            </a:r>
            <a:endParaRPr lang="zh-CN" altLang="en-US" sz="8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华文行楷" panose="02010800040101010101" pitchFamily="2" charset="-122"/>
              <a:ea typeface="华文行楷" panose="02010800040101010101" pitchFamily="2" charset="-122"/>
            </a:endParaRPr>
          </a:p>
        </p:txBody>
      </p:sp>
      <p:sp>
        <p:nvSpPr>
          <p:cNvPr id="2" name="矩形 1"/>
          <p:cNvSpPr/>
          <p:nvPr/>
        </p:nvSpPr>
        <p:spPr>
          <a:xfrm>
            <a:off x="1762802" y="4907017"/>
            <a:ext cx="6135013" cy="923330"/>
          </a:xfrm>
          <a:prstGeom prst="rect">
            <a:avLst/>
          </a:prstGeom>
          <a:noFill/>
        </p:spPr>
        <p:txBody>
          <a:bodyPr wrap="none" lIns="91440" tIns="45720" rIns="91440" bIns="45720">
            <a:spAutoFit/>
          </a:bodyPr>
          <a:lstStyle/>
          <a:p>
            <a:pPr algn="ctr"/>
            <a:r>
              <a:rPr lang="zh-CN" altLang="en-US" sz="4000" b="1" cap="none" spc="0" dirty="0" smtClean="0">
                <a:ln w="6600">
                  <a:solidFill>
                    <a:schemeClr val="accent2"/>
                  </a:solidFill>
                  <a:prstDash val="solid"/>
                </a:ln>
                <a:solidFill>
                  <a:srgbClr val="FFFFFF"/>
                </a:solidFill>
                <a:effectLst>
                  <a:outerShdw dist="38100" dir="2700000" algn="tl" rotWithShape="0">
                    <a:schemeClr val="accent2"/>
                  </a:outerShdw>
                </a:effectLst>
                <a:latin typeface="华文行楷" panose="02010800040101010101" pitchFamily="2" charset="-122"/>
                <a:ea typeface="华文行楷" panose="02010800040101010101" pitchFamily="2" charset="-122"/>
              </a:rPr>
              <a:t>怎么表达   </a:t>
            </a:r>
            <a:r>
              <a:rPr lang="zh-CN" altLang="en-US" sz="5400" b="1" dirty="0" smtClean="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数据 </a:t>
            </a:r>
            <a:r>
              <a:rPr lang="en-US" altLang="zh-CN" sz="5400" b="1" dirty="0" smtClean="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 </a:t>
            </a:r>
            <a:r>
              <a:rPr lang="zh-CN" altLang="en-US" sz="5400" b="1" dirty="0" smtClean="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算法</a:t>
            </a:r>
            <a:endParaRPr lang="zh-CN" altLang="en-US" sz="54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ndParaRP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Grp="1" noChangeArrowheads="1"/>
          </p:cNvSpPr>
          <p:nvPr>
            <p:ph type="title"/>
          </p:nvPr>
        </p:nvSpPr>
        <p:spPr bwMode="auto">
          <a:xfrm>
            <a:off x="683568" y="1653968"/>
            <a:ext cx="8372451" cy="2304256"/>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buSzPct val="200000"/>
              <a:buFont typeface="+mj-lt"/>
              <a:buAutoNum type="arabicPeriod" startAt="2"/>
            </a:pPr>
            <a:r>
              <a:rPr lang="zh-CN" altLang="en-US" sz="6000" b="1" dirty="0" smtClean="0">
                <a:ea typeface="华文彩云" panose="02010800040101010101" pitchFamily="2" charset="-122"/>
              </a:rPr>
              <a:t>数据的表达</a:t>
            </a:r>
            <a:br>
              <a:rPr lang="en-US" altLang="zh-CN" sz="6000" b="1" dirty="0" smtClean="0">
                <a:ea typeface="华文彩云" panose="02010800040101010101" pitchFamily="2" charset="-122"/>
              </a:rPr>
            </a:br>
            <a:r>
              <a:rPr lang="en-US" altLang="zh-CN" sz="6000" b="1" dirty="0" smtClean="0">
                <a:ea typeface="华文彩云" panose="02010800040101010101" pitchFamily="2" charset="-122"/>
              </a:rPr>
              <a:t>       </a:t>
            </a:r>
            <a:r>
              <a:rPr lang="zh-CN" altLang="en-US" sz="4800" b="1" dirty="0" smtClean="0">
                <a:ea typeface="华文彩云" panose="02010800040101010101" pitchFamily="2" charset="-122"/>
              </a:rPr>
              <a:t>基本类型</a:t>
            </a:r>
            <a:r>
              <a:rPr lang="en-US" altLang="zh-CN" sz="4800" b="1" dirty="0" smtClean="0">
                <a:ea typeface="华文彩云" panose="02010800040101010101" pitchFamily="2" charset="-122"/>
              </a:rPr>
              <a:t>&amp;</a:t>
            </a:r>
            <a:r>
              <a:rPr lang="zh-CN" altLang="en-US" sz="4800" b="1" dirty="0" smtClean="0">
                <a:ea typeface="华文彩云" panose="02010800040101010101" pitchFamily="2" charset="-122"/>
              </a:rPr>
              <a:t>表达式</a:t>
            </a:r>
            <a:endParaRPr lang="zh-CN" altLang="en-US" sz="4800" dirty="0"/>
          </a:p>
        </p:txBody>
      </p:sp>
      <p:pic>
        <p:nvPicPr>
          <p:cNvPr id="641032" name="Picture 8" descr="surfer4"/>
          <p:cNvPicPr>
            <a:picLocks noChangeAspect="1" noChangeArrowheads="1" noCrop="1"/>
          </p:cNvPicPr>
          <p:nvPr/>
        </p:nvPicPr>
        <p:blipFill>
          <a:blip r:embed="rId1"/>
          <a:srcRect/>
          <a:stretch>
            <a:fillRect/>
          </a:stretch>
        </p:blipFill>
        <p:spPr bwMode="auto">
          <a:xfrm>
            <a:off x="6372200" y="3933056"/>
            <a:ext cx="2000251" cy="266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程序设计为什么需要数据</a:t>
            </a:r>
            <a:r>
              <a:rPr lang="zh-CN" altLang="en-US"/>
              <a:t>类型？</a:t>
            </a:r>
            <a:endParaRPr lang="zh-CN" altLang="en-US"/>
          </a:p>
        </p:txBody>
      </p:sp>
      <p:sp>
        <p:nvSpPr>
          <p:cNvPr id="28" name="Rectangle 5"/>
          <p:cNvSpPr>
            <a:spLocks noChangeArrowheads="1"/>
          </p:cNvSpPr>
          <p:nvPr>
            <p:custDataLst>
              <p:tags r:id="rId1"/>
            </p:custDataLst>
          </p:nvPr>
        </p:nvSpPr>
        <p:spPr bwMode="auto">
          <a:xfrm>
            <a:off x="611188" y="1412558"/>
            <a:ext cx="7777162"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50000"/>
              </a:spcBef>
              <a:buClrTx/>
              <a:buSzTx/>
              <a:buFontTx/>
              <a:buNone/>
            </a:pPr>
            <a:r>
              <a:rPr kumimoji="0" lang="zh-CN" altLang="en-US" sz="2400" dirty="0" smtClean="0">
                <a:solidFill>
                  <a:srgbClr val="FFFF00"/>
                </a:solidFill>
              </a:rPr>
              <a:t>案例：</a:t>
            </a:r>
            <a:r>
              <a:rPr lang="zh-CN" altLang="en-US" sz="2400" dirty="0"/>
              <a:t>我们班有男生</a:t>
            </a:r>
            <a:r>
              <a:rPr lang="en-US" altLang="zh-CN" sz="2400" dirty="0"/>
              <a:t>8</a:t>
            </a:r>
            <a:r>
              <a:rPr lang="zh-CN" altLang="en-US" sz="2400" dirty="0"/>
              <a:t>人，女生</a:t>
            </a:r>
            <a:r>
              <a:rPr lang="en-US" altLang="zh-CN" sz="2400" dirty="0"/>
              <a:t>3</a:t>
            </a:r>
            <a:r>
              <a:rPr lang="zh-CN" altLang="en-US" sz="2400" dirty="0"/>
              <a:t>人。男生的身高分别是</a:t>
            </a:r>
            <a:r>
              <a:rPr lang="en-US" altLang="zh-CN" sz="2400" dirty="0"/>
              <a:t>{1.82</a:t>
            </a:r>
            <a:r>
              <a:rPr lang="zh-CN" altLang="en-US" sz="2400" dirty="0"/>
              <a:t>，</a:t>
            </a:r>
            <a:r>
              <a:rPr lang="en-US" altLang="zh-CN" sz="2400" dirty="0"/>
              <a:t>1.73</a:t>
            </a:r>
            <a:r>
              <a:rPr lang="zh-CN" altLang="en-US" sz="2400" dirty="0"/>
              <a:t>，</a:t>
            </a:r>
            <a:r>
              <a:rPr lang="en-US" altLang="zh-CN" sz="2400" dirty="0"/>
              <a:t>1.68</a:t>
            </a:r>
            <a:r>
              <a:rPr lang="zh-CN" altLang="en-US" sz="2400" dirty="0"/>
              <a:t>，</a:t>
            </a:r>
            <a:r>
              <a:rPr lang="en-US" altLang="zh-CN" sz="2400" dirty="0"/>
              <a:t>1.67</a:t>
            </a:r>
            <a:r>
              <a:rPr lang="zh-CN" altLang="en-US" sz="2400" dirty="0"/>
              <a:t>，</a:t>
            </a:r>
            <a:r>
              <a:rPr lang="en-US" altLang="zh-CN" sz="2400" dirty="0"/>
              <a:t>1.75</a:t>
            </a:r>
            <a:r>
              <a:rPr lang="zh-CN" altLang="en-US" sz="2400" dirty="0"/>
              <a:t>，</a:t>
            </a:r>
            <a:r>
              <a:rPr lang="en-US" altLang="zh-CN" sz="2400" dirty="0"/>
              <a:t>1.80</a:t>
            </a:r>
            <a:r>
              <a:rPr lang="zh-CN" altLang="en-US" sz="2400" dirty="0"/>
              <a:t>，</a:t>
            </a:r>
            <a:r>
              <a:rPr lang="en-US" altLang="zh-CN" sz="2400" dirty="0"/>
              <a:t>1.90</a:t>
            </a:r>
            <a:r>
              <a:rPr lang="zh-CN" altLang="en-US" sz="2400" dirty="0"/>
              <a:t>，</a:t>
            </a:r>
            <a:r>
              <a:rPr lang="en-US" altLang="zh-CN" sz="2400" dirty="0"/>
              <a:t>1.66</a:t>
            </a:r>
            <a:r>
              <a:rPr lang="zh-CN" altLang="en-US" sz="2400" dirty="0"/>
              <a:t>，</a:t>
            </a:r>
            <a:r>
              <a:rPr lang="en-US" altLang="zh-CN" sz="2400" dirty="0"/>
              <a:t>1.70}</a:t>
            </a:r>
            <a:r>
              <a:rPr lang="zh-CN" altLang="en-US" sz="2400" dirty="0"/>
              <a:t>，女生的身高分别是</a:t>
            </a:r>
            <a:r>
              <a:rPr lang="en-US" altLang="zh-CN" sz="2400" dirty="0"/>
              <a:t>{1.70</a:t>
            </a:r>
            <a:r>
              <a:rPr lang="zh-CN" altLang="en-US" sz="2400" dirty="0"/>
              <a:t>，</a:t>
            </a:r>
            <a:r>
              <a:rPr lang="en-US" altLang="zh-CN" sz="2400" dirty="0"/>
              <a:t>1.68</a:t>
            </a:r>
            <a:r>
              <a:rPr lang="zh-CN" altLang="en-US" sz="2400" dirty="0"/>
              <a:t>，</a:t>
            </a:r>
            <a:r>
              <a:rPr lang="en-US" altLang="zh-CN" sz="2400" dirty="0"/>
              <a:t>1.71</a:t>
            </a:r>
            <a:r>
              <a:rPr lang="zh-CN" altLang="en-US" sz="2400" dirty="0"/>
              <a:t>，</a:t>
            </a:r>
            <a:r>
              <a:rPr lang="en-US" altLang="zh-CN" sz="2400" dirty="0"/>
              <a:t>1.55</a:t>
            </a:r>
            <a:r>
              <a:rPr lang="zh-CN" altLang="en-US" sz="2400" dirty="0"/>
              <a:t>，</a:t>
            </a:r>
            <a:r>
              <a:rPr lang="en-US" altLang="zh-CN" sz="2400" dirty="0"/>
              <a:t>1.63}</a:t>
            </a:r>
            <a:r>
              <a:rPr lang="zh-CN" altLang="en-US" sz="2400" dirty="0"/>
              <a:t>。</a:t>
            </a:r>
            <a:endParaRPr lang="zh-CN" altLang="en-US" sz="2400" dirty="0"/>
          </a:p>
          <a:p>
            <a:pPr algn="l" eaLnBrk="1" hangingPunct="1">
              <a:lnSpc>
                <a:spcPct val="100000"/>
              </a:lnSpc>
              <a:spcBef>
                <a:spcPct val="50000"/>
              </a:spcBef>
              <a:buClrTx/>
              <a:buSzTx/>
              <a:buFontTx/>
              <a:buNone/>
            </a:pPr>
            <a:r>
              <a:rPr lang="zh-CN" altLang="en-US" sz="2400" dirty="0"/>
              <a:t>请问我们班的平均身高是</a:t>
            </a:r>
            <a:r>
              <a:rPr lang="zh-CN" altLang="en-US" sz="2400" dirty="0"/>
              <a:t>多少？</a:t>
            </a:r>
            <a:endParaRPr lang="zh-CN" altLang="en-US" sz="2400" dirty="0"/>
          </a:p>
        </p:txBody>
      </p:sp>
      <p:sp>
        <p:nvSpPr>
          <p:cNvPr id="3" name="Rectangle 5"/>
          <p:cNvSpPr>
            <a:spLocks noChangeArrowheads="1"/>
          </p:cNvSpPr>
          <p:nvPr>
            <p:custDataLst>
              <p:tags r:id="rId2"/>
            </p:custDataLst>
          </p:nvPr>
        </p:nvSpPr>
        <p:spPr bwMode="auto">
          <a:xfrm>
            <a:off x="467043" y="3500438"/>
            <a:ext cx="7777162" cy="2122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50000"/>
              </a:spcBef>
              <a:buClrTx/>
              <a:buSzTx/>
              <a:buFontTx/>
              <a:buNone/>
            </a:pPr>
            <a:r>
              <a:rPr kumimoji="0" lang="en-US" altLang="zh-CN" sz="2400" dirty="0" smtClean="0">
                <a:solidFill>
                  <a:srgbClr val="FFFF00"/>
                </a:solidFill>
              </a:rPr>
              <a:t> </a:t>
            </a:r>
            <a:r>
              <a:rPr kumimoji="0" lang="zh-CN" altLang="en-US" sz="2400" dirty="0" smtClean="0">
                <a:solidFill>
                  <a:srgbClr val="FFFF00"/>
                </a:solidFill>
              </a:rPr>
              <a:t>分析：（</a:t>
            </a:r>
            <a:r>
              <a:rPr kumimoji="0" lang="en-US" altLang="zh-CN" sz="2400" dirty="0" smtClean="0">
                <a:solidFill>
                  <a:srgbClr val="FFFF00"/>
                </a:solidFill>
              </a:rPr>
              <a:t>1</a:t>
            </a:r>
            <a:r>
              <a:rPr kumimoji="0" lang="zh-CN" altLang="en-US" sz="2400" dirty="0" smtClean="0">
                <a:solidFill>
                  <a:srgbClr val="FFFF00"/>
                </a:solidFill>
              </a:rPr>
              <a:t>）我们班的同学性别：男、女；（</a:t>
            </a:r>
            <a:r>
              <a:rPr kumimoji="0" lang="en-US" altLang="zh-CN" sz="2400" dirty="0" smtClean="0">
                <a:solidFill>
                  <a:srgbClr val="FFFF00"/>
                </a:solidFill>
              </a:rPr>
              <a:t>2</a:t>
            </a:r>
            <a:r>
              <a:rPr kumimoji="0" lang="zh-CN" altLang="en-US" sz="2400" dirty="0" smtClean="0">
                <a:solidFill>
                  <a:srgbClr val="FFFF00"/>
                </a:solidFill>
              </a:rPr>
              <a:t>）我们班人数：</a:t>
            </a:r>
            <a:r>
              <a:rPr kumimoji="0" lang="en-US" altLang="zh-CN" sz="2400" dirty="0" smtClean="0">
                <a:solidFill>
                  <a:srgbClr val="FFFF00"/>
                </a:solidFill>
              </a:rPr>
              <a:t>8</a:t>
            </a:r>
            <a:r>
              <a:rPr kumimoji="0" lang="zh-CN" altLang="en-US" sz="2400" dirty="0" smtClean="0">
                <a:solidFill>
                  <a:srgbClr val="FFFF00"/>
                </a:solidFill>
              </a:rPr>
              <a:t>人和</a:t>
            </a:r>
            <a:r>
              <a:rPr kumimoji="0" lang="en-US" altLang="zh-CN" sz="2400" dirty="0" smtClean="0">
                <a:solidFill>
                  <a:srgbClr val="FFFF00"/>
                </a:solidFill>
              </a:rPr>
              <a:t>3</a:t>
            </a:r>
            <a:r>
              <a:rPr kumimoji="0" lang="zh-CN" altLang="en-US" sz="2400" dirty="0" smtClean="0">
                <a:solidFill>
                  <a:srgbClr val="FFFF00"/>
                </a:solidFill>
              </a:rPr>
              <a:t>人；（</a:t>
            </a:r>
            <a:r>
              <a:rPr kumimoji="0" lang="en-US" altLang="zh-CN" sz="2400" dirty="0" smtClean="0">
                <a:solidFill>
                  <a:srgbClr val="FFFF00"/>
                </a:solidFill>
              </a:rPr>
              <a:t>3</a:t>
            </a:r>
            <a:r>
              <a:rPr kumimoji="0" lang="zh-CN" altLang="en-US" sz="2400" dirty="0" smtClean="0">
                <a:solidFill>
                  <a:srgbClr val="FFFF00"/>
                </a:solidFill>
              </a:rPr>
              <a:t>）身高</a:t>
            </a:r>
            <a:r>
              <a:rPr lang="en-US" altLang="zh-CN" sz="2400" dirty="0">
                <a:sym typeface="+mn-ea"/>
              </a:rPr>
              <a:t>{1.82</a:t>
            </a:r>
            <a:r>
              <a:rPr lang="zh-CN" altLang="en-US" sz="2400" dirty="0">
                <a:sym typeface="+mn-ea"/>
              </a:rPr>
              <a:t>，</a:t>
            </a:r>
            <a:r>
              <a:rPr lang="en-US" altLang="zh-CN" sz="2400" dirty="0">
                <a:sym typeface="+mn-ea"/>
              </a:rPr>
              <a:t>1.73</a:t>
            </a:r>
            <a:r>
              <a:rPr lang="zh-CN" altLang="en-US" sz="2400" dirty="0">
                <a:sym typeface="+mn-ea"/>
              </a:rPr>
              <a:t>，</a:t>
            </a:r>
            <a:r>
              <a:rPr lang="en-US" altLang="zh-CN" sz="2400" dirty="0">
                <a:sym typeface="+mn-ea"/>
              </a:rPr>
              <a:t>1.68</a:t>
            </a:r>
            <a:r>
              <a:rPr lang="zh-CN" altLang="en-US" sz="2400" dirty="0">
                <a:sym typeface="+mn-ea"/>
              </a:rPr>
              <a:t>，</a:t>
            </a:r>
            <a:r>
              <a:rPr lang="en-US" altLang="zh-CN" sz="2400" dirty="0">
                <a:sym typeface="+mn-ea"/>
              </a:rPr>
              <a:t>1.67</a:t>
            </a:r>
            <a:r>
              <a:rPr lang="zh-CN" altLang="en-US" sz="2400" dirty="0">
                <a:sym typeface="+mn-ea"/>
              </a:rPr>
              <a:t>，</a:t>
            </a:r>
            <a:r>
              <a:rPr lang="en-US" altLang="zh-CN" sz="2400" dirty="0">
                <a:sym typeface="+mn-ea"/>
              </a:rPr>
              <a:t>1.75</a:t>
            </a:r>
            <a:r>
              <a:rPr lang="zh-CN" altLang="en-US" sz="2400" dirty="0">
                <a:sym typeface="+mn-ea"/>
              </a:rPr>
              <a:t>，</a:t>
            </a:r>
            <a:r>
              <a:rPr lang="en-US" altLang="zh-CN" sz="2400" dirty="0">
                <a:sym typeface="+mn-ea"/>
              </a:rPr>
              <a:t>1.80</a:t>
            </a:r>
            <a:r>
              <a:rPr lang="zh-CN" altLang="en-US" sz="2400" dirty="0">
                <a:sym typeface="+mn-ea"/>
              </a:rPr>
              <a:t>，</a:t>
            </a:r>
            <a:r>
              <a:rPr lang="en-US" altLang="zh-CN" sz="2400" dirty="0">
                <a:sym typeface="+mn-ea"/>
              </a:rPr>
              <a:t>1.90</a:t>
            </a:r>
            <a:r>
              <a:rPr lang="zh-CN" altLang="en-US" sz="2400" dirty="0">
                <a:sym typeface="+mn-ea"/>
              </a:rPr>
              <a:t>，</a:t>
            </a:r>
            <a:r>
              <a:rPr lang="en-US" altLang="zh-CN" sz="2400" dirty="0">
                <a:sym typeface="+mn-ea"/>
              </a:rPr>
              <a:t>1.66</a:t>
            </a:r>
            <a:r>
              <a:rPr lang="zh-CN" altLang="en-US" sz="2400" dirty="0">
                <a:sym typeface="+mn-ea"/>
              </a:rPr>
              <a:t>，</a:t>
            </a:r>
            <a:r>
              <a:rPr lang="en-US" altLang="zh-CN" sz="2400" dirty="0">
                <a:sym typeface="+mn-ea"/>
              </a:rPr>
              <a:t>1.70},{1.70</a:t>
            </a:r>
            <a:r>
              <a:rPr lang="zh-CN" altLang="en-US" sz="2400" dirty="0">
                <a:sym typeface="+mn-ea"/>
              </a:rPr>
              <a:t>，</a:t>
            </a:r>
            <a:r>
              <a:rPr lang="en-US" altLang="zh-CN" sz="2400" dirty="0">
                <a:sym typeface="+mn-ea"/>
              </a:rPr>
              <a:t>1.68</a:t>
            </a:r>
            <a:r>
              <a:rPr lang="zh-CN" altLang="en-US" sz="2400" dirty="0">
                <a:sym typeface="+mn-ea"/>
              </a:rPr>
              <a:t>，</a:t>
            </a:r>
            <a:r>
              <a:rPr lang="en-US" altLang="zh-CN" sz="2400" dirty="0">
                <a:sym typeface="+mn-ea"/>
              </a:rPr>
              <a:t>1.71</a:t>
            </a:r>
            <a:r>
              <a:rPr lang="zh-CN" altLang="en-US" sz="2400" dirty="0">
                <a:sym typeface="+mn-ea"/>
              </a:rPr>
              <a:t>，</a:t>
            </a:r>
            <a:r>
              <a:rPr lang="en-US" altLang="zh-CN" sz="2400" dirty="0">
                <a:sym typeface="+mn-ea"/>
              </a:rPr>
              <a:t>1.55</a:t>
            </a:r>
            <a:r>
              <a:rPr lang="zh-CN" altLang="en-US" sz="2400" dirty="0">
                <a:sym typeface="+mn-ea"/>
              </a:rPr>
              <a:t>，</a:t>
            </a:r>
            <a:r>
              <a:rPr lang="en-US" altLang="zh-CN" sz="2400" dirty="0">
                <a:sym typeface="+mn-ea"/>
              </a:rPr>
              <a:t>1.63};</a:t>
            </a:r>
            <a:endParaRPr lang="en-US" altLang="zh-CN" sz="2400" dirty="0">
              <a:sym typeface="+mn-ea"/>
            </a:endParaRPr>
          </a:p>
          <a:p>
            <a:pPr algn="l" eaLnBrk="1" hangingPunct="1">
              <a:lnSpc>
                <a:spcPct val="100000"/>
              </a:lnSpc>
              <a:spcBef>
                <a:spcPct val="50000"/>
              </a:spcBef>
              <a:buClrTx/>
              <a:buSzTx/>
              <a:buFontTx/>
              <a:buNone/>
            </a:pPr>
            <a:r>
              <a:rPr kumimoji="0" lang="zh-CN" altLang="en-US" sz="2400" dirty="0" smtClean="0">
                <a:solidFill>
                  <a:srgbClr val="FFFF00"/>
                </a:solidFill>
              </a:rPr>
              <a:t>其他：姓名，学号，是否帅？</a:t>
            </a:r>
            <a:r>
              <a:rPr kumimoji="0" lang="en-US" altLang="zh-CN" sz="2400" dirty="0" smtClean="0">
                <a:solidFill>
                  <a:srgbClr val="FFFF00"/>
                </a:solidFill>
              </a:rPr>
              <a:t>....</a:t>
            </a:r>
            <a:endParaRPr kumimoji="0" lang="en-US" altLang="zh-CN" sz="2400" dirty="0" smtClean="0">
              <a:solidFill>
                <a:srgbClr val="FFFF00"/>
              </a:solidFill>
            </a:endParaRPr>
          </a:p>
        </p:txBody>
      </p:sp>
      <p:sp>
        <p:nvSpPr>
          <p:cNvPr id="4" name="文本框 3"/>
          <p:cNvSpPr txBox="1"/>
          <p:nvPr/>
        </p:nvSpPr>
        <p:spPr>
          <a:xfrm>
            <a:off x="395605" y="5805170"/>
            <a:ext cx="8373110" cy="829945"/>
          </a:xfrm>
          <a:prstGeom prst="rect">
            <a:avLst/>
          </a:prstGeom>
          <a:noFill/>
        </p:spPr>
        <p:txBody>
          <a:bodyPr wrap="square" rtlCol="0">
            <a:spAutoFit/>
          </a:bodyPr>
          <a:p>
            <a:pPr algn="l"/>
            <a:r>
              <a:rPr lang="zh-CN" altLang="en-US">
                <a:solidFill>
                  <a:schemeClr val="tx1"/>
                </a:solidFill>
              </a:rPr>
              <a:t>因此，我们面对具体问题需要拆分出一个一个的类型</a:t>
            </a:r>
            <a:r>
              <a:rPr lang="zh-CN" altLang="en-US">
                <a:solidFill>
                  <a:srgbClr val="FF0000"/>
                </a:solidFill>
              </a:rPr>
              <a:t>，这类型就是数据类型。</a:t>
            </a:r>
            <a:endParaRPr lang="zh-CN" altLang="en-US">
              <a:solidFill>
                <a:srgbClr val="FF0000"/>
              </a:solidFill>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algn="ctr" eaLnBrk="1" hangingPunct="1"/>
            <a:r>
              <a:rPr lang="en-US" altLang="zh-CN" b="1" dirty="0">
                <a:latin typeface="Times New Roman" panose="02020603050405020304" pitchFamily="18" charset="0"/>
                <a:ea typeface="隶书" panose="02010509060101010101" pitchFamily="49" charset="-122"/>
              </a:rPr>
              <a:t>C++</a:t>
            </a:r>
            <a:r>
              <a:rPr lang="zh-CN" altLang="en-US" b="1" dirty="0">
                <a:latin typeface="Times New Roman" panose="02020603050405020304" pitchFamily="18" charset="0"/>
                <a:ea typeface="隶书" panose="02010509060101010101" pitchFamily="49" charset="-122"/>
              </a:rPr>
              <a:t>数据类型概述</a:t>
            </a:r>
            <a:endParaRPr lang="zh-CN" altLang="en-US" b="1" dirty="0">
              <a:latin typeface="Times New Roman" panose="02020603050405020304" pitchFamily="18" charset="0"/>
              <a:ea typeface="隶书" panose="02010509060101010101" pitchFamily="49" charset="-122"/>
            </a:endParaRPr>
          </a:p>
        </p:txBody>
      </p:sp>
      <p:grpSp>
        <p:nvGrpSpPr>
          <p:cNvPr id="6" name="Group 35"/>
          <p:cNvGrpSpPr/>
          <p:nvPr/>
        </p:nvGrpSpPr>
        <p:grpSpPr bwMode="auto">
          <a:xfrm>
            <a:off x="759023" y="1196752"/>
            <a:ext cx="7845425" cy="5264151"/>
            <a:chOff x="251" y="1026"/>
            <a:chExt cx="4942" cy="3316"/>
          </a:xfrm>
          <a:noFill/>
        </p:grpSpPr>
        <p:sp>
          <p:nvSpPr>
            <p:cNvPr id="7" name="AutoShape 5"/>
            <p:cNvSpPr/>
            <p:nvPr/>
          </p:nvSpPr>
          <p:spPr bwMode="auto">
            <a:xfrm>
              <a:off x="2416" y="2840"/>
              <a:ext cx="293" cy="1288"/>
            </a:xfrm>
            <a:prstGeom prst="leftBrace">
              <a:avLst>
                <a:gd name="adj1" fmla="val 36633"/>
                <a:gd name="adj2" fmla="val 50000"/>
              </a:avLst>
            </a:prstGeom>
            <a:grpFill/>
            <a:ln w="28575">
              <a:solidFill>
                <a:srgbClr val="FFFF00"/>
              </a:solidFill>
              <a:round/>
            </a:ln>
          </p:spPr>
          <p:txBody>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8" name="Rectangle 6"/>
            <p:cNvSpPr>
              <a:spLocks noChangeArrowheads="1"/>
            </p:cNvSpPr>
            <p:nvPr/>
          </p:nvSpPr>
          <p:spPr bwMode="auto">
            <a:xfrm>
              <a:off x="2707" y="1026"/>
              <a:ext cx="877" cy="3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just" eaLnBrk="1" hangingPunct="1">
                <a:lnSpc>
                  <a:spcPct val="100000"/>
                </a:lnSpc>
                <a:buClrTx/>
                <a:buSzTx/>
                <a:buFontTx/>
                <a:buNone/>
              </a:pPr>
              <a:r>
                <a:rPr kumimoji="0" lang="zh-CN" altLang="en-US"/>
                <a:t>整    型</a:t>
              </a:r>
              <a:r>
                <a:rPr kumimoji="0" lang="en-US" altLang="zh-CN"/>
                <a:t>int</a:t>
              </a:r>
              <a:endParaRPr kumimoji="0" lang="en-US" altLang="zh-CN"/>
            </a:p>
          </p:txBody>
        </p:sp>
        <p:sp>
          <p:nvSpPr>
            <p:cNvPr id="9" name="Rectangle 7"/>
            <p:cNvSpPr>
              <a:spLocks noChangeArrowheads="1"/>
            </p:cNvSpPr>
            <p:nvPr/>
          </p:nvSpPr>
          <p:spPr bwMode="auto">
            <a:xfrm>
              <a:off x="2717" y="1338"/>
              <a:ext cx="934" cy="2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just" eaLnBrk="1" hangingPunct="1">
                <a:lnSpc>
                  <a:spcPct val="100000"/>
                </a:lnSpc>
                <a:buClrTx/>
                <a:buSzTx/>
                <a:buFontTx/>
                <a:buNone/>
              </a:pPr>
              <a:r>
                <a:rPr kumimoji="0" lang="zh-CN" altLang="en-US"/>
                <a:t>字符型</a:t>
              </a:r>
              <a:r>
                <a:rPr kumimoji="0" lang="en-US" altLang="zh-CN"/>
                <a:t>char</a:t>
              </a:r>
              <a:endParaRPr kumimoji="0" lang="en-US" altLang="zh-CN"/>
            </a:p>
          </p:txBody>
        </p:sp>
        <p:sp>
          <p:nvSpPr>
            <p:cNvPr id="10" name="Rectangle 8"/>
            <p:cNvSpPr>
              <a:spLocks noChangeArrowheads="1"/>
            </p:cNvSpPr>
            <p:nvPr/>
          </p:nvSpPr>
          <p:spPr bwMode="auto">
            <a:xfrm>
              <a:off x="2721" y="1736"/>
              <a:ext cx="568" cy="2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just" eaLnBrk="1" hangingPunct="1">
                <a:lnSpc>
                  <a:spcPct val="100000"/>
                </a:lnSpc>
                <a:buClrTx/>
                <a:buSzTx/>
                <a:buFontTx/>
                <a:buNone/>
              </a:pPr>
              <a:r>
                <a:rPr kumimoji="0" lang="zh-CN" altLang="en-US" dirty="0"/>
                <a:t>浮点</a:t>
              </a:r>
              <a:r>
                <a:rPr kumimoji="0" lang="zh-CN" altLang="en-US" dirty="0" smtClean="0"/>
                <a:t>型</a:t>
              </a:r>
              <a:endParaRPr kumimoji="0" lang="zh-CN" altLang="en-US" dirty="0"/>
            </a:p>
          </p:txBody>
        </p:sp>
        <p:sp>
          <p:nvSpPr>
            <p:cNvPr id="11" name="Rectangle 9"/>
            <p:cNvSpPr>
              <a:spLocks noChangeArrowheads="1"/>
            </p:cNvSpPr>
            <p:nvPr/>
          </p:nvSpPr>
          <p:spPr bwMode="auto">
            <a:xfrm>
              <a:off x="2707" y="2160"/>
              <a:ext cx="1172" cy="25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just" eaLnBrk="1" hangingPunct="1">
                <a:lnSpc>
                  <a:spcPct val="100000"/>
                </a:lnSpc>
                <a:buClrTx/>
                <a:buSzTx/>
                <a:buFontTx/>
                <a:buNone/>
              </a:pPr>
              <a:r>
                <a:rPr kumimoji="0" lang="zh-CN" altLang="en-US"/>
                <a:t>布尔型</a:t>
              </a:r>
              <a:r>
                <a:rPr kumimoji="0" lang="en-US" altLang="zh-CN"/>
                <a:t>bool</a:t>
              </a:r>
              <a:endParaRPr kumimoji="0" lang="en-US" altLang="zh-CN"/>
            </a:p>
          </p:txBody>
        </p:sp>
        <p:sp>
          <p:nvSpPr>
            <p:cNvPr id="12" name="AutoShape 10"/>
            <p:cNvSpPr/>
            <p:nvPr/>
          </p:nvSpPr>
          <p:spPr bwMode="auto">
            <a:xfrm>
              <a:off x="2416" y="1152"/>
              <a:ext cx="293" cy="1416"/>
            </a:xfrm>
            <a:prstGeom prst="leftBrace">
              <a:avLst>
                <a:gd name="adj1" fmla="val 40273"/>
                <a:gd name="adj2" fmla="val 50000"/>
              </a:avLst>
            </a:prstGeom>
            <a:grpFill/>
            <a:ln w="28575">
              <a:solidFill>
                <a:srgbClr val="FFFF00"/>
              </a:solidFill>
              <a:round/>
            </a:ln>
          </p:spPr>
          <p:txBody>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13" name="Rectangle 13"/>
            <p:cNvSpPr>
              <a:spLocks noChangeArrowheads="1"/>
            </p:cNvSpPr>
            <p:nvPr/>
          </p:nvSpPr>
          <p:spPr bwMode="auto">
            <a:xfrm>
              <a:off x="3438" y="1616"/>
              <a:ext cx="1755" cy="3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just" eaLnBrk="1" hangingPunct="1">
                <a:lnSpc>
                  <a:spcPct val="100000"/>
                </a:lnSpc>
                <a:buClrTx/>
                <a:buSzTx/>
                <a:buFontTx/>
                <a:buNone/>
              </a:pPr>
              <a:r>
                <a:rPr kumimoji="0" lang="zh-CN" altLang="en-US"/>
                <a:t>单精度型</a:t>
              </a:r>
              <a:r>
                <a:rPr kumimoji="0" lang="en-US" altLang="zh-CN"/>
                <a:t>float</a:t>
              </a:r>
              <a:endParaRPr kumimoji="0" lang="en-US" altLang="zh-CN"/>
            </a:p>
          </p:txBody>
        </p:sp>
        <p:sp>
          <p:nvSpPr>
            <p:cNvPr id="14" name="Rectangle 14"/>
            <p:cNvSpPr>
              <a:spLocks noChangeArrowheads="1"/>
            </p:cNvSpPr>
            <p:nvPr/>
          </p:nvSpPr>
          <p:spPr bwMode="auto">
            <a:xfrm>
              <a:off x="3438" y="1964"/>
              <a:ext cx="1755" cy="22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just" eaLnBrk="1" hangingPunct="1">
                <a:lnSpc>
                  <a:spcPct val="100000"/>
                </a:lnSpc>
                <a:buClrTx/>
                <a:buSzTx/>
                <a:buFontTx/>
                <a:buNone/>
              </a:pPr>
              <a:r>
                <a:rPr kumimoji="0" lang="zh-CN" altLang="en-US"/>
                <a:t>双精度型</a:t>
              </a:r>
              <a:r>
                <a:rPr kumimoji="0" lang="en-US" altLang="zh-CN"/>
                <a:t>double</a:t>
              </a:r>
              <a:endParaRPr kumimoji="0" lang="en-US" altLang="zh-CN"/>
            </a:p>
          </p:txBody>
        </p:sp>
        <p:sp>
          <p:nvSpPr>
            <p:cNvPr id="15" name="AutoShape 16"/>
            <p:cNvSpPr/>
            <p:nvPr/>
          </p:nvSpPr>
          <p:spPr bwMode="auto">
            <a:xfrm>
              <a:off x="3219" y="1713"/>
              <a:ext cx="146" cy="348"/>
            </a:xfrm>
            <a:prstGeom prst="leftBrace">
              <a:avLst>
                <a:gd name="adj1" fmla="val 19863"/>
                <a:gd name="adj2" fmla="val 37181"/>
              </a:avLst>
            </a:prstGeom>
            <a:grpFill/>
            <a:ln w="28575">
              <a:solidFill>
                <a:srgbClr val="FFFF00"/>
              </a:solidFill>
              <a:round/>
            </a:ln>
          </p:spPr>
          <p:txBody>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16" name="Rectangle 17"/>
            <p:cNvSpPr>
              <a:spLocks noChangeArrowheads="1"/>
            </p:cNvSpPr>
            <p:nvPr/>
          </p:nvSpPr>
          <p:spPr bwMode="auto">
            <a:xfrm>
              <a:off x="2707" y="3146"/>
              <a:ext cx="1055" cy="19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just" eaLnBrk="1" hangingPunct="1">
                <a:lnSpc>
                  <a:spcPct val="100000"/>
                </a:lnSpc>
                <a:buClrTx/>
                <a:buSzTx/>
                <a:buFontTx/>
                <a:buNone/>
              </a:pPr>
              <a:r>
                <a:rPr kumimoji="0" lang="zh-CN" altLang="en-US" dirty="0"/>
                <a:t>指    针</a:t>
              </a:r>
              <a:r>
                <a:rPr kumimoji="0" lang="en-US" altLang="zh-CN" dirty="0"/>
                <a:t>type*</a:t>
              </a:r>
              <a:endParaRPr kumimoji="0" lang="en-US" altLang="zh-CN" dirty="0"/>
            </a:p>
          </p:txBody>
        </p:sp>
        <p:sp>
          <p:nvSpPr>
            <p:cNvPr id="17" name="Rectangle 18"/>
            <p:cNvSpPr>
              <a:spLocks noChangeArrowheads="1"/>
            </p:cNvSpPr>
            <p:nvPr/>
          </p:nvSpPr>
          <p:spPr bwMode="auto">
            <a:xfrm>
              <a:off x="2699" y="3385"/>
              <a:ext cx="1608" cy="23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just" eaLnBrk="1" hangingPunct="1">
                <a:lnSpc>
                  <a:spcPct val="100000"/>
                </a:lnSpc>
                <a:buClrTx/>
                <a:buSzTx/>
                <a:buFontTx/>
                <a:buNone/>
              </a:pPr>
              <a:r>
                <a:rPr kumimoji="0" lang="zh-CN" altLang="en-US" dirty="0"/>
                <a:t>结    构</a:t>
              </a:r>
              <a:r>
                <a:rPr kumimoji="0" lang="en-US" altLang="zh-CN" dirty="0" err="1"/>
                <a:t>struct</a:t>
              </a:r>
              <a:endParaRPr kumimoji="0" lang="en-US" altLang="zh-CN" dirty="0"/>
            </a:p>
          </p:txBody>
        </p:sp>
        <p:sp>
          <p:nvSpPr>
            <p:cNvPr id="18" name="Rectangle 19"/>
            <p:cNvSpPr>
              <a:spLocks noChangeArrowheads="1"/>
            </p:cNvSpPr>
            <p:nvPr/>
          </p:nvSpPr>
          <p:spPr bwMode="auto">
            <a:xfrm>
              <a:off x="2699" y="3884"/>
              <a:ext cx="1609" cy="19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just" eaLnBrk="1" hangingPunct="1">
                <a:lnSpc>
                  <a:spcPct val="100000"/>
                </a:lnSpc>
                <a:buClrTx/>
                <a:buSzTx/>
                <a:buFontTx/>
                <a:buNone/>
              </a:pPr>
              <a:r>
                <a:rPr kumimoji="0" lang="zh-CN" altLang="en-US" dirty="0"/>
                <a:t>枚    举</a:t>
              </a:r>
              <a:r>
                <a:rPr kumimoji="0" lang="en-US" altLang="zh-CN" dirty="0" err="1"/>
                <a:t>enum</a:t>
              </a:r>
              <a:endParaRPr kumimoji="0" lang="en-US" altLang="zh-CN" dirty="0"/>
            </a:p>
          </p:txBody>
        </p:sp>
        <p:sp>
          <p:nvSpPr>
            <p:cNvPr id="19" name="Rectangle 21"/>
            <p:cNvSpPr>
              <a:spLocks noChangeArrowheads="1"/>
            </p:cNvSpPr>
            <p:nvPr/>
          </p:nvSpPr>
          <p:spPr bwMode="auto">
            <a:xfrm>
              <a:off x="1227" y="3358"/>
              <a:ext cx="1189" cy="3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just" eaLnBrk="1" hangingPunct="1">
                <a:lnSpc>
                  <a:spcPct val="100000"/>
                </a:lnSpc>
                <a:buClrTx/>
                <a:buSzTx/>
                <a:buFontTx/>
                <a:buNone/>
              </a:pPr>
              <a:r>
                <a:rPr kumimoji="0" lang="zh-CN" altLang="en-US" dirty="0" smtClean="0"/>
                <a:t>自定义数据类型</a:t>
              </a:r>
              <a:endParaRPr kumimoji="0" lang="en-US" altLang="zh-CN" dirty="0" smtClean="0"/>
            </a:p>
            <a:p>
              <a:pPr algn="just" eaLnBrk="1" hangingPunct="1">
                <a:lnSpc>
                  <a:spcPct val="100000"/>
                </a:lnSpc>
                <a:buClrTx/>
                <a:buSzTx/>
                <a:buFontTx/>
                <a:buNone/>
              </a:pPr>
              <a:r>
                <a:rPr kumimoji="0" lang="zh-CN" altLang="en-US" dirty="0" smtClean="0"/>
                <a:t>（复合数据类型）</a:t>
              </a:r>
              <a:endParaRPr kumimoji="0" lang="zh-CN" altLang="en-US" dirty="0"/>
            </a:p>
          </p:txBody>
        </p:sp>
        <p:sp>
          <p:nvSpPr>
            <p:cNvPr id="20" name="AutoShape 22"/>
            <p:cNvSpPr/>
            <p:nvPr/>
          </p:nvSpPr>
          <p:spPr bwMode="auto">
            <a:xfrm>
              <a:off x="934" y="1895"/>
              <a:ext cx="293" cy="1579"/>
            </a:xfrm>
            <a:prstGeom prst="leftBrace">
              <a:avLst>
                <a:gd name="adj1" fmla="val 44909"/>
                <a:gd name="adj2" fmla="val 44824"/>
              </a:avLst>
            </a:prstGeom>
            <a:grpFill/>
            <a:ln w="28575">
              <a:solidFill>
                <a:srgbClr val="FFFF00"/>
              </a:solidFill>
              <a:round/>
            </a:ln>
          </p:spPr>
          <p:txBody>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21" name="Rectangle 23"/>
            <p:cNvSpPr>
              <a:spLocks noChangeArrowheads="1"/>
            </p:cNvSpPr>
            <p:nvPr/>
          </p:nvSpPr>
          <p:spPr bwMode="auto">
            <a:xfrm>
              <a:off x="251" y="2482"/>
              <a:ext cx="683" cy="2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just" eaLnBrk="1" hangingPunct="1">
                <a:lnSpc>
                  <a:spcPct val="100000"/>
                </a:lnSpc>
                <a:buClrTx/>
                <a:buSzTx/>
                <a:buFontTx/>
                <a:buNone/>
              </a:pPr>
              <a:r>
                <a:rPr kumimoji="0" lang="zh-CN" altLang="en-US"/>
                <a:t>数据类型</a:t>
              </a:r>
              <a:endParaRPr kumimoji="0" lang="zh-CN" altLang="en-US"/>
            </a:p>
          </p:txBody>
        </p:sp>
        <p:sp>
          <p:nvSpPr>
            <p:cNvPr id="22" name="Rectangle 24"/>
            <p:cNvSpPr>
              <a:spLocks noChangeArrowheads="1"/>
            </p:cNvSpPr>
            <p:nvPr/>
          </p:nvSpPr>
          <p:spPr bwMode="auto">
            <a:xfrm>
              <a:off x="1113" y="1663"/>
              <a:ext cx="1303" cy="3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lnSpc>
                  <a:spcPct val="100000"/>
                </a:lnSpc>
                <a:buClrTx/>
                <a:buSzTx/>
                <a:buFontTx/>
                <a:buNone/>
              </a:pPr>
              <a:r>
                <a:rPr kumimoji="0" lang="zh-CN" altLang="en-US" dirty="0"/>
                <a:t>基本</a:t>
              </a:r>
              <a:r>
                <a:rPr kumimoji="0" lang="zh-CN" altLang="en-US" dirty="0" smtClean="0"/>
                <a:t>数据类型</a:t>
              </a:r>
              <a:br>
                <a:rPr kumimoji="0" lang="en-US" altLang="zh-CN" dirty="0" smtClean="0"/>
              </a:br>
              <a:r>
                <a:rPr kumimoji="0" lang="zh-CN" altLang="en-US" dirty="0" smtClean="0"/>
                <a:t>（基本内置类型）</a:t>
              </a:r>
              <a:endParaRPr kumimoji="0" lang="zh-CN" altLang="en-US" dirty="0"/>
            </a:p>
          </p:txBody>
        </p:sp>
        <p:sp>
          <p:nvSpPr>
            <p:cNvPr id="23" name="Rectangle 25"/>
            <p:cNvSpPr>
              <a:spLocks noChangeArrowheads="1"/>
            </p:cNvSpPr>
            <p:nvPr/>
          </p:nvSpPr>
          <p:spPr bwMode="auto">
            <a:xfrm>
              <a:off x="2699" y="3611"/>
              <a:ext cx="1609" cy="2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just" eaLnBrk="1" hangingPunct="1">
                <a:lnSpc>
                  <a:spcPct val="100000"/>
                </a:lnSpc>
                <a:buClrTx/>
                <a:buSzTx/>
                <a:buFontTx/>
                <a:buNone/>
              </a:pPr>
              <a:r>
                <a:rPr kumimoji="0" lang="zh-CN" altLang="en-US" dirty="0"/>
                <a:t>联    合</a:t>
              </a:r>
              <a:r>
                <a:rPr kumimoji="0" lang="en-US" altLang="zh-CN" dirty="0"/>
                <a:t>union</a:t>
              </a:r>
              <a:endParaRPr kumimoji="0" lang="en-US" altLang="zh-CN" dirty="0"/>
            </a:p>
          </p:txBody>
        </p:sp>
        <p:sp>
          <p:nvSpPr>
            <p:cNvPr id="24" name="Rectangle 26"/>
            <p:cNvSpPr>
              <a:spLocks noChangeArrowheads="1"/>
            </p:cNvSpPr>
            <p:nvPr/>
          </p:nvSpPr>
          <p:spPr bwMode="auto">
            <a:xfrm>
              <a:off x="2711" y="2704"/>
              <a:ext cx="1609" cy="2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just" eaLnBrk="1" hangingPunct="1">
                <a:lnSpc>
                  <a:spcPct val="100000"/>
                </a:lnSpc>
                <a:buClrTx/>
                <a:buSzTx/>
                <a:buFontTx/>
                <a:buNone/>
              </a:pPr>
              <a:r>
                <a:rPr kumimoji="0" lang="zh-CN" altLang="en-US" dirty="0" smtClean="0"/>
                <a:t>引    用</a:t>
              </a:r>
              <a:endParaRPr kumimoji="0" lang="en-US" altLang="zh-CN" dirty="0"/>
            </a:p>
          </p:txBody>
        </p:sp>
        <p:sp>
          <p:nvSpPr>
            <p:cNvPr id="25" name="Rectangle 30"/>
            <p:cNvSpPr>
              <a:spLocks noChangeArrowheads="1"/>
            </p:cNvSpPr>
            <p:nvPr/>
          </p:nvSpPr>
          <p:spPr bwMode="auto">
            <a:xfrm>
              <a:off x="2699" y="4110"/>
              <a:ext cx="1024" cy="2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just" eaLnBrk="1" hangingPunct="1">
                <a:lnSpc>
                  <a:spcPct val="100000"/>
                </a:lnSpc>
                <a:buClrTx/>
                <a:buSzTx/>
                <a:buFontTx/>
                <a:buNone/>
              </a:pPr>
              <a:r>
                <a:rPr kumimoji="0" lang="zh-CN" altLang="en-US" dirty="0"/>
                <a:t>类</a:t>
              </a:r>
              <a:r>
                <a:rPr kumimoji="0" lang="en-US" altLang="zh-CN" dirty="0"/>
                <a:t>class</a:t>
              </a:r>
              <a:endParaRPr kumimoji="0" lang="en-US" altLang="zh-CN" dirty="0"/>
            </a:p>
          </p:txBody>
        </p:sp>
        <p:sp>
          <p:nvSpPr>
            <p:cNvPr id="26" name="Rectangle 34"/>
            <p:cNvSpPr>
              <a:spLocks noChangeArrowheads="1"/>
            </p:cNvSpPr>
            <p:nvPr/>
          </p:nvSpPr>
          <p:spPr bwMode="auto">
            <a:xfrm>
              <a:off x="2699" y="2387"/>
              <a:ext cx="1608" cy="2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just" eaLnBrk="1" hangingPunct="1">
                <a:lnSpc>
                  <a:spcPct val="100000"/>
                </a:lnSpc>
                <a:buClrTx/>
                <a:buSzTx/>
                <a:buFontTx/>
                <a:buNone/>
              </a:pPr>
              <a:r>
                <a:rPr kumimoji="0" lang="zh-CN" altLang="en-US"/>
                <a:t>空类型</a:t>
              </a:r>
              <a:r>
                <a:rPr kumimoji="0" lang="en-US" altLang="zh-CN"/>
                <a:t>void</a:t>
              </a:r>
              <a:endParaRPr kumimoji="0" lang="en-US" altLang="zh-CN"/>
            </a:p>
          </p:txBody>
        </p:sp>
        <p:sp>
          <p:nvSpPr>
            <p:cNvPr id="27" name="Rectangle 26"/>
            <p:cNvSpPr>
              <a:spLocks noChangeArrowheads="1"/>
            </p:cNvSpPr>
            <p:nvPr/>
          </p:nvSpPr>
          <p:spPr bwMode="auto">
            <a:xfrm>
              <a:off x="2698" y="2913"/>
              <a:ext cx="1609" cy="2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just" eaLnBrk="1" hangingPunct="1">
                <a:lnSpc>
                  <a:spcPct val="100000"/>
                </a:lnSpc>
                <a:buClrTx/>
                <a:buSzTx/>
                <a:buFontTx/>
                <a:buNone/>
              </a:pPr>
              <a:r>
                <a:rPr kumimoji="0" lang="zh-CN" altLang="en-US" dirty="0"/>
                <a:t>数    组</a:t>
              </a:r>
              <a:r>
                <a:rPr kumimoji="0" lang="en-US" altLang="zh-CN" dirty="0"/>
                <a:t>type[ ]</a:t>
              </a:r>
              <a:endParaRPr kumimoji="0" lang="en-US" altLang="zh-CN" dirty="0"/>
            </a:p>
          </p:txBody>
        </p:sp>
      </p:gr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algn="ctr" eaLnBrk="1" hangingPunct="1"/>
            <a:r>
              <a:rPr lang="en-US" altLang="zh-CN" b="1" dirty="0">
                <a:latin typeface="Times New Roman" panose="02020603050405020304" pitchFamily="18" charset="0"/>
                <a:ea typeface="隶书" panose="02010509060101010101" pitchFamily="49" charset="-122"/>
              </a:rPr>
              <a:t>C++</a:t>
            </a:r>
            <a:r>
              <a:rPr lang="zh-CN" altLang="en-US" b="1" dirty="0">
                <a:latin typeface="Times New Roman" panose="02020603050405020304" pitchFamily="18" charset="0"/>
                <a:ea typeface="隶书" panose="02010509060101010101" pitchFamily="49" charset="-122"/>
              </a:rPr>
              <a:t>数据类型概述</a:t>
            </a:r>
            <a:endParaRPr lang="zh-CN" altLang="en-US" b="1" dirty="0">
              <a:latin typeface="Times New Roman" panose="02020603050405020304" pitchFamily="18" charset="0"/>
              <a:ea typeface="隶书" panose="02010509060101010101" pitchFamily="49" charset="-122"/>
            </a:endParaRPr>
          </a:p>
        </p:txBody>
      </p:sp>
      <p:sp>
        <p:nvSpPr>
          <p:cNvPr id="28" name="Rectangle 5"/>
          <p:cNvSpPr>
            <a:spLocks noChangeArrowheads="1"/>
          </p:cNvSpPr>
          <p:nvPr/>
        </p:nvSpPr>
        <p:spPr bwMode="auto">
          <a:xfrm>
            <a:off x="1042988" y="1700213"/>
            <a:ext cx="77771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50000"/>
              </a:spcBef>
              <a:buClrTx/>
              <a:buSzTx/>
              <a:buFontTx/>
              <a:buNone/>
            </a:pPr>
            <a:r>
              <a:rPr kumimoji="0" lang="zh-CN" altLang="en-US" sz="2400" dirty="0" smtClean="0">
                <a:solidFill>
                  <a:srgbClr val="FFFF00"/>
                </a:solidFill>
              </a:rPr>
              <a:t>基本数据类型：</a:t>
            </a:r>
            <a:r>
              <a:rPr lang="zh-CN" altLang="en-US" sz="2400" dirty="0"/>
              <a:t>对应于计算机的基本存储单元和使用这些单元去保存数据的一些常用</a:t>
            </a:r>
            <a:r>
              <a:rPr lang="zh-CN" altLang="en-US" sz="2400" dirty="0" smtClean="0"/>
              <a:t>方式</a:t>
            </a:r>
            <a:r>
              <a:rPr lang="zh-CN" altLang="en-US" sz="2400" dirty="0"/>
              <a:t>。</a:t>
            </a:r>
            <a:endParaRPr kumimoji="0" lang="zh-CN" altLang="en-US" sz="2400" dirty="0"/>
          </a:p>
        </p:txBody>
      </p:sp>
      <p:sp>
        <p:nvSpPr>
          <p:cNvPr id="29" name="Rectangle 5"/>
          <p:cNvSpPr>
            <a:spLocks noChangeArrowheads="1"/>
          </p:cNvSpPr>
          <p:nvPr/>
        </p:nvSpPr>
        <p:spPr bwMode="auto">
          <a:xfrm>
            <a:off x="1059756" y="4077072"/>
            <a:ext cx="77771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50000"/>
              </a:spcBef>
              <a:buClrTx/>
              <a:buSzTx/>
              <a:buFontTx/>
              <a:buNone/>
            </a:pPr>
            <a:r>
              <a:rPr kumimoji="0" lang="zh-CN" altLang="en-US" sz="2400" dirty="0" smtClean="0">
                <a:solidFill>
                  <a:srgbClr val="FFFF00"/>
                </a:solidFill>
              </a:rPr>
              <a:t>自定义数据类型，又称复合数据类型：</a:t>
            </a:r>
            <a:r>
              <a:rPr lang="zh-CN" altLang="en-US" sz="2400" dirty="0" smtClean="0"/>
              <a:t>基于其他数据类型（基本数据类型或复合数据类型）定义的类型。</a:t>
            </a:r>
            <a:endParaRPr kumimoji="0" lang="zh-CN" altLang="en-US" sz="2400" dirty="0"/>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xfrm>
            <a:off x="457200" y="561975"/>
            <a:ext cx="8229600" cy="1066800"/>
          </a:xfrm>
        </p:spPr>
        <p:txBody>
          <a:bodyPr/>
          <a:lstStyle/>
          <a:p>
            <a:pPr algn="ctr"/>
            <a:r>
              <a:rPr lang="en-US" altLang="zh-CN" b="1" dirty="0">
                <a:latin typeface="Times New Roman" panose="02020603050405020304" pitchFamily="18" charset="0"/>
                <a:ea typeface="隶书" panose="02010509060101010101" pitchFamily="49" charset="-122"/>
              </a:rPr>
              <a:t>2.2.1 </a:t>
            </a:r>
            <a:r>
              <a:rPr lang="zh-CN" altLang="en-US" b="1" dirty="0">
                <a:latin typeface="Times New Roman" panose="02020603050405020304" pitchFamily="18" charset="0"/>
                <a:ea typeface="隶书" panose="02010509060101010101" pitchFamily="49" charset="-122"/>
              </a:rPr>
              <a:t>基本数据类型</a:t>
            </a:r>
            <a:endParaRPr lang="zh-CN" altLang="en-US" b="1" dirty="0">
              <a:latin typeface="Times New Roman" panose="02020603050405020304" pitchFamily="18" charset="0"/>
              <a:ea typeface="隶书" panose="02010509060101010101" pitchFamily="49" charset="-122"/>
            </a:endParaRPr>
          </a:p>
        </p:txBody>
      </p:sp>
      <p:sp>
        <p:nvSpPr>
          <p:cNvPr id="21507" name="内容占位符 5"/>
          <p:cNvSpPr>
            <a:spLocks noGrp="1"/>
          </p:cNvSpPr>
          <p:nvPr>
            <p:ph idx="1"/>
          </p:nvPr>
        </p:nvSpPr>
        <p:spPr>
          <a:xfrm>
            <a:off x="457200" y="1628775"/>
            <a:ext cx="8229600" cy="4945063"/>
          </a:xfrm>
        </p:spPr>
        <p:txBody>
          <a:bodyPr/>
          <a:lstStyle/>
          <a:p>
            <a:pPr eaLnBrk="1" hangingPunct="1"/>
            <a:r>
              <a:rPr lang="en-US" altLang="zh-CN" sz="2400" b="1" dirty="0">
                <a:latin typeface="Times New Roman" panose="02020603050405020304" pitchFamily="18" charset="0"/>
                <a:ea typeface="华文楷体" panose="02010600040101010101" pitchFamily="2" charset="-122"/>
              </a:rPr>
              <a:t>C++</a:t>
            </a:r>
            <a:r>
              <a:rPr lang="zh-CN" altLang="en-US" sz="2400" b="1" dirty="0">
                <a:latin typeface="Times New Roman" panose="02020603050405020304" pitchFamily="18" charset="0"/>
                <a:ea typeface="华文楷体" panose="02010600040101010101" pitchFamily="2" charset="-122"/>
              </a:rPr>
              <a:t>能够处理的基本数据类型</a:t>
            </a:r>
            <a:endParaRPr lang="en-US" altLang="zh-CN" sz="2400" b="1" dirty="0">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Char char="ü"/>
            </a:pPr>
            <a:r>
              <a:rPr lang="zh-CN" altLang="en-US" sz="2400" b="1" dirty="0">
                <a:latin typeface="Times New Roman" panose="02020603050405020304" pitchFamily="18" charset="0"/>
                <a:ea typeface="华文楷体" panose="02010600040101010101" pitchFamily="2" charset="-122"/>
              </a:rPr>
              <a:t>整数类型</a:t>
            </a:r>
            <a:endParaRPr lang="en-US" altLang="zh-CN" sz="2400" b="1" dirty="0">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Char char="ü"/>
            </a:pPr>
            <a:r>
              <a:rPr lang="zh-CN" altLang="en-US" sz="2400" b="1" dirty="0">
                <a:latin typeface="Times New Roman" panose="02020603050405020304" pitchFamily="18" charset="0"/>
                <a:ea typeface="华文楷体" panose="02010600040101010101" pitchFamily="2" charset="-122"/>
              </a:rPr>
              <a:t>浮点数类型</a:t>
            </a:r>
            <a:endParaRPr lang="en-US" altLang="zh-CN" sz="2400" b="1" dirty="0">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Char char="ü"/>
            </a:pPr>
            <a:r>
              <a:rPr lang="zh-CN" altLang="en-US" sz="2400" b="1" dirty="0">
                <a:latin typeface="Times New Roman" panose="02020603050405020304" pitchFamily="18" charset="0"/>
                <a:ea typeface="华文楷体" panose="02010600040101010101" pitchFamily="2" charset="-122"/>
              </a:rPr>
              <a:t>字符类型</a:t>
            </a:r>
            <a:endParaRPr lang="en-US" altLang="zh-CN" sz="2400" b="1" dirty="0">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Char char="ü"/>
            </a:pPr>
            <a:r>
              <a:rPr lang="zh-CN" altLang="en-US" sz="2400" b="1" dirty="0">
                <a:latin typeface="Times New Roman" panose="02020603050405020304" pitchFamily="18" charset="0"/>
                <a:ea typeface="华文楷体" panose="02010600040101010101" pitchFamily="2" charset="-122"/>
              </a:rPr>
              <a:t>布尔类型</a:t>
            </a:r>
            <a:endParaRPr lang="zh-CN" altLang="en-US" sz="2400" b="1" dirty="0">
              <a:latin typeface="Times New Roman" panose="02020603050405020304" pitchFamily="18" charset="0"/>
              <a:ea typeface="华文楷体" panose="02010600040101010101" pitchFamily="2" charset="-122"/>
            </a:endParaRPr>
          </a:p>
          <a:p>
            <a:pPr eaLnBrk="1" hangingPunct="1"/>
            <a:r>
              <a:rPr lang="zh-CN" altLang="en-US" sz="2400" b="1" dirty="0">
                <a:latin typeface="Times New Roman" panose="02020603050405020304" pitchFamily="18" charset="0"/>
                <a:ea typeface="华文楷体" panose="02010600040101010101" pitchFamily="2" charset="-122"/>
              </a:rPr>
              <a:t>程序中的数据</a:t>
            </a:r>
            <a:endParaRPr lang="zh-CN" altLang="en-US" sz="2400" b="1" dirty="0">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Char char="ü"/>
            </a:pPr>
            <a:r>
              <a:rPr lang="zh-CN" altLang="en-US" sz="2400" b="1" dirty="0">
                <a:latin typeface="Times New Roman" panose="02020603050405020304" pitchFamily="18" charset="0"/>
                <a:ea typeface="华文楷体" panose="02010600040101010101" pitchFamily="2" charset="-122"/>
              </a:rPr>
              <a:t>常量：在源程序中直接写明的数据，其值在整个程序运行期间不可改变，这样的数据称为常量。</a:t>
            </a:r>
            <a:endParaRPr lang="en-US" altLang="zh-CN" sz="2400" b="1" dirty="0">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Char char="ü"/>
            </a:pPr>
            <a:r>
              <a:rPr lang="zh-CN" altLang="en-US" sz="2400" b="1" dirty="0">
                <a:latin typeface="Times New Roman" panose="02020603050405020304" pitchFamily="18" charset="0"/>
                <a:ea typeface="华文楷体" panose="02010600040101010101" pitchFamily="2" charset="-122"/>
              </a:rPr>
              <a:t>变量：在程序运行过程中允许改变的数据，称为变量。</a:t>
            </a:r>
            <a:endParaRPr lang="zh-CN" altLang="en-US" sz="2400" b="1" dirty="0">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576597" y="2079202"/>
          <a:ext cx="7450889" cy="3563462"/>
        </p:xfrm>
        <a:graphic>
          <a:graphicData uri="http://schemas.openxmlformats.org/drawingml/2006/table">
            <a:tbl>
              <a:tblPr firstRow="1" firstCol="1" bandRow="1" bandCol="1">
                <a:tableStyleId>{5C22544A-7EE6-4342-B048-85BDC9FD1C3A}</a:tableStyleId>
              </a:tblPr>
              <a:tblGrid>
                <a:gridCol w="2550684"/>
                <a:gridCol w="1871480"/>
                <a:gridCol w="3028725"/>
              </a:tblGrid>
              <a:tr h="219222">
                <a:tc>
                  <a:txBody>
                    <a:bodyPr/>
                    <a:lstStyle/>
                    <a:p>
                      <a:pPr indent="266700" algn="ctr">
                        <a:lnSpc>
                          <a:spcPts val="1560"/>
                        </a:lnSpc>
                        <a:spcAft>
                          <a:spcPts val="0"/>
                        </a:spcAft>
                      </a:pPr>
                      <a:r>
                        <a:rPr lang="zh-CN" sz="1300">
                          <a:solidFill>
                            <a:schemeClr val="tx1"/>
                          </a:solidFill>
                          <a:effectLst/>
                          <a:latin typeface="微软雅黑" panose="020B0503020204020204" pitchFamily="34" charset="-122"/>
                          <a:ea typeface="微软雅黑" panose="020B0503020204020204" pitchFamily="34" charset="-122"/>
                        </a:rPr>
                        <a:t>类型名</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zh-CN" sz="1300">
                          <a:solidFill>
                            <a:schemeClr val="tx1"/>
                          </a:solidFill>
                          <a:effectLst/>
                          <a:latin typeface="微软雅黑" panose="020B0503020204020204" pitchFamily="34" charset="-122"/>
                          <a:ea typeface="微软雅黑" panose="020B0503020204020204" pitchFamily="34" charset="-122"/>
                        </a:rPr>
                        <a:t>长度（字节）</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zh-CN" sz="1300">
                          <a:solidFill>
                            <a:schemeClr val="tx1"/>
                          </a:solidFill>
                          <a:effectLst/>
                          <a:latin typeface="微软雅黑" panose="020B0503020204020204" pitchFamily="34" charset="-122"/>
                          <a:ea typeface="微软雅黑" panose="020B0503020204020204" pitchFamily="34" charset="-122"/>
                        </a:rPr>
                        <a:t>取值范围</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19222">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bool</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1</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false</a:t>
                      </a:r>
                      <a:r>
                        <a:rPr lang="zh-CN" sz="1300">
                          <a:solidFill>
                            <a:schemeClr val="tx1"/>
                          </a:solidFill>
                          <a:effectLst/>
                          <a:latin typeface="微软雅黑" panose="020B0503020204020204" pitchFamily="34" charset="-122"/>
                          <a:ea typeface="微软雅黑" panose="020B0503020204020204" pitchFamily="34" charset="-122"/>
                        </a:rPr>
                        <a:t>，</a:t>
                      </a:r>
                      <a:r>
                        <a:rPr lang="en-US" sz="1300">
                          <a:solidFill>
                            <a:schemeClr val="tx1"/>
                          </a:solidFill>
                          <a:effectLst/>
                          <a:latin typeface="微软雅黑" panose="020B0503020204020204" pitchFamily="34" charset="-122"/>
                          <a:ea typeface="微软雅黑" panose="020B0503020204020204" pitchFamily="34" charset="-122"/>
                        </a:rPr>
                        <a:t>true</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19222">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char</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1</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-128~127</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19222">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signed char</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1</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-128~127</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19222">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unsigned char</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1</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0~255</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30443">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short</a:t>
                      </a:r>
                      <a:r>
                        <a:rPr lang="zh-CN" sz="1300">
                          <a:solidFill>
                            <a:schemeClr val="tx1"/>
                          </a:solidFill>
                          <a:effectLst/>
                          <a:latin typeface="微软雅黑" panose="020B0503020204020204" pitchFamily="34" charset="-122"/>
                          <a:ea typeface="微软雅黑" panose="020B0503020204020204" pitchFamily="34" charset="-122"/>
                        </a:rPr>
                        <a:t>（</a:t>
                      </a:r>
                      <a:r>
                        <a:rPr lang="en-US" sz="1300">
                          <a:solidFill>
                            <a:schemeClr val="tx1"/>
                          </a:solidFill>
                          <a:effectLst/>
                          <a:latin typeface="微软雅黑" panose="020B0503020204020204" pitchFamily="34" charset="-122"/>
                          <a:ea typeface="微软雅黑" panose="020B0503020204020204" pitchFamily="34" charset="-122"/>
                        </a:rPr>
                        <a:t>signed short</a:t>
                      </a:r>
                      <a:r>
                        <a:rPr lang="zh-CN" sz="1300">
                          <a:solidFill>
                            <a:schemeClr val="tx1"/>
                          </a:solidFill>
                          <a:effectLst/>
                          <a:latin typeface="微软雅黑" panose="020B0503020204020204" pitchFamily="34" charset="-122"/>
                          <a:ea typeface="微软雅黑" panose="020B0503020204020204" pitchFamily="34" charset="-122"/>
                        </a:rPr>
                        <a:t>）</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2</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-32768~32767</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19222">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unsigned short</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2</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0~65535</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19222">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int</a:t>
                      </a:r>
                      <a:r>
                        <a:rPr lang="zh-CN" sz="1300">
                          <a:solidFill>
                            <a:schemeClr val="tx1"/>
                          </a:solidFill>
                          <a:effectLst/>
                          <a:latin typeface="微软雅黑" panose="020B0503020204020204" pitchFamily="34" charset="-122"/>
                          <a:ea typeface="微软雅黑" panose="020B0503020204020204" pitchFamily="34" charset="-122"/>
                        </a:rPr>
                        <a:t>（</a:t>
                      </a:r>
                      <a:r>
                        <a:rPr lang="en-US" sz="1300">
                          <a:solidFill>
                            <a:schemeClr val="tx1"/>
                          </a:solidFill>
                          <a:effectLst/>
                          <a:latin typeface="微软雅黑" panose="020B0503020204020204" pitchFamily="34" charset="-122"/>
                          <a:ea typeface="微软雅黑" panose="020B0503020204020204" pitchFamily="34" charset="-122"/>
                        </a:rPr>
                        <a:t>signed int</a:t>
                      </a:r>
                      <a:r>
                        <a:rPr lang="zh-CN" sz="1300">
                          <a:solidFill>
                            <a:schemeClr val="tx1"/>
                          </a:solidFill>
                          <a:effectLst/>
                          <a:latin typeface="微软雅黑" panose="020B0503020204020204" pitchFamily="34" charset="-122"/>
                          <a:ea typeface="微软雅黑" panose="020B0503020204020204" pitchFamily="34" charset="-122"/>
                        </a:rPr>
                        <a:t>）</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4</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-2</a:t>
                      </a:r>
                      <a:r>
                        <a:rPr lang="en-US" sz="1300" baseline="30000">
                          <a:solidFill>
                            <a:schemeClr val="tx1"/>
                          </a:solidFill>
                          <a:effectLst/>
                          <a:latin typeface="微软雅黑" panose="020B0503020204020204" pitchFamily="34" charset="-122"/>
                          <a:ea typeface="微软雅黑" panose="020B0503020204020204" pitchFamily="34" charset="-122"/>
                        </a:rPr>
                        <a:t>31</a:t>
                      </a:r>
                      <a:r>
                        <a:rPr lang="en-US" sz="1300">
                          <a:solidFill>
                            <a:schemeClr val="tx1"/>
                          </a:solidFill>
                          <a:effectLst/>
                          <a:latin typeface="微软雅黑" panose="020B0503020204020204" pitchFamily="34" charset="-122"/>
                          <a:ea typeface="微软雅黑" panose="020B0503020204020204" pitchFamily="34" charset="-122"/>
                        </a:rPr>
                        <a:t>~2</a:t>
                      </a:r>
                      <a:r>
                        <a:rPr lang="en-US" sz="1300" baseline="30000">
                          <a:solidFill>
                            <a:schemeClr val="tx1"/>
                          </a:solidFill>
                          <a:effectLst/>
                          <a:latin typeface="微软雅黑" panose="020B0503020204020204" pitchFamily="34" charset="-122"/>
                          <a:ea typeface="微软雅黑" panose="020B0503020204020204" pitchFamily="34" charset="-122"/>
                        </a:rPr>
                        <a:t>31</a:t>
                      </a:r>
                      <a:r>
                        <a:rPr lang="en-US" sz="1300">
                          <a:solidFill>
                            <a:schemeClr val="tx1"/>
                          </a:solidFill>
                          <a:effectLst/>
                          <a:latin typeface="微软雅黑" panose="020B0503020204020204" pitchFamily="34" charset="-122"/>
                          <a:ea typeface="微软雅黑" panose="020B0503020204020204" pitchFamily="34" charset="-122"/>
                        </a:rPr>
                        <a:t>-1</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19222">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unsigned int</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4</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0~2</a:t>
                      </a:r>
                      <a:r>
                        <a:rPr lang="en-US" sz="1300" baseline="30000">
                          <a:solidFill>
                            <a:schemeClr val="tx1"/>
                          </a:solidFill>
                          <a:effectLst/>
                          <a:latin typeface="微软雅黑" panose="020B0503020204020204" pitchFamily="34" charset="-122"/>
                          <a:ea typeface="微软雅黑" panose="020B0503020204020204" pitchFamily="34" charset="-122"/>
                        </a:rPr>
                        <a:t>32</a:t>
                      </a:r>
                      <a:r>
                        <a:rPr lang="en-US" sz="1300">
                          <a:solidFill>
                            <a:schemeClr val="tx1"/>
                          </a:solidFill>
                          <a:effectLst/>
                          <a:latin typeface="微软雅黑" panose="020B0503020204020204" pitchFamily="34" charset="-122"/>
                          <a:ea typeface="微软雅黑" panose="020B0503020204020204" pitchFamily="34" charset="-122"/>
                        </a:rPr>
                        <a:t>-1</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26710">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long</a:t>
                      </a:r>
                      <a:r>
                        <a:rPr lang="zh-CN" sz="1300">
                          <a:solidFill>
                            <a:schemeClr val="tx1"/>
                          </a:solidFill>
                          <a:effectLst/>
                          <a:latin typeface="微软雅黑" panose="020B0503020204020204" pitchFamily="34" charset="-122"/>
                          <a:ea typeface="微软雅黑" panose="020B0503020204020204" pitchFamily="34" charset="-122"/>
                        </a:rPr>
                        <a:t>（</a:t>
                      </a:r>
                      <a:r>
                        <a:rPr lang="en-US" sz="1300">
                          <a:solidFill>
                            <a:schemeClr val="tx1"/>
                          </a:solidFill>
                          <a:effectLst/>
                          <a:latin typeface="微软雅黑" panose="020B0503020204020204" pitchFamily="34" charset="-122"/>
                          <a:ea typeface="微软雅黑" panose="020B0503020204020204" pitchFamily="34" charset="-122"/>
                        </a:rPr>
                        <a:t>signed long</a:t>
                      </a:r>
                      <a:r>
                        <a:rPr lang="zh-CN" sz="1300">
                          <a:solidFill>
                            <a:schemeClr val="tx1"/>
                          </a:solidFill>
                          <a:effectLst/>
                          <a:latin typeface="微软雅黑" panose="020B0503020204020204" pitchFamily="34" charset="-122"/>
                          <a:ea typeface="微软雅黑" panose="020B0503020204020204" pitchFamily="34" charset="-122"/>
                        </a:rPr>
                        <a:t>）</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4</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-2</a:t>
                      </a:r>
                      <a:r>
                        <a:rPr lang="en-US" sz="1300" baseline="30000">
                          <a:solidFill>
                            <a:schemeClr val="tx1"/>
                          </a:solidFill>
                          <a:effectLst/>
                          <a:latin typeface="微软雅黑" panose="020B0503020204020204" pitchFamily="34" charset="-122"/>
                          <a:ea typeface="微软雅黑" panose="020B0503020204020204" pitchFamily="34" charset="-122"/>
                        </a:rPr>
                        <a:t>31</a:t>
                      </a:r>
                      <a:r>
                        <a:rPr lang="en-US" sz="1300">
                          <a:solidFill>
                            <a:schemeClr val="tx1"/>
                          </a:solidFill>
                          <a:effectLst/>
                          <a:latin typeface="微软雅黑" panose="020B0503020204020204" pitchFamily="34" charset="-122"/>
                          <a:ea typeface="微软雅黑" panose="020B0503020204020204" pitchFamily="34" charset="-122"/>
                        </a:rPr>
                        <a:t>~2</a:t>
                      </a:r>
                      <a:r>
                        <a:rPr lang="en-US" sz="1300" baseline="30000">
                          <a:solidFill>
                            <a:schemeClr val="tx1"/>
                          </a:solidFill>
                          <a:effectLst/>
                          <a:latin typeface="微软雅黑" panose="020B0503020204020204" pitchFamily="34" charset="-122"/>
                          <a:ea typeface="微软雅黑" panose="020B0503020204020204" pitchFamily="34" charset="-122"/>
                        </a:rPr>
                        <a:t>31</a:t>
                      </a:r>
                      <a:r>
                        <a:rPr lang="en-US" sz="1300">
                          <a:solidFill>
                            <a:schemeClr val="tx1"/>
                          </a:solidFill>
                          <a:effectLst/>
                          <a:latin typeface="微软雅黑" panose="020B0503020204020204" pitchFamily="34" charset="-122"/>
                          <a:ea typeface="微软雅黑" panose="020B0503020204020204" pitchFamily="34" charset="-122"/>
                        </a:rPr>
                        <a:t>-1</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19222">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unsigned long</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4</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0~2</a:t>
                      </a:r>
                      <a:r>
                        <a:rPr lang="en-US" sz="1300" baseline="30000">
                          <a:solidFill>
                            <a:schemeClr val="tx1"/>
                          </a:solidFill>
                          <a:effectLst/>
                          <a:latin typeface="微软雅黑" panose="020B0503020204020204" pitchFamily="34" charset="-122"/>
                          <a:ea typeface="微软雅黑" panose="020B0503020204020204" pitchFamily="34" charset="-122"/>
                        </a:rPr>
                        <a:t>32</a:t>
                      </a:r>
                      <a:r>
                        <a:rPr lang="en-US" sz="1300">
                          <a:solidFill>
                            <a:schemeClr val="tx1"/>
                          </a:solidFill>
                          <a:effectLst/>
                          <a:latin typeface="微软雅黑" panose="020B0503020204020204" pitchFamily="34" charset="-122"/>
                          <a:ea typeface="微软雅黑" panose="020B0503020204020204" pitchFamily="34" charset="-122"/>
                        </a:rPr>
                        <a:t>-1</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19222">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long long</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8</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-2</a:t>
                      </a:r>
                      <a:r>
                        <a:rPr lang="en-US" sz="1300" baseline="30000">
                          <a:solidFill>
                            <a:schemeClr val="tx1"/>
                          </a:solidFill>
                          <a:effectLst/>
                          <a:latin typeface="微软雅黑" panose="020B0503020204020204" pitchFamily="34" charset="-122"/>
                          <a:ea typeface="微软雅黑" panose="020B0503020204020204" pitchFamily="34" charset="-122"/>
                        </a:rPr>
                        <a:t>63</a:t>
                      </a:r>
                      <a:r>
                        <a:rPr lang="en-US" sz="1300">
                          <a:solidFill>
                            <a:schemeClr val="tx1"/>
                          </a:solidFill>
                          <a:effectLst/>
                          <a:latin typeface="微软雅黑" panose="020B0503020204020204" pitchFamily="34" charset="-122"/>
                          <a:ea typeface="微软雅黑" panose="020B0503020204020204" pitchFamily="34" charset="-122"/>
                        </a:rPr>
                        <a:t>~2</a:t>
                      </a:r>
                      <a:r>
                        <a:rPr lang="en-US" sz="1300" baseline="30000">
                          <a:solidFill>
                            <a:schemeClr val="tx1"/>
                          </a:solidFill>
                          <a:effectLst/>
                          <a:latin typeface="微软雅黑" panose="020B0503020204020204" pitchFamily="34" charset="-122"/>
                          <a:ea typeface="微软雅黑" panose="020B0503020204020204" pitchFamily="34" charset="-122"/>
                        </a:rPr>
                        <a:t>63</a:t>
                      </a:r>
                      <a:r>
                        <a:rPr lang="en-US" sz="1300">
                          <a:solidFill>
                            <a:schemeClr val="tx1"/>
                          </a:solidFill>
                          <a:effectLst/>
                          <a:latin typeface="微软雅黑" panose="020B0503020204020204" pitchFamily="34" charset="-122"/>
                          <a:ea typeface="微软雅黑" panose="020B0503020204020204" pitchFamily="34" charset="-122"/>
                        </a:rPr>
                        <a:t>-1</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56423">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unsigned long long</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8</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0~2</a:t>
                      </a:r>
                      <a:r>
                        <a:rPr lang="en-US" sz="1300" baseline="30000">
                          <a:solidFill>
                            <a:schemeClr val="tx1"/>
                          </a:solidFill>
                          <a:effectLst/>
                          <a:latin typeface="微软雅黑" panose="020B0503020204020204" pitchFamily="34" charset="-122"/>
                          <a:ea typeface="微软雅黑" panose="020B0503020204020204" pitchFamily="34" charset="-122"/>
                        </a:rPr>
                        <a:t>64</a:t>
                      </a:r>
                      <a:r>
                        <a:rPr lang="en-US" sz="1300">
                          <a:solidFill>
                            <a:schemeClr val="tx1"/>
                          </a:solidFill>
                          <a:effectLst/>
                          <a:latin typeface="微软雅黑" panose="020B0503020204020204" pitchFamily="34" charset="-122"/>
                          <a:ea typeface="微软雅黑" panose="020B0503020204020204" pitchFamily="34" charset="-122"/>
                        </a:rPr>
                        <a:t>-1</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19222">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float</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4</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zh-CN" altLang="en-US" sz="1300">
                          <a:solidFill>
                            <a:schemeClr val="tx1"/>
                          </a:solidFill>
                          <a:effectLst/>
                          <a:latin typeface="微软雅黑" panose="020B0503020204020204" pitchFamily="34" charset="-122"/>
                          <a:ea typeface="微软雅黑" panose="020B0503020204020204" pitchFamily="34" charset="-122"/>
                        </a:rPr>
                        <a:t>绝对值范围</a:t>
                      </a:r>
                      <a:r>
                        <a:rPr lang="en-US" sz="1300">
                          <a:solidFill>
                            <a:schemeClr val="tx1"/>
                          </a:solidFill>
                          <a:effectLst/>
                          <a:latin typeface="微软雅黑" panose="020B0503020204020204" pitchFamily="34" charset="-122"/>
                          <a:ea typeface="微软雅黑" panose="020B0503020204020204" pitchFamily="34" charset="-122"/>
                        </a:rPr>
                        <a:t>3.4</a:t>
                      </a:r>
                      <a:r>
                        <a:rPr lang="zh-CN" sz="1300">
                          <a:solidFill>
                            <a:schemeClr val="tx1"/>
                          </a:solidFill>
                          <a:effectLst/>
                          <a:latin typeface="微软雅黑" panose="020B0503020204020204" pitchFamily="34" charset="-122"/>
                          <a:ea typeface="微软雅黑" panose="020B0503020204020204" pitchFamily="34" charset="-122"/>
                        </a:rPr>
                        <a:t>×</a:t>
                      </a:r>
                      <a:r>
                        <a:rPr lang="en-US" sz="1300">
                          <a:solidFill>
                            <a:schemeClr val="tx1"/>
                          </a:solidFill>
                          <a:effectLst/>
                          <a:latin typeface="微软雅黑" panose="020B0503020204020204" pitchFamily="34" charset="-122"/>
                          <a:ea typeface="微软雅黑" panose="020B0503020204020204" pitchFamily="34" charset="-122"/>
                        </a:rPr>
                        <a:t>10</a:t>
                      </a:r>
                      <a:r>
                        <a:rPr lang="en-US" sz="1300" baseline="30000">
                          <a:solidFill>
                            <a:schemeClr val="tx1"/>
                          </a:solidFill>
                          <a:effectLst/>
                          <a:latin typeface="微软雅黑" panose="020B0503020204020204" pitchFamily="34" charset="-122"/>
                          <a:ea typeface="微软雅黑" panose="020B0503020204020204" pitchFamily="34" charset="-122"/>
                        </a:rPr>
                        <a:t>-38</a:t>
                      </a:r>
                      <a:r>
                        <a:rPr lang="en-US" sz="1300">
                          <a:solidFill>
                            <a:schemeClr val="tx1"/>
                          </a:solidFill>
                          <a:effectLst/>
                          <a:latin typeface="微软雅黑" panose="020B0503020204020204" pitchFamily="34" charset="-122"/>
                          <a:ea typeface="微软雅黑" panose="020B0503020204020204" pitchFamily="34" charset="-122"/>
                        </a:rPr>
                        <a:t>~3.4</a:t>
                      </a:r>
                      <a:r>
                        <a:rPr lang="zh-CN" sz="1300">
                          <a:solidFill>
                            <a:schemeClr val="tx1"/>
                          </a:solidFill>
                          <a:effectLst/>
                          <a:latin typeface="微软雅黑" panose="020B0503020204020204" pitchFamily="34" charset="-122"/>
                          <a:ea typeface="微软雅黑" panose="020B0503020204020204" pitchFamily="34" charset="-122"/>
                        </a:rPr>
                        <a:t>×</a:t>
                      </a:r>
                      <a:r>
                        <a:rPr lang="en-US" sz="1300">
                          <a:solidFill>
                            <a:schemeClr val="tx1"/>
                          </a:solidFill>
                          <a:effectLst/>
                          <a:latin typeface="微软雅黑" panose="020B0503020204020204" pitchFamily="34" charset="-122"/>
                          <a:ea typeface="微软雅黑" panose="020B0503020204020204" pitchFamily="34" charset="-122"/>
                        </a:rPr>
                        <a:t>10</a:t>
                      </a:r>
                      <a:r>
                        <a:rPr lang="en-US" sz="1300" baseline="30000">
                          <a:solidFill>
                            <a:schemeClr val="tx1"/>
                          </a:solidFill>
                          <a:effectLst/>
                          <a:latin typeface="微软雅黑" panose="020B0503020204020204" pitchFamily="34" charset="-122"/>
                          <a:ea typeface="微软雅黑" panose="020B0503020204020204" pitchFamily="34" charset="-122"/>
                        </a:rPr>
                        <a:t>38</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19222">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double</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8</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zh-CN" altLang="en-US" sz="1300">
                          <a:solidFill>
                            <a:schemeClr val="tx1"/>
                          </a:solidFill>
                          <a:effectLst/>
                          <a:latin typeface="微软雅黑" panose="020B0503020204020204" pitchFamily="34" charset="-122"/>
                          <a:ea typeface="微软雅黑" panose="020B0503020204020204" pitchFamily="34" charset="-122"/>
                        </a:rPr>
                        <a:t>绝对值范围</a:t>
                      </a:r>
                      <a:r>
                        <a:rPr lang="en-US" sz="1300">
                          <a:solidFill>
                            <a:schemeClr val="tx1"/>
                          </a:solidFill>
                          <a:effectLst/>
                          <a:latin typeface="微软雅黑" panose="020B0503020204020204" pitchFamily="34" charset="-122"/>
                          <a:ea typeface="微软雅黑" panose="020B0503020204020204" pitchFamily="34" charset="-122"/>
                        </a:rPr>
                        <a:t>1.7</a:t>
                      </a:r>
                      <a:r>
                        <a:rPr lang="zh-CN" sz="1300">
                          <a:solidFill>
                            <a:schemeClr val="tx1"/>
                          </a:solidFill>
                          <a:effectLst/>
                          <a:latin typeface="微软雅黑" panose="020B0503020204020204" pitchFamily="34" charset="-122"/>
                          <a:ea typeface="微软雅黑" panose="020B0503020204020204" pitchFamily="34" charset="-122"/>
                        </a:rPr>
                        <a:t>×</a:t>
                      </a:r>
                      <a:r>
                        <a:rPr lang="en-US" sz="1300">
                          <a:solidFill>
                            <a:schemeClr val="tx1"/>
                          </a:solidFill>
                          <a:effectLst/>
                          <a:latin typeface="微软雅黑" panose="020B0503020204020204" pitchFamily="34" charset="-122"/>
                          <a:ea typeface="微软雅黑" panose="020B0503020204020204" pitchFamily="34" charset="-122"/>
                        </a:rPr>
                        <a:t>10</a:t>
                      </a:r>
                      <a:r>
                        <a:rPr lang="en-US" sz="1300" baseline="30000">
                          <a:solidFill>
                            <a:schemeClr val="tx1"/>
                          </a:solidFill>
                          <a:effectLst/>
                          <a:latin typeface="微软雅黑" panose="020B0503020204020204" pitchFamily="34" charset="-122"/>
                          <a:ea typeface="微软雅黑" panose="020B0503020204020204" pitchFamily="34" charset="-122"/>
                        </a:rPr>
                        <a:t>-308</a:t>
                      </a:r>
                      <a:r>
                        <a:rPr lang="en-US" sz="1300">
                          <a:solidFill>
                            <a:schemeClr val="tx1"/>
                          </a:solidFill>
                          <a:effectLst/>
                          <a:latin typeface="微软雅黑" panose="020B0503020204020204" pitchFamily="34" charset="-122"/>
                          <a:ea typeface="微软雅黑" panose="020B0503020204020204" pitchFamily="34" charset="-122"/>
                        </a:rPr>
                        <a:t>~1.7</a:t>
                      </a:r>
                      <a:r>
                        <a:rPr lang="zh-CN" sz="1300">
                          <a:solidFill>
                            <a:schemeClr val="tx1"/>
                          </a:solidFill>
                          <a:effectLst/>
                          <a:latin typeface="微软雅黑" panose="020B0503020204020204" pitchFamily="34" charset="-122"/>
                          <a:ea typeface="微软雅黑" panose="020B0503020204020204" pitchFamily="34" charset="-122"/>
                        </a:rPr>
                        <a:t>×</a:t>
                      </a:r>
                      <a:r>
                        <a:rPr lang="en-US" sz="1300">
                          <a:solidFill>
                            <a:schemeClr val="tx1"/>
                          </a:solidFill>
                          <a:effectLst/>
                          <a:latin typeface="微软雅黑" panose="020B0503020204020204" pitchFamily="34" charset="-122"/>
                          <a:ea typeface="微软雅黑" panose="020B0503020204020204" pitchFamily="34" charset="-122"/>
                        </a:rPr>
                        <a:t>10</a:t>
                      </a:r>
                      <a:r>
                        <a:rPr lang="en-US" sz="1300" baseline="30000">
                          <a:solidFill>
                            <a:schemeClr val="tx1"/>
                          </a:solidFill>
                          <a:effectLst/>
                          <a:latin typeface="微软雅黑" panose="020B0503020204020204" pitchFamily="34" charset="-122"/>
                          <a:ea typeface="微软雅黑" panose="020B0503020204020204" pitchFamily="34" charset="-122"/>
                        </a:rPr>
                        <a:t>308</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19222">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long double</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300">
                          <a:solidFill>
                            <a:schemeClr val="tx1"/>
                          </a:solidFill>
                          <a:effectLst/>
                          <a:latin typeface="微软雅黑" panose="020B0503020204020204" pitchFamily="34" charset="-122"/>
                          <a:ea typeface="微软雅黑" panose="020B0503020204020204" pitchFamily="34" charset="-122"/>
                        </a:rPr>
                        <a:t>8</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zh-CN" altLang="en-US" sz="1300">
                          <a:solidFill>
                            <a:schemeClr val="tx1"/>
                          </a:solidFill>
                          <a:effectLst/>
                          <a:latin typeface="微软雅黑" panose="020B0503020204020204" pitchFamily="34" charset="-122"/>
                          <a:ea typeface="微软雅黑" panose="020B0503020204020204" pitchFamily="34" charset="-122"/>
                        </a:rPr>
                        <a:t>绝对值范围</a:t>
                      </a:r>
                      <a:r>
                        <a:rPr lang="en-US" sz="1300">
                          <a:solidFill>
                            <a:schemeClr val="tx1"/>
                          </a:solidFill>
                          <a:effectLst/>
                          <a:latin typeface="微软雅黑" panose="020B0503020204020204" pitchFamily="34" charset="-122"/>
                          <a:ea typeface="微软雅黑" panose="020B0503020204020204" pitchFamily="34" charset="-122"/>
                        </a:rPr>
                        <a:t>1.7</a:t>
                      </a:r>
                      <a:r>
                        <a:rPr lang="zh-CN" sz="1300">
                          <a:solidFill>
                            <a:schemeClr val="tx1"/>
                          </a:solidFill>
                          <a:effectLst/>
                          <a:latin typeface="微软雅黑" panose="020B0503020204020204" pitchFamily="34" charset="-122"/>
                          <a:ea typeface="微软雅黑" panose="020B0503020204020204" pitchFamily="34" charset="-122"/>
                        </a:rPr>
                        <a:t>×</a:t>
                      </a:r>
                      <a:r>
                        <a:rPr lang="en-US" sz="1300">
                          <a:solidFill>
                            <a:schemeClr val="tx1"/>
                          </a:solidFill>
                          <a:effectLst/>
                          <a:latin typeface="微软雅黑" panose="020B0503020204020204" pitchFamily="34" charset="-122"/>
                          <a:ea typeface="微软雅黑" panose="020B0503020204020204" pitchFamily="34" charset="-122"/>
                        </a:rPr>
                        <a:t>10</a:t>
                      </a:r>
                      <a:r>
                        <a:rPr lang="en-US" sz="1300" baseline="30000">
                          <a:solidFill>
                            <a:schemeClr val="tx1"/>
                          </a:solidFill>
                          <a:effectLst/>
                          <a:latin typeface="微软雅黑" panose="020B0503020204020204" pitchFamily="34" charset="-122"/>
                          <a:ea typeface="微软雅黑" panose="020B0503020204020204" pitchFamily="34" charset="-122"/>
                        </a:rPr>
                        <a:t>-308</a:t>
                      </a:r>
                      <a:r>
                        <a:rPr lang="en-US" sz="1300">
                          <a:solidFill>
                            <a:schemeClr val="tx1"/>
                          </a:solidFill>
                          <a:effectLst/>
                          <a:latin typeface="微软雅黑" panose="020B0503020204020204" pitchFamily="34" charset="-122"/>
                          <a:ea typeface="微软雅黑" panose="020B0503020204020204" pitchFamily="34" charset="-122"/>
                        </a:rPr>
                        <a:t>~1.7</a:t>
                      </a:r>
                      <a:r>
                        <a:rPr lang="zh-CN" sz="1300">
                          <a:solidFill>
                            <a:schemeClr val="tx1"/>
                          </a:solidFill>
                          <a:effectLst/>
                          <a:latin typeface="微软雅黑" panose="020B0503020204020204" pitchFamily="34" charset="-122"/>
                          <a:ea typeface="微软雅黑" panose="020B0503020204020204" pitchFamily="34" charset="-122"/>
                        </a:rPr>
                        <a:t>×</a:t>
                      </a:r>
                      <a:r>
                        <a:rPr lang="en-US" sz="1300">
                          <a:solidFill>
                            <a:schemeClr val="tx1"/>
                          </a:solidFill>
                          <a:effectLst/>
                          <a:latin typeface="微软雅黑" panose="020B0503020204020204" pitchFamily="34" charset="-122"/>
                          <a:ea typeface="微软雅黑" panose="020B0503020204020204" pitchFamily="34" charset="-122"/>
                        </a:rPr>
                        <a:t>10</a:t>
                      </a:r>
                      <a:r>
                        <a:rPr lang="en-US" sz="1300" baseline="30000">
                          <a:solidFill>
                            <a:schemeClr val="tx1"/>
                          </a:solidFill>
                          <a:effectLst/>
                          <a:latin typeface="微软雅黑" panose="020B0503020204020204" pitchFamily="34" charset="-122"/>
                          <a:ea typeface="微软雅黑" panose="020B0503020204020204" pitchFamily="34" charset="-122"/>
                        </a:rPr>
                        <a:t>308</a:t>
                      </a:r>
                      <a:endParaRPr lang="zh-CN" sz="1800">
                        <a:solidFill>
                          <a:schemeClr val="tx1"/>
                        </a:solidFill>
                        <a:effectLst/>
                        <a:latin typeface="微软雅黑" panose="020B0503020204020204" pitchFamily="34" charset="-122"/>
                        <a:ea typeface="微软雅黑" panose="020B0503020204020204" pitchFamily="34" charset="-122"/>
                      </a:endParaRPr>
                    </a:p>
                  </a:txBody>
                  <a:tcPr marL="51422" marR="51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4" name="文本框 3"/>
          <p:cNvSpPr txBox="1"/>
          <p:nvPr/>
        </p:nvSpPr>
        <p:spPr>
          <a:xfrm>
            <a:off x="606875" y="5642669"/>
            <a:ext cx="6361550" cy="300082"/>
          </a:xfrm>
          <a:prstGeom prst="rect">
            <a:avLst/>
          </a:prstGeom>
          <a:noFill/>
        </p:spPr>
        <p:txBody>
          <a:bodyPr wrap="none" rtlCol="0">
            <a:spAutoFit/>
          </a:bodyPr>
          <a:lstStyle/>
          <a:p>
            <a:r>
              <a:rPr lang="zh-CN" altLang="en-US" sz="1350">
                <a:latin typeface="微软雅黑" panose="020B0503020204020204" pitchFamily="34" charset="-122"/>
                <a:ea typeface="微软雅黑" panose="020B0503020204020204" pitchFamily="34" charset="-122"/>
              </a:rPr>
              <a:t>注：</a:t>
            </a:r>
            <a:r>
              <a:rPr lang="zh-CN" altLang="zh-CN" sz="1350">
                <a:latin typeface="微软雅黑" panose="020B0503020204020204" pitchFamily="34" charset="-122"/>
                <a:ea typeface="微软雅黑" panose="020B0503020204020204" pitchFamily="34" charset="-122"/>
              </a:rPr>
              <a:t>表中各类型的长度和取值范围，以面向</a:t>
            </a:r>
            <a:r>
              <a:rPr lang="en-US" altLang="zh-CN" sz="1350">
                <a:latin typeface="微软雅黑" panose="020B0503020204020204" pitchFamily="34" charset="-122"/>
                <a:ea typeface="微软雅黑" panose="020B0503020204020204" pitchFamily="34" charset="-122"/>
              </a:rPr>
              <a:t>IA32</a:t>
            </a:r>
            <a:r>
              <a:rPr lang="zh-CN" altLang="zh-CN" sz="1350">
                <a:latin typeface="微软雅黑" panose="020B0503020204020204" pitchFamily="34" charset="-122"/>
                <a:ea typeface="微软雅黑" panose="020B0503020204020204" pitchFamily="34" charset="-122"/>
              </a:rPr>
              <a:t>处理器的</a:t>
            </a:r>
            <a:r>
              <a:rPr lang="en-US" altLang="zh-CN" sz="1350">
                <a:latin typeface="微软雅黑" panose="020B0503020204020204" pitchFamily="34" charset="-122"/>
                <a:ea typeface="微软雅黑" panose="020B0503020204020204" pitchFamily="34" charset="-122"/>
              </a:rPr>
              <a:t>msvc12</a:t>
            </a:r>
            <a:r>
              <a:rPr lang="zh-CN" altLang="zh-CN" sz="1350">
                <a:latin typeface="微软雅黑" panose="020B0503020204020204" pitchFamily="34" charset="-122"/>
                <a:ea typeface="微软雅黑" panose="020B0503020204020204" pitchFamily="34" charset="-122"/>
              </a:rPr>
              <a:t>和</a:t>
            </a:r>
            <a:r>
              <a:rPr lang="en-US" altLang="zh-CN" sz="1350">
                <a:latin typeface="微软雅黑" panose="020B0503020204020204" pitchFamily="34" charset="-122"/>
                <a:ea typeface="微软雅黑" panose="020B0503020204020204" pitchFamily="34" charset="-122"/>
              </a:rPr>
              <a:t>2 gcc4.8</a:t>
            </a:r>
            <a:r>
              <a:rPr lang="zh-CN" altLang="zh-CN" sz="1350">
                <a:latin typeface="微软雅黑" panose="020B0503020204020204" pitchFamily="34" charset="-122"/>
                <a:ea typeface="微软雅黑" panose="020B0503020204020204" pitchFamily="34" charset="-122"/>
              </a:rPr>
              <a:t>为准</a:t>
            </a:r>
            <a:endParaRPr lang="zh-CN" altLang="en-US" sz="1350">
              <a:latin typeface="微软雅黑" panose="020B0503020204020204" pitchFamily="34" charset="-122"/>
              <a:ea typeface="微软雅黑" panose="020B0503020204020204" pitchFamily="34" charset="-122"/>
            </a:endParaRPr>
          </a:p>
        </p:txBody>
      </p:sp>
      <p:sp>
        <p:nvSpPr>
          <p:cNvPr id="7" name="Rectangle 2"/>
          <p:cNvSpPr>
            <a:spLocks noGrp="1" noChangeArrowheads="1"/>
          </p:cNvSpPr>
          <p:nvPr>
            <p:ph type="title"/>
          </p:nvPr>
        </p:nvSpPr>
        <p:spPr>
          <a:xfrm>
            <a:off x="1370013" y="301625"/>
            <a:ext cx="7313612" cy="1143000"/>
          </a:xfrm>
        </p:spPr>
        <p:txBody>
          <a:bodyPr/>
          <a:lstStyle/>
          <a:p>
            <a:pPr algn="ctr"/>
            <a:r>
              <a:rPr lang="en-US" altLang="zh-CN" b="1" dirty="0">
                <a:latin typeface="Times New Roman" panose="02020603050405020304" pitchFamily="18" charset="0"/>
                <a:ea typeface="隶书" panose="02010509060101010101" pitchFamily="49" charset="-122"/>
              </a:rPr>
              <a:t>2.2.1 </a:t>
            </a:r>
            <a:r>
              <a:rPr lang="zh-CN" altLang="en-US" b="1" dirty="0">
                <a:latin typeface="Times New Roman" panose="02020603050405020304" pitchFamily="18" charset="0"/>
                <a:ea typeface="隶书" panose="02010509060101010101" pitchFamily="49" charset="-122"/>
              </a:rPr>
              <a:t>基本数据类型</a:t>
            </a:r>
            <a:endParaRPr lang="zh-CN" altLang="en-US" b="1" dirty="0">
              <a:latin typeface="Times New Roman" panose="02020603050405020304" pitchFamily="18" charset="0"/>
              <a:ea typeface="隶书" panose="02010509060101010101" pitchFamily="49" charset="-122"/>
            </a:endParaRP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082" y="2457145"/>
            <a:ext cx="8229838" cy="3329869"/>
          </a:xfrm>
        </p:spPr>
        <p:txBody>
          <a:bodyPr/>
          <a:lstStyle/>
          <a:p>
            <a:pPr>
              <a:lnSpc>
                <a:spcPct val="150000"/>
              </a:lnSpc>
            </a:pPr>
            <a:r>
              <a:rPr lang="en-US" altLang="zh-CN" sz="1800">
                <a:latin typeface="微软雅黑" panose="020B0503020204020204" pitchFamily="34" charset="-122"/>
                <a:ea typeface="微软雅黑" panose="020B0503020204020204" pitchFamily="34" charset="-122"/>
              </a:rPr>
              <a:t> ISO C++</a:t>
            </a:r>
            <a:r>
              <a:rPr lang="zh-CN" altLang="en-US" sz="1800">
                <a:latin typeface="微软雅黑" panose="020B0503020204020204" pitchFamily="34" charset="-122"/>
                <a:ea typeface="微软雅黑" panose="020B0503020204020204" pitchFamily="34" charset="-122"/>
              </a:rPr>
              <a:t>标准并没有明确规定每种数据类型的字节数和取值范围，它只是规定它们之间的字节数大小顺序满足：</a:t>
            </a:r>
            <a:endParaRPr lang="zh-CN" altLang="en-US" sz="1800">
              <a:latin typeface="微软雅黑" panose="020B0503020204020204" pitchFamily="34" charset="-122"/>
              <a:ea typeface="微软雅黑" panose="020B0503020204020204" pitchFamily="34" charset="-122"/>
            </a:endParaRPr>
          </a:p>
          <a:p>
            <a:pPr lvl="1">
              <a:lnSpc>
                <a:spcPct val="150000"/>
              </a:lnSpc>
            </a:pPr>
            <a:r>
              <a:rPr lang="en-US" altLang="zh-CN" sz="1800">
                <a:latin typeface="微软雅黑" panose="020B0503020204020204" pitchFamily="34" charset="-122"/>
                <a:ea typeface="微软雅黑" panose="020B0503020204020204" pitchFamily="34" charset="-122"/>
              </a:rPr>
              <a:t>(signed/unsigned)signed char ≤ (unsigned) short int ≤ (unsigned) int ≤ (unsigned) long int ≤ long long int</a:t>
            </a:r>
            <a:endParaRPr lang="en-US" altLang="zh-CN" sz="1800">
              <a:latin typeface="微软雅黑" panose="020B0503020204020204" pitchFamily="34" charset="-122"/>
              <a:ea typeface="微软雅黑" panose="020B0503020204020204" pitchFamily="34" charset="-122"/>
            </a:endParaRPr>
          </a:p>
        </p:txBody>
      </p:sp>
      <p:sp>
        <p:nvSpPr>
          <p:cNvPr id="5" name="Rectangle 2"/>
          <p:cNvSpPr txBox="1">
            <a:spLocks noChangeArrowheads="1"/>
          </p:cNvSpPr>
          <p:nvPr/>
        </p:nvSpPr>
        <p:spPr>
          <a:xfrm>
            <a:off x="1370013" y="301625"/>
            <a:ext cx="7313612" cy="1143000"/>
          </a:xfrm>
          <a:prstGeom prst="rect">
            <a:avLst/>
          </a:prstGeom>
        </p:spPr>
        <p:txBody>
          <a:bodyPr/>
          <a:lst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a:lstStyle>
          <a:p>
            <a:pPr algn="ctr"/>
            <a:r>
              <a:rPr lang="en-US" altLang="zh-CN" b="1" smtClean="0">
                <a:latin typeface="Times New Roman" panose="02020603050405020304" pitchFamily="18" charset="0"/>
                <a:ea typeface="隶书" panose="02010509060101010101" pitchFamily="49" charset="-122"/>
              </a:rPr>
              <a:t>2.2.1 </a:t>
            </a:r>
            <a:r>
              <a:rPr lang="zh-CN" altLang="en-US" b="1" smtClean="0">
                <a:latin typeface="Times New Roman" panose="02020603050405020304" pitchFamily="18" charset="0"/>
                <a:ea typeface="隶书" panose="02010509060101010101" pitchFamily="49" charset="-122"/>
              </a:rPr>
              <a:t>基本数据类型</a:t>
            </a:r>
            <a:endParaRPr lang="zh-CN" altLang="en-US" b="1" dirty="0">
              <a:latin typeface="Times New Roman" panose="02020603050405020304" pitchFamily="18" charset="0"/>
              <a:ea typeface="隶书" panose="02010509060101010101" pitchFamily="49" charset="-122"/>
            </a:endParaRP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algn="ctr"/>
            <a:r>
              <a:rPr lang="en-US" altLang="zh-CN" b="1" dirty="0">
                <a:latin typeface="Times New Roman" panose="02020603050405020304" pitchFamily="18" charset="0"/>
                <a:ea typeface="隶书" panose="02010509060101010101" pitchFamily="49" charset="-122"/>
              </a:rPr>
              <a:t>2.2.1 </a:t>
            </a:r>
            <a:r>
              <a:rPr lang="zh-CN" altLang="en-US" b="1" dirty="0">
                <a:latin typeface="Times New Roman" panose="02020603050405020304" pitchFamily="18" charset="0"/>
                <a:ea typeface="隶书" panose="02010509060101010101" pitchFamily="49" charset="-122"/>
              </a:rPr>
              <a:t>基本数据类型</a:t>
            </a:r>
            <a:endParaRPr lang="zh-CN" altLang="en-US" b="1" dirty="0">
              <a:latin typeface="Times New Roman" panose="02020603050405020304" pitchFamily="18" charset="0"/>
              <a:ea typeface="隶书" panose="02010509060101010101" pitchFamily="49" charset="-122"/>
            </a:endParaRPr>
          </a:p>
        </p:txBody>
      </p:sp>
      <p:sp>
        <p:nvSpPr>
          <p:cNvPr id="27651" name="Text Box 17"/>
          <p:cNvSpPr txBox="1">
            <a:spLocks noChangeArrowheads="1"/>
          </p:cNvSpPr>
          <p:nvPr/>
        </p:nvSpPr>
        <p:spPr bwMode="auto">
          <a:xfrm>
            <a:off x="0" y="3429000"/>
            <a:ext cx="72072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lang="zh-CN" altLang="en-US" sz="3600" b="1" i="1" dirty="0">
                <a:solidFill>
                  <a:srgbClr val="FFFF00"/>
                </a:solidFill>
                <a:latin typeface="Times New Roman" panose="02020603050405020304" pitchFamily="18" charset="0"/>
                <a:ea typeface="华文楷体" panose="02010600040101010101" pitchFamily="2" charset="-122"/>
              </a:rPr>
              <a:t>整型</a:t>
            </a:r>
            <a:endParaRPr lang="zh-CN" altLang="en-US" sz="3600" b="1" i="1" dirty="0">
              <a:solidFill>
                <a:srgbClr val="FFFF00"/>
              </a:solidFill>
              <a:latin typeface="Times New Roman" panose="02020603050405020304" pitchFamily="18" charset="0"/>
              <a:ea typeface="华文楷体" panose="02010600040101010101" pitchFamily="2" charset="-122"/>
            </a:endParaRPr>
          </a:p>
        </p:txBody>
      </p:sp>
      <p:sp>
        <p:nvSpPr>
          <p:cNvPr id="27662" name="Text Box 4"/>
          <p:cNvSpPr txBox="1">
            <a:spLocks noChangeArrowheads="1"/>
          </p:cNvSpPr>
          <p:nvPr/>
        </p:nvSpPr>
        <p:spPr bwMode="auto">
          <a:xfrm>
            <a:off x="1403351" y="2428527"/>
            <a:ext cx="7129463" cy="790575"/>
          </a:xfrm>
          <a:prstGeom prst="rect">
            <a:avLst/>
          </a:prstGeom>
          <a:solidFill>
            <a:schemeClr val="bg1"/>
          </a:solidFill>
          <a:ln w="28575">
            <a:solidFill>
              <a:srgbClr val="000066"/>
            </a:solidFill>
            <a:miter lim="800000"/>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ClrTx/>
              <a:buSzTx/>
              <a:buFontTx/>
              <a:buNone/>
            </a:pPr>
            <a:r>
              <a:rPr lang="zh-CN" altLang="en-US" sz="2400" b="1" dirty="0">
                <a:solidFill>
                  <a:srgbClr val="FFFF00"/>
                </a:solidFill>
                <a:latin typeface="Times New Roman" panose="02020603050405020304" pitchFamily="18" charset="0"/>
                <a:ea typeface="华文楷体" panose="02010600040101010101" pitchFamily="2" charset="-122"/>
              </a:rPr>
              <a:t>短整型：</a:t>
            </a:r>
            <a:r>
              <a:rPr lang="en-US" altLang="zh-CN" sz="2000" b="1" dirty="0">
                <a:latin typeface="Times New Roman" panose="02020603050405020304" pitchFamily="18" charset="0"/>
                <a:ea typeface="华文楷体" panose="02010600040101010101" pitchFamily="2" charset="-122"/>
              </a:rPr>
              <a:t>short </a:t>
            </a:r>
            <a:r>
              <a:rPr lang="en-US" altLang="zh-CN" sz="2000" b="1" dirty="0" err="1">
                <a:latin typeface="Times New Roman" panose="02020603050405020304" pitchFamily="18" charset="0"/>
                <a:ea typeface="华文楷体" panose="02010600040101010101" pitchFamily="2" charset="-122"/>
              </a:rPr>
              <a:t>int</a:t>
            </a:r>
            <a:br>
              <a:rPr lang="en-US" altLang="zh-CN" sz="2000" b="1" dirty="0">
                <a:latin typeface="Times New Roman" panose="02020603050405020304" pitchFamily="18" charset="0"/>
                <a:ea typeface="华文楷体" panose="02010600040101010101" pitchFamily="2" charset="-122"/>
              </a:rPr>
            </a:br>
            <a:r>
              <a:rPr lang="en-US" altLang="zh-CN" sz="2000" b="1" dirty="0">
                <a:latin typeface="Times New Roman" panose="02020603050405020304" pitchFamily="18" charset="0"/>
                <a:ea typeface="华文楷体" panose="02010600040101010101" pitchFamily="2" charset="-122"/>
              </a:rPr>
              <a:t>2</a:t>
            </a:r>
            <a:r>
              <a:rPr lang="zh-CN" altLang="en-US" sz="2000" b="1" dirty="0">
                <a:latin typeface="Times New Roman" panose="02020603050405020304" pitchFamily="18" charset="0"/>
                <a:ea typeface="华文楷体" panose="02010600040101010101" pitchFamily="2" charset="-122"/>
              </a:rPr>
              <a:t>个字节长度，数据范围</a:t>
            </a:r>
            <a:r>
              <a:rPr lang="en-US" altLang="zh-CN" sz="2000" b="1" dirty="0">
                <a:latin typeface="Times New Roman" panose="02020603050405020304" pitchFamily="18" charset="0"/>
                <a:ea typeface="华文楷体" panose="02010600040101010101" pitchFamily="2" charset="-122"/>
              </a:rPr>
              <a:t>-32768</a:t>
            </a:r>
            <a:r>
              <a:rPr lang="zh-CN" altLang="en-US" sz="2000" b="1" dirty="0">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华文楷体" panose="02010600040101010101" pitchFamily="2" charset="-122"/>
              </a:rPr>
              <a:t>32767</a:t>
            </a:r>
            <a:endParaRPr lang="en-US" altLang="zh-CN" sz="2000" b="1" dirty="0">
              <a:latin typeface="Times New Roman" panose="02020603050405020304" pitchFamily="18" charset="0"/>
              <a:ea typeface="华文楷体" panose="02010600040101010101" pitchFamily="2" charset="-122"/>
            </a:endParaRPr>
          </a:p>
        </p:txBody>
      </p:sp>
      <p:sp>
        <p:nvSpPr>
          <p:cNvPr id="27663" name="Text Box 18"/>
          <p:cNvSpPr txBox="1">
            <a:spLocks noChangeArrowheads="1"/>
          </p:cNvSpPr>
          <p:nvPr/>
        </p:nvSpPr>
        <p:spPr bwMode="auto">
          <a:xfrm>
            <a:off x="1403351" y="3220690"/>
            <a:ext cx="7129463" cy="790575"/>
          </a:xfrm>
          <a:prstGeom prst="rect">
            <a:avLst/>
          </a:prstGeom>
          <a:solidFill>
            <a:schemeClr val="bg1"/>
          </a:solidFill>
          <a:ln w="28575">
            <a:solidFill>
              <a:srgbClr val="000066"/>
            </a:solidFill>
            <a:miter lim="800000"/>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ClrTx/>
              <a:buSzTx/>
              <a:buFontTx/>
              <a:buNone/>
            </a:pPr>
            <a:r>
              <a:rPr lang="zh-CN" altLang="en-US" sz="2400" b="1" dirty="0">
                <a:solidFill>
                  <a:srgbClr val="FFFF00"/>
                </a:solidFill>
                <a:latin typeface="Times New Roman" panose="02020603050405020304" pitchFamily="18" charset="0"/>
                <a:ea typeface="华文楷体" panose="02010600040101010101" pitchFamily="2" charset="-122"/>
              </a:rPr>
              <a:t>整型：</a:t>
            </a:r>
            <a:r>
              <a:rPr lang="zh-CN" altLang="en-US" sz="2000" b="1" dirty="0">
                <a:solidFill>
                  <a:srgbClr val="FFFF00"/>
                </a:solidFill>
                <a:latin typeface="Times New Roman" panose="02020603050405020304" pitchFamily="18" charset="0"/>
                <a:ea typeface="华文楷体" panose="02010600040101010101" pitchFamily="2" charset="-122"/>
              </a:rPr>
              <a:t> </a:t>
            </a:r>
            <a:r>
              <a:rPr lang="en-US" altLang="zh-CN" sz="2000" b="1" dirty="0" err="1" smtClean="0">
                <a:latin typeface="Times New Roman" panose="02020603050405020304" pitchFamily="18" charset="0"/>
                <a:ea typeface="华文楷体" panose="02010600040101010101" pitchFamily="2" charset="-122"/>
              </a:rPr>
              <a:t>int</a:t>
            </a:r>
            <a:r>
              <a:rPr lang="en-US" altLang="zh-CN" sz="2000" b="1" dirty="0" smtClean="0">
                <a:latin typeface="Times New Roman" panose="02020603050405020304" pitchFamily="18" charset="0"/>
                <a:ea typeface="华文楷体" panose="02010600040101010101" pitchFamily="2" charset="-122"/>
              </a:rPr>
              <a:t> </a:t>
            </a:r>
            <a:br>
              <a:rPr lang="en-US" altLang="zh-CN" sz="2000" b="1" dirty="0" smtClean="0">
                <a:latin typeface="Times New Roman" panose="02020603050405020304" pitchFamily="18" charset="0"/>
                <a:ea typeface="华文楷体" panose="02010600040101010101" pitchFamily="2" charset="-122"/>
              </a:rPr>
            </a:br>
            <a:r>
              <a:rPr lang="en-US" altLang="zh-CN" sz="2000" b="1" dirty="0">
                <a:latin typeface="Times New Roman" panose="02020603050405020304" pitchFamily="18" charset="0"/>
                <a:ea typeface="华文楷体" panose="02010600040101010101" pitchFamily="2" charset="-122"/>
              </a:rPr>
              <a:t>2</a:t>
            </a:r>
            <a:r>
              <a:rPr lang="en-US" altLang="zh-CN" sz="2000" b="1" dirty="0" smtClean="0">
                <a:latin typeface="Times New Roman" panose="02020603050405020304" pitchFamily="18" charset="0"/>
                <a:ea typeface="华文楷体" panose="02010600040101010101" pitchFamily="2" charset="-122"/>
              </a:rPr>
              <a:t> or  4</a:t>
            </a:r>
            <a:r>
              <a:rPr lang="zh-CN" altLang="en-US" sz="2000" b="1" dirty="0" smtClean="0">
                <a:latin typeface="Times New Roman" panose="02020603050405020304" pitchFamily="18" charset="0"/>
                <a:ea typeface="华文楷体" panose="02010600040101010101" pitchFamily="2" charset="-122"/>
              </a:rPr>
              <a:t>个</a:t>
            </a:r>
            <a:r>
              <a:rPr lang="zh-CN" altLang="en-US" sz="2000" b="1" dirty="0">
                <a:latin typeface="Times New Roman" panose="02020603050405020304" pitchFamily="18" charset="0"/>
                <a:ea typeface="华文楷体" panose="02010600040101010101" pitchFamily="2" charset="-122"/>
              </a:rPr>
              <a:t>字节</a:t>
            </a:r>
            <a:endParaRPr lang="zh-CN" altLang="en-US" sz="2000" b="1" dirty="0">
              <a:latin typeface="Times New Roman" panose="02020603050405020304" pitchFamily="18" charset="0"/>
              <a:ea typeface="华文楷体" panose="02010600040101010101" pitchFamily="2" charset="-122"/>
            </a:endParaRPr>
          </a:p>
        </p:txBody>
      </p:sp>
      <p:sp>
        <p:nvSpPr>
          <p:cNvPr id="27664" name="Text Box 19"/>
          <p:cNvSpPr txBox="1">
            <a:spLocks noChangeArrowheads="1"/>
          </p:cNvSpPr>
          <p:nvPr/>
        </p:nvSpPr>
        <p:spPr bwMode="auto">
          <a:xfrm>
            <a:off x="1403351" y="4012852"/>
            <a:ext cx="7129463" cy="790575"/>
          </a:xfrm>
          <a:prstGeom prst="rect">
            <a:avLst/>
          </a:prstGeom>
          <a:solidFill>
            <a:schemeClr val="bg1"/>
          </a:solidFill>
          <a:ln w="28575">
            <a:solidFill>
              <a:srgbClr val="000066"/>
            </a:solidFill>
            <a:miter lim="800000"/>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ClrTx/>
              <a:buSzTx/>
              <a:buFontTx/>
              <a:buNone/>
            </a:pPr>
            <a:r>
              <a:rPr lang="zh-CN" altLang="en-US" sz="2400" b="1" dirty="0">
                <a:solidFill>
                  <a:srgbClr val="FFFF00"/>
                </a:solidFill>
                <a:latin typeface="Times New Roman" panose="02020603050405020304" pitchFamily="18" charset="0"/>
                <a:ea typeface="华文楷体" panose="02010600040101010101" pitchFamily="2" charset="-122"/>
              </a:rPr>
              <a:t>长整型：</a:t>
            </a:r>
            <a:r>
              <a:rPr lang="zh-CN" altLang="en-US" sz="2000" b="1" dirty="0">
                <a:solidFill>
                  <a:srgbClr val="FFFF00"/>
                </a:solidFill>
                <a:latin typeface="Times New Roman" panose="02020603050405020304" pitchFamily="18" charset="0"/>
                <a:ea typeface="华文楷体" panose="02010600040101010101" pitchFamily="2" charset="-122"/>
              </a:rPr>
              <a:t> </a:t>
            </a:r>
            <a:r>
              <a:rPr lang="en-US" altLang="zh-CN" sz="2000" b="1" dirty="0">
                <a:latin typeface="Times New Roman" panose="02020603050405020304" pitchFamily="18" charset="0"/>
                <a:ea typeface="华文楷体" panose="02010600040101010101" pitchFamily="2" charset="-122"/>
              </a:rPr>
              <a:t>long  </a:t>
            </a:r>
            <a:r>
              <a:rPr lang="en-US" altLang="zh-CN" sz="2000" b="1" dirty="0" err="1">
                <a:latin typeface="Times New Roman" panose="02020603050405020304" pitchFamily="18" charset="0"/>
                <a:ea typeface="华文楷体" panose="02010600040101010101" pitchFamily="2" charset="-122"/>
              </a:rPr>
              <a:t>int</a:t>
            </a:r>
            <a:br>
              <a:rPr lang="en-US" altLang="zh-CN" sz="2000" b="1" dirty="0">
                <a:latin typeface="Times New Roman" panose="02020603050405020304" pitchFamily="18" charset="0"/>
                <a:ea typeface="华文楷体" panose="02010600040101010101" pitchFamily="2" charset="-122"/>
              </a:rPr>
            </a:br>
            <a:r>
              <a:rPr lang="en-US" altLang="zh-CN" sz="2000" b="1" dirty="0" smtClean="0">
                <a:latin typeface="Times New Roman" panose="02020603050405020304" pitchFamily="18" charset="0"/>
                <a:ea typeface="华文楷体" panose="02010600040101010101" pitchFamily="2" charset="-122"/>
              </a:rPr>
              <a:t>4  or  8</a:t>
            </a:r>
            <a:r>
              <a:rPr lang="zh-CN" altLang="en-US" sz="2000" b="1" dirty="0" smtClean="0">
                <a:latin typeface="Times New Roman" panose="02020603050405020304" pitchFamily="18" charset="0"/>
                <a:ea typeface="华文楷体" panose="02010600040101010101" pitchFamily="2" charset="-122"/>
              </a:rPr>
              <a:t>个</a:t>
            </a:r>
            <a:r>
              <a:rPr lang="zh-CN" altLang="en-US" sz="2000" b="1" dirty="0">
                <a:latin typeface="Times New Roman" panose="02020603050405020304" pitchFamily="18" charset="0"/>
                <a:ea typeface="华文楷体" panose="02010600040101010101" pitchFamily="2" charset="-122"/>
              </a:rPr>
              <a:t>字节</a:t>
            </a:r>
            <a:r>
              <a:rPr lang="zh-CN" altLang="en-US" sz="2000" b="1" dirty="0" smtClean="0">
                <a:latin typeface="Times New Roman" panose="02020603050405020304" pitchFamily="18" charset="0"/>
                <a:ea typeface="华文楷体" panose="02010600040101010101" pitchFamily="2" charset="-122"/>
              </a:rPr>
              <a:t>，</a:t>
            </a:r>
            <a:r>
              <a:rPr lang="en-US" altLang="zh-CN" sz="2000" b="1" dirty="0" smtClean="0">
                <a:latin typeface="Times New Roman" panose="02020603050405020304" pitchFamily="18" charset="0"/>
                <a:ea typeface="华文楷体" panose="02010600040101010101" pitchFamily="2" charset="-122"/>
              </a:rPr>
              <a:t>4</a:t>
            </a:r>
            <a:r>
              <a:rPr lang="zh-CN" altLang="en-US" sz="2000" b="1" dirty="0" smtClean="0">
                <a:latin typeface="Times New Roman" panose="02020603050405020304" pitchFamily="18" charset="0"/>
                <a:ea typeface="华文楷体" panose="02010600040101010101" pitchFamily="2" charset="-122"/>
              </a:rPr>
              <a:t>字节的数据</a:t>
            </a:r>
            <a:r>
              <a:rPr lang="zh-CN" altLang="en-US" sz="2000" b="1" dirty="0">
                <a:latin typeface="Times New Roman" panose="02020603050405020304" pitchFamily="18" charset="0"/>
                <a:ea typeface="华文楷体" panose="02010600040101010101" pitchFamily="2" charset="-122"/>
              </a:rPr>
              <a:t>范围</a:t>
            </a:r>
            <a:r>
              <a:rPr lang="en-US" altLang="zh-CN" sz="2000" b="1" dirty="0">
                <a:latin typeface="Times New Roman" panose="02020603050405020304" pitchFamily="18" charset="0"/>
                <a:ea typeface="华文楷体" panose="02010600040101010101" pitchFamily="2" charset="-122"/>
              </a:rPr>
              <a:t>-2 147 483 648~2 147 483 647</a:t>
            </a:r>
            <a:endParaRPr lang="en-US" altLang="zh-CN" sz="2000" b="1" dirty="0">
              <a:latin typeface="Times New Roman" panose="02020603050405020304" pitchFamily="18" charset="0"/>
              <a:ea typeface="华文楷体" panose="02010600040101010101" pitchFamily="2" charset="-122"/>
            </a:endParaRPr>
          </a:p>
        </p:txBody>
      </p:sp>
      <p:sp>
        <p:nvSpPr>
          <p:cNvPr id="27661" name="Text Box 25"/>
          <p:cNvSpPr txBox="1">
            <a:spLocks noChangeArrowheads="1"/>
          </p:cNvSpPr>
          <p:nvPr/>
        </p:nvSpPr>
        <p:spPr bwMode="auto">
          <a:xfrm>
            <a:off x="684213" y="1787525"/>
            <a:ext cx="720725"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lang="zh-CN" altLang="en-US" sz="2400" b="1" i="1" dirty="0">
                <a:solidFill>
                  <a:srgbClr val="FFFF00"/>
                </a:solidFill>
                <a:latin typeface="Times New Roman" panose="02020603050405020304" pitchFamily="18" charset="0"/>
                <a:ea typeface="华文楷体" panose="02010600040101010101" pitchFamily="2" charset="-122"/>
              </a:rPr>
              <a:t>有符号整型</a:t>
            </a:r>
            <a:endParaRPr lang="zh-CN" altLang="en-US" sz="2400" b="1" i="1" dirty="0">
              <a:solidFill>
                <a:srgbClr val="FFFF00"/>
              </a:solidFill>
              <a:latin typeface="Times New Roman" panose="02020603050405020304" pitchFamily="18" charset="0"/>
              <a:ea typeface="华文楷体" panose="02010600040101010101" pitchFamily="2" charset="-122"/>
            </a:endParaRPr>
          </a:p>
        </p:txBody>
      </p:sp>
      <p:sp>
        <p:nvSpPr>
          <p:cNvPr id="93213" name="AutoShape 29"/>
          <p:cNvSpPr>
            <a:spLocks noChangeArrowheads="1"/>
          </p:cNvSpPr>
          <p:nvPr/>
        </p:nvSpPr>
        <p:spPr bwMode="auto">
          <a:xfrm>
            <a:off x="971550" y="188913"/>
            <a:ext cx="3240088" cy="503237"/>
          </a:xfrm>
          <a:prstGeom prst="wedgeRoundRectCallout">
            <a:avLst>
              <a:gd name="adj1" fmla="val -44417"/>
              <a:gd name="adj2" fmla="val 262935"/>
              <a:gd name="adj3" fmla="val 16667"/>
            </a:avLst>
          </a:prstGeom>
          <a:solidFill>
            <a:srgbClr val="000099"/>
          </a:solidFill>
          <a:ln w="9525">
            <a:solidFill>
              <a:schemeClr val="tx1"/>
            </a:solidFill>
            <a:miter lim="800000"/>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400" b="1">
                <a:ea typeface="华文楷体" panose="02010600040101010101" pitchFamily="2" charset="-122"/>
              </a:rPr>
              <a:t>负数采用补码表示</a:t>
            </a:r>
            <a:endParaRPr lang="zh-CN" altLang="en-US" sz="2400" b="1">
              <a:ea typeface="华文楷体" panose="02010600040101010101" pitchFamily="2" charset="-122"/>
            </a:endParaRPr>
          </a:p>
        </p:txBody>
      </p:sp>
      <p:sp>
        <p:nvSpPr>
          <p:cNvPr id="24" name="AutoShape 29"/>
          <p:cNvSpPr>
            <a:spLocks noChangeArrowheads="1"/>
          </p:cNvSpPr>
          <p:nvPr/>
        </p:nvSpPr>
        <p:spPr bwMode="auto">
          <a:xfrm>
            <a:off x="5271893" y="815976"/>
            <a:ext cx="3240088" cy="1049337"/>
          </a:xfrm>
          <a:prstGeom prst="wedgeRoundRectCallout">
            <a:avLst>
              <a:gd name="adj1" fmla="val -19792"/>
              <a:gd name="adj2" fmla="val 93963"/>
              <a:gd name="adj3" fmla="val 16667"/>
            </a:avLst>
          </a:prstGeom>
          <a:solidFill>
            <a:srgbClr val="000099"/>
          </a:solidFill>
          <a:ln w="9525">
            <a:solidFill>
              <a:schemeClr val="tx1"/>
            </a:solidFill>
            <a:miter lim="800000"/>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400" b="1" dirty="0" smtClean="0">
                <a:ea typeface="华文楷体" panose="02010600040101010101" pitchFamily="2" charset="-122"/>
              </a:rPr>
              <a:t>各类型长度以具体编译系统为准</a:t>
            </a:r>
            <a:endParaRPr lang="zh-CN" altLang="en-US" sz="2400" b="1" dirty="0">
              <a:ea typeface="华文楷体" panose="02010600040101010101" pitchFamily="2" charset="-122"/>
            </a:endParaRPr>
          </a:p>
        </p:txBody>
      </p:sp>
      <p:sp>
        <p:nvSpPr>
          <p:cNvPr id="18" name="Text Box 19"/>
          <p:cNvSpPr txBox="1">
            <a:spLocks noChangeArrowheads="1"/>
          </p:cNvSpPr>
          <p:nvPr/>
        </p:nvSpPr>
        <p:spPr bwMode="auto">
          <a:xfrm>
            <a:off x="1403351" y="4798665"/>
            <a:ext cx="7129463" cy="790575"/>
          </a:xfrm>
          <a:prstGeom prst="rect">
            <a:avLst/>
          </a:prstGeom>
          <a:solidFill>
            <a:schemeClr val="bg1"/>
          </a:solidFill>
          <a:ln w="28575">
            <a:solidFill>
              <a:srgbClr val="000066"/>
            </a:solidFill>
            <a:miter lim="800000"/>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ClrTx/>
              <a:buSzTx/>
              <a:buFontTx/>
              <a:buNone/>
            </a:pPr>
            <a:r>
              <a:rPr lang="zh-CN" altLang="en-US" sz="2400" b="1" dirty="0" smtClean="0">
                <a:solidFill>
                  <a:srgbClr val="FFFF00"/>
                </a:solidFill>
                <a:latin typeface="Times New Roman" panose="02020603050405020304" pitchFamily="18" charset="0"/>
                <a:ea typeface="华文楷体" panose="02010600040101010101" pitchFamily="2" charset="-122"/>
              </a:rPr>
              <a:t>长</a:t>
            </a:r>
            <a:r>
              <a:rPr lang="zh-CN" altLang="en-US" sz="2400" b="1" dirty="0">
                <a:solidFill>
                  <a:srgbClr val="FFFF00"/>
                </a:solidFill>
                <a:latin typeface="Times New Roman" panose="02020603050405020304" pitchFamily="18" charset="0"/>
                <a:ea typeface="华文楷体" panose="02010600040101010101" pitchFamily="2" charset="-122"/>
              </a:rPr>
              <a:t>长</a:t>
            </a:r>
            <a:r>
              <a:rPr lang="zh-CN" altLang="en-US" sz="2400" b="1" dirty="0" smtClean="0">
                <a:solidFill>
                  <a:srgbClr val="FFFF00"/>
                </a:solidFill>
                <a:latin typeface="Times New Roman" panose="02020603050405020304" pitchFamily="18" charset="0"/>
                <a:ea typeface="华文楷体" panose="02010600040101010101" pitchFamily="2" charset="-122"/>
              </a:rPr>
              <a:t>整型</a:t>
            </a:r>
            <a:r>
              <a:rPr lang="zh-CN" altLang="en-US" sz="2400" b="1" dirty="0">
                <a:solidFill>
                  <a:srgbClr val="FFFF00"/>
                </a:solidFill>
                <a:latin typeface="Times New Roman" panose="02020603050405020304" pitchFamily="18" charset="0"/>
                <a:ea typeface="华文楷体" panose="02010600040101010101" pitchFamily="2" charset="-122"/>
              </a:rPr>
              <a:t>：</a:t>
            </a:r>
            <a:r>
              <a:rPr lang="zh-CN" altLang="en-US" sz="2000" b="1" dirty="0">
                <a:solidFill>
                  <a:srgbClr val="FFFF00"/>
                </a:solidFill>
                <a:latin typeface="Times New Roman" panose="02020603050405020304" pitchFamily="18" charset="0"/>
                <a:ea typeface="华文楷体" panose="02010600040101010101" pitchFamily="2" charset="-122"/>
              </a:rPr>
              <a:t> </a:t>
            </a:r>
            <a:r>
              <a:rPr lang="en-US" altLang="zh-CN" sz="2000" b="1" dirty="0">
                <a:latin typeface="Times New Roman" panose="02020603050405020304" pitchFamily="18" charset="0"/>
                <a:ea typeface="华文楷体" panose="02010600040101010101" pitchFamily="2" charset="-122"/>
              </a:rPr>
              <a:t>long  </a:t>
            </a:r>
            <a:r>
              <a:rPr lang="en-US" altLang="zh-CN" sz="2000" b="1" dirty="0" err="1" smtClean="0">
                <a:latin typeface="Times New Roman" panose="02020603050405020304" pitchFamily="18" charset="0"/>
                <a:ea typeface="华文楷体" panose="02010600040101010101" pitchFamily="2" charset="-122"/>
              </a:rPr>
              <a:t>long</a:t>
            </a:r>
            <a:r>
              <a:rPr lang="en-US" altLang="zh-CN" sz="2000" b="1" dirty="0" smtClean="0">
                <a:latin typeface="Times New Roman" panose="02020603050405020304" pitchFamily="18" charset="0"/>
                <a:ea typeface="华文楷体" panose="02010600040101010101" pitchFamily="2" charset="-122"/>
              </a:rPr>
              <a:t> </a:t>
            </a:r>
            <a:r>
              <a:rPr lang="en-US" altLang="zh-CN" sz="2000" b="1" dirty="0" err="1" smtClean="0">
                <a:latin typeface="Times New Roman" panose="02020603050405020304" pitchFamily="18" charset="0"/>
                <a:ea typeface="华文楷体" panose="02010600040101010101" pitchFamily="2" charset="-122"/>
              </a:rPr>
              <a:t>int</a:t>
            </a:r>
            <a:br>
              <a:rPr lang="en-US" altLang="zh-CN" sz="2000" b="1" dirty="0">
                <a:latin typeface="Times New Roman" panose="02020603050405020304" pitchFamily="18" charset="0"/>
                <a:ea typeface="华文楷体" panose="02010600040101010101" pitchFamily="2" charset="-122"/>
              </a:rPr>
            </a:br>
            <a:r>
              <a:rPr lang="zh-CN" altLang="en-US" sz="2000" b="1" dirty="0" smtClean="0">
                <a:latin typeface="Times New Roman" panose="02020603050405020304" pitchFamily="18" charset="0"/>
                <a:ea typeface="华文楷体" panose="02010600040101010101" pitchFamily="2" charset="-122"/>
              </a:rPr>
              <a:t>至少有</a:t>
            </a:r>
            <a:r>
              <a:rPr lang="en-US" altLang="zh-CN" sz="2000" b="1" dirty="0" smtClean="0">
                <a:latin typeface="Times New Roman" panose="02020603050405020304" pitchFamily="18" charset="0"/>
                <a:ea typeface="华文楷体" panose="02010600040101010101" pitchFamily="2" charset="-122"/>
              </a:rPr>
              <a:t>8</a:t>
            </a:r>
            <a:r>
              <a:rPr lang="zh-CN" altLang="en-US" sz="2000" b="1" dirty="0" smtClean="0">
                <a:latin typeface="Times New Roman" panose="02020603050405020304" pitchFamily="18" charset="0"/>
                <a:ea typeface="华文楷体" panose="02010600040101010101" pitchFamily="2" charset="-122"/>
              </a:rPr>
              <a:t>个字节</a:t>
            </a:r>
            <a:endParaRPr lang="en-US" altLang="zh-CN" sz="2000" b="1" dirty="0">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3213"/>
                                        </p:tgtEl>
                                        <p:attrNameLst>
                                          <p:attrName>style.visibility</p:attrName>
                                        </p:attrNameLst>
                                      </p:cBhvr>
                                      <p:to>
                                        <p:strVal val="visible"/>
                                      </p:to>
                                    </p:set>
                                    <p:animEffect transition="in" filter="blinds(horizontal)">
                                      <p:cBhvr>
                                        <p:cTn id="7" dur="500"/>
                                        <p:tgtEl>
                                          <p:spTgt spid="932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linds(horizontal)">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13" grpId="0" animBg="1"/>
      <p:bldP spid="2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algn="ctr"/>
            <a:r>
              <a:rPr lang="en-US" altLang="zh-CN" b="1" dirty="0">
                <a:latin typeface="Times New Roman" panose="02020603050405020304" pitchFamily="18" charset="0"/>
                <a:ea typeface="隶书" panose="02010509060101010101" pitchFamily="49" charset="-122"/>
              </a:rPr>
              <a:t>2.2.1 </a:t>
            </a:r>
            <a:r>
              <a:rPr lang="zh-CN" altLang="en-US" b="1" dirty="0">
                <a:latin typeface="Times New Roman" panose="02020603050405020304" pitchFamily="18" charset="0"/>
                <a:ea typeface="隶书" panose="02010509060101010101" pitchFamily="49" charset="-122"/>
              </a:rPr>
              <a:t>基本数据类型</a:t>
            </a:r>
            <a:endParaRPr lang="zh-CN" altLang="en-US" b="1" dirty="0">
              <a:latin typeface="Times New Roman" panose="02020603050405020304" pitchFamily="18" charset="0"/>
              <a:ea typeface="隶书" panose="02010509060101010101" pitchFamily="49" charset="-122"/>
            </a:endParaRPr>
          </a:p>
        </p:txBody>
      </p:sp>
      <p:sp>
        <p:nvSpPr>
          <p:cNvPr id="27651" name="Text Box 17"/>
          <p:cNvSpPr txBox="1">
            <a:spLocks noChangeArrowheads="1"/>
          </p:cNvSpPr>
          <p:nvPr/>
        </p:nvSpPr>
        <p:spPr bwMode="auto">
          <a:xfrm>
            <a:off x="0" y="3429000"/>
            <a:ext cx="72072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lang="zh-CN" altLang="en-US" sz="3600" b="1" i="1" dirty="0">
                <a:solidFill>
                  <a:srgbClr val="FFFF00"/>
                </a:solidFill>
                <a:latin typeface="Times New Roman" panose="02020603050405020304" pitchFamily="18" charset="0"/>
                <a:ea typeface="华文楷体" panose="02010600040101010101" pitchFamily="2" charset="-122"/>
              </a:rPr>
              <a:t>整型</a:t>
            </a:r>
            <a:endParaRPr lang="zh-CN" altLang="en-US" sz="3600" b="1" i="1" dirty="0">
              <a:solidFill>
                <a:srgbClr val="FFFF00"/>
              </a:solidFill>
              <a:latin typeface="Times New Roman" panose="02020603050405020304" pitchFamily="18" charset="0"/>
              <a:ea typeface="华文楷体" panose="02010600040101010101" pitchFamily="2" charset="-122"/>
            </a:endParaRPr>
          </a:p>
        </p:txBody>
      </p:sp>
      <p:grpSp>
        <p:nvGrpSpPr>
          <p:cNvPr id="27655" name="Group 21"/>
          <p:cNvGrpSpPr/>
          <p:nvPr/>
        </p:nvGrpSpPr>
        <p:grpSpPr bwMode="auto">
          <a:xfrm>
            <a:off x="1558446" y="2244725"/>
            <a:ext cx="7129463" cy="3165475"/>
            <a:chOff x="884" y="1071"/>
            <a:chExt cx="4491" cy="1994"/>
          </a:xfrm>
        </p:grpSpPr>
        <p:sp>
          <p:nvSpPr>
            <p:cNvPr id="27657" name="Text Box 22"/>
            <p:cNvSpPr txBox="1">
              <a:spLocks noChangeArrowheads="1"/>
            </p:cNvSpPr>
            <p:nvPr/>
          </p:nvSpPr>
          <p:spPr bwMode="auto">
            <a:xfrm>
              <a:off x="884" y="1071"/>
              <a:ext cx="4491" cy="498"/>
            </a:xfrm>
            <a:prstGeom prst="rect">
              <a:avLst/>
            </a:prstGeom>
            <a:solidFill>
              <a:schemeClr val="bg1"/>
            </a:solidFill>
            <a:ln w="28575">
              <a:solidFill>
                <a:srgbClr val="000066"/>
              </a:solidFill>
              <a:miter lim="800000"/>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ClrTx/>
                <a:buSzTx/>
                <a:buFontTx/>
                <a:buNone/>
              </a:pPr>
              <a:r>
                <a:rPr lang="zh-CN" altLang="en-US" sz="2400" b="1" dirty="0">
                  <a:solidFill>
                    <a:srgbClr val="FFFF00"/>
                  </a:solidFill>
                  <a:latin typeface="Times New Roman" panose="02020603050405020304" pitchFamily="18" charset="0"/>
                  <a:ea typeface="华文楷体" panose="02010600040101010101" pitchFamily="2" charset="-122"/>
                </a:rPr>
                <a:t>无符号短整型：</a:t>
              </a:r>
              <a:r>
                <a:rPr lang="en-US" altLang="zh-CN" sz="2000" b="1" dirty="0">
                  <a:latin typeface="Times New Roman" panose="02020603050405020304" pitchFamily="18" charset="0"/>
                  <a:ea typeface="华文楷体" panose="02010600040101010101" pitchFamily="2" charset="-122"/>
                </a:rPr>
                <a:t>unsigned short </a:t>
              </a:r>
              <a:r>
                <a:rPr lang="en-US" altLang="zh-CN" sz="2000" b="1" dirty="0" err="1">
                  <a:latin typeface="Times New Roman" panose="02020603050405020304" pitchFamily="18" charset="0"/>
                  <a:ea typeface="华文楷体" panose="02010600040101010101" pitchFamily="2" charset="-122"/>
                </a:rPr>
                <a:t>int</a:t>
              </a:r>
              <a:br>
                <a:rPr lang="en-US" altLang="zh-CN" sz="2000" b="1" dirty="0">
                  <a:latin typeface="Times New Roman" panose="02020603050405020304" pitchFamily="18" charset="0"/>
                  <a:ea typeface="华文楷体" panose="02010600040101010101" pitchFamily="2" charset="-122"/>
                </a:rPr>
              </a:br>
              <a:r>
                <a:rPr lang="en-US" altLang="zh-CN" sz="2000" b="1" dirty="0">
                  <a:latin typeface="Times New Roman" panose="02020603050405020304" pitchFamily="18" charset="0"/>
                  <a:ea typeface="华文楷体" panose="02010600040101010101" pitchFamily="2" charset="-122"/>
                </a:rPr>
                <a:t>2</a:t>
              </a:r>
              <a:r>
                <a:rPr lang="zh-CN" altLang="en-US" sz="2000" b="1" dirty="0">
                  <a:latin typeface="Times New Roman" panose="02020603050405020304" pitchFamily="18" charset="0"/>
                  <a:ea typeface="华文楷体" panose="02010600040101010101" pitchFamily="2" charset="-122"/>
                </a:rPr>
                <a:t>个字节长度，数据范围</a:t>
              </a:r>
              <a:r>
                <a:rPr lang="en-US" altLang="zh-CN" sz="2000" b="1" dirty="0">
                  <a:latin typeface="Times New Roman" panose="02020603050405020304" pitchFamily="18" charset="0"/>
                  <a:ea typeface="华文楷体" panose="02010600040101010101" pitchFamily="2" charset="-122"/>
                </a:rPr>
                <a:t>0</a:t>
              </a:r>
              <a:r>
                <a:rPr lang="zh-CN" altLang="en-US" sz="2000" b="1" dirty="0">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华文楷体" panose="02010600040101010101" pitchFamily="2" charset="-122"/>
                </a:rPr>
                <a:t>65535</a:t>
              </a:r>
              <a:endParaRPr lang="en-US" altLang="zh-CN" sz="2000" b="1" dirty="0">
                <a:latin typeface="Times New Roman" panose="02020603050405020304" pitchFamily="18" charset="0"/>
                <a:ea typeface="华文楷体" panose="02010600040101010101" pitchFamily="2" charset="-122"/>
              </a:endParaRPr>
            </a:p>
          </p:txBody>
        </p:sp>
        <p:sp>
          <p:nvSpPr>
            <p:cNvPr id="27658" name="Text Box 23"/>
            <p:cNvSpPr txBox="1">
              <a:spLocks noChangeArrowheads="1"/>
            </p:cNvSpPr>
            <p:nvPr/>
          </p:nvSpPr>
          <p:spPr bwMode="auto">
            <a:xfrm>
              <a:off x="884" y="1570"/>
              <a:ext cx="4491" cy="498"/>
            </a:xfrm>
            <a:prstGeom prst="rect">
              <a:avLst/>
            </a:prstGeom>
            <a:solidFill>
              <a:schemeClr val="bg1"/>
            </a:solidFill>
            <a:ln w="28575">
              <a:solidFill>
                <a:srgbClr val="000066"/>
              </a:solidFill>
              <a:miter lim="800000"/>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ClrTx/>
                <a:buSzTx/>
                <a:buFontTx/>
                <a:buNone/>
              </a:pPr>
              <a:r>
                <a:rPr lang="zh-CN" altLang="en-US" sz="2400" b="1" dirty="0">
                  <a:solidFill>
                    <a:srgbClr val="FFFF00"/>
                  </a:solidFill>
                  <a:latin typeface="Times New Roman" panose="02020603050405020304" pitchFamily="18" charset="0"/>
                  <a:ea typeface="华文楷体" panose="02010600040101010101" pitchFamily="2" charset="-122"/>
                </a:rPr>
                <a:t>无符号整型：</a:t>
              </a:r>
              <a:r>
                <a:rPr lang="zh-CN" altLang="en-US" sz="2000" b="1" dirty="0">
                  <a:solidFill>
                    <a:srgbClr val="FFFF00"/>
                  </a:solidFill>
                  <a:latin typeface="Times New Roman" panose="02020603050405020304" pitchFamily="18" charset="0"/>
                  <a:ea typeface="华文楷体" panose="02010600040101010101" pitchFamily="2" charset="-122"/>
                </a:rPr>
                <a:t> </a:t>
              </a:r>
              <a:r>
                <a:rPr lang="en-US" altLang="zh-CN" sz="2000" b="1" dirty="0">
                  <a:latin typeface="Times New Roman" panose="02020603050405020304" pitchFamily="18" charset="0"/>
                  <a:ea typeface="华文楷体" panose="02010600040101010101" pitchFamily="2" charset="-122"/>
                </a:rPr>
                <a:t>unsigned </a:t>
              </a:r>
              <a:r>
                <a:rPr lang="en-US" altLang="zh-CN" sz="2000" b="1" dirty="0" err="1">
                  <a:latin typeface="Times New Roman" panose="02020603050405020304" pitchFamily="18" charset="0"/>
                  <a:ea typeface="华文楷体" panose="02010600040101010101" pitchFamily="2" charset="-122"/>
                </a:rPr>
                <a:t>int</a:t>
              </a:r>
              <a:r>
                <a:rPr lang="en-US" altLang="zh-CN" sz="2000" b="1" dirty="0">
                  <a:latin typeface="Times New Roman" panose="02020603050405020304" pitchFamily="18" charset="0"/>
                  <a:ea typeface="华文楷体" panose="02010600040101010101" pitchFamily="2" charset="-122"/>
                </a:rPr>
                <a:t> </a:t>
              </a:r>
              <a:br>
                <a:rPr lang="en-US" altLang="zh-CN" sz="2000" b="1" dirty="0">
                  <a:latin typeface="Times New Roman" panose="02020603050405020304" pitchFamily="18" charset="0"/>
                  <a:ea typeface="华文楷体" panose="02010600040101010101" pitchFamily="2" charset="-122"/>
                </a:rPr>
              </a:br>
              <a:r>
                <a:rPr lang="en-US" altLang="zh-CN" sz="2000" b="1" dirty="0" smtClean="0">
                  <a:latin typeface="Times New Roman" panose="02020603050405020304" pitchFamily="18" charset="0"/>
                  <a:ea typeface="华文楷体" panose="02010600040101010101" pitchFamily="2" charset="-122"/>
                </a:rPr>
                <a:t>2  or  4 </a:t>
              </a:r>
              <a:r>
                <a:rPr lang="zh-CN" altLang="en-US" sz="2000" b="1" dirty="0" smtClean="0">
                  <a:latin typeface="Times New Roman" panose="02020603050405020304" pitchFamily="18" charset="0"/>
                  <a:ea typeface="华文楷体" panose="02010600040101010101" pitchFamily="2" charset="-122"/>
                </a:rPr>
                <a:t>个</a:t>
              </a:r>
              <a:r>
                <a:rPr lang="zh-CN" altLang="en-US" sz="2000" b="1" dirty="0">
                  <a:latin typeface="Times New Roman" panose="02020603050405020304" pitchFamily="18" charset="0"/>
                  <a:ea typeface="华文楷体" panose="02010600040101010101" pitchFamily="2" charset="-122"/>
                </a:rPr>
                <a:t>字节</a:t>
              </a:r>
              <a:endParaRPr lang="zh-CN" altLang="en-US" sz="2000" b="1" dirty="0">
                <a:latin typeface="Times New Roman" panose="02020603050405020304" pitchFamily="18" charset="0"/>
                <a:ea typeface="华文楷体" panose="02010600040101010101" pitchFamily="2" charset="-122"/>
              </a:endParaRPr>
            </a:p>
          </p:txBody>
        </p:sp>
        <p:sp>
          <p:nvSpPr>
            <p:cNvPr id="27659" name="Text Box 24"/>
            <p:cNvSpPr txBox="1">
              <a:spLocks noChangeArrowheads="1"/>
            </p:cNvSpPr>
            <p:nvPr/>
          </p:nvSpPr>
          <p:spPr bwMode="auto">
            <a:xfrm>
              <a:off x="884" y="2069"/>
              <a:ext cx="4491" cy="498"/>
            </a:xfrm>
            <a:prstGeom prst="rect">
              <a:avLst/>
            </a:prstGeom>
            <a:solidFill>
              <a:schemeClr val="bg1"/>
            </a:solidFill>
            <a:ln w="28575">
              <a:solidFill>
                <a:srgbClr val="000066"/>
              </a:solidFill>
              <a:miter lim="800000"/>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ClrTx/>
                <a:buSzTx/>
                <a:buFontTx/>
                <a:buNone/>
              </a:pPr>
              <a:r>
                <a:rPr lang="zh-CN" altLang="en-US" sz="2400" b="1" dirty="0">
                  <a:solidFill>
                    <a:srgbClr val="FFFF00"/>
                  </a:solidFill>
                  <a:latin typeface="Times New Roman" panose="02020603050405020304" pitchFamily="18" charset="0"/>
                  <a:ea typeface="华文楷体" panose="02010600040101010101" pitchFamily="2" charset="-122"/>
                </a:rPr>
                <a:t>无符号长整型： </a:t>
              </a:r>
              <a:r>
                <a:rPr lang="en-US" altLang="zh-CN" sz="2000" b="1" dirty="0">
                  <a:latin typeface="Times New Roman" panose="02020603050405020304" pitchFamily="18" charset="0"/>
                  <a:ea typeface="华文楷体" panose="02010600040101010101" pitchFamily="2" charset="-122"/>
                </a:rPr>
                <a:t>unsigned long  </a:t>
              </a:r>
              <a:r>
                <a:rPr lang="en-US" altLang="zh-CN" sz="2000" b="1" dirty="0" err="1">
                  <a:latin typeface="Times New Roman" panose="02020603050405020304" pitchFamily="18" charset="0"/>
                  <a:ea typeface="华文楷体" panose="02010600040101010101" pitchFamily="2" charset="-122"/>
                </a:rPr>
                <a:t>int</a:t>
              </a:r>
              <a:br>
                <a:rPr lang="en-US" altLang="zh-CN" sz="2000" b="1" dirty="0">
                  <a:latin typeface="Times New Roman" panose="02020603050405020304" pitchFamily="18" charset="0"/>
                  <a:ea typeface="华文楷体" panose="02010600040101010101" pitchFamily="2" charset="-122"/>
                </a:rPr>
              </a:br>
              <a:r>
                <a:rPr lang="en-US" altLang="zh-CN" sz="2000" b="1" dirty="0" smtClean="0">
                  <a:latin typeface="Times New Roman" panose="02020603050405020304" pitchFamily="18" charset="0"/>
                  <a:ea typeface="华文楷体" panose="02010600040101010101" pitchFamily="2" charset="-122"/>
                </a:rPr>
                <a:t>4 or  8 </a:t>
              </a:r>
              <a:r>
                <a:rPr lang="zh-CN" altLang="en-US" sz="2000" b="1" dirty="0" smtClean="0">
                  <a:latin typeface="Times New Roman" panose="02020603050405020304" pitchFamily="18" charset="0"/>
                  <a:ea typeface="华文楷体" panose="02010600040101010101" pitchFamily="2" charset="-122"/>
                </a:rPr>
                <a:t>个</a:t>
              </a:r>
              <a:r>
                <a:rPr lang="zh-CN" altLang="en-US" sz="2000" b="1" dirty="0">
                  <a:latin typeface="Times New Roman" panose="02020603050405020304" pitchFamily="18" charset="0"/>
                  <a:ea typeface="华文楷体" panose="02010600040101010101" pitchFamily="2" charset="-122"/>
                </a:rPr>
                <a:t>字节</a:t>
              </a:r>
              <a:r>
                <a:rPr lang="zh-CN" altLang="en-US" sz="2000" b="1" dirty="0" smtClean="0">
                  <a:latin typeface="Times New Roman" panose="02020603050405020304" pitchFamily="18" charset="0"/>
                  <a:ea typeface="华文楷体" panose="02010600040101010101" pitchFamily="2" charset="-122"/>
                </a:rPr>
                <a:t>，</a:t>
              </a:r>
              <a:r>
                <a:rPr lang="en-US" altLang="zh-CN" sz="2000" b="1" dirty="0" smtClean="0">
                  <a:latin typeface="Times New Roman" panose="02020603050405020304" pitchFamily="18" charset="0"/>
                  <a:ea typeface="华文楷体" panose="02010600040101010101" pitchFamily="2" charset="-122"/>
                </a:rPr>
                <a:t>4</a:t>
              </a:r>
              <a:r>
                <a:rPr lang="zh-CN" altLang="en-US" sz="2000" b="1" dirty="0" smtClean="0">
                  <a:latin typeface="Times New Roman" panose="02020603050405020304" pitchFamily="18" charset="0"/>
                  <a:ea typeface="华文楷体" panose="02010600040101010101" pitchFamily="2" charset="-122"/>
                </a:rPr>
                <a:t>字节的数据</a:t>
              </a:r>
              <a:r>
                <a:rPr lang="zh-CN" altLang="en-US" sz="2000" b="1" dirty="0">
                  <a:latin typeface="Times New Roman" panose="02020603050405020304" pitchFamily="18" charset="0"/>
                  <a:ea typeface="华文楷体" panose="02010600040101010101" pitchFamily="2" charset="-122"/>
                </a:rPr>
                <a:t>范围</a:t>
              </a:r>
              <a:r>
                <a:rPr lang="en-US" altLang="zh-CN" sz="2000" b="1" dirty="0">
                  <a:latin typeface="Times New Roman" panose="02020603050405020304" pitchFamily="18" charset="0"/>
                  <a:ea typeface="华文楷体" panose="02010600040101010101" pitchFamily="2" charset="-122"/>
                </a:rPr>
                <a:t>0~4 284 967 295</a:t>
              </a:r>
              <a:endParaRPr lang="en-US" altLang="zh-CN" sz="2000" b="1" dirty="0">
                <a:latin typeface="Times New Roman" panose="02020603050405020304" pitchFamily="18" charset="0"/>
                <a:ea typeface="华文楷体" panose="02010600040101010101" pitchFamily="2" charset="-122"/>
              </a:endParaRPr>
            </a:p>
          </p:txBody>
        </p:sp>
        <p:sp>
          <p:nvSpPr>
            <p:cNvPr id="18" name="Text Box 24"/>
            <p:cNvSpPr txBox="1">
              <a:spLocks noChangeArrowheads="1"/>
            </p:cNvSpPr>
            <p:nvPr/>
          </p:nvSpPr>
          <p:spPr bwMode="auto">
            <a:xfrm>
              <a:off x="884" y="2567"/>
              <a:ext cx="4491" cy="498"/>
            </a:xfrm>
            <a:prstGeom prst="rect">
              <a:avLst/>
            </a:prstGeom>
            <a:solidFill>
              <a:schemeClr val="bg1"/>
            </a:solidFill>
            <a:ln w="28575">
              <a:solidFill>
                <a:srgbClr val="000066"/>
              </a:solidFill>
              <a:miter lim="800000"/>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ClrTx/>
                <a:buSzTx/>
                <a:buFontTx/>
                <a:buNone/>
              </a:pPr>
              <a:r>
                <a:rPr lang="zh-CN" altLang="en-US" sz="2400" b="1" dirty="0">
                  <a:solidFill>
                    <a:srgbClr val="FFFF00"/>
                  </a:solidFill>
                  <a:latin typeface="Times New Roman" panose="02020603050405020304" pitchFamily="18" charset="0"/>
                  <a:ea typeface="华文楷体" panose="02010600040101010101" pitchFamily="2" charset="-122"/>
                </a:rPr>
                <a:t>无符号</a:t>
              </a:r>
              <a:r>
                <a:rPr lang="zh-CN" altLang="en-US" sz="2400" b="1" dirty="0" smtClean="0">
                  <a:solidFill>
                    <a:srgbClr val="FFFF00"/>
                  </a:solidFill>
                  <a:latin typeface="Times New Roman" panose="02020603050405020304" pitchFamily="18" charset="0"/>
                  <a:ea typeface="华文楷体" panose="02010600040101010101" pitchFamily="2" charset="-122"/>
                </a:rPr>
                <a:t>长长整型</a:t>
              </a:r>
              <a:r>
                <a:rPr lang="zh-CN" altLang="en-US" sz="2400" b="1" dirty="0">
                  <a:solidFill>
                    <a:srgbClr val="FFFF00"/>
                  </a:solidFill>
                  <a:latin typeface="Times New Roman" panose="02020603050405020304" pitchFamily="18" charset="0"/>
                  <a:ea typeface="华文楷体" panose="02010600040101010101" pitchFamily="2" charset="-122"/>
                </a:rPr>
                <a:t>： </a:t>
              </a:r>
              <a:r>
                <a:rPr lang="en-US" altLang="zh-CN" sz="2000" b="1" dirty="0">
                  <a:latin typeface="Times New Roman" panose="02020603050405020304" pitchFamily="18" charset="0"/>
                  <a:ea typeface="华文楷体" panose="02010600040101010101" pitchFamily="2" charset="-122"/>
                </a:rPr>
                <a:t>unsigned long </a:t>
              </a:r>
              <a:r>
                <a:rPr lang="en-US" altLang="zh-CN" sz="2000" b="1" dirty="0" err="1" smtClean="0">
                  <a:latin typeface="Times New Roman" panose="02020603050405020304" pitchFamily="18" charset="0"/>
                  <a:ea typeface="华文楷体" panose="02010600040101010101" pitchFamily="2" charset="-122"/>
                </a:rPr>
                <a:t>long</a:t>
              </a:r>
              <a:r>
                <a:rPr lang="en-US" altLang="zh-CN" sz="2000" b="1" dirty="0" smtClean="0">
                  <a:latin typeface="Times New Roman" panose="02020603050405020304" pitchFamily="18" charset="0"/>
                  <a:ea typeface="华文楷体" panose="02010600040101010101" pitchFamily="2" charset="-122"/>
                </a:rPr>
                <a:t> </a:t>
              </a:r>
              <a:r>
                <a:rPr lang="en-US" altLang="zh-CN" sz="2000" b="1" dirty="0" err="1">
                  <a:latin typeface="Times New Roman" panose="02020603050405020304" pitchFamily="18" charset="0"/>
                  <a:ea typeface="华文楷体" panose="02010600040101010101" pitchFamily="2" charset="-122"/>
                </a:rPr>
                <a:t>int</a:t>
              </a:r>
              <a:br>
                <a:rPr lang="en-US" altLang="zh-CN" sz="2000" b="1" dirty="0">
                  <a:latin typeface="Times New Roman" panose="02020603050405020304" pitchFamily="18" charset="0"/>
                  <a:ea typeface="华文楷体" panose="02010600040101010101" pitchFamily="2" charset="-122"/>
                </a:rPr>
              </a:br>
              <a:r>
                <a:rPr lang="zh-CN" altLang="en-US" sz="2000" b="1" dirty="0" smtClean="0">
                  <a:latin typeface="Times New Roman" panose="02020603050405020304" pitchFamily="18" charset="0"/>
                  <a:ea typeface="华文楷体" panose="02010600040101010101" pitchFamily="2" charset="-122"/>
                </a:rPr>
                <a:t>至少有</a:t>
              </a:r>
              <a:r>
                <a:rPr lang="en-US" altLang="zh-CN" sz="2000" b="1" dirty="0" smtClean="0">
                  <a:latin typeface="Times New Roman" panose="02020603050405020304" pitchFamily="18" charset="0"/>
                  <a:ea typeface="华文楷体" panose="02010600040101010101" pitchFamily="2" charset="-122"/>
                </a:rPr>
                <a:t>8 </a:t>
              </a:r>
              <a:r>
                <a:rPr lang="zh-CN" altLang="en-US" sz="2000" b="1" dirty="0" smtClean="0">
                  <a:latin typeface="Times New Roman" panose="02020603050405020304" pitchFamily="18" charset="0"/>
                  <a:ea typeface="华文楷体" panose="02010600040101010101" pitchFamily="2" charset="-122"/>
                </a:rPr>
                <a:t>个字节</a:t>
              </a:r>
              <a:endParaRPr lang="en-US" altLang="zh-CN" sz="2000" b="1" dirty="0">
                <a:latin typeface="Times New Roman" panose="02020603050405020304" pitchFamily="18" charset="0"/>
                <a:ea typeface="华文楷体" panose="02010600040101010101" pitchFamily="2" charset="-122"/>
              </a:endParaRPr>
            </a:p>
          </p:txBody>
        </p:sp>
      </p:grpSp>
      <p:sp>
        <p:nvSpPr>
          <p:cNvPr id="27656" name="Text Box 26"/>
          <p:cNvSpPr txBox="1">
            <a:spLocks noChangeArrowheads="1"/>
          </p:cNvSpPr>
          <p:nvPr/>
        </p:nvSpPr>
        <p:spPr bwMode="auto">
          <a:xfrm>
            <a:off x="766283" y="2386013"/>
            <a:ext cx="720725"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lang="zh-CN" altLang="en-US" sz="2400" b="1" i="1" dirty="0">
                <a:solidFill>
                  <a:srgbClr val="FFFF00"/>
                </a:solidFill>
                <a:latin typeface="Times New Roman" panose="02020603050405020304" pitchFamily="18" charset="0"/>
                <a:ea typeface="华文楷体" panose="02010600040101010101" pitchFamily="2" charset="-122"/>
              </a:rPr>
              <a:t>无符号整型</a:t>
            </a:r>
            <a:endParaRPr lang="zh-CN" altLang="en-US" sz="2400" b="1" i="1" dirty="0">
              <a:solidFill>
                <a:srgbClr val="FFFF00"/>
              </a:solidFill>
              <a:latin typeface="Times New Roman" panose="02020603050405020304" pitchFamily="18" charset="0"/>
              <a:ea typeface="华文楷体" panose="02010600040101010101" pitchFamily="2" charset="-122"/>
            </a:endParaRPr>
          </a:p>
        </p:txBody>
      </p:sp>
      <p:sp>
        <p:nvSpPr>
          <p:cNvPr id="24" name="AutoShape 29"/>
          <p:cNvSpPr>
            <a:spLocks noChangeArrowheads="1"/>
          </p:cNvSpPr>
          <p:nvPr/>
        </p:nvSpPr>
        <p:spPr bwMode="auto">
          <a:xfrm>
            <a:off x="5271893" y="815976"/>
            <a:ext cx="3240088" cy="1049337"/>
          </a:xfrm>
          <a:prstGeom prst="wedgeRoundRectCallout">
            <a:avLst>
              <a:gd name="adj1" fmla="val -19792"/>
              <a:gd name="adj2" fmla="val 93963"/>
              <a:gd name="adj3" fmla="val 16667"/>
            </a:avLst>
          </a:prstGeom>
          <a:solidFill>
            <a:srgbClr val="000099"/>
          </a:solidFill>
          <a:ln w="9525">
            <a:solidFill>
              <a:schemeClr val="tx1"/>
            </a:solidFill>
            <a:miter lim="800000"/>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400" b="1" dirty="0" smtClean="0">
                <a:ea typeface="华文楷体" panose="02010600040101010101" pitchFamily="2" charset="-122"/>
              </a:rPr>
              <a:t>各类型长度以具体编译系统为准</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algn="ctr"/>
            <a:r>
              <a:rPr lang="en-US" altLang="zh-CN" b="1" dirty="0">
                <a:latin typeface="Times New Roman" panose="02020603050405020304" pitchFamily="18" charset="0"/>
                <a:ea typeface="隶书" panose="02010509060101010101" pitchFamily="49" charset="-122"/>
              </a:rPr>
              <a:t>2.2.1 </a:t>
            </a:r>
            <a:r>
              <a:rPr lang="zh-CN" altLang="en-US" b="1" dirty="0">
                <a:latin typeface="Times New Roman" panose="02020603050405020304" pitchFamily="18" charset="0"/>
                <a:ea typeface="隶书" panose="02010509060101010101" pitchFamily="49" charset="-122"/>
              </a:rPr>
              <a:t>基本数据类型</a:t>
            </a:r>
            <a:endParaRPr lang="zh-CN" altLang="en-US" b="1" dirty="0">
              <a:latin typeface="Times New Roman" panose="02020603050405020304" pitchFamily="18" charset="0"/>
              <a:ea typeface="隶书" panose="02010509060101010101" pitchFamily="49" charset="-122"/>
            </a:endParaRPr>
          </a:p>
        </p:txBody>
      </p:sp>
      <p:sp>
        <p:nvSpPr>
          <p:cNvPr id="28675" name="Text Box 3"/>
          <p:cNvSpPr txBox="1">
            <a:spLocks noChangeArrowheads="1"/>
          </p:cNvSpPr>
          <p:nvPr/>
        </p:nvSpPr>
        <p:spPr bwMode="auto">
          <a:xfrm>
            <a:off x="0" y="2852738"/>
            <a:ext cx="720725"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lang="zh-CN" altLang="en-US" sz="3600" b="1" i="1">
                <a:solidFill>
                  <a:srgbClr val="FFFF00"/>
                </a:solidFill>
                <a:ea typeface="华文楷体" panose="02010600040101010101" pitchFamily="2" charset="-122"/>
              </a:rPr>
              <a:t>字符型</a:t>
            </a:r>
            <a:endParaRPr lang="zh-CN" altLang="en-US" sz="3600" b="1" i="1">
              <a:solidFill>
                <a:srgbClr val="FFFF00"/>
              </a:solidFill>
              <a:ea typeface="华文楷体" panose="02010600040101010101" pitchFamily="2" charset="-122"/>
            </a:endParaRPr>
          </a:p>
        </p:txBody>
      </p:sp>
      <p:sp>
        <p:nvSpPr>
          <p:cNvPr id="28676" name="Text Box 6"/>
          <p:cNvSpPr txBox="1">
            <a:spLocks noChangeArrowheads="1"/>
          </p:cNvSpPr>
          <p:nvPr/>
        </p:nvSpPr>
        <p:spPr bwMode="auto">
          <a:xfrm>
            <a:off x="1403350" y="2285697"/>
            <a:ext cx="7129463" cy="830997"/>
          </a:xfrm>
          <a:prstGeom prst="rect">
            <a:avLst/>
          </a:prstGeom>
          <a:solidFill>
            <a:schemeClr val="bg1"/>
          </a:solidFill>
          <a:ln w="28575">
            <a:solidFill>
              <a:srgbClr val="000066"/>
            </a:solidFill>
            <a:miter lim="800000"/>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ClrTx/>
              <a:buSzTx/>
              <a:buFontTx/>
              <a:buNone/>
            </a:pPr>
            <a:r>
              <a:rPr lang="en-US" altLang="zh-CN" sz="2400" b="1" dirty="0" smtClean="0">
                <a:latin typeface="Times New Roman" panose="02020603050405020304" pitchFamily="18" charset="0"/>
                <a:ea typeface="华文楷体" panose="02010600040101010101" pitchFamily="2" charset="-122"/>
              </a:rPr>
              <a:t>signed char</a:t>
            </a:r>
            <a:br>
              <a:rPr lang="en-US" altLang="zh-CN" sz="2400" b="1" dirty="0">
                <a:latin typeface="Times New Roman" panose="02020603050405020304" pitchFamily="18" charset="0"/>
                <a:ea typeface="华文楷体" panose="02010600040101010101" pitchFamily="2" charset="-122"/>
              </a:rPr>
            </a:br>
            <a:r>
              <a:rPr lang="en-US" altLang="zh-CN" sz="2400" b="1" dirty="0">
                <a:latin typeface="Times New Roman" panose="02020603050405020304" pitchFamily="18" charset="0"/>
                <a:ea typeface="华文楷体" panose="02010600040101010101" pitchFamily="2" charset="-122"/>
              </a:rPr>
              <a:t>1</a:t>
            </a:r>
            <a:r>
              <a:rPr lang="zh-CN" altLang="en-US" sz="2400" b="1" dirty="0">
                <a:latin typeface="Times New Roman" panose="02020603050405020304" pitchFamily="18" charset="0"/>
                <a:ea typeface="华文楷体" panose="02010600040101010101" pitchFamily="2" charset="-122"/>
              </a:rPr>
              <a:t>个字节长度，数据范围</a:t>
            </a:r>
            <a:r>
              <a:rPr lang="en-US" altLang="zh-CN" sz="2400" b="1" dirty="0">
                <a:latin typeface="Times New Roman" panose="02020603050405020304" pitchFamily="18" charset="0"/>
                <a:ea typeface="华文楷体" panose="02010600040101010101" pitchFamily="2" charset="-122"/>
              </a:rPr>
              <a:t>-128</a:t>
            </a:r>
            <a:r>
              <a:rPr lang="zh-CN" altLang="en-US" sz="2400" b="1" dirty="0">
                <a:latin typeface="Times New Roman" panose="02020603050405020304" pitchFamily="18" charset="0"/>
                <a:ea typeface="华文楷体" panose="02010600040101010101" pitchFamily="2" charset="-122"/>
              </a:rPr>
              <a:t>～</a:t>
            </a:r>
            <a:r>
              <a:rPr lang="en-US" altLang="zh-CN" sz="2400" b="1" dirty="0">
                <a:latin typeface="Times New Roman" panose="02020603050405020304" pitchFamily="18" charset="0"/>
                <a:ea typeface="华文楷体" panose="02010600040101010101" pitchFamily="2" charset="-122"/>
              </a:rPr>
              <a:t>127</a:t>
            </a:r>
            <a:endParaRPr lang="en-US" altLang="zh-CN" sz="2400" b="1" dirty="0">
              <a:latin typeface="Times New Roman" panose="02020603050405020304" pitchFamily="18" charset="0"/>
              <a:ea typeface="华文楷体" panose="02010600040101010101" pitchFamily="2" charset="-122"/>
            </a:endParaRPr>
          </a:p>
        </p:txBody>
      </p:sp>
      <p:sp>
        <p:nvSpPr>
          <p:cNvPr id="28677" name="Text Box 7"/>
          <p:cNvSpPr txBox="1">
            <a:spLocks noChangeArrowheads="1"/>
          </p:cNvSpPr>
          <p:nvPr/>
        </p:nvSpPr>
        <p:spPr bwMode="auto">
          <a:xfrm>
            <a:off x="1331913" y="4652963"/>
            <a:ext cx="7129462" cy="830997"/>
          </a:xfrm>
          <a:prstGeom prst="rect">
            <a:avLst/>
          </a:prstGeom>
          <a:solidFill>
            <a:schemeClr val="bg1"/>
          </a:solidFill>
          <a:ln w="28575">
            <a:solidFill>
              <a:srgbClr val="000066"/>
            </a:solidFill>
            <a:miter lim="800000"/>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ClrTx/>
              <a:buSzTx/>
              <a:buFontTx/>
              <a:buNone/>
            </a:pPr>
            <a:r>
              <a:rPr lang="en-US" altLang="zh-CN" sz="2400" b="1">
                <a:latin typeface="Times New Roman" panose="02020603050405020304" pitchFamily="18" charset="0"/>
                <a:ea typeface="华文楷体" panose="02010600040101010101" pitchFamily="2" charset="-122"/>
              </a:rPr>
              <a:t>unsigned char </a:t>
            </a:r>
            <a:br>
              <a:rPr lang="en-US" altLang="zh-CN" sz="2400" b="1">
                <a:latin typeface="Times New Roman" panose="02020603050405020304" pitchFamily="18" charset="0"/>
                <a:ea typeface="华文楷体" panose="02010600040101010101" pitchFamily="2" charset="-122"/>
              </a:rPr>
            </a:br>
            <a:r>
              <a:rPr lang="en-US" altLang="zh-CN" sz="2400" b="1">
                <a:latin typeface="Times New Roman" panose="02020603050405020304" pitchFamily="18" charset="0"/>
                <a:ea typeface="华文楷体" panose="02010600040101010101" pitchFamily="2" charset="-122"/>
              </a:rPr>
              <a:t>1</a:t>
            </a:r>
            <a:r>
              <a:rPr lang="zh-CN" altLang="en-US" sz="2400" b="1">
                <a:latin typeface="Times New Roman" panose="02020603050405020304" pitchFamily="18" charset="0"/>
                <a:ea typeface="华文楷体" panose="02010600040101010101" pitchFamily="2" charset="-122"/>
              </a:rPr>
              <a:t>个字长，数据范围</a:t>
            </a:r>
            <a:r>
              <a:rPr lang="en-US" altLang="zh-CN" sz="2400" b="1">
                <a:latin typeface="Times New Roman" panose="02020603050405020304" pitchFamily="18" charset="0"/>
                <a:ea typeface="华文楷体" panose="02010600040101010101" pitchFamily="2" charset="-122"/>
              </a:rPr>
              <a:t>0</a:t>
            </a:r>
            <a:r>
              <a:rPr lang="zh-CN" altLang="en-US" sz="2400" b="1">
                <a:latin typeface="Times New Roman" panose="02020603050405020304" pitchFamily="18" charset="0"/>
                <a:ea typeface="华文楷体" panose="02010600040101010101" pitchFamily="2" charset="-122"/>
              </a:rPr>
              <a:t>～</a:t>
            </a:r>
            <a:r>
              <a:rPr lang="en-US" altLang="zh-CN" sz="2400" b="1">
                <a:latin typeface="Times New Roman" panose="02020603050405020304" pitchFamily="18" charset="0"/>
                <a:ea typeface="华文楷体" panose="02010600040101010101" pitchFamily="2" charset="-122"/>
              </a:rPr>
              <a:t>255</a:t>
            </a:r>
            <a:endParaRPr lang="en-US" altLang="zh-CN" sz="2400" b="1">
              <a:latin typeface="Times New Roman" panose="02020603050405020304" pitchFamily="18" charset="0"/>
              <a:ea typeface="华文楷体" panose="02010600040101010101" pitchFamily="2" charset="-122"/>
            </a:endParaRPr>
          </a:p>
        </p:txBody>
      </p:sp>
      <p:sp>
        <p:nvSpPr>
          <p:cNvPr id="28678" name="Text Box 9"/>
          <p:cNvSpPr txBox="1">
            <a:spLocks noChangeArrowheads="1"/>
          </p:cNvSpPr>
          <p:nvPr/>
        </p:nvSpPr>
        <p:spPr bwMode="auto">
          <a:xfrm>
            <a:off x="684213" y="2012647"/>
            <a:ext cx="72072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lang="zh-CN" altLang="en-US" sz="2400" b="1" i="1" dirty="0">
                <a:solidFill>
                  <a:srgbClr val="FFFF00"/>
                </a:solidFill>
                <a:latin typeface="Times New Roman" panose="02020603050405020304" pitchFamily="18" charset="0"/>
                <a:ea typeface="华文楷体" panose="02010600040101010101" pitchFamily="2" charset="-122"/>
              </a:rPr>
              <a:t>有符号</a:t>
            </a:r>
            <a:endParaRPr lang="zh-CN" altLang="en-US" sz="2400" b="1" i="1" dirty="0">
              <a:solidFill>
                <a:srgbClr val="FFFF00"/>
              </a:solidFill>
              <a:latin typeface="Times New Roman" panose="02020603050405020304" pitchFamily="18" charset="0"/>
              <a:ea typeface="华文楷体" panose="02010600040101010101" pitchFamily="2" charset="-122"/>
            </a:endParaRPr>
          </a:p>
        </p:txBody>
      </p:sp>
      <p:sp>
        <p:nvSpPr>
          <p:cNvPr id="28679" name="Text Box 15"/>
          <p:cNvSpPr txBox="1">
            <a:spLocks noChangeArrowheads="1"/>
          </p:cNvSpPr>
          <p:nvPr/>
        </p:nvSpPr>
        <p:spPr bwMode="auto">
          <a:xfrm>
            <a:off x="611188" y="4508500"/>
            <a:ext cx="72072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lang="zh-CN" altLang="en-US" sz="2400" b="1" i="1" dirty="0">
                <a:solidFill>
                  <a:srgbClr val="FFFF00"/>
                </a:solidFill>
                <a:latin typeface="Times New Roman" panose="02020603050405020304" pitchFamily="18" charset="0"/>
                <a:ea typeface="华文楷体" panose="02010600040101010101" pitchFamily="2" charset="-122"/>
              </a:rPr>
              <a:t>无符号</a:t>
            </a:r>
            <a:endParaRPr lang="zh-CN" altLang="en-US" sz="2400" b="1" i="1" dirty="0">
              <a:solidFill>
                <a:srgbClr val="FFFF00"/>
              </a:solidFill>
              <a:latin typeface="Times New Roman" panose="02020603050405020304" pitchFamily="18" charset="0"/>
              <a:ea typeface="华文楷体" panose="02010600040101010101" pitchFamily="2" charset="-122"/>
            </a:endParaRPr>
          </a:p>
        </p:txBody>
      </p:sp>
      <p:sp>
        <p:nvSpPr>
          <p:cNvPr id="94225" name="AutoShape 17"/>
          <p:cNvSpPr>
            <a:spLocks noChangeArrowheads="1"/>
          </p:cNvSpPr>
          <p:nvPr/>
        </p:nvSpPr>
        <p:spPr bwMode="auto">
          <a:xfrm>
            <a:off x="1306434" y="3478403"/>
            <a:ext cx="6049962" cy="503238"/>
          </a:xfrm>
          <a:prstGeom prst="wedgeRoundRectCallout">
            <a:avLst>
              <a:gd name="adj1" fmla="val -60940"/>
              <a:gd name="adj2" fmla="val 78389"/>
              <a:gd name="adj3" fmla="val 16667"/>
            </a:avLst>
          </a:prstGeom>
          <a:solidFill>
            <a:srgbClr val="000099"/>
          </a:solidFill>
          <a:ln w="9525">
            <a:solidFill>
              <a:schemeClr val="tx1"/>
            </a:solidFill>
            <a:miter lim="800000"/>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b="1" dirty="0">
                <a:latin typeface="Times New Roman" panose="02020603050405020304" pitchFamily="18" charset="0"/>
                <a:ea typeface="华文楷体" panose="02010600040101010101" pitchFamily="2" charset="-122"/>
              </a:rPr>
              <a:t> </a:t>
            </a:r>
            <a:r>
              <a:rPr lang="en-US" altLang="zh-CN" sz="2400" b="1" dirty="0" smtClean="0">
                <a:latin typeface="Times New Roman" panose="02020603050405020304" pitchFamily="18" charset="0"/>
                <a:ea typeface="华文楷体" panose="02010600040101010101" pitchFamily="2" charset="-122"/>
              </a:rPr>
              <a:t>C++</a:t>
            </a:r>
            <a:r>
              <a:rPr lang="zh-CN" altLang="en-US" sz="2400" b="1" dirty="0" smtClean="0">
                <a:latin typeface="Times New Roman" panose="02020603050405020304" pitchFamily="18" charset="0"/>
                <a:ea typeface="华文楷体" panose="02010600040101010101" pitchFamily="2" charset="-122"/>
              </a:rPr>
              <a:t>语言</a:t>
            </a:r>
            <a:r>
              <a:rPr lang="zh-CN" altLang="en-US" sz="2400" b="1" dirty="0">
                <a:latin typeface="Times New Roman" panose="02020603050405020304" pitchFamily="18" charset="0"/>
                <a:ea typeface="华文楷体" panose="02010600040101010101" pitchFamily="2" charset="-122"/>
              </a:rPr>
              <a:t>将字符型看作是</a:t>
            </a:r>
            <a:r>
              <a:rPr lang="en-US" altLang="zh-CN" sz="2400" b="1" dirty="0">
                <a:latin typeface="Times New Roman" panose="02020603050405020304" pitchFamily="18" charset="0"/>
                <a:ea typeface="华文楷体" panose="02010600040101010101" pitchFamily="2" charset="-122"/>
              </a:rPr>
              <a:t>1</a:t>
            </a:r>
            <a:r>
              <a:rPr lang="zh-CN" altLang="en-US" sz="2400" b="1" dirty="0">
                <a:latin typeface="Times New Roman" panose="02020603050405020304" pitchFamily="18" charset="0"/>
                <a:ea typeface="华文楷体" panose="02010600040101010101" pitchFamily="2" charset="-122"/>
              </a:rPr>
              <a:t>个字节的整数</a:t>
            </a:r>
            <a:endParaRPr lang="zh-CN" altLang="en-US" sz="2400" b="1" dirty="0">
              <a:latin typeface="Times New Roman" panose="02020603050405020304" pitchFamily="18" charset="0"/>
              <a:ea typeface="华文楷体" panose="02010600040101010101" pitchFamily="2" charset="-122"/>
            </a:endParaRPr>
          </a:p>
        </p:txBody>
      </p:sp>
      <p:sp>
        <p:nvSpPr>
          <p:cNvPr id="9" name="Text Box 6"/>
          <p:cNvSpPr txBox="1">
            <a:spLocks noChangeArrowheads="1"/>
          </p:cNvSpPr>
          <p:nvPr/>
        </p:nvSpPr>
        <p:spPr bwMode="auto">
          <a:xfrm>
            <a:off x="1370013" y="886015"/>
            <a:ext cx="7129463" cy="830997"/>
          </a:xfrm>
          <a:prstGeom prst="rect">
            <a:avLst/>
          </a:prstGeom>
          <a:solidFill>
            <a:schemeClr val="bg1"/>
          </a:solidFill>
          <a:ln w="28575">
            <a:solidFill>
              <a:srgbClr val="000066"/>
            </a:solidFill>
            <a:miter lim="800000"/>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ClrTx/>
              <a:buSzTx/>
              <a:buFontTx/>
              <a:buNone/>
            </a:pPr>
            <a:r>
              <a:rPr lang="en-US" altLang="zh-CN" sz="2400" b="1" dirty="0" smtClean="0">
                <a:latin typeface="Times New Roman" panose="02020603050405020304" pitchFamily="18" charset="0"/>
                <a:ea typeface="华文楷体" panose="02010600040101010101" pitchFamily="2" charset="-122"/>
              </a:rPr>
              <a:t>char</a:t>
            </a:r>
            <a:br>
              <a:rPr lang="en-US" altLang="zh-CN" sz="2400" b="1" dirty="0">
                <a:latin typeface="Times New Roman" panose="02020603050405020304" pitchFamily="18" charset="0"/>
                <a:ea typeface="华文楷体" panose="02010600040101010101" pitchFamily="2" charset="-122"/>
              </a:rPr>
            </a:br>
            <a:r>
              <a:rPr lang="en-US" altLang="zh-CN" sz="2400" b="1" dirty="0">
                <a:latin typeface="Times New Roman" panose="02020603050405020304" pitchFamily="18" charset="0"/>
                <a:ea typeface="华文楷体" panose="02010600040101010101" pitchFamily="2" charset="-122"/>
              </a:rPr>
              <a:t>1</a:t>
            </a:r>
            <a:r>
              <a:rPr lang="zh-CN" altLang="en-US" sz="2400" b="1" dirty="0">
                <a:latin typeface="Times New Roman" panose="02020603050405020304" pitchFamily="18" charset="0"/>
                <a:ea typeface="华文楷体" panose="02010600040101010101" pitchFamily="2" charset="-122"/>
              </a:rPr>
              <a:t>个字节长度</a:t>
            </a:r>
            <a:r>
              <a:rPr lang="zh-CN" altLang="en-US" sz="2400" b="1" dirty="0" smtClean="0">
                <a:latin typeface="Times New Roman" panose="02020603050405020304" pitchFamily="18" charset="0"/>
                <a:ea typeface="华文楷体" panose="02010600040101010101" pitchFamily="2" charset="-122"/>
              </a:rPr>
              <a:t>，</a:t>
            </a:r>
            <a:r>
              <a:rPr lang="en-US" altLang="zh-CN" sz="2400" b="1" dirty="0" smtClean="0">
                <a:latin typeface="Times New Roman" panose="02020603050405020304" pitchFamily="18" charset="0"/>
                <a:ea typeface="华文楷体" panose="02010600040101010101" pitchFamily="2" charset="-122"/>
              </a:rPr>
              <a:t>ISO C++</a:t>
            </a:r>
            <a:r>
              <a:rPr lang="zh-CN" altLang="en-US" sz="2400" b="1" dirty="0" smtClean="0">
                <a:latin typeface="Times New Roman" panose="02020603050405020304" pitchFamily="18" charset="0"/>
                <a:ea typeface="华文楷体" panose="02010600040101010101" pitchFamily="2" charset="-122"/>
              </a:rPr>
              <a:t>标准没有规定是否有无符号！</a:t>
            </a:r>
            <a:endParaRPr lang="en-US" altLang="zh-CN" sz="2400" b="1" dirty="0">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4225"/>
                                        </p:tgtEl>
                                        <p:attrNameLst>
                                          <p:attrName>style.visibility</p:attrName>
                                        </p:attrNameLst>
                                      </p:cBhvr>
                                      <p:to>
                                        <p:strVal val="visible"/>
                                      </p:to>
                                    </p:set>
                                    <p:animEffect transition="in" filter="blinds(horizontal)">
                                      <p:cBhvr>
                                        <p:cTn id="7" dur="500"/>
                                        <p:tgtEl>
                                          <p:spTgt spid="94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2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algn="ctr"/>
            <a:r>
              <a:rPr lang="en-US" altLang="zh-CN" b="1" dirty="0">
                <a:latin typeface="Times New Roman" panose="02020603050405020304" pitchFamily="18" charset="0"/>
                <a:ea typeface="隶书" panose="02010509060101010101" pitchFamily="49" charset="-122"/>
              </a:rPr>
              <a:t>2.2.1 </a:t>
            </a:r>
            <a:r>
              <a:rPr lang="zh-CN" altLang="en-US" b="1" dirty="0">
                <a:latin typeface="Times New Roman" panose="02020603050405020304" pitchFamily="18" charset="0"/>
                <a:ea typeface="隶书" panose="02010509060101010101" pitchFamily="49" charset="-122"/>
              </a:rPr>
              <a:t>基本数据类型</a:t>
            </a:r>
            <a:endParaRPr lang="zh-CN" altLang="en-US" b="1" dirty="0">
              <a:latin typeface="Times New Roman" panose="02020603050405020304" pitchFamily="18" charset="0"/>
              <a:ea typeface="隶书" panose="02010509060101010101" pitchFamily="49" charset="-122"/>
            </a:endParaRPr>
          </a:p>
        </p:txBody>
      </p:sp>
      <p:sp>
        <p:nvSpPr>
          <p:cNvPr id="29699" name="Text Box 3"/>
          <p:cNvSpPr txBox="1">
            <a:spLocks noChangeArrowheads="1"/>
          </p:cNvSpPr>
          <p:nvPr/>
        </p:nvSpPr>
        <p:spPr bwMode="auto">
          <a:xfrm>
            <a:off x="0" y="2997200"/>
            <a:ext cx="720725"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lang="zh-CN" altLang="en-US" sz="3600" b="1" i="1" dirty="0">
                <a:solidFill>
                  <a:srgbClr val="FFFF00"/>
                </a:solidFill>
                <a:latin typeface="Times New Roman" panose="02020603050405020304" pitchFamily="18" charset="0"/>
                <a:ea typeface="华文楷体" panose="02010600040101010101" pitchFamily="2" charset="-122"/>
              </a:rPr>
              <a:t>浮点型</a:t>
            </a:r>
            <a:endParaRPr lang="zh-CN" altLang="en-US" sz="3600" b="1" i="1" dirty="0">
              <a:solidFill>
                <a:srgbClr val="FFFF00"/>
              </a:solidFill>
              <a:latin typeface="Times New Roman" panose="02020603050405020304" pitchFamily="18" charset="0"/>
              <a:ea typeface="华文楷体" panose="02010600040101010101" pitchFamily="2" charset="-122"/>
            </a:endParaRPr>
          </a:p>
        </p:txBody>
      </p:sp>
      <p:sp>
        <p:nvSpPr>
          <p:cNvPr id="29700" name="Text Box 4"/>
          <p:cNvSpPr txBox="1">
            <a:spLocks noChangeArrowheads="1"/>
          </p:cNvSpPr>
          <p:nvPr/>
        </p:nvSpPr>
        <p:spPr bwMode="auto">
          <a:xfrm>
            <a:off x="1403350" y="2000250"/>
            <a:ext cx="7129463" cy="954107"/>
          </a:xfrm>
          <a:prstGeom prst="rect">
            <a:avLst/>
          </a:prstGeom>
          <a:solidFill>
            <a:schemeClr val="bg1"/>
          </a:solidFill>
          <a:ln w="28575">
            <a:solidFill>
              <a:srgbClr val="000066"/>
            </a:solidFill>
            <a:miter lim="800000"/>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ClrTx/>
              <a:buSzTx/>
              <a:buFontTx/>
              <a:buNone/>
            </a:pPr>
            <a:r>
              <a:rPr lang="zh-CN" altLang="en-US" sz="3200" b="1" dirty="0">
                <a:solidFill>
                  <a:srgbClr val="FFFF00"/>
                </a:solidFill>
                <a:latin typeface="Times New Roman" panose="02020603050405020304" pitchFamily="18" charset="0"/>
                <a:ea typeface="华文楷体" panose="02010600040101010101" pitchFamily="2" charset="-122"/>
              </a:rPr>
              <a:t>浮点型：</a:t>
            </a:r>
            <a:r>
              <a:rPr lang="en-US" altLang="zh-CN" sz="2400" b="1" dirty="0">
                <a:latin typeface="Times New Roman" panose="02020603050405020304" pitchFamily="18" charset="0"/>
                <a:ea typeface="华文楷体" panose="02010600040101010101" pitchFamily="2" charset="-122"/>
              </a:rPr>
              <a:t>float</a:t>
            </a:r>
            <a:br>
              <a:rPr lang="en-US" altLang="zh-CN" sz="2400" b="1" dirty="0">
                <a:latin typeface="Times New Roman" panose="02020603050405020304" pitchFamily="18" charset="0"/>
                <a:ea typeface="华文楷体" panose="02010600040101010101" pitchFamily="2" charset="-122"/>
              </a:rPr>
            </a:br>
            <a:r>
              <a:rPr lang="zh-CN" altLang="en-US" sz="2400" b="1" dirty="0" smtClean="0">
                <a:latin typeface="Times New Roman" panose="02020603050405020304" pitchFamily="18" charset="0"/>
                <a:ea typeface="华文楷体" panose="02010600040101010101" pitchFamily="2" charset="-122"/>
              </a:rPr>
              <a:t>可以保存</a:t>
            </a:r>
            <a:r>
              <a:rPr lang="en-US" altLang="zh-CN" sz="2400" b="1" dirty="0" smtClean="0">
                <a:latin typeface="Times New Roman" panose="02020603050405020304" pitchFamily="18" charset="0"/>
                <a:ea typeface="华文楷体" panose="02010600040101010101" pitchFamily="2" charset="-122"/>
              </a:rPr>
              <a:t>7</a:t>
            </a:r>
            <a:r>
              <a:rPr lang="zh-CN" altLang="en-US" sz="2400" b="1" dirty="0" smtClean="0">
                <a:latin typeface="Times New Roman" panose="02020603050405020304" pitchFamily="18" charset="0"/>
                <a:ea typeface="华文楷体" panose="02010600040101010101" pitchFamily="2" charset="-122"/>
              </a:rPr>
              <a:t>位有效数字</a:t>
            </a:r>
            <a:endParaRPr lang="en-US" altLang="zh-CN" sz="2400" b="1" dirty="0">
              <a:latin typeface="Times New Roman" panose="02020603050405020304" pitchFamily="18" charset="0"/>
              <a:ea typeface="华文楷体" panose="02010600040101010101" pitchFamily="2" charset="-122"/>
            </a:endParaRPr>
          </a:p>
        </p:txBody>
      </p:sp>
      <p:sp>
        <p:nvSpPr>
          <p:cNvPr id="29701" name="Text Box 8"/>
          <p:cNvSpPr txBox="1">
            <a:spLocks noChangeArrowheads="1"/>
          </p:cNvSpPr>
          <p:nvPr/>
        </p:nvSpPr>
        <p:spPr bwMode="auto">
          <a:xfrm>
            <a:off x="1331913" y="3441700"/>
            <a:ext cx="7129462" cy="954107"/>
          </a:xfrm>
          <a:prstGeom prst="rect">
            <a:avLst/>
          </a:prstGeom>
          <a:solidFill>
            <a:schemeClr val="bg1"/>
          </a:solidFill>
          <a:ln w="28575">
            <a:solidFill>
              <a:srgbClr val="000066"/>
            </a:solidFill>
            <a:miter lim="800000"/>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ClrTx/>
              <a:buSzTx/>
              <a:buFontTx/>
              <a:buNone/>
            </a:pPr>
            <a:r>
              <a:rPr lang="zh-CN" altLang="en-US" sz="3200" b="1" dirty="0">
                <a:solidFill>
                  <a:srgbClr val="FFFF00"/>
                </a:solidFill>
                <a:latin typeface="Times New Roman" panose="02020603050405020304" pitchFamily="18" charset="0"/>
                <a:ea typeface="华文楷体" panose="02010600040101010101" pitchFamily="2" charset="-122"/>
              </a:rPr>
              <a:t>双精度浮点型：</a:t>
            </a:r>
            <a:r>
              <a:rPr lang="en-US" altLang="zh-CN" sz="2400" b="1" dirty="0">
                <a:latin typeface="Times New Roman" panose="02020603050405020304" pitchFamily="18" charset="0"/>
                <a:ea typeface="华文楷体" panose="02010600040101010101" pitchFamily="2" charset="-122"/>
              </a:rPr>
              <a:t>double</a:t>
            </a:r>
            <a:br>
              <a:rPr lang="en-US" altLang="zh-CN" sz="2400" b="1" dirty="0">
                <a:latin typeface="Times New Roman" panose="02020603050405020304" pitchFamily="18" charset="0"/>
                <a:ea typeface="华文楷体" panose="02010600040101010101" pitchFamily="2" charset="-122"/>
              </a:rPr>
            </a:br>
            <a:r>
              <a:rPr lang="zh-CN" altLang="en-US" sz="2400" b="1" dirty="0" smtClean="0">
                <a:latin typeface="Times New Roman" panose="02020603050405020304" pitchFamily="18" charset="0"/>
                <a:ea typeface="华文楷体" panose="02010600040101010101" pitchFamily="2" charset="-122"/>
              </a:rPr>
              <a:t>可以保存</a:t>
            </a:r>
            <a:r>
              <a:rPr lang="en-US" altLang="zh-CN" sz="2400" b="1" dirty="0" smtClean="0">
                <a:latin typeface="Times New Roman" panose="02020603050405020304" pitchFamily="18" charset="0"/>
                <a:ea typeface="华文楷体" panose="02010600040101010101" pitchFamily="2" charset="-122"/>
              </a:rPr>
              <a:t>16 </a:t>
            </a:r>
            <a:r>
              <a:rPr lang="zh-CN" altLang="en-US" sz="2400" b="1" dirty="0" smtClean="0">
                <a:latin typeface="Times New Roman" panose="02020603050405020304" pitchFamily="18" charset="0"/>
                <a:ea typeface="华文楷体" panose="02010600040101010101" pitchFamily="2" charset="-122"/>
              </a:rPr>
              <a:t>位有效数字</a:t>
            </a:r>
            <a:endParaRPr lang="en-US" altLang="zh-CN" sz="2400" b="1" dirty="0">
              <a:latin typeface="Times New Roman" panose="02020603050405020304" pitchFamily="18" charset="0"/>
              <a:ea typeface="华文楷体" panose="02010600040101010101" pitchFamily="2" charset="-122"/>
            </a:endParaRPr>
          </a:p>
        </p:txBody>
      </p:sp>
      <p:sp>
        <p:nvSpPr>
          <p:cNvPr id="29702" name="Text Box 9"/>
          <p:cNvSpPr txBox="1">
            <a:spLocks noChangeArrowheads="1"/>
          </p:cNvSpPr>
          <p:nvPr/>
        </p:nvSpPr>
        <p:spPr bwMode="auto">
          <a:xfrm>
            <a:off x="1331913" y="4881563"/>
            <a:ext cx="7129462" cy="954107"/>
          </a:xfrm>
          <a:prstGeom prst="rect">
            <a:avLst/>
          </a:prstGeom>
          <a:solidFill>
            <a:schemeClr val="bg1"/>
          </a:solidFill>
          <a:ln w="28575">
            <a:solidFill>
              <a:srgbClr val="000066"/>
            </a:solidFill>
            <a:miter lim="800000"/>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a:spcBef>
                <a:spcPct val="50000"/>
              </a:spcBef>
              <a:buClrTx/>
              <a:buSzTx/>
              <a:buNone/>
            </a:pPr>
            <a:r>
              <a:rPr lang="zh-CN" altLang="en-US" sz="3200" b="1" dirty="0">
                <a:solidFill>
                  <a:srgbClr val="FFFF00"/>
                </a:solidFill>
                <a:latin typeface="Times New Roman" panose="02020603050405020304" pitchFamily="18" charset="0"/>
                <a:ea typeface="华文楷体" panose="02010600040101010101" pitchFamily="2" charset="-122"/>
              </a:rPr>
              <a:t>长双精度浮点型：</a:t>
            </a:r>
            <a:r>
              <a:rPr lang="en-US" altLang="zh-CN" sz="2400" b="1" dirty="0">
                <a:latin typeface="Times New Roman" panose="02020603050405020304" pitchFamily="18" charset="0"/>
                <a:ea typeface="华文楷体" panose="02010600040101010101" pitchFamily="2" charset="-122"/>
              </a:rPr>
              <a:t>long double</a:t>
            </a:r>
            <a:br>
              <a:rPr lang="en-US" altLang="zh-CN" sz="2400" b="1" dirty="0">
                <a:latin typeface="Times New Roman" panose="02020603050405020304" pitchFamily="18" charset="0"/>
                <a:ea typeface="华文楷体" panose="02010600040101010101" pitchFamily="2" charset="-122"/>
              </a:rPr>
            </a:br>
            <a:r>
              <a:rPr lang="zh-CN" altLang="en-US" sz="2400" b="1" dirty="0" smtClean="0">
                <a:latin typeface="Times New Roman" panose="02020603050405020304" pitchFamily="18" charset="0"/>
                <a:ea typeface="华文楷体" panose="02010600040101010101" pitchFamily="2" charset="-122"/>
              </a:rPr>
              <a:t>常用于特殊浮点需求的硬件，精度各不相同</a:t>
            </a:r>
            <a:endParaRPr lang="en-US" altLang="zh-CN" sz="2400" b="1" dirty="0">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algn="ctr"/>
            <a:r>
              <a:rPr lang="en-US" altLang="zh-CN" b="1" dirty="0">
                <a:latin typeface="Times New Roman" panose="02020603050405020304" pitchFamily="18" charset="0"/>
                <a:ea typeface="隶书" panose="02010509060101010101" pitchFamily="49" charset="-122"/>
              </a:rPr>
              <a:t>2.2.1 </a:t>
            </a:r>
            <a:r>
              <a:rPr lang="zh-CN" altLang="en-US" b="1" dirty="0">
                <a:latin typeface="Times New Roman" panose="02020603050405020304" pitchFamily="18" charset="0"/>
                <a:ea typeface="隶书" panose="02010509060101010101" pitchFamily="49" charset="-122"/>
              </a:rPr>
              <a:t>基本数据类型</a:t>
            </a:r>
            <a:endParaRPr lang="zh-CN" altLang="en-US" b="1" dirty="0">
              <a:latin typeface="Times New Roman" panose="02020603050405020304" pitchFamily="18" charset="0"/>
              <a:ea typeface="隶书" panose="02010509060101010101" pitchFamily="49" charset="-122"/>
            </a:endParaRPr>
          </a:p>
        </p:txBody>
      </p:sp>
      <p:sp>
        <p:nvSpPr>
          <p:cNvPr id="29699" name="Text Box 3"/>
          <p:cNvSpPr txBox="1">
            <a:spLocks noChangeArrowheads="1"/>
          </p:cNvSpPr>
          <p:nvPr/>
        </p:nvSpPr>
        <p:spPr bwMode="auto">
          <a:xfrm>
            <a:off x="0" y="2997200"/>
            <a:ext cx="72072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lang="zh-CN" altLang="en-US" sz="3600" b="1" i="1" dirty="0" smtClean="0">
                <a:solidFill>
                  <a:srgbClr val="FFFF00"/>
                </a:solidFill>
                <a:latin typeface="Times New Roman" panose="02020603050405020304" pitchFamily="18" charset="0"/>
                <a:ea typeface="华文楷体" panose="02010600040101010101" pitchFamily="2" charset="-122"/>
              </a:rPr>
              <a:t>布尔型</a:t>
            </a:r>
            <a:endParaRPr lang="zh-CN" altLang="en-US" sz="3600" b="1" i="1" dirty="0">
              <a:solidFill>
                <a:srgbClr val="FFFF00"/>
              </a:solidFill>
              <a:latin typeface="Times New Roman" panose="02020603050405020304" pitchFamily="18" charset="0"/>
              <a:ea typeface="华文楷体" panose="02010600040101010101" pitchFamily="2" charset="-122"/>
            </a:endParaRPr>
          </a:p>
        </p:txBody>
      </p:sp>
      <p:sp>
        <p:nvSpPr>
          <p:cNvPr id="29700" name="Text Box 4"/>
          <p:cNvSpPr txBox="1">
            <a:spLocks noChangeArrowheads="1"/>
          </p:cNvSpPr>
          <p:nvPr/>
        </p:nvSpPr>
        <p:spPr bwMode="auto">
          <a:xfrm>
            <a:off x="1403349" y="2708920"/>
            <a:ext cx="7129463" cy="1877437"/>
          </a:xfrm>
          <a:prstGeom prst="rect">
            <a:avLst/>
          </a:prstGeom>
          <a:solidFill>
            <a:schemeClr val="bg1"/>
          </a:solidFill>
          <a:ln w="28575">
            <a:solidFill>
              <a:srgbClr val="000066"/>
            </a:solidFill>
            <a:miter lim="800000"/>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ClrTx/>
              <a:buSzTx/>
              <a:buFontTx/>
              <a:buNone/>
            </a:pPr>
            <a:r>
              <a:rPr lang="zh-CN" altLang="en-US" sz="3200" b="1" dirty="0" smtClean="0">
                <a:solidFill>
                  <a:srgbClr val="FFFF00"/>
                </a:solidFill>
                <a:latin typeface="Times New Roman" panose="02020603050405020304" pitchFamily="18" charset="0"/>
                <a:ea typeface="华文楷体" panose="02010600040101010101" pitchFamily="2" charset="-122"/>
              </a:rPr>
              <a:t>布尔型，又称逻辑型：</a:t>
            </a:r>
            <a:r>
              <a:rPr lang="en-US" altLang="zh-CN" sz="2400" b="1" dirty="0" smtClean="0">
                <a:latin typeface="Times New Roman" panose="02020603050405020304" pitchFamily="18" charset="0"/>
                <a:ea typeface="华文楷体" panose="02010600040101010101" pitchFamily="2" charset="-122"/>
              </a:rPr>
              <a:t>bool</a:t>
            </a:r>
            <a:br>
              <a:rPr lang="en-US" altLang="zh-CN" sz="2400" b="1" dirty="0">
                <a:latin typeface="Times New Roman" panose="02020603050405020304" pitchFamily="18" charset="0"/>
                <a:ea typeface="华文楷体" panose="02010600040101010101" pitchFamily="2" charset="-122"/>
              </a:rPr>
            </a:br>
            <a:r>
              <a:rPr lang="en-US" altLang="zh-CN" sz="2400" b="1" dirty="0" smtClean="0">
                <a:latin typeface="Times New Roman" panose="02020603050405020304" pitchFamily="18" charset="0"/>
                <a:ea typeface="华文楷体" panose="02010600040101010101" pitchFamily="2" charset="-122"/>
              </a:rPr>
              <a:t>VC++</a:t>
            </a:r>
            <a:r>
              <a:rPr lang="zh-CN" altLang="en-US" sz="2400" b="1" dirty="0" smtClean="0">
                <a:latin typeface="Times New Roman" panose="02020603050405020304" pitchFamily="18" charset="0"/>
                <a:ea typeface="华文楷体" panose="02010600040101010101" pitchFamily="2" charset="-122"/>
              </a:rPr>
              <a:t>等环境中占</a:t>
            </a:r>
            <a:r>
              <a:rPr lang="en-US" altLang="zh-CN" sz="2400" b="1" dirty="0" smtClean="0">
                <a:latin typeface="Times New Roman" panose="02020603050405020304" pitchFamily="18" charset="0"/>
                <a:ea typeface="华文楷体" panose="02010600040101010101" pitchFamily="2" charset="-122"/>
              </a:rPr>
              <a:t>1</a:t>
            </a:r>
            <a:r>
              <a:rPr lang="zh-CN" altLang="en-US" sz="2400" b="1" dirty="0" smtClean="0">
                <a:latin typeface="Times New Roman" panose="02020603050405020304" pitchFamily="18" charset="0"/>
                <a:ea typeface="华文楷体" panose="02010600040101010101" pitchFamily="2" charset="-122"/>
              </a:rPr>
              <a:t>个字节，不同编译系统中占据字节数可能不同</a:t>
            </a:r>
            <a:endParaRPr lang="en-US" altLang="zh-CN" sz="2400" b="1" dirty="0" smtClean="0">
              <a:latin typeface="Times New Roman" panose="02020603050405020304" pitchFamily="18" charset="0"/>
              <a:ea typeface="华文楷体" panose="02010600040101010101" pitchFamily="2" charset="-122"/>
            </a:endParaRPr>
          </a:p>
          <a:p>
            <a:pPr algn="l" eaLnBrk="1" hangingPunct="1">
              <a:spcBef>
                <a:spcPct val="50000"/>
              </a:spcBef>
              <a:buClrTx/>
              <a:buSzTx/>
              <a:buFontTx/>
              <a:buNone/>
            </a:pPr>
            <a:r>
              <a:rPr lang="zh-CN" altLang="en-US" sz="2400" b="1" dirty="0" smtClean="0">
                <a:latin typeface="Times New Roman" panose="02020603050405020304" pitchFamily="18" charset="0"/>
                <a:ea typeface="华文楷体" panose="02010600040101010101" pitchFamily="2" charset="-122"/>
              </a:rPr>
              <a:t>数据取值：</a:t>
            </a:r>
            <a:r>
              <a:rPr lang="en-US" altLang="zh-CN" sz="2400" b="1" dirty="0" smtClean="0">
                <a:latin typeface="Times New Roman" panose="02020603050405020304" pitchFamily="18" charset="0"/>
                <a:ea typeface="华文楷体" panose="02010600040101010101" pitchFamily="2" charset="-122"/>
              </a:rPr>
              <a:t>false   </a:t>
            </a:r>
            <a:r>
              <a:rPr lang="zh-CN" altLang="en-US" sz="2400" b="1" dirty="0" smtClean="0">
                <a:latin typeface="Times New Roman" panose="02020603050405020304" pitchFamily="18" charset="0"/>
                <a:ea typeface="华文楷体" panose="02010600040101010101" pitchFamily="2" charset="-122"/>
              </a:rPr>
              <a:t>或者  </a:t>
            </a:r>
            <a:r>
              <a:rPr lang="en-US" altLang="zh-CN" sz="2400" b="1" dirty="0" smtClean="0">
                <a:latin typeface="Times New Roman" panose="02020603050405020304" pitchFamily="18" charset="0"/>
                <a:ea typeface="华文楷体" panose="02010600040101010101" pitchFamily="2" charset="-122"/>
              </a:rPr>
              <a:t>true   </a:t>
            </a:r>
            <a:r>
              <a:rPr lang="zh-CN" altLang="en-US" sz="2400" b="1" dirty="0" smtClean="0">
                <a:latin typeface="Times New Roman" panose="02020603050405020304" pitchFamily="18" charset="0"/>
                <a:ea typeface="华文楷体" panose="02010600040101010101" pitchFamily="2" charset="-122"/>
              </a:rPr>
              <a:t>，分别表示假、真</a:t>
            </a:r>
            <a:endParaRPr lang="en-US" altLang="zh-CN" sz="2400" b="1" dirty="0">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1547664" y="188640"/>
            <a:ext cx="7313613" cy="792163"/>
          </a:xfrm>
          <a:prstGeom prst="rect">
            <a:avLst/>
          </a:prstGeom>
        </p:spPr>
        <p:txBody>
          <a:bodyPr/>
          <a:lstStyle/>
          <a:p>
            <a:r>
              <a:rPr lang="en-US" altLang="zh-CN" sz="3600" b="1" i="1" dirty="0" smtClean="0">
                <a:effectLst>
                  <a:outerShdw blurRad="38100" dist="38100" dir="2700000" algn="tl">
                    <a:srgbClr val="000000"/>
                  </a:outerShdw>
                </a:effectLst>
                <a:ea typeface="隶书" panose="02010509060101010101" pitchFamily="49" charset="-122"/>
                <a:cs typeface="+mj-cs"/>
              </a:rPr>
              <a:t>2.2.2 </a:t>
            </a:r>
            <a:r>
              <a:rPr lang="zh-CN" altLang="en-US" sz="3600" b="1" i="1" dirty="0">
                <a:effectLst>
                  <a:outerShdw blurRad="38100" dist="38100" dir="2700000" algn="tl">
                    <a:srgbClr val="000000"/>
                  </a:outerShdw>
                </a:effectLst>
                <a:ea typeface="隶书" panose="02010509060101010101" pitchFamily="49" charset="-122"/>
                <a:cs typeface="+mj-cs"/>
              </a:rPr>
              <a:t>常量：数学中的</a:t>
            </a:r>
            <a:r>
              <a:rPr lang="zh-CN" altLang="en-US" sz="3600" b="1" i="1" dirty="0" smtClean="0">
                <a:effectLst>
                  <a:outerShdw blurRad="38100" dist="38100" dir="2700000" algn="tl">
                    <a:srgbClr val="000000"/>
                  </a:outerShdw>
                </a:effectLst>
                <a:ea typeface="隶书" panose="02010509060101010101" pitchFamily="49" charset="-122"/>
                <a:cs typeface="+mj-cs"/>
              </a:rPr>
              <a:t>常量</a:t>
            </a:r>
            <a:endParaRPr lang="en-US" altLang="zh-CN" sz="3600" b="1" i="1" dirty="0" smtClean="0">
              <a:effectLst>
                <a:outerShdw blurRad="38100" dist="38100" dir="2700000" algn="tl">
                  <a:srgbClr val="000000"/>
                </a:outerShdw>
              </a:effectLst>
              <a:ea typeface="隶书" panose="02010509060101010101" pitchFamily="49" charset="-122"/>
              <a:cs typeface="+mj-cs"/>
            </a:endParaRPr>
          </a:p>
          <a:p>
            <a:r>
              <a:rPr lang="zh-CN" altLang="en-US" sz="3600" b="1" i="1" dirty="0" smtClean="0">
                <a:effectLst>
                  <a:outerShdw blurRad="38100" dist="38100" dir="2700000" algn="tl">
                    <a:srgbClr val="000000"/>
                  </a:outerShdw>
                </a:effectLst>
                <a:ea typeface="隶书" panose="02010509060101010101" pitchFamily="49" charset="-122"/>
                <a:cs typeface="+mj-cs"/>
              </a:rPr>
              <a:t>和</a:t>
            </a:r>
            <a:r>
              <a:rPr lang="zh-CN" altLang="en-US" sz="3600" b="1" i="1" dirty="0">
                <a:effectLst>
                  <a:outerShdw blurRad="38100" dist="38100" dir="2700000" algn="tl">
                    <a:srgbClr val="000000"/>
                  </a:outerShdw>
                </a:effectLst>
                <a:ea typeface="隶书" panose="02010509060101010101" pitchFamily="49" charset="-122"/>
                <a:cs typeface="+mj-cs"/>
              </a:rPr>
              <a:t>计算机中的常量</a:t>
            </a:r>
            <a:endParaRPr lang="zh-CN" altLang="en-US" sz="3600" b="1" i="1" dirty="0">
              <a:effectLst>
                <a:outerShdw blurRad="38100" dist="38100" dir="2700000" algn="tl">
                  <a:srgbClr val="000000"/>
                </a:outerShdw>
              </a:effectLst>
              <a:ea typeface="隶书" panose="02010509060101010101" pitchFamily="49" charset="-122"/>
              <a:cs typeface="+mj-cs"/>
            </a:endParaRPr>
          </a:p>
        </p:txBody>
      </p:sp>
      <p:sp>
        <p:nvSpPr>
          <p:cNvPr id="103427" name="Rectangle 3"/>
          <p:cNvSpPr>
            <a:spLocks noChangeArrowheads="1"/>
          </p:cNvSpPr>
          <p:nvPr/>
        </p:nvSpPr>
        <p:spPr bwMode="auto">
          <a:xfrm>
            <a:off x="1187450" y="1630361"/>
            <a:ext cx="7272338" cy="649287"/>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Font typeface="Wingdings" panose="05000000000000000000" pitchFamily="2" charset="2"/>
              <a:buNone/>
            </a:pPr>
            <a:r>
              <a:rPr lang="zh-CN" altLang="en-US" b="1" dirty="0">
                <a:solidFill>
                  <a:srgbClr val="FFFF00"/>
                </a:solidFill>
                <a:latin typeface="宋体" panose="02010600030101010101" pitchFamily="2" charset="-122"/>
                <a:ea typeface="华文楷体" panose="02010600040101010101" pitchFamily="2" charset="-122"/>
              </a:rPr>
              <a:t>数学中的常量：</a:t>
            </a:r>
            <a:r>
              <a:rPr lang="zh-CN" altLang="en-US" sz="2500" b="1" dirty="0">
                <a:latin typeface="宋体" panose="02010600030101010101" pitchFamily="2" charset="-122"/>
                <a:ea typeface="华文楷体" panose="02010600040101010101" pitchFamily="2" charset="-122"/>
              </a:rPr>
              <a:t>取值不变的量。</a:t>
            </a:r>
            <a:endParaRPr lang="zh-CN" altLang="en-US" sz="3300" b="1" dirty="0">
              <a:ea typeface="华文楷体" panose="02010600040101010101" pitchFamily="2" charset="-122"/>
            </a:endParaRPr>
          </a:p>
        </p:txBody>
      </p:sp>
      <p:sp>
        <p:nvSpPr>
          <p:cNvPr id="103428" name="Rectangle 4"/>
          <p:cNvSpPr>
            <a:spLocks noChangeArrowheads="1"/>
          </p:cNvSpPr>
          <p:nvPr/>
        </p:nvSpPr>
        <p:spPr bwMode="auto">
          <a:xfrm>
            <a:off x="1187450" y="2422524"/>
            <a:ext cx="7345363" cy="3958804"/>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075055" indent="-625475">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Font typeface="Wingdings" panose="05000000000000000000" pitchFamily="2" charset="2"/>
              <a:buNone/>
            </a:pPr>
            <a:r>
              <a:rPr lang="zh-CN" altLang="en-US" b="1" dirty="0">
                <a:latin typeface="华文楷体" panose="02010600040101010101" pitchFamily="2" charset="-122"/>
                <a:ea typeface="华文楷体" panose="02010600040101010101" pitchFamily="2" charset="-122"/>
              </a:rPr>
              <a:t>计算机程序中的常量：</a:t>
            </a:r>
            <a:endParaRPr lang="zh-CN" altLang="en-US" b="1" dirty="0">
              <a:latin typeface="华文楷体" panose="02010600040101010101" pitchFamily="2" charset="-122"/>
              <a:ea typeface="华文楷体" panose="02010600040101010101" pitchFamily="2" charset="-122"/>
            </a:endParaRPr>
          </a:p>
          <a:p>
            <a:pPr marL="522605" lvl="1" indent="-342900" algn="l" eaLnBrk="1" hangingPunct="1">
              <a:buClr>
                <a:srgbClr val="00B0F0"/>
              </a:buClr>
              <a:buFont typeface="Wingdings" panose="05000000000000000000" pitchFamily="2" charset="2"/>
              <a:buChar char="u"/>
            </a:pPr>
            <a:r>
              <a:rPr lang="zh-CN" altLang="en-US" b="1" dirty="0">
                <a:latin typeface="宋体" panose="02010600030101010101" pitchFamily="2" charset="-122"/>
                <a:ea typeface="华文楷体" panose="02010600040101010101" pitchFamily="2" charset="-122"/>
              </a:rPr>
              <a:t> 程序中取值不变的量；</a:t>
            </a:r>
            <a:endParaRPr lang="zh-CN" altLang="en-US" b="1" dirty="0">
              <a:latin typeface="宋体" panose="02010600030101010101" pitchFamily="2" charset="-122"/>
              <a:ea typeface="华文楷体" panose="02010600040101010101" pitchFamily="2" charset="-122"/>
            </a:endParaRPr>
          </a:p>
          <a:p>
            <a:pPr marL="522605" lvl="1" indent="-342900" algn="l" eaLnBrk="1" hangingPunct="1">
              <a:buClr>
                <a:srgbClr val="00B0F0"/>
              </a:buClr>
              <a:buFont typeface="Wingdings" panose="05000000000000000000" pitchFamily="2" charset="2"/>
              <a:buChar char="u"/>
            </a:pPr>
            <a:r>
              <a:rPr lang="zh-CN" altLang="en-US" b="1" dirty="0">
                <a:latin typeface="宋体" panose="02010600030101010101" pitchFamily="2" charset="-122"/>
                <a:ea typeface="华文楷体" panose="02010600040101010101" pitchFamily="2" charset="-122"/>
              </a:rPr>
              <a:t> 常量的数据类型：根据字面形式可将常量区分为不同的数据类型。</a:t>
            </a:r>
            <a:endParaRPr lang="zh-CN" altLang="en-US" b="1" dirty="0">
              <a:latin typeface="宋体" panose="02010600030101010101" pitchFamily="2" charset="-122"/>
              <a:ea typeface="华文楷体" panose="02010600040101010101" pitchFamily="2" charset="-122"/>
            </a:endParaRPr>
          </a:p>
          <a:p>
            <a:pPr lvl="2" algn="l" eaLnBrk="1" hangingPunct="1">
              <a:buClr>
                <a:schemeClr val="tx1"/>
              </a:buClr>
              <a:buFont typeface="Wingdings" panose="05000000000000000000" pitchFamily="2" charset="2"/>
              <a:buChar char="ü"/>
            </a:pPr>
            <a:r>
              <a:rPr lang="zh-CN" altLang="en-US" b="1" dirty="0">
                <a:latin typeface="宋体" panose="02010600030101010101" pitchFamily="2" charset="-122"/>
                <a:ea typeface="华文楷体" panose="02010600040101010101" pitchFamily="2" charset="-122"/>
              </a:rPr>
              <a:t> 整型常量</a:t>
            </a:r>
            <a:endParaRPr lang="zh-CN" altLang="en-US" b="1" dirty="0">
              <a:latin typeface="宋体" panose="02010600030101010101" pitchFamily="2" charset="-122"/>
              <a:ea typeface="华文楷体" panose="02010600040101010101" pitchFamily="2" charset="-122"/>
            </a:endParaRPr>
          </a:p>
          <a:p>
            <a:pPr lvl="2" algn="l" eaLnBrk="1" hangingPunct="1">
              <a:buClr>
                <a:schemeClr val="tx1"/>
              </a:buClr>
              <a:buFont typeface="Wingdings" panose="05000000000000000000" pitchFamily="2" charset="2"/>
              <a:buChar char="ü"/>
            </a:pPr>
            <a:r>
              <a:rPr lang="zh-CN" altLang="en-US" b="1" dirty="0">
                <a:latin typeface="宋体" panose="02010600030101010101" pitchFamily="2" charset="-122"/>
                <a:ea typeface="华文楷体" panose="02010600040101010101" pitchFamily="2" charset="-122"/>
              </a:rPr>
              <a:t> 浮点型常量</a:t>
            </a:r>
            <a:endParaRPr lang="zh-CN" altLang="en-US" b="1" dirty="0">
              <a:latin typeface="宋体" panose="02010600030101010101" pitchFamily="2" charset="-122"/>
              <a:ea typeface="华文楷体" panose="02010600040101010101" pitchFamily="2" charset="-122"/>
            </a:endParaRPr>
          </a:p>
          <a:p>
            <a:pPr lvl="2" algn="l" eaLnBrk="1" hangingPunct="1">
              <a:buClr>
                <a:schemeClr val="tx1"/>
              </a:buClr>
              <a:buFont typeface="Wingdings" panose="05000000000000000000" pitchFamily="2" charset="2"/>
              <a:buChar char="ü"/>
            </a:pPr>
            <a:r>
              <a:rPr lang="zh-CN" altLang="en-US" b="1" dirty="0">
                <a:latin typeface="宋体" panose="02010600030101010101" pitchFamily="2" charset="-122"/>
                <a:ea typeface="华文楷体" panose="02010600040101010101" pitchFamily="2" charset="-122"/>
              </a:rPr>
              <a:t> 字符型常量</a:t>
            </a:r>
            <a:endParaRPr lang="zh-CN" altLang="en-US" b="1" dirty="0">
              <a:latin typeface="宋体" panose="02010600030101010101" pitchFamily="2" charset="-122"/>
              <a:ea typeface="华文楷体" panose="02010600040101010101" pitchFamily="2" charset="-122"/>
            </a:endParaRPr>
          </a:p>
          <a:p>
            <a:pPr lvl="2" algn="l" eaLnBrk="1" hangingPunct="1">
              <a:buClr>
                <a:schemeClr val="tx1"/>
              </a:buClr>
              <a:buFont typeface="Wingdings" panose="05000000000000000000" pitchFamily="2" charset="2"/>
              <a:buChar char="ü"/>
            </a:pPr>
            <a:r>
              <a:rPr lang="zh-CN" altLang="en-US" b="1" dirty="0">
                <a:latin typeface="宋体" panose="02010600030101010101" pitchFamily="2" charset="-122"/>
                <a:ea typeface="华文楷体" panose="02010600040101010101" pitchFamily="2" charset="-122"/>
              </a:rPr>
              <a:t> 字符串</a:t>
            </a:r>
            <a:r>
              <a:rPr lang="zh-CN" altLang="en-US" b="1" dirty="0" smtClean="0">
                <a:latin typeface="宋体" panose="02010600030101010101" pitchFamily="2" charset="-122"/>
                <a:ea typeface="华文楷体" panose="02010600040101010101" pitchFamily="2" charset="-122"/>
              </a:rPr>
              <a:t>常量</a:t>
            </a:r>
            <a:endParaRPr lang="en-US" altLang="zh-CN" b="1" dirty="0">
              <a:latin typeface="宋体" panose="02010600030101010101" pitchFamily="2" charset="-122"/>
              <a:ea typeface="华文楷体" panose="02010600040101010101" pitchFamily="2" charset="-122"/>
            </a:endParaRPr>
          </a:p>
          <a:p>
            <a:pPr lvl="2" algn="l" eaLnBrk="1" hangingPunct="1">
              <a:buClr>
                <a:schemeClr val="tx1"/>
              </a:buClr>
              <a:buFont typeface="Wingdings" panose="05000000000000000000" pitchFamily="2" charset="2"/>
              <a:buChar char="ü"/>
            </a:pPr>
            <a:r>
              <a:rPr lang="en-US" altLang="zh-CN" b="1" dirty="0">
                <a:latin typeface="宋体" panose="02010600030101010101" pitchFamily="2" charset="-122"/>
                <a:ea typeface="华文楷体" panose="02010600040101010101" pitchFamily="2" charset="-122"/>
              </a:rPr>
              <a:t> </a:t>
            </a:r>
            <a:r>
              <a:rPr lang="zh-CN" altLang="en-US" b="1" dirty="0" smtClean="0">
                <a:latin typeface="宋体" panose="02010600030101010101" pitchFamily="2" charset="-122"/>
                <a:ea typeface="华文楷体" panose="02010600040101010101" pitchFamily="2" charset="-122"/>
              </a:rPr>
              <a:t>布尔常量</a:t>
            </a:r>
            <a:endParaRPr lang="zh-CN" altLang="en-US" b="1" dirty="0">
              <a:latin typeface="宋体" panose="02010600030101010101" pitchFamily="2" charset="-122"/>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3427"/>
                                        </p:tgtEl>
                                        <p:attrNameLst>
                                          <p:attrName>style.visibility</p:attrName>
                                        </p:attrNameLst>
                                      </p:cBhvr>
                                      <p:to>
                                        <p:strVal val="visible"/>
                                      </p:to>
                                    </p:set>
                                    <p:animEffect transition="in" filter="blinds(horizontal)">
                                      <p:cBhvr>
                                        <p:cTn id="7" dur="500"/>
                                        <p:tgtEl>
                                          <p:spTgt spid="10342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3428"/>
                                        </p:tgtEl>
                                        <p:attrNameLst>
                                          <p:attrName>style.visibility</p:attrName>
                                        </p:attrNameLst>
                                      </p:cBhvr>
                                      <p:to>
                                        <p:strVal val="visible"/>
                                      </p:to>
                                    </p:set>
                                    <p:animEffect transition="in" filter="blinds(horizontal)">
                                      <p:cBhvr>
                                        <p:cTn id="12" dur="500"/>
                                        <p:tgtEl>
                                          <p:spTgt spid="1034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animBg="1"/>
      <p:bldP spid="10342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algn="ctr"/>
            <a:r>
              <a:rPr lang="en-US" altLang="zh-CN" b="1" dirty="0" smtClean="0">
                <a:ea typeface="隶书" panose="02010509060101010101" pitchFamily="49" charset="-122"/>
              </a:rPr>
              <a:t>2.2.2 </a:t>
            </a:r>
            <a:r>
              <a:rPr lang="zh-CN" altLang="en-US" b="1" dirty="0">
                <a:ea typeface="隶书" panose="02010509060101010101" pitchFamily="49" charset="-122"/>
              </a:rPr>
              <a:t>常量：</a:t>
            </a:r>
            <a:r>
              <a:rPr lang="zh-CN" altLang="en-US" b="1" dirty="0" smtClean="0">
                <a:latin typeface="Times New Roman" panose="02020603050405020304" pitchFamily="18" charset="0"/>
                <a:ea typeface="隶书" panose="02010509060101010101" pitchFamily="49" charset="-122"/>
              </a:rPr>
              <a:t>整型</a:t>
            </a:r>
            <a:r>
              <a:rPr lang="zh-CN" altLang="en-US" b="1" dirty="0">
                <a:latin typeface="Times New Roman" panose="02020603050405020304" pitchFamily="18" charset="0"/>
                <a:ea typeface="隶书" panose="02010509060101010101" pitchFamily="49" charset="-122"/>
              </a:rPr>
              <a:t>常量（表示方法）</a:t>
            </a:r>
            <a:endParaRPr lang="zh-CN" altLang="en-US" b="1" dirty="0">
              <a:latin typeface="Times New Roman" panose="02020603050405020304" pitchFamily="18" charset="0"/>
              <a:ea typeface="隶书" panose="02010509060101010101" pitchFamily="49" charset="-122"/>
            </a:endParaRPr>
          </a:p>
        </p:txBody>
      </p:sp>
      <p:sp>
        <p:nvSpPr>
          <p:cNvPr id="39939"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39940" name="Rectangle 4"/>
          <p:cNvSpPr>
            <a:spLocks noChangeArrowheads="1"/>
          </p:cNvSpPr>
          <p:nvPr/>
        </p:nvSpPr>
        <p:spPr bwMode="auto">
          <a:xfrm>
            <a:off x="971550" y="1773238"/>
            <a:ext cx="7888288" cy="936625"/>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Clr>
                <a:srgbClr val="000099"/>
              </a:buClr>
              <a:buFont typeface="Wingdings" panose="05000000000000000000" pitchFamily="2" charset="2"/>
              <a:buNone/>
            </a:pPr>
            <a:r>
              <a:rPr lang="zh-CN" altLang="en-US" sz="2400" b="1" dirty="0">
                <a:solidFill>
                  <a:srgbClr val="FFFF00"/>
                </a:solidFill>
                <a:latin typeface="Times New Roman" panose="02020603050405020304" pitchFamily="18" charset="0"/>
                <a:ea typeface="华文楷体" panose="02010600040101010101" pitchFamily="2" charset="-122"/>
              </a:rPr>
              <a:t>十进制整数：</a:t>
            </a:r>
            <a:r>
              <a:rPr lang="zh-CN" altLang="en-US" sz="2400" b="1" dirty="0">
                <a:latin typeface="Times New Roman" panose="02020603050405020304" pitchFamily="18" charset="0"/>
                <a:ea typeface="华文楷体" panose="02010600040101010101" pitchFamily="2" charset="-122"/>
              </a:rPr>
              <a:t>不带任何修饰的整数</a:t>
            </a:r>
            <a:r>
              <a:rPr lang="zh-CN" altLang="en-US" sz="2400" b="1" dirty="0" smtClean="0">
                <a:latin typeface="Times New Roman" panose="02020603050405020304" pitchFamily="18" charset="0"/>
                <a:ea typeface="华文楷体" panose="02010600040101010101" pitchFamily="2" charset="-122"/>
              </a:rPr>
              <a:t>常量，默认有符号数                </a:t>
            </a:r>
            <a:r>
              <a:rPr lang="en-US" altLang="zh-CN" sz="2400" b="1" dirty="0">
                <a:latin typeface="Times New Roman" panose="02020603050405020304" pitchFamily="18" charset="0"/>
                <a:ea typeface="华文楷体" panose="02010600040101010101" pitchFamily="2" charset="-122"/>
              </a:rPr>
              <a:t>123     -99   </a:t>
            </a:r>
            <a:endParaRPr lang="en-US" altLang="zh-CN" sz="2400" b="1" dirty="0">
              <a:latin typeface="Times New Roman" panose="02020603050405020304" pitchFamily="18" charset="0"/>
              <a:ea typeface="华文楷体" panose="02010600040101010101" pitchFamily="2" charset="-122"/>
            </a:endParaRPr>
          </a:p>
        </p:txBody>
      </p:sp>
      <p:sp>
        <p:nvSpPr>
          <p:cNvPr id="39941"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39942" name="Rectangle 9"/>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39943" name="Rectangle 33"/>
          <p:cNvSpPr>
            <a:spLocks noChangeArrowheads="1"/>
          </p:cNvSpPr>
          <p:nvPr/>
        </p:nvSpPr>
        <p:spPr bwMode="auto">
          <a:xfrm>
            <a:off x="971550" y="2997200"/>
            <a:ext cx="7888288" cy="1799952"/>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Clr>
                <a:srgbClr val="000099"/>
              </a:buClr>
              <a:buFont typeface="Wingdings" panose="05000000000000000000" pitchFamily="2" charset="2"/>
              <a:buNone/>
            </a:pPr>
            <a:r>
              <a:rPr lang="zh-CN" altLang="en-US" sz="2400" b="1" dirty="0">
                <a:solidFill>
                  <a:srgbClr val="FFFF00"/>
                </a:solidFill>
                <a:latin typeface="Times New Roman" panose="02020603050405020304" pitchFamily="18" charset="0"/>
                <a:ea typeface="华文楷体" panose="02010600040101010101" pitchFamily="2" charset="-122"/>
              </a:rPr>
              <a:t>八进制整数：</a:t>
            </a:r>
            <a:r>
              <a:rPr lang="zh-CN" altLang="en-US" sz="2400" b="1" dirty="0">
                <a:latin typeface="Times New Roman" panose="02020603050405020304" pitchFamily="18" charset="0"/>
                <a:ea typeface="华文楷体" panose="02010600040101010101" pitchFamily="2" charset="-122"/>
              </a:rPr>
              <a:t>以</a:t>
            </a:r>
            <a:r>
              <a:rPr lang="en-US" altLang="zh-CN" sz="2400" b="1" dirty="0">
                <a:latin typeface="Times New Roman" panose="02020603050405020304" pitchFamily="18" charset="0"/>
                <a:ea typeface="华文楷体" panose="02010600040101010101" pitchFamily="2" charset="-122"/>
              </a:rPr>
              <a:t>0</a:t>
            </a:r>
            <a:r>
              <a:rPr lang="zh-CN" altLang="en-US" sz="2400" b="1" dirty="0">
                <a:latin typeface="Times New Roman" panose="02020603050405020304" pitchFamily="18" charset="0"/>
                <a:ea typeface="华文楷体" panose="02010600040101010101" pitchFamily="2" charset="-122"/>
              </a:rPr>
              <a:t>开头的整数</a:t>
            </a:r>
            <a:r>
              <a:rPr lang="zh-CN" altLang="en-US" sz="2400" b="1" dirty="0" smtClean="0">
                <a:latin typeface="Times New Roman" panose="02020603050405020304" pitchFamily="18" charset="0"/>
                <a:ea typeface="华文楷体" panose="02010600040101010101" pitchFamily="2" charset="-122"/>
              </a:rPr>
              <a:t>常量，可能有符号也可能无符号</a:t>
            </a:r>
            <a:br>
              <a:rPr lang="en-US" altLang="zh-CN" sz="2400" b="1" dirty="0" smtClean="0">
                <a:latin typeface="Times New Roman" panose="02020603050405020304" pitchFamily="18" charset="0"/>
                <a:ea typeface="华文楷体" panose="02010600040101010101" pitchFamily="2" charset="-122"/>
              </a:rPr>
            </a:br>
            <a:r>
              <a:rPr lang="zh-CN" altLang="en-US" sz="2400" b="1" dirty="0" smtClean="0">
                <a:latin typeface="Times New Roman" panose="02020603050405020304" pitchFamily="18" charset="0"/>
                <a:ea typeface="华文楷体" panose="02010600040101010101" pitchFamily="2" charset="-122"/>
              </a:rPr>
              <a:t>                </a:t>
            </a:r>
            <a:r>
              <a:rPr lang="en-US" altLang="zh-CN" sz="2400" b="1" dirty="0">
                <a:latin typeface="Times New Roman" panose="02020603050405020304" pitchFamily="18" charset="0"/>
                <a:ea typeface="华文楷体" panose="02010600040101010101" pitchFamily="2" charset="-122"/>
              </a:rPr>
              <a:t>0123     067     </a:t>
            </a:r>
            <a:endParaRPr lang="en-US" altLang="zh-CN" sz="2400" b="1" dirty="0">
              <a:latin typeface="Times New Roman" panose="02020603050405020304" pitchFamily="18" charset="0"/>
              <a:ea typeface="华文楷体" panose="02010600040101010101" pitchFamily="2" charset="-122"/>
            </a:endParaRPr>
          </a:p>
          <a:p>
            <a:pPr lvl="1" algn="l" eaLnBrk="1" hangingPunct="1">
              <a:buClr>
                <a:srgbClr val="000099"/>
              </a:buClr>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                068      </a:t>
            </a:r>
            <a:r>
              <a:rPr lang="en-US" altLang="zh-CN" sz="3700" b="1" dirty="0">
                <a:solidFill>
                  <a:srgbClr val="FFFF00"/>
                </a:solidFill>
                <a:latin typeface="华文楷体" panose="02010600040101010101" pitchFamily="2" charset="-122"/>
                <a:ea typeface="华文楷体" panose="02010600040101010101" pitchFamily="2" charset="-122"/>
                <a:sym typeface="Wingdings" panose="05000000000000000000" pitchFamily="2" charset="2"/>
              </a:rPr>
              <a:t></a:t>
            </a:r>
            <a:endParaRPr lang="en-US" altLang="zh-CN" sz="3700" b="1" dirty="0">
              <a:solidFill>
                <a:srgbClr val="FFFF00"/>
              </a:solidFill>
              <a:latin typeface="华文楷体" panose="02010600040101010101" pitchFamily="2" charset="-122"/>
              <a:ea typeface="华文楷体" panose="02010600040101010101" pitchFamily="2" charset="-122"/>
              <a:sym typeface="Wingdings" panose="05000000000000000000" pitchFamily="2" charset="2"/>
            </a:endParaRPr>
          </a:p>
        </p:txBody>
      </p:sp>
      <p:sp>
        <p:nvSpPr>
          <p:cNvPr id="39944" name="Rectangle 34"/>
          <p:cNvSpPr>
            <a:spLocks noChangeArrowheads="1"/>
          </p:cNvSpPr>
          <p:nvPr/>
        </p:nvSpPr>
        <p:spPr bwMode="auto">
          <a:xfrm>
            <a:off x="971550" y="4941888"/>
            <a:ext cx="7888288" cy="1223416"/>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a:buClr>
                <a:srgbClr val="000099"/>
              </a:buClr>
              <a:buNone/>
            </a:pPr>
            <a:r>
              <a:rPr lang="zh-CN" altLang="en-US" sz="2400" b="1" dirty="0">
                <a:solidFill>
                  <a:srgbClr val="FFFF00"/>
                </a:solidFill>
                <a:latin typeface="Times New Roman" panose="02020603050405020304" pitchFamily="18" charset="0"/>
                <a:ea typeface="华文楷体" panose="02010600040101010101" pitchFamily="2" charset="-122"/>
              </a:rPr>
              <a:t>十六进制整数：</a:t>
            </a:r>
            <a:r>
              <a:rPr lang="zh-CN" altLang="en-US" sz="2400" b="1" dirty="0">
                <a:latin typeface="Times New Roman" panose="02020603050405020304" pitchFamily="18" charset="0"/>
                <a:ea typeface="华文楷体" panose="02010600040101010101" pitchFamily="2" charset="-122"/>
              </a:rPr>
              <a:t>以</a:t>
            </a:r>
            <a:r>
              <a:rPr lang="en-US" altLang="zh-CN" sz="2400" b="1" dirty="0">
                <a:latin typeface="Times New Roman" panose="02020603050405020304" pitchFamily="18" charset="0"/>
                <a:ea typeface="华文楷体" panose="02010600040101010101" pitchFamily="2" charset="-122"/>
              </a:rPr>
              <a:t>0X</a:t>
            </a:r>
            <a:r>
              <a:rPr lang="zh-CN" altLang="en-US" sz="2400" b="1" dirty="0">
                <a:latin typeface="Times New Roman" panose="02020603050405020304" pitchFamily="18" charset="0"/>
                <a:ea typeface="华文楷体" panose="02010600040101010101" pitchFamily="2" charset="-122"/>
              </a:rPr>
              <a:t>或者</a:t>
            </a:r>
            <a:r>
              <a:rPr lang="en-US" altLang="zh-CN" sz="2400" b="1" dirty="0">
                <a:latin typeface="Times New Roman" panose="02020603050405020304" pitchFamily="18" charset="0"/>
                <a:ea typeface="华文楷体" panose="02010600040101010101" pitchFamily="2" charset="-122"/>
              </a:rPr>
              <a:t>0x</a:t>
            </a:r>
            <a:r>
              <a:rPr lang="zh-CN" altLang="en-US" sz="2400" b="1" dirty="0">
                <a:latin typeface="Times New Roman" panose="02020603050405020304" pitchFamily="18" charset="0"/>
                <a:ea typeface="华文楷体" panose="02010600040101010101" pitchFamily="2" charset="-122"/>
              </a:rPr>
              <a:t>开头的整数常量，可能有符号也可能无</a:t>
            </a:r>
            <a:r>
              <a:rPr lang="zh-CN" altLang="en-US" sz="2400" b="1" dirty="0" smtClean="0">
                <a:latin typeface="Times New Roman" panose="02020603050405020304" pitchFamily="18" charset="0"/>
                <a:ea typeface="华文楷体" panose="02010600040101010101" pitchFamily="2" charset="-122"/>
              </a:rPr>
              <a:t>符号</a:t>
            </a:r>
            <a:endParaRPr lang="en-US" altLang="zh-CN" sz="2400" b="1" dirty="0" smtClean="0">
              <a:latin typeface="Times New Roman" panose="02020603050405020304" pitchFamily="18" charset="0"/>
              <a:ea typeface="华文楷体" panose="02010600040101010101" pitchFamily="2" charset="-122"/>
            </a:endParaRPr>
          </a:p>
          <a:p>
            <a:pPr lvl="1" algn="l">
              <a:buClr>
                <a:srgbClr val="000099"/>
              </a:buClr>
              <a:buNone/>
            </a:pPr>
            <a:r>
              <a:rPr lang="en-US" altLang="zh-CN" sz="2400" b="1" dirty="0">
                <a:latin typeface="Times New Roman" panose="02020603050405020304" pitchFamily="18" charset="0"/>
                <a:ea typeface="华文楷体" panose="02010600040101010101" pitchFamily="2" charset="-122"/>
              </a:rPr>
              <a:t> </a:t>
            </a:r>
            <a:r>
              <a:rPr lang="en-US" altLang="zh-CN" sz="2400" b="1" dirty="0" smtClean="0">
                <a:latin typeface="Times New Roman" panose="02020603050405020304" pitchFamily="18" charset="0"/>
                <a:ea typeface="华文楷体" panose="02010600040101010101" pitchFamily="2" charset="-122"/>
              </a:rPr>
              <a:t>                0Xa123     </a:t>
            </a:r>
            <a:r>
              <a:rPr lang="en-US" altLang="zh-CN" sz="2400" b="1" dirty="0">
                <a:latin typeface="Times New Roman" panose="02020603050405020304" pitchFamily="18" charset="0"/>
                <a:ea typeface="华文楷体" panose="02010600040101010101" pitchFamily="2" charset="-122"/>
              </a:rPr>
              <a:t>0x67fe</a:t>
            </a:r>
            <a:endParaRPr lang="en-US" altLang="zh-CN" sz="3700" b="1" dirty="0">
              <a:latin typeface="华文楷体" panose="02010600040101010101" pitchFamily="2" charset="-122"/>
              <a:ea typeface="华文楷体" panose="02010600040101010101" pitchFamily="2" charset="-122"/>
              <a:sym typeface="Wingdings" panose="05000000000000000000" pitchFamily="2" charset="2"/>
            </a:endParaRP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algn="ctr"/>
            <a:r>
              <a:rPr lang="en-US" altLang="zh-CN" b="1" dirty="0" smtClean="0">
                <a:ea typeface="隶书" panose="02010509060101010101" pitchFamily="49" charset="-122"/>
              </a:rPr>
              <a:t>2.2.2 </a:t>
            </a:r>
            <a:r>
              <a:rPr lang="zh-CN" altLang="en-US" b="1" dirty="0">
                <a:ea typeface="隶书" panose="02010509060101010101" pitchFamily="49" charset="-122"/>
              </a:rPr>
              <a:t>常量：</a:t>
            </a:r>
            <a:r>
              <a:rPr lang="zh-CN" altLang="en-US" b="1" dirty="0" smtClean="0">
                <a:latin typeface="Times New Roman" panose="02020603050405020304" pitchFamily="18" charset="0"/>
                <a:ea typeface="隶书" panose="02010509060101010101" pitchFamily="49" charset="-122"/>
              </a:rPr>
              <a:t>整型</a:t>
            </a:r>
            <a:r>
              <a:rPr lang="zh-CN" altLang="en-US" b="1" dirty="0">
                <a:latin typeface="Times New Roman" panose="02020603050405020304" pitchFamily="18" charset="0"/>
                <a:ea typeface="隶书" panose="02010509060101010101" pitchFamily="49" charset="-122"/>
              </a:rPr>
              <a:t>常量（数据类型）</a:t>
            </a:r>
            <a:endParaRPr lang="zh-CN" altLang="en-US" b="1" dirty="0">
              <a:latin typeface="Times New Roman" panose="02020603050405020304" pitchFamily="18" charset="0"/>
              <a:ea typeface="隶书" panose="02010509060101010101" pitchFamily="49" charset="-122"/>
            </a:endParaRPr>
          </a:p>
        </p:txBody>
      </p:sp>
      <p:sp>
        <p:nvSpPr>
          <p:cNvPr id="4096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40964"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40965"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grpSp>
        <p:nvGrpSpPr>
          <p:cNvPr id="40966" name="Group 12"/>
          <p:cNvGrpSpPr/>
          <p:nvPr/>
        </p:nvGrpSpPr>
        <p:grpSpPr bwMode="auto">
          <a:xfrm>
            <a:off x="971550" y="1196752"/>
            <a:ext cx="7888288" cy="3096344"/>
            <a:chOff x="612" y="1117"/>
            <a:chExt cx="4969" cy="1497"/>
          </a:xfrm>
        </p:grpSpPr>
        <p:sp>
          <p:nvSpPr>
            <p:cNvPr id="40970" name="Rectangle 4"/>
            <p:cNvSpPr>
              <a:spLocks noChangeArrowheads="1"/>
            </p:cNvSpPr>
            <p:nvPr/>
          </p:nvSpPr>
          <p:spPr bwMode="auto">
            <a:xfrm>
              <a:off x="612" y="1117"/>
              <a:ext cx="4969" cy="317"/>
            </a:xfrm>
            <a:prstGeom prst="rect">
              <a:avLst/>
            </a:prstGeom>
            <a:solidFill>
              <a:srgbClr val="ECECEC"/>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zh-CN" altLang="en-US" sz="2400" b="1" dirty="0" smtClean="0">
                  <a:solidFill>
                    <a:srgbClr val="CC0000"/>
                  </a:solidFill>
                  <a:latin typeface="Times New Roman" panose="02020603050405020304" pitchFamily="18" charset="0"/>
                  <a:ea typeface="华文楷体" panose="02010600040101010101" pitchFamily="2" charset="-122"/>
                </a:rPr>
                <a:t>规则</a:t>
              </a:r>
              <a:r>
                <a:rPr lang="zh-CN" altLang="en-US" sz="2400" b="1" dirty="0">
                  <a:solidFill>
                    <a:srgbClr val="CC0000"/>
                  </a:solidFill>
                  <a:latin typeface="Times New Roman" panose="02020603050405020304" pitchFamily="18" charset="0"/>
                  <a:ea typeface="华文楷体" panose="02010600040101010101" pitchFamily="2" charset="-122"/>
                </a:rPr>
                <a:t>：</a:t>
              </a:r>
              <a:r>
                <a:rPr lang="zh-CN" altLang="en-US" sz="2400" b="1" dirty="0">
                  <a:solidFill>
                    <a:srgbClr val="000000"/>
                  </a:solidFill>
                  <a:latin typeface="Times New Roman" panose="02020603050405020304" pitchFamily="18" charset="0"/>
                  <a:ea typeface="华文楷体" panose="02010600040101010101" pitchFamily="2" charset="-122"/>
                </a:rPr>
                <a:t>编译程序把数值常量表示成最小兼容类型</a:t>
              </a:r>
              <a:r>
                <a:rPr lang="zh-CN" altLang="en-US" sz="2400" b="1" dirty="0">
                  <a:latin typeface="Times New Roman" panose="02020603050405020304" pitchFamily="18" charset="0"/>
                  <a:ea typeface="华文楷体" panose="02010600040101010101" pitchFamily="2" charset="-122"/>
                </a:rPr>
                <a:t>。</a:t>
              </a:r>
              <a:endParaRPr lang="zh-CN" altLang="en-US" sz="2400" b="1" dirty="0">
                <a:solidFill>
                  <a:srgbClr val="CC0000"/>
                </a:solidFill>
                <a:latin typeface="Times New Roman" panose="02020603050405020304" pitchFamily="18" charset="0"/>
                <a:ea typeface="华文楷体" panose="02010600040101010101" pitchFamily="2" charset="-122"/>
              </a:endParaRPr>
            </a:p>
          </p:txBody>
        </p:sp>
        <p:sp>
          <p:nvSpPr>
            <p:cNvPr id="40971" name="Rectangle 7"/>
            <p:cNvSpPr>
              <a:spLocks noChangeArrowheads="1"/>
            </p:cNvSpPr>
            <p:nvPr/>
          </p:nvSpPr>
          <p:spPr bwMode="auto">
            <a:xfrm>
              <a:off x="612" y="1434"/>
              <a:ext cx="4969" cy="1180"/>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en-US" altLang="zh-CN" sz="2400" b="1" dirty="0" smtClean="0">
                  <a:latin typeface="Times New Roman" panose="02020603050405020304" pitchFamily="18" charset="0"/>
                  <a:ea typeface="华文楷体" panose="02010600040101010101" pitchFamily="2" charset="-122"/>
                </a:rPr>
                <a:t>10                   </a:t>
              </a:r>
              <a:r>
                <a:rPr lang="en-US" altLang="zh-CN" sz="2400" b="1" dirty="0" err="1" smtClean="0">
                  <a:latin typeface="Times New Roman" panose="02020603050405020304" pitchFamily="18" charset="0"/>
                  <a:ea typeface="华文楷体" panose="02010600040101010101" pitchFamily="2" charset="-122"/>
                </a:rPr>
                <a:t>int</a:t>
              </a:r>
              <a:endParaRPr lang="en-US" altLang="zh-CN" sz="2400" b="1" dirty="0" smtClean="0">
                <a:latin typeface="Times New Roman" panose="02020603050405020304" pitchFamily="18" charset="0"/>
                <a:ea typeface="华文楷体" panose="02010600040101010101" pitchFamily="2" charset="-122"/>
              </a:endParaRPr>
            </a:p>
            <a:p>
              <a:pPr lvl="1" algn="just" eaLnBrk="1" hangingPunct="1">
                <a:buClr>
                  <a:srgbClr val="000099"/>
                </a:buClr>
                <a:buFont typeface="Wingdings" panose="05000000000000000000" pitchFamily="2" charset="2"/>
                <a:buNone/>
              </a:pPr>
              <a:r>
                <a:rPr lang="zh-CN" altLang="en-US" sz="2400" b="1" dirty="0" smtClean="0">
                  <a:latin typeface="Times New Roman" panose="02020603050405020304" pitchFamily="18" charset="0"/>
                  <a:ea typeface="华文楷体" panose="02010600040101010101" pitchFamily="2" charset="-122"/>
                  <a:sym typeface="Wingdings" panose="05000000000000000000" pitchFamily="2" charset="2"/>
                </a:rPr>
                <a:t>十进制整型常量的类型是</a:t>
              </a:r>
              <a:r>
                <a:rPr lang="en-US" altLang="zh-CN" sz="2400" b="1" dirty="0" err="1" smtClean="0">
                  <a:latin typeface="Times New Roman" panose="02020603050405020304" pitchFamily="18" charset="0"/>
                  <a:ea typeface="华文楷体" panose="02010600040101010101" pitchFamily="2" charset="-122"/>
                  <a:sym typeface="Wingdings" panose="05000000000000000000" pitchFamily="2" charset="2"/>
                </a:rPr>
                <a:t>int</a:t>
              </a:r>
              <a:r>
                <a:rPr lang="zh-CN" altLang="en-US" sz="2400" b="1" dirty="0" smtClean="0">
                  <a:latin typeface="Times New Roman" panose="02020603050405020304" pitchFamily="18" charset="0"/>
                  <a:ea typeface="华文楷体" panose="02010600040101010101" pitchFamily="2" charset="-122"/>
                  <a:sym typeface="Wingdings" panose="05000000000000000000" pitchFamily="2" charset="2"/>
                </a:rPr>
                <a:t>、</a:t>
              </a:r>
              <a:r>
                <a:rPr lang="en-US" altLang="zh-CN" sz="2400" b="1" dirty="0" smtClean="0">
                  <a:latin typeface="Times New Roman" panose="02020603050405020304" pitchFamily="18" charset="0"/>
                  <a:ea typeface="华文楷体" panose="02010600040101010101" pitchFamily="2" charset="-122"/>
                  <a:sym typeface="Wingdings" panose="05000000000000000000" pitchFamily="2" charset="2"/>
                </a:rPr>
                <a:t>long</a:t>
              </a:r>
              <a:r>
                <a:rPr lang="zh-CN" altLang="en-US" sz="2400" b="1" dirty="0" smtClean="0">
                  <a:latin typeface="Times New Roman" panose="02020603050405020304" pitchFamily="18" charset="0"/>
                  <a:ea typeface="华文楷体" panose="02010600040101010101" pitchFamily="2" charset="-122"/>
                  <a:sym typeface="Wingdings" panose="05000000000000000000" pitchFamily="2" charset="2"/>
                </a:rPr>
                <a:t>、</a:t>
              </a:r>
              <a:r>
                <a:rPr lang="en-US" altLang="zh-CN" sz="2400" b="1" dirty="0" smtClean="0">
                  <a:latin typeface="Times New Roman" panose="02020603050405020304" pitchFamily="18" charset="0"/>
                  <a:ea typeface="华文楷体" panose="02010600040101010101" pitchFamily="2" charset="-122"/>
                  <a:sym typeface="Wingdings" panose="05000000000000000000" pitchFamily="2" charset="2"/>
                </a:rPr>
                <a:t>long </a:t>
              </a:r>
              <a:r>
                <a:rPr lang="en-US" altLang="zh-CN" sz="2400" b="1" dirty="0" err="1" smtClean="0">
                  <a:latin typeface="Times New Roman" panose="02020603050405020304" pitchFamily="18" charset="0"/>
                  <a:ea typeface="华文楷体" panose="02010600040101010101" pitchFamily="2" charset="-122"/>
                  <a:sym typeface="Wingdings" panose="05000000000000000000" pitchFamily="2" charset="2"/>
                </a:rPr>
                <a:t>long</a:t>
              </a:r>
              <a:r>
                <a:rPr lang="zh-CN" altLang="en-US" sz="2400" b="1" dirty="0" smtClean="0">
                  <a:latin typeface="Times New Roman" panose="02020603050405020304" pitchFamily="18" charset="0"/>
                  <a:ea typeface="华文楷体" panose="02010600040101010101" pitchFamily="2" charset="-122"/>
                  <a:sym typeface="Wingdings" panose="05000000000000000000" pitchFamily="2" charset="2"/>
                </a:rPr>
                <a:t>能容纳其值的尺寸最小的一个</a:t>
              </a:r>
              <a:endParaRPr lang="en-US" altLang="zh-CN" sz="2400" b="1" dirty="0" smtClean="0">
                <a:latin typeface="Times New Roman" panose="02020603050405020304" pitchFamily="18" charset="0"/>
                <a:ea typeface="华文楷体" panose="02010600040101010101" pitchFamily="2" charset="-122"/>
                <a:sym typeface="Wingdings" panose="05000000000000000000" pitchFamily="2" charset="2"/>
              </a:endParaRPr>
            </a:p>
            <a:p>
              <a:pPr lvl="1" algn="just">
                <a:buClr>
                  <a:srgbClr val="000099"/>
                </a:buClr>
                <a:buNone/>
              </a:pPr>
              <a:r>
                <a:rPr lang="zh-CN" altLang="en-US" sz="2400" b="1" dirty="0" smtClean="0">
                  <a:latin typeface="Times New Roman" panose="02020603050405020304" pitchFamily="18" charset="0"/>
                  <a:ea typeface="华文楷体" panose="02010600040101010101" pitchFamily="2" charset="-122"/>
                  <a:sym typeface="Wingdings" panose="05000000000000000000" pitchFamily="2" charset="2"/>
                </a:rPr>
                <a:t>八、十六进制</a:t>
              </a:r>
              <a:r>
                <a:rPr lang="zh-CN" altLang="en-US" sz="2400" b="1" dirty="0">
                  <a:latin typeface="Times New Roman" panose="02020603050405020304" pitchFamily="18" charset="0"/>
                  <a:ea typeface="华文楷体" panose="02010600040101010101" pitchFamily="2" charset="-122"/>
                  <a:sym typeface="Wingdings" panose="05000000000000000000" pitchFamily="2" charset="2"/>
                </a:rPr>
                <a:t>整型常量的类型是</a:t>
              </a:r>
              <a:r>
                <a:rPr lang="en-US" altLang="zh-CN" sz="2400" b="1" dirty="0" err="1">
                  <a:latin typeface="Times New Roman" panose="02020603050405020304" pitchFamily="18" charset="0"/>
                  <a:ea typeface="华文楷体" panose="02010600040101010101" pitchFamily="2" charset="-122"/>
                  <a:sym typeface="Wingdings" panose="05000000000000000000" pitchFamily="2" charset="2"/>
                </a:rPr>
                <a:t>int</a:t>
              </a:r>
              <a:r>
                <a:rPr lang="zh-CN" altLang="en-US" sz="2400" b="1" dirty="0" smtClean="0">
                  <a:latin typeface="Times New Roman" panose="02020603050405020304" pitchFamily="18" charset="0"/>
                  <a:ea typeface="华文楷体" panose="02010600040101010101" pitchFamily="2" charset="-122"/>
                  <a:sym typeface="Wingdings" panose="05000000000000000000" pitchFamily="2" charset="2"/>
                </a:rPr>
                <a:t>、</a:t>
              </a:r>
              <a:r>
                <a:rPr lang="en-US" altLang="zh-CN" sz="2400" b="1" dirty="0" smtClean="0">
                  <a:latin typeface="Times New Roman" panose="02020603050405020304" pitchFamily="18" charset="0"/>
                  <a:ea typeface="华文楷体" panose="02010600040101010101" pitchFamily="2" charset="-122"/>
                  <a:sym typeface="Wingdings" panose="05000000000000000000" pitchFamily="2" charset="2"/>
                </a:rPr>
                <a:t>unsigned </a:t>
              </a:r>
              <a:r>
                <a:rPr lang="en-US" altLang="zh-CN" sz="2400" b="1" dirty="0" err="1" smtClean="0">
                  <a:latin typeface="Times New Roman" panose="02020603050405020304" pitchFamily="18" charset="0"/>
                  <a:ea typeface="华文楷体" panose="02010600040101010101" pitchFamily="2" charset="-122"/>
                  <a:sym typeface="Wingdings" panose="05000000000000000000" pitchFamily="2" charset="2"/>
                </a:rPr>
                <a:t>int</a:t>
              </a:r>
              <a:r>
                <a:rPr lang="zh-CN" altLang="en-US" sz="2400" b="1" dirty="0" smtClean="0">
                  <a:latin typeface="Times New Roman" panose="02020603050405020304" pitchFamily="18" charset="0"/>
                  <a:ea typeface="华文楷体" panose="02010600040101010101" pitchFamily="2" charset="-122"/>
                  <a:sym typeface="Wingdings" panose="05000000000000000000" pitchFamily="2" charset="2"/>
                </a:rPr>
                <a:t>、</a:t>
              </a:r>
              <a:r>
                <a:rPr lang="en-US" altLang="zh-CN" sz="2400" b="1" dirty="0" smtClean="0">
                  <a:latin typeface="Times New Roman" panose="02020603050405020304" pitchFamily="18" charset="0"/>
                  <a:ea typeface="华文楷体" panose="02010600040101010101" pitchFamily="2" charset="-122"/>
                  <a:sym typeface="Wingdings" panose="05000000000000000000" pitchFamily="2" charset="2"/>
                </a:rPr>
                <a:t>long</a:t>
              </a:r>
              <a:r>
                <a:rPr lang="zh-CN" altLang="en-US" sz="2400" b="1" dirty="0" smtClean="0">
                  <a:latin typeface="Times New Roman" panose="02020603050405020304" pitchFamily="18" charset="0"/>
                  <a:ea typeface="华文楷体" panose="02010600040101010101" pitchFamily="2" charset="-122"/>
                  <a:sym typeface="Wingdings" panose="05000000000000000000" pitchFamily="2" charset="2"/>
                </a:rPr>
                <a:t>、</a:t>
              </a:r>
              <a:r>
                <a:rPr lang="en-US" altLang="zh-CN" sz="2400" b="1" dirty="0" err="1" smtClean="0">
                  <a:latin typeface="Times New Roman" panose="02020603050405020304" pitchFamily="18" charset="0"/>
                  <a:ea typeface="华文楷体" panose="02010600040101010101" pitchFamily="2" charset="-122"/>
                  <a:sym typeface="Wingdings" panose="05000000000000000000" pitchFamily="2" charset="2"/>
                </a:rPr>
                <a:t>unsigndd</a:t>
              </a:r>
              <a:r>
                <a:rPr lang="en-US" altLang="zh-CN" sz="2400" b="1" dirty="0" smtClean="0">
                  <a:latin typeface="Times New Roman" panose="02020603050405020304" pitchFamily="18" charset="0"/>
                  <a:ea typeface="华文楷体" panose="02010600040101010101" pitchFamily="2" charset="-122"/>
                  <a:sym typeface="Wingdings" panose="05000000000000000000" pitchFamily="2" charset="2"/>
                </a:rPr>
                <a:t> long</a:t>
              </a:r>
              <a:r>
                <a:rPr lang="zh-CN" altLang="en-US" sz="2400" b="1" dirty="0" smtClean="0">
                  <a:latin typeface="Times New Roman" panose="02020603050405020304" pitchFamily="18" charset="0"/>
                  <a:ea typeface="华文楷体" panose="02010600040101010101" pitchFamily="2" charset="-122"/>
                  <a:sym typeface="Wingdings" panose="05000000000000000000" pitchFamily="2" charset="2"/>
                </a:rPr>
                <a:t>、</a:t>
              </a:r>
              <a:r>
                <a:rPr lang="en-US" altLang="zh-CN" sz="2400" b="1" dirty="0" smtClean="0">
                  <a:latin typeface="Times New Roman" panose="02020603050405020304" pitchFamily="18" charset="0"/>
                  <a:ea typeface="华文楷体" panose="02010600040101010101" pitchFamily="2" charset="-122"/>
                  <a:sym typeface="Wingdings" panose="05000000000000000000" pitchFamily="2" charset="2"/>
                </a:rPr>
                <a:t>long </a:t>
              </a:r>
              <a:r>
                <a:rPr lang="en-US" altLang="zh-CN" sz="2400" b="1" dirty="0" err="1" smtClean="0">
                  <a:latin typeface="Times New Roman" panose="02020603050405020304" pitchFamily="18" charset="0"/>
                  <a:ea typeface="华文楷体" panose="02010600040101010101" pitchFamily="2" charset="-122"/>
                  <a:sym typeface="Wingdings" panose="05000000000000000000" pitchFamily="2" charset="2"/>
                </a:rPr>
                <a:t>long</a:t>
              </a:r>
              <a:r>
                <a:rPr lang="zh-CN" altLang="en-US" sz="2400" b="1" dirty="0" smtClean="0">
                  <a:latin typeface="Times New Roman" panose="02020603050405020304" pitchFamily="18" charset="0"/>
                  <a:ea typeface="华文楷体" panose="02010600040101010101" pitchFamily="2" charset="-122"/>
                  <a:sym typeface="Wingdings" panose="05000000000000000000" pitchFamily="2" charset="2"/>
                </a:rPr>
                <a:t>、</a:t>
              </a:r>
              <a:r>
                <a:rPr lang="en-US" altLang="zh-CN" sz="2400" b="1" dirty="0" smtClean="0">
                  <a:latin typeface="Times New Roman" panose="02020603050405020304" pitchFamily="18" charset="0"/>
                  <a:ea typeface="华文楷体" panose="02010600040101010101" pitchFamily="2" charset="-122"/>
                  <a:sym typeface="Wingdings" panose="05000000000000000000" pitchFamily="2" charset="2"/>
                </a:rPr>
                <a:t>unsigned long </a:t>
              </a:r>
              <a:r>
                <a:rPr lang="en-US" altLang="zh-CN" sz="2400" b="1" dirty="0" err="1" smtClean="0">
                  <a:latin typeface="Times New Roman" panose="02020603050405020304" pitchFamily="18" charset="0"/>
                  <a:ea typeface="华文楷体" panose="02010600040101010101" pitchFamily="2" charset="-122"/>
                  <a:sym typeface="Wingdings" panose="05000000000000000000" pitchFamily="2" charset="2"/>
                </a:rPr>
                <a:t>long</a:t>
              </a:r>
              <a:r>
                <a:rPr lang="zh-CN" altLang="en-US" sz="2400" b="1" dirty="0" smtClean="0">
                  <a:latin typeface="Times New Roman" panose="02020603050405020304" pitchFamily="18" charset="0"/>
                  <a:ea typeface="华文楷体" panose="02010600040101010101" pitchFamily="2" charset="-122"/>
                  <a:sym typeface="Wingdings" panose="05000000000000000000" pitchFamily="2" charset="2"/>
                </a:rPr>
                <a:t>能</a:t>
              </a:r>
              <a:r>
                <a:rPr lang="zh-CN" altLang="en-US" sz="2400" b="1" dirty="0">
                  <a:latin typeface="Times New Roman" panose="02020603050405020304" pitchFamily="18" charset="0"/>
                  <a:ea typeface="华文楷体" panose="02010600040101010101" pitchFamily="2" charset="-122"/>
                  <a:sym typeface="Wingdings" panose="05000000000000000000" pitchFamily="2" charset="2"/>
                </a:rPr>
                <a:t>容纳其</a:t>
              </a:r>
              <a:r>
                <a:rPr lang="zh-CN" altLang="en-US" sz="2400" b="1" dirty="0" smtClean="0">
                  <a:latin typeface="Times New Roman" panose="02020603050405020304" pitchFamily="18" charset="0"/>
                  <a:ea typeface="华文楷体" panose="02010600040101010101" pitchFamily="2" charset="-122"/>
                  <a:sym typeface="Wingdings" panose="05000000000000000000" pitchFamily="2" charset="2"/>
                </a:rPr>
                <a:t>值</a:t>
              </a:r>
              <a:r>
                <a:rPr lang="zh-CN" altLang="en-US" sz="2400" b="1" dirty="0">
                  <a:latin typeface="Times New Roman" panose="02020603050405020304" pitchFamily="18" charset="0"/>
                  <a:ea typeface="华文楷体" panose="02010600040101010101" pitchFamily="2" charset="-122"/>
                  <a:sym typeface="Wingdings" panose="05000000000000000000" pitchFamily="2" charset="2"/>
                </a:rPr>
                <a:t>的</a:t>
              </a:r>
              <a:r>
                <a:rPr lang="zh-CN" altLang="en-US" sz="2400" b="1" dirty="0" smtClean="0">
                  <a:latin typeface="Times New Roman" panose="02020603050405020304" pitchFamily="18" charset="0"/>
                  <a:ea typeface="华文楷体" panose="02010600040101010101" pitchFamily="2" charset="-122"/>
                  <a:sym typeface="Wingdings" panose="05000000000000000000" pitchFamily="2" charset="2"/>
                </a:rPr>
                <a:t>尺寸</a:t>
              </a:r>
              <a:r>
                <a:rPr lang="zh-CN" altLang="en-US" sz="2400" b="1" dirty="0">
                  <a:latin typeface="Times New Roman" panose="02020603050405020304" pitchFamily="18" charset="0"/>
                  <a:ea typeface="华文楷体" panose="02010600040101010101" pitchFamily="2" charset="-122"/>
                  <a:sym typeface="Wingdings" panose="05000000000000000000" pitchFamily="2" charset="2"/>
                </a:rPr>
                <a:t>最小的一个</a:t>
              </a:r>
              <a:endParaRPr lang="en-US" altLang="zh-CN" sz="2400" b="1" dirty="0">
                <a:latin typeface="Times New Roman" panose="02020603050405020304" pitchFamily="18" charset="0"/>
                <a:ea typeface="华文楷体" panose="02010600040101010101" pitchFamily="2" charset="-122"/>
                <a:sym typeface="Wingdings" panose="05000000000000000000" pitchFamily="2" charset="2"/>
              </a:endParaRPr>
            </a:p>
            <a:p>
              <a:pPr lvl="1" algn="just" eaLnBrk="1" hangingPunct="1">
                <a:buClr>
                  <a:srgbClr val="000099"/>
                </a:buClr>
                <a:buFont typeface="Wingdings" panose="05000000000000000000" pitchFamily="2" charset="2"/>
                <a:buNone/>
              </a:pPr>
              <a:endParaRPr lang="en-US" altLang="zh-CN" sz="2400" b="1" dirty="0">
                <a:latin typeface="Times New Roman" panose="02020603050405020304" pitchFamily="18" charset="0"/>
                <a:ea typeface="华文楷体" panose="02010600040101010101" pitchFamily="2" charset="-122"/>
                <a:sym typeface="Wingdings" panose="05000000000000000000" pitchFamily="2" charset="2"/>
              </a:endParaRPr>
            </a:p>
          </p:txBody>
        </p:sp>
      </p:grpSp>
      <p:grpSp>
        <p:nvGrpSpPr>
          <p:cNvPr id="3" name="Group 11"/>
          <p:cNvGrpSpPr/>
          <p:nvPr/>
        </p:nvGrpSpPr>
        <p:grpSpPr bwMode="auto">
          <a:xfrm>
            <a:off x="971550" y="4652863"/>
            <a:ext cx="7888288" cy="1368425"/>
            <a:chOff x="612" y="2568"/>
            <a:chExt cx="4969" cy="862"/>
          </a:xfrm>
        </p:grpSpPr>
        <p:sp>
          <p:nvSpPr>
            <p:cNvPr id="40968" name="Rectangle 9"/>
            <p:cNvSpPr>
              <a:spLocks noChangeArrowheads="1"/>
            </p:cNvSpPr>
            <p:nvPr/>
          </p:nvSpPr>
          <p:spPr bwMode="auto">
            <a:xfrm>
              <a:off x="612" y="2568"/>
              <a:ext cx="4969" cy="317"/>
            </a:xfrm>
            <a:prstGeom prst="rect">
              <a:avLst/>
            </a:prstGeom>
            <a:solidFill>
              <a:srgbClr val="ECECEC"/>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zh-CN" altLang="en-US" sz="2400" b="1" dirty="0">
                  <a:solidFill>
                    <a:srgbClr val="CC0000"/>
                  </a:solidFill>
                  <a:latin typeface="Times New Roman" panose="02020603050405020304" pitchFamily="18" charset="0"/>
                  <a:ea typeface="华文楷体" panose="02010600040101010101" pitchFamily="2" charset="-122"/>
                </a:rPr>
                <a:t>常量后缀：</a:t>
              </a:r>
              <a:r>
                <a:rPr lang="en-US" altLang="zh-CN" sz="2400" b="1" dirty="0">
                  <a:solidFill>
                    <a:srgbClr val="000000"/>
                  </a:solidFill>
                  <a:latin typeface="Times New Roman" panose="02020603050405020304" pitchFamily="18" charset="0"/>
                  <a:ea typeface="华文楷体" panose="02010600040101010101" pitchFamily="2" charset="-122"/>
                </a:rPr>
                <a:t>L</a:t>
              </a:r>
              <a:r>
                <a:rPr lang="zh-CN" altLang="en-US" sz="2400" b="1" dirty="0">
                  <a:solidFill>
                    <a:srgbClr val="000000"/>
                  </a:solidFill>
                  <a:latin typeface="Times New Roman" panose="02020603050405020304" pitchFamily="18" charset="0"/>
                  <a:ea typeface="华文楷体" panose="02010600040101010101" pitchFamily="2" charset="-122"/>
                </a:rPr>
                <a:t>，长型；    </a:t>
              </a:r>
              <a:r>
                <a:rPr lang="en-US" altLang="zh-CN" sz="2400" b="1" dirty="0">
                  <a:solidFill>
                    <a:srgbClr val="000000"/>
                  </a:solidFill>
                  <a:latin typeface="Times New Roman" panose="02020603050405020304" pitchFamily="18" charset="0"/>
                  <a:ea typeface="华文楷体" panose="02010600040101010101" pitchFamily="2" charset="-122"/>
                </a:rPr>
                <a:t>U</a:t>
              </a:r>
              <a:r>
                <a:rPr lang="zh-CN" altLang="en-US" sz="2400" b="1" dirty="0">
                  <a:solidFill>
                    <a:srgbClr val="000000"/>
                  </a:solidFill>
                  <a:latin typeface="Times New Roman" panose="02020603050405020304" pitchFamily="18" charset="0"/>
                  <a:ea typeface="华文楷体" panose="02010600040101010101" pitchFamily="2" charset="-122"/>
                </a:rPr>
                <a:t>，无符号。</a:t>
              </a:r>
              <a:endParaRPr lang="zh-CN" altLang="en-US" sz="2400" b="1" dirty="0">
                <a:solidFill>
                  <a:srgbClr val="000000"/>
                </a:solidFill>
                <a:latin typeface="Times New Roman" panose="02020603050405020304" pitchFamily="18" charset="0"/>
                <a:ea typeface="华文楷体" panose="02010600040101010101" pitchFamily="2" charset="-122"/>
              </a:endParaRPr>
            </a:p>
          </p:txBody>
        </p:sp>
        <p:sp>
          <p:nvSpPr>
            <p:cNvPr id="40969" name="Rectangle 10"/>
            <p:cNvSpPr>
              <a:spLocks noChangeArrowheads="1"/>
            </p:cNvSpPr>
            <p:nvPr/>
          </p:nvSpPr>
          <p:spPr bwMode="auto">
            <a:xfrm>
              <a:off x="612" y="2885"/>
              <a:ext cx="4969" cy="545"/>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35000L          long   int</a:t>
              </a:r>
              <a:endParaRPr lang="en-US" altLang="zh-CN" sz="2400" b="1">
                <a:latin typeface="Times New Roman" panose="02020603050405020304" pitchFamily="18" charset="0"/>
                <a:ea typeface="华文楷体" panose="02010600040101010101" pitchFamily="2" charset="-122"/>
              </a:endParaRPr>
            </a:p>
            <a:p>
              <a:pPr lvl="1" algn="just" eaLnBrk="1" hangingPunct="1">
                <a:buClr>
                  <a:srgbClr val="000099"/>
                </a:buClr>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sym typeface="Wingdings" panose="05000000000000000000" pitchFamily="2" charset="2"/>
                </a:rPr>
                <a:t>10000U          unsigned int</a:t>
              </a:r>
              <a:endParaRPr lang="en-US" altLang="zh-CN" sz="2400" b="1">
                <a:latin typeface="Times New Roman" panose="02020603050405020304" pitchFamily="18" charset="0"/>
                <a:ea typeface="华文楷体" panose="02010600040101010101" pitchFamily="2" charset="-122"/>
                <a:sym typeface="Wingdings" panose="05000000000000000000" pitchFamily="2" charset="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algn="ctr"/>
            <a:r>
              <a:rPr lang="en-US" altLang="zh-CN" b="1" dirty="0" smtClean="0">
                <a:ea typeface="隶书" panose="02010509060101010101" pitchFamily="49" charset="-122"/>
              </a:rPr>
              <a:t>2.2.2  </a:t>
            </a:r>
            <a:r>
              <a:rPr lang="zh-CN" altLang="en-US" b="1" dirty="0" smtClean="0">
                <a:ea typeface="隶书" panose="02010509060101010101" pitchFamily="49" charset="-122"/>
              </a:rPr>
              <a:t>常量</a:t>
            </a:r>
            <a:r>
              <a:rPr lang="zh-CN" altLang="en-US" b="1" dirty="0">
                <a:ea typeface="隶书" panose="02010509060101010101" pitchFamily="49" charset="-122"/>
              </a:rPr>
              <a:t>：</a:t>
            </a:r>
            <a:r>
              <a:rPr lang="zh-CN" altLang="en-US" b="1" dirty="0" smtClean="0">
                <a:latin typeface="Times New Roman" panose="02020603050405020304" pitchFamily="18" charset="0"/>
                <a:ea typeface="隶书" panose="02010509060101010101" pitchFamily="49" charset="-122"/>
              </a:rPr>
              <a:t>浮点</a:t>
            </a:r>
            <a:r>
              <a:rPr lang="zh-CN" altLang="en-US" b="1" dirty="0">
                <a:latin typeface="Times New Roman" panose="02020603050405020304" pitchFamily="18" charset="0"/>
                <a:ea typeface="隶书" panose="02010509060101010101" pitchFamily="49" charset="-122"/>
              </a:rPr>
              <a:t>型常量（表示方法）</a:t>
            </a:r>
            <a:endParaRPr lang="zh-CN" altLang="en-US" b="1" dirty="0">
              <a:latin typeface="Times New Roman" panose="02020603050405020304" pitchFamily="18" charset="0"/>
              <a:ea typeface="隶书" panose="02010509060101010101" pitchFamily="49" charset="-122"/>
            </a:endParaRPr>
          </a:p>
        </p:txBody>
      </p:sp>
      <p:sp>
        <p:nvSpPr>
          <p:cNvPr id="41987"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41988" name="Rectangle 4"/>
          <p:cNvSpPr>
            <a:spLocks noChangeArrowheads="1"/>
          </p:cNvSpPr>
          <p:nvPr/>
        </p:nvSpPr>
        <p:spPr bwMode="auto">
          <a:xfrm>
            <a:off x="971550" y="1773238"/>
            <a:ext cx="7888288" cy="936625"/>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zh-CN" altLang="en-US" sz="2400" b="1" dirty="0">
                <a:solidFill>
                  <a:srgbClr val="FFFF00"/>
                </a:solidFill>
                <a:latin typeface="Times New Roman" panose="02020603050405020304" pitchFamily="18" charset="0"/>
                <a:ea typeface="华文楷体" panose="02010600040101010101" pitchFamily="2" charset="-122"/>
              </a:rPr>
              <a:t>小数表示法：</a:t>
            </a:r>
            <a:endParaRPr lang="zh-CN" altLang="en-US" sz="2400" b="1" dirty="0">
              <a:solidFill>
                <a:srgbClr val="FFFF00"/>
              </a:solidFill>
              <a:latin typeface="Times New Roman" panose="02020603050405020304" pitchFamily="18" charset="0"/>
              <a:ea typeface="华文楷体" panose="02010600040101010101" pitchFamily="2" charset="-122"/>
            </a:endParaRPr>
          </a:p>
          <a:p>
            <a:pPr lvl="1" algn="just" eaLnBrk="1" hangingPunct="1">
              <a:buClr>
                <a:srgbClr val="000099"/>
              </a:buClr>
              <a:buFont typeface="Wingdings" panose="05000000000000000000" pitchFamily="2" charset="2"/>
              <a:buNone/>
            </a:pPr>
            <a:r>
              <a:rPr lang="zh-CN" altLang="en-US" sz="2400" b="1" dirty="0">
                <a:latin typeface="Times New Roman" panose="02020603050405020304" pitchFamily="18" charset="0"/>
                <a:ea typeface="华文楷体" panose="02010600040101010101" pitchFamily="2" charset="-122"/>
              </a:rPr>
              <a:t>                </a:t>
            </a:r>
            <a:r>
              <a:rPr lang="en-US" altLang="zh-CN" sz="2400" b="1" dirty="0">
                <a:latin typeface="Times New Roman" panose="02020603050405020304" pitchFamily="18" charset="0"/>
                <a:ea typeface="华文楷体" panose="02010600040101010101" pitchFamily="2" charset="-122"/>
              </a:rPr>
              <a:t>123.45     -99.0    0.234    .456  </a:t>
            </a:r>
            <a:r>
              <a:rPr lang="en-US" altLang="zh-CN" sz="2400" b="1" dirty="0">
                <a:solidFill>
                  <a:srgbClr val="CC0000"/>
                </a:solidFill>
                <a:latin typeface="Times New Roman" panose="02020603050405020304" pitchFamily="18" charset="0"/>
                <a:ea typeface="华文楷体" panose="02010600040101010101" pitchFamily="2" charset="-122"/>
              </a:rPr>
              <a:t> </a:t>
            </a:r>
            <a:endParaRPr lang="en-US" altLang="zh-CN" sz="2400" b="1" dirty="0">
              <a:solidFill>
                <a:srgbClr val="CC0000"/>
              </a:solidFill>
              <a:latin typeface="Times New Roman" panose="02020603050405020304" pitchFamily="18" charset="0"/>
              <a:ea typeface="华文楷体" panose="02010600040101010101" pitchFamily="2" charset="-122"/>
            </a:endParaRPr>
          </a:p>
        </p:txBody>
      </p:sp>
      <p:sp>
        <p:nvSpPr>
          <p:cNvPr id="41989"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41991" name="Rectangle 7"/>
          <p:cNvSpPr>
            <a:spLocks noChangeArrowheads="1"/>
          </p:cNvSpPr>
          <p:nvPr/>
        </p:nvSpPr>
        <p:spPr bwMode="auto">
          <a:xfrm>
            <a:off x="900113" y="3716338"/>
            <a:ext cx="7888287" cy="2233612"/>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Clr>
                <a:srgbClr val="000099"/>
              </a:buClr>
              <a:buFont typeface="Wingdings" panose="05000000000000000000" pitchFamily="2" charset="2"/>
              <a:buNone/>
            </a:pPr>
            <a:r>
              <a:rPr lang="zh-CN" altLang="en-US" sz="2400" b="1" dirty="0">
                <a:solidFill>
                  <a:srgbClr val="FFFF00"/>
                </a:solidFill>
                <a:latin typeface="Times New Roman" panose="02020603050405020304" pitchFamily="18" charset="0"/>
                <a:ea typeface="华文楷体" panose="02010600040101010101" pitchFamily="2" charset="-122"/>
              </a:rPr>
              <a:t>科学表示法：</a:t>
            </a:r>
            <a:r>
              <a:rPr lang="zh-CN" altLang="en-US" sz="2400" b="1" dirty="0">
                <a:latin typeface="Times New Roman" panose="02020603050405020304" pitchFamily="18" charset="0"/>
                <a:ea typeface="华文楷体" panose="02010600040101010101" pitchFamily="2" charset="-122"/>
              </a:rPr>
              <a:t>用字母</a:t>
            </a:r>
            <a:r>
              <a:rPr lang="en-US" altLang="zh-CN" sz="2400" b="1" dirty="0">
                <a:latin typeface="Times New Roman" panose="02020603050405020304" pitchFamily="18" charset="0"/>
                <a:ea typeface="华文楷体" panose="02010600040101010101" pitchFamily="2" charset="-122"/>
              </a:rPr>
              <a:t>e</a:t>
            </a:r>
            <a:r>
              <a:rPr lang="zh-CN" altLang="en-US" sz="2400" b="1" dirty="0">
                <a:latin typeface="Times New Roman" panose="02020603050405020304" pitchFamily="18" charset="0"/>
                <a:ea typeface="华文楷体" panose="02010600040101010101" pitchFamily="2" charset="-122"/>
              </a:rPr>
              <a:t>表示十进制指数中的</a:t>
            </a:r>
            <a:r>
              <a:rPr lang="en-US" altLang="zh-CN" sz="2400" b="1" dirty="0">
                <a:latin typeface="Times New Roman" panose="02020603050405020304" pitchFamily="18" charset="0"/>
                <a:ea typeface="华文楷体" panose="02010600040101010101" pitchFamily="2" charset="-122"/>
              </a:rPr>
              <a:t>10</a:t>
            </a:r>
            <a:r>
              <a:rPr lang="zh-CN" altLang="en-US" sz="2400" b="1" dirty="0">
                <a:latin typeface="Times New Roman" panose="02020603050405020304" pitchFamily="18" charset="0"/>
                <a:ea typeface="华文楷体" panose="02010600040101010101" pitchFamily="2" charset="-122"/>
              </a:rPr>
              <a:t>，前面为尾数（小数形式或者整数），后面为阶码（整数）。</a:t>
            </a:r>
            <a:endParaRPr lang="zh-CN" altLang="en-US" sz="2400" b="1" dirty="0">
              <a:latin typeface="Times New Roman" panose="02020603050405020304" pitchFamily="18" charset="0"/>
              <a:ea typeface="华文楷体" panose="02010600040101010101" pitchFamily="2" charset="-122"/>
            </a:endParaRPr>
          </a:p>
          <a:p>
            <a:pPr lvl="1" algn="l" eaLnBrk="1" hangingPunct="1">
              <a:buClr>
                <a:srgbClr val="000099"/>
              </a:buClr>
              <a:buFont typeface="Wingdings" panose="05000000000000000000" pitchFamily="2" charset="2"/>
              <a:buNone/>
            </a:pPr>
            <a:r>
              <a:rPr lang="zh-CN" altLang="en-US" sz="2400" b="1" dirty="0">
                <a:latin typeface="Times New Roman" panose="02020603050405020304" pitchFamily="18" charset="0"/>
                <a:ea typeface="华文楷体" panose="02010600040101010101" pitchFamily="2" charset="-122"/>
              </a:rPr>
              <a:t>                </a:t>
            </a:r>
            <a:r>
              <a:rPr lang="en-US" altLang="zh-CN" sz="2400" b="1" dirty="0">
                <a:latin typeface="Times New Roman" panose="02020603050405020304" pitchFamily="18" charset="0"/>
                <a:ea typeface="华文楷体" panose="02010600040101010101" pitchFamily="2" charset="-122"/>
              </a:rPr>
              <a:t>0.123E12              0.123×10</a:t>
            </a:r>
            <a:r>
              <a:rPr lang="en-US" altLang="zh-CN" sz="2400" b="1" baseline="30000" dirty="0">
                <a:latin typeface="Times New Roman" panose="02020603050405020304" pitchFamily="18" charset="0"/>
                <a:ea typeface="华文楷体" panose="02010600040101010101" pitchFamily="2" charset="-122"/>
              </a:rPr>
              <a:t>12</a:t>
            </a:r>
            <a:endParaRPr lang="en-US" altLang="zh-CN" sz="2400" b="1" baseline="30000" dirty="0">
              <a:latin typeface="Times New Roman" panose="02020603050405020304" pitchFamily="18" charset="0"/>
              <a:ea typeface="华文楷体" panose="02010600040101010101" pitchFamily="2" charset="-122"/>
            </a:endParaRPr>
          </a:p>
          <a:p>
            <a:pPr lvl="1" algn="l" eaLnBrk="1" hangingPunct="1">
              <a:buClr>
                <a:srgbClr val="000099"/>
              </a:buClr>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                67e-2                     67×10</a:t>
            </a:r>
            <a:r>
              <a:rPr lang="en-US" altLang="zh-CN" sz="2400" b="1" baseline="30000" dirty="0">
                <a:latin typeface="Times New Roman" panose="02020603050405020304" pitchFamily="18" charset="0"/>
                <a:ea typeface="华文楷体" panose="02010600040101010101" pitchFamily="2" charset="-122"/>
              </a:rPr>
              <a:t>-2</a:t>
            </a:r>
            <a:r>
              <a:rPr lang="en-US" altLang="zh-CN" sz="2400" b="1" dirty="0">
                <a:latin typeface="Times New Roman" panose="02020603050405020304" pitchFamily="18" charset="0"/>
                <a:ea typeface="华文楷体" panose="02010600040101010101" pitchFamily="2" charset="-122"/>
              </a:rPr>
              <a:t>  </a:t>
            </a:r>
            <a:br>
              <a:rPr lang="en-US" altLang="zh-CN" sz="2400" b="1" dirty="0">
                <a:latin typeface="Times New Roman" panose="02020603050405020304" pitchFamily="18" charset="0"/>
                <a:ea typeface="华文楷体" panose="02010600040101010101" pitchFamily="2" charset="-122"/>
              </a:rPr>
            </a:br>
            <a:r>
              <a:rPr lang="en-US" altLang="zh-CN" sz="2400" b="1" dirty="0">
                <a:latin typeface="Times New Roman" panose="02020603050405020304" pitchFamily="18" charset="0"/>
                <a:ea typeface="华文楷体" panose="02010600040101010101" pitchFamily="2" charset="-122"/>
              </a:rPr>
              <a:t>                6.8E2.3      </a:t>
            </a:r>
            <a:r>
              <a:rPr lang="en-US" altLang="zh-CN" sz="4000" b="1" dirty="0">
                <a:solidFill>
                  <a:srgbClr val="FFFF00"/>
                </a:solidFill>
                <a:latin typeface="华文楷体" panose="02010600040101010101" pitchFamily="2" charset="-122"/>
                <a:ea typeface="华文楷体" panose="02010600040101010101" pitchFamily="2" charset="-122"/>
                <a:sym typeface="Wingdings" panose="05000000000000000000" pitchFamily="2" charset="2"/>
              </a:rPr>
              <a:t></a:t>
            </a:r>
            <a:endParaRPr lang="en-US" altLang="zh-CN" sz="4000" b="1" dirty="0">
              <a:solidFill>
                <a:srgbClr val="FFFF00"/>
              </a:solidFill>
              <a:latin typeface="华文楷体" panose="02010600040101010101" pitchFamily="2" charset="-122"/>
              <a:ea typeface="华文楷体" panose="02010600040101010101" pitchFamily="2" charset="-122"/>
              <a:sym typeface="Wingdings" panose="05000000000000000000" pitchFamily="2" charset="2"/>
            </a:endParaRP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algn="ctr"/>
            <a:r>
              <a:rPr lang="en-US" altLang="zh-CN" b="1" dirty="0" smtClean="0">
                <a:ea typeface="隶书" panose="02010509060101010101" pitchFamily="49" charset="-122"/>
              </a:rPr>
              <a:t>2.2.2 </a:t>
            </a:r>
            <a:r>
              <a:rPr lang="zh-CN" altLang="en-US" b="1" dirty="0">
                <a:ea typeface="隶书" panose="02010509060101010101" pitchFamily="49" charset="-122"/>
              </a:rPr>
              <a:t>常量：</a:t>
            </a:r>
            <a:r>
              <a:rPr lang="zh-CN" altLang="en-US" b="1" dirty="0" smtClean="0">
                <a:latin typeface="Times New Roman" panose="02020603050405020304" pitchFamily="18" charset="0"/>
                <a:ea typeface="隶书" panose="02010509060101010101" pitchFamily="49" charset="-122"/>
              </a:rPr>
              <a:t>浮点</a:t>
            </a:r>
            <a:r>
              <a:rPr lang="zh-CN" altLang="en-US" b="1" dirty="0">
                <a:latin typeface="Times New Roman" panose="02020603050405020304" pitchFamily="18" charset="0"/>
                <a:ea typeface="隶书" panose="02010509060101010101" pitchFamily="49" charset="-122"/>
              </a:rPr>
              <a:t>型常量（数据类型）</a:t>
            </a:r>
            <a:endParaRPr lang="zh-CN" altLang="en-US" b="1" dirty="0">
              <a:latin typeface="Times New Roman" panose="02020603050405020304" pitchFamily="18" charset="0"/>
              <a:ea typeface="隶书" panose="02010509060101010101" pitchFamily="49" charset="-122"/>
            </a:endParaRPr>
          </a:p>
        </p:txBody>
      </p:sp>
      <p:sp>
        <p:nvSpPr>
          <p:cNvPr id="43011"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grpSp>
        <p:nvGrpSpPr>
          <p:cNvPr id="43014" name="Group 12"/>
          <p:cNvGrpSpPr/>
          <p:nvPr/>
        </p:nvGrpSpPr>
        <p:grpSpPr bwMode="auto">
          <a:xfrm>
            <a:off x="971550" y="1628775"/>
            <a:ext cx="7888288" cy="2232025"/>
            <a:chOff x="612" y="1162"/>
            <a:chExt cx="4969" cy="1406"/>
          </a:xfrm>
        </p:grpSpPr>
        <p:sp>
          <p:nvSpPr>
            <p:cNvPr id="43018" name="Rectangle 7"/>
            <p:cNvSpPr>
              <a:spLocks noChangeArrowheads="1"/>
            </p:cNvSpPr>
            <p:nvPr/>
          </p:nvSpPr>
          <p:spPr bwMode="auto">
            <a:xfrm>
              <a:off x="612" y="1162"/>
              <a:ext cx="4969" cy="544"/>
            </a:xfrm>
            <a:prstGeom prst="rect">
              <a:avLst/>
            </a:prstGeom>
            <a:solidFill>
              <a:srgbClr val="ECECEC"/>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Clr>
                  <a:srgbClr val="000099"/>
                </a:buClr>
                <a:buFont typeface="Wingdings" panose="05000000000000000000" pitchFamily="2" charset="2"/>
                <a:buNone/>
              </a:pPr>
              <a:r>
                <a:rPr lang="zh-CN" altLang="en-US" sz="2400" b="1" dirty="0" smtClean="0">
                  <a:solidFill>
                    <a:srgbClr val="CC0000"/>
                  </a:solidFill>
                  <a:latin typeface="Times New Roman" panose="02020603050405020304" pitchFamily="18" charset="0"/>
                  <a:ea typeface="华文楷体" panose="02010600040101010101" pitchFamily="2" charset="-122"/>
                </a:rPr>
                <a:t>规则</a:t>
              </a:r>
              <a:r>
                <a:rPr lang="zh-CN" altLang="en-US" sz="2400" b="1" dirty="0">
                  <a:solidFill>
                    <a:srgbClr val="CC0000"/>
                  </a:solidFill>
                  <a:latin typeface="Times New Roman" panose="02020603050405020304" pitchFamily="18" charset="0"/>
                  <a:ea typeface="华文楷体" panose="02010600040101010101" pitchFamily="2" charset="-122"/>
                </a:rPr>
                <a:t>：</a:t>
              </a:r>
              <a:r>
                <a:rPr lang="zh-CN" altLang="en-US" sz="2400" b="1" dirty="0">
                  <a:solidFill>
                    <a:srgbClr val="000000"/>
                  </a:solidFill>
                  <a:latin typeface="Times New Roman" panose="02020603050405020304" pitchFamily="18" charset="0"/>
                  <a:ea typeface="华文楷体" panose="02010600040101010101" pitchFamily="2" charset="-122"/>
                </a:rPr>
                <a:t>编译程序把数值常量表示成最小兼容类型，无任何修饰系统默认为</a:t>
              </a:r>
              <a:r>
                <a:rPr lang="en-US" altLang="zh-CN" sz="2400" b="1" dirty="0">
                  <a:solidFill>
                    <a:srgbClr val="000000"/>
                  </a:solidFill>
                  <a:latin typeface="Times New Roman" panose="02020603050405020304" pitchFamily="18" charset="0"/>
                  <a:ea typeface="华文楷体" panose="02010600040101010101" pitchFamily="2" charset="-122"/>
                </a:rPr>
                <a:t>double</a:t>
              </a:r>
              <a:r>
                <a:rPr lang="zh-CN" altLang="en-US" sz="2400" b="1" dirty="0">
                  <a:solidFill>
                    <a:srgbClr val="000000"/>
                  </a:solidFill>
                  <a:latin typeface="Times New Roman" panose="02020603050405020304" pitchFamily="18" charset="0"/>
                  <a:ea typeface="华文楷体" panose="02010600040101010101" pitchFamily="2" charset="-122"/>
                </a:rPr>
                <a:t>类型。</a:t>
              </a:r>
              <a:endParaRPr lang="zh-CN" altLang="en-US" sz="2400" b="1" dirty="0">
                <a:solidFill>
                  <a:srgbClr val="000000"/>
                </a:solidFill>
                <a:latin typeface="Times New Roman" panose="02020603050405020304" pitchFamily="18" charset="0"/>
                <a:ea typeface="华文楷体" panose="02010600040101010101" pitchFamily="2" charset="-122"/>
              </a:endParaRPr>
            </a:p>
          </p:txBody>
        </p:sp>
        <p:sp>
          <p:nvSpPr>
            <p:cNvPr id="43019" name="Rectangle 8"/>
            <p:cNvSpPr>
              <a:spLocks noChangeArrowheads="1"/>
            </p:cNvSpPr>
            <p:nvPr/>
          </p:nvSpPr>
          <p:spPr bwMode="auto">
            <a:xfrm>
              <a:off x="612" y="1706"/>
              <a:ext cx="4969" cy="862"/>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Clr>
                  <a:srgbClr val="000099"/>
                </a:buClr>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123.23                  double</a:t>
              </a:r>
              <a:endParaRPr lang="en-US" altLang="zh-CN" sz="2400" b="1">
                <a:latin typeface="Times New Roman" panose="02020603050405020304" pitchFamily="18" charset="0"/>
                <a:ea typeface="华文楷体" panose="02010600040101010101" pitchFamily="2" charset="-122"/>
                <a:sym typeface="Wingdings" panose="05000000000000000000" pitchFamily="2" charset="2"/>
              </a:endParaRPr>
            </a:p>
            <a:p>
              <a:pPr lvl="1" algn="l" eaLnBrk="1" hangingPunct="1">
                <a:buClr>
                  <a:srgbClr val="000099"/>
                </a:buClr>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sym typeface="Wingdings" panose="05000000000000000000" pitchFamily="2" charset="2"/>
                </a:rPr>
                <a:t>1.0                        double</a:t>
              </a:r>
              <a:endParaRPr lang="en-US" altLang="zh-CN" sz="2400" b="1">
                <a:latin typeface="Times New Roman" panose="02020603050405020304" pitchFamily="18" charset="0"/>
                <a:ea typeface="华文楷体" panose="02010600040101010101" pitchFamily="2" charset="-122"/>
                <a:sym typeface="Wingdings" panose="05000000000000000000" pitchFamily="2" charset="2"/>
              </a:endParaRPr>
            </a:p>
            <a:p>
              <a:pPr lvl="1" algn="l" eaLnBrk="1" hangingPunct="1">
                <a:buClr>
                  <a:srgbClr val="000099"/>
                </a:buClr>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sym typeface="Wingdings" panose="05000000000000000000" pitchFamily="2" charset="2"/>
                </a:rPr>
                <a:t>0.987654321        double</a:t>
              </a:r>
              <a:endParaRPr lang="en-US" altLang="zh-CN" sz="2400" b="1">
                <a:latin typeface="Times New Roman" panose="02020603050405020304" pitchFamily="18" charset="0"/>
                <a:ea typeface="华文楷体" panose="02010600040101010101" pitchFamily="2" charset="-122"/>
                <a:sym typeface="Wingdings" panose="05000000000000000000" pitchFamily="2" charset="2"/>
              </a:endParaRPr>
            </a:p>
          </p:txBody>
        </p:sp>
      </p:grpSp>
      <p:grpSp>
        <p:nvGrpSpPr>
          <p:cNvPr id="3" name="Group 9"/>
          <p:cNvGrpSpPr/>
          <p:nvPr/>
        </p:nvGrpSpPr>
        <p:grpSpPr bwMode="auto">
          <a:xfrm>
            <a:off x="971550" y="4149725"/>
            <a:ext cx="7888288" cy="2159000"/>
            <a:chOff x="612" y="2568"/>
            <a:chExt cx="4969" cy="862"/>
          </a:xfrm>
        </p:grpSpPr>
        <p:sp>
          <p:nvSpPr>
            <p:cNvPr id="43016" name="Rectangle 10"/>
            <p:cNvSpPr>
              <a:spLocks noChangeArrowheads="1"/>
            </p:cNvSpPr>
            <p:nvPr/>
          </p:nvSpPr>
          <p:spPr bwMode="auto">
            <a:xfrm>
              <a:off x="612" y="2568"/>
              <a:ext cx="4969" cy="317"/>
            </a:xfrm>
            <a:prstGeom prst="rect">
              <a:avLst/>
            </a:prstGeom>
            <a:solidFill>
              <a:srgbClr val="ECECEC"/>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Clr>
                  <a:srgbClr val="000099"/>
                </a:buClr>
                <a:buFont typeface="Wingdings" panose="05000000000000000000" pitchFamily="2" charset="2"/>
                <a:buNone/>
              </a:pPr>
              <a:r>
                <a:rPr lang="zh-CN" altLang="en-US" sz="2400" b="1" dirty="0">
                  <a:solidFill>
                    <a:srgbClr val="CC0000"/>
                  </a:solidFill>
                  <a:latin typeface="Times New Roman" panose="02020603050405020304" pitchFamily="18" charset="0"/>
                  <a:ea typeface="华文楷体" panose="02010600040101010101" pitchFamily="2" charset="-122"/>
                </a:rPr>
                <a:t>常量后缀</a:t>
              </a:r>
              <a:r>
                <a:rPr lang="zh-CN" altLang="en-US" sz="2400" b="1" dirty="0" smtClean="0">
                  <a:solidFill>
                    <a:srgbClr val="CC0000"/>
                  </a:solidFill>
                  <a:latin typeface="Times New Roman" panose="02020603050405020304" pitchFamily="18" charset="0"/>
                  <a:ea typeface="华文楷体" panose="02010600040101010101" pitchFamily="2" charset="-122"/>
                </a:rPr>
                <a:t>：</a:t>
              </a:r>
              <a:r>
                <a:rPr lang="zh-CN" altLang="en-US" sz="2400" b="1" dirty="0" smtClean="0">
                  <a:solidFill>
                    <a:srgbClr val="000000"/>
                  </a:solidFill>
                  <a:latin typeface="Times New Roman" panose="02020603050405020304" pitchFamily="18" charset="0"/>
                  <a:ea typeface="华文楷体" panose="02010600040101010101" pitchFamily="2" charset="-122"/>
                </a:rPr>
                <a:t> </a:t>
              </a:r>
              <a:r>
                <a:rPr lang="en-US" altLang="zh-CN" sz="2400" b="1" dirty="0">
                  <a:solidFill>
                    <a:srgbClr val="000000"/>
                  </a:solidFill>
                  <a:latin typeface="Times New Roman" panose="02020603050405020304" pitchFamily="18" charset="0"/>
                  <a:ea typeface="华文楷体" panose="02010600040101010101" pitchFamily="2" charset="-122"/>
                </a:rPr>
                <a:t>F</a:t>
              </a:r>
              <a:r>
                <a:rPr lang="zh-CN" altLang="en-US" sz="2400" b="1" dirty="0">
                  <a:solidFill>
                    <a:srgbClr val="000000"/>
                  </a:solidFill>
                  <a:latin typeface="Times New Roman" panose="02020603050405020304" pitchFamily="18" charset="0"/>
                  <a:ea typeface="华文楷体" panose="02010600040101010101" pitchFamily="2" charset="-122"/>
                </a:rPr>
                <a:t>，浮点型；   </a:t>
              </a:r>
              <a:r>
                <a:rPr lang="en-US" altLang="zh-CN" sz="2400" b="1" dirty="0">
                  <a:solidFill>
                    <a:srgbClr val="000000"/>
                  </a:solidFill>
                  <a:latin typeface="Times New Roman" panose="02020603050405020304" pitchFamily="18" charset="0"/>
                  <a:ea typeface="华文楷体" panose="02010600040101010101" pitchFamily="2" charset="-122"/>
                </a:rPr>
                <a:t>L</a:t>
              </a:r>
              <a:r>
                <a:rPr lang="zh-CN" altLang="en-US" sz="2400" b="1" dirty="0">
                  <a:solidFill>
                    <a:srgbClr val="000000"/>
                  </a:solidFill>
                  <a:latin typeface="Times New Roman" panose="02020603050405020304" pitchFamily="18" charset="0"/>
                  <a:ea typeface="华文楷体" panose="02010600040101010101" pitchFamily="2" charset="-122"/>
                </a:rPr>
                <a:t>，长型。</a:t>
              </a:r>
              <a:endParaRPr lang="zh-CN" altLang="en-US" sz="2400" b="1" dirty="0">
                <a:solidFill>
                  <a:srgbClr val="000000"/>
                </a:solidFill>
                <a:latin typeface="Times New Roman" panose="02020603050405020304" pitchFamily="18" charset="0"/>
                <a:ea typeface="华文楷体" panose="02010600040101010101" pitchFamily="2" charset="-122"/>
              </a:endParaRPr>
            </a:p>
          </p:txBody>
        </p:sp>
        <p:sp>
          <p:nvSpPr>
            <p:cNvPr id="43017" name="Rectangle 11"/>
            <p:cNvSpPr>
              <a:spLocks noChangeArrowheads="1"/>
            </p:cNvSpPr>
            <p:nvPr/>
          </p:nvSpPr>
          <p:spPr bwMode="auto">
            <a:xfrm>
              <a:off x="612" y="2885"/>
              <a:ext cx="4969" cy="545"/>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Clr>
                  <a:srgbClr val="000099"/>
                </a:buClr>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3.5L               long   double</a:t>
              </a:r>
              <a:endParaRPr lang="en-US" altLang="zh-CN" sz="2400" b="1">
                <a:latin typeface="Times New Roman" panose="02020603050405020304" pitchFamily="18" charset="0"/>
                <a:ea typeface="华文楷体" panose="02010600040101010101" pitchFamily="2" charset="-122"/>
              </a:endParaRPr>
            </a:p>
            <a:p>
              <a:pPr lvl="1" algn="l" eaLnBrk="1" hangingPunct="1">
                <a:buClr>
                  <a:srgbClr val="000099"/>
                </a:buClr>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sym typeface="Wingdings" panose="05000000000000000000" pitchFamily="2" charset="2"/>
                </a:rPr>
                <a:t>123.23F         float</a:t>
              </a:r>
              <a:endParaRPr lang="en-US" altLang="zh-CN" sz="2400" b="1">
                <a:latin typeface="Times New Roman" panose="02020603050405020304" pitchFamily="18" charset="0"/>
                <a:ea typeface="华文楷体" panose="02010600040101010101" pitchFamily="2" charset="-122"/>
                <a:sym typeface="Wingdings" panose="05000000000000000000" pitchFamily="2" charset="2"/>
              </a:endParaRPr>
            </a:p>
            <a:p>
              <a:pPr lvl="1" algn="l" eaLnBrk="1" hangingPunct="1">
                <a:buClr>
                  <a:srgbClr val="000099"/>
                </a:buClr>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sym typeface="Wingdings" panose="05000000000000000000" pitchFamily="2" charset="2"/>
                </a:rPr>
                <a:t>1.23E-2F       float</a:t>
              </a:r>
              <a:endParaRPr lang="en-US" altLang="zh-CN" sz="2400" b="1">
                <a:latin typeface="Times New Roman" panose="02020603050405020304" pitchFamily="18" charset="0"/>
                <a:ea typeface="华文楷体" panose="02010600040101010101" pitchFamily="2" charset="-122"/>
                <a:sym typeface="Wingdings" panose="05000000000000000000" pitchFamily="2" charset="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lgn="ctr"/>
            <a:r>
              <a:rPr lang="en-US" altLang="zh-CN" b="1" dirty="0" smtClean="0">
                <a:ea typeface="隶书" panose="02010509060101010101" pitchFamily="49" charset="-122"/>
              </a:rPr>
              <a:t>2.2.2 </a:t>
            </a:r>
            <a:r>
              <a:rPr lang="zh-CN" altLang="en-US" b="1" dirty="0">
                <a:ea typeface="隶书" panose="02010509060101010101" pitchFamily="49" charset="-122"/>
              </a:rPr>
              <a:t>常量：</a:t>
            </a:r>
            <a:r>
              <a:rPr lang="zh-CN" altLang="en-US" b="1" dirty="0" smtClean="0">
                <a:latin typeface="Times New Roman" panose="02020603050405020304" pitchFamily="18" charset="0"/>
                <a:ea typeface="隶书" panose="02010509060101010101" pitchFamily="49" charset="-122"/>
              </a:rPr>
              <a:t>字符型</a:t>
            </a:r>
            <a:r>
              <a:rPr lang="zh-CN" altLang="en-US" b="1" dirty="0">
                <a:latin typeface="Times New Roman" panose="02020603050405020304" pitchFamily="18" charset="0"/>
                <a:ea typeface="隶书" panose="02010509060101010101" pitchFamily="49" charset="-122"/>
              </a:rPr>
              <a:t>常量</a:t>
            </a:r>
            <a:endParaRPr lang="zh-CN" altLang="en-US" b="1" dirty="0">
              <a:latin typeface="Times New Roman" panose="02020603050405020304" pitchFamily="18" charset="0"/>
              <a:ea typeface="隶书" panose="02010509060101010101" pitchFamily="49" charset="-122"/>
            </a:endParaRPr>
          </a:p>
        </p:txBody>
      </p:sp>
      <p:sp>
        <p:nvSpPr>
          <p:cNvPr id="4403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44036" name="Rectangle 4"/>
          <p:cNvSpPr>
            <a:spLocks noChangeArrowheads="1"/>
          </p:cNvSpPr>
          <p:nvPr/>
        </p:nvSpPr>
        <p:spPr bwMode="auto">
          <a:xfrm>
            <a:off x="971550" y="1628775"/>
            <a:ext cx="7888288" cy="936625"/>
          </a:xfrm>
          <a:prstGeom prst="rect">
            <a:avLst/>
          </a:prstGeom>
          <a:solidFill>
            <a:srgbClr val="ECECEC"/>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zh-CN" altLang="en-US" sz="2400" b="1" dirty="0">
                <a:solidFill>
                  <a:srgbClr val="CC0000"/>
                </a:solidFill>
                <a:latin typeface="Times New Roman" panose="02020603050405020304" pitchFamily="18" charset="0"/>
                <a:ea typeface="华文楷体" panose="02010600040101010101" pitchFamily="2" charset="-122"/>
              </a:rPr>
              <a:t>字符常量：</a:t>
            </a:r>
            <a:r>
              <a:rPr lang="zh-CN" altLang="en-US" sz="2400" b="1" dirty="0">
                <a:solidFill>
                  <a:srgbClr val="000000"/>
                </a:solidFill>
                <a:latin typeface="Times New Roman" panose="02020603050405020304" pitchFamily="18" charset="0"/>
                <a:ea typeface="华文楷体" panose="02010600040101010101" pitchFamily="2" charset="-122"/>
              </a:rPr>
              <a:t>一对单引号中的单个字符。</a:t>
            </a:r>
            <a:endParaRPr lang="zh-CN" altLang="en-US" sz="2400" b="1" dirty="0">
              <a:solidFill>
                <a:srgbClr val="000000"/>
              </a:solidFill>
              <a:latin typeface="Times New Roman" panose="02020603050405020304" pitchFamily="18" charset="0"/>
              <a:ea typeface="华文楷体" panose="02010600040101010101" pitchFamily="2" charset="-122"/>
            </a:endParaRPr>
          </a:p>
          <a:p>
            <a:pPr lvl="1" algn="just" eaLnBrk="1" hangingPunct="1">
              <a:buClr>
                <a:srgbClr val="000099"/>
              </a:buClr>
              <a:buFont typeface="Wingdings" panose="05000000000000000000" pitchFamily="2" charset="2"/>
              <a:buNone/>
            </a:pPr>
            <a:r>
              <a:rPr lang="zh-CN" altLang="en-US" sz="2400" b="1" dirty="0">
                <a:solidFill>
                  <a:srgbClr val="000000"/>
                </a:solidFill>
                <a:latin typeface="Times New Roman" panose="02020603050405020304" pitchFamily="18" charset="0"/>
                <a:ea typeface="华文楷体" panose="02010600040101010101" pitchFamily="2" charset="-122"/>
              </a:rPr>
              <a:t>                </a:t>
            </a:r>
            <a:r>
              <a:rPr lang="en-US" altLang="zh-CN" sz="2400" b="1" dirty="0">
                <a:solidFill>
                  <a:srgbClr val="000000"/>
                </a:solidFill>
                <a:latin typeface="Times New Roman" panose="02020603050405020304" pitchFamily="18" charset="0"/>
                <a:ea typeface="华文楷体" panose="02010600040101010101" pitchFamily="2" charset="-122"/>
              </a:rPr>
              <a:t>'1'        '+'       '%'          'a'   </a:t>
            </a:r>
            <a:endParaRPr lang="en-US" altLang="zh-CN" sz="2400" b="1" dirty="0">
              <a:solidFill>
                <a:srgbClr val="000000"/>
              </a:solidFill>
              <a:latin typeface="Times New Roman" panose="02020603050405020304" pitchFamily="18" charset="0"/>
              <a:ea typeface="华文楷体" panose="02010600040101010101" pitchFamily="2" charset="-122"/>
            </a:endParaRPr>
          </a:p>
        </p:txBody>
      </p:sp>
      <p:grpSp>
        <p:nvGrpSpPr>
          <p:cNvPr id="2" name="Group 10"/>
          <p:cNvGrpSpPr/>
          <p:nvPr/>
        </p:nvGrpSpPr>
        <p:grpSpPr bwMode="auto">
          <a:xfrm>
            <a:off x="971550" y="2781300"/>
            <a:ext cx="7921625" cy="3311525"/>
            <a:chOff x="612" y="1752"/>
            <a:chExt cx="4990" cy="2086"/>
          </a:xfrm>
        </p:grpSpPr>
        <p:sp>
          <p:nvSpPr>
            <p:cNvPr id="44040" name="Rectangle 7"/>
            <p:cNvSpPr>
              <a:spLocks noChangeArrowheads="1"/>
            </p:cNvSpPr>
            <p:nvPr/>
          </p:nvSpPr>
          <p:spPr bwMode="auto">
            <a:xfrm>
              <a:off x="612" y="1752"/>
              <a:ext cx="4969" cy="1043"/>
            </a:xfrm>
            <a:prstGeom prst="rect">
              <a:avLst/>
            </a:prstGeom>
            <a:solidFill>
              <a:srgbClr val="ECECEC"/>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a:buClr>
                  <a:srgbClr val="000099"/>
                </a:buClr>
                <a:buNone/>
              </a:pPr>
              <a:r>
                <a:rPr lang="zh-CN" altLang="en-US" sz="2400" b="1" dirty="0">
                  <a:solidFill>
                    <a:srgbClr val="CC0000"/>
                  </a:solidFill>
                  <a:latin typeface="Times New Roman" panose="02020603050405020304" pitchFamily="18" charset="0"/>
                  <a:ea typeface="华文楷体" panose="02010600040101010101" pitchFamily="2" charset="-122"/>
                </a:rPr>
                <a:t>转义字符，</a:t>
              </a:r>
              <a:r>
                <a:rPr lang="zh-CN" altLang="en-US" sz="2400" b="1" dirty="0" smtClean="0">
                  <a:solidFill>
                    <a:srgbClr val="000000"/>
                  </a:solidFill>
                  <a:latin typeface="Times New Roman" panose="02020603050405020304" pitchFamily="18" charset="0"/>
                  <a:ea typeface="华文楷体" panose="02010600040101010101" pitchFamily="2" charset="-122"/>
                </a:rPr>
                <a:t>又称</a:t>
              </a:r>
              <a:r>
                <a:rPr lang="zh-CN" altLang="en-US" sz="2400" b="1" dirty="0" smtClean="0">
                  <a:solidFill>
                    <a:srgbClr val="CC0000"/>
                  </a:solidFill>
                  <a:latin typeface="Times New Roman" panose="02020603050405020304" pitchFamily="18" charset="0"/>
                  <a:ea typeface="华文楷体" panose="02010600040101010101" pitchFamily="2" charset="-122"/>
                </a:rPr>
                <a:t>反</a:t>
              </a:r>
              <a:r>
                <a:rPr lang="zh-CN" altLang="en-US" sz="2400" b="1" dirty="0">
                  <a:solidFill>
                    <a:srgbClr val="CC0000"/>
                  </a:solidFill>
                  <a:latin typeface="Times New Roman" panose="02020603050405020304" pitchFamily="18" charset="0"/>
                  <a:ea typeface="华文楷体" panose="02010600040101010101" pitchFamily="2" charset="-122"/>
                </a:rPr>
                <a:t>斜线字符常量：</a:t>
              </a:r>
              <a:endParaRPr lang="zh-CN" altLang="en-US" sz="2400" b="1" dirty="0">
                <a:solidFill>
                  <a:srgbClr val="000000"/>
                </a:solidFill>
                <a:latin typeface="Times New Roman" panose="02020603050405020304" pitchFamily="18" charset="0"/>
                <a:ea typeface="华文楷体" panose="02010600040101010101" pitchFamily="2" charset="-122"/>
              </a:endParaRPr>
            </a:p>
            <a:p>
              <a:pPr lvl="1" algn="just" eaLnBrk="1" hangingPunct="1">
                <a:buClr>
                  <a:srgbClr val="000099"/>
                </a:buClr>
                <a:buFont typeface="Wingdings" panose="05000000000000000000" pitchFamily="2" charset="2"/>
                <a:buNone/>
              </a:pPr>
              <a:r>
                <a:rPr lang="zh-CN" altLang="en-US" sz="2400" b="1" dirty="0" smtClean="0">
                  <a:solidFill>
                    <a:srgbClr val="000000"/>
                  </a:solidFill>
                  <a:latin typeface="Times New Roman" panose="02020603050405020304" pitchFamily="18" charset="0"/>
                  <a:ea typeface="华文楷体" panose="02010600040101010101" pitchFamily="2" charset="-122"/>
                </a:rPr>
                <a:t>多数</a:t>
              </a:r>
              <a:r>
                <a:rPr lang="zh-CN" altLang="en-US" sz="2400" b="1" dirty="0">
                  <a:solidFill>
                    <a:srgbClr val="000000"/>
                  </a:solidFill>
                  <a:latin typeface="Times New Roman" panose="02020603050405020304" pitchFamily="18" charset="0"/>
                  <a:ea typeface="华文楷体" panose="02010600040101010101" pitchFamily="2" charset="-122"/>
                </a:rPr>
                <a:t>可打印字符适用于直接放在一对单引号的方法。但是少数（回车键等）不能通过键盘放在字符常量中，为此，</a:t>
              </a:r>
              <a:r>
                <a:rPr lang="en-US" altLang="zh-CN" sz="2400" b="1" dirty="0" smtClean="0">
                  <a:solidFill>
                    <a:srgbClr val="000000"/>
                  </a:solidFill>
                  <a:latin typeface="Times New Roman" panose="02020603050405020304" pitchFamily="18" charset="0"/>
                  <a:ea typeface="华文楷体" panose="02010600040101010101" pitchFamily="2" charset="-122"/>
                </a:rPr>
                <a:t>C++</a:t>
              </a:r>
              <a:r>
                <a:rPr lang="zh-CN" altLang="en-US" sz="2400" b="1" dirty="0" smtClean="0">
                  <a:solidFill>
                    <a:srgbClr val="000000"/>
                  </a:solidFill>
                  <a:latin typeface="Times New Roman" panose="02020603050405020304" pitchFamily="18" charset="0"/>
                  <a:ea typeface="华文楷体" panose="02010600040101010101" pitchFamily="2" charset="-122"/>
                </a:rPr>
                <a:t>采用</a:t>
              </a:r>
              <a:r>
                <a:rPr lang="zh-CN" altLang="en-US" sz="2400" b="1" dirty="0">
                  <a:solidFill>
                    <a:srgbClr val="000000"/>
                  </a:solidFill>
                  <a:latin typeface="Times New Roman" panose="02020603050405020304" pitchFamily="18" charset="0"/>
                  <a:ea typeface="华文楷体" panose="02010600040101010101" pitchFamily="2" charset="-122"/>
                </a:rPr>
                <a:t>特殊的反斜线字符常量。</a:t>
              </a:r>
              <a:endParaRPr lang="zh-CN" altLang="en-US" sz="3700" b="1" dirty="0">
                <a:solidFill>
                  <a:srgbClr val="000000"/>
                </a:solidFill>
                <a:latin typeface="Times New Roman" panose="02020603050405020304" pitchFamily="18" charset="0"/>
                <a:ea typeface="华文楷体" panose="02010600040101010101" pitchFamily="2" charset="-122"/>
                <a:sym typeface="Wingdings" panose="05000000000000000000" pitchFamily="2" charset="2"/>
              </a:endParaRPr>
            </a:p>
          </p:txBody>
        </p:sp>
        <p:sp>
          <p:nvSpPr>
            <p:cNvPr id="44041" name="Rectangle 8"/>
            <p:cNvSpPr>
              <a:spLocks noChangeArrowheads="1"/>
            </p:cNvSpPr>
            <p:nvPr/>
          </p:nvSpPr>
          <p:spPr bwMode="auto">
            <a:xfrm>
              <a:off x="612" y="2795"/>
              <a:ext cx="2495" cy="1043"/>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sym typeface="Wingdings" panose="05000000000000000000" pitchFamily="2" charset="2"/>
                </a:rPr>
                <a:t>\b     </a:t>
              </a:r>
              <a:r>
                <a:rPr lang="zh-CN" altLang="en-US" sz="2000" b="1">
                  <a:latin typeface="Times New Roman" panose="02020603050405020304" pitchFamily="18" charset="0"/>
                  <a:ea typeface="华文楷体" panose="02010600040101010101" pitchFamily="2" charset="-122"/>
                  <a:sym typeface="Wingdings" panose="05000000000000000000" pitchFamily="2" charset="2"/>
                </a:rPr>
                <a:t>退格               </a:t>
              </a:r>
              <a:r>
                <a:rPr lang="en-US" altLang="zh-CN" sz="2000" b="1">
                  <a:latin typeface="Times New Roman" panose="02020603050405020304" pitchFamily="18" charset="0"/>
                  <a:ea typeface="华文楷体" panose="02010600040101010101" pitchFamily="2" charset="-122"/>
                  <a:sym typeface="Wingdings" panose="05000000000000000000" pitchFamily="2" charset="2"/>
                </a:rPr>
                <a:t>\t       </a:t>
              </a:r>
              <a:r>
                <a:rPr lang="zh-CN" altLang="en-US" sz="2000" b="1">
                  <a:latin typeface="Times New Roman" panose="02020603050405020304" pitchFamily="18" charset="0"/>
                  <a:ea typeface="华文楷体" panose="02010600040101010101" pitchFamily="2" charset="-122"/>
                  <a:sym typeface="Wingdings" panose="05000000000000000000" pitchFamily="2" charset="2"/>
                </a:rPr>
                <a:t>水平制表</a:t>
              </a:r>
              <a:endParaRPr lang="zh-CN" altLang="en-US" sz="2000" b="1">
                <a:latin typeface="Times New Roman" panose="02020603050405020304" pitchFamily="18" charset="0"/>
                <a:ea typeface="华文楷体" panose="02010600040101010101" pitchFamily="2" charset="-122"/>
                <a:sym typeface="Wingdings" panose="05000000000000000000" pitchFamily="2" charset="2"/>
              </a:endParaRPr>
            </a:p>
            <a:p>
              <a:pPr lvl="1" algn="just" eaLnBrk="1" hangingPunct="1">
                <a:buClr>
                  <a:srgbClr val="000099"/>
                </a:buClr>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sym typeface="Wingdings" panose="05000000000000000000" pitchFamily="2" charset="2"/>
                </a:rPr>
                <a:t>\f      </a:t>
              </a:r>
              <a:r>
                <a:rPr lang="zh-CN" altLang="en-US" sz="2000" b="1">
                  <a:latin typeface="Times New Roman" panose="02020603050405020304" pitchFamily="18" charset="0"/>
                  <a:ea typeface="华文楷体" panose="02010600040101010101" pitchFamily="2" charset="-122"/>
                  <a:sym typeface="Wingdings" panose="05000000000000000000" pitchFamily="2" charset="2"/>
                </a:rPr>
                <a:t>换页               </a:t>
              </a:r>
              <a:r>
                <a:rPr lang="en-US" altLang="zh-CN" sz="2000" b="1">
                  <a:latin typeface="Times New Roman" panose="02020603050405020304" pitchFamily="18" charset="0"/>
                  <a:ea typeface="华文楷体" panose="02010600040101010101" pitchFamily="2" charset="-122"/>
                  <a:sym typeface="Wingdings" panose="05000000000000000000" pitchFamily="2" charset="2"/>
                </a:rPr>
                <a:t>\”    </a:t>
              </a:r>
              <a:r>
                <a:rPr lang="zh-CN" altLang="en-US" sz="2000" b="1">
                  <a:latin typeface="Times New Roman" panose="02020603050405020304" pitchFamily="18" charset="0"/>
                  <a:ea typeface="华文楷体" panose="02010600040101010101" pitchFamily="2" charset="-122"/>
                  <a:sym typeface="Wingdings" panose="05000000000000000000" pitchFamily="2" charset="2"/>
                </a:rPr>
                <a:t>双引号</a:t>
              </a:r>
              <a:endParaRPr lang="zh-CN" altLang="en-US" sz="2000" b="1">
                <a:latin typeface="Times New Roman" panose="02020603050405020304" pitchFamily="18" charset="0"/>
                <a:ea typeface="华文楷体" panose="02010600040101010101" pitchFamily="2" charset="-122"/>
                <a:sym typeface="Wingdings" panose="05000000000000000000" pitchFamily="2" charset="2"/>
              </a:endParaRPr>
            </a:p>
            <a:p>
              <a:pPr lvl="1" algn="just" eaLnBrk="1" hangingPunct="1">
                <a:buClr>
                  <a:srgbClr val="000099"/>
                </a:buClr>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sym typeface="Wingdings" panose="05000000000000000000" pitchFamily="2" charset="2"/>
                </a:rPr>
                <a:t>\n     </a:t>
              </a:r>
              <a:r>
                <a:rPr lang="zh-CN" altLang="en-US" sz="2000" b="1">
                  <a:latin typeface="Times New Roman" panose="02020603050405020304" pitchFamily="18" charset="0"/>
                  <a:ea typeface="华文楷体" panose="02010600040101010101" pitchFamily="2" charset="-122"/>
                  <a:sym typeface="Wingdings" panose="05000000000000000000" pitchFamily="2" charset="2"/>
                </a:rPr>
                <a:t>换行               </a:t>
              </a:r>
              <a:r>
                <a:rPr lang="en-US" altLang="zh-CN" sz="2000" b="1">
                  <a:latin typeface="Times New Roman" panose="02020603050405020304" pitchFamily="18" charset="0"/>
                  <a:ea typeface="华文楷体" panose="02010600040101010101" pitchFamily="2" charset="-122"/>
                  <a:sym typeface="Wingdings" panose="05000000000000000000" pitchFamily="2" charset="2"/>
                </a:rPr>
                <a:t>\’     </a:t>
              </a:r>
              <a:r>
                <a:rPr lang="zh-CN" altLang="en-US" sz="2000" b="1">
                  <a:latin typeface="Times New Roman" panose="02020603050405020304" pitchFamily="18" charset="0"/>
                  <a:ea typeface="华文楷体" panose="02010600040101010101" pitchFamily="2" charset="-122"/>
                  <a:sym typeface="Wingdings" panose="05000000000000000000" pitchFamily="2" charset="2"/>
                </a:rPr>
                <a:t>单引号</a:t>
              </a:r>
              <a:endParaRPr lang="zh-CN" altLang="en-US" sz="2000" b="1">
                <a:latin typeface="Times New Roman" panose="02020603050405020304" pitchFamily="18" charset="0"/>
                <a:ea typeface="华文楷体" panose="02010600040101010101" pitchFamily="2" charset="-122"/>
                <a:sym typeface="Wingdings" panose="05000000000000000000" pitchFamily="2" charset="2"/>
              </a:endParaRPr>
            </a:p>
            <a:p>
              <a:pPr lvl="1" algn="just" eaLnBrk="1" hangingPunct="1">
                <a:buClr>
                  <a:srgbClr val="000099"/>
                </a:buClr>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sym typeface="Wingdings" panose="05000000000000000000" pitchFamily="2" charset="2"/>
                </a:rPr>
                <a:t>\r      </a:t>
              </a:r>
              <a:r>
                <a:rPr lang="zh-CN" altLang="en-US" sz="2000" b="1">
                  <a:latin typeface="Times New Roman" panose="02020603050405020304" pitchFamily="18" charset="0"/>
                  <a:ea typeface="华文楷体" panose="02010600040101010101" pitchFamily="2" charset="-122"/>
                  <a:sym typeface="Wingdings" panose="05000000000000000000" pitchFamily="2" charset="2"/>
                </a:rPr>
                <a:t>回车               </a:t>
              </a:r>
              <a:r>
                <a:rPr lang="en-US" altLang="zh-CN" sz="2000" b="1">
                  <a:latin typeface="Times New Roman" panose="02020603050405020304" pitchFamily="18" charset="0"/>
                  <a:ea typeface="华文楷体" panose="02010600040101010101" pitchFamily="2" charset="-122"/>
                  <a:sym typeface="Wingdings" panose="05000000000000000000" pitchFamily="2" charset="2"/>
                </a:rPr>
                <a:t>\\       </a:t>
              </a:r>
              <a:r>
                <a:rPr lang="zh-CN" altLang="en-US" sz="2000" b="1">
                  <a:latin typeface="Times New Roman" panose="02020603050405020304" pitchFamily="18" charset="0"/>
                  <a:ea typeface="华文楷体" panose="02010600040101010101" pitchFamily="2" charset="-122"/>
                  <a:sym typeface="Wingdings" panose="05000000000000000000" pitchFamily="2" charset="2"/>
                </a:rPr>
                <a:t>反斜线 </a:t>
              </a:r>
              <a:endParaRPr lang="zh-CN" altLang="en-US" sz="2000" b="1">
                <a:latin typeface="Times New Roman" panose="02020603050405020304" pitchFamily="18" charset="0"/>
                <a:ea typeface="华文楷体" panose="02010600040101010101" pitchFamily="2" charset="-122"/>
                <a:sym typeface="Wingdings" panose="05000000000000000000" pitchFamily="2" charset="2"/>
              </a:endParaRPr>
            </a:p>
          </p:txBody>
        </p:sp>
        <p:sp>
          <p:nvSpPr>
            <p:cNvPr id="44042" name="Rectangle 9"/>
            <p:cNvSpPr>
              <a:spLocks noChangeArrowheads="1"/>
            </p:cNvSpPr>
            <p:nvPr/>
          </p:nvSpPr>
          <p:spPr bwMode="auto">
            <a:xfrm>
              <a:off x="3107" y="2795"/>
              <a:ext cx="2495" cy="1043"/>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sym typeface="Wingdings" panose="05000000000000000000" pitchFamily="2" charset="2"/>
                </a:rPr>
                <a:t>\v         </a:t>
              </a:r>
              <a:r>
                <a:rPr lang="zh-CN" altLang="en-US" sz="2000" b="1">
                  <a:latin typeface="Times New Roman" panose="02020603050405020304" pitchFamily="18" charset="0"/>
                  <a:ea typeface="华文楷体" panose="02010600040101010101" pitchFamily="2" charset="-122"/>
                  <a:sym typeface="Wingdings" panose="05000000000000000000" pitchFamily="2" charset="2"/>
                </a:rPr>
                <a:t>垂直制表        </a:t>
              </a:r>
              <a:r>
                <a:rPr lang="en-US" altLang="zh-CN" sz="2000" b="1">
                  <a:latin typeface="Times New Roman" panose="02020603050405020304" pitchFamily="18" charset="0"/>
                  <a:ea typeface="华文楷体" panose="02010600040101010101" pitchFamily="2" charset="-122"/>
                  <a:sym typeface="Wingdings" panose="05000000000000000000" pitchFamily="2" charset="2"/>
                </a:rPr>
                <a:t>\a          </a:t>
              </a:r>
              <a:r>
                <a:rPr lang="zh-CN" altLang="en-US" sz="2000" b="1">
                  <a:latin typeface="Times New Roman" panose="02020603050405020304" pitchFamily="18" charset="0"/>
                  <a:ea typeface="华文楷体" panose="02010600040101010101" pitchFamily="2" charset="-122"/>
                  <a:sym typeface="Wingdings" panose="05000000000000000000" pitchFamily="2" charset="2"/>
                </a:rPr>
                <a:t>报警</a:t>
              </a:r>
              <a:endParaRPr lang="zh-CN" altLang="en-US" sz="2000" b="1">
                <a:latin typeface="Times New Roman" panose="02020603050405020304" pitchFamily="18" charset="0"/>
                <a:ea typeface="华文楷体" panose="02010600040101010101" pitchFamily="2" charset="-122"/>
                <a:sym typeface="Wingdings" panose="05000000000000000000" pitchFamily="2" charset="2"/>
              </a:endParaRPr>
            </a:p>
            <a:p>
              <a:pPr lvl="1" algn="just" eaLnBrk="1" hangingPunct="1">
                <a:buClr>
                  <a:srgbClr val="000099"/>
                </a:buClr>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sym typeface="Wingdings" panose="05000000000000000000" pitchFamily="2" charset="2"/>
                </a:rPr>
                <a:t>\?          </a:t>
              </a:r>
              <a:r>
                <a:rPr lang="zh-CN" altLang="en-US" sz="2000" b="1">
                  <a:latin typeface="Times New Roman" panose="02020603050405020304" pitchFamily="18" charset="0"/>
                  <a:ea typeface="华文楷体" panose="02010600040101010101" pitchFamily="2" charset="-122"/>
                  <a:sym typeface="Wingdings" panose="05000000000000000000" pitchFamily="2" charset="2"/>
                </a:rPr>
                <a:t>问号</a:t>
              </a:r>
              <a:endParaRPr lang="zh-CN" altLang="en-US" sz="2000" b="1">
                <a:latin typeface="Times New Roman" panose="02020603050405020304" pitchFamily="18" charset="0"/>
                <a:ea typeface="华文楷体" panose="02010600040101010101" pitchFamily="2" charset="-122"/>
                <a:sym typeface="Wingdings" panose="05000000000000000000" pitchFamily="2" charset="2"/>
              </a:endParaRPr>
            </a:p>
            <a:p>
              <a:pPr lvl="1" algn="just" eaLnBrk="1" hangingPunct="1">
                <a:buClr>
                  <a:srgbClr val="000099"/>
                </a:buClr>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sym typeface="Wingdings" panose="05000000000000000000" pitchFamily="2" charset="2"/>
                </a:rPr>
                <a:t>\N         8</a:t>
              </a:r>
              <a:r>
                <a:rPr lang="zh-CN" altLang="en-US" sz="2000" b="1">
                  <a:latin typeface="Times New Roman" panose="02020603050405020304" pitchFamily="18" charset="0"/>
                  <a:ea typeface="华文楷体" panose="02010600040101010101" pitchFamily="2" charset="-122"/>
                  <a:sym typeface="Wingdings" panose="05000000000000000000" pitchFamily="2" charset="2"/>
                </a:rPr>
                <a:t>进制常量</a:t>
              </a:r>
              <a:endParaRPr lang="zh-CN" altLang="en-US" sz="2000" b="1">
                <a:latin typeface="Times New Roman" panose="02020603050405020304" pitchFamily="18" charset="0"/>
                <a:ea typeface="华文楷体" panose="02010600040101010101" pitchFamily="2" charset="-122"/>
                <a:sym typeface="Wingdings" panose="05000000000000000000" pitchFamily="2" charset="2"/>
              </a:endParaRPr>
            </a:p>
            <a:p>
              <a:pPr lvl="1" algn="just" eaLnBrk="1" hangingPunct="1">
                <a:buClr>
                  <a:srgbClr val="000099"/>
                </a:buClr>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sym typeface="Wingdings" panose="05000000000000000000" pitchFamily="2" charset="2"/>
                </a:rPr>
                <a:t>\xN       16</a:t>
              </a:r>
              <a:r>
                <a:rPr lang="zh-CN" altLang="en-US" sz="2000" b="1">
                  <a:latin typeface="Times New Roman" panose="02020603050405020304" pitchFamily="18" charset="0"/>
                  <a:ea typeface="华文楷体" panose="02010600040101010101" pitchFamily="2" charset="-122"/>
                  <a:sym typeface="Wingdings" panose="05000000000000000000" pitchFamily="2" charset="2"/>
                </a:rPr>
                <a:t>进制常量</a:t>
              </a:r>
              <a:endParaRPr lang="zh-CN" altLang="en-US" sz="2000" b="1">
                <a:latin typeface="Times New Roman" panose="02020603050405020304" pitchFamily="18" charset="0"/>
                <a:ea typeface="华文楷体" panose="02010600040101010101" pitchFamily="2" charset="-122"/>
                <a:sym typeface="Wingdings" panose="05000000000000000000" pitchFamily="2" charset="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ctr"/>
            <a:r>
              <a:rPr lang="en-US" altLang="zh-CN"/>
              <a:t>ASCII</a:t>
            </a:r>
            <a:r>
              <a:rPr lang="zh-CN" altLang="en-US"/>
              <a:t>字符表</a:t>
            </a:r>
            <a:endParaRPr lang="zh-CN" altLang="en-US"/>
          </a:p>
        </p:txBody>
      </p:sp>
      <p:pic>
        <p:nvPicPr>
          <p:cNvPr id="6" name="内容占位符 5" descr="20210105171322814"/>
          <p:cNvPicPr>
            <a:picLocks noChangeAspect="1"/>
          </p:cNvPicPr>
          <p:nvPr>
            <p:ph sz="half" idx="1"/>
          </p:nvPr>
        </p:nvPicPr>
        <p:blipFill>
          <a:blip r:embed="rId1"/>
          <a:stretch>
            <a:fillRect/>
          </a:stretch>
        </p:blipFill>
        <p:spPr>
          <a:xfrm>
            <a:off x="628650" y="1859280"/>
            <a:ext cx="8180070" cy="4283075"/>
          </a:xfrm>
          <a:prstGeom prst="rect">
            <a:avLst/>
          </a:prstGeom>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algn="ctr"/>
            <a:r>
              <a:rPr lang="en-US" altLang="zh-CN" b="1" dirty="0" smtClean="0">
                <a:ea typeface="隶书" panose="02010509060101010101" pitchFamily="49" charset="-122"/>
              </a:rPr>
              <a:t>2.2.2 </a:t>
            </a:r>
            <a:r>
              <a:rPr lang="zh-CN" altLang="en-US" b="1" dirty="0">
                <a:ea typeface="隶书" panose="02010509060101010101" pitchFamily="49" charset="-122"/>
              </a:rPr>
              <a:t>常量：</a:t>
            </a:r>
            <a:r>
              <a:rPr lang="zh-CN" altLang="en-US" b="1" dirty="0" smtClean="0">
                <a:latin typeface="Times New Roman" panose="02020603050405020304" pitchFamily="18" charset="0"/>
                <a:ea typeface="隶书" panose="02010509060101010101" pitchFamily="49" charset="-122"/>
              </a:rPr>
              <a:t>字符串</a:t>
            </a:r>
            <a:r>
              <a:rPr lang="zh-CN" altLang="en-US" b="1" dirty="0">
                <a:latin typeface="Times New Roman" panose="02020603050405020304" pitchFamily="18" charset="0"/>
                <a:ea typeface="隶书" panose="02010509060101010101" pitchFamily="49" charset="-122"/>
              </a:rPr>
              <a:t>常量</a:t>
            </a:r>
            <a:endParaRPr lang="zh-CN" altLang="en-US" b="1" dirty="0">
              <a:latin typeface="Times New Roman" panose="02020603050405020304" pitchFamily="18" charset="0"/>
              <a:ea typeface="隶书" panose="02010509060101010101" pitchFamily="49" charset="-122"/>
            </a:endParaRPr>
          </a:p>
        </p:txBody>
      </p:sp>
      <p:sp>
        <p:nvSpPr>
          <p:cNvPr id="4608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46084" name="Rectangle 4"/>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46086" name="Rectangle 7"/>
          <p:cNvSpPr>
            <a:spLocks noChangeArrowheads="1"/>
          </p:cNvSpPr>
          <p:nvPr/>
        </p:nvSpPr>
        <p:spPr bwMode="auto">
          <a:xfrm>
            <a:off x="971550" y="1628775"/>
            <a:ext cx="7888288" cy="504825"/>
          </a:xfrm>
          <a:prstGeom prst="rect">
            <a:avLst/>
          </a:prstGeom>
          <a:solidFill>
            <a:srgbClr val="ECECEC"/>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zh-CN" altLang="en-US" sz="2400" b="1" dirty="0">
                <a:solidFill>
                  <a:srgbClr val="CC0000"/>
                </a:solidFill>
                <a:latin typeface="Times New Roman" panose="02020603050405020304" pitchFamily="18" charset="0"/>
                <a:ea typeface="华文楷体" panose="02010600040101010101" pitchFamily="2" charset="-122"/>
              </a:rPr>
              <a:t>字符串常量：</a:t>
            </a:r>
            <a:r>
              <a:rPr lang="zh-CN" altLang="en-US" sz="2400" b="1" dirty="0">
                <a:solidFill>
                  <a:srgbClr val="000000"/>
                </a:solidFill>
                <a:latin typeface="Times New Roman" panose="02020603050405020304" pitchFamily="18" charset="0"/>
                <a:ea typeface="华文楷体" panose="02010600040101010101" pitchFamily="2" charset="-122"/>
              </a:rPr>
              <a:t>一对双引号中的一系列字符。</a:t>
            </a:r>
            <a:endParaRPr lang="zh-CN" altLang="en-US" sz="2400" b="1" dirty="0">
              <a:solidFill>
                <a:srgbClr val="000000"/>
              </a:solidFill>
              <a:latin typeface="Times New Roman" panose="02020603050405020304" pitchFamily="18" charset="0"/>
              <a:ea typeface="华文楷体" panose="02010600040101010101" pitchFamily="2" charset="-122"/>
            </a:endParaRPr>
          </a:p>
        </p:txBody>
      </p:sp>
      <p:sp>
        <p:nvSpPr>
          <p:cNvPr id="46087" name="Rectangle 8"/>
          <p:cNvSpPr>
            <a:spLocks noChangeArrowheads="1"/>
          </p:cNvSpPr>
          <p:nvPr/>
        </p:nvSpPr>
        <p:spPr bwMode="auto">
          <a:xfrm>
            <a:off x="971550" y="2133600"/>
            <a:ext cx="7888288" cy="431800"/>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"123.23 " "</a:t>
            </a:r>
            <a:r>
              <a:rPr lang="en-US" altLang="zh-CN" sz="2400" b="1" dirty="0">
                <a:latin typeface="Times New Roman" panose="02020603050405020304" pitchFamily="18" charset="0"/>
                <a:ea typeface="华文楷体" panose="02010600040101010101" pitchFamily="2" charset="-122"/>
                <a:sym typeface="Wingdings" panose="05000000000000000000" pitchFamily="2" charset="2"/>
              </a:rPr>
              <a:t> This is a test. </a:t>
            </a:r>
            <a:r>
              <a:rPr lang="en-US" altLang="zh-CN" sz="2400" b="1" dirty="0">
                <a:latin typeface="Times New Roman" panose="02020603050405020304" pitchFamily="18" charset="0"/>
                <a:ea typeface="华文楷体" panose="02010600040101010101" pitchFamily="2" charset="-122"/>
              </a:rPr>
              <a:t>"        " "</a:t>
            </a:r>
            <a:endParaRPr lang="en-US" altLang="zh-CN" sz="2400" b="1" dirty="0">
              <a:latin typeface="Times New Roman" panose="02020603050405020304" pitchFamily="18" charset="0"/>
              <a:ea typeface="华文楷体" panose="02010600040101010101" pitchFamily="2" charset="-122"/>
              <a:sym typeface="Wingdings" panose="05000000000000000000" pitchFamily="2" charset="2"/>
            </a:endParaRPr>
          </a:p>
        </p:txBody>
      </p:sp>
      <p:grpSp>
        <p:nvGrpSpPr>
          <p:cNvPr id="2" name="Group 21"/>
          <p:cNvGrpSpPr/>
          <p:nvPr/>
        </p:nvGrpSpPr>
        <p:grpSpPr bwMode="auto">
          <a:xfrm>
            <a:off x="971550" y="2997200"/>
            <a:ext cx="7888288" cy="3240088"/>
            <a:chOff x="612" y="1888"/>
            <a:chExt cx="4969" cy="2041"/>
          </a:xfrm>
        </p:grpSpPr>
        <p:sp>
          <p:nvSpPr>
            <p:cNvPr id="46089" name="Rectangle 10"/>
            <p:cNvSpPr>
              <a:spLocks noChangeArrowheads="1"/>
            </p:cNvSpPr>
            <p:nvPr/>
          </p:nvSpPr>
          <p:spPr bwMode="auto">
            <a:xfrm>
              <a:off x="612" y="1888"/>
              <a:ext cx="4969" cy="500"/>
            </a:xfrm>
            <a:prstGeom prst="rect">
              <a:avLst/>
            </a:prstGeom>
            <a:solidFill>
              <a:srgbClr val="ECECEC"/>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Clr>
                  <a:srgbClr val="000099"/>
                </a:buClr>
                <a:buFont typeface="Wingdings" panose="05000000000000000000" pitchFamily="2" charset="2"/>
                <a:buNone/>
              </a:pPr>
              <a:r>
                <a:rPr lang="zh-CN" altLang="en-US" sz="2400" b="1" dirty="0">
                  <a:solidFill>
                    <a:srgbClr val="CC0000"/>
                  </a:solidFill>
                  <a:latin typeface="Times New Roman" panose="02020603050405020304" pitchFamily="18" charset="0"/>
                  <a:ea typeface="华文楷体" panose="02010600040101010101" pitchFamily="2" charset="-122"/>
                </a:rPr>
                <a:t>字符串结束标记：</a:t>
              </a:r>
              <a:r>
                <a:rPr lang="zh-CN" altLang="en-US" sz="2400" b="1" dirty="0">
                  <a:solidFill>
                    <a:srgbClr val="000000"/>
                  </a:solidFill>
                  <a:latin typeface="Times New Roman" panose="02020603050405020304" pitchFamily="18" charset="0"/>
                  <a:ea typeface="华文楷体" panose="02010600040101010101" pitchFamily="2" charset="-122"/>
                </a:rPr>
                <a:t>编译程序在编译源程序时自动在每个字符串末尾放空字符</a:t>
              </a:r>
              <a:r>
                <a:rPr lang="en-US" altLang="zh-CN" sz="2400" b="1" dirty="0">
                  <a:solidFill>
                    <a:srgbClr val="000000"/>
                  </a:solidFill>
                  <a:latin typeface="Times New Roman" panose="02020603050405020304" pitchFamily="18" charset="0"/>
                  <a:ea typeface="华文楷体" panose="02010600040101010101" pitchFamily="2" charset="-122"/>
                </a:rPr>
                <a:t>'0',</a:t>
              </a:r>
              <a:r>
                <a:rPr lang="zh-CN" altLang="en-US" sz="2400" b="1" dirty="0">
                  <a:solidFill>
                    <a:srgbClr val="000000"/>
                  </a:solidFill>
                  <a:latin typeface="Times New Roman" panose="02020603050405020304" pitchFamily="18" charset="0"/>
                  <a:ea typeface="华文楷体" panose="02010600040101010101" pitchFamily="2" charset="-122"/>
                </a:rPr>
                <a:t>作为字符串结束标记</a:t>
              </a:r>
              <a:r>
                <a:rPr lang="zh-CN" altLang="en-US" sz="1700" b="1" dirty="0">
                  <a:solidFill>
                    <a:srgbClr val="000000"/>
                  </a:solidFill>
                  <a:latin typeface="宋体" panose="02010600030101010101" pitchFamily="2" charset="-122"/>
                </a:rPr>
                <a:t>。</a:t>
              </a:r>
              <a:endParaRPr lang="zh-CN" altLang="en-US" sz="1700" b="1" dirty="0">
                <a:solidFill>
                  <a:srgbClr val="000000"/>
                </a:solidFill>
                <a:latin typeface="宋体" panose="02010600030101010101" pitchFamily="2" charset="-122"/>
              </a:endParaRPr>
            </a:p>
          </p:txBody>
        </p:sp>
        <p:sp>
          <p:nvSpPr>
            <p:cNvPr id="46090" name="Rectangle 11"/>
            <p:cNvSpPr>
              <a:spLocks noChangeArrowheads="1"/>
            </p:cNvSpPr>
            <p:nvPr/>
          </p:nvSpPr>
          <p:spPr bwMode="auto">
            <a:xfrm>
              <a:off x="612" y="2388"/>
              <a:ext cx="4969" cy="1541"/>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                     "A "        </a:t>
              </a:r>
              <a:r>
                <a:rPr lang="zh-CN" altLang="en-US" sz="2400" b="1">
                  <a:latin typeface="Times New Roman" panose="02020603050405020304" pitchFamily="18" charset="0"/>
                  <a:ea typeface="华文楷体" panose="02010600040101010101" pitchFamily="2" charset="-122"/>
                </a:rPr>
                <a:t>和          </a:t>
              </a:r>
              <a:r>
                <a:rPr lang="en-US" altLang="zh-CN" sz="2400" b="1">
                  <a:latin typeface="Times New Roman" panose="02020603050405020304" pitchFamily="18" charset="0"/>
                  <a:ea typeface="华文楷体" panose="02010600040101010101" pitchFamily="2" charset="-122"/>
                </a:rPr>
                <a:t>'A'                  </a:t>
              </a:r>
              <a:r>
                <a:rPr lang="zh-CN" altLang="en-US" sz="2400" b="1">
                  <a:latin typeface="Times New Roman" panose="02020603050405020304" pitchFamily="18" charset="0"/>
                  <a:ea typeface="华文楷体" panose="02010600040101010101" pitchFamily="2" charset="-122"/>
                </a:rPr>
                <a:t>的区别</a:t>
              </a:r>
              <a:endParaRPr lang="zh-CN" altLang="en-US" sz="2400" b="1">
                <a:latin typeface="Times New Roman" panose="02020603050405020304" pitchFamily="18" charset="0"/>
                <a:ea typeface="华文楷体" panose="02010600040101010101" pitchFamily="2" charset="-122"/>
              </a:endParaRPr>
            </a:p>
          </p:txBody>
        </p:sp>
        <p:sp>
          <p:nvSpPr>
            <p:cNvPr id="46091" name="Rectangle 14"/>
            <p:cNvSpPr>
              <a:spLocks noChangeArrowheads="1"/>
            </p:cNvSpPr>
            <p:nvPr/>
          </p:nvSpPr>
          <p:spPr bwMode="auto">
            <a:xfrm>
              <a:off x="3024" y="3184"/>
              <a:ext cx="672" cy="288"/>
            </a:xfrm>
            <a:prstGeom prst="rect">
              <a:avLst/>
            </a:prstGeom>
            <a:noFill/>
            <a:ln w="12700" cap="sq">
              <a:solidFill>
                <a:srgbClr val="000099"/>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en-US" altLang="zh-CN" sz="2400" b="1" dirty="0">
                  <a:solidFill>
                    <a:srgbClr val="FFFF00"/>
                  </a:solidFill>
                  <a:latin typeface="Times New Roman" panose="02020603050405020304" pitchFamily="18" charset="0"/>
                </a:rPr>
                <a:t>A</a:t>
              </a:r>
              <a:endParaRPr kumimoji="1" lang="en-US" altLang="zh-CN" sz="2400" b="1" dirty="0">
                <a:solidFill>
                  <a:srgbClr val="FFFF00"/>
                </a:solidFill>
                <a:latin typeface="Times New Roman" panose="02020603050405020304" pitchFamily="18" charset="0"/>
              </a:endParaRPr>
            </a:p>
          </p:txBody>
        </p:sp>
        <p:sp>
          <p:nvSpPr>
            <p:cNvPr id="46092" name="Line 15"/>
            <p:cNvSpPr>
              <a:spLocks noChangeShapeType="1"/>
            </p:cNvSpPr>
            <p:nvPr/>
          </p:nvSpPr>
          <p:spPr bwMode="auto">
            <a:xfrm>
              <a:off x="3312" y="2706"/>
              <a:ext cx="0" cy="480"/>
            </a:xfrm>
            <a:prstGeom prst="line">
              <a:avLst/>
            </a:prstGeom>
            <a:noFill/>
            <a:ln w="28575" cap="sq">
              <a:solidFill>
                <a:srgbClr val="000099"/>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6093" name="Rectangle 17"/>
            <p:cNvSpPr>
              <a:spLocks noChangeArrowheads="1"/>
            </p:cNvSpPr>
            <p:nvPr/>
          </p:nvSpPr>
          <p:spPr bwMode="auto">
            <a:xfrm>
              <a:off x="1584" y="3184"/>
              <a:ext cx="672" cy="288"/>
            </a:xfrm>
            <a:prstGeom prst="rect">
              <a:avLst/>
            </a:prstGeom>
            <a:noFill/>
            <a:ln w="12700" cap="sq">
              <a:solidFill>
                <a:srgbClr val="000099"/>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en-US" altLang="zh-CN" sz="2400" b="1" dirty="0">
                  <a:solidFill>
                    <a:srgbClr val="FFFF00"/>
                  </a:solidFill>
                  <a:latin typeface="Times New Roman" panose="02020603050405020304" pitchFamily="18" charset="0"/>
                </a:rPr>
                <a:t>A     \0</a:t>
              </a:r>
              <a:endParaRPr kumimoji="1" lang="en-US" altLang="zh-CN" sz="2400" b="1" dirty="0">
                <a:solidFill>
                  <a:srgbClr val="FFFF00"/>
                </a:solidFill>
                <a:latin typeface="Times New Roman" panose="02020603050405020304" pitchFamily="18" charset="0"/>
              </a:endParaRPr>
            </a:p>
          </p:txBody>
        </p:sp>
        <p:sp>
          <p:nvSpPr>
            <p:cNvPr id="46094" name="Line 18"/>
            <p:cNvSpPr>
              <a:spLocks noChangeShapeType="1"/>
            </p:cNvSpPr>
            <p:nvPr/>
          </p:nvSpPr>
          <p:spPr bwMode="auto">
            <a:xfrm>
              <a:off x="1920" y="2704"/>
              <a:ext cx="0" cy="432"/>
            </a:xfrm>
            <a:prstGeom prst="line">
              <a:avLst/>
            </a:prstGeom>
            <a:noFill/>
            <a:ln w="28575" cap="sq">
              <a:solidFill>
                <a:srgbClr val="000099"/>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6095" name="Line 19"/>
            <p:cNvSpPr>
              <a:spLocks noChangeShapeType="1"/>
            </p:cNvSpPr>
            <p:nvPr/>
          </p:nvSpPr>
          <p:spPr bwMode="auto">
            <a:xfrm flipV="1">
              <a:off x="2064" y="3472"/>
              <a:ext cx="0" cy="288"/>
            </a:xfrm>
            <a:prstGeom prst="line">
              <a:avLst/>
            </a:prstGeom>
            <a:noFill/>
            <a:ln w="28575">
              <a:solidFill>
                <a:srgbClr val="000099"/>
              </a:solidFill>
              <a:round/>
              <a:tailEnd type="stealth" w="lg"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6096" name="Line 20"/>
            <p:cNvSpPr>
              <a:spLocks noChangeShapeType="1"/>
            </p:cNvSpPr>
            <p:nvPr/>
          </p:nvSpPr>
          <p:spPr bwMode="auto">
            <a:xfrm>
              <a:off x="1882" y="3184"/>
              <a:ext cx="0" cy="301"/>
            </a:xfrm>
            <a:prstGeom prst="line">
              <a:avLst/>
            </a:prstGeom>
            <a:noFill/>
            <a:ln w="9525">
              <a:solidFill>
                <a:srgbClr val="000099"/>
              </a:solidFill>
              <a:round/>
            </a:ln>
            <a:extLst>
              <a:ext uri="{909E8E84-426E-40DD-AFC4-6F175D3DCCD1}">
                <a14:hiddenFill xmlns:a14="http://schemas.microsoft.com/office/drawing/2010/main">
                  <a:noFill/>
                </a14:hiddenFill>
              </a:ext>
            </a:extLst>
          </p:spPr>
          <p:txBody>
            <a:bodyPr/>
            <a:lstStyle/>
            <a:p>
              <a:endParaRPr lang="zh-CN" altLang="en-US" b="1"/>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082" y="631518"/>
            <a:ext cx="8229838" cy="799892"/>
          </a:xfrm>
        </p:spPr>
        <p:txBody>
          <a:bodyPr/>
          <a:lstStyle/>
          <a:p>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风格字符串常量</a:t>
            </a:r>
            <a:endParaRPr lang="zh-CN" altLang="en-US" dirty="0"/>
          </a:p>
        </p:txBody>
      </p:sp>
      <p:sp>
        <p:nvSpPr>
          <p:cNvPr id="3" name="内容占位符 2"/>
          <p:cNvSpPr>
            <a:spLocks noGrp="1"/>
          </p:cNvSpPr>
          <p:nvPr>
            <p:ph idx="1"/>
          </p:nvPr>
        </p:nvSpPr>
        <p:spPr>
          <a:xfrm>
            <a:off x="457082" y="1556792"/>
            <a:ext cx="8229838" cy="3221885"/>
          </a:xfrm>
        </p:spPr>
        <p:txBody>
          <a:bodyPr/>
          <a:lstStyle/>
          <a:p>
            <a:r>
              <a:rPr lang="zh-CN" altLang="en-US" sz="1800" dirty="0">
                <a:latin typeface="微软雅黑" panose="020B0503020204020204" pitchFamily="34" charset="-122"/>
                <a:ea typeface="微软雅黑" panose="020B0503020204020204" pitchFamily="34" charset="-122"/>
              </a:rPr>
              <a:t>通过添加前缀可以改变字符常量或者字符串常量的类型，前缀及其含义如下表所示： </a:t>
            </a:r>
            <a:endParaRPr lang="zh-CN" altLang="en-US" sz="1800" dirty="0">
              <a:latin typeface="微软雅黑" panose="020B0503020204020204" pitchFamily="34" charset="-122"/>
              <a:ea typeface="微软雅黑" panose="020B0503020204020204" pitchFamily="34" charset="-122"/>
            </a:endParaRPr>
          </a:p>
        </p:txBody>
      </p:sp>
      <p:graphicFrame>
        <p:nvGraphicFramePr>
          <p:cNvPr id="4" name="表格 3"/>
          <p:cNvGraphicFramePr>
            <a:graphicFrameLocks noGrp="1"/>
          </p:cNvGraphicFramePr>
          <p:nvPr/>
        </p:nvGraphicFramePr>
        <p:xfrm>
          <a:off x="1008532" y="2511249"/>
          <a:ext cx="7001125" cy="1349799"/>
        </p:xfrm>
        <a:graphic>
          <a:graphicData uri="http://schemas.openxmlformats.org/drawingml/2006/table">
            <a:tbl>
              <a:tblPr firstRow="1" firstCol="1" bandRow="1">
                <a:tableStyleId>{5C22544A-7EE6-4342-B048-85BDC9FD1C3A}</a:tableStyleId>
              </a:tblPr>
              <a:tblGrid>
                <a:gridCol w="1079839"/>
                <a:gridCol w="3587292"/>
                <a:gridCol w="2333994"/>
              </a:tblGrid>
              <a:tr h="246108">
                <a:tc>
                  <a:txBody>
                    <a:bodyPr/>
                    <a:lstStyle/>
                    <a:p>
                      <a:pPr indent="266700" algn="just">
                        <a:lnSpc>
                          <a:spcPts val="1560"/>
                        </a:lnSpc>
                        <a:spcAft>
                          <a:spcPts val="0"/>
                        </a:spcAft>
                      </a:pPr>
                      <a:r>
                        <a:rPr lang="zh-CN" sz="1400">
                          <a:solidFill>
                            <a:schemeClr val="tx1"/>
                          </a:solidFill>
                          <a:effectLst/>
                          <a:latin typeface="微软雅黑" panose="020B0503020204020204" pitchFamily="34" charset="-122"/>
                          <a:ea typeface="微软雅黑" panose="020B0503020204020204" pitchFamily="34" charset="-122"/>
                        </a:rPr>
                        <a:t>前缀</a:t>
                      </a:r>
                      <a:endParaRPr lang="zh-CN" sz="1400">
                        <a:solidFill>
                          <a:schemeClr val="tx1"/>
                        </a:solidFill>
                        <a:effectLst/>
                        <a:latin typeface="微软雅黑" panose="020B0503020204020204" pitchFamily="34" charset="-122"/>
                        <a:ea typeface="微软雅黑" panose="020B0503020204020204" pitchFamily="34" charset="-122"/>
                      </a:endParaRPr>
                    </a:p>
                  </a:txBody>
                  <a:tcPr marL="92742" marR="927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ts val="1560"/>
                        </a:lnSpc>
                        <a:spcAft>
                          <a:spcPts val="0"/>
                        </a:spcAft>
                      </a:pPr>
                      <a:r>
                        <a:rPr lang="zh-CN" sz="1400">
                          <a:solidFill>
                            <a:schemeClr val="tx1"/>
                          </a:solidFill>
                          <a:effectLst/>
                          <a:latin typeface="微软雅黑" panose="020B0503020204020204" pitchFamily="34" charset="-122"/>
                          <a:ea typeface="微软雅黑" panose="020B0503020204020204" pitchFamily="34" charset="-122"/>
                        </a:rPr>
                        <a:t>含义</a:t>
                      </a:r>
                      <a:endParaRPr lang="zh-CN" sz="1400">
                        <a:solidFill>
                          <a:schemeClr val="tx1"/>
                        </a:solidFill>
                        <a:effectLst/>
                        <a:latin typeface="微软雅黑" panose="020B0503020204020204" pitchFamily="34" charset="-122"/>
                        <a:ea typeface="微软雅黑" panose="020B0503020204020204" pitchFamily="34" charset="-122"/>
                      </a:endParaRPr>
                    </a:p>
                  </a:txBody>
                  <a:tcPr marL="92742" marR="927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ts val="1560"/>
                        </a:lnSpc>
                        <a:spcAft>
                          <a:spcPts val="0"/>
                        </a:spcAft>
                      </a:pPr>
                      <a:r>
                        <a:rPr lang="zh-CN" sz="1400">
                          <a:solidFill>
                            <a:schemeClr val="tx1"/>
                          </a:solidFill>
                          <a:effectLst/>
                          <a:latin typeface="微软雅黑" panose="020B0503020204020204" pitchFamily="34" charset="-122"/>
                          <a:ea typeface="微软雅黑" panose="020B0503020204020204" pitchFamily="34" charset="-122"/>
                        </a:rPr>
                        <a:t>类型</a:t>
                      </a:r>
                      <a:endParaRPr lang="zh-CN" sz="1400">
                        <a:solidFill>
                          <a:schemeClr val="tx1"/>
                        </a:solidFill>
                        <a:effectLst/>
                        <a:latin typeface="微软雅黑" panose="020B0503020204020204" pitchFamily="34" charset="-122"/>
                        <a:ea typeface="微软雅黑" panose="020B0503020204020204" pitchFamily="34" charset="-122"/>
                      </a:endParaRPr>
                    </a:p>
                  </a:txBody>
                  <a:tcPr marL="92742" marR="927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48256">
                <a:tc>
                  <a:txBody>
                    <a:bodyPr/>
                    <a:lstStyle/>
                    <a:p>
                      <a:pPr indent="266700" algn="just">
                        <a:lnSpc>
                          <a:spcPts val="1560"/>
                        </a:lnSpc>
                        <a:spcAft>
                          <a:spcPts val="0"/>
                        </a:spcAft>
                      </a:pPr>
                      <a:r>
                        <a:rPr lang="en-US" sz="1400">
                          <a:solidFill>
                            <a:schemeClr val="tx1"/>
                          </a:solidFill>
                          <a:effectLst/>
                          <a:latin typeface="微软雅黑" panose="020B0503020204020204" pitchFamily="34" charset="-122"/>
                          <a:ea typeface="微软雅黑" panose="020B0503020204020204" pitchFamily="34" charset="-122"/>
                        </a:rPr>
                        <a:t>u</a:t>
                      </a:r>
                      <a:endParaRPr lang="zh-CN" sz="1400">
                        <a:solidFill>
                          <a:schemeClr val="tx1"/>
                        </a:solidFill>
                        <a:effectLst/>
                        <a:latin typeface="微软雅黑" panose="020B0503020204020204" pitchFamily="34" charset="-122"/>
                        <a:ea typeface="微软雅黑" panose="020B0503020204020204" pitchFamily="34" charset="-122"/>
                      </a:endParaRPr>
                    </a:p>
                  </a:txBody>
                  <a:tcPr marL="92742" marR="927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ts val="1560"/>
                        </a:lnSpc>
                        <a:spcAft>
                          <a:spcPts val="0"/>
                        </a:spcAft>
                      </a:pPr>
                      <a:r>
                        <a:rPr lang="en-US" sz="1400">
                          <a:solidFill>
                            <a:schemeClr val="tx1"/>
                          </a:solidFill>
                          <a:effectLst/>
                          <a:latin typeface="微软雅黑" panose="020B0503020204020204" pitchFamily="34" charset="-122"/>
                          <a:ea typeface="微软雅黑" panose="020B0503020204020204" pitchFamily="34" charset="-122"/>
                        </a:rPr>
                        <a:t>Unicode 16 </a:t>
                      </a:r>
                      <a:r>
                        <a:rPr lang="zh-CN" sz="1400">
                          <a:solidFill>
                            <a:schemeClr val="tx1"/>
                          </a:solidFill>
                          <a:effectLst/>
                          <a:latin typeface="微软雅黑" panose="020B0503020204020204" pitchFamily="34" charset="-122"/>
                          <a:ea typeface="微软雅黑" panose="020B0503020204020204" pitchFamily="34" charset="-122"/>
                        </a:rPr>
                        <a:t>字符</a:t>
                      </a:r>
                      <a:endParaRPr lang="zh-CN" sz="1400">
                        <a:solidFill>
                          <a:schemeClr val="tx1"/>
                        </a:solidFill>
                        <a:effectLst/>
                        <a:latin typeface="微软雅黑" panose="020B0503020204020204" pitchFamily="34" charset="-122"/>
                        <a:ea typeface="微软雅黑" panose="020B0503020204020204" pitchFamily="34" charset="-122"/>
                      </a:endParaRPr>
                    </a:p>
                  </a:txBody>
                  <a:tcPr marL="92742" marR="927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ts val="1560"/>
                        </a:lnSpc>
                        <a:spcAft>
                          <a:spcPts val="0"/>
                        </a:spcAft>
                      </a:pPr>
                      <a:r>
                        <a:rPr lang="en-US" sz="1400">
                          <a:solidFill>
                            <a:schemeClr val="tx1"/>
                          </a:solidFill>
                          <a:effectLst/>
                          <a:latin typeface="微软雅黑" panose="020B0503020204020204" pitchFamily="34" charset="-122"/>
                          <a:ea typeface="微软雅黑" panose="020B0503020204020204" pitchFamily="34" charset="-122"/>
                        </a:rPr>
                        <a:t>char16_t</a:t>
                      </a:r>
                      <a:endParaRPr lang="zh-CN" sz="1400">
                        <a:solidFill>
                          <a:schemeClr val="tx1"/>
                        </a:solidFill>
                        <a:effectLst/>
                        <a:latin typeface="微软雅黑" panose="020B0503020204020204" pitchFamily="34" charset="-122"/>
                        <a:ea typeface="微软雅黑" panose="020B0503020204020204" pitchFamily="34" charset="-122"/>
                      </a:endParaRPr>
                    </a:p>
                  </a:txBody>
                  <a:tcPr marL="92742" marR="927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48256">
                <a:tc>
                  <a:txBody>
                    <a:bodyPr/>
                    <a:lstStyle/>
                    <a:p>
                      <a:pPr indent="266700" algn="just">
                        <a:lnSpc>
                          <a:spcPts val="1560"/>
                        </a:lnSpc>
                        <a:spcAft>
                          <a:spcPts val="0"/>
                        </a:spcAft>
                      </a:pPr>
                      <a:r>
                        <a:rPr lang="en-US" sz="1400">
                          <a:solidFill>
                            <a:schemeClr val="tx1"/>
                          </a:solidFill>
                          <a:effectLst/>
                          <a:latin typeface="微软雅黑" panose="020B0503020204020204" pitchFamily="34" charset="-122"/>
                          <a:ea typeface="微软雅黑" panose="020B0503020204020204" pitchFamily="34" charset="-122"/>
                        </a:rPr>
                        <a:t>U</a:t>
                      </a:r>
                      <a:endParaRPr lang="zh-CN" sz="1400">
                        <a:solidFill>
                          <a:schemeClr val="tx1"/>
                        </a:solidFill>
                        <a:effectLst/>
                        <a:latin typeface="微软雅黑" panose="020B0503020204020204" pitchFamily="34" charset="-122"/>
                        <a:ea typeface="微软雅黑" panose="020B0503020204020204" pitchFamily="34" charset="-122"/>
                      </a:endParaRPr>
                    </a:p>
                  </a:txBody>
                  <a:tcPr marL="92742" marR="927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ts val="1560"/>
                        </a:lnSpc>
                        <a:spcAft>
                          <a:spcPts val="0"/>
                        </a:spcAft>
                      </a:pPr>
                      <a:r>
                        <a:rPr lang="en-US" sz="1400">
                          <a:solidFill>
                            <a:schemeClr val="tx1"/>
                          </a:solidFill>
                          <a:effectLst/>
                          <a:latin typeface="微软雅黑" panose="020B0503020204020204" pitchFamily="34" charset="-122"/>
                          <a:ea typeface="微软雅黑" panose="020B0503020204020204" pitchFamily="34" charset="-122"/>
                        </a:rPr>
                        <a:t>Unicode 32</a:t>
                      </a:r>
                      <a:r>
                        <a:rPr lang="zh-CN" sz="1400">
                          <a:solidFill>
                            <a:schemeClr val="tx1"/>
                          </a:solidFill>
                          <a:effectLst/>
                          <a:latin typeface="微软雅黑" panose="020B0503020204020204" pitchFamily="34" charset="-122"/>
                          <a:ea typeface="微软雅黑" panose="020B0503020204020204" pitchFamily="34" charset="-122"/>
                        </a:rPr>
                        <a:t>字符</a:t>
                      </a:r>
                      <a:endParaRPr lang="zh-CN" sz="1400">
                        <a:solidFill>
                          <a:schemeClr val="tx1"/>
                        </a:solidFill>
                        <a:effectLst/>
                        <a:latin typeface="微软雅黑" panose="020B0503020204020204" pitchFamily="34" charset="-122"/>
                        <a:ea typeface="微软雅黑" panose="020B0503020204020204" pitchFamily="34" charset="-122"/>
                      </a:endParaRPr>
                    </a:p>
                  </a:txBody>
                  <a:tcPr marL="92742" marR="927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ts val="1560"/>
                        </a:lnSpc>
                        <a:spcAft>
                          <a:spcPts val="0"/>
                        </a:spcAft>
                      </a:pPr>
                      <a:r>
                        <a:rPr lang="en-US" sz="1400">
                          <a:solidFill>
                            <a:schemeClr val="tx1"/>
                          </a:solidFill>
                          <a:effectLst/>
                          <a:latin typeface="微软雅黑" panose="020B0503020204020204" pitchFamily="34" charset="-122"/>
                          <a:ea typeface="微软雅黑" panose="020B0503020204020204" pitchFamily="34" charset="-122"/>
                        </a:rPr>
                        <a:t>char32_t</a:t>
                      </a:r>
                      <a:endParaRPr lang="zh-CN" sz="1400">
                        <a:solidFill>
                          <a:schemeClr val="tx1"/>
                        </a:solidFill>
                        <a:effectLst/>
                        <a:latin typeface="微软雅黑" panose="020B0503020204020204" pitchFamily="34" charset="-122"/>
                        <a:ea typeface="微软雅黑" panose="020B0503020204020204" pitchFamily="34" charset="-122"/>
                      </a:endParaRPr>
                    </a:p>
                  </a:txBody>
                  <a:tcPr marL="92742" marR="927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48256">
                <a:tc>
                  <a:txBody>
                    <a:bodyPr/>
                    <a:lstStyle/>
                    <a:p>
                      <a:pPr indent="266700" algn="just">
                        <a:lnSpc>
                          <a:spcPts val="1560"/>
                        </a:lnSpc>
                        <a:spcAft>
                          <a:spcPts val="0"/>
                        </a:spcAft>
                      </a:pPr>
                      <a:r>
                        <a:rPr lang="en-US" sz="1400">
                          <a:solidFill>
                            <a:schemeClr val="tx1"/>
                          </a:solidFill>
                          <a:effectLst/>
                          <a:latin typeface="微软雅黑" panose="020B0503020204020204" pitchFamily="34" charset="-122"/>
                          <a:ea typeface="微软雅黑" panose="020B0503020204020204" pitchFamily="34" charset="-122"/>
                        </a:rPr>
                        <a:t>L</a:t>
                      </a:r>
                      <a:endParaRPr lang="zh-CN" sz="1400">
                        <a:solidFill>
                          <a:schemeClr val="tx1"/>
                        </a:solidFill>
                        <a:effectLst/>
                        <a:latin typeface="微软雅黑" panose="020B0503020204020204" pitchFamily="34" charset="-122"/>
                        <a:ea typeface="微软雅黑" panose="020B0503020204020204" pitchFamily="34" charset="-122"/>
                      </a:endParaRPr>
                    </a:p>
                  </a:txBody>
                  <a:tcPr marL="92742" marR="927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ts val="1560"/>
                        </a:lnSpc>
                        <a:spcAft>
                          <a:spcPts val="0"/>
                        </a:spcAft>
                      </a:pPr>
                      <a:r>
                        <a:rPr lang="zh-CN" sz="1400">
                          <a:solidFill>
                            <a:schemeClr val="tx1"/>
                          </a:solidFill>
                          <a:effectLst/>
                          <a:latin typeface="微软雅黑" panose="020B0503020204020204" pitchFamily="34" charset="-122"/>
                          <a:ea typeface="微软雅黑" panose="020B0503020204020204" pitchFamily="34" charset="-122"/>
                        </a:rPr>
                        <a:t>宽字符</a:t>
                      </a:r>
                      <a:endParaRPr lang="zh-CN" sz="1400">
                        <a:solidFill>
                          <a:schemeClr val="tx1"/>
                        </a:solidFill>
                        <a:effectLst/>
                        <a:latin typeface="微软雅黑" panose="020B0503020204020204" pitchFamily="34" charset="-122"/>
                        <a:ea typeface="微软雅黑" panose="020B0503020204020204" pitchFamily="34" charset="-122"/>
                      </a:endParaRPr>
                    </a:p>
                  </a:txBody>
                  <a:tcPr marL="92742" marR="927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ts val="1560"/>
                        </a:lnSpc>
                        <a:spcAft>
                          <a:spcPts val="0"/>
                        </a:spcAft>
                      </a:pPr>
                      <a:r>
                        <a:rPr lang="en-US" sz="1400">
                          <a:solidFill>
                            <a:schemeClr val="tx1"/>
                          </a:solidFill>
                          <a:effectLst/>
                          <a:latin typeface="微软雅黑" panose="020B0503020204020204" pitchFamily="34" charset="-122"/>
                          <a:ea typeface="微软雅黑" panose="020B0503020204020204" pitchFamily="34" charset="-122"/>
                        </a:rPr>
                        <a:t>wchar_t</a:t>
                      </a:r>
                      <a:endParaRPr lang="zh-CN" sz="1400">
                        <a:solidFill>
                          <a:schemeClr val="tx1"/>
                        </a:solidFill>
                        <a:effectLst/>
                        <a:latin typeface="微软雅黑" panose="020B0503020204020204" pitchFamily="34" charset="-122"/>
                        <a:ea typeface="微软雅黑" panose="020B0503020204020204" pitchFamily="34" charset="-122"/>
                      </a:endParaRPr>
                    </a:p>
                  </a:txBody>
                  <a:tcPr marL="92742" marR="927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58923">
                <a:tc>
                  <a:txBody>
                    <a:bodyPr/>
                    <a:lstStyle/>
                    <a:p>
                      <a:pPr indent="266700" algn="just">
                        <a:lnSpc>
                          <a:spcPts val="1560"/>
                        </a:lnSpc>
                        <a:spcAft>
                          <a:spcPts val="0"/>
                        </a:spcAft>
                      </a:pPr>
                      <a:r>
                        <a:rPr lang="en-US" sz="1400">
                          <a:solidFill>
                            <a:schemeClr val="tx1"/>
                          </a:solidFill>
                          <a:effectLst/>
                          <a:latin typeface="微软雅黑" panose="020B0503020204020204" pitchFamily="34" charset="-122"/>
                          <a:ea typeface="微软雅黑" panose="020B0503020204020204" pitchFamily="34" charset="-122"/>
                        </a:rPr>
                        <a:t>u8</a:t>
                      </a:r>
                      <a:endParaRPr lang="zh-CN" sz="1400">
                        <a:solidFill>
                          <a:schemeClr val="tx1"/>
                        </a:solidFill>
                        <a:effectLst/>
                        <a:latin typeface="微软雅黑" panose="020B0503020204020204" pitchFamily="34" charset="-122"/>
                        <a:ea typeface="微软雅黑" panose="020B0503020204020204" pitchFamily="34" charset="-122"/>
                      </a:endParaRPr>
                    </a:p>
                  </a:txBody>
                  <a:tcPr marL="92742" marR="927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ts val="1560"/>
                        </a:lnSpc>
                        <a:spcAft>
                          <a:spcPts val="0"/>
                        </a:spcAft>
                      </a:pPr>
                      <a:r>
                        <a:rPr lang="en-US" sz="1400">
                          <a:solidFill>
                            <a:schemeClr val="tx1"/>
                          </a:solidFill>
                          <a:effectLst/>
                          <a:latin typeface="微软雅黑" panose="020B0503020204020204" pitchFamily="34" charset="-122"/>
                          <a:ea typeface="微软雅黑" panose="020B0503020204020204" pitchFamily="34" charset="-122"/>
                        </a:rPr>
                        <a:t>UTF-8</a:t>
                      </a:r>
                      <a:r>
                        <a:rPr lang="zh-CN" sz="1400">
                          <a:solidFill>
                            <a:schemeClr val="tx1"/>
                          </a:solidFill>
                          <a:effectLst/>
                          <a:latin typeface="微软雅黑" panose="020B0503020204020204" pitchFamily="34" charset="-122"/>
                          <a:ea typeface="微软雅黑" panose="020B0503020204020204" pitchFamily="34" charset="-122"/>
                        </a:rPr>
                        <a:t>（仅用于字符串字面常量）</a:t>
                      </a:r>
                      <a:endParaRPr lang="zh-CN" sz="1400">
                        <a:solidFill>
                          <a:schemeClr val="tx1"/>
                        </a:solidFill>
                        <a:effectLst/>
                        <a:latin typeface="微软雅黑" panose="020B0503020204020204" pitchFamily="34" charset="-122"/>
                        <a:ea typeface="微软雅黑" panose="020B0503020204020204" pitchFamily="34" charset="-122"/>
                      </a:endParaRPr>
                    </a:p>
                  </a:txBody>
                  <a:tcPr marL="92742" marR="927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ts val="1560"/>
                        </a:lnSpc>
                        <a:spcAft>
                          <a:spcPts val="0"/>
                        </a:spcAft>
                      </a:pPr>
                      <a:r>
                        <a:rPr lang="en-US" sz="1400">
                          <a:solidFill>
                            <a:schemeClr val="tx1"/>
                          </a:solidFill>
                          <a:effectLst/>
                          <a:latin typeface="微软雅黑" panose="020B0503020204020204" pitchFamily="34" charset="-122"/>
                          <a:ea typeface="微软雅黑" panose="020B0503020204020204" pitchFamily="34" charset="-122"/>
                        </a:rPr>
                        <a:t>char</a:t>
                      </a:r>
                      <a:endParaRPr lang="zh-CN" sz="1400">
                        <a:solidFill>
                          <a:schemeClr val="tx1"/>
                        </a:solidFill>
                        <a:effectLst/>
                        <a:latin typeface="微软雅黑" panose="020B0503020204020204" pitchFamily="34" charset="-122"/>
                        <a:ea typeface="微软雅黑" panose="020B0503020204020204" pitchFamily="34" charset="-122"/>
                      </a:endParaRPr>
                    </a:p>
                  </a:txBody>
                  <a:tcPr marL="92742" marR="927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5" name="矩形 4"/>
          <p:cNvSpPr/>
          <p:nvPr/>
        </p:nvSpPr>
        <p:spPr>
          <a:xfrm>
            <a:off x="827584" y="4062285"/>
            <a:ext cx="7704856" cy="2585323"/>
          </a:xfrm>
          <a:prstGeom prst="rect">
            <a:avLst/>
          </a:prstGeom>
        </p:spPr>
        <p:txBody>
          <a:bodyPr wrap="square">
            <a:spAutoFit/>
          </a:bodyPr>
          <a:lstStyle/>
          <a:p>
            <a:pPr algn="l"/>
            <a:r>
              <a:rPr lang="en-US" altLang="zh-CN" sz="1800" dirty="0" smtClean="0">
                <a:latin typeface="微软雅黑" panose="020B0503020204020204" pitchFamily="34" charset="-122"/>
                <a:ea typeface="微软雅黑" panose="020B0503020204020204" pitchFamily="34" charset="-122"/>
              </a:rPr>
              <a:t>Unicode</a:t>
            </a:r>
            <a:r>
              <a:rPr lang="zh-CN" altLang="en-US" sz="1800" dirty="0">
                <a:latin typeface="微软雅黑" panose="020B0503020204020204" pitchFamily="34" charset="-122"/>
                <a:ea typeface="微软雅黑" panose="020B0503020204020204" pitchFamily="34" charset="-122"/>
              </a:rPr>
              <a:t>是一个巨大的字符集，给世界上所有的字符定义了一个唯一编码。其仅仅规定了每个符号的二进制代码，没有制定细化的存储规则。</a:t>
            </a:r>
            <a:r>
              <a:rPr lang="en-US" altLang="zh-CN" sz="1800" dirty="0">
                <a:latin typeface="微软雅黑" panose="020B0503020204020204" pitchFamily="34" charset="-122"/>
                <a:ea typeface="微软雅黑" panose="020B0503020204020204" pitchFamily="34" charset="-122"/>
              </a:rPr>
              <a:t>UTF-8</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UTF-16</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UTF-32</a:t>
            </a:r>
            <a:r>
              <a:rPr lang="zh-CN" altLang="en-US" sz="1800" dirty="0">
                <a:latin typeface="微软雅黑" panose="020B0503020204020204" pitchFamily="34" charset="-122"/>
                <a:ea typeface="微软雅黑" panose="020B0503020204020204" pitchFamily="34" charset="-122"/>
              </a:rPr>
              <a:t>才是</a:t>
            </a:r>
            <a:r>
              <a:rPr lang="en-US" altLang="zh-CN" sz="1800" dirty="0">
                <a:latin typeface="微软雅黑" panose="020B0503020204020204" pitchFamily="34" charset="-122"/>
                <a:ea typeface="微软雅黑" panose="020B0503020204020204" pitchFamily="34" charset="-122"/>
              </a:rPr>
              <a:t>Unicode</a:t>
            </a:r>
            <a:r>
              <a:rPr lang="zh-CN" altLang="en-US" sz="1800" dirty="0">
                <a:latin typeface="微软雅黑" panose="020B0503020204020204" pitchFamily="34" charset="-122"/>
                <a:ea typeface="微软雅黑" panose="020B0503020204020204" pitchFamily="34" charset="-122"/>
              </a:rPr>
              <a:t>的存储格式</a:t>
            </a:r>
            <a:r>
              <a:rPr lang="zh-CN" altLang="en-US" sz="1800" dirty="0" smtClean="0">
                <a:latin typeface="微软雅黑" panose="020B0503020204020204" pitchFamily="34" charset="-122"/>
                <a:ea typeface="微软雅黑" panose="020B0503020204020204" pitchFamily="34" charset="-122"/>
              </a:rPr>
              <a:t>定义</a:t>
            </a:r>
            <a:endParaRPr lang="en-US" altLang="zh-CN" sz="1800" dirty="0">
              <a:latin typeface="微软雅黑" panose="020B0503020204020204" pitchFamily="34" charset="-122"/>
              <a:ea typeface="微软雅黑" panose="020B0503020204020204" pitchFamily="34" charset="-122"/>
            </a:endParaRPr>
          </a:p>
          <a:p>
            <a:pPr algn="l"/>
            <a:endParaRPr lang="en-US" altLang="zh-CN" sz="1800" dirty="0">
              <a:latin typeface="微软雅黑" panose="020B0503020204020204" pitchFamily="34" charset="-122"/>
              <a:ea typeface="微软雅黑" panose="020B0503020204020204" pitchFamily="34" charset="-122"/>
            </a:endParaRPr>
          </a:p>
          <a:p>
            <a:pPr algn="l"/>
            <a:r>
              <a:rPr lang="zh-CN" altLang="en-US" sz="1800" dirty="0">
                <a:latin typeface="微软雅黑" panose="020B0503020204020204" pitchFamily="34" charset="-122"/>
                <a:ea typeface="微软雅黑" panose="020B0503020204020204" pitchFamily="34" charset="-122"/>
              </a:rPr>
              <a:t>在</a:t>
            </a:r>
            <a:r>
              <a:rPr lang="en-US" altLang="zh-CN" sz="1800" dirty="0">
                <a:latin typeface="微软雅黑" panose="020B0503020204020204" pitchFamily="34" charset="-122"/>
                <a:ea typeface="微软雅黑" panose="020B0503020204020204" pitchFamily="34" charset="-122"/>
              </a:rPr>
              <a:t>ANSI/ISO 9899--1990</a:t>
            </a:r>
            <a:r>
              <a:rPr lang="zh-CN" altLang="en-US" sz="1800" dirty="0">
                <a:latin typeface="微软雅黑" panose="020B0503020204020204" pitchFamily="34" charset="-122"/>
                <a:ea typeface="微软雅黑" panose="020B0503020204020204" pitchFamily="34" charset="-122"/>
              </a:rPr>
              <a:t>也就是美国国家为程序设计语言</a:t>
            </a:r>
            <a:r>
              <a:rPr lang="en-US" altLang="zh-CN" sz="1800" dirty="0">
                <a:latin typeface="微软雅黑" panose="020B0503020204020204" pitchFamily="34" charset="-122"/>
                <a:ea typeface="微软雅黑" panose="020B0503020204020204" pitchFamily="34" charset="-122"/>
              </a:rPr>
              <a:t>C</a:t>
            </a:r>
            <a:r>
              <a:rPr lang="zh-CN" altLang="en-US" sz="1800" dirty="0">
                <a:latin typeface="微软雅黑" panose="020B0503020204020204" pitchFamily="34" charset="-122"/>
                <a:ea typeface="微软雅黑" panose="020B0503020204020204" pitchFamily="34" charset="-122"/>
              </a:rPr>
              <a:t>指定的标准</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也称为</a:t>
            </a:r>
            <a:r>
              <a:rPr lang="en-US" altLang="zh-CN" sz="1800" dirty="0">
                <a:latin typeface="微软雅黑" panose="020B0503020204020204" pitchFamily="34" charset="-122"/>
                <a:ea typeface="微软雅黑" panose="020B0503020204020204" pitchFamily="34" charset="-122"/>
              </a:rPr>
              <a:t>ANSI C)</a:t>
            </a:r>
            <a:r>
              <a:rPr lang="zh-CN" altLang="en-US" sz="1800" dirty="0">
                <a:latin typeface="微软雅黑" panose="020B0503020204020204" pitchFamily="34" charset="-122"/>
                <a:ea typeface="微软雅黑" panose="020B0503020204020204" pitchFamily="34" charset="-122"/>
              </a:rPr>
              <a:t>中是这样定义的：</a:t>
            </a:r>
            <a:endParaRPr lang="zh-CN" altLang="en-US" sz="1800" dirty="0">
              <a:latin typeface="微软雅黑" panose="020B0503020204020204" pitchFamily="34" charset="-122"/>
              <a:ea typeface="微软雅黑" panose="020B0503020204020204" pitchFamily="34" charset="-122"/>
            </a:endParaRPr>
          </a:p>
          <a:p>
            <a:pPr algn="l"/>
            <a:r>
              <a:rPr lang="zh-CN" altLang="en-US" sz="1800" dirty="0">
                <a:latin typeface="微软雅黑" panose="020B0503020204020204" pitchFamily="34" charset="-122"/>
                <a:ea typeface="微软雅黑" panose="020B0503020204020204" pitchFamily="34" charset="-122"/>
              </a:rPr>
              <a:t>用多个字节来代表的字符称之为宽字符，而</a:t>
            </a:r>
            <a:r>
              <a:rPr lang="en-US" altLang="zh-CN" sz="1800" dirty="0">
                <a:latin typeface="微软雅黑" panose="020B0503020204020204" pitchFamily="34" charset="-122"/>
                <a:ea typeface="微软雅黑" panose="020B0503020204020204" pitchFamily="34" charset="-122"/>
              </a:rPr>
              <a:t>Unicode</a:t>
            </a:r>
            <a:r>
              <a:rPr lang="zh-CN" altLang="en-US" sz="1800" dirty="0">
                <a:latin typeface="微软雅黑" panose="020B0503020204020204" pitchFamily="34" charset="-122"/>
                <a:ea typeface="微软雅黑" panose="020B0503020204020204" pitchFamily="34" charset="-122"/>
              </a:rPr>
              <a:t>只是宽字符编码的一种实现，宽字符并不一定是</a:t>
            </a:r>
            <a:r>
              <a:rPr lang="en-US" altLang="zh-CN" sz="1800" dirty="0">
                <a:latin typeface="微软雅黑" panose="020B0503020204020204" pitchFamily="34" charset="-122"/>
                <a:ea typeface="微软雅黑" panose="020B0503020204020204" pitchFamily="34" charset="-122"/>
              </a:rPr>
              <a:t>Unicode</a:t>
            </a:r>
            <a:endParaRPr lang="en-US" altLang="zh-CN" sz="1800" dirty="0">
              <a:latin typeface="微软雅黑" panose="020B0503020204020204" pitchFamily="34" charset="-122"/>
              <a:ea typeface="微软雅黑" panose="020B0503020204020204" pitchFamily="34" charset="-122"/>
            </a:endParaRPr>
          </a:p>
          <a:p>
            <a:pPr algn="l"/>
            <a:endParaRPr lang="zh-CN" altLang="en-US" sz="180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algn="ctr"/>
            <a:r>
              <a:rPr lang="en-US" altLang="zh-CN" b="1" dirty="0" smtClean="0">
                <a:ea typeface="隶书" panose="02010509060101010101" pitchFamily="49" charset="-122"/>
              </a:rPr>
              <a:t>2.2.2 </a:t>
            </a:r>
            <a:r>
              <a:rPr lang="zh-CN" altLang="en-US" b="1" dirty="0">
                <a:ea typeface="隶书" panose="02010509060101010101" pitchFamily="49" charset="-122"/>
              </a:rPr>
              <a:t>常量</a:t>
            </a:r>
            <a:r>
              <a:rPr lang="zh-CN" altLang="en-US" b="1" dirty="0" smtClean="0">
                <a:ea typeface="隶书" panose="02010509060101010101" pitchFamily="49" charset="-122"/>
              </a:rPr>
              <a:t>：布尔</a:t>
            </a:r>
            <a:r>
              <a:rPr lang="zh-CN" altLang="en-US" b="1" dirty="0" smtClean="0">
                <a:latin typeface="Times New Roman" panose="02020603050405020304" pitchFamily="18" charset="0"/>
                <a:ea typeface="隶书" panose="02010509060101010101" pitchFamily="49" charset="-122"/>
              </a:rPr>
              <a:t>常量</a:t>
            </a:r>
            <a:endParaRPr lang="zh-CN" altLang="en-US" b="1" dirty="0">
              <a:latin typeface="Times New Roman" panose="02020603050405020304" pitchFamily="18" charset="0"/>
              <a:ea typeface="隶书" panose="02010509060101010101" pitchFamily="49" charset="-122"/>
            </a:endParaRPr>
          </a:p>
        </p:txBody>
      </p:sp>
      <p:sp>
        <p:nvSpPr>
          <p:cNvPr id="4608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46084" name="Rectangle 4"/>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46086" name="Rectangle 7"/>
          <p:cNvSpPr>
            <a:spLocks noChangeArrowheads="1"/>
          </p:cNvSpPr>
          <p:nvPr/>
        </p:nvSpPr>
        <p:spPr bwMode="auto">
          <a:xfrm>
            <a:off x="971550" y="2492871"/>
            <a:ext cx="7888288" cy="504825"/>
          </a:xfrm>
          <a:prstGeom prst="rect">
            <a:avLst/>
          </a:prstGeom>
          <a:solidFill>
            <a:srgbClr val="ECECEC"/>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zh-CN" altLang="en-US" sz="2400" b="1" dirty="0" smtClean="0">
                <a:solidFill>
                  <a:srgbClr val="FF0000"/>
                </a:solidFill>
                <a:latin typeface="Times New Roman" panose="02020603050405020304" pitchFamily="18" charset="0"/>
                <a:ea typeface="华文楷体" panose="02010600040101010101" pitchFamily="2" charset="-122"/>
              </a:rPr>
              <a:t>布尔常量</a:t>
            </a:r>
            <a:endParaRPr lang="zh-CN" altLang="en-US" sz="2400" b="1" dirty="0">
              <a:solidFill>
                <a:srgbClr val="FF0000"/>
              </a:solidFill>
              <a:latin typeface="Times New Roman" panose="02020603050405020304" pitchFamily="18" charset="0"/>
              <a:ea typeface="华文楷体" panose="02010600040101010101" pitchFamily="2" charset="-122"/>
            </a:endParaRPr>
          </a:p>
        </p:txBody>
      </p:sp>
      <p:sp>
        <p:nvSpPr>
          <p:cNvPr id="46087" name="Rectangle 8"/>
          <p:cNvSpPr>
            <a:spLocks noChangeArrowheads="1"/>
          </p:cNvSpPr>
          <p:nvPr/>
        </p:nvSpPr>
        <p:spPr bwMode="auto">
          <a:xfrm>
            <a:off x="971550" y="2997696"/>
            <a:ext cx="7888288" cy="1007368"/>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en-US" altLang="zh-CN" sz="2400" b="1" dirty="0" smtClean="0">
                <a:latin typeface="Times New Roman" panose="02020603050405020304" pitchFamily="18" charset="0"/>
                <a:ea typeface="华文楷体" panose="02010600040101010101" pitchFamily="2" charset="-122"/>
                <a:sym typeface="Wingdings" panose="05000000000000000000" pitchFamily="2" charset="2"/>
              </a:rPr>
              <a:t>false</a:t>
            </a:r>
            <a:endParaRPr lang="en-US" altLang="zh-CN" sz="2400" b="1" dirty="0" smtClean="0">
              <a:latin typeface="Times New Roman" panose="02020603050405020304" pitchFamily="18" charset="0"/>
              <a:ea typeface="华文楷体" panose="02010600040101010101" pitchFamily="2" charset="-122"/>
              <a:sym typeface="Wingdings" panose="05000000000000000000" pitchFamily="2" charset="2"/>
            </a:endParaRPr>
          </a:p>
          <a:p>
            <a:pPr lvl="1" algn="just" eaLnBrk="1" hangingPunct="1">
              <a:buClr>
                <a:srgbClr val="000099"/>
              </a:buClr>
              <a:buFont typeface="Wingdings" panose="05000000000000000000" pitchFamily="2" charset="2"/>
              <a:buNone/>
            </a:pPr>
            <a:r>
              <a:rPr lang="en-US" altLang="zh-CN" sz="2400" b="1" dirty="0" smtClean="0">
                <a:latin typeface="Times New Roman" panose="02020603050405020304" pitchFamily="18" charset="0"/>
                <a:ea typeface="华文楷体" panose="02010600040101010101" pitchFamily="2" charset="-122"/>
                <a:sym typeface="Wingdings" panose="05000000000000000000" pitchFamily="2" charset="2"/>
              </a:rPr>
              <a:t>true</a:t>
            </a:r>
            <a:endParaRPr lang="en-US" altLang="zh-CN" sz="2400" b="1" dirty="0">
              <a:latin typeface="Times New Roman" panose="02020603050405020304" pitchFamily="18" charset="0"/>
              <a:ea typeface="华文楷体" panose="02010600040101010101" pitchFamily="2" charset="-122"/>
              <a:sym typeface="Wingdings" panose="05000000000000000000" pitchFamily="2" charset="2"/>
            </a:endParaRPr>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ChangeArrowheads="1"/>
          </p:cNvSpPr>
          <p:nvPr/>
        </p:nvSpPr>
        <p:spPr bwMode="auto">
          <a:xfrm>
            <a:off x="1403350" y="260648"/>
            <a:ext cx="7313613" cy="792163"/>
          </a:xfrm>
          <a:prstGeom prst="rect">
            <a:avLst/>
          </a:prstGeom>
        </p:spPr>
        <p:txBody>
          <a:bodyPr/>
          <a:lstStyle/>
          <a:p>
            <a:r>
              <a:rPr lang="en-US" altLang="zh-CN" sz="3600" b="1" i="1" dirty="0" smtClean="0">
                <a:effectLst>
                  <a:outerShdw blurRad="38100" dist="38100" dir="2700000" algn="tl">
                    <a:srgbClr val="000000"/>
                  </a:outerShdw>
                </a:effectLst>
                <a:latin typeface="+mj-lt"/>
                <a:ea typeface="隶书" panose="02010509060101010101" pitchFamily="49" charset="-122"/>
                <a:cs typeface="+mj-cs"/>
              </a:rPr>
              <a:t>2.2.3 </a:t>
            </a:r>
            <a:r>
              <a:rPr lang="zh-CN" altLang="en-US" sz="3600" b="1" i="1" dirty="0" smtClean="0">
                <a:effectLst>
                  <a:outerShdw blurRad="38100" dist="38100" dir="2700000" algn="tl">
                    <a:srgbClr val="000000"/>
                  </a:outerShdw>
                </a:effectLst>
                <a:latin typeface="+mj-lt"/>
                <a:ea typeface="隶书" panose="02010509060101010101" pitchFamily="49" charset="-122"/>
                <a:cs typeface="+mj-cs"/>
              </a:rPr>
              <a:t>变量：数学</a:t>
            </a:r>
            <a:r>
              <a:rPr lang="zh-CN" altLang="en-US" sz="3600" b="1" i="1" dirty="0">
                <a:effectLst>
                  <a:outerShdw blurRad="38100" dist="38100" dir="2700000" algn="tl">
                    <a:srgbClr val="000000"/>
                  </a:outerShdw>
                </a:effectLst>
                <a:latin typeface="+mj-lt"/>
                <a:ea typeface="隶书" panose="02010509060101010101" pitchFamily="49" charset="-122"/>
                <a:cs typeface="+mj-cs"/>
              </a:rPr>
              <a:t>中的</a:t>
            </a:r>
            <a:r>
              <a:rPr lang="zh-CN" altLang="en-US" sz="3600" b="1" i="1" dirty="0" smtClean="0">
                <a:effectLst>
                  <a:outerShdw blurRad="38100" dist="38100" dir="2700000" algn="tl">
                    <a:srgbClr val="000000"/>
                  </a:outerShdw>
                </a:effectLst>
                <a:latin typeface="+mj-lt"/>
                <a:ea typeface="隶书" panose="02010509060101010101" pitchFamily="49" charset="-122"/>
                <a:cs typeface="+mj-cs"/>
              </a:rPr>
              <a:t>变量</a:t>
            </a:r>
            <a:endParaRPr lang="en-US" altLang="zh-CN" sz="3600" b="1" i="1" dirty="0" smtClean="0">
              <a:effectLst>
                <a:outerShdw blurRad="38100" dist="38100" dir="2700000" algn="tl">
                  <a:srgbClr val="000000"/>
                </a:outerShdw>
              </a:effectLst>
              <a:latin typeface="+mj-lt"/>
              <a:ea typeface="隶书" panose="02010509060101010101" pitchFamily="49" charset="-122"/>
              <a:cs typeface="+mj-cs"/>
            </a:endParaRPr>
          </a:p>
          <a:p>
            <a:r>
              <a:rPr lang="zh-CN" altLang="en-US" sz="3600" b="1" i="1" dirty="0" smtClean="0">
                <a:effectLst>
                  <a:outerShdw blurRad="38100" dist="38100" dir="2700000" algn="tl">
                    <a:srgbClr val="000000"/>
                  </a:outerShdw>
                </a:effectLst>
                <a:latin typeface="+mj-lt"/>
                <a:ea typeface="隶书" panose="02010509060101010101" pitchFamily="49" charset="-122"/>
                <a:cs typeface="+mj-cs"/>
              </a:rPr>
              <a:t>和</a:t>
            </a:r>
            <a:r>
              <a:rPr lang="zh-CN" altLang="en-US" sz="3600" b="1" i="1" dirty="0">
                <a:effectLst>
                  <a:outerShdw blurRad="38100" dist="38100" dir="2700000" algn="tl">
                    <a:srgbClr val="000000"/>
                  </a:outerShdw>
                </a:effectLst>
                <a:latin typeface="+mj-lt"/>
                <a:ea typeface="隶书" panose="02010509060101010101" pitchFamily="49" charset="-122"/>
                <a:cs typeface="+mj-cs"/>
              </a:rPr>
              <a:t>计算机中的变量</a:t>
            </a:r>
            <a:endParaRPr lang="zh-CN" altLang="en-US" sz="3600" b="1" i="1" dirty="0">
              <a:effectLst>
                <a:outerShdw blurRad="38100" dist="38100" dir="2700000" algn="tl">
                  <a:srgbClr val="000000"/>
                </a:outerShdw>
              </a:effectLst>
              <a:latin typeface="+mj-lt"/>
              <a:ea typeface="隶书" panose="02010509060101010101" pitchFamily="49" charset="-122"/>
              <a:cs typeface="+mj-cs"/>
            </a:endParaRPr>
          </a:p>
        </p:txBody>
      </p:sp>
      <p:sp>
        <p:nvSpPr>
          <p:cNvPr id="29710" name="Rectangle 14"/>
          <p:cNvSpPr>
            <a:spLocks noChangeArrowheads="1"/>
          </p:cNvSpPr>
          <p:nvPr/>
        </p:nvSpPr>
        <p:spPr bwMode="auto">
          <a:xfrm>
            <a:off x="1187450" y="1773238"/>
            <a:ext cx="7272338" cy="770853"/>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Font typeface="Wingdings" panose="05000000000000000000" pitchFamily="2" charset="2"/>
              <a:buNone/>
            </a:pPr>
            <a:r>
              <a:rPr lang="zh-CN" altLang="en-US" sz="2800" b="1" dirty="0">
                <a:solidFill>
                  <a:srgbClr val="FFFF00"/>
                </a:solidFill>
                <a:latin typeface="宋体" panose="02010600030101010101" pitchFamily="2" charset="-122"/>
                <a:ea typeface="华文楷体" panose="02010600040101010101" pitchFamily="2" charset="-122"/>
              </a:rPr>
              <a:t>数学中的变量：</a:t>
            </a:r>
            <a:r>
              <a:rPr lang="zh-CN" altLang="en-US" sz="2800" b="1" dirty="0">
                <a:latin typeface="宋体" panose="02010600030101010101" pitchFamily="2" charset="-122"/>
                <a:ea typeface="华文楷体" panose="02010600040101010101" pitchFamily="2" charset="-122"/>
              </a:rPr>
              <a:t>取值可变的量。</a:t>
            </a:r>
            <a:endParaRPr lang="zh-CN" altLang="en-US" sz="2800" b="1" dirty="0">
              <a:ea typeface="华文楷体" panose="02010600040101010101" pitchFamily="2" charset="-122"/>
            </a:endParaRPr>
          </a:p>
        </p:txBody>
      </p:sp>
      <p:sp>
        <p:nvSpPr>
          <p:cNvPr id="29711" name="Rectangle 15"/>
          <p:cNvSpPr>
            <a:spLocks noChangeArrowheads="1"/>
          </p:cNvSpPr>
          <p:nvPr/>
        </p:nvSpPr>
        <p:spPr bwMode="auto">
          <a:xfrm>
            <a:off x="1187450" y="3068638"/>
            <a:ext cx="7345363" cy="2736626"/>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Font typeface="Wingdings" panose="05000000000000000000" pitchFamily="2" charset="2"/>
              <a:buNone/>
            </a:pPr>
            <a:r>
              <a:rPr lang="zh-CN" altLang="en-US" sz="2800" b="1" dirty="0">
                <a:solidFill>
                  <a:srgbClr val="FFFF00"/>
                </a:solidFill>
                <a:latin typeface="华文楷体" panose="02010600040101010101" pitchFamily="2" charset="-122"/>
                <a:ea typeface="华文楷体" panose="02010600040101010101" pitchFamily="2" charset="-122"/>
              </a:rPr>
              <a:t>计算机程序中的变量：</a:t>
            </a:r>
            <a:endParaRPr lang="zh-CN" altLang="en-US" sz="2800" b="1" dirty="0">
              <a:solidFill>
                <a:srgbClr val="FFFF00"/>
              </a:solidFill>
              <a:latin typeface="华文楷体" panose="02010600040101010101" pitchFamily="2" charset="-122"/>
              <a:ea typeface="华文楷体" panose="02010600040101010101" pitchFamily="2" charset="-122"/>
            </a:endParaRPr>
          </a:p>
          <a:p>
            <a:pPr marL="636905" lvl="1" indent="-457200" algn="l" eaLnBrk="1" hangingPunct="1">
              <a:buClr>
                <a:schemeClr val="tx2"/>
              </a:buClr>
              <a:buFont typeface="Wingdings" panose="05000000000000000000" pitchFamily="2" charset="2"/>
              <a:buChar char="u"/>
            </a:pPr>
            <a:r>
              <a:rPr lang="zh-CN" altLang="en-US" sz="2800" b="1" dirty="0" smtClean="0">
                <a:latin typeface="华文楷体" panose="02010600040101010101" pitchFamily="2" charset="-122"/>
                <a:ea typeface="华文楷体" panose="02010600040101010101" pitchFamily="2" charset="-122"/>
              </a:rPr>
              <a:t>程序</a:t>
            </a:r>
            <a:r>
              <a:rPr lang="zh-CN" altLang="en-US" sz="2800" b="1" dirty="0">
                <a:latin typeface="华文楷体" panose="02010600040101010101" pitchFamily="2" charset="-122"/>
                <a:ea typeface="华文楷体" panose="02010600040101010101" pitchFamily="2" charset="-122"/>
              </a:rPr>
              <a:t>中取值可变的量；</a:t>
            </a:r>
            <a:endParaRPr lang="zh-CN" altLang="en-US" sz="2800" b="1" dirty="0">
              <a:latin typeface="华文楷体" panose="02010600040101010101" pitchFamily="2" charset="-122"/>
              <a:ea typeface="华文楷体" panose="02010600040101010101" pitchFamily="2" charset="-122"/>
            </a:endParaRPr>
          </a:p>
          <a:p>
            <a:pPr marL="636905" lvl="1" indent="-457200" algn="l" eaLnBrk="1" hangingPunct="1">
              <a:buClr>
                <a:schemeClr val="tx2"/>
              </a:buClr>
              <a:buFont typeface="Wingdings" panose="05000000000000000000" pitchFamily="2" charset="2"/>
              <a:buChar char="u"/>
            </a:pPr>
            <a:r>
              <a:rPr lang="zh-CN" altLang="en-US" sz="2800" b="1" i="1" dirty="0" smtClean="0">
                <a:solidFill>
                  <a:srgbClr val="FFFF00"/>
                </a:solidFill>
                <a:latin typeface="华文楷体" panose="02010600040101010101" pitchFamily="2" charset="-122"/>
                <a:ea typeface="华文楷体" panose="02010600040101010101" pitchFamily="2" charset="-122"/>
              </a:rPr>
              <a:t>内存</a:t>
            </a:r>
            <a:r>
              <a:rPr lang="zh-CN" altLang="en-US" sz="2800" b="1" i="1" dirty="0">
                <a:solidFill>
                  <a:srgbClr val="FFFF00"/>
                </a:solidFill>
                <a:latin typeface="华文楷体" panose="02010600040101010101" pitchFamily="2" charset="-122"/>
                <a:ea typeface="华文楷体" panose="02010600040101010101" pitchFamily="2" charset="-122"/>
              </a:rPr>
              <a:t>空间中已分配、并且已命名的位置</a:t>
            </a:r>
            <a:r>
              <a:rPr lang="zh-CN" altLang="en-US" sz="2800" b="1" dirty="0">
                <a:solidFill>
                  <a:srgbClr val="FFFF00"/>
                </a:solidFill>
                <a:latin typeface="华文楷体" panose="02010600040101010101" pitchFamily="2" charset="-122"/>
                <a:ea typeface="华文楷体" panose="02010600040101010101" pitchFamily="2" charset="-122"/>
              </a:rPr>
              <a:t>，</a:t>
            </a:r>
            <a:r>
              <a:rPr lang="zh-CN" altLang="en-US" sz="2800" b="1" dirty="0">
                <a:latin typeface="华文楷体" panose="02010600040101010101" pitchFamily="2" charset="-122"/>
                <a:ea typeface="华文楷体" panose="02010600040101010101" pitchFamily="2" charset="-122"/>
              </a:rPr>
              <a:t>数据类型决定系统分配给变量的内存空间的大小，以及该内存空间中数据的二进制编码规则</a:t>
            </a:r>
            <a:endParaRPr lang="zh-CN" altLang="en-US" sz="2800" b="1" dirty="0">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710"/>
                                        </p:tgtEl>
                                        <p:attrNameLst>
                                          <p:attrName>style.visibility</p:attrName>
                                        </p:attrNameLst>
                                      </p:cBhvr>
                                      <p:to>
                                        <p:strVal val="visible"/>
                                      </p:to>
                                    </p:set>
                                    <p:animEffect transition="in" filter="blinds(horizontal)">
                                      <p:cBhvr>
                                        <p:cTn id="7" dur="500"/>
                                        <p:tgtEl>
                                          <p:spTgt spid="297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711"/>
                                        </p:tgtEl>
                                        <p:attrNameLst>
                                          <p:attrName>style.visibility</p:attrName>
                                        </p:attrNameLst>
                                      </p:cBhvr>
                                      <p:to>
                                        <p:strVal val="visible"/>
                                      </p:to>
                                    </p:set>
                                    <p:animEffect transition="in" filter="blinds(horizontal)">
                                      <p:cBhvr>
                                        <p:cTn id="12" dur="500"/>
                                        <p:tgtEl>
                                          <p:spTgt spid="297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10" grpId="0" animBg="1"/>
      <p:bldP spid="2971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algn="ctr"/>
            <a:r>
              <a:rPr lang="en-US" altLang="zh-CN" b="1" dirty="0" smtClean="0">
                <a:ea typeface="隶书" panose="02010509060101010101" pitchFamily="49" charset="-122"/>
              </a:rPr>
              <a:t>2.2.3 </a:t>
            </a:r>
            <a:r>
              <a:rPr lang="zh-CN" altLang="en-US" b="1" dirty="0">
                <a:ea typeface="隶书" panose="02010509060101010101" pitchFamily="49" charset="-122"/>
              </a:rPr>
              <a:t>变量：</a:t>
            </a:r>
            <a:r>
              <a:rPr lang="zh-CN" altLang="en-US" b="1" dirty="0" smtClean="0">
                <a:ea typeface="隶书" panose="02010509060101010101" pitchFamily="49" charset="-122"/>
              </a:rPr>
              <a:t>变量</a:t>
            </a:r>
            <a:r>
              <a:rPr lang="zh-CN" altLang="en-US" b="1" dirty="0">
                <a:ea typeface="隶书" panose="02010509060101010101" pitchFamily="49" charset="-122"/>
              </a:rPr>
              <a:t>的定义形式</a:t>
            </a:r>
            <a:endParaRPr lang="zh-CN" altLang="en-US" b="1" dirty="0">
              <a:ea typeface="隶书" panose="02010509060101010101" pitchFamily="49" charset="-122"/>
            </a:endParaRPr>
          </a:p>
        </p:txBody>
      </p:sp>
      <p:sp>
        <p:nvSpPr>
          <p:cNvPr id="32771"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32772" name="Rectangle 4"/>
          <p:cNvSpPr>
            <a:spLocks noChangeArrowheads="1"/>
          </p:cNvSpPr>
          <p:nvPr/>
        </p:nvSpPr>
        <p:spPr bwMode="auto">
          <a:xfrm>
            <a:off x="1076325" y="1700213"/>
            <a:ext cx="7888288" cy="504825"/>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ctr" eaLnBrk="1" hangingPunct="1">
              <a:buClr>
                <a:srgbClr val="000099"/>
              </a:buClr>
              <a:buFont typeface="Wingdings" panose="05000000000000000000" pitchFamily="2" charset="2"/>
              <a:buNone/>
            </a:pPr>
            <a:r>
              <a:rPr lang="en-US" altLang="zh-CN" sz="2800" b="1">
                <a:solidFill>
                  <a:srgbClr val="FFFF00"/>
                </a:solidFill>
                <a:latin typeface="Times New Roman" panose="02020603050405020304" pitchFamily="18" charset="0"/>
                <a:ea typeface="华文楷体" panose="02010600040101010101" pitchFamily="2" charset="-122"/>
              </a:rPr>
              <a:t>【</a:t>
            </a:r>
            <a:r>
              <a:rPr lang="zh-CN" altLang="en-US" sz="2800" b="1">
                <a:solidFill>
                  <a:srgbClr val="FFFF00"/>
                </a:solidFill>
                <a:latin typeface="Times New Roman" panose="02020603050405020304" pitchFamily="18" charset="0"/>
                <a:ea typeface="华文楷体" panose="02010600040101010101" pitchFamily="2" charset="-122"/>
              </a:rPr>
              <a:t>限定词</a:t>
            </a:r>
            <a:r>
              <a:rPr lang="en-US" altLang="zh-CN" sz="2800" b="1">
                <a:solidFill>
                  <a:srgbClr val="FFFF00"/>
                </a:solidFill>
                <a:latin typeface="Times New Roman" panose="02020603050405020304" pitchFamily="18" charset="0"/>
                <a:ea typeface="华文楷体" panose="02010600040101010101" pitchFamily="2" charset="-122"/>
              </a:rPr>
              <a:t>】  </a:t>
            </a:r>
            <a:r>
              <a:rPr lang="zh-CN" altLang="en-US" sz="2800" b="1">
                <a:solidFill>
                  <a:srgbClr val="FFFF00"/>
                </a:solidFill>
                <a:latin typeface="Times New Roman" panose="02020603050405020304" pitchFamily="18" charset="0"/>
                <a:ea typeface="华文楷体" panose="02010600040101010101" pitchFamily="2" charset="-122"/>
              </a:rPr>
              <a:t>类型  对象名称</a:t>
            </a:r>
            <a:r>
              <a:rPr lang="en-US" altLang="zh-CN" sz="2800" b="1">
                <a:solidFill>
                  <a:srgbClr val="FFFF00"/>
                </a:solidFill>
                <a:latin typeface="Times New Roman" panose="02020603050405020304" pitchFamily="18" charset="0"/>
                <a:ea typeface="华文楷体" panose="02010600040101010101" pitchFamily="2" charset="-122"/>
              </a:rPr>
              <a:t>【=</a:t>
            </a:r>
            <a:r>
              <a:rPr lang="zh-CN" altLang="en-US" sz="2800" b="1">
                <a:solidFill>
                  <a:srgbClr val="FFFF00"/>
                </a:solidFill>
                <a:latin typeface="Times New Roman" panose="02020603050405020304" pitchFamily="18" charset="0"/>
                <a:ea typeface="华文楷体" panose="02010600040101010101" pitchFamily="2" charset="-122"/>
              </a:rPr>
              <a:t>初始值</a:t>
            </a:r>
            <a:r>
              <a:rPr lang="en-US" altLang="zh-CN" sz="2800" b="1">
                <a:solidFill>
                  <a:srgbClr val="FFFF00"/>
                </a:solidFill>
                <a:latin typeface="Times New Roman" panose="02020603050405020304" pitchFamily="18" charset="0"/>
                <a:ea typeface="华文楷体" panose="02010600040101010101" pitchFamily="2" charset="-122"/>
              </a:rPr>
              <a:t>】</a:t>
            </a:r>
            <a:r>
              <a:rPr lang="zh-CN" altLang="en-US" sz="2800" b="1">
                <a:solidFill>
                  <a:srgbClr val="FFFF00"/>
                </a:solidFill>
                <a:latin typeface="Times New Roman" panose="02020603050405020304" pitchFamily="18" charset="0"/>
                <a:ea typeface="华文楷体" panose="02010600040101010101" pitchFamily="2" charset="-122"/>
              </a:rPr>
              <a:t>；</a:t>
            </a:r>
            <a:endParaRPr lang="zh-CN" altLang="en-US" sz="2800" b="1">
              <a:solidFill>
                <a:srgbClr val="FFFF00"/>
              </a:solidFill>
              <a:latin typeface="Times New Roman" panose="02020603050405020304" pitchFamily="18" charset="0"/>
              <a:ea typeface="华文楷体" panose="02010600040101010101" pitchFamily="2" charset="-122"/>
            </a:endParaRPr>
          </a:p>
        </p:txBody>
      </p:sp>
      <p:sp>
        <p:nvSpPr>
          <p:cNvPr id="32773"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61446" name="Rectangle 6"/>
          <p:cNvSpPr>
            <a:spLocks noChangeArrowheads="1"/>
          </p:cNvSpPr>
          <p:nvPr/>
        </p:nvSpPr>
        <p:spPr bwMode="auto">
          <a:xfrm>
            <a:off x="1076325" y="2420938"/>
            <a:ext cx="7888288" cy="1800225"/>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Clr>
                <a:srgbClr val="000099"/>
              </a:buClr>
              <a:buNone/>
            </a:pPr>
            <a:r>
              <a:rPr lang="en-US" altLang="zh-CN" sz="2400" b="1" dirty="0">
                <a:solidFill>
                  <a:srgbClr val="FFFF00"/>
                </a:solidFill>
                <a:latin typeface="华文楷体" panose="02010600040101010101" pitchFamily="2" charset="-122"/>
                <a:ea typeface="华文楷体" panose="02010600040101010101" pitchFamily="2" charset="-122"/>
              </a:rPr>
              <a:t>【……】</a:t>
            </a:r>
            <a:r>
              <a:rPr lang="zh-CN" altLang="en-US" sz="2400" b="1" dirty="0">
                <a:solidFill>
                  <a:srgbClr val="FFFF00"/>
                </a:solidFill>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可选项</a:t>
            </a:r>
            <a:endParaRPr lang="zh-CN" altLang="en-US" sz="2400" b="1" dirty="0">
              <a:latin typeface="华文楷体" panose="02010600040101010101" pitchFamily="2" charset="-122"/>
              <a:ea typeface="华文楷体" panose="02010600040101010101" pitchFamily="2" charset="-122"/>
            </a:endParaRPr>
          </a:p>
          <a:p>
            <a:pPr lvl="1" algn="l" eaLnBrk="1" hangingPunct="1">
              <a:buClr>
                <a:srgbClr val="000099"/>
              </a:buClr>
              <a:buNone/>
            </a:pPr>
            <a:r>
              <a:rPr lang="zh-CN" altLang="en-US" sz="2400" b="1" dirty="0">
                <a:solidFill>
                  <a:srgbClr val="FFFF00"/>
                </a:solidFill>
                <a:latin typeface="华文楷体" panose="02010600040101010101" pitchFamily="2" charset="-122"/>
                <a:ea typeface="华文楷体" panose="02010600040101010101" pitchFamily="2" charset="-122"/>
              </a:rPr>
              <a:t>限定词：</a:t>
            </a:r>
            <a:r>
              <a:rPr lang="zh-CN" altLang="en-US" sz="2400" b="1" dirty="0">
                <a:latin typeface="华文楷体" panose="02010600040101010101" pitchFamily="2" charset="-122"/>
                <a:ea typeface="华文楷体" panose="02010600040101010101" pitchFamily="2" charset="-122"/>
              </a:rPr>
              <a:t>类型限定词或者</a:t>
            </a:r>
            <a:r>
              <a:rPr lang="zh-CN" altLang="en-US" sz="2400" b="1" dirty="0" smtClean="0">
                <a:latin typeface="华文楷体" panose="02010600040101010101" pitchFamily="2" charset="-122"/>
                <a:ea typeface="华文楷体" panose="02010600040101010101" pitchFamily="2" charset="-122"/>
              </a:rPr>
              <a:t>存储</a:t>
            </a:r>
            <a:r>
              <a:rPr lang="zh-CN" altLang="en-US" sz="2400" b="1" dirty="0">
                <a:latin typeface="华文楷体" panose="02010600040101010101" pitchFamily="2" charset="-122"/>
                <a:ea typeface="华文楷体" panose="02010600040101010101" pitchFamily="2" charset="-122"/>
              </a:rPr>
              <a:t>类型</a:t>
            </a:r>
            <a:r>
              <a:rPr lang="zh-CN" altLang="en-US" sz="2400" b="1" dirty="0" smtClean="0">
                <a:latin typeface="华文楷体" panose="02010600040101010101" pitchFamily="2" charset="-122"/>
                <a:ea typeface="华文楷体" panose="02010600040101010101" pitchFamily="2" charset="-122"/>
              </a:rPr>
              <a:t>限定词</a:t>
            </a:r>
            <a:r>
              <a:rPr lang="zh-CN" altLang="en-US" sz="2400" b="1" dirty="0">
                <a:latin typeface="华文楷体" panose="02010600040101010101" pitchFamily="2" charset="-122"/>
                <a:ea typeface="华文楷体" panose="02010600040101010101" pitchFamily="2" charset="-122"/>
              </a:rPr>
              <a:t>。</a:t>
            </a:r>
            <a:endParaRPr lang="zh-CN" altLang="en-US" sz="2400" b="1" dirty="0">
              <a:latin typeface="华文楷体" panose="02010600040101010101" pitchFamily="2" charset="-122"/>
              <a:ea typeface="华文楷体" panose="02010600040101010101" pitchFamily="2" charset="-122"/>
            </a:endParaRPr>
          </a:p>
          <a:p>
            <a:pPr lvl="1" algn="l" eaLnBrk="1" hangingPunct="1">
              <a:buClr>
                <a:srgbClr val="000099"/>
              </a:buClr>
              <a:buNone/>
            </a:pPr>
            <a:r>
              <a:rPr lang="zh-CN" altLang="en-US" sz="2400" b="1" dirty="0">
                <a:solidFill>
                  <a:srgbClr val="FFFF00"/>
                </a:solidFill>
                <a:latin typeface="华文楷体" panose="02010600040101010101" pitchFamily="2" charset="-122"/>
                <a:ea typeface="华文楷体" panose="02010600040101010101" pitchFamily="2" charset="-122"/>
              </a:rPr>
              <a:t>类型：</a:t>
            </a:r>
            <a:r>
              <a:rPr lang="zh-CN" altLang="en-US" sz="2400" b="1" dirty="0">
                <a:latin typeface="华文楷体" panose="02010600040101010101" pitchFamily="2" charset="-122"/>
                <a:ea typeface="华文楷体" panose="02010600040101010101" pitchFamily="2" charset="-122"/>
              </a:rPr>
              <a:t>有效的</a:t>
            </a:r>
            <a:r>
              <a:rPr lang="en-US" altLang="zh-CN" sz="2400" b="1" dirty="0" smtClean="0">
                <a:latin typeface="华文楷体" panose="02010600040101010101" pitchFamily="2" charset="-122"/>
                <a:ea typeface="华文楷体" panose="02010600040101010101" pitchFamily="2" charset="-122"/>
              </a:rPr>
              <a:t>C++</a:t>
            </a:r>
            <a:r>
              <a:rPr lang="zh-CN" altLang="en-US" sz="2400" b="1" dirty="0" smtClean="0">
                <a:latin typeface="华文楷体" panose="02010600040101010101" pitchFamily="2" charset="-122"/>
                <a:ea typeface="华文楷体" panose="02010600040101010101" pitchFamily="2" charset="-122"/>
              </a:rPr>
              <a:t>数据类型</a:t>
            </a:r>
            <a:r>
              <a:rPr lang="zh-CN" altLang="en-US" sz="2400" b="1" dirty="0">
                <a:latin typeface="华文楷体" panose="02010600040101010101" pitchFamily="2" charset="-122"/>
                <a:ea typeface="华文楷体" panose="02010600040101010101" pitchFamily="2" charset="-122"/>
              </a:rPr>
              <a:t>。</a:t>
            </a:r>
            <a:endParaRPr lang="zh-CN" altLang="en-US" sz="2400" b="1" dirty="0">
              <a:latin typeface="华文楷体" panose="02010600040101010101" pitchFamily="2" charset="-122"/>
              <a:ea typeface="华文楷体" panose="02010600040101010101" pitchFamily="2" charset="-122"/>
            </a:endParaRPr>
          </a:p>
          <a:p>
            <a:pPr lvl="1" algn="l" eaLnBrk="1" hangingPunct="1">
              <a:buClr>
                <a:srgbClr val="000099"/>
              </a:buClr>
              <a:buNone/>
            </a:pPr>
            <a:r>
              <a:rPr lang="zh-CN" altLang="en-US" sz="2400" b="1" dirty="0">
                <a:solidFill>
                  <a:srgbClr val="FFFF00"/>
                </a:solidFill>
                <a:latin typeface="华文楷体" panose="02010600040101010101" pitchFamily="2" charset="-122"/>
                <a:ea typeface="华文楷体" panose="02010600040101010101" pitchFamily="2" charset="-122"/>
              </a:rPr>
              <a:t>对象名称：</a:t>
            </a:r>
            <a:r>
              <a:rPr lang="zh-CN" altLang="en-US" sz="2400" b="1" dirty="0">
                <a:latin typeface="华文楷体" panose="02010600040101010101" pitchFamily="2" charset="-122"/>
                <a:ea typeface="华文楷体" panose="02010600040101010101" pitchFamily="2" charset="-122"/>
              </a:rPr>
              <a:t>一个或多个用逗号间隔的标识符。</a:t>
            </a:r>
            <a:endParaRPr lang="zh-CN" altLang="en-US" sz="2400" b="1" dirty="0">
              <a:latin typeface="华文楷体" panose="02010600040101010101" pitchFamily="2" charset="-122"/>
              <a:ea typeface="华文楷体" panose="02010600040101010101" pitchFamily="2" charset="-122"/>
            </a:endParaRPr>
          </a:p>
        </p:txBody>
      </p:sp>
      <p:sp>
        <p:nvSpPr>
          <p:cNvPr id="61447" name="Rectangle 7"/>
          <p:cNvSpPr>
            <a:spLocks noChangeArrowheads="1"/>
          </p:cNvSpPr>
          <p:nvPr/>
        </p:nvSpPr>
        <p:spPr bwMode="auto">
          <a:xfrm>
            <a:off x="1076325" y="4365625"/>
            <a:ext cx="7888288" cy="1008063"/>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17462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Font typeface="Wingdings" panose="05000000000000000000" pitchFamily="2" charset="2"/>
              <a:buNone/>
            </a:pPr>
            <a:r>
              <a:rPr lang="en-US" altLang="zh-CN" sz="2000" b="1" dirty="0" err="1">
                <a:latin typeface="Times New Roman" panose="02020603050405020304" pitchFamily="18" charset="0"/>
                <a:ea typeface="华文楷体" panose="02010600040101010101" pitchFamily="2" charset="-122"/>
              </a:rPr>
              <a:t>int</a:t>
            </a:r>
            <a:r>
              <a:rPr lang="en-US" altLang="zh-CN" sz="2000" b="1" dirty="0">
                <a:latin typeface="Times New Roman" panose="02020603050405020304" pitchFamily="18" charset="0"/>
                <a:ea typeface="华文楷体" panose="02010600040101010101" pitchFamily="2" charset="-122"/>
              </a:rPr>
              <a:t> a, b, c;		 /*</a:t>
            </a:r>
            <a:r>
              <a:rPr lang="zh-CN" altLang="en-US" sz="2000" b="1" dirty="0">
                <a:latin typeface="Times New Roman" panose="02020603050405020304" pitchFamily="18" charset="0"/>
                <a:ea typeface="华文楷体" panose="02010600040101010101" pitchFamily="2" charset="-122"/>
              </a:rPr>
              <a:t>说明</a:t>
            </a:r>
            <a:r>
              <a:rPr lang="en-US" altLang="zh-CN" sz="2000" b="1" dirty="0">
                <a:latin typeface="Times New Roman" panose="02020603050405020304" pitchFamily="18" charset="0"/>
                <a:ea typeface="华文楷体" panose="02010600040101010101" pitchFamily="2" charset="-122"/>
              </a:rPr>
              <a:t>a, b , c</a:t>
            </a:r>
            <a:r>
              <a:rPr lang="zh-CN" altLang="en-US" sz="2000" b="1" dirty="0">
                <a:latin typeface="Times New Roman" panose="02020603050405020304" pitchFamily="18" charset="0"/>
                <a:ea typeface="华文楷体" panose="02010600040101010101" pitchFamily="2" charset="-122"/>
              </a:rPr>
              <a:t>为整型变量*</a:t>
            </a:r>
            <a:r>
              <a:rPr lang="en-US" altLang="zh-CN" sz="2000" b="1" dirty="0">
                <a:latin typeface="Times New Roman" panose="02020603050405020304" pitchFamily="18" charset="0"/>
                <a:ea typeface="华文楷体" panose="02010600040101010101" pitchFamily="2" charset="-122"/>
              </a:rPr>
              <a:t>/</a:t>
            </a:r>
            <a:br>
              <a:rPr lang="en-US" altLang="zh-CN" sz="2000" b="1" dirty="0">
                <a:latin typeface="Times New Roman" panose="02020603050405020304" pitchFamily="18" charset="0"/>
                <a:ea typeface="华文楷体" panose="02010600040101010101" pitchFamily="2" charset="-122"/>
              </a:rPr>
            </a:br>
            <a:r>
              <a:rPr lang="en-US" altLang="zh-CN" sz="2000" b="1" dirty="0">
                <a:latin typeface="Times New Roman" panose="02020603050405020304" pitchFamily="18" charset="0"/>
                <a:ea typeface="华文楷体" panose="02010600040101010101" pitchFamily="2" charset="-122"/>
              </a:rPr>
              <a:t>char cc;		 /*</a:t>
            </a:r>
            <a:r>
              <a:rPr lang="zh-CN" altLang="en-US" sz="2000" b="1" dirty="0">
                <a:latin typeface="Times New Roman" panose="02020603050405020304" pitchFamily="18" charset="0"/>
                <a:ea typeface="华文楷体" panose="02010600040101010101" pitchFamily="2" charset="-122"/>
              </a:rPr>
              <a:t>说明</a:t>
            </a:r>
            <a:r>
              <a:rPr lang="en-US" altLang="zh-CN" sz="2000" b="1" dirty="0">
                <a:latin typeface="Times New Roman" panose="02020603050405020304" pitchFamily="18" charset="0"/>
                <a:ea typeface="华文楷体" panose="02010600040101010101" pitchFamily="2" charset="-122"/>
              </a:rPr>
              <a:t>cc</a:t>
            </a:r>
            <a:r>
              <a:rPr lang="zh-CN" altLang="en-US" sz="2000" b="1" dirty="0">
                <a:latin typeface="Times New Roman" panose="02020603050405020304" pitchFamily="18" charset="0"/>
                <a:ea typeface="华文楷体" panose="02010600040101010101" pitchFamily="2" charset="-122"/>
              </a:rPr>
              <a:t>为字符变量*</a:t>
            </a:r>
            <a:r>
              <a:rPr lang="en-US" altLang="zh-CN" sz="2000" b="1" dirty="0">
                <a:latin typeface="Times New Roman" panose="02020603050405020304" pitchFamily="18" charset="0"/>
                <a:ea typeface="华文楷体" panose="02010600040101010101" pitchFamily="2" charset="-122"/>
              </a:rPr>
              <a:t>/</a:t>
            </a:r>
            <a:br>
              <a:rPr lang="en-US" altLang="zh-CN" sz="2000" b="1" dirty="0">
                <a:latin typeface="Times New Roman" panose="02020603050405020304" pitchFamily="18" charset="0"/>
                <a:ea typeface="华文楷体" panose="02010600040101010101" pitchFamily="2" charset="-122"/>
              </a:rPr>
            </a:br>
            <a:r>
              <a:rPr lang="en-US" altLang="zh-CN" sz="2000" b="1" dirty="0">
                <a:latin typeface="Times New Roman" panose="02020603050405020304" pitchFamily="18" charset="0"/>
                <a:ea typeface="华文楷体" panose="02010600040101010101" pitchFamily="2" charset="-122"/>
              </a:rPr>
              <a:t>double x, y; 		/*</a:t>
            </a:r>
            <a:r>
              <a:rPr lang="zh-CN" altLang="en-US" sz="2000" b="1" dirty="0">
                <a:latin typeface="Times New Roman" panose="02020603050405020304" pitchFamily="18" charset="0"/>
                <a:ea typeface="华文楷体" panose="02010600040101010101" pitchFamily="2" charset="-122"/>
              </a:rPr>
              <a:t>说明</a:t>
            </a:r>
            <a:r>
              <a:rPr lang="en-US" altLang="zh-CN" sz="2000" b="1" dirty="0">
                <a:latin typeface="Times New Roman" panose="02020603050405020304" pitchFamily="18" charset="0"/>
                <a:ea typeface="华文楷体" panose="02010600040101010101" pitchFamily="2" charset="-122"/>
              </a:rPr>
              <a:t>x ,y</a:t>
            </a:r>
            <a:r>
              <a:rPr lang="zh-CN" altLang="en-US" sz="2000" b="1" dirty="0">
                <a:latin typeface="Times New Roman" panose="02020603050405020304" pitchFamily="18" charset="0"/>
                <a:ea typeface="华文楷体" panose="02010600040101010101" pitchFamily="2" charset="-122"/>
              </a:rPr>
              <a:t>为双精度实型变量*</a:t>
            </a:r>
            <a:r>
              <a:rPr lang="en-US" altLang="zh-CN" sz="2000" b="1" dirty="0">
                <a:latin typeface="Times New Roman" panose="02020603050405020304" pitchFamily="18" charset="0"/>
                <a:ea typeface="华文楷体" panose="02010600040101010101" pitchFamily="2" charset="-122"/>
              </a:rPr>
              <a:t>/ </a:t>
            </a:r>
            <a:endParaRPr lang="en-US" altLang="zh-CN" sz="2000" b="1" dirty="0">
              <a:latin typeface="Times New Roman" panose="02020603050405020304" pitchFamily="18" charset="0"/>
              <a:ea typeface="华文楷体" panose="02010600040101010101" pitchFamily="2" charset="-122"/>
            </a:endParaRPr>
          </a:p>
        </p:txBody>
      </p:sp>
      <p:sp>
        <p:nvSpPr>
          <p:cNvPr id="61448" name="Rectangle 8"/>
          <p:cNvSpPr>
            <a:spLocks noChangeArrowheads="1"/>
          </p:cNvSpPr>
          <p:nvPr/>
        </p:nvSpPr>
        <p:spPr bwMode="auto">
          <a:xfrm>
            <a:off x="971550" y="5516563"/>
            <a:ext cx="788828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Font typeface="Wingdings" panose="05000000000000000000" pitchFamily="2" charset="2"/>
              <a:buNone/>
            </a:pPr>
            <a:r>
              <a:rPr lang="zh-CN" altLang="en-US" sz="4000" b="1" i="1">
                <a:solidFill>
                  <a:srgbClr val="FFFF00"/>
                </a:solidFill>
                <a:latin typeface="Times New Roman" panose="02020603050405020304" pitchFamily="18" charset="0"/>
                <a:ea typeface="华文楷体" panose="02010600040101010101" pitchFamily="2" charset="-122"/>
              </a:rPr>
              <a:t>说明：变量必须先定义，后使用</a:t>
            </a:r>
            <a:endParaRPr lang="zh-CN" altLang="en-US" sz="4000" b="1" i="1">
              <a:solidFill>
                <a:srgbClr val="FFFF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46"/>
                                        </p:tgtEl>
                                        <p:attrNameLst>
                                          <p:attrName>style.visibility</p:attrName>
                                        </p:attrNameLst>
                                      </p:cBhvr>
                                      <p:to>
                                        <p:strVal val="visible"/>
                                      </p:to>
                                    </p:set>
                                    <p:animEffect transition="in" filter="blinds(horizontal)">
                                      <p:cBhvr>
                                        <p:cTn id="7" dur="500"/>
                                        <p:tgtEl>
                                          <p:spTgt spid="6144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447"/>
                                        </p:tgtEl>
                                        <p:attrNameLst>
                                          <p:attrName>style.visibility</p:attrName>
                                        </p:attrNameLst>
                                      </p:cBhvr>
                                      <p:to>
                                        <p:strVal val="visible"/>
                                      </p:to>
                                    </p:set>
                                    <p:animEffect transition="in" filter="blinds(horizontal)">
                                      <p:cBhvr>
                                        <p:cTn id="12" dur="500"/>
                                        <p:tgtEl>
                                          <p:spTgt spid="6144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1448"/>
                                        </p:tgtEl>
                                        <p:attrNameLst>
                                          <p:attrName>style.visibility</p:attrName>
                                        </p:attrNameLst>
                                      </p:cBhvr>
                                      <p:to>
                                        <p:strVal val="visible"/>
                                      </p:to>
                                    </p:set>
                                    <p:animEffect transition="in" filter="blinds(horizontal)">
                                      <p:cBhvr>
                                        <p:cTn id="17" dur="500"/>
                                        <p:tgtEl>
                                          <p:spTgt spid="614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6" grpId="0" animBg="1"/>
      <p:bldP spid="61447" grpId="0" animBg="1"/>
      <p:bldP spid="6144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algn="ctr"/>
            <a:r>
              <a:rPr lang="en-US" altLang="zh-CN" b="1" dirty="0" smtClean="0">
                <a:ea typeface="隶书" panose="02010509060101010101" pitchFamily="49" charset="-122"/>
              </a:rPr>
              <a:t>2.2.3 </a:t>
            </a:r>
            <a:r>
              <a:rPr lang="zh-CN" altLang="en-US" b="1" dirty="0">
                <a:ea typeface="隶书" panose="02010509060101010101" pitchFamily="49" charset="-122"/>
              </a:rPr>
              <a:t>变量：</a:t>
            </a:r>
            <a:r>
              <a:rPr lang="zh-CN" altLang="en-US" b="1" dirty="0" smtClean="0">
                <a:ea typeface="隶书" panose="02010509060101010101" pitchFamily="49" charset="-122"/>
              </a:rPr>
              <a:t>变量</a:t>
            </a:r>
            <a:r>
              <a:rPr lang="zh-CN" altLang="en-US" b="1" dirty="0">
                <a:ea typeface="隶书" panose="02010509060101010101" pitchFamily="49" charset="-122"/>
              </a:rPr>
              <a:t>的定义位置</a:t>
            </a:r>
            <a:endParaRPr lang="zh-CN" altLang="en-US" b="1" dirty="0">
              <a:ea typeface="隶书" panose="02010509060101010101" pitchFamily="49" charset="-122"/>
            </a:endParaRPr>
          </a:p>
        </p:txBody>
      </p:sp>
      <p:sp>
        <p:nvSpPr>
          <p:cNvPr id="3379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33796" name="Rectangle 4"/>
          <p:cNvSpPr>
            <a:spLocks noChangeArrowheads="1"/>
          </p:cNvSpPr>
          <p:nvPr/>
        </p:nvSpPr>
        <p:spPr bwMode="auto">
          <a:xfrm>
            <a:off x="1042988" y="3429000"/>
            <a:ext cx="7888287" cy="1008063"/>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Clr>
                <a:srgbClr val="000099"/>
              </a:buClr>
              <a:buFont typeface="Wingdings" panose="05000000000000000000" pitchFamily="2" charset="2"/>
              <a:buNone/>
            </a:pPr>
            <a:r>
              <a:rPr lang="zh-CN" altLang="en-US" sz="3200" b="1" dirty="0">
                <a:solidFill>
                  <a:srgbClr val="FFFF00"/>
                </a:solidFill>
                <a:latin typeface="Times New Roman" panose="02020603050405020304" pitchFamily="18" charset="0"/>
                <a:ea typeface="华文楷体" panose="02010600040101010101" pitchFamily="2" charset="-122"/>
              </a:rPr>
              <a:t>函数内：</a:t>
            </a:r>
            <a:r>
              <a:rPr lang="en-US" altLang="zh-CN" sz="2400" b="1" dirty="0">
                <a:latin typeface="Times New Roman" panose="02020603050405020304" pitchFamily="18" charset="0"/>
                <a:ea typeface="华文楷体" panose="02010600040101010101" pitchFamily="2" charset="-122"/>
              </a:rPr>
              <a:t>{</a:t>
            </a:r>
            <a:r>
              <a:rPr lang="zh-CN" altLang="en-US" sz="2400" b="1" dirty="0">
                <a:latin typeface="Times New Roman" panose="02020603050405020304" pitchFamily="18" charset="0"/>
                <a:ea typeface="华文楷体" panose="02010600040101010101" pitchFamily="2" charset="-122"/>
              </a:rPr>
              <a:t>的后面，函数内定义的变量只有该函数可以使用，局部变量或者私有变量。</a:t>
            </a:r>
            <a:endParaRPr lang="zh-CN" altLang="en-US" sz="2400" b="1" dirty="0">
              <a:solidFill>
                <a:srgbClr val="CC0000"/>
              </a:solidFill>
              <a:latin typeface="Times New Roman" panose="02020603050405020304" pitchFamily="18" charset="0"/>
              <a:ea typeface="华文楷体" panose="02010600040101010101" pitchFamily="2" charset="-122"/>
            </a:endParaRPr>
          </a:p>
        </p:txBody>
      </p:sp>
      <p:sp>
        <p:nvSpPr>
          <p:cNvPr id="33797"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33798" name="Rectangle 7"/>
          <p:cNvSpPr>
            <a:spLocks noChangeArrowheads="1"/>
          </p:cNvSpPr>
          <p:nvPr/>
        </p:nvSpPr>
        <p:spPr bwMode="auto">
          <a:xfrm>
            <a:off x="1042988" y="1844675"/>
            <a:ext cx="7888287" cy="1008063"/>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Clr>
                <a:srgbClr val="000099"/>
              </a:buClr>
              <a:buFont typeface="Wingdings" panose="05000000000000000000" pitchFamily="2" charset="2"/>
              <a:buNone/>
            </a:pPr>
            <a:r>
              <a:rPr lang="zh-CN" altLang="en-US" sz="3200" b="1" dirty="0">
                <a:solidFill>
                  <a:srgbClr val="FFFF00"/>
                </a:solidFill>
                <a:latin typeface="Times New Roman" panose="02020603050405020304" pitchFamily="18" charset="0"/>
                <a:ea typeface="华文楷体" panose="02010600040101010101" pitchFamily="2" charset="-122"/>
              </a:rPr>
              <a:t>所有函数外：</a:t>
            </a:r>
            <a:r>
              <a:rPr lang="zh-CN" altLang="en-US" sz="2400" b="1" dirty="0">
                <a:latin typeface="Times New Roman" panose="02020603050405020304" pitchFamily="18" charset="0"/>
                <a:ea typeface="华文楷体" panose="02010600040101010101" pitchFamily="2" charset="-122"/>
              </a:rPr>
              <a:t>定义点之后的所有函数可以使用；全局变量或共有变量。</a:t>
            </a:r>
            <a:endParaRPr lang="zh-CN" altLang="en-US" sz="2400" b="1" dirty="0">
              <a:solidFill>
                <a:srgbClr val="CC0000"/>
              </a:solidFill>
              <a:latin typeface="Times New Roman" panose="02020603050405020304" pitchFamily="18" charset="0"/>
              <a:ea typeface="华文楷体" panose="02010600040101010101" pitchFamily="2" charset="-122"/>
            </a:endParaRPr>
          </a:p>
        </p:txBody>
      </p:sp>
      <p:sp>
        <p:nvSpPr>
          <p:cNvPr id="33799" name="Rectangle 8"/>
          <p:cNvSpPr>
            <a:spLocks noChangeArrowheads="1"/>
          </p:cNvSpPr>
          <p:nvPr/>
        </p:nvSpPr>
        <p:spPr bwMode="auto">
          <a:xfrm>
            <a:off x="971550" y="4868863"/>
            <a:ext cx="7888288" cy="1008062"/>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Clr>
                <a:srgbClr val="000099"/>
              </a:buClr>
              <a:buFont typeface="Wingdings" panose="05000000000000000000" pitchFamily="2" charset="2"/>
              <a:buNone/>
            </a:pPr>
            <a:r>
              <a:rPr lang="zh-CN" altLang="en-US" sz="3200" b="1" dirty="0">
                <a:solidFill>
                  <a:srgbClr val="FFFF00"/>
                </a:solidFill>
                <a:latin typeface="Times New Roman" panose="02020603050405020304" pitchFamily="18" charset="0"/>
                <a:ea typeface="华文楷体" panose="02010600040101010101" pitchFamily="2" charset="-122"/>
              </a:rPr>
              <a:t>函数参数定义：</a:t>
            </a:r>
            <a:r>
              <a:rPr lang="zh-CN" altLang="en-US" sz="2400" b="1" dirty="0">
                <a:latin typeface="Times New Roman" panose="02020603050405020304" pitchFamily="18" charset="0"/>
                <a:ea typeface="华文楷体" panose="02010600040101010101" pitchFamily="2" charset="-122"/>
              </a:rPr>
              <a:t>形式参数，属于局部变量。</a:t>
            </a:r>
            <a:endParaRPr lang="zh-CN" altLang="en-US" sz="2400" b="1" dirty="0">
              <a:solidFill>
                <a:srgbClr val="CC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algn="ctr"/>
            <a:r>
              <a:rPr lang="en-US" altLang="zh-CN" b="1" dirty="0" smtClean="0">
                <a:ea typeface="隶书" panose="02010509060101010101" pitchFamily="49" charset="-122"/>
              </a:rPr>
              <a:t>2.2.3 </a:t>
            </a:r>
            <a:r>
              <a:rPr lang="zh-CN" altLang="en-US" b="1" dirty="0">
                <a:ea typeface="隶书" panose="02010509060101010101" pitchFamily="49" charset="-122"/>
              </a:rPr>
              <a:t>变量：</a:t>
            </a:r>
            <a:r>
              <a:rPr lang="zh-CN" altLang="en-US" b="1" dirty="0" smtClean="0">
                <a:ea typeface="隶书" panose="02010509060101010101" pitchFamily="49" charset="-122"/>
              </a:rPr>
              <a:t>变量</a:t>
            </a:r>
            <a:r>
              <a:rPr lang="zh-CN" altLang="en-US" b="1" dirty="0">
                <a:ea typeface="隶书" panose="02010509060101010101" pitchFamily="49" charset="-122"/>
              </a:rPr>
              <a:t>的初始化</a:t>
            </a:r>
            <a:endParaRPr lang="zh-CN" altLang="en-US" b="1" dirty="0">
              <a:ea typeface="隶书" panose="02010509060101010101" pitchFamily="49" charset="-122"/>
            </a:endParaRPr>
          </a:p>
        </p:txBody>
      </p:sp>
      <p:sp>
        <p:nvSpPr>
          <p:cNvPr id="34819"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34820" name="Rectangle 4"/>
          <p:cNvSpPr>
            <a:spLocks noChangeArrowheads="1"/>
          </p:cNvSpPr>
          <p:nvPr/>
        </p:nvSpPr>
        <p:spPr bwMode="auto">
          <a:xfrm>
            <a:off x="971550" y="1700213"/>
            <a:ext cx="7888288" cy="1368425"/>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zh-CN" altLang="en-US" sz="2800" b="1" dirty="0">
                <a:solidFill>
                  <a:srgbClr val="FFFF00"/>
                </a:solidFill>
                <a:latin typeface="Times New Roman" panose="02020603050405020304" pitchFamily="18" charset="0"/>
                <a:ea typeface="华文楷体" panose="02010600040101010101" pitchFamily="2" charset="-122"/>
              </a:rPr>
              <a:t>定义的同时初始化：</a:t>
            </a:r>
            <a:endParaRPr lang="zh-CN" altLang="en-US" sz="2800" b="1" dirty="0">
              <a:solidFill>
                <a:srgbClr val="FFFF00"/>
              </a:solidFill>
              <a:latin typeface="Times New Roman" panose="02020603050405020304" pitchFamily="18" charset="0"/>
              <a:ea typeface="华文楷体" panose="02010600040101010101" pitchFamily="2" charset="-122"/>
            </a:endParaRPr>
          </a:p>
          <a:p>
            <a:pPr algn="l" eaLnBrk="1" hangingPunct="1">
              <a:buFont typeface="Wingdings" panose="05000000000000000000" pitchFamily="2" charset="2"/>
              <a:buNone/>
            </a:pPr>
            <a:r>
              <a:rPr lang="zh-CN" altLang="en-US" sz="2400" b="1" dirty="0">
                <a:latin typeface="Times New Roman" panose="02020603050405020304" pitchFamily="18" charset="0"/>
              </a:rPr>
              <a:t>  </a:t>
            </a:r>
            <a:r>
              <a:rPr lang="en-US" altLang="zh-CN" sz="2400" b="1" dirty="0" err="1">
                <a:latin typeface="Times New Roman" panose="02020603050405020304" pitchFamily="18" charset="0"/>
              </a:rPr>
              <a:t>int</a:t>
            </a:r>
            <a:r>
              <a:rPr lang="en-US" altLang="zh-CN" sz="2400" b="1" dirty="0">
                <a:latin typeface="Times New Roman" panose="02020603050405020304" pitchFamily="18" charset="0"/>
              </a:rPr>
              <a:t> i1=3, i2=4; </a:t>
            </a:r>
            <a:br>
              <a:rPr lang="en-US" altLang="zh-CN" sz="2400" b="1" dirty="0">
                <a:latin typeface="Times New Roman" panose="02020603050405020304" pitchFamily="18" charset="0"/>
              </a:rPr>
            </a:br>
            <a:r>
              <a:rPr lang="en-US" altLang="zh-CN" sz="2400" b="1" dirty="0">
                <a:latin typeface="Times New Roman" panose="02020603050405020304" pitchFamily="18" charset="0"/>
              </a:rPr>
              <a:t>  float f1, f2=3.5; </a:t>
            </a:r>
            <a:endParaRPr lang="en-US" altLang="zh-CN" sz="2400" b="1" dirty="0">
              <a:latin typeface="Times New Roman" panose="02020603050405020304" pitchFamily="18" charset="0"/>
              <a:ea typeface="华文楷体" panose="02010600040101010101" pitchFamily="2" charset="-122"/>
            </a:endParaRPr>
          </a:p>
        </p:txBody>
      </p:sp>
      <p:sp>
        <p:nvSpPr>
          <p:cNvPr id="34821"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34822" name="Rectangle 7"/>
          <p:cNvSpPr>
            <a:spLocks noChangeArrowheads="1"/>
          </p:cNvSpPr>
          <p:nvPr/>
        </p:nvSpPr>
        <p:spPr bwMode="auto">
          <a:xfrm>
            <a:off x="971550" y="3644900"/>
            <a:ext cx="7888288" cy="1728788"/>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zh-CN" altLang="en-US" sz="2800" b="1" dirty="0">
                <a:solidFill>
                  <a:srgbClr val="FFFF00"/>
                </a:solidFill>
                <a:latin typeface="Times New Roman" panose="02020603050405020304" pitchFamily="18" charset="0"/>
                <a:ea typeface="华文楷体" panose="02010600040101010101" pitchFamily="2" charset="-122"/>
              </a:rPr>
              <a:t>定义后，</a:t>
            </a:r>
            <a:r>
              <a:rPr lang="zh-CN" altLang="en-US" sz="2800" b="1" dirty="0" smtClean="0">
                <a:solidFill>
                  <a:srgbClr val="FFFF00"/>
                </a:solidFill>
                <a:latin typeface="Times New Roman" panose="02020603050405020304" pitchFamily="18" charset="0"/>
                <a:ea typeface="华文楷体" panose="02010600040101010101" pitchFamily="2" charset="-122"/>
              </a:rPr>
              <a:t>单独赋值：</a:t>
            </a:r>
            <a:endParaRPr lang="zh-CN" altLang="en-US" sz="2800" b="1" dirty="0">
              <a:solidFill>
                <a:srgbClr val="FFFF00"/>
              </a:solidFill>
              <a:latin typeface="Times New Roman" panose="02020603050405020304" pitchFamily="18" charset="0"/>
              <a:ea typeface="华文楷体" panose="02010600040101010101" pitchFamily="2" charset="-122"/>
            </a:endParaRPr>
          </a:p>
          <a:p>
            <a:pPr algn="l" eaLnBrk="1" hangingPunct="1">
              <a:buFont typeface="Wingdings" panose="05000000000000000000" pitchFamily="2" charset="2"/>
              <a:buNone/>
            </a:pPr>
            <a:r>
              <a:rPr lang="zh-CN" altLang="en-US" sz="2400" b="1" dirty="0">
                <a:latin typeface="Times New Roman" panose="02020603050405020304" pitchFamily="18" charset="0"/>
                <a:ea typeface="华文楷体" panose="02010600040101010101" pitchFamily="2" charset="-122"/>
              </a:rPr>
              <a:t>   </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i1,i2;              /*  </a:t>
            </a:r>
            <a:r>
              <a:rPr lang="zh-CN" altLang="en-US" sz="2400" b="1" dirty="0">
                <a:latin typeface="Times New Roman" panose="02020603050405020304" pitchFamily="18" charset="0"/>
                <a:ea typeface="华文楷体" panose="02010600040101010101" pitchFamily="2" charset="-122"/>
              </a:rPr>
              <a:t>定义整型变量</a:t>
            </a:r>
            <a:r>
              <a:rPr lang="en-US" altLang="zh-CN" sz="2400" b="1" dirty="0">
                <a:latin typeface="Times New Roman" panose="02020603050405020304" pitchFamily="18" charset="0"/>
                <a:ea typeface="华文楷体" panose="02010600040101010101" pitchFamily="2" charset="-122"/>
              </a:rPr>
              <a:t>i1</a:t>
            </a:r>
            <a:r>
              <a:rPr lang="zh-CN" altLang="en-US" sz="2400" b="1" dirty="0">
                <a:latin typeface="Times New Roman" panose="02020603050405020304" pitchFamily="18" charset="0"/>
                <a:ea typeface="华文楷体" panose="02010600040101010101" pitchFamily="2" charset="-122"/>
              </a:rPr>
              <a:t>和</a:t>
            </a:r>
            <a:r>
              <a:rPr lang="en-US" altLang="zh-CN" sz="2400" b="1" dirty="0">
                <a:latin typeface="Times New Roman" panose="02020603050405020304" pitchFamily="18" charset="0"/>
                <a:ea typeface="华文楷体" panose="02010600040101010101" pitchFamily="2" charset="-122"/>
              </a:rPr>
              <a:t>i2 */</a:t>
            </a:r>
            <a:br>
              <a:rPr lang="en-US" altLang="zh-CN" sz="2400" b="1" dirty="0">
                <a:latin typeface="Times New Roman" panose="02020603050405020304" pitchFamily="18" charset="0"/>
                <a:ea typeface="华文楷体" panose="02010600040101010101" pitchFamily="2" charset="-122"/>
              </a:rPr>
            </a:br>
            <a:r>
              <a:rPr lang="en-US" altLang="zh-CN" sz="2400" b="1" dirty="0">
                <a:latin typeface="Times New Roman" panose="02020603050405020304" pitchFamily="18" charset="0"/>
                <a:ea typeface="华文楷体" panose="02010600040101010101" pitchFamily="2" charset="-122"/>
              </a:rPr>
              <a:t>   i1=3;</a:t>
            </a:r>
            <a:br>
              <a:rPr lang="en-US" altLang="zh-CN" sz="2400" b="1" dirty="0">
                <a:latin typeface="Times New Roman" panose="02020603050405020304" pitchFamily="18" charset="0"/>
                <a:ea typeface="华文楷体" panose="02010600040101010101" pitchFamily="2" charset="-122"/>
              </a:rPr>
            </a:br>
            <a:r>
              <a:rPr lang="en-US" altLang="zh-CN" sz="2400" b="1" dirty="0">
                <a:latin typeface="Times New Roman" panose="02020603050405020304" pitchFamily="18" charset="0"/>
                <a:ea typeface="华文楷体" panose="02010600040101010101" pitchFamily="2" charset="-122"/>
              </a:rPr>
              <a:t>   i2=4;                  /*</a:t>
            </a:r>
            <a:r>
              <a:rPr lang="zh-CN" altLang="en-US" sz="2400" b="1" dirty="0">
                <a:latin typeface="Times New Roman" panose="02020603050405020304" pitchFamily="18" charset="0"/>
                <a:ea typeface="华文楷体" panose="02010600040101010101" pitchFamily="2" charset="-122"/>
              </a:rPr>
              <a:t>为</a:t>
            </a:r>
            <a:r>
              <a:rPr lang="en-US" altLang="zh-CN" sz="2400" b="1" dirty="0">
                <a:latin typeface="Times New Roman" panose="02020603050405020304" pitchFamily="18" charset="0"/>
                <a:ea typeface="华文楷体" panose="02010600040101010101" pitchFamily="2" charset="-122"/>
              </a:rPr>
              <a:t>i1</a:t>
            </a:r>
            <a:r>
              <a:rPr lang="zh-CN" altLang="en-US" sz="2400" b="1" dirty="0">
                <a:latin typeface="Times New Roman" panose="02020603050405020304" pitchFamily="18" charset="0"/>
                <a:ea typeface="华文楷体" panose="02010600040101010101" pitchFamily="2" charset="-122"/>
              </a:rPr>
              <a:t>赋初值为</a:t>
            </a:r>
            <a:r>
              <a:rPr lang="en-US" altLang="zh-CN" sz="2400" b="1" dirty="0">
                <a:latin typeface="Times New Roman" panose="02020603050405020304" pitchFamily="18" charset="0"/>
                <a:ea typeface="华文楷体" panose="02010600040101010101" pitchFamily="2" charset="-122"/>
              </a:rPr>
              <a:t>3</a:t>
            </a:r>
            <a:r>
              <a:rPr lang="zh-CN" altLang="en-US" sz="2400" b="1" dirty="0">
                <a:latin typeface="Times New Roman" panose="02020603050405020304" pitchFamily="18" charset="0"/>
                <a:ea typeface="华文楷体" panose="02010600040101010101" pitchFamily="2" charset="-122"/>
              </a:rPr>
              <a:t>，</a:t>
            </a:r>
            <a:r>
              <a:rPr lang="en-US" altLang="zh-CN" sz="2400" b="1" dirty="0">
                <a:latin typeface="Times New Roman" panose="02020603050405020304" pitchFamily="18" charset="0"/>
                <a:ea typeface="华文楷体" panose="02010600040101010101" pitchFamily="2" charset="-122"/>
              </a:rPr>
              <a:t>i2</a:t>
            </a:r>
            <a:r>
              <a:rPr lang="zh-CN" altLang="en-US" sz="2400" b="1" dirty="0">
                <a:latin typeface="Times New Roman" panose="02020603050405020304" pitchFamily="18" charset="0"/>
                <a:ea typeface="华文楷体" panose="02010600040101010101" pitchFamily="2" charset="-122"/>
              </a:rPr>
              <a:t>赋初值为</a:t>
            </a:r>
            <a:r>
              <a:rPr lang="en-US" altLang="zh-CN" sz="2400" b="1" dirty="0">
                <a:latin typeface="Times New Roman" panose="02020603050405020304" pitchFamily="18" charset="0"/>
                <a:ea typeface="华文楷体" panose="02010600040101010101" pitchFamily="2" charset="-122"/>
              </a:rPr>
              <a:t>4  */</a:t>
            </a:r>
            <a:endParaRPr lang="en-US" altLang="zh-CN" sz="2400" b="1" dirty="0">
              <a:latin typeface="Times New Roman" panose="02020603050405020304" pitchFamily="18" charset="0"/>
              <a:ea typeface="华文楷体" panose="02010600040101010101" pitchFamily="2" charset="-122"/>
            </a:endParaRPr>
          </a:p>
        </p:txBody>
      </p:sp>
      <p:sp>
        <p:nvSpPr>
          <p:cNvPr id="10" name="AutoShape 8"/>
          <p:cNvSpPr>
            <a:spLocks noChangeArrowheads="1"/>
          </p:cNvSpPr>
          <p:nvPr/>
        </p:nvSpPr>
        <p:spPr bwMode="auto">
          <a:xfrm>
            <a:off x="5613060" y="2642108"/>
            <a:ext cx="3512751" cy="858900"/>
          </a:xfrm>
          <a:prstGeom prst="wedgeRoundRectCallout">
            <a:avLst>
              <a:gd name="adj1" fmla="val -77694"/>
              <a:gd name="adj2" fmla="val 17908"/>
              <a:gd name="adj3" fmla="val 16667"/>
            </a:avLst>
          </a:prstGeom>
          <a:solidFill>
            <a:schemeClr val="accent4">
              <a:lumMod val="75000"/>
            </a:schemeClr>
          </a:solidFill>
          <a:ln w="9525" algn="ctr">
            <a:solidFill>
              <a:schemeClr val="tx1"/>
            </a:solidFill>
            <a:miter lim="800000"/>
          </a:ln>
        </p:spPr>
        <p:txBody>
          <a:bodyPr anchor="ctr" anchorCtr="1"/>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90000"/>
              </a:lnSpc>
              <a:spcBef>
                <a:spcPct val="20000"/>
              </a:spcBef>
              <a:buClr>
                <a:schemeClr val="tx2"/>
              </a:buClr>
              <a:buSzPct val="70000"/>
            </a:pPr>
            <a:r>
              <a:rPr kumimoji="0" lang="zh-CN" altLang="en-US" dirty="0" smtClean="0">
                <a:solidFill>
                  <a:srgbClr val="800000"/>
                </a:solidFill>
              </a:rPr>
              <a:t>初始化和赋值的区别？</a:t>
            </a:r>
            <a:endParaRPr kumimoji="0" lang="en-US" altLang="zh-CN" dirty="0">
              <a:solidFill>
                <a:srgbClr val="8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algn="ctr"/>
            <a:r>
              <a:rPr lang="en-US" altLang="zh-CN" sz="3200" b="1" dirty="0" smtClean="0">
                <a:ea typeface="隶书" panose="02010509060101010101" pitchFamily="49" charset="-122"/>
              </a:rPr>
              <a:t>2.2.3 </a:t>
            </a:r>
            <a:r>
              <a:rPr lang="zh-CN" altLang="en-US" sz="3200" b="1" dirty="0">
                <a:ea typeface="隶书" panose="02010509060101010101" pitchFamily="49" charset="-122"/>
              </a:rPr>
              <a:t>变量：变量的初始化</a:t>
            </a:r>
            <a:endParaRPr lang="zh-CN" altLang="en-US" sz="3200" b="1" dirty="0">
              <a:ea typeface="隶书" panose="02010509060101010101" pitchFamily="49" charset="-122"/>
            </a:endParaRPr>
          </a:p>
        </p:txBody>
      </p:sp>
      <p:sp>
        <p:nvSpPr>
          <p:cNvPr id="51203" name="Text Box 3"/>
          <p:cNvSpPr txBox="1">
            <a:spLocks noChangeArrowheads="1"/>
          </p:cNvSpPr>
          <p:nvPr/>
        </p:nvSpPr>
        <p:spPr bwMode="auto">
          <a:xfrm>
            <a:off x="935037" y="1484784"/>
            <a:ext cx="7741419" cy="4176713"/>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200000"/>
              </a:lnSpc>
              <a:spcBef>
                <a:spcPct val="50000"/>
              </a:spcBef>
            </a:pPr>
            <a:r>
              <a:rPr lang="en-US" altLang="zh-CN" sz="2400" dirty="0" smtClean="0">
                <a:latin typeface="+mn-lt"/>
                <a:ea typeface="+mj-ea"/>
              </a:rPr>
              <a:t>C++</a:t>
            </a:r>
            <a:r>
              <a:rPr lang="zh-CN" altLang="en-US" sz="2400" dirty="0" smtClean="0">
                <a:latin typeface="+mn-lt"/>
                <a:ea typeface="+mj-ea"/>
              </a:rPr>
              <a:t>定义了多种变量初始化的形式，例如：</a:t>
            </a:r>
            <a:endParaRPr lang="en-US" altLang="zh-CN" sz="2400" dirty="0" smtClean="0">
              <a:latin typeface="+mn-lt"/>
              <a:ea typeface="+mj-ea"/>
            </a:endParaRPr>
          </a:p>
          <a:p>
            <a:pPr algn="l" eaLnBrk="1" hangingPunct="1">
              <a:spcBef>
                <a:spcPct val="50000"/>
              </a:spcBef>
            </a:pPr>
            <a:r>
              <a:rPr lang="en-US" altLang="zh-CN" sz="2400" dirty="0" err="1" smtClean="0">
                <a:solidFill>
                  <a:srgbClr val="FFFF00"/>
                </a:solidFill>
                <a:latin typeface="+mn-lt"/>
                <a:ea typeface="+mj-ea"/>
              </a:rPr>
              <a:t>int</a:t>
            </a:r>
            <a:r>
              <a:rPr lang="en-US" altLang="zh-CN" sz="2400" dirty="0" smtClean="0">
                <a:solidFill>
                  <a:srgbClr val="FFFF00"/>
                </a:solidFill>
                <a:latin typeface="+mn-lt"/>
                <a:ea typeface="+mj-ea"/>
              </a:rPr>
              <a:t>  </a:t>
            </a:r>
            <a:r>
              <a:rPr lang="en-US" altLang="zh-CN" sz="2400" dirty="0" err="1" smtClean="0">
                <a:solidFill>
                  <a:srgbClr val="FFFF00"/>
                </a:solidFill>
                <a:latin typeface="+mn-lt"/>
                <a:ea typeface="+mj-ea"/>
              </a:rPr>
              <a:t>units_sold</a:t>
            </a:r>
            <a:r>
              <a:rPr lang="en-US" altLang="zh-CN" sz="2400" dirty="0" smtClean="0">
                <a:solidFill>
                  <a:srgbClr val="FFFF00"/>
                </a:solidFill>
                <a:latin typeface="+mn-lt"/>
                <a:ea typeface="+mj-ea"/>
              </a:rPr>
              <a:t> = 0 ;  		 //</a:t>
            </a:r>
            <a:r>
              <a:rPr lang="zh-CN" altLang="en-US" sz="2400" dirty="0" smtClean="0">
                <a:solidFill>
                  <a:srgbClr val="FFFF00"/>
                </a:solidFill>
                <a:latin typeface="+mn-lt"/>
                <a:ea typeface="+mj-ea"/>
              </a:rPr>
              <a:t>我们</a:t>
            </a:r>
            <a:r>
              <a:rPr lang="zh-CN" altLang="en-US" sz="2400" dirty="0">
                <a:solidFill>
                  <a:srgbClr val="FFFF00"/>
                </a:solidFill>
                <a:latin typeface="+mn-lt"/>
                <a:ea typeface="+mj-ea"/>
              </a:rPr>
              <a:t>最熟悉的初始化形式</a:t>
            </a:r>
            <a:endParaRPr lang="en-US" altLang="zh-CN" sz="2400" dirty="0">
              <a:solidFill>
                <a:srgbClr val="FFFF00"/>
              </a:solidFill>
              <a:latin typeface="+mn-lt"/>
              <a:ea typeface="+mj-ea"/>
            </a:endParaRPr>
          </a:p>
          <a:p>
            <a:pPr algn="l" eaLnBrk="1" hangingPunct="1">
              <a:spcBef>
                <a:spcPct val="50000"/>
              </a:spcBef>
            </a:pPr>
            <a:r>
              <a:rPr lang="en-US" altLang="zh-CN" sz="2400" dirty="0" err="1">
                <a:solidFill>
                  <a:srgbClr val="FFFF00"/>
                </a:solidFill>
                <a:latin typeface="+mn-lt"/>
                <a:ea typeface="+mj-ea"/>
              </a:rPr>
              <a:t>int</a:t>
            </a:r>
            <a:r>
              <a:rPr lang="en-US" altLang="zh-CN" sz="2400" dirty="0">
                <a:solidFill>
                  <a:srgbClr val="FFFF00"/>
                </a:solidFill>
                <a:latin typeface="+mn-lt"/>
                <a:ea typeface="+mj-ea"/>
              </a:rPr>
              <a:t>  </a:t>
            </a:r>
            <a:r>
              <a:rPr lang="en-US" altLang="zh-CN" sz="2400" dirty="0" err="1">
                <a:solidFill>
                  <a:srgbClr val="FFFF00"/>
                </a:solidFill>
                <a:latin typeface="+mn-lt"/>
                <a:ea typeface="+mj-ea"/>
              </a:rPr>
              <a:t>units_sold</a:t>
            </a:r>
            <a:r>
              <a:rPr lang="en-US" altLang="zh-CN" sz="2400" dirty="0">
                <a:solidFill>
                  <a:srgbClr val="FFFF00"/>
                </a:solidFill>
                <a:latin typeface="+mn-lt"/>
                <a:ea typeface="+mj-ea"/>
              </a:rPr>
              <a:t> = {0} ;  </a:t>
            </a:r>
            <a:r>
              <a:rPr lang="en-US" altLang="zh-CN" sz="2400" dirty="0" smtClean="0">
                <a:solidFill>
                  <a:srgbClr val="FFFF00"/>
                </a:solidFill>
                <a:latin typeface="+mn-lt"/>
                <a:ea typeface="+mj-ea"/>
              </a:rPr>
              <a:t>	 </a:t>
            </a:r>
            <a:r>
              <a:rPr lang="en-US" altLang="zh-CN" sz="2400" dirty="0">
                <a:solidFill>
                  <a:srgbClr val="FFFF00"/>
                </a:solidFill>
                <a:latin typeface="+mn-lt"/>
                <a:ea typeface="+mj-ea"/>
              </a:rPr>
              <a:t>//</a:t>
            </a:r>
            <a:r>
              <a:rPr lang="zh-CN" altLang="en-US" sz="2400" dirty="0">
                <a:solidFill>
                  <a:srgbClr val="FFFF00"/>
                </a:solidFill>
                <a:latin typeface="+mn-lt"/>
                <a:ea typeface="+mj-ea"/>
              </a:rPr>
              <a:t>列表初始化形式</a:t>
            </a:r>
            <a:endParaRPr lang="en-US" altLang="zh-CN" sz="2400" dirty="0">
              <a:solidFill>
                <a:srgbClr val="FFFF00"/>
              </a:solidFill>
              <a:latin typeface="+mn-lt"/>
              <a:ea typeface="+mj-ea"/>
            </a:endParaRPr>
          </a:p>
          <a:p>
            <a:pPr algn="l" eaLnBrk="1" hangingPunct="1">
              <a:spcBef>
                <a:spcPct val="50000"/>
              </a:spcBef>
            </a:pPr>
            <a:r>
              <a:rPr lang="en-US" altLang="zh-CN" sz="2400" dirty="0" err="1">
                <a:solidFill>
                  <a:srgbClr val="FFFF00"/>
                </a:solidFill>
                <a:latin typeface="+mn-lt"/>
                <a:ea typeface="+mj-ea"/>
              </a:rPr>
              <a:t>int</a:t>
            </a:r>
            <a:r>
              <a:rPr lang="en-US" altLang="zh-CN" sz="2400" dirty="0">
                <a:solidFill>
                  <a:srgbClr val="FFFF00"/>
                </a:solidFill>
                <a:latin typeface="+mn-lt"/>
                <a:ea typeface="+mj-ea"/>
              </a:rPr>
              <a:t>  </a:t>
            </a:r>
            <a:r>
              <a:rPr lang="en-US" altLang="zh-CN" sz="2400" dirty="0" err="1">
                <a:solidFill>
                  <a:srgbClr val="FFFF00"/>
                </a:solidFill>
                <a:latin typeface="+mn-lt"/>
                <a:ea typeface="+mj-ea"/>
              </a:rPr>
              <a:t>units_sold</a:t>
            </a:r>
            <a:r>
              <a:rPr lang="en-US" altLang="zh-CN" sz="2400" dirty="0">
                <a:solidFill>
                  <a:srgbClr val="FFFF00"/>
                </a:solidFill>
                <a:latin typeface="+mn-lt"/>
                <a:ea typeface="+mj-ea"/>
              </a:rPr>
              <a:t>  {0} ;   </a:t>
            </a:r>
            <a:r>
              <a:rPr lang="en-US" altLang="zh-CN" sz="2400" dirty="0" smtClean="0">
                <a:solidFill>
                  <a:srgbClr val="FFFF00"/>
                </a:solidFill>
                <a:latin typeface="+mn-lt"/>
                <a:ea typeface="+mj-ea"/>
              </a:rPr>
              <a:t>	//</a:t>
            </a:r>
            <a:r>
              <a:rPr lang="zh-CN" altLang="en-US" sz="2400" dirty="0">
                <a:solidFill>
                  <a:srgbClr val="FFFF00"/>
                </a:solidFill>
                <a:latin typeface="+mn-lt"/>
                <a:ea typeface="+mj-ea"/>
              </a:rPr>
              <a:t>第二种列表初始化形式</a:t>
            </a:r>
            <a:endParaRPr lang="en-US" altLang="zh-CN" sz="2400" dirty="0">
              <a:solidFill>
                <a:srgbClr val="FFFF00"/>
              </a:solidFill>
              <a:latin typeface="+mn-lt"/>
              <a:ea typeface="+mj-ea"/>
            </a:endParaRPr>
          </a:p>
          <a:p>
            <a:pPr algn="l" eaLnBrk="1" hangingPunct="1">
              <a:spcBef>
                <a:spcPct val="50000"/>
              </a:spcBef>
            </a:pPr>
            <a:r>
              <a:rPr lang="en-US" altLang="zh-CN" sz="2400" dirty="0" err="1">
                <a:solidFill>
                  <a:srgbClr val="FFFF00"/>
                </a:solidFill>
                <a:latin typeface="+mn-lt"/>
                <a:ea typeface="+mj-ea"/>
              </a:rPr>
              <a:t>int</a:t>
            </a:r>
            <a:r>
              <a:rPr lang="en-US" altLang="zh-CN" sz="2400" dirty="0">
                <a:solidFill>
                  <a:srgbClr val="FFFF00"/>
                </a:solidFill>
                <a:latin typeface="+mn-lt"/>
                <a:ea typeface="+mj-ea"/>
              </a:rPr>
              <a:t>  </a:t>
            </a:r>
            <a:r>
              <a:rPr lang="en-US" altLang="zh-CN" sz="2400" dirty="0" err="1">
                <a:solidFill>
                  <a:srgbClr val="FFFF00"/>
                </a:solidFill>
                <a:latin typeface="+mn-lt"/>
                <a:ea typeface="+mj-ea"/>
              </a:rPr>
              <a:t>units_sold</a:t>
            </a:r>
            <a:r>
              <a:rPr lang="en-US" altLang="zh-CN" sz="2400" dirty="0">
                <a:solidFill>
                  <a:srgbClr val="FFFF00"/>
                </a:solidFill>
                <a:latin typeface="+mn-lt"/>
                <a:ea typeface="+mj-ea"/>
              </a:rPr>
              <a:t>  (0);   </a:t>
            </a:r>
            <a:r>
              <a:rPr lang="en-US" altLang="zh-CN" sz="2400" dirty="0" smtClean="0">
                <a:solidFill>
                  <a:srgbClr val="FFFF00"/>
                </a:solidFill>
                <a:latin typeface="+mn-lt"/>
                <a:ea typeface="+mj-ea"/>
              </a:rPr>
              <a:t>		//</a:t>
            </a:r>
            <a:r>
              <a:rPr lang="zh-CN" altLang="en-US" sz="2400" dirty="0">
                <a:solidFill>
                  <a:srgbClr val="FFFF00"/>
                </a:solidFill>
                <a:latin typeface="+mn-lt"/>
                <a:ea typeface="+mj-ea"/>
              </a:rPr>
              <a:t>第四种初始化形式</a:t>
            </a:r>
            <a:endParaRPr lang="en-US" altLang="zh-CN" sz="2400" dirty="0">
              <a:solidFill>
                <a:srgbClr val="FFFF00"/>
              </a:solidFill>
              <a:latin typeface="+mn-lt"/>
              <a:ea typeface="+mj-ea"/>
            </a:endParaRPr>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algn="ctr"/>
            <a:r>
              <a:rPr lang="en-US" altLang="zh-CN" sz="3200" b="1" dirty="0" smtClean="0">
                <a:ea typeface="隶书" panose="02010509060101010101" pitchFamily="49" charset="-122"/>
              </a:rPr>
              <a:t>2.2.3 </a:t>
            </a:r>
            <a:r>
              <a:rPr lang="zh-CN" altLang="en-US" sz="3200" b="1" dirty="0">
                <a:ea typeface="隶书" panose="02010509060101010101" pitchFamily="49" charset="-122"/>
              </a:rPr>
              <a:t>变量：变量的初始化</a:t>
            </a:r>
            <a:endParaRPr lang="zh-CN" altLang="en-US" sz="3200" b="1" dirty="0">
              <a:ea typeface="华文行楷" panose="02010800040101010101" pitchFamily="2" charset="-122"/>
            </a:endParaRPr>
          </a:p>
        </p:txBody>
      </p:sp>
      <p:sp>
        <p:nvSpPr>
          <p:cNvPr id="51203" name="Text Box 3"/>
          <p:cNvSpPr txBox="1">
            <a:spLocks noChangeArrowheads="1"/>
          </p:cNvSpPr>
          <p:nvPr/>
        </p:nvSpPr>
        <p:spPr bwMode="auto">
          <a:xfrm>
            <a:off x="935037" y="1484784"/>
            <a:ext cx="7273925" cy="4176713"/>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200000"/>
              </a:lnSpc>
              <a:spcBef>
                <a:spcPct val="50000"/>
              </a:spcBef>
            </a:pPr>
            <a:r>
              <a:rPr lang="zh-CN" altLang="en-US" sz="2400" dirty="0">
                <a:latin typeface="+mn-lt"/>
                <a:ea typeface="+mj-ea"/>
              </a:rPr>
              <a:t>这四种</a:t>
            </a:r>
            <a:r>
              <a:rPr lang="zh-CN" altLang="en-US" sz="2400" dirty="0" smtClean="0">
                <a:latin typeface="+mn-lt"/>
                <a:ea typeface="+mj-ea"/>
              </a:rPr>
              <a:t>变量初始化的形式有什么区别吗</a:t>
            </a:r>
            <a:endParaRPr lang="en-US" altLang="zh-CN" sz="2400" dirty="0" smtClean="0">
              <a:latin typeface="+mn-lt"/>
              <a:ea typeface="+mj-ea"/>
            </a:endParaRPr>
          </a:p>
          <a:p>
            <a:pPr algn="l" eaLnBrk="1" hangingPunct="1">
              <a:lnSpc>
                <a:spcPct val="200000"/>
              </a:lnSpc>
              <a:spcBef>
                <a:spcPct val="50000"/>
              </a:spcBef>
            </a:pPr>
            <a:r>
              <a:rPr lang="zh-CN" altLang="en-US" sz="2400" dirty="0" smtClean="0">
                <a:latin typeface="+mn-lt"/>
                <a:ea typeface="+mj-ea"/>
              </a:rPr>
              <a:t>我们看一个范例程序，例如：</a:t>
            </a:r>
            <a:endParaRPr lang="en-US" altLang="zh-CN" sz="2400" dirty="0" smtClean="0">
              <a:latin typeface="+mn-lt"/>
              <a:ea typeface="+mj-ea"/>
            </a:endParaRPr>
          </a:p>
          <a:p>
            <a:pPr algn="l" eaLnBrk="1" hangingPunct="1">
              <a:spcBef>
                <a:spcPct val="50000"/>
              </a:spcBef>
            </a:pPr>
            <a:r>
              <a:rPr lang="en-US" altLang="zh-CN" sz="2400" dirty="0" smtClean="0">
                <a:solidFill>
                  <a:srgbClr val="FFFF00"/>
                </a:solidFill>
                <a:latin typeface="+mn-lt"/>
                <a:ea typeface="+mj-ea"/>
              </a:rPr>
              <a:t>     </a:t>
            </a:r>
            <a:endParaRPr lang="en-US" altLang="zh-CN" sz="2400" dirty="0" smtClean="0">
              <a:solidFill>
                <a:srgbClr val="FFFF00"/>
              </a:solidFill>
              <a:latin typeface="+mn-lt"/>
              <a:ea typeface="+mj-ea"/>
            </a:endParaRPr>
          </a:p>
          <a:p>
            <a:pPr algn="l" eaLnBrk="1" hangingPunct="1">
              <a:spcBef>
                <a:spcPct val="50000"/>
              </a:spcBef>
            </a:pPr>
            <a:endParaRPr lang="en-US" altLang="zh-CN" sz="2400" dirty="0">
              <a:solidFill>
                <a:srgbClr val="FFFF00"/>
              </a:solidFill>
              <a:latin typeface="+mn-lt"/>
              <a:ea typeface="+mj-ea"/>
            </a:endParaRPr>
          </a:p>
          <a:p>
            <a:pPr algn="l" eaLnBrk="1" hangingPunct="1">
              <a:spcBef>
                <a:spcPct val="50000"/>
              </a:spcBef>
            </a:pPr>
            <a:endParaRPr lang="en-US" altLang="zh-CN" sz="2400" dirty="0" smtClean="0">
              <a:solidFill>
                <a:srgbClr val="FFFF00"/>
              </a:solidFill>
              <a:latin typeface="+mn-lt"/>
              <a:ea typeface="+mj-ea"/>
            </a:endParaRPr>
          </a:p>
          <a:p>
            <a:pPr algn="l" eaLnBrk="1" hangingPunct="1">
              <a:spcBef>
                <a:spcPct val="50000"/>
              </a:spcBef>
            </a:pPr>
            <a:endParaRPr lang="en-US" altLang="zh-CN" sz="2400" dirty="0">
              <a:solidFill>
                <a:srgbClr val="FFFF00"/>
              </a:solidFill>
              <a:latin typeface="+mn-lt"/>
              <a:ea typeface="+mj-ea"/>
            </a:endParaRPr>
          </a:p>
          <a:p>
            <a:pPr algn="l" eaLnBrk="1" hangingPunct="1">
              <a:spcBef>
                <a:spcPct val="50000"/>
              </a:spcBef>
            </a:pPr>
            <a:endParaRPr lang="en-US" altLang="zh-CN" sz="2400" dirty="0" smtClean="0">
              <a:solidFill>
                <a:srgbClr val="FFFF00"/>
              </a:solidFill>
              <a:latin typeface="+mn-lt"/>
              <a:ea typeface="+mj-ea"/>
            </a:endParaRPr>
          </a:p>
          <a:p>
            <a:pPr algn="l" eaLnBrk="1" hangingPunct="1">
              <a:spcBef>
                <a:spcPct val="50000"/>
              </a:spcBef>
            </a:pPr>
            <a:r>
              <a:rPr lang="zh-CN" altLang="en-US" sz="2400" dirty="0" smtClean="0">
                <a:solidFill>
                  <a:srgbClr val="FFFF00"/>
                </a:solidFill>
                <a:latin typeface="+mn-lt"/>
                <a:ea typeface="+mj-ea"/>
              </a:rPr>
              <a:t>编译时系统提示：</a:t>
            </a:r>
            <a:endParaRPr lang="en-US" altLang="zh-CN" sz="2400" dirty="0" smtClean="0">
              <a:solidFill>
                <a:srgbClr val="FFFF00"/>
              </a:solidFill>
              <a:latin typeface="+mn-lt"/>
              <a:ea typeface="+mj-ea"/>
            </a:endParaRPr>
          </a:p>
        </p:txBody>
      </p:sp>
      <p:pic>
        <p:nvPicPr>
          <p:cNvPr id="2" name="图片 1"/>
          <p:cNvPicPr>
            <a:picLocks noChangeAspect="1"/>
          </p:cNvPicPr>
          <p:nvPr/>
        </p:nvPicPr>
        <p:blipFill>
          <a:blip r:embed="rId1" cstate="print"/>
          <a:stretch>
            <a:fillRect/>
          </a:stretch>
        </p:blipFill>
        <p:spPr>
          <a:xfrm>
            <a:off x="950678" y="2818482"/>
            <a:ext cx="4485418" cy="2761335"/>
          </a:xfrm>
          <a:prstGeom prst="rect">
            <a:avLst/>
          </a:prstGeom>
        </p:spPr>
      </p:pic>
      <p:pic>
        <p:nvPicPr>
          <p:cNvPr id="3" name="图片 2"/>
          <p:cNvPicPr>
            <a:picLocks noChangeAspect="1"/>
          </p:cNvPicPr>
          <p:nvPr/>
        </p:nvPicPr>
        <p:blipFill>
          <a:blip r:embed="rId2" cstate="print"/>
          <a:stretch>
            <a:fillRect/>
          </a:stretch>
        </p:blipFill>
        <p:spPr>
          <a:xfrm>
            <a:off x="325811" y="6132144"/>
            <a:ext cx="8800000" cy="657143"/>
          </a:xfrm>
          <a:prstGeom prst="rect">
            <a:avLst/>
          </a:prstGeom>
        </p:spPr>
      </p:pic>
      <p:sp>
        <p:nvSpPr>
          <p:cNvPr id="6" name="AutoShape 8"/>
          <p:cNvSpPr>
            <a:spLocks noChangeArrowheads="1"/>
          </p:cNvSpPr>
          <p:nvPr/>
        </p:nvSpPr>
        <p:spPr bwMode="auto">
          <a:xfrm>
            <a:off x="5613060" y="2642108"/>
            <a:ext cx="3512751" cy="1939020"/>
          </a:xfrm>
          <a:prstGeom prst="wedgeRoundRectCallout">
            <a:avLst>
              <a:gd name="adj1" fmla="val -77694"/>
              <a:gd name="adj2" fmla="val 17908"/>
              <a:gd name="adj3" fmla="val 16667"/>
            </a:avLst>
          </a:prstGeom>
          <a:solidFill>
            <a:schemeClr val="accent4">
              <a:lumMod val="75000"/>
            </a:schemeClr>
          </a:solidFill>
          <a:ln w="9525" algn="ctr">
            <a:solidFill>
              <a:schemeClr val="tx1"/>
            </a:solidFill>
            <a:miter lim="800000"/>
          </a:ln>
        </p:spPr>
        <p:txBody>
          <a:bodyPr anchor="ctr" anchorCtr="1"/>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90000"/>
              </a:lnSpc>
              <a:spcBef>
                <a:spcPct val="20000"/>
              </a:spcBef>
              <a:buClr>
                <a:schemeClr val="tx2"/>
              </a:buClr>
              <a:buSzPct val="70000"/>
            </a:pPr>
            <a:r>
              <a:rPr kumimoji="0" lang="zh-CN" altLang="en-US" dirty="0" smtClean="0">
                <a:solidFill>
                  <a:srgbClr val="800000"/>
                </a:solidFill>
              </a:rPr>
              <a:t>用花括号初始化，一旦初始值存在丢失信息的风险时，编译器会警告！</a:t>
            </a:r>
            <a:endParaRPr kumimoji="0" lang="en-US" altLang="zh-CN" dirty="0" smtClean="0">
              <a:solidFill>
                <a:srgbClr val="800000"/>
              </a:solidFill>
            </a:endParaRPr>
          </a:p>
          <a:p>
            <a:pPr algn="l" eaLnBrk="1" hangingPunct="1">
              <a:lnSpc>
                <a:spcPct val="90000"/>
              </a:lnSpc>
              <a:spcBef>
                <a:spcPct val="20000"/>
              </a:spcBef>
              <a:buClr>
                <a:schemeClr val="tx2"/>
              </a:buClr>
              <a:buSzPct val="70000"/>
            </a:pPr>
            <a:endParaRPr kumimoji="0" lang="en-US" altLang="zh-CN" dirty="0" smtClean="0">
              <a:solidFill>
                <a:srgbClr val="800000"/>
              </a:solidFill>
            </a:endParaRPr>
          </a:p>
          <a:p>
            <a:pPr algn="l" eaLnBrk="1" hangingPunct="1">
              <a:lnSpc>
                <a:spcPct val="90000"/>
              </a:lnSpc>
              <a:spcBef>
                <a:spcPct val="20000"/>
              </a:spcBef>
              <a:buClr>
                <a:schemeClr val="tx2"/>
              </a:buClr>
              <a:buSzPct val="70000"/>
            </a:pPr>
            <a:r>
              <a:rPr kumimoji="0" lang="zh-CN" altLang="en-US" dirty="0" smtClean="0">
                <a:solidFill>
                  <a:srgbClr val="800000"/>
                </a:solidFill>
              </a:rPr>
              <a:t>第</a:t>
            </a:r>
            <a:r>
              <a:rPr kumimoji="0" lang="en-US" altLang="zh-CN" dirty="0" smtClean="0">
                <a:solidFill>
                  <a:srgbClr val="800000"/>
                </a:solidFill>
              </a:rPr>
              <a:t>6</a:t>
            </a:r>
            <a:r>
              <a:rPr kumimoji="0" lang="zh-CN" altLang="en-US" dirty="0" smtClean="0">
                <a:solidFill>
                  <a:srgbClr val="800000"/>
                </a:solidFill>
              </a:rPr>
              <a:t>行警告，第</a:t>
            </a:r>
            <a:r>
              <a:rPr kumimoji="0" lang="en-US" altLang="zh-CN" dirty="0" smtClean="0">
                <a:solidFill>
                  <a:srgbClr val="800000"/>
                </a:solidFill>
              </a:rPr>
              <a:t>7</a:t>
            </a:r>
            <a:r>
              <a:rPr kumimoji="0" lang="zh-CN" altLang="en-US" dirty="0" smtClean="0">
                <a:solidFill>
                  <a:srgbClr val="800000"/>
                </a:solidFill>
              </a:rPr>
              <a:t>行就没有！</a:t>
            </a:r>
            <a:endParaRPr kumimoji="0" lang="en-US" altLang="zh-CN" dirty="0">
              <a:solidFill>
                <a:srgbClr val="8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algn="ctr"/>
            <a:r>
              <a:rPr lang="en-US" altLang="zh-CN" sz="3200" b="1" dirty="0" smtClean="0">
                <a:ea typeface="隶书" panose="02010509060101010101" pitchFamily="49" charset="-122"/>
              </a:rPr>
              <a:t>2.2.3 </a:t>
            </a:r>
            <a:r>
              <a:rPr lang="zh-CN" altLang="en-US" sz="3200" b="1" dirty="0">
                <a:ea typeface="隶书" panose="02010509060101010101" pitchFamily="49" charset="-122"/>
              </a:rPr>
              <a:t>变量：变量的初始化</a:t>
            </a:r>
            <a:endParaRPr lang="zh-CN" altLang="en-US" sz="3200" b="1" dirty="0">
              <a:ea typeface="华文行楷" panose="02010800040101010101" pitchFamily="2" charset="-122"/>
            </a:endParaRPr>
          </a:p>
        </p:txBody>
      </p:sp>
      <p:sp>
        <p:nvSpPr>
          <p:cNvPr id="51203" name="Text Box 3"/>
          <p:cNvSpPr txBox="1">
            <a:spLocks noChangeArrowheads="1"/>
          </p:cNvSpPr>
          <p:nvPr/>
        </p:nvSpPr>
        <p:spPr bwMode="auto">
          <a:xfrm>
            <a:off x="935037" y="1484784"/>
            <a:ext cx="7885435" cy="4176713"/>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200000"/>
              </a:lnSpc>
              <a:spcBef>
                <a:spcPct val="50000"/>
              </a:spcBef>
            </a:pPr>
            <a:r>
              <a:rPr lang="zh-CN" altLang="en-US" sz="2400" dirty="0" smtClean="0">
                <a:latin typeface="+mn-lt"/>
                <a:ea typeface="+mj-ea"/>
              </a:rPr>
              <a:t>默认初始化，是指定义变量没有指定初值时，则变量被默认初始化，即变量被赋予了“默认值”。</a:t>
            </a:r>
            <a:endParaRPr lang="en-US" altLang="zh-CN" sz="2400" dirty="0" smtClean="0">
              <a:latin typeface="+mn-lt"/>
              <a:ea typeface="+mj-ea"/>
            </a:endParaRPr>
          </a:p>
          <a:p>
            <a:pPr algn="l" eaLnBrk="1" hangingPunct="1">
              <a:lnSpc>
                <a:spcPct val="200000"/>
              </a:lnSpc>
              <a:spcBef>
                <a:spcPct val="50000"/>
              </a:spcBef>
            </a:pPr>
            <a:r>
              <a:rPr lang="zh-CN" altLang="en-US" sz="2400" dirty="0" smtClean="0">
                <a:latin typeface="+mn-lt"/>
                <a:ea typeface="+mj-ea"/>
              </a:rPr>
              <a:t>基本数据类型的变量未被初始化，它的值由定义的位置决定。定义在函数之外的，默认初值为</a:t>
            </a:r>
            <a:r>
              <a:rPr lang="en-US" altLang="zh-CN" sz="2400" dirty="0" smtClean="0">
                <a:latin typeface="+mn-lt"/>
                <a:ea typeface="+mj-ea"/>
              </a:rPr>
              <a:t>0</a:t>
            </a:r>
            <a:r>
              <a:rPr lang="zh-CN" altLang="en-US" sz="2400" dirty="0" smtClean="0">
                <a:latin typeface="+mn-lt"/>
                <a:ea typeface="+mj-ea"/>
              </a:rPr>
              <a:t>，定义在函数之内的，则不被初始化！</a:t>
            </a:r>
            <a:endParaRPr lang="en-US" altLang="zh-CN" sz="2400" dirty="0" smtClean="0">
              <a:latin typeface="+mn-lt"/>
              <a:ea typeface="+mj-ea"/>
            </a:endParaRPr>
          </a:p>
          <a:p>
            <a:pPr algn="l" eaLnBrk="1" hangingPunct="1">
              <a:spcBef>
                <a:spcPct val="50000"/>
              </a:spcBef>
            </a:pPr>
            <a:r>
              <a:rPr lang="zh-CN" altLang="en-US" sz="2400" dirty="0" smtClean="0">
                <a:solidFill>
                  <a:srgbClr val="FFFF00"/>
                </a:solidFill>
                <a:latin typeface="+mn-lt"/>
                <a:ea typeface="+mj-ea"/>
              </a:rPr>
              <a:t>未初始化的变量取值不确定，使用它可能引发运行时故障！</a:t>
            </a:r>
            <a:endParaRPr lang="en-US" altLang="zh-CN" sz="2400" dirty="0" smtClean="0">
              <a:solidFill>
                <a:srgbClr val="FFFF00"/>
              </a:solidFill>
              <a:latin typeface="+mn-lt"/>
              <a:ea typeface="+mj-ea"/>
            </a:endParaRPr>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lgn="ctr"/>
            <a:r>
              <a:rPr lang="en-US" altLang="zh-CN" b="1" dirty="0" smtClean="0">
                <a:ea typeface="隶书" panose="02010509060101010101" pitchFamily="49" charset="-122"/>
              </a:rPr>
              <a:t>2.2.3 </a:t>
            </a:r>
            <a:r>
              <a:rPr lang="zh-CN" altLang="en-US" b="1" dirty="0">
                <a:ea typeface="隶书" panose="02010509060101010101" pitchFamily="49" charset="-122"/>
              </a:rPr>
              <a:t>变量：</a:t>
            </a:r>
            <a:r>
              <a:rPr lang="zh-CN" altLang="en-US" b="1" dirty="0" smtClean="0">
                <a:ea typeface="隶书" panose="02010509060101010101" pitchFamily="49" charset="-122"/>
              </a:rPr>
              <a:t>限定词</a:t>
            </a:r>
            <a:endParaRPr lang="zh-CN" altLang="en-US" b="1" dirty="0">
              <a:ea typeface="隶书" panose="02010509060101010101" pitchFamily="49" charset="-122"/>
            </a:endParaRPr>
          </a:p>
        </p:txBody>
      </p:sp>
      <p:sp>
        <p:nvSpPr>
          <p:cNvPr id="3584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35844" name="Rectangle 4"/>
          <p:cNvSpPr>
            <a:spLocks noChangeArrowheads="1"/>
          </p:cNvSpPr>
          <p:nvPr/>
        </p:nvSpPr>
        <p:spPr bwMode="auto">
          <a:xfrm>
            <a:off x="899591" y="1613864"/>
            <a:ext cx="7888287" cy="504825"/>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ctr" eaLnBrk="1" hangingPunct="1">
              <a:buClr>
                <a:srgbClr val="000099"/>
              </a:buClr>
              <a:buFont typeface="Wingdings" panose="05000000000000000000" pitchFamily="2" charset="2"/>
              <a:buNone/>
            </a:pPr>
            <a:r>
              <a:rPr lang="en-US" altLang="zh-CN" sz="2800" b="1" dirty="0">
                <a:solidFill>
                  <a:srgbClr val="FFFF00"/>
                </a:solidFill>
                <a:latin typeface="Times New Roman" panose="02020603050405020304" pitchFamily="18" charset="0"/>
                <a:ea typeface="华文楷体" panose="02010600040101010101" pitchFamily="2" charset="-122"/>
              </a:rPr>
              <a:t>【</a:t>
            </a:r>
            <a:r>
              <a:rPr lang="zh-CN" altLang="en-US" sz="2800" b="1" dirty="0">
                <a:solidFill>
                  <a:srgbClr val="FFFF00"/>
                </a:solidFill>
                <a:latin typeface="Times New Roman" panose="02020603050405020304" pitchFamily="18" charset="0"/>
                <a:ea typeface="华文楷体" panose="02010600040101010101" pitchFamily="2" charset="-122"/>
              </a:rPr>
              <a:t>限定词</a:t>
            </a:r>
            <a:r>
              <a:rPr lang="en-US" altLang="zh-CN" sz="2800" b="1" dirty="0">
                <a:solidFill>
                  <a:srgbClr val="FFFF00"/>
                </a:solidFill>
                <a:latin typeface="Times New Roman" panose="02020603050405020304" pitchFamily="18" charset="0"/>
                <a:ea typeface="华文楷体" panose="02010600040101010101" pitchFamily="2" charset="-122"/>
              </a:rPr>
              <a:t>】  </a:t>
            </a:r>
            <a:r>
              <a:rPr lang="zh-CN" altLang="en-US" sz="2800" b="1" dirty="0">
                <a:solidFill>
                  <a:srgbClr val="FFFF00"/>
                </a:solidFill>
                <a:latin typeface="Times New Roman" panose="02020603050405020304" pitchFamily="18" charset="0"/>
                <a:ea typeface="华文楷体" panose="02010600040101010101" pitchFamily="2" charset="-122"/>
              </a:rPr>
              <a:t>类型  对象名称</a:t>
            </a:r>
            <a:r>
              <a:rPr lang="en-US" altLang="zh-CN" sz="2800" b="1" dirty="0">
                <a:solidFill>
                  <a:srgbClr val="FFFF00"/>
                </a:solidFill>
                <a:latin typeface="Times New Roman" panose="02020603050405020304" pitchFamily="18" charset="0"/>
                <a:ea typeface="华文楷体" panose="02010600040101010101" pitchFamily="2" charset="-122"/>
              </a:rPr>
              <a:t>【=</a:t>
            </a:r>
            <a:r>
              <a:rPr lang="zh-CN" altLang="en-US" sz="2800" b="1" dirty="0">
                <a:solidFill>
                  <a:srgbClr val="FFFF00"/>
                </a:solidFill>
                <a:latin typeface="Times New Roman" panose="02020603050405020304" pitchFamily="18" charset="0"/>
                <a:ea typeface="华文楷体" panose="02010600040101010101" pitchFamily="2" charset="-122"/>
              </a:rPr>
              <a:t>初始值</a:t>
            </a:r>
            <a:r>
              <a:rPr lang="en-US" altLang="zh-CN" sz="2800" b="1" dirty="0">
                <a:solidFill>
                  <a:srgbClr val="FFFF00"/>
                </a:solidFill>
                <a:latin typeface="Times New Roman" panose="02020603050405020304" pitchFamily="18" charset="0"/>
                <a:ea typeface="华文楷体" panose="02010600040101010101" pitchFamily="2" charset="-122"/>
              </a:rPr>
              <a:t>】</a:t>
            </a:r>
            <a:r>
              <a:rPr lang="zh-CN" altLang="en-US" sz="2800" b="1" dirty="0">
                <a:solidFill>
                  <a:srgbClr val="FFFF00"/>
                </a:solidFill>
                <a:latin typeface="Times New Roman" panose="02020603050405020304" pitchFamily="18" charset="0"/>
                <a:ea typeface="华文楷体" panose="02010600040101010101" pitchFamily="2" charset="-122"/>
              </a:rPr>
              <a:t>；</a:t>
            </a:r>
            <a:endParaRPr lang="zh-CN" altLang="en-US" sz="2800" b="1" dirty="0">
              <a:solidFill>
                <a:srgbClr val="FFFF00"/>
              </a:solidFill>
              <a:latin typeface="Times New Roman" panose="02020603050405020304" pitchFamily="18" charset="0"/>
              <a:ea typeface="华文楷体" panose="02010600040101010101" pitchFamily="2" charset="-122"/>
            </a:endParaRPr>
          </a:p>
        </p:txBody>
      </p:sp>
      <p:sp>
        <p:nvSpPr>
          <p:cNvPr id="35845"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114694" name="Rectangle 6"/>
          <p:cNvSpPr>
            <a:spLocks noChangeArrowheads="1"/>
          </p:cNvSpPr>
          <p:nvPr/>
        </p:nvSpPr>
        <p:spPr bwMode="auto">
          <a:xfrm>
            <a:off x="899590" y="2261502"/>
            <a:ext cx="7888287" cy="1800225"/>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Clr>
                <a:srgbClr val="000099"/>
              </a:buClr>
              <a:buNone/>
            </a:pPr>
            <a:r>
              <a:rPr lang="en-US" altLang="zh-CN" sz="2400" b="1" dirty="0" err="1">
                <a:solidFill>
                  <a:srgbClr val="FFFF00"/>
                </a:solidFill>
                <a:latin typeface="Times New Roman" panose="02020603050405020304" pitchFamily="18" charset="0"/>
                <a:ea typeface="华文楷体" panose="02010600040101010101" pitchFamily="2" charset="-122"/>
              </a:rPr>
              <a:t>const</a:t>
            </a:r>
            <a:r>
              <a:rPr lang="zh-CN" altLang="en-US" sz="2400" b="1" dirty="0">
                <a:solidFill>
                  <a:srgbClr val="FFFF00"/>
                </a:solidFill>
                <a:latin typeface="Times New Roman" panose="02020603050405020304" pitchFamily="18" charset="0"/>
                <a:ea typeface="华文楷体" panose="02010600040101010101" pitchFamily="2" charset="-122"/>
              </a:rPr>
              <a:t>类型限定词</a:t>
            </a:r>
            <a:r>
              <a:rPr lang="zh-CN" altLang="en-US" sz="2400" b="1" dirty="0" smtClean="0">
                <a:solidFill>
                  <a:srgbClr val="FFFF00"/>
                </a:solidFill>
                <a:latin typeface="Times New Roman" panose="02020603050405020304" pitchFamily="18" charset="0"/>
                <a:ea typeface="华文楷体" panose="02010600040101010101" pitchFamily="2" charset="-122"/>
              </a:rPr>
              <a:t>：</a:t>
            </a:r>
            <a:r>
              <a:rPr lang="zh-CN" altLang="en-US" sz="2400" b="1" dirty="0" smtClean="0">
                <a:latin typeface="Times New Roman" panose="02020603050405020304" pitchFamily="18" charset="0"/>
                <a:ea typeface="华文楷体" panose="02010600040101010101" pitchFamily="2" charset="-122"/>
              </a:rPr>
              <a:t>符号常量。程序中不能被修改</a:t>
            </a:r>
            <a:r>
              <a:rPr lang="zh-CN" altLang="en-US" sz="2400" b="1" dirty="0">
                <a:latin typeface="Times New Roman" panose="02020603050405020304" pitchFamily="18" charset="0"/>
                <a:ea typeface="华文楷体" panose="02010600040101010101" pitchFamily="2" charset="-122"/>
              </a:rPr>
              <a:t>。</a:t>
            </a:r>
            <a:endParaRPr lang="zh-CN" altLang="en-US" sz="2400" b="1" dirty="0">
              <a:latin typeface="Times New Roman" panose="02020603050405020304" pitchFamily="18" charset="0"/>
              <a:ea typeface="华文楷体" panose="02010600040101010101" pitchFamily="2" charset="-122"/>
            </a:endParaRPr>
          </a:p>
          <a:p>
            <a:pPr lvl="1" algn="l" eaLnBrk="1" hangingPunct="1">
              <a:buClr>
                <a:srgbClr val="000099"/>
              </a:buClr>
              <a:buFont typeface="Wingdings" panose="05000000000000000000" pitchFamily="2" charset="2"/>
              <a:buNone/>
            </a:pPr>
            <a:r>
              <a:rPr lang="en-US" altLang="zh-CN" sz="2400" b="1" dirty="0" smtClean="0">
                <a:latin typeface="Times New Roman" panose="02020603050405020304" pitchFamily="18" charset="0"/>
                <a:ea typeface="华文楷体" panose="02010600040101010101" pitchFamily="2" charset="-122"/>
              </a:rPr>
              <a:t>         </a:t>
            </a:r>
            <a:r>
              <a:rPr lang="en-US" altLang="zh-CN" sz="2400" b="1" dirty="0" err="1" smtClean="0">
                <a:latin typeface="Times New Roman" panose="02020603050405020304" pitchFamily="18" charset="0"/>
                <a:ea typeface="华文楷体" panose="02010600040101010101" pitchFamily="2" charset="-122"/>
              </a:rPr>
              <a:t>const</a:t>
            </a:r>
            <a:r>
              <a:rPr lang="en-US" altLang="zh-CN" sz="2400" b="1" dirty="0" smtClean="0">
                <a:latin typeface="Times New Roman" panose="02020603050405020304" pitchFamily="18" charset="0"/>
                <a:ea typeface="华文楷体" panose="02010600040101010101" pitchFamily="2" charset="-122"/>
              </a:rPr>
              <a:t> </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a=10;</a:t>
            </a:r>
            <a:endParaRPr lang="en-US" altLang="zh-CN" sz="2400" b="1" dirty="0">
              <a:latin typeface="Times New Roman" panose="02020603050405020304" pitchFamily="18" charset="0"/>
              <a:ea typeface="华文楷体" panose="02010600040101010101" pitchFamily="2" charset="-122"/>
            </a:endParaRPr>
          </a:p>
          <a:p>
            <a:pPr lvl="1" algn="l" eaLnBrk="1" hangingPunct="1">
              <a:buClr>
                <a:srgbClr val="000099"/>
              </a:buClr>
              <a:buFont typeface="Wingdings" panose="05000000000000000000" pitchFamily="2" charset="2"/>
              <a:buNone/>
            </a:pPr>
            <a:r>
              <a:rPr lang="zh-CN" altLang="en-US" sz="2400" b="1" dirty="0">
                <a:latin typeface="Times New Roman" panose="02020603050405020304" pitchFamily="18" charset="0"/>
                <a:ea typeface="华文楷体" panose="02010600040101010101" pitchFamily="2" charset="-122"/>
              </a:rPr>
              <a:t> </a:t>
            </a:r>
            <a:r>
              <a:rPr lang="zh-CN" altLang="en-US" sz="2400" b="1" dirty="0" smtClean="0">
                <a:latin typeface="Times New Roman" panose="02020603050405020304" pitchFamily="18" charset="0"/>
                <a:ea typeface="华文楷体" panose="02010600040101010101" pitchFamily="2" charset="-122"/>
              </a:rPr>
              <a:t>        类型</a:t>
            </a:r>
            <a:r>
              <a:rPr lang="zh-CN" altLang="en-US" sz="2400" b="1" dirty="0">
                <a:latin typeface="Times New Roman" panose="02020603050405020304" pitchFamily="18" charset="0"/>
                <a:ea typeface="华文楷体" panose="02010600040101010101" pitchFamily="2" charset="-122"/>
              </a:rPr>
              <a:t>常</a:t>
            </a:r>
            <a:r>
              <a:rPr lang="zh-CN" altLang="en-US" sz="2400" b="1" dirty="0" smtClean="0">
                <a:latin typeface="Times New Roman" panose="02020603050405020304" pitchFamily="18" charset="0"/>
                <a:ea typeface="华文楷体" panose="02010600040101010101" pitchFamily="2" charset="-122"/>
              </a:rPr>
              <a:t>量</a:t>
            </a:r>
            <a:r>
              <a:rPr lang="en-US" altLang="zh-CN" sz="2400" b="1" dirty="0">
                <a:latin typeface="Times New Roman" panose="02020603050405020304" pitchFamily="18" charset="0"/>
                <a:ea typeface="华文楷体" panose="02010600040101010101" pitchFamily="2" charset="-122"/>
              </a:rPr>
              <a:t>a</a:t>
            </a:r>
            <a:r>
              <a:rPr lang="zh-CN" altLang="en-US" sz="2400" b="1" dirty="0">
                <a:latin typeface="Times New Roman" panose="02020603050405020304" pitchFamily="18" charset="0"/>
                <a:ea typeface="华文楷体" panose="02010600040101010101" pitchFamily="2" charset="-122"/>
              </a:rPr>
              <a:t>，</a:t>
            </a:r>
            <a:r>
              <a:rPr lang="zh-CN" altLang="en-US" sz="2400" b="1" dirty="0" smtClean="0">
                <a:latin typeface="Times New Roman" panose="02020603050405020304" pitchFamily="18" charset="0"/>
                <a:ea typeface="华文楷体" panose="02010600040101010101" pitchFamily="2" charset="-122"/>
              </a:rPr>
              <a:t>其值</a:t>
            </a:r>
            <a:r>
              <a:rPr lang="zh-CN" altLang="en-US" sz="2400" b="1" dirty="0">
                <a:latin typeface="Times New Roman" panose="02020603050405020304" pitchFamily="18" charset="0"/>
                <a:ea typeface="华文楷体" panose="02010600040101010101" pitchFamily="2" charset="-122"/>
              </a:rPr>
              <a:t>为</a:t>
            </a:r>
            <a:r>
              <a:rPr lang="en-US" altLang="zh-CN" sz="2400" b="1" dirty="0">
                <a:latin typeface="Times New Roman" panose="02020603050405020304" pitchFamily="18" charset="0"/>
                <a:ea typeface="华文楷体" panose="02010600040101010101" pitchFamily="2" charset="-122"/>
              </a:rPr>
              <a:t>10</a:t>
            </a:r>
            <a:r>
              <a:rPr lang="zh-CN" altLang="en-US" sz="2400" b="1" dirty="0">
                <a:latin typeface="Times New Roman" panose="02020603050405020304" pitchFamily="18" charset="0"/>
                <a:ea typeface="华文楷体" panose="02010600040101010101" pitchFamily="2" charset="-122"/>
              </a:rPr>
              <a:t>。程序不能修改</a:t>
            </a:r>
            <a:r>
              <a:rPr lang="en-US" altLang="zh-CN" sz="2400" b="1" dirty="0">
                <a:latin typeface="Times New Roman" panose="02020603050405020304" pitchFamily="18" charset="0"/>
                <a:ea typeface="华文楷体" panose="02010600040101010101" pitchFamily="2" charset="-122"/>
              </a:rPr>
              <a:t>a</a:t>
            </a:r>
            <a:r>
              <a:rPr lang="zh-CN" altLang="en-US" sz="2400" b="1" dirty="0">
                <a:latin typeface="Times New Roman" panose="02020603050405020304" pitchFamily="18" charset="0"/>
                <a:ea typeface="华文楷体" panose="02010600040101010101" pitchFamily="2" charset="-122"/>
              </a:rPr>
              <a:t>的值。</a:t>
            </a:r>
            <a:endParaRPr lang="zh-CN" altLang="en-US" sz="2400" b="1" dirty="0">
              <a:latin typeface="Times New Roman" panose="02020603050405020304" pitchFamily="18" charset="0"/>
              <a:ea typeface="华文楷体" panose="02010600040101010101" pitchFamily="2" charset="-122"/>
            </a:endParaRPr>
          </a:p>
        </p:txBody>
      </p:sp>
      <p:sp>
        <p:nvSpPr>
          <p:cNvPr id="114697" name="Rectangle 9"/>
          <p:cNvSpPr>
            <a:spLocks noChangeArrowheads="1"/>
          </p:cNvSpPr>
          <p:nvPr/>
        </p:nvSpPr>
        <p:spPr bwMode="auto">
          <a:xfrm>
            <a:off x="889270" y="4293096"/>
            <a:ext cx="7888287" cy="2087562"/>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Clr>
                <a:srgbClr val="000099"/>
              </a:buClr>
              <a:buNone/>
            </a:pPr>
            <a:r>
              <a:rPr lang="en-US" altLang="zh-CN" sz="2400" b="1" dirty="0" smtClean="0">
                <a:solidFill>
                  <a:srgbClr val="FFFF00"/>
                </a:solidFill>
                <a:latin typeface="Times New Roman" panose="02020603050405020304" pitchFamily="18" charset="0"/>
                <a:ea typeface="华文楷体" panose="02010600040101010101" pitchFamily="2" charset="-122"/>
              </a:rPr>
              <a:t>volatile</a:t>
            </a:r>
            <a:r>
              <a:rPr lang="zh-CN" altLang="en-US" sz="2400" b="1" dirty="0" smtClean="0">
                <a:solidFill>
                  <a:srgbClr val="FFFF00"/>
                </a:solidFill>
                <a:latin typeface="Times New Roman" panose="02020603050405020304" pitchFamily="18" charset="0"/>
                <a:ea typeface="华文楷体" panose="02010600040101010101" pitchFamily="2" charset="-122"/>
              </a:rPr>
              <a:t>限定词：</a:t>
            </a:r>
            <a:r>
              <a:rPr lang="zh-CN" altLang="en-US" sz="2400" b="1" dirty="0" smtClean="0">
                <a:latin typeface="Times New Roman" panose="02020603050405020304" pitchFamily="18" charset="0"/>
                <a:ea typeface="华文楷体" panose="02010600040101010101" pitchFamily="2" charset="-122"/>
              </a:rPr>
              <a:t>变量可能非明确</a:t>
            </a:r>
            <a:r>
              <a:rPr lang="zh-CN" altLang="en-US" sz="2400" b="1" dirty="0">
                <a:latin typeface="Times New Roman" panose="02020603050405020304" pitchFamily="18" charset="0"/>
                <a:ea typeface="华文楷体" panose="02010600040101010101" pitchFamily="2" charset="-122"/>
              </a:rPr>
              <a:t>说明的方式</a:t>
            </a:r>
            <a:r>
              <a:rPr lang="zh-CN" altLang="en-US" sz="2400" b="1" dirty="0" smtClean="0">
                <a:latin typeface="Times New Roman" panose="02020603050405020304" pitchFamily="18" charset="0"/>
                <a:ea typeface="华文楷体" panose="02010600040101010101" pitchFamily="2" charset="-122"/>
              </a:rPr>
              <a:t>改变。</a:t>
            </a:r>
            <a:endParaRPr lang="en-US" altLang="zh-CN" sz="2400" b="1" dirty="0" smtClean="0">
              <a:latin typeface="Times New Roman" panose="02020603050405020304" pitchFamily="18" charset="0"/>
              <a:ea typeface="华文楷体" panose="02010600040101010101" pitchFamily="2" charset="-122"/>
            </a:endParaRPr>
          </a:p>
          <a:p>
            <a:pPr lvl="1" algn="l" eaLnBrk="1" hangingPunct="1">
              <a:buClr>
                <a:srgbClr val="000099"/>
              </a:buClr>
              <a:buNone/>
            </a:pPr>
            <a:r>
              <a:rPr lang="en-US" altLang="zh-CN" sz="2400" b="1" dirty="0">
                <a:latin typeface="Times New Roman" panose="02020603050405020304" pitchFamily="18" charset="0"/>
                <a:ea typeface="华文楷体" panose="02010600040101010101" pitchFamily="2" charset="-122"/>
              </a:rPr>
              <a:t> </a:t>
            </a:r>
            <a:r>
              <a:rPr lang="en-US" altLang="zh-CN" sz="2400" b="1" dirty="0" smtClean="0">
                <a:latin typeface="Times New Roman" panose="02020603050405020304" pitchFamily="18" charset="0"/>
                <a:ea typeface="华文楷体" panose="02010600040101010101" pitchFamily="2" charset="-122"/>
              </a:rPr>
              <a:t>     </a:t>
            </a:r>
            <a:r>
              <a:rPr lang="zh-CN" altLang="en-US" sz="2400" b="1" dirty="0" smtClean="0">
                <a:latin typeface="Times New Roman" panose="02020603050405020304" pitchFamily="18" charset="0"/>
                <a:ea typeface="华文楷体" panose="02010600040101010101" pitchFamily="2" charset="-122"/>
              </a:rPr>
              <a:t>一般情况下，编译程序</a:t>
            </a:r>
            <a:r>
              <a:rPr lang="zh-CN" altLang="en-US" sz="2400" b="1" dirty="0">
                <a:latin typeface="Times New Roman" panose="02020603050405020304" pitchFamily="18" charset="0"/>
                <a:ea typeface="华文楷体" panose="02010600040101010101" pitchFamily="2" charset="-122"/>
              </a:rPr>
              <a:t>认为没有出现在赋值语句左侧的变量不会</a:t>
            </a:r>
            <a:r>
              <a:rPr lang="zh-CN" altLang="en-US" sz="2400" b="1" dirty="0" smtClean="0">
                <a:latin typeface="Times New Roman" panose="02020603050405020304" pitchFamily="18" charset="0"/>
                <a:ea typeface="华文楷体" panose="02010600040101010101" pitchFamily="2" charset="-122"/>
              </a:rPr>
              <a:t>改变。 </a:t>
            </a:r>
            <a:r>
              <a:rPr lang="en-US" altLang="zh-CN" sz="2400" b="1" dirty="0">
                <a:latin typeface="Times New Roman" panose="02020603050405020304" pitchFamily="18" charset="0"/>
                <a:ea typeface="华文楷体" panose="02010600040101010101" pitchFamily="2" charset="-122"/>
              </a:rPr>
              <a:t>volatile</a:t>
            </a:r>
            <a:r>
              <a:rPr lang="zh-CN" altLang="en-US" sz="2400" b="1" dirty="0">
                <a:latin typeface="Times New Roman" panose="02020603050405020304" pitchFamily="18" charset="0"/>
                <a:ea typeface="华文楷体" panose="02010600040101010101" pitchFamily="2" charset="-122"/>
              </a:rPr>
              <a:t>型的变量例外，因此编译系统会自动优化</a:t>
            </a:r>
            <a:r>
              <a:rPr lang="zh-CN" altLang="en-US" sz="2400" b="1" dirty="0" smtClean="0">
                <a:latin typeface="Times New Roman" panose="02020603050405020304" pitchFamily="18" charset="0"/>
                <a:ea typeface="华文楷体" panose="02010600040101010101" pitchFamily="2" charset="-122"/>
              </a:rPr>
              <a:t>。</a:t>
            </a:r>
            <a:endParaRPr lang="en-US" altLang="zh-CN" sz="2400" b="1" dirty="0" smtClean="0">
              <a:latin typeface="Times New Roman" panose="02020603050405020304" pitchFamily="18" charset="0"/>
              <a:ea typeface="华文楷体" panose="02010600040101010101" pitchFamily="2" charset="-122"/>
            </a:endParaRPr>
          </a:p>
          <a:p>
            <a:pPr lvl="1" algn="l" eaLnBrk="1" hangingPunct="1">
              <a:buClr>
                <a:srgbClr val="000099"/>
              </a:buClr>
              <a:buNone/>
            </a:pPr>
            <a:r>
              <a:rPr lang="en-US" altLang="zh-CN" sz="2400" b="1" dirty="0">
                <a:latin typeface="Times New Roman" panose="02020603050405020304" pitchFamily="18" charset="0"/>
                <a:ea typeface="华文楷体" panose="02010600040101010101" pitchFamily="2" charset="-122"/>
              </a:rPr>
              <a:t> </a:t>
            </a:r>
            <a:r>
              <a:rPr lang="en-US" altLang="zh-CN" sz="2400" b="1" dirty="0" smtClean="0">
                <a:latin typeface="Times New Roman" panose="02020603050405020304" pitchFamily="18" charset="0"/>
                <a:ea typeface="华文楷体" panose="02010600040101010101" pitchFamily="2" charset="-122"/>
              </a:rPr>
              <a:t>      </a:t>
            </a:r>
            <a:r>
              <a:rPr lang="zh-CN" altLang="en-US" sz="2400" b="1" dirty="0" smtClean="0">
                <a:latin typeface="Times New Roman" panose="02020603050405020304" pitchFamily="18" charset="0"/>
                <a:ea typeface="华文楷体" panose="02010600040101010101" pitchFamily="2" charset="-122"/>
              </a:rPr>
              <a:t>例如，变量保存 实时时钟</a:t>
            </a:r>
            <a:r>
              <a:rPr lang="zh-CN" altLang="en-US" sz="2400" b="1" dirty="0">
                <a:latin typeface="Times New Roman" panose="02020603050405020304" pitchFamily="18" charset="0"/>
                <a:ea typeface="华文楷体" panose="02010600040101010101" pitchFamily="2" charset="-122"/>
              </a:rPr>
              <a:t>值。</a:t>
            </a:r>
            <a:endParaRPr lang="zh-CN" altLang="en-US" sz="2400" b="1" dirty="0">
              <a:latin typeface="Times New Roman" panose="02020603050405020304" pitchFamily="18" charset="0"/>
              <a:ea typeface="华文楷体" panose="02010600040101010101" pitchFamily="2" charset="-122"/>
            </a:endParaRPr>
          </a:p>
        </p:txBody>
      </p:sp>
      <p:sp>
        <p:nvSpPr>
          <p:cNvPr id="2" name="文本框 1"/>
          <p:cNvSpPr txBox="1"/>
          <p:nvPr/>
        </p:nvSpPr>
        <p:spPr>
          <a:xfrm>
            <a:off x="1042988" y="1002955"/>
            <a:ext cx="6237606" cy="461665"/>
          </a:xfrm>
          <a:prstGeom prst="rect">
            <a:avLst/>
          </a:prstGeom>
          <a:noFill/>
        </p:spPr>
        <p:txBody>
          <a:bodyPr wrap="none" rtlCol="0">
            <a:spAutoFit/>
          </a:bodyPr>
          <a:lstStyle/>
          <a:p>
            <a:r>
              <a:rPr lang="zh-CN" altLang="en-US" b="1" dirty="0" smtClean="0">
                <a:effectLst>
                  <a:outerShdw blurRad="38100" dist="38100" dir="2700000" algn="tl">
                    <a:srgbClr val="000000">
                      <a:alpha val="43137"/>
                    </a:srgbClr>
                  </a:outerShdw>
                </a:effectLst>
              </a:rPr>
              <a:t>限定词</a:t>
            </a:r>
            <a:r>
              <a:rPr lang="en-US" altLang="zh-CN" b="1" dirty="0" smtClean="0">
                <a:effectLst>
                  <a:outerShdw blurRad="38100" dist="38100" dir="2700000" algn="tl">
                    <a:srgbClr val="000000">
                      <a:alpha val="43137"/>
                    </a:srgbClr>
                  </a:outerShdw>
                </a:effectLst>
              </a:rPr>
              <a:t>(</a:t>
            </a:r>
            <a:r>
              <a:rPr lang="zh-CN" altLang="en-US" b="1" dirty="0" smtClean="0">
                <a:effectLst>
                  <a:outerShdw blurRad="38100" dist="38100" dir="2700000" algn="tl">
                    <a:srgbClr val="000000">
                      <a:alpha val="43137"/>
                    </a:srgbClr>
                  </a:outerShdw>
                </a:effectLst>
              </a:rPr>
              <a:t>修饰词</a:t>
            </a:r>
            <a:r>
              <a:rPr lang="en-US" altLang="zh-CN" b="1" dirty="0" smtClean="0">
                <a:effectLst>
                  <a:outerShdw blurRad="38100" dist="38100" dir="2700000" algn="tl">
                    <a:srgbClr val="000000">
                      <a:alpha val="43137"/>
                    </a:srgbClr>
                  </a:outerShdw>
                </a:effectLst>
              </a:rPr>
              <a:t>)</a:t>
            </a:r>
            <a:r>
              <a:rPr lang="zh-CN" altLang="en-US" b="1" dirty="0" smtClean="0">
                <a:effectLst>
                  <a:outerShdw blurRad="38100" dist="38100" dir="2700000" algn="tl">
                    <a:srgbClr val="000000">
                      <a:alpha val="43137"/>
                    </a:srgbClr>
                  </a:outerShdw>
                </a:effectLst>
              </a:rPr>
              <a:t>：告诉编译器这个</a:t>
            </a:r>
            <a:r>
              <a:rPr lang="zh-CN" altLang="en-US" b="1"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变量</a:t>
            </a:r>
            <a:r>
              <a:rPr lang="zh-CN" altLang="en-US" b="1" dirty="0" smtClean="0">
                <a:effectLst>
                  <a:outerShdw blurRad="38100" dist="38100" dir="2700000" algn="tl">
                    <a:srgbClr val="000000">
                      <a:alpha val="43137"/>
                    </a:srgbClr>
                  </a:outerShdw>
                </a:effectLst>
              </a:rPr>
              <a:t>的意义</a:t>
            </a:r>
            <a:endParaRPr lang="zh-CN" altLang="en-US" b="1" dirty="0">
              <a:effectLst>
                <a:outerShdw blurRad="38100" dist="38100" dir="2700000" algn="tl">
                  <a:srgbClr val="000000">
                    <a:alpha val="43137"/>
                  </a:srgbClr>
                </a:outerShdw>
              </a:effectLst>
            </a:endParaRPr>
          </a:p>
        </p:txBody>
      </p:sp>
      <p:sp>
        <p:nvSpPr>
          <p:cNvPr id="4" name="文本框 3"/>
          <p:cNvSpPr txBox="1"/>
          <p:nvPr/>
        </p:nvSpPr>
        <p:spPr>
          <a:xfrm>
            <a:off x="597395" y="3680638"/>
            <a:ext cx="7128792" cy="461665"/>
          </a:xfrm>
          <a:prstGeom prst="rect">
            <a:avLst/>
          </a:prstGeom>
          <a:noFill/>
        </p:spPr>
        <p:txBody>
          <a:bodyPr wrap="square" rtlCol="0">
            <a:spAutoFit/>
          </a:bodyPr>
          <a:lstStyle/>
          <a:p>
            <a:r>
              <a:rPr lang="zh-CN" altLang="en-US" dirty="0" smtClean="0">
                <a:latin typeface="黑体" panose="02010609060101010101" pitchFamily="49" charset="-122"/>
                <a:ea typeface="黑体" panose="02010609060101010101" pitchFamily="49" charset="-122"/>
              </a:rPr>
              <a:t>作用</a:t>
            </a:r>
            <a:r>
              <a:rPr lang="zh-CN" altLang="en-US" dirty="0" smtClean="0">
                <a:latin typeface="方正舒体" panose="02010601030101010101" pitchFamily="2" charset="-122"/>
                <a:ea typeface="方正舒体" panose="02010601030101010101" pitchFamily="2" charset="-122"/>
              </a:rPr>
              <a:t>：防止我</a:t>
            </a:r>
            <a:r>
              <a:rPr lang="zh-CN" altLang="en-US" sz="1800" dirty="0" smtClean="0">
                <a:latin typeface="方正舒体" panose="02010601030101010101" pitchFamily="2" charset="-122"/>
                <a:ea typeface="方正舒体" panose="02010601030101010101" pitchFamily="2" charset="-122"/>
              </a:rPr>
              <a:t>或者</a:t>
            </a:r>
            <a:r>
              <a:rPr lang="zh-CN" altLang="en-US" dirty="0" smtClean="0">
                <a:latin typeface="方正舒体" panose="02010601030101010101" pitchFamily="2" charset="-122"/>
                <a:ea typeface="方正舒体" panose="02010601030101010101" pitchFamily="2" charset="-122"/>
              </a:rPr>
              <a:t>他人修改，无意、恶意                                                                                              </a:t>
            </a:r>
            <a:endParaRPr lang="zh-CN" altLang="en-US" dirty="0">
              <a:latin typeface="方正舒体" panose="02010601030101010101" pitchFamily="2" charset="-122"/>
              <a:ea typeface="方正舒体" panose="02010601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4694"/>
                                        </p:tgtEl>
                                        <p:attrNameLst>
                                          <p:attrName>style.visibility</p:attrName>
                                        </p:attrNameLst>
                                      </p:cBhvr>
                                      <p:to>
                                        <p:strVal val="visible"/>
                                      </p:to>
                                    </p:set>
                                    <p:animEffect transition="in" filter="blinds(horizontal)">
                                      <p:cBhvr>
                                        <p:cTn id="7" dur="500"/>
                                        <p:tgtEl>
                                          <p:spTgt spid="11469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4697"/>
                                        </p:tgtEl>
                                        <p:attrNameLst>
                                          <p:attrName>style.visibility</p:attrName>
                                        </p:attrNameLst>
                                      </p:cBhvr>
                                      <p:to>
                                        <p:strVal val="visible"/>
                                      </p:to>
                                    </p:set>
                                    <p:animEffect transition="in" filter="blinds(horizontal)">
                                      <p:cBhvr>
                                        <p:cTn id="12" dur="500"/>
                                        <p:tgtEl>
                                          <p:spTgt spid="1146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4" grpId="0" animBg="1"/>
      <p:bldP spid="114697"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algn="ctr"/>
            <a:r>
              <a:rPr lang="en-US" altLang="zh-CN" b="1" dirty="0" smtClean="0">
                <a:ea typeface="隶书" panose="02010509060101010101" pitchFamily="49" charset="-122"/>
              </a:rPr>
              <a:t>2.2.3 </a:t>
            </a:r>
            <a:r>
              <a:rPr lang="zh-CN" altLang="en-US" b="1" dirty="0">
                <a:ea typeface="隶书" panose="02010509060101010101" pitchFamily="49" charset="-122"/>
              </a:rPr>
              <a:t>变量</a:t>
            </a:r>
            <a:r>
              <a:rPr lang="zh-CN" altLang="en-US" b="1" dirty="0" smtClean="0">
                <a:ea typeface="隶书" panose="02010509060101010101" pitchFamily="49" charset="-122"/>
              </a:rPr>
              <a:t>：赋值及左</a:t>
            </a:r>
            <a:r>
              <a:rPr lang="zh-CN" altLang="en-US" b="1" dirty="0">
                <a:ea typeface="隶书" panose="02010509060101010101" pitchFamily="49" charset="-122"/>
              </a:rPr>
              <a:t>值和右值</a:t>
            </a:r>
            <a:endParaRPr lang="zh-CN" altLang="en-US" b="1" dirty="0">
              <a:ea typeface="隶书" panose="02010509060101010101" pitchFamily="49" charset="-122"/>
            </a:endParaRPr>
          </a:p>
        </p:txBody>
      </p:sp>
      <p:sp>
        <p:nvSpPr>
          <p:cNvPr id="36867"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36868"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98311" name="Rectangle 7"/>
          <p:cNvSpPr>
            <a:spLocks noChangeArrowheads="1"/>
          </p:cNvSpPr>
          <p:nvPr/>
        </p:nvSpPr>
        <p:spPr bwMode="auto">
          <a:xfrm>
            <a:off x="1027112" y="1196752"/>
            <a:ext cx="7488238" cy="5328592"/>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Font typeface="Wingdings" panose="05000000000000000000" pitchFamily="2" charset="2"/>
              <a:buNone/>
            </a:pPr>
            <a:r>
              <a:rPr lang="zh-CN" altLang="en-US" sz="2000" b="1" dirty="0" smtClean="0">
                <a:latin typeface="Times New Roman" panose="02020603050405020304" pitchFamily="18" charset="0"/>
                <a:ea typeface="华文楷体" panose="02010600040101010101" pitchFamily="2" charset="-122"/>
              </a:rPr>
              <a:t>① </a:t>
            </a:r>
            <a:r>
              <a:rPr lang="en-US" altLang="zh-CN" sz="2000" b="1" dirty="0">
                <a:latin typeface="Times New Roman" panose="02020603050405020304" pitchFamily="18" charset="0"/>
                <a:ea typeface="华文楷体" panose="02010600040101010101" pitchFamily="2" charset="-122"/>
              </a:rPr>
              <a:t>x = 5;</a:t>
            </a:r>
            <a:r>
              <a:rPr lang="en-US" altLang="zh-CN" sz="1900" b="1" dirty="0">
                <a:latin typeface="Times New Roman" panose="02020603050405020304" pitchFamily="18" charset="0"/>
                <a:ea typeface="华文楷体" panose="02010600040101010101" pitchFamily="2" charset="-122"/>
              </a:rPr>
              <a:t>                 </a:t>
            </a:r>
            <a:r>
              <a:rPr lang="en-US" altLang="zh-CN" sz="2500" b="1" dirty="0">
                <a:latin typeface="Times New Roman" panose="02020603050405020304" pitchFamily="18" charset="0"/>
                <a:ea typeface="华文楷体" panose="02010600040101010101" pitchFamily="2" charset="-122"/>
              </a:rPr>
              <a:t> </a:t>
            </a:r>
            <a:r>
              <a:rPr lang="en-US" altLang="zh-CN" sz="3700" b="1" dirty="0">
                <a:solidFill>
                  <a:srgbClr val="FFFF00"/>
                </a:solidFill>
                <a:latin typeface="Times New Roman" panose="02020603050405020304" pitchFamily="18" charset="0"/>
                <a:ea typeface="华文楷体" panose="02010600040101010101" pitchFamily="2" charset="-122"/>
                <a:sym typeface="Wingdings" panose="05000000000000000000" pitchFamily="2" charset="2"/>
              </a:rPr>
              <a:t></a:t>
            </a:r>
            <a:endParaRPr lang="en-US" altLang="zh-CN" sz="3700" b="1" dirty="0">
              <a:solidFill>
                <a:srgbClr val="FFFF00"/>
              </a:solidFill>
              <a:latin typeface="Times New Roman" panose="02020603050405020304" pitchFamily="18" charset="0"/>
              <a:ea typeface="华文楷体" panose="02010600040101010101" pitchFamily="2" charset="-122"/>
              <a:sym typeface="Wingdings" panose="05000000000000000000" pitchFamily="2" charset="2"/>
            </a:endParaRPr>
          </a:p>
          <a:p>
            <a:pPr algn="l" eaLnBrk="1" hangingPunct="1">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② 5 = x;</a:t>
            </a:r>
            <a:r>
              <a:rPr lang="en-US" altLang="zh-CN" sz="1900" b="1" dirty="0">
                <a:latin typeface="Times New Roman" panose="02020603050405020304" pitchFamily="18" charset="0"/>
                <a:ea typeface="华文楷体" panose="02010600040101010101" pitchFamily="2" charset="-122"/>
              </a:rPr>
              <a:t>                  </a:t>
            </a:r>
            <a:r>
              <a:rPr lang="en-US" altLang="zh-CN" sz="3700" b="1" dirty="0">
                <a:solidFill>
                  <a:srgbClr val="FFFF00"/>
                </a:solidFill>
                <a:latin typeface="Times New Roman" panose="02020603050405020304" pitchFamily="18" charset="0"/>
                <a:ea typeface="华文楷体" panose="02010600040101010101" pitchFamily="2" charset="-122"/>
                <a:sym typeface="Wingdings" panose="05000000000000000000" pitchFamily="2" charset="2"/>
              </a:rPr>
              <a:t></a:t>
            </a:r>
            <a:r>
              <a:rPr lang="en-US" altLang="zh-CN" sz="1900" b="1" dirty="0">
                <a:latin typeface="Times New Roman" panose="02020603050405020304" pitchFamily="18" charset="0"/>
                <a:ea typeface="华文楷体" panose="02010600040101010101" pitchFamily="2" charset="-122"/>
              </a:rPr>
              <a:t> </a:t>
            </a:r>
            <a:endParaRPr lang="en-US" altLang="zh-CN" sz="1900" b="1" dirty="0" smtClean="0">
              <a:latin typeface="Times New Roman" panose="02020603050405020304" pitchFamily="18" charset="0"/>
              <a:ea typeface="华文楷体" panose="02010600040101010101" pitchFamily="2" charset="-122"/>
            </a:endParaRPr>
          </a:p>
          <a:p>
            <a:pPr algn="l">
              <a:buNone/>
            </a:pPr>
            <a:r>
              <a:rPr lang="zh-CN" altLang="en-US" sz="2400" b="1" dirty="0" smtClean="0">
                <a:solidFill>
                  <a:srgbClr val="FFFF00"/>
                </a:solidFill>
                <a:latin typeface="Times New Roman" panose="02020603050405020304" pitchFamily="18" charset="0"/>
                <a:ea typeface="华文楷体" panose="02010600040101010101" pitchFamily="2" charset="-122"/>
              </a:rPr>
              <a:t>   左</a:t>
            </a:r>
            <a:r>
              <a:rPr lang="zh-CN" altLang="en-US" sz="2400" b="1" dirty="0">
                <a:solidFill>
                  <a:srgbClr val="FFFF00"/>
                </a:solidFill>
                <a:latin typeface="Times New Roman" panose="02020603050405020304" pitchFamily="18" charset="0"/>
                <a:ea typeface="华文楷体" panose="02010600040101010101" pitchFamily="2" charset="-122"/>
              </a:rPr>
              <a:t>值</a:t>
            </a:r>
            <a:r>
              <a:rPr lang="zh-CN" altLang="en-US" sz="2400" b="1" dirty="0" smtClean="0">
                <a:solidFill>
                  <a:srgbClr val="FFFF00"/>
                </a:solidFill>
                <a:latin typeface="Times New Roman" panose="02020603050405020304" pitchFamily="18" charset="0"/>
                <a:ea typeface="华文楷体" panose="02010600040101010101" pitchFamily="2" charset="-122"/>
              </a:rPr>
              <a:t>：</a:t>
            </a:r>
            <a:r>
              <a:rPr lang="zh-CN" altLang="en-US" sz="2000" b="1" dirty="0" smtClean="0">
                <a:latin typeface="Times New Roman" panose="02020603050405020304" pitchFamily="18" charset="0"/>
                <a:ea typeface="华文楷体" panose="02010600040101010101" pitchFamily="2" charset="-122"/>
              </a:rPr>
              <a:t>赋值</a:t>
            </a:r>
            <a:r>
              <a:rPr lang="zh-CN" altLang="en-US" sz="2000" b="1" dirty="0">
                <a:latin typeface="Times New Roman" panose="02020603050405020304" pitchFamily="18" charset="0"/>
                <a:ea typeface="华文楷体" panose="02010600040101010101" pitchFamily="2" charset="-122"/>
              </a:rPr>
              <a:t>运算符左边的值；有地址的值</a:t>
            </a:r>
            <a:r>
              <a:rPr lang="zh-CN" altLang="en-US" sz="2000" b="1" dirty="0" smtClean="0">
                <a:latin typeface="Times New Roman" panose="02020603050405020304" pitchFamily="18" charset="0"/>
                <a:ea typeface="华文楷体" panose="02010600040101010101" pitchFamily="2" charset="-122"/>
              </a:rPr>
              <a:t>； </a:t>
            </a:r>
            <a:endParaRPr lang="zh-CN" altLang="en-US" sz="2000" b="1" dirty="0">
              <a:latin typeface="Times New Roman" panose="02020603050405020304" pitchFamily="18" charset="0"/>
              <a:ea typeface="华文楷体" panose="02010600040101010101" pitchFamily="2" charset="-122"/>
            </a:endParaRPr>
          </a:p>
          <a:p>
            <a:pPr algn="l">
              <a:buNone/>
            </a:pPr>
            <a:r>
              <a:rPr lang="zh-CN" altLang="en-US" sz="2400" b="1" dirty="0" smtClean="0">
                <a:solidFill>
                  <a:srgbClr val="FFFF00"/>
                </a:solidFill>
                <a:latin typeface="Times New Roman" panose="02020603050405020304" pitchFamily="18" charset="0"/>
                <a:ea typeface="华文楷体" panose="02010600040101010101" pitchFamily="2" charset="-122"/>
              </a:rPr>
              <a:t>   右</a:t>
            </a:r>
            <a:r>
              <a:rPr lang="zh-CN" altLang="en-US" sz="2400" b="1" dirty="0">
                <a:solidFill>
                  <a:srgbClr val="FFFF00"/>
                </a:solidFill>
                <a:latin typeface="Times New Roman" panose="02020603050405020304" pitchFamily="18" charset="0"/>
                <a:ea typeface="华文楷体" panose="02010600040101010101" pitchFamily="2" charset="-122"/>
              </a:rPr>
              <a:t>值</a:t>
            </a:r>
            <a:r>
              <a:rPr lang="zh-CN" altLang="en-US" sz="2400" b="1" dirty="0" smtClean="0">
                <a:solidFill>
                  <a:srgbClr val="FFFF00"/>
                </a:solidFill>
                <a:latin typeface="Times New Roman" panose="02020603050405020304" pitchFamily="18" charset="0"/>
                <a:ea typeface="华文楷体" panose="02010600040101010101" pitchFamily="2" charset="-122"/>
              </a:rPr>
              <a:t>：</a:t>
            </a:r>
            <a:r>
              <a:rPr lang="zh-CN" altLang="en-US" sz="2000" b="1" dirty="0" smtClean="0">
                <a:latin typeface="Times New Roman" panose="02020603050405020304" pitchFamily="18" charset="0"/>
                <a:ea typeface="华文楷体" panose="02010600040101010101" pitchFamily="2" charset="-122"/>
              </a:rPr>
              <a:t>赋值</a:t>
            </a:r>
            <a:r>
              <a:rPr lang="zh-CN" altLang="en-US" sz="2000" b="1" dirty="0">
                <a:latin typeface="Times New Roman" panose="02020603050405020304" pitchFamily="18" charset="0"/>
                <a:ea typeface="华文楷体" panose="02010600040101010101" pitchFamily="2" charset="-122"/>
              </a:rPr>
              <a:t>运算符右边的值；</a:t>
            </a:r>
            <a:endParaRPr lang="zh-CN" altLang="en-US" sz="2000" b="1" dirty="0">
              <a:latin typeface="Times New Roman" panose="02020603050405020304" pitchFamily="18" charset="0"/>
              <a:ea typeface="华文楷体" panose="02010600040101010101" pitchFamily="2" charset="-122"/>
            </a:endParaRPr>
          </a:p>
          <a:p>
            <a:pPr marL="342900" indent="-342900" algn="l" eaLnBrk="1" hangingPunct="1">
              <a:buSzPct val="80000"/>
              <a:buFont typeface="Wingdings" panose="05000000000000000000" pitchFamily="2" charset="2"/>
              <a:buChar char="u"/>
            </a:pPr>
            <a:r>
              <a:rPr lang="en-US" altLang="zh-CN" sz="2000" b="1" dirty="0" smtClean="0">
                <a:latin typeface="Times New Roman" panose="02020603050405020304" pitchFamily="18" charset="0"/>
                <a:ea typeface="华文楷体" panose="02010600040101010101" pitchFamily="2" charset="-122"/>
              </a:rPr>
              <a:t>   </a:t>
            </a:r>
            <a:r>
              <a:rPr lang="en-US" altLang="zh-CN" sz="2400" b="1" dirty="0" smtClean="0">
                <a:latin typeface="Times New Roman" panose="02020603050405020304" pitchFamily="18" charset="0"/>
                <a:ea typeface="华文楷体" panose="02010600040101010101" pitchFamily="2" charset="-122"/>
              </a:rPr>
              <a:t>C++</a:t>
            </a:r>
            <a:r>
              <a:rPr lang="zh-CN" altLang="en-US" sz="2400" b="1" dirty="0" smtClean="0">
                <a:latin typeface="Times New Roman" panose="02020603050405020304" pitchFamily="18" charset="0"/>
                <a:ea typeface="华文楷体" panose="02010600040101010101" pitchFamily="2" charset="-122"/>
              </a:rPr>
              <a:t>中</a:t>
            </a:r>
            <a:r>
              <a:rPr lang="zh-CN" altLang="en-US" sz="2400" b="1" dirty="0">
                <a:latin typeface="Times New Roman" panose="02020603050405020304" pitchFamily="18" charset="0"/>
                <a:ea typeface="华文楷体" panose="02010600040101010101" pitchFamily="2" charset="-122"/>
              </a:rPr>
              <a:t>有些运算符仅仅需要操作数需要右值，例如“</a:t>
            </a:r>
            <a:r>
              <a:rPr lang="en-US" altLang="zh-CN" sz="2400" b="1" dirty="0">
                <a:latin typeface="Times New Roman" panose="02020603050405020304" pitchFamily="18" charset="0"/>
                <a:ea typeface="华文楷体" panose="02010600040101010101" pitchFamily="2" charset="-122"/>
              </a:rPr>
              <a:t>+”</a:t>
            </a:r>
            <a:r>
              <a:rPr lang="zh-CN" altLang="en-US" sz="2400" b="1" dirty="0">
                <a:latin typeface="Times New Roman" panose="02020603050405020304" pitchFamily="18" charset="0"/>
                <a:ea typeface="华文楷体" panose="02010600040101010101" pitchFamily="2" charset="-122"/>
              </a:rPr>
              <a:t>的两侧、赋值运算符的右边；</a:t>
            </a:r>
            <a:endParaRPr lang="zh-CN" altLang="en-US" sz="2400" b="1" dirty="0">
              <a:latin typeface="Times New Roman" panose="02020603050405020304" pitchFamily="18" charset="0"/>
              <a:ea typeface="华文楷体" panose="02010600040101010101" pitchFamily="2" charset="-122"/>
            </a:endParaRPr>
          </a:p>
          <a:p>
            <a:pPr marL="342900" indent="-342900" algn="l" eaLnBrk="1" hangingPunct="1">
              <a:buFont typeface="Wingdings" panose="05000000000000000000" pitchFamily="2" charset="2"/>
              <a:buChar char="u"/>
            </a:pPr>
            <a:r>
              <a:rPr lang="zh-CN" altLang="en-US" sz="2400" b="1" dirty="0">
                <a:latin typeface="Times New Roman" panose="02020603050405020304" pitchFamily="18" charset="0"/>
                <a:ea typeface="华文楷体" panose="02010600040101010101" pitchFamily="2" charset="-122"/>
              </a:rPr>
              <a:t>  有些运算符仅仅需要左值，例如赋值运算符“</a:t>
            </a:r>
            <a:r>
              <a:rPr lang="en-US" altLang="zh-CN" sz="2400" b="1" dirty="0">
                <a:latin typeface="Times New Roman" panose="02020603050405020304" pitchFamily="18" charset="0"/>
                <a:ea typeface="华文楷体" panose="02010600040101010101" pitchFamily="2" charset="-122"/>
              </a:rPr>
              <a:t>=”</a:t>
            </a:r>
            <a:r>
              <a:rPr lang="zh-CN" altLang="en-US" sz="2400" b="1" dirty="0">
                <a:latin typeface="Times New Roman" panose="02020603050405020304" pitchFamily="18" charset="0"/>
                <a:ea typeface="华文楷体" panose="02010600040101010101" pitchFamily="2" charset="-122"/>
              </a:rPr>
              <a:t>的左边；</a:t>
            </a:r>
            <a:endParaRPr lang="zh-CN" altLang="en-US" sz="2400" b="1" dirty="0">
              <a:latin typeface="Times New Roman" panose="02020603050405020304" pitchFamily="18" charset="0"/>
              <a:ea typeface="华文楷体" panose="02010600040101010101" pitchFamily="2" charset="-122"/>
            </a:endParaRPr>
          </a:p>
          <a:p>
            <a:pPr marL="342900" indent="-342900" algn="l" eaLnBrk="1" hangingPunct="1">
              <a:buFont typeface="Wingdings" panose="05000000000000000000" pitchFamily="2" charset="2"/>
              <a:buChar char="u"/>
            </a:pPr>
            <a:r>
              <a:rPr lang="zh-CN" altLang="en-US" sz="2400" b="1" dirty="0">
                <a:latin typeface="Times New Roman" panose="02020603050405020304" pitchFamily="18" charset="0"/>
                <a:ea typeface="华文楷体" panose="02010600040101010101" pitchFamily="2" charset="-122"/>
              </a:rPr>
              <a:t>  有些运算符需要操作数同时</a:t>
            </a:r>
            <a:r>
              <a:rPr lang="zh-CN" altLang="en-US" sz="2000" b="1" dirty="0">
                <a:latin typeface="Times New Roman" panose="02020603050405020304" pitchFamily="18" charset="0"/>
                <a:ea typeface="华文楷体" panose="02010600040101010101" pitchFamily="2" charset="-122"/>
              </a:rPr>
              <a:t>有右值与左值的角色，例如</a:t>
            </a:r>
            <a:r>
              <a:rPr lang="en-US" altLang="zh-CN" sz="2000" b="1" dirty="0">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或</a:t>
            </a:r>
            <a:r>
              <a:rPr lang="en-US" altLang="zh-CN" sz="2000" b="1" dirty="0">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a:t>
            </a:r>
            <a:endParaRPr lang="zh-CN" altLang="en-US" sz="2000" b="1" dirty="0">
              <a:latin typeface="Times New Roman" panose="02020603050405020304" pitchFamily="18" charset="0"/>
              <a:ea typeface="华文楷体" panose="02010600040101010101" pitchFamily="2" charset="-122"/>
            </a:endParaRPr>
          </a:p>
          <a:p>
            <a:pPr algn="l" eaLnBrk="1" hangingPunct="1">
              <a:buFont typeface="Wingdings" panose="05000000000000000000" pitchFamily="2" charset="2"/>
              <a:buNone/>
            </a:pPr>
            <a:endParaRPr lang="en-US" altLang="zh-CN" sz="1900" b="1" dirty="0">
              <a:latin typeface="Times New Roman" panose="02020603050405020304" pitchFamily="18" charset="0"/>
              <a:ea typeface="华文楷体" panose="02010600040101010101" pitchFamily="2" charset="-122"/>
            </a:endParaRPr>
          </a:p>
        </p:txBody>
      </p:sp>
      <p:sp>
        <p:nvSpPr>
          <p:cNvPr id="2" name="文本框 1"/>
          <p:cNvSpPr txBox="1"/>
          <p:nvPr/>
        </p:nvSpPr>
        <p:spPr>
          <a:xfrm>
            <a:off x="4139952" y="1531032"/>
            <a:ext cx="3724096" cy="646331"/>
          </a:xfrm>
          <a:prstGeom prst="rect">
            <a:avLst/>
          </a:prstGeom>
          <a:noFill/>
        </p:spPr>
        <p:txBody>
          <a:bodyPr wrap="none" rtlCol="0">
            <a:spAutoFit/>
          </a:bodyPr>
          <a:lstStyle/>
          <a:p>
            <a:r>
              <a:rPr lang="en-US" altLang="zh-CN" sz="3600" dirty="0"/>
              <a:t>&lt; </a:t>
            </a:r>
            <a:r>
              <a:rPr lang="zh-CN" altLang="en-US" sz="3600" dirty="0"/>
              <a:t>左值</a:t>
            </a:r>
            <a:r>
              <a:rPr lang="en-US" altLang="zh-CN" sz="3600" dirty="0" smtClean="0"/>
              <a:t>&gt;</a:t>
            </a:r>
            <a:r>
              <a:rPr lang="en-US" altLang="zh-CN" sz="3600" dirty="0"/>
              <a:t> </a:t>
            </a:r>
            <a:r>
              <a:rPr lang="en-US" altLang="zh-CN" sz="3600" dirty="0" smtClean="0">
                <a:latin typeface="Rockwell Extra Bold" panose="02060903040505020403" pitchFamily="18" charset="0"/>
              </a:rPr>
              <a:t>=</a:t>
            </a:r>
            <a:r>
              <a:rPr lang="en-US" altLang="zh-CN" sz="3600" dirty="0" smtClean="0"/>
              <a:t>&lt; </a:t>
            </a:r>
            <a:r>
              <a:rPr lang="zh-CN" altLang="en-US" sz="3600" dirty="0" smtClean="0"/>
              <a:t>右值</a:t>
            </a:r>
            <a:r>
              <a:rPr lang="en-US" altLang="zh-CN" sz="3600" dirty="0"/>
              <a:t>&gt;</a:t>
            </a:r>
            <a:endParaRPr lang="zh-CN" altLang="en-US" sz="36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8311">
                                            <p:bg/>
                                          </p:spTgt>
                                        </p:tgtEl>
                                        <p:attrNameLst>
                                          <p:attrName>style.visibility</p:attrName>
                                        </p:attrNameLst>
                                      </p:cBhvr>
                                      <p:to>
                                        <p:strVal val="visible"/>
                                      </p:to>
                                    </p:set>
                                    <p:animEffect transition="in" filter="blinds(horizontal)">
                                      <p:cBhvr>
                                        <p:cTn id="7" dur="500"/>
                                        <p:tgtEl>
                                          <p:spTgt spid="98311">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8311">
                                            <p:txEl>
                                              <p:pRg st="0" end="0"/>
                                            </p:txEl>
                                          </p:spTgt>
                                        </p:tgtEl>
                                        <p:attrNameLst>
                                          <p:attrName>style.visibility</p:attrName>
                                        </p:attrNameLst>
                                      </p:cBhvr>
                                      <p:to>
                                        <p:strVal val="visible"/>
                                      </p:to>
                                    </p:set>
                                    <p:animEffect transition="in" filter="blinds(horizontal)">
                                      <p:cBhvr>
                                        <p:cTn id="12" dur="500"/>
                                        <p:tgtEl>
                                          <p:spTgt spid="983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8311">
                                            <p:txEl>
                                              <p:pRg st="1" end="1"/>
                                            </p:txEl>
                                          </p:spTgt>
                                        </p:tgtEl>
                                        <p:attrNameLst>
                                          <p:attrName>style.visibility</p:attrName>
                                        </p:attrNameLst>
                                      </p:cBhvr>
                                      <p:to>
                                        <p:strVal val="visible"/>
                                      </p:to>
                                    </p:set>
                                    <p:animEffect transition="in" filter="blinds(horizontal)">
                                      <p:cBhvr>
                                        <p:cTn id="17" dur="500"/>
                                        <p:tgtEl>
                                          <p:spTgt spid="9831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8311">
                                            <p:txEl>
                                              <p:pRg st="2" end="2"/>
                                            </p:txEl>
                                          </p:spTgt>
                                        </p:tgtEl>
                                        <p:attrNameLst>
                                          <p:attrName>style.visibility</p:attrName>
                                        </p:attrNameLst>
                                      </p:cBhvr>
                                      <p:to>
                                        <p:strVal val="visible"/>
                                      </p:to>
                                    </p:set>
                                    <p:animEffect transition="in" filter="blinds(horizontal)">
                                      <p:cBhvr>
                                        <p:cTn id="22" dur="500"/>
                                        <p:tgtEl>
                                          <p:spTgt spid="9831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8311">
                                            <p:txEl>
                                              <p:pRg st="3" end="3"/>
                                            </p:txEl>
                                          </p:spTgt>
                                        </p:tgtEl>
                                        <p:attrNameLst>
                                          <p:attrName>style.visibility</p:attrName>
                                        </p:attrNameLst>
                                      </p:cBhvr>
                                      <p:to>
                                        <p:strVal val="visible"/>
                                      </p:to>
                                    </p:set>
                                    <p:animEffect transition="in" filter="blinds(horizontal)">
                                      <p:cBhvr>
                                        <p:cTn id="27" dur="500"/>
                                        <p:tgtEl>
                                          <p:spTgt spid="9831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98311">
                                            <p:txEl>
                                              <p:pRg st="4" end="4"/>
                                            </p:txEl>
                                          </p:spTgt>
                                        </p:tgtEl>
                                        <p:attrNameLst>
                                          <p:attrName>style.visibility</p:attrName>
                                        </p:attrNameLst>
                                      </p:cBhvr>
                                      <p:to>
                                        <p:strVal val="visible"/>
                                      </p:to>
                                    </p:set>
                                    <p:animEffect transition="in" filter="blinds(horizontal)">
                                      <p:cBhvr>
                                        <p:cTn id="32" dur="500"/>
                                        <p:tgtEl>
                                          <p:spTgt spid="9831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98311">
                                            <p:txEl>
                                              <p:pRg st="5" end="5"/>
                                            </p:txEl>
                                          </p:spTgt>
                                        </p:tgtEl>
                                        <p:attrNameLst>
                                          <p:attrName>style.visibility</p:attrName>
                                        </p:attrNameLst>
                                      </p:cBhvr>
                                      <p:to>
                                        <p:strVal val="visible"/>
                                      </p:to>
                                    </p:set>
                                    <p:animEffect transition="in" filter="blinds(horizontal)">
                                      <p:cBhvr>
                                        <p:cTn id="37" dur="500"/>
                                        <p:tgtEl>
                                          <p:spTgt spid="98311">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98311">
                                            <p:txEl>
                                              <p:pRg st="6" end="6"/>
                                            </p:txEl>
                                          </p:spTgt>
                                        </p:tgtEl>
                                        <p:attrNameLst>
                                          <p:attrName>style.visibility</p:attrName>
                                        </p:attrNameLst>
                                      </p:cBhvr>
                                      <p:to>
                                        <p:strVal val="visible"/>
                                      </p:to>
                                    </p:set>
                                    <p:animEffect transition="in" filter="blinds(horizontal)">
                                      <p:cBhvr>
                                        <p:cTn id="42" dur="500"/>
                                        <p:tgtEl>
                                          <p:spTgt spid="983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11" grpId="0" animBg="1" build="p"/>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258888" y="44450"/>
            <a:ext cx="7561262" cy="1143000"/>
          </a:xfrm>
          <a:noFill/>
        </p:spPr>
        <p:txBody>
          <a:bodyPr/>
          <a:lstStyle/>
          <a:p>
            <a:pPr algn="ctr" eaLnBrk="1" hangingPunct="1"/>
            <a:r>
              <a:rPr lang="en-US" altLang="zh-CN" b="1" dirty="0">
                <a:ea typeface="隶书" panose="02010509060101010101" pitchFamily="49" charset="-122"/>
              </a:rPr>
              <a:t>2.2.3 </a:t>
            </a:r>
            <a:r>
              <a:rPr lang="zh-CN" altLang="en-US" b="1" dirty="0">
                <a:ea typeface="隶书" panose="02010509060101010101" pitchFamily="49" charset="-122"/>
              </a:rPr>
              <a:t>变量</a:t>
            </a:r>
            <a:r>
              <a:rPr lang="zh-CN" altLang="en-US" b="1" dirty="0" smtClean="0">
                <a:ea typeface="隶书" panose="02010509060101010101" pitchFamily="49" charset="-122"/>
              </a:rPr>
              <a:t>：变量的存储类别</a:t>
            </a:r>
            <a:endParaRPr lang="zh-CN" altLang="en-US" b="1" dirty="0" smtClean="0">
              <a:latin typeface="Times New Roman" panose="02020603050405020304" pitchFamily="18" charset="0"/>
              <a:ea typeface="隶书" panose="02010509060101010101" pitchFamily="49" charset="-122"/>
            </a:endParaRPr>
          </a:p>
        </p:txBody>
      </p:sp>
      <p:sp>
        <p:nvSpPr>
          <p:cNvPr id="38915" name="Rectangle 4"/>
          <p:cNvSpPr>
            <a:spLocks noChangeArrowheads="1"/>
          </p:cNvSpPr>
          <p:nvPr/>
        </p:nvSpPr>
        <p:spPr bwMode="auto">
          <a:xfrm>
            <a:off x="945584" y="1268760"/>
            <a:ext cx="7730872" cy="4294287"/>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10000"/>
              </a:spcBef>
              <a:buNone/>
            </a:pPr>
            <a:r>
              <a:rPr lang="zh-CN" altLang="en-US" sz="2400" b="1" dirty="0" smtClean="0">
                <a:solidFill>
                  <a:srgbClr val="FFFF00"/>
                </a:solidFill>
                <a:latin typeface="Times New Roman" panose="02020603050405020304" pitchFamily="18" charset="0"/>
                <a:ea typeface="华文楷体" panose="02010600040101010101" pitchFamily="2" charset="-122"/>
              </a:rPr>
              <a:t>存储</a:t>
            </a:r>
            <a:r>
              <a:rPr lang="zh-CN" altLang="en-US" sz="2400" b="1" dirty="0">
                <a:solidFill>
                  <a:srgbClr val="FFFF00"/>
                </a:solidFill>
                <a:latin typeface="Times New Roman" panose="02020603050405020304" pitchFamily="18" charset="0"/>
                <a:ea typeface="华文楷体" panose="02010600040101010101" pitchFamily="2" charset="-122"/>
              </a:rPr>
              <a:t>类别：</a:t>
            </a:r>
            <a:endParaRPr lang="zh-CN" altLang="en-US" sz="2400" b="1" dirty="0">
              <a:solidFill>
                <a:srgbClr val="FFFF00"/>
              </a:solidFill>
              <a:latin typeface="Times New Roman" panose="02020603050405020304" pitchFamily="18" charset="0"/>
              <a:ea typeface="华文楷体" panose="02010600040101010101" pitchFamily="2" charset="-122"/>
            </a:endParaRPr>
          </a:p>
          <a:p>
            <a:pPr marL="522605" lvl="1" indent="-342900" algn="l" eaLnBrk="1" hangingPunct="1">
              <a:spcBef>
                <a:spcPct val="10000"/>
              </a:spcBef>
              <a:buClr>
                <a:srgbClr val="00B0F0"/>
              </a:buClr>
              <a:buFont typeface="Wingdings" panose="05000000000000000000" pitchFamily="2" charset="2"/>
              <a:buChar char="u"/>
            </a:pPr>
            <a:r>
              <a:rPr lang="zh-CN" altLang="en-US" sz="2400" b="1" dirty="0">
                <a:solidFill>
                  <a:srgbClr val="0000CC"/>
                </a:solidFill>
                <a:latin typeface="Times New Roman" panose="02020603050405020304" pitchFamily="18" charset="0"/>
                <a:ea typeface="华文楷体" panose="02010600040101010101" pitchFamily="2" charset="-122"/>
              </a:rPr>
              <a:t> </a:t>
            </a:r>
            <a:r>
              <a:rPr lang="zh-CN" altLang="en-US" sz="2400" b="1" dirty="0" smtClean="0">
                <a:solidFill>
                  <a:srgbClr val="FFFF00"/>
                </a:solidFill>
                <a:latin typeface="Times New Roman" panose="02020603050405020304" pitchFamily="18" charset="0"/>
                <a:ea typeface="华文楷体" panose="02010600040101010101" pitchFamily="2" charset="-122"/>
              </a:rPr>
              <a:t>局部变量，默认：</a:t>
            </a:r>
            <a:r>
              <a:rPr lang="zh-CN" altLang="en-US" sz="2400" b="1" dirty="0">
                <a:latin typeface="Times New Roman" panose="02020603050405020304" pitchFamily="18" charset="0"/>
                <a:ea typeface="华文楷体" panose="02010600040101010101" pitchFamily="2" charset="-122"/>
              </a:rPr>
              <a:t>局部动态生存期</a:t>
            </a:r>
            <a:r>
              <a:rPr lang="zh-CN" altLang="en-US" sz="2400" b="1" dirty="0" smtClean="0">
                <a:latin typeface="Times New Roman" panose="02020603050405020304" pitchFamily="18" charset="0"/>
                <a:ea typeface="华文楷体" panose="02010600040101010101" pitchFamily="2" charset="-122"/>
              </a:rPr>
              <a:t>，</a:t>
            </a:r>
            <a:r>
              <a:rPr lang="zh-CN" altLang="en-US" sz="2400" b="1" dirty="0">
                <a:latin typeface="Times New Roman" panose="02020603050405020304" pitchFamily="18" charset="0"/>
                <a:ea typeface="华文楷体" panose="02010600040101010101" pitchFamily="2" charset="-122"/>
              </a:rPr>
              <a:t>函数形参和不加</a:t>
            </a:r>
            <a:r>
              <a:rPr lang="en-US" altLang="zh-CN" sz="2400" b="1" dirty="0">
                <a:latin typeface="Times New Roman" panose="02020603050405020304" pitchFamily="18" charset="0"/>
                <a:ea typeface="华文楷体" panose="02010600040101010101" pitchFamily="2" charset="-122"/>
              </a:rPr>
              <a:t>static</a:t>
            </a:r>
            <a:r>
              <a:rPr lang="zh-CN" altLang="en-US" sz="2400" b="1" dirty="0">
                <a:latin typeface="Times New Roman" panose="02020603050405020304" pitchFamily="18" charset="0"/>
                <a:ea typeface="华文楷体" panose="02010600040101010101" pitchFamily="2" charset="-122"/>
              </a:rPr>
              <a:t>说明的</a:t>
            </a:r>
            <a:r>
              <a:rPr lang="zh-CN" altLang="en-US" sz="2400" b="1" dirty="0" smtClean="0">
                <a:latin typeface="Times New Roman" panose="02020603050405020304" pitchFamily="18" charset="0"/>
                <a:ea typeface="华文楷体" panose="02010600040101010101" pitchFamily="2" charset="-122"/>
              </a:rPr>
              <a:t>局部变量。</a:t>
            </a:r>
            <a:endParaRPr lang="zh-CN" altLang="en-US" sz="2400" b="1" dirty="0">
              <a:solidFill>
                <a:srgbClr val="0000CC"/>
              </a:solidFill>
              <a:latin typeface="Times New Roman" panose="02020603050405020304" pitchFamily="18" charset="0"/>
              <a:ea typeface="华文楷体" panose="02010600040101010101" pitchFamily="2" charset="-122"/>
            </a:endParaRPr>
          </a:p>
          <a:p>
            <a:pPr marL="522605" lvl="1" indent="-342900" algn="l" eaLnBrk="1" hangingPunct="1">
              <a:spcBef>
                <a:spcPct val="10000"/>
              </a:spcBef>
              <a:buClr>
                <a:srgbClr val="00B0F0"/>
              </a:buClr>
              <a:buFont typeface="Wingdings" panose="05000000000000000000" pitchFamily="2" charset="2"/>
              <a:buChar char="u"/>
            </a:pPr>
            <a:r>
              <a:rPr lang="zh-CN" altLang="en-US" sz="2400" b="1" dirty="0">
                <a:solidFill>
                  <a:srgbClr val="0000CC"/>
                </a:solidFill>
                <a:latin typeface="Times New Roman" panose="02020603050405020304" pitchFamily="18" charset="0"/>
                <a:ea typeface="华文楷体" panose="02010600040101010101" pitchFamily="2" charset="-122"/>
              </a:rPr>
              <a:t> </a:t>
            </a:r>
            <a:r>
              <a:rPr lang="en-US" altLang="zh-CN" sz="2400" b="1" dirty="0">
                <a:solidFill>
                  <a:srgbClr val="FFFF00"/>
                </a:solidFill>
                <a:latin typeface="Times New Roman" panose="02020603050405020304" pitchFamily="18" charset="0"/>
                <a:ea typeface="华文楷体" panose="02010600040101010101" pitchFamily="2" charset="-122"/>
              </a:rPr>
              <a:t>register</a:t>
            </a:r>
            <a:r>
              <a:rPr lang="zh-CN" altLang="en-US" sz="2400" b="1" dirty="0">
                <a:latin typeface="Times New Roman" panose="02020603050405020304" pitchFamily="18" charset="0"/>
                <a:ea typeface="华文楷体" panose="02010600040101010101" pitchFamily="2" charset="-122"/>
              </a:rPr>
              <a:t>：寄存器类别，用于说明自动存储期的变量，以达到目标代码优化的目的。</a:t>
            </a:r>
            <a:endParaRPr lang="zh-CN" altLang="en-US" sz="2400" b="1" dirty="0">
              <a:latin typeface="Times New Roman" panose="02020603050405020304" pitchFamily="18" charset="0"/>
              <a:ea typeface="华文楷体" panose="02010600040101010101" pitchFamily="2" charset="-122"/>
            </a:endParaRPr>
          </a:p>
          <a:p>
            <a:pPr marL="522605" lvl="1" indent="-342900" algn="l" eaLnBrk="1" hangingPunct="1">
              <a:spcBef>
                <a:spcPct val="10000"/>
              </a:spcBef>
              <a:buClr>
                <a:srgbClr val="00B0F0"/>
              </a:buClr>
              <a:buFont typeface="Wingdings" panose="05000000000000000000" pitchFamily="2" charset="2"/>
              <a:buChar char="u"/>
            </a:pPr>
            <a:r>
              <a:rPr lang="zh-CN" altLang="en-US" sz="2400" b="1" dirty="0">
                <a:solidFill>
                  <a:srgbClr val="0000CC"/>
                </a:solidFill>
                <a:latin typeface="Times New Roman" panose="02020603050405020304" pitchFamily="18" charset="0"/>
                <a:ea typeface="华文楷体" panose="02010600040101010101" pitchFamily="2" charset="-122"/>
              </a:rPr>
              <a:t> </a:t>
            </a:r>
            <a:r>
              <a:rPr lang="en-US" altLang="zh-CN" sz="2400" b="1" dirty="0">
                <a:solidFill>
                  <a:srgbClr val="FFFF00"/>
                </a:solidFill>
                <a:latin typeface="Times New Roman" panose="02020603050405020304" pitchFamily="18" charset="0"/>
                <a:ea typeface="华文楷体" panose="02010600040101010101" pitchFamily="2" charset="-122"/>
              </a:rPr>
              <a:t>extern</a:t>
            </a:r>
            <a:r>
              <a:rPr lang="zh-CN" altLang="en-US" sz="2400" b="1" dirty="0">
                <a:solidFill>
                  <a:srgbClr val="FFFF00"/>
                </a:solidFill>
                <a:latin typeface="Times New Roman" panose="02020603050405020304" pitchFamily="18" charset="0"/>
                <a:ea typeface="华文楷体" panose="02010600040101010101" pitchFamily="2" charset="-122"/>
              </a:rPr>
              <a:t>：</a:t>
            </a:r>
            <a:r>
              <a:rPr lang="zh-CN" altLang="en-US" sz="2400" b="1" dirty="0">
                <a:latin typeface="Times New Roman" panose="02020603050405020304" pitchFamily="18" charset="0"/>
                <a:ea typeface="华文楷体" panose="02010600040101010101" pitchFamily="2" charset="-122"/>
              </a:rPr>
              <a:t>外部类别，说明需要使用在程序的其他地方具有外部链接的对象，被说明的对象必须是</a:t>
            </a:r>
            <a:r>
              <a:rPr lang="zh-CN" altLang="en-US" sz="2400" b="1" dirty="0" smtClean="0">
                <a:latin typeface="Times New Roman" panose="02020603050405020304" pitchFamily="18" charset="0"/>
                <a:ea typeface="华文楷体" panose="02010600040101010101" pitchFamily="2" charset="-122"/>
              </a:rPr>
              <a:t>静态生存期的</a:t>
            </a:r>
            <a:r>
              <a:rPr lang="zh-CN" altLang="en-US" sz="2400" b="1" dirty="0">
                <a:latin typeface="Times New Roman" panose="02020603050405020304" pitchFamily="18" charset="0"/>
                <a:ea typeface="华文楷体" panose="02010600040101010101" pitchFamily="2" charset="-122"/>
              </a:rPr>
              <a:t>变量。</a:t>
            </a:r>
            <a:endParaRPr lang="zh-CN" altLang="en-US" sz="2400" b="1" dirty="0">
              <a:latin typeface="Times New Roman" panose="02020603050405020304" pitchFamily="18" charset="0"/>
              <a:ea typeface="华文楷体" panose="02010600040101010101" pitchFamily="2" charset="-122"/>
            </a:endParaRPr>
          </a:p>
          <a:p>
            <a:pPr marL="522605" lvl="1" indent="-342900" algn="l" eaLnBrk="1" hangingPunct="1">
              <a:spcBef>
                <a:spcPct val="10000"/>
              </a:spcBef>
              <a:buClr>
                <a:srgbClr val="00B0F0"/>
              </a:buClr>
              <a:buFont typeface="Wingdings" panose="05000000000000000000" pitchFamily="2" charset="2"/>
              <a:buChar char="u"/>
            </a:pPr>
            <a:r>
              <a:rPr lang="zh-CN" altLang="en-US" sz="2400" b="1" dirty="0">
                <a:solidFill>
                  <a:srgbClr val="0000CC"/>
                </a:solidFill>
                <a:latin typeface="Times New Roman" panose="02020603050405020304" pitchFamily="18" charset="0"/>
                <a:ea typeface="华文楷体" panose="02010600040101010101" pitchFamily="2" charset="-122"/>
              </a:rPr>
              <a:t> </a:t>
            </a:r>
            <a:r>
              <a:rPr lang="en-US" altLang="zh-CN" sz="2400" b="1" dirty="0">
                <a:solidFill>
                  <a:srgbClr val="FFFF00"/>
                </a:solidFill>
                <a:latin typeface="Times New Roman" panose="02020603050405020304" pitchFamily="18" charset="0"/>
                <a:ea typeface="华文楷体" panose="02010600040101010101" pitchFamily="2" charset="-122"/>
              </a:rPr>
              <a:t>static</a:t>
            </a:r>
            <a:r>
              <a:rPr lang="zh-CN" altLang="en-US" sz="2400" b="1" dirty="0">
                <a:solidFill>
                  <a:srgbClr val="FFFF00"/>
                </a:solidFill>
                <a:latin typeface="Times New Roman" panose="02020603050405020304" pitchFamily="18" charset="0"/>
                <a:ea typeface="华文楷体" panose="02010600040101010101" pitchFamily="2" charset="-122"/>
              </a:rPr>
              <a:t>：</a:t>
            </a:r>
            <a:r>
              <a:rPr lang="zh-CN" altLang="en-US" sz="2400" b="1" dirty="0" smtClean="0">
                <a:latin typeface="Times New Roman" panose="02020603050405020304" pitchFamily="18" charset="0"/>
                <a:ea typeface="华文楷体" panose="02010600040101010101" pitchFamily="2" charset="-122"/>
              </a:rPr>
              <a:t>静态生存期，</a:t>
            </a:r>
            <a:r>
              <a:rPr lang="zh-CN" altLang="en-US" sz="2400" b="1" dirty="0">
                <a:latin typeface="Times New Roman" panose="02020603050405020304" pitchFamily="18" charset="0"/>
                <a:ea typeface="华文楷体" panose="02010600040101010101" pitchFamily="2" charset="-122"/>
              </a:rPr>
              <a:t>可用于全局变量和局部变量。静态全局变量：设置为内部</a:t>
            </a:r>
            <a:r>
              <a:rPr lang="zh-CN" altLang="en-US" sz="2400" b="1" dirty="0" smtClean="0">
                <a:latin typeface="Times New Roman" panose="02020603050405020304" pitchFamily="18" charset="0"/>
                <a:ea typeface="华文楷体" panose="02010600040101010101" pitchFamily="2" charset="-122"/>
              </a:rPr>
              <a:t>链接（本文件可访问）。</a:t>
            </a:r>
            <a:r>
              <a:rPr lang="zh-CN" altLang="en-US" sz="2400" b="1" dirty="0">
                <a:latin typeface="Times New Roman" panose="02020603050405020304" pitchFamily="18" charset="0"/>
                <a:ea typeface="华文楷体" panose="02010600040101010101" pitchFamily="2" charset="-122"/>
              </a:rPr>
              <a:t>静态局部变量：具有</a:t>
            </a:r>
            <a:r>
              <a:rPr lang="zh-CN" altLang="en-US" sz="2400" b="1" dirty="0" smtClean="0">
                <a:latin typeface="Times New Roman" panose="02020603050405020304" pitchFamily="18" charset="0"/>
                <a:ea typeface="华文楷体" panose="02010600040101010101" pitchFamily="2" charset="-122"/>
              </a:rPr>
              <a:t>静态生存期。</a:t>
            </a:r>
            <a:endParaRPr lang="zh-CN" altLang="en-US" sz="2400" b="1" dirty="0">
              <a:latin typeface="Times New Roman" panose="02020603050405020304" pitchFamily="18" charset="0"/>
              <a:ea typeface="华文楷体" panose="02010600040101010101" pitchFamily="2" charset="-122"/>
            </a:endParaRPr>
          </a:p>
        </p:txBody>
      </p:sp>
      <p:grpSp>
        <p:nvGrpSpPr>
          <p:cNvPr id="2" name="Group 13"/>
          <p:cNvGrpSpPr/>
          <p:nvPr/>
        </p:nvGrpSpPr>
        <p:grpSpPr bwMode="auto">
          <a:xfrm>
            <a:off x="1076325" y="5707063"/>
            <a:ext cx="6807200" cy="1163637"/>
            <a:chOff x="678" y="3595"/>
            <a:chExt cx="4288" cy="733"/>
          </a:xfrm>
        </p:grpSpPr>
        <p:sp>
          <p:nvSpPr>
            <p:cNvPr id="38923" name="AutoShape 5"/>
            <p:cNvSpPr>
              <a:spLocks noChangeArrowheads="1"/>
            </p:cNvSpPr>
            <p:nvPr/>
          </p:nvSpPr>
          <p:spPr bwMode="auto">
            <a:xfrm rot="5400000">
              <a:off x="884" y="3406"/>
              <a:ext cx="453" cy="86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0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chemeClr val="accent6">
                <a:lumMod val="50000"/>
              </a:schemeClr>
            </a:solidFill>
            <a:ln w="12700" algn="ctr">
              <a:solidFill>
                <a:srgbClr val="0000CC"/>
              </a:solidFill>
              <a:miter lim="800000"/>
            </a:ln>
          </p:spPr>
          <p:txBody>
            <a:bodyPr lIns="0" rIns="0" anchor="ctr">
              <a:spAutoFit/>
            </a:bodyPr>
            <a:lstStyle/>
            <a:p>
              <a:pPr algn="l"/>
              <a:endParaRPr lang="zh-CN" altLang="en-US" b="1"/>
            </a:p>
          </p:txBody>
        </p:sp>
        <p:sp>
          <p:nvSpPr>
            <p:cNvPr id="38924" name="Text Box 6"/>
            <p:cNvSpPr txBox="1">
              <a:spLocks noChangeArrowheads="1"/>
            </p:cNvSpPr>
            <p:nvPr/>
          </p:nvSpPr>
          <p:spPr bwMode="auto">
            <a:xfrm>
              <a:off x="1474" y="3595"/>
              <a:ext cx="3492" cy="733"/>
            </a:xfrm>
            <a:prstGeom prst="rect">
              <a:avLst/>
            </a:prstGeom>
            <a:solidFill>
              <a:schemeClr val="accent6">
                <a:lumMod val="50000"/>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120000"/>
                </a:lnSpc>
                <a:spcBef>
                  <a:spcPct val="50000"/>
                </a:spcBef>
                <a:buClr>
                  <a:schemeClr val="accent2"/>
                </a:buClr>
                <a:buFont typeface="Wingdings" panose="05000000000000000000" pitchFamily="2" charset="2"/>
                <a:buNone/>
              </a:pPr>
              <a:r>
                <a:rPr lang="zh-CN" altLang="en-US" sz="2400" b="1" dirty="0">
                  <a:latin typeface="Times New Roman" panose="02020603050405020304" pitchFamily="18" charset="0"/>
                  <a:ea typeface="华文楷体" panose="02010600040101010101" pitchFamily="2" charset="-122"/>
                </a:rPr>
                <a:t>全局变量：默认</a:t>
              </a:r>
              <a:r>
                <a:rPr lang="en-US" altLang="zh-CN" sz="2400" b="1" dirty="0">
                  <a:latin typeface="Times New Roman" panose="02020603050405020304" pitchFamily="18" charset="0"/>
                  <a:ea typeface="华文楷体" panose="02010600040101010101" pitchFamily="2" charset="-122"/>
                </a:rPr>
                <a:t>extern</a:t>
              </a:r>
              <a:r>
                <a:rPr lang="zh-CN" altLang="en-US" sz="2400" b="1" dirty="0">
                  <a:latin typeface="Times New Roman" panose="02020603050405020304" pitchFamily="18" charset="0"/>
                  <a:ea typeface="华文楷体" panose="02010600040101010101" pitchFamily="2" charset="-122"/>
                </a:rPr>
                <a:t>类别；</a:t>
              </a:r>
              <a:endParaRPr lang="zh-CN" altLang="en-US" sz="2400" b="1" dirty="0">
                <a:latin typeface="Times New Roman" panose="02020603050405020304" pitchFamily="18" charset="0"/>
                <a:ea typeface="华文楷体" panose="02010600040101010101" pitchFamily="2" charset="-122"/>
              </a:endParaRPr>
            </a:p>
            <a:p>
              <a:pPr algn="l">
                <a:lnSpc>
                  <a:spcPct val="120000"/>
                </a:lnSpc>
                <a:spcBef>
                  <a:spcPct val="50000"/>
                </a:spcBef>
                <a:buClr>
                  <a:schemeClr val="accent2"/>
                </a:buClr>
                <a:buNone/>
              </a:pPr>
              <a:r>
                <a:rPr lang="zh-CN" altLang="en-US" sz="2400" b="1" dirty="0">
                  <a:latin typeface="Times New Roman" panose="02020603050405020304" pitchFamily="18" charset="0"/>
                  <a:ea typeface="华文楷体" panose="02010600040101010101" pitchFamily="2" charset="-122"/>
                </a:rPr>
                <a:t>局部变量：默认，局部动态</a:t>
              </a:r>
              <a:r>
                <a:rPr lang="zh-CN" altLang="en-US" sz="2400" b="1" dirty="0" smtClean="0">
                  <a:latin typeface="Times New Roman" panose="02020603050405020304" pitchFamily="18" charset="0"/>
                  <a:ea typeface="华文楷体" panose="02010600040101010101" pitchFamily="2" charset="-122"/>
                </a:rPr>
                <a:t>生存期。</a:t>
              </a:r>
              <a:endParaRPr lang="zh-CN" altLang="en-US" sz="2400" b="1" dirty="0">
                <a:latin typeface="Times New Roman" panose="02020603050405020304" pitchFamily="18" charset="0"/>
                <a:ea typeface="华文楷体" panose="0201060004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258888" y="44450"/>
            <a:ext cx="7561262" cy="1143000"/>
          </a:xfrm>
          <a:noFill/>
        </p:spPr>
        <p:txBody>
          <a:bodyPr/>
          <a:lstStyle/>
          <a:p>
            <a:pPr algn="ctr" eaLnBrk="1" hangingPunct="1"/>
            <a:r>
              <a:rPr lang="en-US" altLang="zh-CN" b="1" dirty="0">
                <a:ea typeface="隶书" panose="02010509060101010101" pitchFamily="49" charset="-122"/>
              </a:rPr>
              <a:t>2.2.3 </a:t>
            </a:r>
            <a:r>
              <a:rPr lang="zh-CN" altLang="en-US" b="1" dirty="0">
                <a:ea typeface="隶书" panose="02010509060101010101" pitchFamily="49" charset="-122"/>
              </a:rPr>
              <a:t>变量</a:t>
            </a:r>
            <a:r>
              <a:rPr lang="zh-CN" altLang="en-US" b="1" dirty="0" smtClean="0">
                <a:ea typeface="隶书" panose="02010509060101010101" pitchFamily="49" charset="-122"/>
              </a:rPr>
              <a:t>：变量的存储类别</a:t>
            </a:r>
            <a:endParaRPr lang="zh-CN" altLang="en-US" b="1" dirty="0" smtClean="0">
              <a:latin typeface="Times New Roman" panose="02020603050405020304" pitchFamily="18" charset="0"/>
              <a:ea typeface="隶书" panose="02010509060101010101" pitchFamily="49" charset="-122"/>
            </a:endParaRPr>
          </a:p>
        </p:txBody>
      </p:sp>
      <p:sp>
        <p:nvSpPr>
          <p:cNvPr id="38915" name="Rectangle 4"/>
          <p:cNvSpPr>
            <a:spLocks noChangeArrowheads="1"/>
          </p:cNvSpPr>
          <p:nvPr/>
        </p:nvSpPr>
        <p:spPr bwMode="auto">
          <a:xfrm>
            <a:off x="945584" y="1268760"/>
            <a:ext cx="7730872" cy="4294287"/>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10000"/>
              </a:spcBef>
              <a:buNone/>
            </a:pPr>
            <a:r>
              <a:rPr lang="zh-CN" altLang="en-US" sz="2400" b="1" dirty="0" smtClean="0">
                <a:solidFill>
                  <a:srgbClr val="FFFF00"/>
                </a:solidFill>
                <a:latin typeface="Times New Roman" panose="02020603050405020304" pitchFamily="18" charset="0"/>
                <a:ea typeface="华文楷体" panose="02010600040101010101" pitchFamily="2" charset="-122"/>
              </a:rPr>
              <a:t>存储</a:t>
            </a:r>
            <a:r>
              <a:rPr lang="zh-CN" altLang="en-US" sz="2400" b="1" dirty="0">
                <a:solidFill>
                  <a:srgbClr val="FFFF00"/>
                </a:solidFill>
                <a:latin typeface="Times New Roman" panose="02020603050405020304" pitchFamily="18" charset="0"/>
                <a:ea typeface="华文楷体" panose="02010600040101010101" pitchFamily="2" charset="-122"/>
              </a:rPr>
              <a:t>类别：</a:t>
            </a:r>
            <a:endParaRPr lang="zh-CN" altLang="en-US" sz="2400" b="1" dirty="0">
              <a:solidFill>
                <a:srgbClr val="FFFF00"/>
              </a:solidFill>
              <a:latin typeface="Times New Roman" panose="02020603050405020304" pitchFamily="18" charset="0"/>
              <a:ea typeface="华文楷体" panose="02010600040101010101" pitchFamily="2" charset="-122"/>
            </a:endParaRPr>
          </a:p>
          <a:p>
            <a:pPr marL="522605" lvl="1" indent="-342900" algn="l">
              <a:spcBef>
                <a:spcPct val="10000"/>
              </a:spcBef>
              <a:buClr>
                <a:srgbClr val="00B0F0"/>
              </a:buClr>
              <a:buFont typeface="Wingdings" panose="05000000000000000000" pitchFamily="2" charset="2"/>
              <a:buChar char="u"/>
            </a:pPr>
            <a:r>
              <a:rPr lang="zh-CN" altLang="en-US" sz="2400" b="1" dirty="0">
                <a:solidFill>
                  <a:srgbClr val="0000CC"/>
                </a:solidFill>
                <a:latin typeface="Times New Roman" panose="02020603050405020304" pitchFamily="18" charset="0"/>
                <a:ea typeface="华文楷体" panose="02010600040101010101" pitchFamily="2" charset="-122"/>
              </a:rPr>
              <a:t> </a:t>
            </a:r>
            <a:r>
              <a:rPr lang="en-US" altLang="zh-CN" sz="2400" b="1" dirty="0" err="1">
                <a:solidFill>
                  <a:srgbClr val="FFFF00"/>
                </a:solidFill>
                <a:latin typeface="Times New Roman" panose="02020603050405020304" pitchFamily="18" charset="0"/>
                <a:ea typeface="华文楷体" panose="02010600040101010101" pitchFamily="2" charset="-122"/>
              </a:rPr>
              <a:t>thread_local</a:t>
            </a:r>
            <a:r>
              <a:rPr lang="zh-CN" altLang="en-US" sz="2400" b="1" dirty="0" smtClean="0">
                <a:solidFill>
                  <a:srgbClr val="FFFF00"/>
                </a:solidFill>
                <a:latin typeface="Times New Roman" panose="02020603050405020304" pitchFamily="18" charset="0"/>
                <a:ea typeface="华文楷体" panose="02010600040101010101" pitchFamily="2" charset="-122"/>
              </a:rPr>
              <a:t>：</a:t>
            </a:r>
            <a:r>
              <a:rPr lang="zh-CN" altLang="en-US" sz="2400" b="1" dirty="0" smtClean="0">
                <a:latin typeface="Times New Roman" panose="02020603050405020304" pitchFamily="18" charset="0"/>
                <a:ea typeface="华文楷体" panose="02010600040101010101" pitchFamily="2" charset="-122"/>
              </a:rPr>
              <a:t>具有</a:t>
            </a:r>
            <a:r>
              <a:rPr lang="zh-CN" altLang="en-US" sz="2400" b="1" dirty="0">
                <a:latin typeface="Times New Roman" panose="02020603050405020304" pitchFamily="18" charset="0"/>
                <a:ea typeface="华文楷体" panose="02010600040101010101" pitchFamily="2" charset="-122"/>
              </a:rPr>
              <a:t>线程存储生存期，是</a:t>
            </a:r>
            <a:r>
              <a:rPr lang="en-US" altLang="zh-CN" sz="2400" b="1" dirty="0">
                <a:latin typeface="Times New Roman" panose="02020603050405020304" pitchFamily="18" charset="0"/>
                <a:ea typeface="华文楷体" panose="02010600040101010101" pitchFamily="2" charset="-122"/>
              </a:rPr>
              <a:t>Thread</a:t>
            </a:r>
            <a:r>
              <a:rPr lang="zh-CN" altLang="en-US" sz="2400" b="1" dirty="0">
                <a:latin typeface="Times New Roman" panose="02020603050405020304" pitchFamily="18" charset="0"/>
                <a:ea typeface="华文楷体" panose="02010600040101010101" pitchFamily="2" charset="-122"/>
              </a:rPr>
              <a:t>的局部变量，用于编多线程程序</a:t>
            </a:r>
            <a:r>
              <a:rPr lang="zh-CN" altLang="en-US" sz="2400" b="1" dirty="0" smtClean="0">
                <a:latin typeface="Times New Roman" panose="02020603050405020304" pitchFamily="18" charset="0"/>
                <a:ea typeface="华文楷体" panose="02010600040101010101" pitchFamily="2" charset="-122"/>
              </a:rPr>
              <a:t>。只能用于修饰命名空间以及块作用域中的变量，或者已经被指定为</a:t>
            </a:r>
            <a:r>
              <a:rPr lang="en-US" altLang="zh-CN" sz="2400" b="1" dirty="0" smtClean="0">
                <a:latin typeface="Times New Roman" panose="02020603050405020304" pitchFamily="18" charset="0"/>
                <a:ea typeface="华文楷体" panose="02010600040101010101" pitchFamily="2" charset="-122"/>
              </a:rPr>
              <a:t>static</a:t>
            </a:r>
            <a:r>
              <a:rPr lang="zh-CN" altLang="en-US" sz="2400" b="1" dirty="0" smtClean="0">
                <a:latin typeface="Times New Roman" panose="02020603050405020304" pitchFamily="18" charset="0"/>
                <a:ea typeface="华文楷体" panose="02010600040101010101" pitchFamily="2" charset="-122"/>
              </a:rPr>
              <a:t>的变量。</a:t>
            </a:r>
            <a:endParaRPr lang="en-US" altLang="zh-CN" sz="2400" b="1" dirty="0">
              <a:latin typeface="Times New Roman" panose="02020603050405020304" pitchFamily="18" charset="0"/>
              <a:ea typeface="华文楷体" panose="02010600040101010101" pitchFamily="2" charset="-122"/>
            </a:endParaRPr>
          </a:p>
          <a:p>
            <a:pPr marL="522605" lvl="1" indent="-342900" algn="l">
              <a:spcBef>
                <a:spcPct val="10000"/>
              </a:spcBef>
              <a:buClr>
                <a:srgbClr val="00B0F0"/>
              </a:buClr>
              <a:buFont typeface="Wingdings" panose="05000000000000000000" pitchFamily="2" charset="2"/>
              <a:buChar char="u"/>
            </a:pPr>
            <a:r>
              <a:rPr lang="en-US" altLang="zh-CN" sz="2400" b="1" dirty="0" smtClean="0">
                <a:solidFill>
                  <a:srgbClr val="FFFF00"/>
                </a:solidFill>
                <a:latin typeface="Times New Roman" panose="02020603050405020304" pitchFamily="18" charset="0"/>
                <a:ea typeface="华文楷体" panose="02010600040101010101" pitchFamily="2" charset="-122"/>
              </a:rPr>
              <a:t>mutable</a:t>
            </a:r>
            <a:r>
              <a:rPr lang="zh-CN" altLang="en-US" sz="2400" b="1" dirty="0" smtClean="0">
                <a:latin typeface="Times New Roman" panose="02020603050405020304" pitchFamily="18" charset="0"/>
                <a:ea typeface="华文楷体" panose="02010600040101010101" pitchFamily="2" charset="-122"/>
              </a:rPr>
              <a:t>：只能用于类数据成员，并且不能与</a:t>
            </a:r>
            <a:r>
              <a:rPr lang="en-US" altLang="zh-CN" sz="2400" b="1" dirty="0" err="1" smtClean="0">
                <a:latin typeface="Times New Roman" panose="02020603050405020304" pitchFamily="18" charset="0"/>
                <a:ea typeface="华文楷体" panose="02010600040101010101" pitchFamily="2" charset="-122"/>
              </a:rPr>
              <a:t>const</a:t>
            </a:r>
            <a:r>
              <a:rPr lang="zh-CN" altLang="en-US" sz="2400" b="1" dirty="0" smtClean="0">
                <a:latin typeface="Times New Roman" panose="02020603050405020304" pitchFamily="18" charset="0"/>
                <a:ea typeface="华文楷体" panose="02010600040101010101" pitchFamily="2" charset="-122"/>
              </a:rPr>
              <a:t>或者</a:t>
            </a:r>
            <a:r>
              <a:rPr lang="en-US" altLang="zh-CN" sz="2400" b="1" dirty="0">
                <a:latin typeface="Times New Roman" panose="02020603050405020304" pitchFamily="18" charset="0"/>
                <a:ea typeface="华文楷体" panose="02010600040101010101" pitchFamily="2" charset="-122"/>
              </a:rPr>
              <a:t>static</a:t>
            </a:r>
            <a:r>
              <a:rPr lang="zh-CN" altLang="en-US" sz="2400" b="1" dirty="0">
                <a:latin typeface="Times New Roman" panose="02020603050405020304" pitchFamily="18" charset="0"/>
                <a:ea typeface="华文楷体" panose="02010600040101010101" pitchFamily="2" charset="-122"/>
              </a:rPr>
              <a:t>同时使用，不能用来修饰引用变量。 </a:t>
            </a:r>
            <a:r>
              <a:rPr lang="en-US" altLang="zh-CN" sz="2400" b="1" dirty="0">
                <a:latin typeface="Times New Roman" panose="02020603050405020304" pitchFamily="18" charset="0"/>
                <a:ea typeface="华文楷体" panose="02010600040101010101" pitchFamily="2" charset="-122"/>
              </a:rPr>
              <a:t>mutable</a:t>
            </a:r>
            <a:r>
              <a:rPr lang="zh-CN" altLang="en-US" sz="2400" b="1" dirty="0">
                <a:latin typeface="Times New Roman" panose="02020603050405020304" pitchFamily="18" charset="0"/>
                <a:ea typeface="华文楷体" panose="02010600040101010101" pitchFamily="2" charset="-122"/>
              </a:rPr>
              <a:t>关键字是为了突破</a:t>
            </a:r>
            <a:r>
              <a:rPr lang="en-US" altLang="zh-CN" sz="2400" b="1" dirty="0" err="1">
                <a:latin typeface="Times New Roman" panose="02020603050405020304" pitchFamily="18" charset="0"/>
                <a:ea typeface="华文楷体" panose="02010600040101010101" pitchFamily="2" charset="-122"/>
              </a:rPr>
              <a:t>const</a:t>
            </a:r>
            <a:r>
              <a:rPr lang="zh-CN" altLang="en-US" sz="2400" b="1" dirty="0">
                <a:latin typeface="Times New Roman" panose="02020603050405020304" pitchFamily="18" charset="0"/>
                <a:ea typeface="华文楷体" panose="02010600040101010101" pitchFamily="2" charset="-122"/>
              </a:rPr>
              <a:t>关键字的限制</a:t>
            </a:r>
            <a:r>
              <a:rPr lang="en-US" altLang="zh-CN" sz="2400" b="1" dirty="0">
                <a:latin typeface="Times New Roman" panose="02020603050405020304" pitchFamily="18" charset="0"/>
                <a:ea typeface="华文楷体" panose="02010600040101010101" pitchFamily="2" charset="-122"/>
              </a:rPr>
              <a:t>,</a:t>
            </a:r>
            <a:r>
              <a:rPr lang="zh-CN" altLang="en-US" sz="2400" b="1" dirty="0">
                <a:latin typeface="Times New Roman" panose="02020603050405020304" pitchFamily="18" charset="0"/>
                <a:ea typeface="华文楷体" panose="02010600040101010101" pitchFamily="2" charset="-122"/>
              </a:rPr>
              <a:t>被</a:t>
            </a:r>
            <a:r>
              <a:rPr lang="en-US" altLang="zh-CN" sz="2400" b="1" dirty="0">
                <a:latin typeface="Times New Roman" panose="02020603050405020304" pitchFamily="18" charset="0"/>
                <a:ea typeface="华文楷体" panose="02010600040101010101" pitchFamily="2" charset="-122"/>
              </a:rPr>
              <a:t>mutable</a:t>
            </a:r>
            <a:r>
              <a:rPr lang="zh-CN" altLang="en-US" sz="2400" b="1" dirty="0">
                <a:latin typeface="Times New Roman" panose="02020603050405020304" pitchFamily="18" charset="0"/>
                <a:ea typeface="华文楷体" panose="02010600040101010101" pitchFamily="2" charset="-122"/>
              </a:rPr>
              <a:t>关键字修饰的成员变量永远处于可变的</a:t>
            </a:r>
            <a:r>
              <a:rPr lang="zh-CN" altLang="en-US" sz="2400" b="1" dirty="0" smtClean="0">
                <a:latin typeface="Times New Roman" panose="02020603050405020304" pitchFamily="18" charset="0"/>
                <a:ea typeface="华文楷体" panose="02010600040101010101" pitchFamily="2" charset="-122"/>
              </a:rPr>
              <a:t>状态</a:t>
            </a:r>
            <a:r>
              <a:rPr lang="zh-CN" altLang="en-US" sz="2400" b="1" dirty="0">
                <a:latin typeface="Times New Roman" panose="02020603050405020304" pitchFamily="18" charset="0"/>
                <a:ea typeface="华文楷体" panose="02010600040101010101" pitchFamily="2" charset="-122"/>
              </a:rPr>
              <a:t>，</a:t>
            </a:r>
            <a:r>
              <a:rPr lang="zh-CN" altLang="en-US" sz="2400" b="1" dirty="0" smtClean="0">
                <a:latin typeface="Times New Roman" panose="02020603050405020304" pitchFamily="18" charset="0"/>
                <a:ea typeface="华文楷体" panose="02010600040101010101" pitchFamily="2" charset="-122"/>
              </a:rPr>
              <a:t>即使</a:t>
            </a:r>
            <a:r>
              <a:rPr lang="zh-CN" altLang="en-US" sz="2400" b="1" dirty="0">
                <a:latin typeface="Times New Roman" panose="02020603050405020304" pitchFamily="18" charset="0"/>
                <a:ea typeface="华文楷体" panose="02010600040101010101" pitchFamily="2" charset="-122"/>
              </a:rPr>
              <a:t>是在被</a:t>
            </a:r>
            <a:r>
              <a:rPr lang="en-US" altLang="zh-CN" sz="2400" b="1" dirty="0" err="1">
                <a:latin typeface="Times New Roman" panose="02020603050405020304" pitchFamily="18" charset="0"/>
                <a:ea typeface="华文楷体" panose="02010600040101010101" pitchFamily="2" charset="-122"/>
              </a:rPr>
              <a:t>const</a:t>
            </a:r>
            <a:r>
              <a:rPr lang="zh-CN" altLang="en-US" sz="2400" b="1" dirty="0">
                <a:latin typeface="Times New Roman" panose="02020603050405020304" pitchFamily="18" charset="0"/>
                <a:ea typeface="华文楷体" panose="02010600040101010101" pitchFamily="2" charset="-122"/>
              </a:rPr>
              <a:t>修饰的成员函数中。</a:t>
            </a:r>
            <a:endParaRPr lang="zh-CN" altLang="en-US" sz="2400" b="1" dirty="0">
              <a:latin typeface="Times New Roman" panose="02020603050405020304" pitchFamily="18" charset="0"/>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pPr algn="ctr"/>
            <a:r>
              <a:rPr lang="en-US" altLang="zh-CN" b="1" dirty="0">
                <a:ea typeface="隶书" panose="02010509060101010101" pitchFamily="49" charset="-122"/>
              </a:rPr>
              <a:t>2.2.4 </a:t>
            </a:r>
            <a:r>
              <a:rPr lang="zh-CN" altLang="en-US" b="1" dirty="0">
                <a:ea typeface="隶书" panose="02010509060101010101" pitchFamily="49" charset="-122"/>
              </a:rPr>
              <a:t>符号常量</a:t>
            </a:r>
            <a:endParaRPr lang="zh-CN" altLang="en-US" b="1" dirty="0">
              <a:ea typeface="隶书" panose="02010509060101010101" pitchFamily="49" charset="-122"/>
            </a:endParaRPr>
          </a:p>
        </p:txBody>
      </p:sp>
      <p:sp>
        <p:nvSpPr>
          <p:cNvPr id="33795" name="内容占位符 2"/>
          <p:cNvSpPr>
            <a:spLocks noGrp="1"/>
          </p:cNvSpPr>
          <p:nvPr>
            <p:ph idx="1"/>
          </p:nvPr>
        </p:nvSpPr>
        <p:spPr>
          <a:xfrm>
            <a:off x="611560" y="1628800"/>
            <a:ext cx="7886700" cy="4351338"/>
          </a:xfrm>
        </p:spPr>
        <p:txBody>
          <a:bodyPr/>
          <a:lstStyle/>
          <a:p>
            <a:pPr eaLnBrk="1" hangingPunct="1"/>
            <a:r>
              <a:rPr lang="zh-CN" altLang="en-US" sz="2800" b="1" dirty="0" smtClean="0">
                <a:ea typeface="华文楷体" panose="02010600040101010101" pitchFamily="2" charset="-122"/>
              </a:rPr>
              <a:t>符号常量在声明时一定要赋初值，而在程序中间不能改变其值。</a:t>
            </a:r>
            <a:endParaRPr lang="en-US" altLang="zh-CN" sz="2800" b="1" dirty="0" smtClean="0">
              <a:ea typeface="华文楷体" panose="02010600040101010101" pitchFamily="2" charset="-122"/>
            </a:endParaRPr>
          </a:p>
          <a:p>
            <a:pPr lvl="1" eaLnBrk="1" hangingPunct="1">
              <a:buFont typeface="Wingdings" panose="05000000000000000000" pitchFamily="2" charset="2"/>
              <a:buChar char="ü"/>
            </a:pPr>
            <a:r>
              <a:rPr lang="en-US" altLang="zh-CN" sz="2400" b="1" dirty="0" err="1" smtClean="0">
                <a:solidFill>
                  <a:srgbClr val="FFFF00"/>
                </a:solidFill>
                <a:ea typeface="华文楷体" panose="02010600040101010101" pitchFamily="2" charset="-122"/>
              </a:rPr>
              <a:t>const</a:t>
            </a:r>
            <a:r>
              <a:rPr lang="en-US" altLang="zh-CN" sz="2400" b="1" dirty="0" smtClean="0">
                <a:solidFill>
                  <a:srgbClr val="FFFF00"/>
                </a:solidFill>
                <a:ea typeface="华文楷体" panose="02010600040101010101" pitchFamily="2" charset="-122"/>
              </a:rPr>
              <a:t>  </a:t>
            </a:r>
            <a:r>
              <a:rPr lang="zh-CN" altLang="en-US" sz="2400" b="1" dirty="0" smtClean="0">
                <a:solidFill>
                  <a:srgbClr val="FFFF00"/>
                </a:solidFill>
                <a:ea typeface="华文楷体" panose="02010600040101010101" pitchFamily="2" charset="-122"/>
              </a:rPr>
              <a:t>数据类型说明符</a:t>
            </a:r>
            <a:r>
              <a:rPr lang="en-US" altLang="zh-CN" sz="2400" b="1" dirty="0" smtClean="0">
                <a:solidFill>
                  <a:srgbClr val="FFFF00"/>
                </a:solidFill>
                <a:ea typeface="华文楷体" panose="02010600040101010101" pitchFamily="2" charset="-122"/>
              </a:rPr>
              <a:t>  </a:t>
            </a:r>
            <a:r>
              <a:rPr lang="zh-CN" altLang="en-US" sz="2400" b="1" dirty="0" smtClean="0">
                <a:solidFill>
                  <a:srgbClr val="FFFF00"/>
                </a:solidFill>
                <a:ea typeface="华文楷体" panose="02010600040101010101" pitchFamily="2" charset="-122"/>
              </a:rPr>
              <a:t>常量名</a:t>
            </a:r>
            <a:r>
              <a:rPr lang="en-US" altLang="zh-CN" sz="2400" b="1" dirty="0" smtClean="0">
                <a:solidFill>
                  <a:srgbClr val="FFFF00"/>
                </a:solidFill>
                <a:ea typeface="华文楷体" panose="02010600040101010101" pitchFamily="2" charset="-122"/>
              </a:rPr>
              <a:t>=</a:t>
            </a:r>
            <a:r>
              <a:rPr lang="zh-CN" altLang="en-US" sz="2400" b="1" dirty="0" smtClean="0">
                <a:solidFill>
                  <a:srgbClr val="FFFF00"/>
                </a:solidFill>
                <a:ea typeface="华文楷体" panose="02010600040101010101" pitchFamily="2" charset="-122"/>
              </a:rPr>
              <a:t>常量值；</a:t>
            </a:r>
            <a:endParaRPr lang="zh-CN" altLang="en-US" sz="2400" b="1" dirty="0" smtClean="0">
              <a:solidFill>
                <a:srgbClr val="FFFF00"/>
              </a:solidFill>
              <a:ea typeface="华文楷体" panose="02010600040101010101" pitchFamily="2" charset="-122"/>
            </a:endParaRPr>
          </a:p>
          <a:p>
            <a:pPr lvl="1" eaLnBrk="1" hangingPunct="1">
              <a:buFont typeface="Georgia" panose="02040502050405020303" pitchFamily="18" charset="0"/>
              <a:buNone/>
            </a:pPr>
            <a:r>
              <a:rPr lang="zh-CN" altLang="en-US" sz="2400" b="1" dirty="0" smtClean="0">
                <a:ea typeface="华文楷体" panose="02010600040101010101" pitchFamily="2" charset="-122"/>
              </a:rPr>
              <a:t>或：</a:t>
            </a:r>
            <a:endParaRPr lang="zh-CN" altLang="en-US" sz="2400" b="1" dirty="0" smtClean="0">
              <a:ea typeface="华文楷体" panose="02010600040101010101" pitchFamily="2" charset="-122"/>
            </a:endParaRPr>
          </a:p>
          <a:p>
            <a:pPr lvl="1" eaLnBrk="1" hangingPunct="1">
              <a:buFont typeface="Georgia" panose="02040502050405020303" pitchFamily="18" charset="0"/>
              <a:buNone/>
            </a:pPr>
            <a:r>
              <a:rPr lang="zh-CN" altLang="en-US" sz="2400" b="1" dirty="0" smtClean="0">
                <a:ea typeface="华文楷体" panose="02010600040101010101" pitchFamily="2" charset="-122"/>
              </a:rPr>
              <a:t>  </a:t>
            </a:r>
            <a:r>
              <a:rPr lang="zh-CN" altLang="en-US" sz="2400" b="1" dirty="0" smtClean="0">
                <a:solidFill>
                  <a:srgbClr val="FFFF00"/>
                </a:solidFill>
                <a:ea typeface="华文楷体" panose="02010600040101010101" pitchFamily="2" charset="-122"/>
              </a:rPr>
              <a:t>数据类型说明符</a:t>
            </a:r>
            <a:r>
              <a:rPr lang="en-US" altLang="zh-CN" sz="2400" b="1" dirty="0" smtClean="0">
                <a:solidFill>
                  <a:srgbClr val="FFFF00"/>
                </a:solidFill>
                <a:ea typeface="华文楷体" panose="02010600040101010101" pitchFamily="2" charset="-122"/>
              </a:rPr>
              <a:t>  </a:t>
            </a:r>
            <a:r>
              <a:rPr lang="en-US" altLang="zh-CN" sz="2400" b="1" dirty="0" err="1" smtClean="0">
                <a:solidFill>
                  <a:srgbClr val="FFFF00"/>
                </a:solidFill>
                <a:ea typeface="华文楷体" panose="02010600040101010101" pitchFamily="2" charset="-122"/>
              </a:rPr>
              <a:t>const</a:t>
            </a:r>
            <a:r>
              <a:rPr lang="en-US" altLang="zh-CN" sz="2400" b="1" dirty="0" smtClean="0">
                <a:solidFill>
                  <a:srgbClr val="FFFF00"/>
                </a:solidFill>
                <a:ea typeface="华文楷体" panose="02010600040101010101" pitchFamily="2" charset="-122"/>
              </a:rPr>
              <a:t>  </a:t>
            </a:r>
            <a:r>
              <a:rPr lang="zh-CN" altLang="en-US" sz="2400" b="1" dirty="0" smtClean="0">
                <a:solidFill>
                  <a:srgbClr val="FFFF00"/>
                </a:solidFill>
                <a:ea typeface="华文楷体" panose="02010600040101010101" pitchFamily="2" charset="-122"/>
              </a:rPr>
              <a:t>常量名</a:t>
            </a:r>
            <a:r>
              <a:rPr lang="en-US" altLang="zh-CN" sz="2400" b="1" dirty="0" smtClean="0">
                <a:solidFill>
                  <a:srgbClr val="FFFF00"/>
                </a:solidFill>
                <a:ea typeface="华文楷体" panose="02010600040101010101" pitchFamily="2" charset="-122"/>
              </a:rPr>
              <a:t>=</a:t>
            </a:r>
            <a:r>
              <a:rPr lang="zh-CN" altLang="en-US" sz="2400" b="1" dirty="0" smtClean="0">
                <a:solidFill>
                  <a:srgbClr val="FFFF00"/>
                </a:solidFill>
                <a:ea typeface="华文楷体" panose="02010600040101010101" pitchFamily="2" charset="-122"/>
              </a:rPr>
              <a:t>常量值；</a:t>
            </a:r>
            <a:endParaRPr lang="en-US" altLang="zh-CN" sz="2400" b="1" dirty="0" smtClean="0">
              <a:solidFill>
                <a:srgbClr val="FFFF00"/>
              </a:solidFill>
              <a:ea typeface="华文楷体" panose="02010600040101010101" pitchFamily="2" charset="-122"/>
            </a:endParaRPr>
          </a:p>
          <a:p>
            <a:pPr lvl="1" eaLnBrk="1" hangingPunct="1">
              <a:buFont typeface="Georgia" panose="02040502050405020303" pitchFamily="18" charset="0"/>
              <a:buNone/>
            </a:pPr>
            <a:endParaRPr lang="en-US" altLang="zh-CN" sz="2400" b="1" dirty="0" smtClean="0">
              <a:ea typeface="华文楷体" panose="02010600040101010101" pitchFamily="2" charset="-122"/>
            </a:endParaRPr>
          </a:p>
          <a:p>
            <a:pPr lvl="1" eaLnBrk="1" hangingPunct="1">
              <a:buFont typeface="Georgia" panose="02040502050405020303" pitchFamily="18" charset="0"/>
              <a:buNone/>
            </a:pPr>
            <a:r>
              <a:rPr lang="zh-CN" altLang="en-US" sz="2400" b="1" dirty="0" smtClean="0">
                <a:ea typeface="华文楷体" panose="02010600040101010101" pitchFamily="2" charset="-122"/>
              </a:rPr>
              <a:t>例：</a:t>
            </a:r>
            <a:r>
              <a:rPr lang="en-US" altLang="zh-CN" sz="2400" b="1" dirty="0" smtClean="0">
                <a:ea typeface="华文楷体" panose="02010600040101010101" pitchFamily="2" charset="-122"/>
              </a:rPr>
              <a:t> </a:t>
            </a:r>
            <a:r>
              <a:rPr lang="en-US" altLang="zh-CN" sz="2400" b="1" dirty="0" err="1" smtClean="0">
                <a:ea typeface="华文楷体" panose="02010600040101010101" pitchFamily="2" charset="-122"/>
              </a:rPr>
              <a:t>const</a:t>
            </a:r>
            <a:r>
              <a:rPr lang="en-US" altLang="zh-CN" sz="2400" b="1" dirty="0" smtClean="0">
                <a:ea typeface="华文楷体" panose="02010600040101010101" pitchFamily="2" charset="-122"/>
              </a:rPr>
              <a:t> float PI = 3.1415926</a:t>
            </a:r>
            <a:r>
              <a:rPr lang="zh-CN" altLang="en-US" sz="2400" b="1" dirty="0" smtClean="0">
                <a:ea typeface="华文楷体" panose="02010600040101010101" pitchFamily="2" charset="-122"/>
              </a:rPr>
              <a:t>；</a:t>
            </a:r>
            <a:endParaRPr lang="zh-CN" altLang="en-US" sz="2400" b="1" dirty="0" smtClean="0">
              <a:ea typeface="华文楷体" panose="02010600040101010101" pitchFamily="2" charset="-122"/>
            </a:endParaRPr>
          </a:p>
          <a:p>
            <a:pPr lvl="1" eaLnBrk="1" hangingPunct="1"/>
            <a:endParaRPr lang="zh-CN" altLang="en-US" sz="2400" b="1" dirty="0" smtClean="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pPr algn="ctr"/>
            <a:r>
              <a:rPr lang="en-US" altLang="zh-CN" b="1" dirty="0" smtClean="0">
                <a:ea typeface="隶书" panose="02010509060101010101" pitchFamily="49" charset="-122"/>
              </a:rPr>
              <a:t>2.2.5 </a:t>
            </a:r>
            <a:r>
              <a:rPr lang="en-US" altLang="zh-CN" b="1" dirty="0" err="1" smtClean="0">
                <a:ea typeface="隶书" panose="02010509060101010101" pitchFamily="49" charset="-122"/>
              </a:rPr>
              <a:t>constexpr</a:t>
            </a:r>
            <a:r>
              <a:rPr lang="zh-CN" altLang="en-US" b="1" dirty="0" smtClean="0">
                <a:ea typeface="隶书" panose="02010509060101010101" pitchFamily="49" charset="-122"/>
              </a:rPr>
              <a:t>与常量表达式</a:t>
            </a:r>
            <a:endParaRPr lang="zh-CN" altLang="en-US" b="1" dirty="0">
              <a:ea typeface="隶书" panose="02010509060101010101" pitchFamily="49" charset="-122"/>
            </a:endParaRPr>
          </a:p>
        </p:txBody>
      </p:sp>
      <p:sp>
        <p:nvSpPr>
          <p:cNvPr id="33795" name="内容占位符 2"/>
          <p:cNvSpPr>
            <a:spLocks noGrp="1"/>
          </p:cNvSpPr>
          <p:nvPr>
            <p:ph idx="1"/>
          </p:nvPr>
        </p:nvSpPr>
        <p:spPr>
          <a:xfrm>
            <a:off x="611560" y="1628800"/>
            <a:ext cx="7886700" cy="4351338"/>
          </a:xfrm>
        </p:spPr>
        <p:txBody>
          <a:bodyPr/>
          <a:lstStyle/>
          <a:p>
            <a:pPr eaLnBrk="1" hangingPunct="1"/>
            <a:r>
              <a:rPr lang="zh-CN" altLang="en-US" sz="2800" b="1" dirty="0" smtClean="0">
                <a:ea typeface="华文楷体" panose="02010600040101010101" pitchFamily="2" charset="-122"/>
              </a:rPr>
              <a:t>常量表达式：值不能改变的表达式</a:t>
            </a:r>
            <a:endParaRPr lang="en-US" altLang="zh-CN" sz="2400" b="1" dirty="0" smtClean="0">
              <a:ea typeface="华文楷体" panose="02010600040101010101" pitchFamily="2" charset="-122"/>
            </a:endParaRPr>
          </a:p>
          <a:p>
            <a:pPr lvl="1" eaLnBrk="1" hangingPunct="1">
              <a:buFont typeface="Georgia" panose="02040502050405020303" pitchFamily="18" charset="0"/>
              <a:buNone/>
            </a:pPr>
            <a:r>
              <a:rPr lang="zh-CN" altLang="en-US" sz="2400" b="1" dirty="0" smtClean="0">
                <a:ea typeface="华文楷体" panose="02010600040101010101" pitchFamily="2" charset="-122"/>
              </a:rPr>
              <a:t>例：</a:t>
            </a:r>
            <a:r>
              <a:rPr lang="en-US" altLang="zh-CN" sz="2400" b="1" dirty="0" smtClean="0">
                <a:ea typeface="华文楷体" panose="02010600040101010101" pitchFamily="2" charset="-122"/>
              </a:rPr>
              <a:t> </a:t>
            </a:r>
            <a:r>
              <a:rPr lang="en-US" altLang="zh-CN" sz="2400" b="1" dirty="0" err="1" smtClean="0">
                <a:ea typeface="华文楷体" panose="02010600040101010101" pitchFamily="2" charset="-122"/>
              </a:rPr>
              <a:t>const</a:t>
            </a:r>
            <a:r>
              <a:rPr lang="en-US" altLang="zh-CN" sz="2400" b="1" dirty="0" smtClean="0">
                <a:ea typeface="华文楷体" panose="02010600040101010101" pitchFamily="2" charset="-122"/>
              </a:rPr>
              <a:t> float PI = 3.1415926</a:t>
            </a:r>
            <a:r>
              <a:rPr lang="zh-CN" altLang="en-US" sz="2400" b="1" dirty="0" smtClean="0">
                <a:ea typeface="华文楷体" panose="02010600040101010101" pitchFamily="2" charset="-122"/>
              </a:rPr>
              <a:t>；</a:t>
            </a:r>
            <a:br>
              <a:rPr lang="en-US" altLang="zh-CN" sz="2400" b="1" dirty="0" smtClean="0">
                <a:ea typeface="华文楷体" panose="02010600040101010101" pitchFamily="2" charset="-122"/>
              </a:rPr>
            </a:br>
            <a:r>
              <a:rPr lang="en-US" altLang="zh-CN" sz="2400" b="1" dirty="0" smtClean="0">
                <a:ea typeface="华文楷体" panose="02010600040101010101" pitchFamily="2" charset="-122"/>
              </a:rPr>
              <a:t>     </a:t>
            </a:r>
            <a:r>
              <a:rPr lang="en-US" altLang="zh-CN" sz="2400" b="1" dirty="0" err="1" smtClean="0">
                <a:ea typeface="华文楷体" panose="02010600040101010101" pitchFamily="2" charset="-122"/>
              </a:rPr>
              <a:t>const</a:t>
            </a:r>
            <a:r>
              <a:rPr lang="en-US" altLang="zh-CN" sz="2400" b="1" dirty="0" smtClean="0">
                <a:ea typeface="华文楷体" panose="02010600040101010101" pitchFamily="2" charset="-122"/>
              </a:rPr>
              <a:t> </a:t>
            </a:r>
            <a:r>
              <a:rPr lang="en-US" altLang="zh-CN" sz="2400" b="1" dirty="0" err="1" smtClean="0">
                <a:ea typeface="华文楷体" panose="02010600040101010101" pitchFamily="2" charset="-122"/>
              </a:rPr>
              <a:t>int</a:t>
            </a:r>
            <a:r>
              <a:rPr lang="en-US" altLang="zh-CN" sz="2400" b="1" dirty="0" smtClean="0">
                <a:ea typeface="华文楷体" panose="02010600040101010101" pitchFamily="2" charset="-122"/>
              </a:rPr>
              <a:t> size=</a:t>
            </a:r>
            <a:r>
              <a:rPr lang="en-US" altLang="zh-CN" sz="2400" b="1" dirty="0" err="1" smtClean="0">
                <a:ea typeface="华文楷体" panose="02010600040101010101" pitchFamily="2" charset="-122"/>
              </a:rPr>
              <a:t>get_size</a:t>
            </a:r>
            <a:r>
              <a:rPr lang="en-US" altLang="zh-CN" sz="2400" b="1" dirty="0" smtClean="0">
                <a:ea typeface="华文楷体" panose="02010600040101010101" pitchFamily="2" charset="-122"/>
              </a:rPr>
              <a:t>();  //size</a:t>
            </a:r>
            <a:r>
              <a:rPr lang="zh-CN" altLang="en-US" sz="2400" b="1" dirty="0" smtClean="0">
                <a:ea typeface="华文楷体" panose="02010600040101010101" pitchFamily="2" charset="-122"/>
              </a:rPr>
              <a:t>不是常量表达式</a:t>
            </a:r>
            <a:endParaRPr lang="en-US" altLang="zh-CN" sz="2400" b="1" dirty="0" smtClean="0">
              <a:ea typeface="华文楷体" panose="02010600040101010101" pitchFamily="2" charset="-122"/>
            </a:endParaRPr>
          </a:p>
          <a:p>
            <a:pPr lvl="1" eaLnBrk="1" hangingPunct="1">
              <a:buFont typeface="Georgia" panose="02040502050405020303" pitchFamily="18" charset="0"/>
              <a:buNone/>
            </a:pPr>
            <a:endParaRPr lang="en-US" altLang="zh-CN" sz="2400" b="1" dirty="0">
              <a:ea typeface="华文楷体" panose="02010600040101010101" pitchFamily="2" charset="-122"/>
            </a:endParaRPr>
          </a:p>
          <a:p>
            <a:pPr lvl="1" eaLnBrk="1" hangingPunct="1">
              <a:buFont typeface="Georgia" panose="02040502050405020303" pitchFamily="18" charset="0"/>
              <a:buNone/>
            </a:pPr>
            <a:endParaRPr lang="en-US" altLang="zh-CN" sz="2400" b="1" dirty="0" smtClean="0">
              <a:ea typeface="华文楷体" panose="02010600040101010101" pitchFamily="2" charset="-122"/>
            </a:endParaRPr>
          </a:p>
          <a:p>
            <a:pPr>
              <a:buFont typeface="Wingdings" panose="05000000000000000000" pitchFamily="2" charset="2"/>
              <a:buChar char="u"/>
            </a:pPr>
            <a:r>
              <a:rPr lang="en-US" altLang="zh-CN" b="1" dirty="0" err="1">
                <a:ea typeface="华文楷体" panose="02010600040101010101" pitchFamily="2" charset="-122"/>
              </a:rPr>
              <a:t>constexpt</a:t>
            </a:r>
            <a:r>
              <a:rPr lang="en-US" altLang="zh-CN" b="1" dirty="0">
                <a:ea typeface="华文楷体" panose="02010600040101010101" pitchFamily="2" charset="-122"/>
              </a:rPr>
              <a:t>:</a:t>
            </a:r>
            <a:r>
              <a:rPr lang="zh-CN" altLang="en-US" b="1" dirty="0">
                <a:ea typeface="华文楷体" panose="02010600040101010101" pitchFamily="2" charset="-122"/>
              </a:rPr>
              <a:t>被修饰的变量暗含</a:t>
            </a:r>
            <a:r>
              <a:rPr lang="en-US" altLang="zh-CN" b="1" dirty="0" err="1">
                <a:ea typeface="华文楷体" panose="02010600040101010101" pitchFamily="2" charset="-122"/>
              </a:rPr>
              <a:t>const</a:t>
            </a:r>
            <a:r>
              <a:rPr lang="zh-CN" altLang="en-US" b="1" dirty="0">
                <a:ea typeface="华文楷体" panose="02010600040101010101" pitchFamily="2" charset="-122"/>
              </a:rPr>
              <a:t>属性</a:t>
            </a:r>
            <a:endParaRPr lang="en-US" altLang="zh-CN" b="1" dirty="0">
              <a:ea typeface="华文楷体" panose="02010600040101010101" pitchFamily="2" charset="-122"/>
            </a:endParaRPr>
          </a:p>
          <a:p>
            <a:pPr lvl="1">
              <a:buNone/>
            </a:pPr>
            <a:r>
              <a:rPr lang="zh-CN" altLang="en-US" sz="2400" b="1" dirty="0">
                <a:ea typeface="华文楷体" panose="02010600040101010101" pitchFamily="2" charset="-122"/>
              </a:rPr>
              <a:t>例：</a:t>
            </a:r>
            <a:r>
              <a:rPr lang="en-US" altLang="zh-CN" sz="2400" b="1" dirty="0">
                <a:ea typeface="华文楷体" panose="02010600040101010101" pitchFamily="2" charset="-122"/>
              </a:rPr>
              <a:t> </a:t>
            </a:r>
            <a:r>
              <a:rPr lang="en-US" altLang="zh-CN" sz="2400" b="1" dirty="0" err="1" smtClean="0">
                <a:ea typeface="华文楷体" panose="02010600040101010101" pitchFamily="2" charset="-122"/>
              </a:rPr>
              <a:t>constexpr</a:t>
            </a:r>
            <a:r>
              <a:rPr lang="en-US" altLang="zh-CN" sz="2400" b="1" dirty="0" smtClean="0">
                <a:ea typeface="华文楷体" panose="02010600040101010101" pitchFamily="2" charset="-122"/>
              </a:rPr>
              <a:t> </a:t>
            </a:r>
            <a:r>
              <a:rPr lang="en-US" altLang="zh-CN" sz="2400" b="1" dirty="0" err="1" smtClean="0">
                <a:ea typeface="华文楷体" panose="02010600040101010101" pitchFamily="2" charset="-122"/>
              </a:rPr>
              <a:t>int</a:t>
            </a:r>
            <a:r>
              <a:rPr lang="en-US" altLang="zh-CN" sz="2400" b="1" dirty="0" smtClean="0">
                <a:ea typeface="华文楷体" panose="02010600040101010101" pitchFamily="2" charset="-122"/>
              </a:rPr>
              <a:t> size=</a:t>
            </a:r>
            <a:r>
              <a:rPr lang="en-US" altLang="zh-CN" sz="2400" b="1" dirty="0" err="1" smtClean="0">
                <a:ea typeface="华文楷体" panose="02010600040101010101" pitchFamily="2" charset="-122"/>
              </a:rPr>
              <a:t>get_size</a:t>
            </a:r>
            <a:r>
              <a:rPr lang="en-US" altLang="zh-CN" sz="2400" b="1" dirty="0">
                <a:ea typeface="华文楷体" panose="02010600040101010101" pitchFamily="2" charset="-122"/>
              </a:rPr>
              <a:t>(); </a:t>
            </a:r>
            <a:endParaRPr lang="en-US" altLang="zh-CN" sz="2400" b="1" dirty="0" smtClean="0">
              <a:ea typeface="华文楷体" panose="02010600040101010101" pitchFamily="2" charset="-122"/>
            </a:endParaRPr>
          </a:p>
          <a:p>
            <a:pPr lvl="1">
              <a:buNone/>
            </a:pPr>
            <a:r>
              <a:rPr lang="en-US" altLang="zh-CN" sz="2400" b="1" dirty="0" smtClean="0">
                <a:ea typeface="华文楷体" panose="02010600040101010101" pitchFamily="2" charset="-122"/>
              </a:rPr>
              <a:t> //</a:t>
            </a:r>
            <a:r>
              <a:rPr lang="zh-CN" altLang="en-US" sz="2400" b="1" dirty="0" smtClean="0">
                <a:ea typeface="华文楷体" panose="02010600040101010101" pitchFamily="2" charset="-122"/>
              </a:rPr>
              <a:t>当</a:t>
            </a:r>
            <a:r>
              <a:rPr lang="en-US" altLang="zh-CN" sz="2400" b="1" dirty="0" err="1" smtClean="0">
                <a:ea typeface="华文楷体" panose="02010600040101010101" pitchFamily="2" charset="-122"/>
              </a:rPr>
              <a:t>get_size</a:t>
            </a:r>
            <a:r>
              <a:rPr lang="en-US" altLang="zh-CN" sz="2400" b="1" dirty="0" smtClean="0">
                <a:ea typeface="华文楷体" panose="02010600040101010101" pitchFamily="2" charset="-122"/>
              </a:rPr>
              <a:t>()</a:t>
            </a:r>
            <a:r>
              <a:rPr lang="zh-CN" altLang="en-US" sz="2400" b="1" dirty="0" smtClean="0">
                <a:ea typeface="华文楷体" panose="02010600040101010101" pitchFamily="2" charset="-122"/>
              </a:rPr>
              <a:t>是</a:t>
            </a:r>
            <a:r>
              <a:rPr lang="en-US" altLang="zh-CN" sz="2400" b="1" dirty="0" err="1" smtClean="0">
                <a:ea typeface="华文楷体" panose="02010600040101010101" pitchFamily="2" charset="-122"/>
              </a:rPr>
              <a:t>constexpr</a:t>
            </a:r>
            <a:r>
              <a:rPr lang="zh-CN" altLang="en-US" sz="2400" b="1" dirty="0" smtClean="0">
                <a:ea typeface="华文楷体" panose="02010600040101010101" pitchFamily="2" charset="-122"/>
              </a:rPr>
              <a:t>函数时，编译能通过</a:t>
            </a:r>
            <a:endParaRPr lang="zh-CN" altLang="en-US" sz="2400" b="1" dirty="0" smtClean="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algn="ctr"/>
            <a:r>
              <a:rPr lang="en-US" altLang="zh-CN" b="1" dirty="0" smtClean="0">
                <a:ea typeface="隶书" panose="02010509060101010101" pitchFamily="49" charset="-122"/>
              </a:rPr>
              <a:t>2.2.6</a:t>
            </a:r>
            <a:r>
              <a:rPr lang="zh-CN" altLang="en-US" b="1" dirty="0" smtClean="0">
                <a:ea typeface="隶书" panose="02010509060101010101" pitchFamily="49" charset="-122"/>
              </a:rPr>
              <a:t>、运算符和表达式：</a:t>
            </a:r>
            <a:br>
              <a:rPr lang="en-US" altLang="zh-CN" b="1" dirty="0" smtClean="0">
                <a:ea typeface="隶书" panose="02010509060101010101" pitchFamily="49" charset="-122"/>
              </a:rPr>
            </a:br>
            <a:r>
              <a:rPr lang="zh-CN" altLang="en-US" b="1" dirty="0" smtClean="0">
                <a:ea typeface="隶书" panose="02010509060101010101" pitchFamily="49" charset="-122"/>
              </a:rPr>
              <a:t>表达式</a:t>
            </a:r>
            <a:r>
              <a:rPr lang="zh-CN" altLang="en-US" b="1" dirty="0">
                <a:ea typeface="隶书" panose="02010509060101010101" pitchFamily="49" charset="-122"/>
              </a:rPr>
              <a:t>的基本特征</a:t>
            </a:r>
            <a:endParaRPr lang="zh-CN" altLang="en-US" b="1" dirty="0">
              <a:ea typeface="隶书" panose="02010509060101010101" pitchFamily="49" charset="-122"/>
            </a:endParaRPr>
          </a:p>
        </p:txBody>
      </p:sp>
      <p:sp>
        <p:nvSpPr>
          <p:cNvPr id="6150" name="Rectangle 6"/>
          <p:cNvSpPr>
            <a:spLocks noChangeArrowheads="1"/>
          </p:cNvSpPr>
          <p:nvPr/>
        </p:nvSpPr>
        <p:spPr bwMode="auto">
          <a:xfrm>
            <a:off x="621802" y="1844824"/>
            <a:ext cx="8120063" cy="2952328"/>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Clr>
                <a:srgbClr val="00B0F0"/>
              </a:buClr>
              <a:buSzPct val="80000"/>
              <a:buNone/>
            </a:pPr>
            <a:r>
              <a:rPr kumimoji="1" lang="zh-CN" altLang="en-US" sz="3200" b="1" dirty="0">
                <a:solidFill>
                  <a:srgbClr val="FFFF00"/>
                </a:solidFill>
                <a:latin typeface="Times New Roman" panose="02020603050405020304" pitchFamily="18" charset="0"/>
                <a:ea typeface="华文楷体" panose="02010600040101010101" pitchFamily="2" charset="-122"/>
              </a:rPr>
              <a:t>表达式，就像英文中一个完整的语句：</a:t>
            </a:r>
            <a:endParaRPr kumimoji="1" lang="zh-CN" altLang="en-US" sz="3200" b="1" dirty="0">
              <a:solidFill>
                <a:srgbClr val="FFFF00"/>
              </a:solidFill>
              <a:latin typeface="Times New Roman" panose="02020603050405020304" pitchFamily="18" charset="0"/>
              <a:ea typeface="华文楷体" panose="02010600040101010101" pitchFamily="2" charset="-122"/>
            </a:endParaRPr>
          </a:p>
          <a:p>
            <a:pPr marL="457200" indent="-457200" algn="l" eaLnBrk="1" hangingPunct="1">
              <a:spcBef>
                <a:spcPct val="50000"/>
              </a:spcBef>
              <a:buClr>
                <a:srgbClr val="00B0F0"/>
              </a:buClr>
              <a:buSzPct val="80000"/>
              <a:buFont typeface="Wingdings" panose="05000000000000000000" pitchFamily="2" charset="2"/>
              <a:buChar char="u"/>
            </a:pPr>
            <a:r>
              <a:rPr kumimoji="1" lang="zh-CN" altLang="en-US" sz="2800" b="1" dirty="0">
                <a:latin typeface="Times New Roman" panose="02020603050405020304" pitchFamily="18" charset="0"/>
                <a:ea typeface="华文楷体" panose="02010600040101010101" pitchFamily="2" charset="-122"/>
              </a:rPr>
              <a:t>  </a:t>
            </a:r>
            <a:r>
              <a:rPr kumimoji="1" lang="zh-CN" altLang="en-US" sz="2800" b="1" dirty="0">
                <a:solidFill>
                  <a:srgbClr val="FFFF00"/>
                </a:solidFill>
                <a:latin typeface="Times New Roman" panose="02020603050405020304" pitchFamily="18" charset="0"/>
                <a:ea typeface="华文楷体" panose="02010600040101010101" pitchFamily="2" charset="-122"/>
              </a:rPr>
              <a:t>动词</a:t>
            </a:r>
            <a:r>
              <a:rPr kumimoji="1" lang="zh-CN" altLang="en-US" sz="2800" b="1" dirty="0">
                <a:latin typeface="Times New Roman" panose="02020603050405020304" pitchFamily="18" charset="0"/>
                <a:ea typeface="华文楷体" panose="02010600040101010101" pitchFamily="2" charset="-122"/>
              </a:rPr>
              <a:t>：操作符或函数；要完成的操作或动作。</a:t>
            </a:r>
            <a:endParaRPr kumimoji="1" lang="zh-CN" altLang="en-US" sz="2800" b="1" dirty="0">
              <a:latin typeface="Times New Roman" panose="02020603050405020304" pitchFamily="18" charset="0"/>
              <a:ea typeface="华文楷体" panose="02010600040101010101" pitchFamily="2" charset="-122"/>
            </a:endParaRPr>
          </a:p>
          <a:p>
            <a:pPr marL="457200" indent="-457200" algn="l" eaLnBrk="1" hangingPunct="1">
              <a:spcBef>
                <a:spcPct val="50000"/>
              </a:spcBef>
              <a:buClr>
                <a:srgbClr val="00B0F0"/>
              </a:buClr>
              <a:buSzPct val="80000"/>
              <a:buFont typeface="Wingdings" panose="05000000000000000000" pitchFamily="2" charset="2"/>
              <a:buChar char="u"/>
            </a:pPr>
            <a:r>
              <a:rPr kumimoji="1" lang="zh-CN" altLang="en-US" sz="2800" b="1" dirty="0">
                <a:latin typeface="Times New Roman" panose="02020603050405020304" pitchFamily="18" charset="0"/>
                <a:ea typeface="华文楷体" panose="02010600040101010101" pitchFamily="2" charset="-122"/>
              </a:rPr>
              <a:t>  </a:t>
            </a:r>
            <a:r>
              <a:rPr kumimoji="1" lang="zh-CN" altLang="en-US" sz="2800" b="1" dirty="0">
                <a:solidFill>
                  <a:srgbClr val="FFFF00"/>
                </a:solidFill>
                <a:latin typeface="Times New Roman" panose="02020603050405020304" pitchFamily="18" charset="0"/>
                <a:ea typeface="华文楷体" panose="02010600040101010101" pitchFamily="2" charset="-122"/>
              </a:rPr>
              <a:t>名词</a:t>
            </a:r>
            <a:r>
              <a:rPr kumimoji="1" lang="zh-CN" altLang="en-US" sz="2800" b="1" dirty="0">
                <a:latin typeface="Times New Roman" panose="02020603050405020304" pitchFamily="18" charset="0"/>
                <a:ea typeface="华文楷体" panose="02010600040101010101" pitchFamily="2" charset="-122"/>
              </a:rPr>
              <a:t>：变量或常量，运算对象。</a:t>
            </a:r>
            <a:endParaRPr kumimoji="1" lang="zh-CN" altLang="en-US" sz="2800" b="1" dirty="0">
              <a:latin typeface="Times New Roman" panose="02020603050405020304" pitchFamily="18" charset="0"/>
              <a:ea typeface="华文楷体" panose="02010600040101010101" pitchFamily="2" charset="-122"/>
            </a:endParaRPr>
          </a:p>
          <a:p>
            <a:pPr marL="457200" indent="-457200" algn="l" eaLnBrk="1" hangingPunct="1">
              <a:spcBef>
                <a:spcPct val="50000"/>
              </a:spcBef>
              <a:buClr>
                <a:srgbClr val="00B0F0"/>
              </a:buClr>
              <a:buSzPct val="80000"/>
              <a:buFont typeface="Wingdings" panose="05000000000000000000" pitchFamily="2" charset="2"/>
              <a:buChar char="u"/>
            </a:pPr>
            <a:r>
              <a:rPr kumimoji="1" lang="zh-CN" altLang="en-US" sz="2800" b="1" dirty="0">
                <a:latin typeface="Times New Roman" panose="02020603050405020304" pitchFamily="18" charset="0"/>
                <a:ea typeface="华文楷体" panose="02010600040101010101" pitchFamily="2" charset="-122"/>
              </a:rPr>
              <a:t>  </a:t>
            </a:r>
            <a:r>
              <a:rPr kumimoji="1" lang="zh-CN" altLang="en-US" sz="2800" b="1" dirty="0">
                <a:solidFill>
                  <a:srgbClr val="FFFF00"/>
                </a:solidFill>
                <a:latin typeface="Times New Roman" panose="02020603050405020304" pitchFamily="18" charset="0"/>
                <a:ea typeface="华文楷体" panose="02010600040101010101" pitchFamily="2" charset="-122"/>
              </a:rPr>
              <a:t>一个结果</a:t>
            </a:r>
            <a:r>
              <a:rPr kumimoji="1" lang="zh-CN" altLang="en-US" sz="2800" b="1" dirty="0">
                <a:latin typeface="Times New Roman" panose="02020603050405020304" pitchFamily="18" charset="0"/>
                <a:ea typeface="华文楷体" panose="02010600040101010101" pitchFamily="2" charset="-122"/>
              </a:rPr>
              <a:t>：表达式的值</a:t>
            </a:r>
            <a:r>
              <a:rPr kumimoji="1" lang="zh-CN" altLang="en-US" sz="2800" b="1" dirty="0" smtClean="0">
                <a:latin typeface="Times New Roman" panose="02020603050405020304" pitchFamily="18" charset="0"/>
                <a:ea typeface="华文楷体" panose="02010600040101010101" pitchFamily="2" charset="-122"/>
              </a:rPr>
              <a:t>。</a:t>
            </a:r>
            <a:endParaRPr kumimoji="1" lang="zh-CN" altLang="en-US" sz="2800" b="1" dirty="0">
              <a:latin typeface="Times New Roman" panose="02020603050405020304" pitchFamily="18" charset="0"/>
              <a:ea typeface="华文楷体" panose="02010600040101010101" pitchFamily="2" charset="-122"/>
            </a:endParaRPr>
          </a:p>
          <a:p>
            <a:pPr marL="342900" indent="-342900" algn="l" eaLnBrk="1" hangingPunct="1">
              <a:spcBef>
                <a:spcPct val="50000"/>
              </a:spcBef>
              <a:buClr>
                <a:srgbClr val="00B0F0"/>
              </a:buClr>
              <a:buSzPct val="80000"/>
              <a:buFont typeface="Wingdings" panose="05000000000000000000" pitchFamily="2" charset="2"/>
              <a:buChar char="u"/>
            </a:pPr>
            <a:endParaRPr kumimoji="1" lang="en-US" altLang="zh-CN" sz="2000" b="1" dirty="0">
              <a:latin typeface="Times New Roman" panose="02020603050405020304" pitchFamily="18" charset="0"/>
              <a:ea typeface="华文楷体" panose="02010600040101010101" pitchFamily="2" charset="-122"/>
            </a:endParaRPr>
          </a:p>
        </p:txBody>
      </p:sp>
      <p:sp>
        <p:nvSpPr>
          <p:cNvPr id="3" name="文本框 2"/>
          <p:cNvSpPr txBox="1"/>
          <p:nvPr/>
        </p:nvSpPr>
        <p:spPr>
          <a:xfrm>
            <a:off x="467543" y="4653136"/>
            <a:ext cx="8274321" cy="1754326"/>
          </a:xfrm>
          <a:prstGeom prst="rect">
            <a:avLst/>
          </a:prstGeom>
          <a:noFill/>
        </p:spPr>
        <p:txBody>
          <a:bodyPr wrap="square" rtlCol="0">
            <a:spAutoFit/>
          </a:bodyPr>
          <a:lstStyle/>
          <a:p>
            <a:pPr algn="l"/>
            <a:r>
              <a:rPr lang="zh-CN" altLang="en-US" sz="3600" dirty="0" smtClean="0"/>
              <a:t>语句、表达式、单词</a:t>
            </a:r>
            <a:r>
              <a:rPr lang="en-US" altLang="zh-CN" sz="3600" dirty="0" smtClean="0"/>
              <a:t>……</a:t>
            </a:r>
            <a:endParaRPr lang="en-US" altLang="zh-CN" sz="3600" dirty="0" smtClean="0"/>
          </a:p>
          <a:p>
            <a:pPr algn="l"/>
            <a:r>
              <a:rPr lang="en-US" altLang="zh-CN" sz="3600" dirty="0"/>
              <a:t> </a:t>
            </a:r>
            <a:r>
              <a:rPr lang="en-US" altLang="zh-CN" sz="3600" dirty="0" smtClean="0"/>
              <a:t>     C</a:t>
            </a:r>
            <a:r>
              <a:rPr lang="zh-CN" altLang="en-US" sz="3600" dirty="0" smtClean="0"/>
              <a:t>语言的借鉴 </a:t>
            </a:r>
            <a:r>
              <a:rPr lang="en-US" altLang="zh-CN" sz="3600" dirty="0" smtClean="0"/>
              <a:t>from English</a:t>
            </a:r>
            <a:endParaRPr lang="en-US" altLang="zh-CN" sz="3600" dirty="0" smtClean="0"/>
          </a:p>
          <a:p>
            <a:pPr algn="r"/>
            <a:r>
              <a:rPr lang="zh-CN" altLang="en-US" sz="3600" dirty="0" smtClean="0">
                <a:latin typeface="华文行楷" panose="02010800040101010101" pitchFamily="2" charset="-122"/>
                <a:ea typeface="华文行楷" panose="02010800040101010101" pitchFamily="2" charset="-122"/>
              </a:rPr>
              <a:t>留待后续</a:t>
            </a:r>
            <a:r>
              <a:rPr lang="zh-CN" altLang="en-US" sz="3600" dirty="0">
                <a:latin typeface="华文行楷" panose="02010800040101010101" pitchFamily="2" charset="-122"/>
                <a:ea typeface="华文行楷" panose="02010800040101010101" pitchFamily="2" charset="-122"/>
              </a:rPr>
              <a:t>学习，体会、</a:t>
            </a:r>
            <a:r>
              <a:rPr lang="zh-CN" altLang="en-US" sz="3600" dirty="0" smtClean="0">
                <a:latin typeface="华文行楷" panose="02010800040101010101" pitchFamily="2" charset="-122"/>
                <a:ea typeface="华文行楷" panose="02010800040101010101" pitchFamily="2" charset="-122"/>
              </a:rPr>
              <a:t>感悟</a:t>
            </a:r>
            <a:r>
              <a:rPr lang="en-US" altLang="zh-CN" sz="3600" dirty="0" smtClean="0">
                <a:latin typeface="华文行楷" panose="02010800040101010101" pitchFamily="2" charset="-122"/>
                <a:ea typeface="华文行楷" panose="02010800040101010101" pitchFamily="2" charset="-122"/>
              </a:rPr>
              <a:t>!</a:t>
            </a:r>
            <a:endParaRPr lang="zh-CN" altLang="en-US" sz="3600" dirty="0">
              <a:latin typeface="华文行楷" panose="02010800040101010101" pitchFamily="2" charset="-122"/>
              <a:ea typeface="华文行楷"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50">
                                            <p:bg/>
                                          </p:spTgt>
                                        </p:tgtEl>
                                        <p:attrNameLst>
                                          <p:attrName>style.visibility</p:attrName>
                                        </p:attrNameLst>
                                      </p:cBhvr>
                                      <p:to>
                                        <p:strVal val="visible"/>
                                      </p:to>
                                    </p:set>
                                    <p:anim calcmode="lin" valueType="num">
                                      <p:cBhvr additive="base">
                                        <p:cTn id="7" dur="500" fill="hold"/>
                                        <p:tgtEl>
                                          <p:spTgt spid="6150">
                                            <p:bg/>
                                          </p:spTgt>
                                        </p:tgtEl>
                                        <p:attrNameLst>
                                          <p:attrName>ppt_x</p:attrName>
                                        </p:attrNameLst>
                                      </p:cBhvr>
                                      <p:tavLst>
                                        <p:tav tm="0">
                                          <p:val>
                                            <p:strVal val="0-#ppt_w/2"/>
                                          </p:val>
                                        </p:tav>
                                        <p:tav tm="100000">
                                          <p:val>
                                            <p:strVal val="#ppt_x"/>
                                          </p:val>
                                        </p:tav>
                                      </p:tavLst>
                                    </p:anim>
                                    <p:anim calcmode="lin" valueType="num">
                                      <p:cBhvr additive="base">
                                        <p:cTn id="8" dur="500" fill="hold"/>
                                        <p:tgtEl>
                                          <p:spTgt spid="6150">
                                            <p:bg/>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150">
                                            <p:txEl>
                                              <p:pRg st="0" end="0"/>
                                            </p:txEl>
                                          </p:spTgt>
                                        </p:tgtEl>
                                        <p:attrNameLst>
                                          <p:attrName>style.visibility</p:attrName>
                                        </p:attrNameLst>
                                      </p:cBhvr>
                                      <p:to>
                                        <p:strVal val="visible"/>
                                      </p:to>
                                    </p:set>
                                    <p:anim calcmode="lin" valueType="num">
                                      <p:cBhvr additive="base">
                                        <p:cTn id="13" dur="500" fill="hold"/>
                                        <p:tgtEl>
                                          <p:spTgt spid="6150">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15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150">
                                            <p:txEl>
                                              <p:pRg st="1" end="1"/>
                                            </p:txEl>
                                          </p:spTgt>
                                        </p:tgtEl>
                                        <p:attrNameLst>
                                          <p:attrName>style.visibility</p:attrName>
                                        </p:attrNameLst>
                                      </p:cBhvr>
                                      <p:to>
                                        <p:strVal val="visible"/>
                                      </p:to>
                                    </p:set>
                                    <p:anim calcmode="lin" valueType="num">
                                      <p:cBhvr additive="base">
                                        <p:cTn id="19" dur="500" fill="hold"/>
                                        <p:tgtEl>
                                          <p:spTgt spid="6150">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15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150">
                                            <p:txEl>
                                              <p:pRg st="2" end="2"/>
                                            </p:txEl>
                                          </p:spTgt>
                                        </p:tgtEl>
                                        <p:attrNameLst>
                                          <p:attrName>style.visibility</p:attrName>
                                        </p:attrNameLst>
                                      </p:cBhvr>
                                      <p:to>
                                        <p:strVal val="visible"/>
                                      </p:to>
                                    </p:set>
                                    <p:anim calcmode="lin" valueType="num">
                                      <p:cBhvr additive="base">
                                        <p:cTn id="25" dur="500" fill="hold"/>
                                        <p:tgtEl>
                                          <p:spTgt spid="6150">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15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150">
                                            <p:txEl>
                                              <p:pRg st="3" end="3"/>
                                            </p:txEl>
                                          </p:spTgt>
                                        </p:tgtEl>
                                        <p:attrNameLst>
                                          <p:attrName>style.visibility</p:attrName>
                                        </p:attrNameLst>
                                      </p:cBhvr>
                                      <p:to>
                                        <p:strVal val="visible"/>
                                      </p:to>
                                    </p:set>
                                    <p:anim calcmode="lin" valueType="num">
                                      <p:cBhvr additive="base">
                                        <p:cTn id="31" dur="500" fill="hold"/>
                                        <p:tgtEl>
                                          <p:spTgt spid="6150">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150">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animBg="1"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lgn="ctr"/>
            <a:r>
              <a:rPr lang="en-US" altLang="zh-CN" b="1" dirty="0" smtClean="0">
                <a:ea typeface="隶书" panose="02010509060101010101" pitchFamily="49" charset="-122"/>
              </a:rPr>
              <a:t>2.2.6</a:t>
            </a:r>
            <a:r>
              <a:rPr lang="zh-CN" altLang="en-US" b="1" dirty="0" smtClean="0">
                <a:ea typeface="隶书" panose="02010509060101010101" pitchFamily="49" charset="-122"/>
              </a:rPr>
              <a:t>、</a:t>
            </a:r>
            <a:r>
              <a:rPr lang="zh-CN" altLang="en-US" b="1" dirty="0">
                <a:ea typeface="隶书" panose="02010509060101010101" pitchFamily="49" charset="-122"/>
              </a:rPr>
              <a:t>运算符和表达式：</a:t>
            </a:r>
            <a:br>
              <a:rPr lang="en-US" altLang="zh-CN" b="1" dirty="0">
                <a:ea typeface="隶书" panose="02010509060101010101" pitchFamily="49" charset="-122"/>
              </a:rPr>
            </a:br>
            <a:r>
              <a:rPr lang="zh-CN" altLang="en-US" b="1" dirty="0" smtClean="0">
                <a:ea typeface="隶书" panose="02010509060101010101" pitchFamily="49" charset="-122"/>
              </a:rPr>
              <a:t>运算符</a:t>
            </a:r>
            <a:r>
              <a:rPr lang="zh-CN" altLang="en-US" b="1" dirty="0">
                <a:ea typeface="隶书" panose="02010509060101010101" pitchFamily="49" charset="-122"/>
              </a:rPr>
              <a:t>和算元</a:t>
            </a:r>
            <a:endParaRPr lang="zh-CN" altLang="en-US" b="1" dirty="0">
              <a:ea typeface="隶书" panose="02010509060101010101" pitchFamily="49" charset="-122"/>
            </a:endParaRPr>
          </a:p>
        </p:txBody>
      </p:sp>
      <p:sp>
        <p:nvSpPr>
          <p:cNvPr id="8195" name="Rectangle 3"/>
          <p:cNvSpPr>
            <a:spLocks noGrp="1" noChangeArrowheads="1"/>
          </p:cNvSpPr>
          <p:nvPr>
            <p:ph type="body" sz="half" idx="1"/>
          </p:nvPr>
        </p:nvSpPr>
        <p:spPr>
          <a:xfrm>
            <a:off x="1370013" y="1827213"/>
            <a:ext cx="6873875" cy="881062"/>
          </a:xfrm>
          <a:ln w="28575">
            <a:solidFill>
              <a:srgbClr val="000066"/>
            </a:solidFill>
            <a:miter lim="800000"/>
          </a:ln>
        </p:spPr>
        <p:txBody>
          <a:bodyPr/>
          <a:lstStyle/>
          <a:p>
            <a:pPr marL="0" indent="0" eaLnBrk="1" hangingPunct="1">
              <a:lnSpc>
                <a:spcPct val="90000"/>
              </a:lnSpc>
              <a:buFont typeface="Wingdings" panose="05000000000000000000" pitchFamily="2" charset="2"/>
              <a:buNone/>
            </a:pPr>
            <a:r>
              <a:rPr lang="zh-CN" altLang="en-US" sz="2800" b="1" dirty="0" smtClean="0">
                <a:solidFill>
                  <a:srgbClr val="FFFF00"/>
                </a:solidFill>
                <a:latin typeface="华文楷体" panose="02010600040101010101" pitchFamily="2" charset="-122"/>
                <a:ea typeface="华文楷体" panose="02010600040101010101" pitchFamily="2" charset="-122"/>
              </a:rPr>
              <a:t>运算符：</a:t>
            </a:r>
            <a:r>
              <a:rPr lang="zh-CN" altLang="en-US" sz="2400" b="1" dirty="0" smtClean="0">
                <a:latin typeface="华文楷体" panose="02010600040101010101" pitchFamily="2" charset="-122"/>
                <a:ea typeface="华文楷体" panose="02010600040101010101" pitchFamily="2" charset="-122"/>
              </a:rPr>
              <a:t>操作符。 </a:t>
            </a:r>
            <a:r>
              <a:rPr lang="en-US" altLang="zh-CN" sz="2400" b="1" dirty="0" smtClean="0">
                <a:latin typeface="华文楷体" panose="02010600040101010101" pitchFamily="2" charset="-122"/>
                <a:ea typeface="华文楷体" panose="02010600040101010101" pitchFamily="2" charset="-122"/>
              </a:rPr>
              <a:t>C++</a:t>
            </a:r>
            <a:r>
              <a:rPr lang="zh-CN" altLang="en-US" sz="2400" b="1" dirty="0" smtClean="0">
                <a:latin typeface="华文楷体" panose="02010600040101010101" pitchFamily="2" charset="-122"/>
                <a:ea typeface="华文楷体" panose="02010600040101010101" pitchFamily="2" charset="-122"/>
              </a:rPr>
              <a:t>语言中：数学运算符，以及大量特殊运算符。</a:t>
            </a:r>
            <a:endParaRPr lang="zh-CN" altLang="en-US" sz="3300" b="1" dirty="0" smtClean="0">
              <a:latin typeface="华文楷体" panose="02010600040101010101" pitchFamily="2" charset="-122"/>
              <a:ea typeface="华文楷体" panose="02010600040101010101" pitchFamily="2" charset="-122"/>
            </a:endParaRPr>
          </a:p>
        </p:txBody>
      </p:sp>
      <p:sp>
        <p:nvSpPr>
          <p:cNvPr id="8196" name="Rectangle 374"/>
          <p:cNvSpPr>
            <a:spLocks noChangeArrowheads="1"/>
          </p:cNvSpPr>
          <p:nvPr/>
        </p:nvSpPr>
        <p:spPr bwMode="auto">
          <a:xfrm>
            <a:off x="1331913" y="3141663"/>
            <a:ext cx="6873875" cy="881062"/>
          </a:xfrm>
          <a:prstGeom prst="rect">
            <a:avLst/>
          </a:prstGeom>
          <a:noFill/>
          <a:ln w="28575">
            <a:solidFill>
              <a:srgbClr val="000066"/>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90000"/>
              </a:lnSpc>
              <a:buFont typeface="Wingdings" panose="05000000000000000000" pitchFamily="2" charset="2"/>
              <a:buNone/>
            </a:pPr>
            <a:r>
              <a:rPr lang="zh-CN" altLang="en-US" sz="2800" b="1" dirty="0">
                <a:solidFill>
                  <a:srgbClr val="FFFF00"/>
                </a:solidFill>
                <a:latin typeface="Times New Roman" panose="02020603050405020304" pitchFamily="18" charset="0"/>
                <a:ea typeface="华文楷体" panose="02010600040101010101" pitchFamily="2" charset="-122"/>
              </a:rPr>
              <a:t>操作数：</a:t>
            </a:r>
            <a:r>
              <a:rPr lang="zh-CN" altLang="en-US" sz="2400" b="1" dirty="0">
                <a:latin typeface="Times New Roman" panose="02020603050405020304" pitchFamily="18" charset="0"/>
                <a:ea typeface="华文楷体" panose="02010600040101010101" pitchFamily="2" charset="-122"/>
              </a:rPr>
              <a:t>表达式中，一个操作的输入值。</a:t>
            </a:r>
            <a:endParaRPr lang="zh-CN" altLang="en-US" sz="2400" b="1" dirty="0">
              <a:latin typeface="Times New Roman" panose="02020603050405020304" pitchFamily="18" charset="0"/>
              <a:ea typeface="华文楷体" panose="02010600040101010101" pitchFamily="2" charset="-122"/>
            </a:endParaRPr>
          </a:p>
          <a:p>
            <a:pPr algn="l" eaLnBrk="1" hangingPunct="1">
              <a:lnSpc>
                <a:spcPct val="90000"/>
              </a:lnSpc>
              <a:buFont typeface="Wingdings" panose="05000000000000000000" pitchFamily="2" charset="2"/>
              <a:buNone/>
            </a:pPr>
            <a:r>
              <a:rPr lang="zh-CN" altLang="en-US" sz="2400" b="1" dirty="0">
                <a:latin typeface="Times New Roman" panose="02020603050405020304" pitchFamily="18" charset="0"/>
                <a:ea typeface="华文楷体" panose="02010600040101010101" pitchFamily="2" charset="-122"/>
              </a:rPr>
              <a:t>                    </a:t>
            </a:r>
            <a:r>
              <a:rPr lang="en-US" altLang="zh-CN" sz="2400" b="1" dirty="0">
                <a:latin typeface="Times New Roman" panose="02020603050405020304" pitchFamily="18" charset="0"/>
                <a:ea typeface="华文楷体" panose="02010600040101010101" pitchFamily="2" charset="-122"/>
              </a:rPr>
              <a:t>3+a      +</a:t>
            </a:r>
            <a:r>
              <a:rPr lang="zh-CN" altLang="en-US" sz="2400" b="1" dirty="0">
                <a:latin typeface="Times New Roman" panose="02020603050405020304" pitchFamily="18" charset="0"/>
                <a:ea typeface="华文楷体" panose="02010600040101010101" pitchFamily="2" charset="-122"/>
              </a:rPr>
              <a:t>运算符；</a:t>
            </a:r>
            <a:r>
              <a:rPr lang="en-US" altLang="zh-CN" sz="2400" b="1" dirty="0">
                <a:latin typeface="Times New Roman" panose="02020603050405020304" pitchFamily="18" charset="0"/>
                <a:ea typeface="华文楷体" panose="02010600040101010101" pitchFamily="2" charset="-122"/>
              </a:rPr>
              <a:t>3</a:t>
            </a:r>
            <a:r>
              <a:rPr lang="zh-CN" altLang="en-US" sz="2400" b="1" dirty="0">
                <a:latin typeface="Times New Roman" panose="02020603050405020304" pitchFamily="18" charset="0"/>
                <a:ea typeface="华文楷体" panose="02010600040101010101" pitchFamily="2" charset="-122"/>
              </a:rPr>
              <a:t>、</a:t>
            </a:r>
            <a:r>
              <a:rPr lang="en-US" altLang="zh-CN" sz="2400" b="1" dirty="0">
                <a:latin typeface="Times New Roman" panose="02020603050405020304" pitchFamily="18" charset="0"/>
                <a:ea typeface="华文楷体" panose="02010600040101010101" pitchFamily="2" charset="-122"/>
              </a:rPr>
              <a:t>a</a:t>
            </a:r>
            <a:r>
              <a:rPr lang="zh-CN" altLang="en-US" sz="2400" b="1" dirty="0">
                <a:latin typeface="Times New Roman" panose="02020603050405020304" pitchFamily="18" charset="0"/>
                <a:ea typeface="华文楷体" panose="02010600040101010101" pitchFamily="2" charset="-122"/>
              </a:rPr>
              <a:t>操作数</a:t>
            </a:r>
            <a:endParaRPr lang="zh-CN" altLang="en-US" sz="3300" b="1" dirty="0">
              <a:latin typeface="Times New Roman" panose="02020603050405020304" pitchFamily="18" charset="0"/>
              <a:ea typeface="华文楷体" panose="02010600040101010101" pitchFamily="2" charset="-122"/>
            </a:endParaRPr>
          </a:p>
        </p:txBody>
      </p:sp>
      <p:sp>
        <p:nvSpPr>
          <p:cNvPr id="8197" name="Rectangle 375"/>
          <p:cNvSpPr>
            <a:spLocks noChangeArrowheads="1"/>
          </p:cNvSpPr>
          <p:nvPr/>
        </p:nvSpPr>
        <p:spPr bwMode="auto">
          <a:xfrm>
            <a:off x="1331913" y="4581525"/>
            <a:ext cx="6873875" cy="1295400"/>
          </a:xfrm>
          <a:prstGeom prst="rect">
            <a:avLst/>
          </a:prstGeom>
          <a:noFill/>
          <a:ln w="28575">
            <a:solidFill>
              <a:srgbClr val="000066"/>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90000"/>
              </a:lnSpc>
              <a:buFont typeface="Wingdings" panose="05000000000000000000" pitchFamily="2" charset="2"/>
              <a:buNone/>
            </a:pPr>
            <a:r>
              <a:rPr lang="zh-CN" altLang="en-US" sz="2800" b="1" dirty="0">
                <a:solidFill>
                  <a:srgbClr val="FFFF00"/>
                </a:solidFill>
                <a:latin typeface="华文楷体" panose="02010600040101010101" pitchFamily="2" charset="-122"/>
                <a:ea typeface="华文楷体" panose="02010600040101010101" pitchFamily="2" charset="-122"/>
              </a:rPr>
              <a:t>算元：</a:t>
            </a:r>
            <a:r>
              <a:rPr lang="zh-CN" altLang="en-US" sz="2400" b="1" dirty="0">
                <a:latin typeface="华文楷体" panose="02010600040101010101" pitchFamily="2" charset="-122"/>
                <a:ea typeface="华文楷体" panose="02010600040101010101" pitchFamily="2" charset="-122"/>
              </a:rPr>
              <a:t>所需要的操作数的数目。</a:t>
            </a:r>
            <a:endParaRPr lang="zh-CN" altLang="en-US" sz="2400" b="1" dirty="0">
              <a:latin typeface="华文楷体" panose="02010600040101010101" pitchFamily="2" charset="-122"/>
              <a:ea typeface="华文楷体" panose="02010600040101010101" pitchFamily="2" charset="-122"/>
            </a:endParaRPr>
          </a:p>
          <a:p>
            <a:pPr algn="l" eaLnBrk="1" hangingPunct="1">
              <a:lnSpc>
                <a:spcPct val="90000"/>
              </a:lnSpc>
              <a:buFont typeface="Wingdings" panose="05000000000000000000" pitchFamily="2" charset="2"/>
              <a:buNone/>
            </a:pPr>
            <a:r>
              <a:rPr lang="en-US" altLang="zh-CN" sz="2400" b="1" dirty="0">
                <a:latin typeface="华文楷体" panose="02010600040101010101" pitchFamily="2" charset="-122"/>
                <a:ea typeface="华文楷体" panose="02010600040101010101" pitchFamily="2" charset="-122"/>
              </a:rPr>
              <a:t> </a:t>
            </a:r>
            <a:r>
              <a:rPr lang="en-US" altLang="zh-CN" sz="2400" b="1" dirty="0" smtClean="0">
                <a:latin typeface="华文楷体" panose="02010600040101010101" pitchFamily="2" charset="-122"/>
                <a:ea typeface="华文楷体" panose="02010600040101010101" pitchFamily="2" charset="-122"/>
              </a:rPr>
              <a:t>        </a:t>
            </a:r>
            <a:r>
              <a:rPr lang="zh-CN" altLang="en-US" sz="2400" b="1" dirty="0" smtClean="0">
                <a:latin typeface="华文楷体" panose="02010600040101010101" pitchFamily="2" charset="-122"/>
                <a:ea typeface="华文楷体" panose="02010600040101010101" pitchFamily="2" charset="-122"/>
              </a:rPr>
              <a:t>一元运算</a:t>
            </a:r>
            <a:r>
              <a:rPr lang="zh-CN" altLang="en-US" sz="2400" b="1" dirty="0">
                <a:latin typeface="华文楷体" panose="02010600040101010101" pitchFamily="2" charset="-122"/>
                <a:ea typeface="华文楷体" panose="02010600040101010101" pitchFamily="2" charset="-122"/>
              </a:rPr>
              <a:t>符；二元运算符；三元</a:t>
            </a:r>
            <a:r>
              <a:rPr lang="zh-CN" altLang="en-US" sz="2400" b="1" dirty="0" smtClean="0">
                <a:latin typeface="华文楷体" panose="02010600040101010101" pitchFamily="2" charset="-122"/>
                <a:ea typeface="华文楷体" panose="02010600040101010101" pitchFamily="2" charset="-122"/>
              </a:rPr>
              <a:t>运算符</a:t>
            </a:r>
            <a:endParaRPr lang="zh-CN" altLang="en-US" sz="3300" b="1" dirty="0">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755576" y="456406"/>
            <a:ext cx="8119814" cy="1325563"/>
          </a:xfrm>
        </p:spPr>
        <p:txBody>
          <a:bodyPr/>
          <a:lstStyle/>
          <a:p>
            <a:r>
              <a:rPr lang="en-US" altLang="zh-CN" b="1" dirty="0" smtClean="0">
                <a:ea typeface="隶书" panose="02010509060101010101" pitchFamily="49" charset="-122"/>
              </a:rPr>
              <a:t>2.2.6</a:t>
            </a:r>
            <a:r>
              <a:rPr lang="zh-CN" altLang="en-US" b="1" dirty="0" smtClean="0">
                <a:ea typeface="隶书" panose="02010509060101010101" pitchFamily="49" charset="-122"/>
              </a:rPr>
              <a:t> 运算符</a:t>
            </a:r>
            <a:r>
              <a:rPr lang="en-US" altLang="zh-CN" b="1" dirty="0" smtClean="0">
                <a:ea typeface="隶书" panose="02010509060101010101" pitchFamily="49" charset="-122"/>
              </a:rPr>
              <a:t>&amp;</a:t>
            </a:r>
            <a:r>
              <a:rPr lang="zh-CN" altLang="en-US" b="1" dirty="0" smtClean="0">
                <a:ea typeface="隶书" panose="02010509060101010101" pitchFamily="49" charset="-122"/>
              </a:rPr>
              <a:t>表达式：优先级别</a:t>
            </a:r>
            <a:endParaRPr lang="zh-CN" altLang="en-US" b="1" dirty="0">
              <a:ea typeface="隶书" panose="02010509060101010101" pitchFamily="49" charset="-122"/>
            </a:endParaRPr>
          </a:p>
        </p:txBody>
      </p:sp>
      <p:sp>
        <p:nvSpPr>
          <p:cNvPr id="9219" name="Rectangle 56"/>
          <p:cNvSpPr>
            <a:spLocks noChangeArrowheads="1"/>
          </p:cNvSpPr>
          <p:nvPr/>
        </p:nvSpPr>
        <p:spPr bwMode="auto">
          <a:xfrm>
            <a:off x="1187624" y="1440721"/>
            <a:ext cx="6873875" cy="881062"/>
          </a:xfrm>
          <a:prstGeom prst="rect">
            <a:avLst/>
          </a:prstGeom>
          <a:noFill/>
          <a:ln w="28575">
            <a:solidFill>
              <a:srgbClr val="000066"/>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90000"/>
              </a:lnSpc>
              <a:buFont typeface="Wingdings" panose="05000000000000000000" pitchFamily="2" charset="2"/>
              <a:buNone/>
            </a:pPr>
            <a:r>
              <a:rPr lang="zh-CN" altLang="en-US" sz="2800" b="1" dirty="0">
                <a:solidFill>
                  <a:srgbClr val="FFFF00"/>
                </a:solidFill>
                <a:latin typeface="华文楷体" panose="02010600040101010101" pitchFamily="2" charset="-122"/>
                <a:ea typeface="华文楷体" panose="02010600040101010101" pitchFamily="2" charset="-122"/>
              </a:rPr>
              <a:t>圆括号：</a:t>
            </a:r>
            <a:r>
              <a:rPr lang="zh-CN" altLang="en-US" sz="2400" b="1" dirty="0">
                <a:latin typeface="华文楷体" panose="02010600040101010101" pitchFamily="2" charset="-122"/>
                <a:ea typeface="华文楷体" panose="02010600040101010101" pitchFamily="2" charset="-122"/>
              </a:rPr>
              <a:t>组合符号（既不是运算符，也不是操作数），改变计算的先后次序。</a:t>
            </a:r>
            <a:endParaRPr lang="zh-CN" altLang="en-US" sz="3300" b="1" dirty="0">
              <a:latin typeface="华文楷体" panose="02010600040101010101" pitchFamily="2" charset="-122"/>
              <a:ea typeface="华文楷体" panose="02010600040101010101" pitchFamily="2" charset="-122"/>
            </a:endParaRPr>
          </a:p>
        </p:txBody>
      </p:sp>
      <p:sp>
        <p:nvSpPr>
          <p:cNvPr id="9220" name="Rectangle 57"/>
          <p:cNvSpPr>
            <a:spLocks noChangeArrowheads="1"/>
          </p:cNvSpPr>
          <p:nvPr/>
        </p:nvSpPr>
        <p:spPr bwMode="auto">
          <a:xfrm>
            <a:off x="1115616" y="2763778"/>
            <a:ext cx="6873875" cy="1655762"/>
          </a:xfrm>
          <a:prstGeom prst="rect">
            <a:avLst/>
          </a:prstGeom>
          <a:noFill/>
          <a:ln w="28575">
            <a:solidFill>
              <a:srgbClr val="000066"/>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90000"/>
              </a:lnSpc>
              <a:buFont typeface="Wingdings" panose="05000000000000000000" pitchFamily="2" charset="2"/>
              <a:buNone/>
            </a:pPr>
            <a:r>
              <a:rPr lang="zh-CN" altLang="en-US" sz="2800" b="1" dirty="0">
                <a:solidFill>
                  <a:srgbClr val="FFFF00"/>
                </a:solidFill>
                <a:latin typeface="Times New Roman" panose="02020603050405020304" pitchFamily="18" charset="0"/>
                <a:ea typeface="华文楷体" panose="02010600040101010101" pitchFamily="2" charset="-122"/>
              </a:rPr>
              <a:t>优先级别：</a:t>
            </a:r>
            <a:r>
              <a:rPr lang="zh-CN" altLang="en-US" sz="2400" b="1" dirty="0">
                <a:latin typeface="Times New Roman" panose="02020603050405020304" pitchFamily="18" charset="0"/>
                <a:ea typeface="华文楷体" panose="02010600040101010101" pitchFamily="2" charset="-122"/>
              </a:rPr>
              <a:t>定义每个运算符的优先级和结合性。结合性法则负责管理优先级别相同的运算符。</a:t>
            </a:r>
            <a:endParaRPr lang="zh-CN" altLang="en-US" sz="2400" b="1" dirty="0">
              <a:latin typeface="Times New Roman" panose="02020603050405020304" pitchFamily="18" charset="0"/>
              <a:ea typeface="华文楷体" panose="02010600040101010101" pitchFamily="2" charset="-122"/>
            </a:endParaRPr>
          </a:p>
          <a:p>
            <a:pPr algn="l" eaLnBrk="1" hangingPunct="1">
              <a:lnSpc>
                <a:spcPct val="90000"/>
              </a:lnSpc>
              <a:buFont typeface="Wingdings" panose="05000000000000000000" pitchFamily="2" charset="2"/>
              <a:buNone/>
            </a:pPr>
            <a:r>
              <a:rPr lang="zh-CN" altLang="en-US" sz="2400" b="1" dirty="0">
                <a:latin typeface="Times New Roman" panose="02020603050405020304" pitchFamily="18" charset="0"/>
                <a:ea typeface="华文楷体" panose="02010600040101010101" pitchFamily="2" charset="-122"/>
              </a:rPr>
              <a:t>例如，（</a:t>
            </a:r>
            <a:r>
              <a:rPr lang="en-US" altLang="zh-CN" sz="2400" b="1" dirty="0">
                <a:latin typeface="Times New Roman" panose="02020603050405020304" pitchFamily="18" charset="0"/>
                <a:ea typeface="华文楷体" panose="02010600040101010101" pitchFamily="2" charset="-122"/>
              </a:rPr>
              <a:t>3*Z/10)</a:t>
            </a:r>
            <a:endParaRPr lang="en-US" altLang="zh-CN" sz="2400" b="1" dirty="0">
              <a:latin typeface="Times New Roman" panose="02020603050405020304" pitchFamily="18" charset="0"/>
              <a:ea typeface="华文楷体" panose="02010600040101010101" pitchFamily="2" charset="-122"/>
            </a:endParaRPr>
          </a:p>
          <a:p>
            <a:pPr algn="l" eaLnBrk="1" hangingPunct="1">
              <a:lnSpc>
                <a:spcPct val="90000"/>
              </a:lnSpc>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  /    </a:t>
            </a:r>
            <a:r>
              <a:rPr lang="zh-CN" altLang="en-US" sz="2400" b="1" dirty="0">
                <a:latin typeface="Times New Roman" panose="02020603050405020304" pitchFamily="18" charset="0"/>
                <a:ea typeface="华文楷体" panose="02010600040101010101" pitchFamily="2" charset="-122"/>
              </a:rPr>
              <a:t>优先级别相同 ，结合性都是从左到右。</a:t>
            </a:r>
            <a:endParaRPr lang="zh-CN" altLang="en-US" sz="3300" b="1" dirty="0">
              <a:latin typeface="Times New Roman" panose="02020603050405020304" pitchFamily="18" charset="0"/>
              <a:ea typeface="华文楷体" panose="02010600040101010101" pitchFamily="2" charset="-122"/>
            </a:endParaRPr>
          </a:p>
        </p:txBody>
      </p:sp>
      <p:sp>
        <p:nvSpPr>
          <p:cNvPr id="9221" name="Rectangle 59"/>
          <p:cNvSpPr>
            <a:spLocks noChangeArrowheads="1"/>
          </p:cNvSpPr>
          <p:nvPr/>
        </p:nvSpPr>
        <p:spPr bwMode="auto">
          <a:xfrm>
            <a:off x="1218488" y="4861535"/>
            <a:ext cx="6873875" cy="1250950"/>
          </a:xfrm>
          <a:prstGeom prst="rect">
            <a:avLst/>
          </a:prstGeom>
          <a:noFill/>
          <a:ln w="28575">
            <a:solidFill>
              <a:srgbClr val="000066"/>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90000"/>
              </a:lnSpc>
              <a:buFont typeface="Wingdings" panose="05000000000000000000" pitchFamily="2" charset="2"/>
              <a:buNone/>
            </a:pPr>
            <a:r>
              <a:rPr lang="zh-CN" altLang="en-US" sz="2800" b="1" dirty="0">
                <a:solidFill>
                  <a:srgbClr val="FFFF00"/>
                </a:solidFill>
                <a:latin typeface="Times New Roman" panose="02020603050405020304" pitchFamily="18" charset="0"/>
                <a:ea typeface="华文楷体" panose="02010600040101010101" pitchFamily="2" charset="-122"/>
              </a:rPr>
              <a:t>副作用：</a:t>
            </a:r>
            <a:r>
              <a:rPr lang="en-US" altLang="zh-CN" sz="2400" b="1" dirty="0" smtClean="0">
                <a:latin typeface="Times New Roman" panose="02020603050405020304" pitchFamily="18" charset="0"/>
                <a:ea typeface="华文楷体" panose="02010600040101010101" pitchFamily="2" charset="-122"/>
              </a:rPr>
              <a:t>C++</a:t>
            </a:r>
            <a:r>
              <a:rPr lang="zh-CN" altLang="en-US" sz="2400" b="1" dirty="0" smtClean="0">
                <a:latin typeface="Times New Roman" panose="02020603050405020304" pitchFamily="18" charset="0"/>
                <a:ea typeface="华文楷体" panose="02010600040101010101" pitchFamily="2" charset="-122"/>
              </a:rPr>
              <a:t>中</a:t>
            </a:r>
            <a:r>
              <a:rPr lang="zh-CN" altLang="en-US" sz="2400" b="1" dirty="0">
                <a:latin typeface="Times New Roman" panose="02020603050405020304" pitchFamily="18" charset="0"/>
                <a:ea typeface="华文楷体" panose="02010600040101010101" pitchFamily="2" charset="-122"/>
              </a:rPr>
              <a:t>少数运算符在表达式计算完成后，可能改变操作数变量的取值。</a:t>
            </a:r>
            <a:endParaRPr lang="zh-CN" altLang="en-US" sz="2400" b="1" dirty="0">
              <a:latin typeface="Times New Roman" panose="02020603050405020304" pitchFamily="18" charset="0"/>
              <a:ea typeface="华文楷体" panose="02010600040101010101" pitchFamily="2" charset="-122"/>
            </a:endParaRPr>
          </a:p>
          <a:p>
            <a:pPr algn="l" eaLnBrk="1" hangingPunct="1">
              <a:lnSpc>
                <a:spcPct val="90000"/>
              </a:lnSpc>
              <a:buFont typeface="Wingdings" panose="05000000000000000000" pitchFamily="2" charset="2"/>
              <a:buNone/>
            </a:pPr>
            <a:r>
              <a:rPr lang="zh-CN" altLang="en-US" sz="2400" b="1" dirty="0">
                <a:latin typeface="Times New Roman" panose="02020603050405020304" pitchFamily="18" charset="0"/>
                <a:ea typeface="华文楷体" panose="02010600040101010101" pitchFamily="2" charset="-122"/>
              </a:rPr>
              <a:t>例如，增量运算符、赋值运算符</a:t>
            </a:r>
            <a:endParaRPr lang="zh-CN" altLang="en-US" sz="3300" b="1" dirty="0">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36662" y="159221"/>
            <a:ext cx="7886700" cy="1325563"/>
          </a:xfrm>
        </p:spPr>
        <p:txBody>
          <a:bodyPr/>
          <a:lstStyle/>
          <a:p>
            <a:pPr algn="ctr" eaLnBrk="1" hangingPunct="1"/>
            <a:r>
              <a:rPr lang="en-US" altLang="zh-CN" sz="4400" b="1" dirty="0" smtClean="0">
                <a:ea typeface="隶书" panose="02010509060101010101" pitchFamily="49" charset="-122"/>
              </a:rPr>
              <a:t>2.2.6</a:t>
            </a:r>
            <a:r>
              <a:rPr lang="zh-CN" altLang="en-US" sz="4400" b="1" dirty="0" smtClean="0">
                <a:ea typeface="隶书" panose="02010509060101010101" pitchFamily="49" charset="-122"/>
              </a:rPr>
              <a:t>、</a:t>
            </a:r>
            <a:r>
              <a:rPr lang="zh-CN" altLang="en-US" sz="4400" b="1" dirty="0">
                <a:ea typeface="隶书" panose="02010509060101010101" pitchFamily="49" charset="-122"/>
              </a:rPr>
              <a:t>运算符和表达式：</a:t>
            </a:r>
            <a:br>
              <a:rPr lang="en-US" altLang="zh-CN" sz="4400" b="1" dirty="0">
                <a:ea typeface="隶书" panose="02010509060101010101" pitchFamily="49" charset="-122"/>
              </a:rPr>
            </a:br>
            <a:r>
              <a:rPr lang="en-US" altLang="zh-CN" sz="4400" b="1" dirty="0">
                <a:ea typeface="隶书" panose="02010509060101010101" pitchFamily="49" charset="-122"/>
              </a:rPr>
              <a:t>C++</a:t>
            </a:r>
            <a:r>
              <a:rPr lang="zh-CN" altLang="en-US" sz="4400" b="1" dirty="0">
                <a:ea typeface="隶书" panose="02010509060101010101" pitchFamily="49" charset="-122"/>
              </a:rPr>
              <a:t>语言中的运算符</a:t>
            </a:r>
            <a:endParaRPr lang="zh-CN" altLang="en-US" sz="4400" b="1" dirty="0">
              <a:ea typeface="华文行楷" panose="02010800040101010101" pitchFamily="2" charset="-122"/>
            </a:endParaRPr>
          </a:p>
        </p:txBody>
      </p:sp>
      <p:graphicFrame>
        <p:nvGraphicFramePr>
          <p:cNvPr id="2" name="表格 1"/>
          <p:cNvGraphicFramePr>
            <a:graphicFrameLocks noGrp="1"/>
          </p:cNvGraphicFramePr>
          <p:nvPr/>
        </p:nvGraphicFramePr>
        <p:xfrm>
          <a:off x="638107" y="908720"/>
          <a:ext cx="8083810" cy="5832000"/>
        </p:xfrm>
        <a:graphic>
          <a:graphicData uri="http://schemas.openxmlformats.org/drawingml/2006/table">
            <a:tbl>
              <a:tblPr firstRow="1" bandRow="1">
                <a:tableStyleId>{5C22544A-7EE6-4342-B048-85BDC9FD1C3A}</a:tableStyleId>
              </a:tblPr>
              <a:tblGrid>
                <a:gridCol w="1125581"/>
                <a:gridCol w="5806101"/>
                <a:gridCol w="1152128"/>
              </a:tblGrid>
              <a:tr h="324000">
                <a:tc>
                  <a:txBody>
                    <a:bodyPr/>
                    <a:lstStyle/>
                    <a:p>
                      <a:pPr algn="ctr"/>
                      <a:r>
                        <a:rPr lang="zh-CN" altLang="en-US" sz="1100" b="1" smtClean="0"/>
                        <a:t>优先级</a:t>
                      </a:r>
                      <a:endParaRPr lang="zh-CN" altLang="en-US" sz="1100" b="1" dirty="0"/>
                    </a:p>
                  </a:txBody>
                  <a:tcPr anchor="ctr"/>
                </a:tc>
                <a:tc>
                  <a:txBody>
                    <a:bodyPr/>
                    <a:lstStyle/>
                    <a:p>
                      <a:pPr algn="ctr"/>
                      <a:r>
                        <a:rPr lang="zh-CN" altLang="en-US" sz="1100" b="1" dirty="0" smtClean="0"/>
                        <a:t>运算符</a:t>
                      </a:r>
                      <a:endParaRPr lang="zh-CN" altLang="en-US" sz="1100" b="1" dirty="0"/>
                    </a:p>
                  </a:txBody>
                  <a:tcPr anchor="ctr"/>
                </a:tc>
                <a:tc>
                  <a:txBody>
                    <a:bodyPr/>
                    <a:lstStyle/>
                    <a:p>
                      <a:pPr algn="ctr"/>
                      <a:r>
                        <a:rPr lang="zh-CN" altLang="en-US" sz="1100" b="1" dirty="0" smtClean="0"/>
                        <a:t>结合性</a:t>
                      </a:r>
                      <a:endParaRPr lang="zh-CN" altLang="en-US" sz="1100" b="1" dirty="0"/>
                    </a:p>
                  </a:txBody>
                  <a:tcPr anchor="ctr"/>
                </a:tc>
              </a:tr>
              <a:tr h="324000">
                <a:tc>
                  <a:txBody>
                    <a:bodyPr/>
                    <a:lstStyle/>
                    <a:p>
                      <a:pPr marL="0" indent="0" algn="ctr">
                        <a:buFont typeface="+mj-lt"/>
                        <a:buNone/>
                      </a:pPr>
                      <a:r>
                        <a:rPr lang="en-US" altLang="zh-CN" sz="1100" b="1" dirty="0" smtClean="0"/>
                        <a:t>1 </a:t>
                      </a:r>
                      <a:endParaRPr lang="zh-CN" altLang="en-US" sz="1100" b="1" dirty="0"/>
                    </a:p>
                  </a:txBody>
                  <a:tcPr anchor="ctr"/>
                </a:tc>
                <a:tc>
                  <a:txBody>
                    <a:bodyPr/>
                    <a:lstStyle/>
                    <a:p>
                      <a:r>
                        <a:rPr lang="en-US" altLang="zh-CN" sz="1100" b="1" dirty="0" smtClean="0"/>
                        <a:t>( )</a:t>
                      </a:r>
                      <a:r>
                        <a:rPr lang="zh-CN" altLang="en-US" sz="1100" b="1" dirty="0" smtClean="0"/>
                        <a:t> 、</a:t>
                      </a:r>
                      <a:r>
                        <a:rPr lang="en-US" altLang="zh-CN" sz="1100" b="1" dirty="0" smtClean="0"/>
                        <a:t>[ ]</a:t>
                      </a:r>
                      <a:r>
                        <a:rPr lang="zh-CN" altLang="en-US" sz="1100" b="1" dirty="0" smtClean="0"/>
                        <a:t> 、</a:t>
                      </a:r>
                      <a:r>
                        <a:rPr lang="en-US" altLang="zh-CN" sz="1100" b="1" dirty="0" smtClean="0"/>
                        <a:t>.</a:t>
                      </a:r>
                      <a:r>
                        <a:rPr lang="zh-CN" altLang="en-US" sz="1100" b="1" dirty="0" smtClean="0"/>
                        <a:t> 、</a:t>
                      </a:r>
                      <a:r>
                        <a:rPr lang="en-US" altLang="zh-CN" sz="1100" b="1" dirty="0" smtClean="0"/>
                        <a:t>-&gt;</a:t>
                      </a:r>
                      <a:r>
                        <a:rPr lang="zh-CN" altLang="en-US" sz="1100" b="1" dirty="0" smtClean="0"/>
                        <a:t>、后置</a:t>
                      </a:r>
                      <a:r>
                        <a:rPr lang="en-US" altLang="zh-CN" sz="1100" b="1" dirty="0" smtClean="0"/>
                        <a:t>++</a:t>
                      </a:r>
                      <a:r>
                        <a:rPr lang="zh-CN" altLang="en-US" sz="1100" b="1" dirty="0" smtClean="0"/>
                        <a:t>、后置</a:t>
                      </a:r>
                      <a:r>
                        <a:rPr lang="en-US" altLang="zh-CN" sz="1100" b="1" dirty="0" smtClean="0"/>
                        <a:t>--</a:t>
                      </a:r>
                      <a:endParaRPr lang="zh-CN" altLang="en-US" sz="1100" b="1" dirty="0"/>
                    </a:p>
                  </a:txBody>
                  <a:tcPr anchor="ctr"/>
                </a:tc>
                <a:tc>
                  <a:txBody>
                    <a:bodyPr/>
                    <a:lstStyle/>
                    <a:p>
                      <a:r>
                        <a:rPr lang="zh-CN" altLang="en-US" sz="1100" b="1" dirty="0" smtClean="0"/>
                        <a:t>左</a:t>
                      </a:r>
                      <a:endParaRPr lang="zh-CN" altLang="en-US" sz="1100" b="1" dirty="0"/>
                    </a:p>
                  </a:txBody>
                  <a:tcPr anchor="ctr"/>
                </a:tc>
              </a:tr>
              <a:tr h="324000">
                <a:tc>
                  <a:txBody>
                    <a:bodyPr/>
                    <a:lstStyle/>
                    <a:p>
                      <a:pPr marL="0" indent="0" algn="ctr">
                        <a:buFont typeface="+mj-lt"/>
                        <a:buNone/>
                      </a:pPr>
                      <a:r>
                        <a:rPr lang="en-US" altLang="zh-CN" sz="1100" b="1" dirty="0" smtClean="0"/>
                        <a:t> 2   </a:t>
                      </a:r>
                      <a:endParaRPr lang="zh-CN" altLang="en-US" sz="1100" b="1" dirty="0"/>
                    </a:p>
                  </a:txBody>
                  <a:tcPr anchor="ctr"/>
                </a:tc>
                <a:tc>
                  <a:txBody>
                    <a:bodyPr/>
                    <a:lstStyle/>
                    <a:p>
                      <a:r>
                        <a:rPr lang="zh-CN" altLang="en-US" sz="1100" b="1" dirty="0" smtClean="0"/>
                        <a:t>前置</a:t>
                      </a:r>
                      <a:r>
                        <a:rPr lang="en-US" altLang="zh-CN" sz="1100" b="1" dirty="0" smtClean="0"/>
                        <a:t>++</a:t>
                      </a:r>
                      <a:r>
                        <a:rPr lang="zh-CN" altLang="en-US" sz="1100" b="1" dirty="0" smtClean="0"/>
                        <a:t>、前置</a:t>
                      </a:r>
                      <a:r>
                        <a:rPr lang="en-US" altLang="zh-CN" sz="1100" b="1" dirty="0" smtClean="0"/>
                        <a:t>--</a:t>
                      </a:r>
                      <a:r>
                        <a:rPr lang="zh-CN" altLang="en-US" sz="1100" b="1" dirty="0" smtClean="0"/>
                        <a:t>、</a:t>
                      </a:r>
                      <a:r>
                        <a:rPr lang="en-US" altLang="zh-CN" sz="1100" b="1" dirty="0" err="1" smtClean="0"/>
                        <a:t>sizeof</a:t>
                      </a:r>
                      <a:r>
                        <a:rPr lang="zh-CN" altLang="en-US" sz="1100" b="1" dirty="0" smtClean="0"/>
                        <a:t>、</a:t>
                      </a:r>
                      <a:r>
                        <a:rPr lang="en-US" altLang="zh-CN" sz="1100" b="1" dirty="0" smtClean="0"/>
                        <a:t>&amp;</a:t>
                      </a:r>
                      <a:r>
                        <a:rPr lang="zh-CN" altLang="en-US" sz="1100" b="1" dirty="0" smtClean="0"/>
                        <a:t>、</a:t>
                      </a:r>
                      <a:r>
                        <a:rPr lang="en-US" altLang="zh-CN" sz="1100" b="1" dirty="0" smtClean="0"/>
                        <a:t>*</a:t>
                      </a:r>
                      <a:r>
                        <a:rPr lang="zh-CN" altLang="en-US" sz="1100" b="1" dirty="0" smtClean="0"/>
                        <a:t>、</a:t>
                      </a:r>
                      <a:r>
                        <a:rPr lang="en-US" altLang="zh-CN" sz="1100" b="1" dirty="0" smtClean="0"/>
                        <a:t>+</a:t>
                      </a:r>
                      <a:r>
                        <a:rPr lang="zh-CN" altLang="en-US" sz="1100" b="1" dirty="0" smtClean="0"/>
                        <a:t>（正号）、</a:t>
                      </a:r>
                      <a:r>
                        <a:rPr lang="en-US" altLang="zh-CN" sz="1100" b="1" dirty="0" smtClean="0"/>
                        <a:t>-</a:t>
                      </a:r>
                      <a:r>
                        <a:rPr lang="zh-CN" altLang="en-US" sz="1100" b="1" dirty="0" smtClean="0"/>
                        <a:t>（负号）、</a:t>
                      </a:r>
                      <a:r>
                        <a:rPr lang="en-US" altLang="zh-CN" sz="1100" b="1" dirty="0" smtClean="0"/>
                        <a:t>~</a:t>
                      </a:r>
                      <a:r>
                        <a:rPr lang="zh-CN" altLang="en-US" sz="1100" b="1" dirty="0" smtClean="0"/>
                        <a:t>、</a:t>
                      </a:r>
                      <a:r>
                        <a:rPr lang="en-US" altLang="zh-CN" sz="1100" b="1" dirty="0" smtClean="0"/>
                        <a:t>!</a:t>
                      </a:r>
                      <a:endParaRPr lang="zh-CN" altLang="en-US" sz="1100" b="1" dirty="0"/>
                    </a:p>
                  </a:txBody>
                  <a:tcPr anchor="ctr"/>
                </a:tc>
                <a:tc>
                  <a:txBody>
                    <a:bodyPr/>
                    <a:lstStyle/>
                    <a:p>
                      <a:r>
                        <a:rPr lang="zh-CN" altLang="en-US" sz="1100" b="1" dirty="0" smtClean="0"/>
                        <a:t>右</a:t>
                      </a:r>
                      <a:endParaRPr lang="zh-CN" altLang="en-US" sz="1100" b="1" dirty="0"/>
                    </a:p>
                  </a:txBody>
                  <a:tcPr anchor="ctr"/>
                </a:tc>
              </a:tr>
              <a:tr h="324000">
                <a:tc>
                  <a:txBody>
                    <a:bodyPr/>
                    <a:lstStyle/>
                    <a:p>
                      <a:pPr marL="0" indent="0" algn="ctr">
                        <a:buFont typeface="+mj-lt"/>
                        <a:buNone/>
                      </a:pPr>
                      <a:r>
                        <a:rPr lang="en-US" altLang="zh-CN" sz="1100" b="1" dirty="0" smtClean="0"/>
                        <a:t>3</a:t>
                      </a:r>
                      <a:endParaRPr lang="zh-CN" altLang="en-US" sz="1100" b="1" dirty="0"/>
                    </a:p>
                  </a:txBody>
                  <a:tcPr anchor="ctr"/>
                </a:tc>
                <a:tc>
                  <a:txBody>
                    <a:bodyPr/>
                    <a:lstStyle/>
                    <a:p>
                      <a:r>
                        <a:rPr lang="zh-CN" altLang="en-US" sz="1100" b="1" dirty="0" smtClean="0"/>
                        <a:t>（强制类型转换）</a:t>
                      </a:r>
                      <a:endParaRPr lang="zh-CN" altLang="en-US" sz="1100" b="1" dirty="0"/>
                    </a:p>
                  </a:txBody>
                  <a:tcPr anchor="ctr"/>
                </a:tc>
                <a:tc>
                  <a:txBody>
                    <a:bodyPr/>
                    <a:lstStyle/>
                    <a:p>
                      <a:r>
                        <a:rPr lang="zh-CN" altLang="en-US" sz="1100" b="1" dirty="0" smtClean="0"/>
                        <a:t>右</a:t>
                      </a:r>
                      <a:endParaRPr lang="zh-CN" altLang="en-US" sz="1100" b="1" dirty="0"/>
                    </a:p>
                  </a:txBody>
                  <a:tcPr anchor="ctr"/>
                </a:tc>
              </a:tr>
              <a:tr h="324000">
                <a:tc>
                  <a:txBody>
                    <a:bodyPr/>
                    <a:lstStyle/>
                    <a:p>
                      <a:pPr marL="0" indent="0" algn="ctr">
                        <a:buFont typeface="+mj-lt"/>
                        <a:buNone/>
                      </a:pPr>
                      <a:r>
                        <a:rPr lang="en-US" altLang="zh-CN" sz="1100" b="1" dirty="0" smtClean="0"/>
                        <a:t>4</a:t>
                      </a:r>
                      <a:endParaRPr lang="zh-CN" altLang="en-US" sz="1100" b="1" dirty="0"/>
                    </a:p>
                  </a:txBody>
                  <a:tcPr anchor="ctr"/>
                </a:tc>
                <a:tc>
                  <a:txBody>
                    <a:bodyPr/>
                    <a:lstStyle/>
                    <a:p>
                      <a:r>
                        <a:rPr lang="en-US" altLang="zh-CN" sz="1100" b="1" dirty="0" smtClean="0"/>
                        <a:t>.*</a:t>
                      </a:r>
                      <a:r>
                        <a:rPr lang="zh-CN" altLang="en-US" sz="1100" b="1" dirty="0" smtClean="0"/>
                        <a:t>、</a:t>
                      </a:r>
                      <a:r>
                        <a:rPr lang="en-US" altLang="zh-CN" sz="1100" b="1" dirty="0" smtClean="0"/>
                        <a:t>-&gt;*</a:t>
                      </a:r>
                      <a:endParaRPr lang="zh-CN" altLang="en-US" sz="1100" b="1" dirty="0"/>
                    </a:p>
                  </a:txBody>
                  <a:tcPr anchor="ctr"/>
                </a:tc>
                <a:tc>
                  <a:txBody>
                    <a:bodyPr/>
                    <a:lstStyle/>
                    <a:p>
                      <a:r>
                        <a:rPr lang="zh-CN" altLang="en-US" sz="1100" b="1" smtClean="0"/>
                        <a:t>左</a:t>
                      </a:r>
                      <a:endParaRPr lang="zh-CN" altLang="en-US" sz="1100" b="1" dirty="0"/>
                    </a:p>
                  </a:txBody>
                  <a:tcPr anchor="ctr"/>
                </a:tc>
              </a:tr>
              <a:tr h="324000">
                <a:tc>
                  <a:txBody>
                    <a:bodyPr/>
                    <a:lstStyle/>
                    <a:p>
                      <a:pPr marL="0" indent="0" algn="ctr">
                        <a:buFont typeface="+mj-lt"/>
                        <a:buNone/>
                      </a:pPr>
                      <a:r>
                        <a:rPr lang="en-US" altLang="zh-CN" sz="1100" b="1" dirty="0" smtClean="0"/>
                        <a:t>5</a:t>
                      </a:r>
                      <a:endParaRPr lang="zh-CN" altLang="en-US" sz="1100" b="1" dirty="0"/>
                    </a:p>
                  </a:txBody>
                  <a:tcPr anchor="ctr"/>
                </a:tc>
                <a:tc>
                  <a:txBody>
                    <a:bodyPr/>
                    <a:lstStyle/>
                    <a:p>
                      <a:r>
                        <a:rPr lang="en-US" altLang="zh-CN" sz="1100" b="1" dirty="0" smtClean="0"/>
                        <a:t>*</a:t>
                      </a:r>
                      <a:r>
                        <a:rPr lang="zh-CN" altLang="en-US" sz="1100" b="1" dirty="0" smtClean="0"/>
                        <a:t>、</a:t>
                      </a:r>
                      <a:r>
                        <a:rPr lang="en-US" altLang="zh-CN" sz="1100" b="1" dirty="0" smtClean="0"/>
                        <a:t>%</a:t>
                      </a:r>
                      <a:r>
                        <a:rPr lang="zh-CN" altLang="en-US" sz="1100" b="1" dirty="0" smtClean="0"/>
                        <a:t>、、</a:t>
                      </a:r>
                      <a:r>
                        <a:rPr lang="en-US" altLang="zh-CN" sz="1100" b="1" dirty="0" smtClean="0"/>
                        <a:t>/</a:t>
                      </a:r>
                      <a:endParaRPr lang="zh-CN" altLang="en-US" sz="1100" b="1" dirty="0"/>
                    </a:p>
                  </a:txBody>
                  <a:tcPr anchor="ctr"/>
                </a:tc>
                <a:tc>
                  <a:txBody>
                    <a:bodyPr/>
                    <a:lstStyle/>
                    <a:p>
                      <a:r>
                        <a:rPr lang="zh-CN" altLang="en-US" sz="1100" b="1" smtClean="0"/>
                        <a:t>左</a:t>
                      </a:r>
                      <a:endParaRPr lang="zh-CN" altLang="en-US" sz="1100" b="1" dirty="0"/>
                    </a:p>
                  </a:txBody>
                  <a:tcPr anchor="ctr"/>
                </a:tc>
              </a:tr>
              <a:tr h="324000">
                <a:tc>
                  <a:txBody>
                    <a:bodyPr/>
                    <a:lstStyle/>
                    <a:p>
                      <a:pPr marL="0" indent="0" algn="ctr">
                        <a:buFont typeface="+mj-lt"/>
                        <a:buNone/>
                      </a:pPr>
                      <a:r>
                        <a:rPr lang="en-US" altLang="zh-CN" sz="1100" b="1" dirty="0" smtClean="0"/>
                        <a:t>6</a:t>
                      </a:r>
                      <a:endParaRPr lang="zh-CN" altLang="en-US" sz="1100" b="1" dirty="0"/>
                    </a:p>
                  </a:txBody>
                  <a:tcPr anchor="ctr"/>
                </a:tc>
                <a:tc>
                  <a:txBody>
                    <a:bodyPr/>
                    <a:lstStyle/>
                    <a:p>
                      <a:r>
                        <a:rPr lang="en-US" altLang="zh-CN" sz="1100" b="1" dirty="0" smtClean="0"/>
                        <a:t>+</a:t>
                      </a:r>
                      <a:r>
                        <a:rPr lang="zh-CN" altLang="en-US" sz="1100" b="1" dirty="0" smtClean="0"/>
                        <a:t>、</a:t>
                      </a:r>
                      <a:r>
                        <a:rPr lang="en-US" altLang="zh-CN" sz="1100" b="1" dirty="0" smtClean="0"/>
                        <a:t>-</a:t>
                      </a:r>
                      <a:endParaRPr lang="zh-CN" altLang="en-US" sz="1100" b="1" dirty="0"/>
                    </a:p>
                  </a:txBody>
                  <a:tcPr anchor="ctr"/>
                </a:tc>
                <a:tc>
                  <a:txBody>
                    <a:bodyPr/>
                    <a:lstStyle/>
                    <a:p>
                      <a:r>
                        <a:rPr lang="zh-CN" altLang="en-US" sz="1100" b="1" smtClean="0"/>
                        <a:t>左</a:t>
                      </a:r>
                      <a:endParaRPr lang="zh-CN" altLang="en-US" sz="1100" b="1" dirty="0"/>
                    </a:p>
                  </a:txBody>
                  <a:tcPr anchor="ctr"/>
                </a:tc>
              </a:tr>
              <a:tr h="324000">
                <a:tc>
                  <a:txBody>
                    <a:bodyPr/>
                    <a:lstStyle/>
                    <a:p>
                      <a:pPr marL="0" indent="0" algn="ctr">
                        <a:buFont typeface="+mj-lt"/>
                        <a:buNone/>
                      </a:pPr>
                      <a:r>
                        <a:rPr lang="en-US" altLang="zh-CN" sz="1100" b="1" dirty="0" smtClean="0"/>
                        <a:t>7</a:t>
                      </a:r>
                      <a:endParaRPr lang="zh-CN" altLang="en-US" sz="1100" b="1" dirty="0"/>
                    </a:p>
                  </a:txBody>
                  <a:tcPr anchor="ctr"/>
                </a:tc>
                <a:tc>
                  <a:txBody>
                    <a:bodyPr/>
                    <a:lstStyle/>
                    <a:p>
                      <a:r>
                        <a:rPr lang="en-US" altLang="zh-CN" sz="1100" b="1" dirty="0" smtClean="0"/>
                        <a:t>&lt;&lt;</a:t>
                      </a:r>
                      <a:r>
                        <a:rPr lang="zh-CN" altLang="en-US" sz="1100" b="1" dirty="0" smtClean="0"/>
                        <a:t>、</a:t>
                      </a:r>
                      <a:r>
                        <a:rPr lang="en-US" altLang="zh-CN" sz="1100" b="1" dirty="0" smtClean="0"/>
                        <a:t>&gt;&gt;</a:t>
                      </a:r>
                      <a:endParaRPr lang="zh-CN" altLang="en-US" sz="1100" b="1" dirty="0"/>
                    </a:p>
                  </a:txBody>
                  <a:tcPr anchor="ctr"/>
                </a:tc>
                <a:tc>
                  <a:txBody>
                    <a:bodyPr/>
                    <a:lstStyle/>
                    <a:p>
                      <a:r>
                        <a:rPr lang="zh-CN" altLang="en-US" sz="1100" b="1" smtClean="0"/>
                        <a:t>左</a:t>
                      </a:r>
                      <a:endParaRPr lang="zh-CN" altLang="en-US" sz="1100" b="1" dirty="0"/>
                    </a:p>
                  </a:txBody>
                  <a:tcPr anchor="ctr"/>
                </a:tc>
              </a:tr>
              <a:tr h="324000">
                <a:tc>
                  <a:txBody>
                    <a:bodyPr/>
                    <a:lstStyle/>
                    <a:p>
                      <a:pPr marL="0" indent="0" algn="ctr">
                        <a:buFont typeface="+mj-lt"/>
                        <a:buNone/>
                      </a:pPr>
                      <a:r>
                        <a:rPr lang="en-US" altLang="zh-CN" sz="1100" b="1" dirty="0" smtClean="0"/>
                        <a:t>8</a:t>
                      </a:r>
                      <a:endParaRPr lang="zh-CN" altLang="en-US" sz="1100" b="1" dirty="0"/>
                    </a:p>
                  </a:txBody>
                  <a:tcPr anchor="ctr"/>
                </a:tc>
                <a:tc>
                  <a:txBody>
                    <a:bodyPr/>
                    <a:lstStyle/>
                    <a:p>
                      <a:r>
                        <a:rPr lang="en-US" altLang="zh-CN" sz="1100" b="1" dirty="0" smtClean="0"/>
                        <a:t>&lt;</a:t>
                      </a:r>
                      <a:r>
                        <a:rPr lang="zh-CN" altLang="en-US" sz="1100" b="1" dirty="0" smtClean="0"/>
                        <a:t>、</a:t>
                      </a:r>
                      <a:r>
                        <a:rPr lang="en-US" altLang="zh-CN" sz="1100" b="1" dirty="0" smtClean="0"/>
                        <a:t>&gt;</a:t>
                      </a:r>
                      <a:r>
                        <a:rPr lang="zh-CN" altLang="en-US" sz="1100" b="1" dirty="0" smtClean="0"/>
                        <a:t>、</a:t>
                      </a:r>
                      <a:r>
                        <a:rPr lang="en-US" altLang="zh-CN" sz="1100" b="1" dirty="0" smtClean="0"/>
                        <a:t>&lt;=</a:t>
                      </a:r>
                      <a:r>
                        <a:rPr lang="zh-CN" altLang="en-US" sz="1100" b="1" dirty="0" smtClean="0"/>
                        <a:t>、</a:t>
                      </a:r>
                      <a:r>
                        <a:rPr lang="en-US" altLang="zh-CN" sz="1100" b="1" dirty="0" smtClean="0"/>
                        <a:t>&gt;=</a:t>
                      </a:r>
                      <a:endParaRPr lang="zh-CN" altLang="en-US" sz="1100" b="1" dirty="0"/>
                    </a:p>
                  </a:txBody>
                  <a:tcPr anchor="ctr"/>
                </a:tc>
                <a:tc>
                  <a:txBody>
                    <a:bodyPr/>
                    <a:lstStyle/>
                    <a:p>
                      <a:r>
                        <a:rPr lang="zh-CN" altLang="en-US" sz="1100" b="1" smtClean="0"/>
                        <a:t>左</a:t>
                      </a:r>
                      <a:endParaRPr lang="zh-CN" altLang="en-US" sz="1100" b="1" dirty="0"/>
                    </a:p>
                  </a:txBody>
                  <a:tcPr anchor="ctr"/>
                </a:tc>
              </a:tr>
              <a:tr h="324000">
                <a:tc>
                  <a:txBody>
                    <a:bodyPr/>
                    <a:lstStyle/>
                    <a:p>
                      <a:pPr marL="0" indent="0" algn="ctr">
                        <a:buFont typeface="+mj-lt"/>
                        <a:buNone/>
                      </a:pPr>
                      <a:r>
                        <a:rPr lang="en-US" altLang="zh-CN" sz="1100" b="1" dirty="0" smtClean="0"/>
                        <a:t>9</a:t>
                      </a:r>
                      <a:endParaRPr lang="zh-CN" altLang="en-US" sz="1100" b="1" dirty="0"/>
                    </a:p>
                  </a:txBody>
                  <a:tcPr anchor="ctr"/>
                </a:tc>
                <a:tc>
                  <a:txBody>
                    <a:bodyPr/>
                    <a:lstStyle/>
                    <a:p>
                      <a:r>
                        <a:rPr lang="en-US" altLang="zh-CN" sz="1100" b="1" dirty="0" smtClean="0"/>
                        <a:t>= =</a:t>
                      </a:r>
                      <a:r>
                        <a:rPr lang="zh-CN" altLang="en-US" sz="1100" b="1" dirty="0" smtClean="0"/>
                        <a:t>、</a:t>
                      </a:r>
                      <a:r>
                        <a:rPr lang="en-US" altLang="zh-CN" sz="1100" b="1" dirty="0" smtClean="0"/>
                        <a:t>!=</a:t>
                      </a:r>
                      <a:endParaRPr lang="zh-CN" altLang="en-US" sz="1100" b="1" dirty="0"/>
                    </a:p>
                  </a:txBody>
                  <a:tcPr anchor="ctr"/>
                </a:tc>
                <a:tc>
                  <a:txBody>
                    <a:bodyPr/>
                    <a:lstStyle/>
                    <a:p>
                      <a:r>
                        <a:rPr lang="zh-CN" altLang="en-US" sz="1100" b="1" smtClean="0"/>
                        <a:t>左</a:t>
                      </a:r>
                      <a:endParaRPr lang="zh-CN" altLang="en-US" sz="1100" b="1" dirty="0"/>
                    </a:p>
                  </a:txBody>
                  <a:tcPr anchor="ctr"/>
                </a:tc>
              </a:tr>
              <a:tr h="324000">
                <a:tc>
                  <a:txBody>
                    <a:bodyPr/>
                    <a:lstStyle/>
                    <a:p>
                      <a:pPr marL="0" indent="0" algn="ctr">
                        <a:buFont typeface="+mj-lt"/>
                        <a:buNone/>
                      </a:pPr>
                      <a:r>
                        <a:rPr lang="en-US" altLang="zh-CN" sz="1100" b="1" dirty="0" smtClean="0"/>
                        <a:t>10</a:t>
                      </a:r>
                      <a:endParaRPr lang="zh-CN" altLang="en-US" sz="1100" b="1" dirty="0"/>
                    </a:p>
                  </a:txBody>
                  <a:tcPr anchor="ctr"/>
                </a:tc>
                <a:tc>
                  <a:txBody>
                    <a:bodyPr/>
                    <a:lstStyle/>
                    <a:p>
                      <a:r>
                        <a:rPr lang="en-US" altLang="zh-CN" sz="1100" b="1" dirty="0" smtClean="0"/>
                        <a:t>&amp;</a:t>
                      </a:r>
                      <a:endParaRPr lang="zh-CN" altLang="en-US" sz="1100" b="1" dirty="0"/>
                    </a:p>
                  </a:txBody>
                  <a:tcPr anchor="ctr"/>
                </a:tc>
                <a:tc>
                  <a:txBody>
                    <a:bodyPr/>
                    <a:lstStyle/>
                    <a:p>
                      <a:r>
                        <a:rPr lang="zh-CN" altLang="en-US" sz="1100" b="1" smtClean="0"/>
                        <a:t>左</a:t>
                      </a:r>
                      <a:endParaRPr lang="zh-CN" altLang="en-US" sz="1100" b="1" dirty="0"/>
                    </a:p>
                  </a:txBody>
                  <a:tcPr anchor="ctr"/>
                </a:tc>
              </a:tr>
              <a:tr h="324000">
                <a:tc>
                  <a:txBody>
                    <a:bodyPr/>
                    <a:lstStyle/>
                    <a:p>
                      <a:pPr marL="0" indent="0" algn="ctr">
                        <a:buFont typeface="+mj-lt"/>
                        <a:buNone/>
                      </a:pPr>
                      <a:r>
                        <a:rPr lang="en-US" altLang="zh-CN" sz="1100" b="1" dirty="0" smtClean="0"/>
                        <a:t>11</a:t>
                      </a:r>
                      <a:endParaRPr lang="zh-CN" altLang="en-US" sz="1100" b="1" dirty="0"/>
                    </a:p>
                  </a:txBody>
                  <a:tcPr anchor="ctr"/>
                </a:tc>
                <a:tc>
                  <a:txBody>
                    <a:bodyPr/>
                    <a:lstStyle/>
                    <a:p>
                      <a:r>
                        <a:rPr lang="en-US" altLang="zh-CN" sz="1100" b="1" dirty="0" smtClean="0"/>
                        <a:t>^</a:t>
                      </a:r>
                      <a:endParaRPr lang="zh-CN" altLang="en-US" sz="1100" b="1" dirty="0"/>
                    </a:p>
                  </a:txBody>
                  <a:tcPr anchor="ctr"/>
                </a:tc>
                <a:tc>
                  <a:txBody>
                    <a:bodyPr/>
                    <a:lstStyle/>
                    <a:p>
                      <a:r>
                        <a:rPr lang="zh-CN" altLang="en-US" sz="1100" b="1" smtClean="0"/>
                        <a:t>左</a:t>
                      </a:r>
                      <a:endParaRPr lang="zh-CN" altLang="en-US" sz="1100" b="1" dirty="0"/>
                    </a:p>
                  </a:txBody>
                  <a:tcPr anchor="ctr"/>
                </a:tc>
              </a:tr>
              <a:tr h="324000">
                <a:tc>
                  <a:txBody>
                    <a:bodyPr/>
                    <a:lstStyle/>
                    <a:p>
                      <a:pPr marL="0" indent="0" algn="ctr">
                        <a:buFont typeface="+mj-lt"/>
                        <a:buNone/>
                      </a:pPr>
                      <a:r>
                        <a:rPr lang="en-US" altLang="zh-CN" sz="1100" b="1" dirty="0" smtClean="0"/>
                        <a:t>12</a:t>
                      </a:r>
                      <a:endParaRPr lang="zh-CN" altLang="en-US" sz="1100" b="1" dirty="0"/>
                    </a:p>
                  </a:txBody>
                  <a:tcPr anchor="ctr"/>
                </a:tc>
                <a:tc>
                  <a:txBody>
                    <a:bodyPr/>
                    <a:lstStyle/>
                    <a:p>
                      <a:r>
                        <a:rPr lang="en-US" altLang="zh-CN" sz="1100" b="1" dirty="0" smtClean="0"/>
                        <a:t>|</a:t>
                      </a:r>
                      <a:endParaRPr lang="zh-CN" altLang="en-US" sz="1100" b="1" dirty="0"/>
                    </a:p>
                  </a:txBody>
                  <a:tcPr anchor="ctr"/>
                </a:tc>
                <a:tc>
                  <a:txBody>
                    <a:bodyPr/>
                    <a:lstStyle/>
                    <a:p>
                      <a:r>
                        <a:rPr lang="zh-CN" altLang="en-US" sz="1100" b="1" smtClean="0"/>
                        <a:t>左</a:t>
                      </a:r>
                      <a:endParaRPr lang="zh-CN" altLang="en-US" sz="1100" b="1" dirty="0"/>
                    </a:p>
                  </a:txBody>
                  <a:tcPr anchor="ctr"/>
                </a:tc>
              </a:tr>
              <a:tr h="324000">
                <a:tc>
                  <a:txBody>
                    <a:bodyPr/>
                    <a:lstStyle/>
                    <a:p>
                      <a:pPr marL="0" indent="0" algn="ctr">
                        <a:buFont typeface="+mj-lt"/>
                        <a:buNone/>
                      </a:pPr>
                      <a:r>
                        <a:rPr lang="en-US" altLang="zh-CN" sz="1100" b="1" dirty="0" smtClean="0"/>
                        <a:t>13</a:t>
                      </a:r>
                      <a:endParaRPr lang="zh-CN" altLang="en-US" sz="1100" b="1" dirty="0"/>
                    </a:p>
                  </a:txBody>
                  <a:tcPr anchor="ctr"/>
                </a:tc>
                <a:tc>
                  <a:txBody>
                    <a:bodyPr/>
                    <a:lstStyle/>
                    <a:p>
                      <a:r>
                        <a:rPr lang="en-US" altLang="zh-CN" sz="1100" b="1" dirty="0" smtClean="0"/>
                        <a:t>&amp;&amp;</a:t>
                      </a:r>
                      <a:endParaRPr lang="zh-CN" altLang="en-US" sz="1100" b="1" dirty="0"/>
                    </a:p>
                  </a:txBody>
                  <a:tcPr anchor="ctr"/>
                </a:tc>
                <a:tc>
                  <a:txBody>
                    <a:bodyPr/>
                    <a:lstStyle/>
                    <a:p>
                      <a:r>
                        <a:rPr lang="zh-CN" altLang="en-US" sz="1100" b="1" smtClean="0"/>
                        <a:t>左</a:t>
                      </a:r>
                      <a:endParaRPr lang="zh-CN" altLang="en-US" sz="1100" b="1" dirty="0"/>
                    </a:p>
                  </a:txBody>
                  <a:tcPr anchor="ctr"/>
                </a:tc>
              </a:tr>
              <a:tr h="324000">
                <a:tc>
                  <a:txBody>
                    <a:bodyPr/>
                    <a:lstStyle/>
                    <a:p>
                      <a:pPr marL="0" indent="0" algn="ctr">
                        <a:buFont typeface="+mj-lt"/>
                        <a:buNone/>
                      </a:pPr>
                      <a:r>
                        <a:rPr lang="en-US" altLang="zh-CN" sz="1100" b="1" dirty="0" smtClean="0"/>
                        <a:t>14</a:t>
                      </a:r>
                      <a:endParaRPr lang="zh-CN" altLang="en-US" sz="1100" b="1" dirty="0"/>
                    </a:p>
                  </a:txBody>
                  <a:tcPr anchor="ctr"/>
                </a:tc>
                <a:tc>
                  <a:txBody>
                    <a:bodyPr/>
                    <a:lstStyle/>
                    <a:p>
                      <a:r>
                        <a:rPr lang="en-US" altLang="zh-CN" sz="1100" b="1" dirty="0" smtClean="0"/>
                        <a:t>||</a:t>
                      </a:r>
                      <a:endParaRPr lang="zh-CN" altLang="en-US" sz="1100" b="1" dirty="0"/>
                    </a:p>
                  </a:txBody>
                  <a:tcPr anchor="ctr"/>
                </a:tc>
                <a:tc>
                  <a:txBody>
                    <a:bodyPr/>
                    <a:lstStyle/>
                    <a:p>
                      <a:r>
                        <a:rPr lang="zh-CN" altLang="en-US" sz="1100" b="1" dirty="0" smtClean="0"/>
                        <a:t>左</a:t>
                      </a:r>
                      <a:endParaRPr lang="zh-CN" altLang="en-US" sz="1100" b="1" dirty="0"/>
                    </a:p>
                  </a:txBody>
                  <a:tcPr anchor="ctr"/>
                </a:tc>
              </a:tr>
              <a:tr h="324000">
                <a:tc>
                  <a:txBody>
                    <a:bodyPr/>
                    <a:lstStyle/>
                    <a:p>
                      <a:pPr marL="0" indent="0" algn="ctr">
                        <a:buFont typeface="+mj-lt"/>
                        <a:buNone/>
                      </a:pPr>
                      <a:r>
                        <a:rPr lang="en-US" altLang="zh-CN" sz="1100" b="1" dirty="0" smtClean="0"/>
                        <a:t>15</a:t>
                      </a:r>
                      <a:endParaRPr lang="zh-CN" altLang="en-US" sz="1100" b="1" dirty="0"/>
                    </a:p>
                  </a:txBody>
                  <a:tcPr anchor="ctr"/>
                </a:tc>
                <a:tc>
                  <a:txBody>
                    <a:bodyPr/>
                    <a:lstStyle/>
                    <a:p>
                      <a:r>
                        <a:rPr lang="en-US" altLang="zh-CN" sz="1100" b="1" dirty="0" smtClean="0"/>
                        <a:t>? :</a:t>
                      </a:r>
                      <a:endParaRPr lang="zh-CN" altLang="en-US" sz="1100" b="1" dirty="0"/>
                    </a:p>
                  </a:txBody>
                  <a:tcPr anchor="ctr"/>
                </a:tc>
                <a:tc>
                  <a:txBody>
                    <a:bodyPr/>
                    <a:lstStyle/>
                    <a:p>
                      <a:r>
                        <a:rPr lang="zh-CN" altLang="en-US" sz="1100" b="1" dirty="0" smtClean="0"/>
                        <a:t>右</a:t>
                      </a:r>
                      <a:endParaRPr lang="zh-CN" altLang="en-US" sz="1100" b="1" dirty="0"/>
                    </a:p>
                  </a:txBody>
                  <a:tcPr anchor="ctr"/>
                </a:tc>
              </a:tr>
              <a:tr h="324000">
                <a:tc>
                  <a:txBody>
                    <a:bodyPr/>
                    <a:lstStyle/>
                    <a:p>
                      <a:pPr marL="0" indent="0" algn="ctr">
                        <a:buFont typeface="+mj-lt"/>
                        <a:buNone/>
                      </a:pPr>
                      <a:r>
                        <a:rPr lang="en-US" altLang="zh-CN" sz="1100" b="1" dirty="0" smtClean="0"/>
                        <a:t>16</a:t>
                      </a:r>
                      <a:endParaRPr lang="zh-CN" altLang="en-US" sz="1100" b="1" dirty="0"/>
                    </a:p>
                  </a:txBody>
                  <a:tcPr anchor="ctr"/>
                </a:tc>
                <a:tc>
                  <a:txBody>
                    <a:bodyPr/>
                    <a:lstStyle/>
                    <a:p>
                      <a:r>
                        <a:rPr lang="en-US" altLang="zh-CN" sz="1100" b="1" dirty="0" smtClean="0"/>
                        <a:t>= </a:t>
                      </a:r>
                      <a:r>
                        <a:rPr lang="zh-CN" altLang="en-US" sz="1100" b="1" dirty="0" smtClean="0"/>
                        <a:t>、</a:t>
                      </a:r>
                      <a:r>
                        <a:rPr lang="en-US" altLang="zh-CN" sz="1100" b="1" dirty="0" smtClean="0"/>
                        <a:t>*=</a:t>
                      </a:r>
                      <a:r>
                        <a:rPr lang="zh-CN" altLang="en-US" sz="1100" b="1" dirty="0" smtClean="0"/>
                        <a:t>、</a:t>
                      </a:r>
                      <a:r>
                        <a:rPr lang="en-US" altLang="zh-CN" sz="1100" b="1" dirty="0" smtClean="0"/>
                        <a:t>/=</a:t>
                      </a:r>
                      <a:r>
                        <a:rPr lang="zh-CN" altLang="en-US" sz="1100" b="1" dirty="0" smtClean="0"/>
                        <a:t>、</a:t>
                      </a:r>
                      <a:r>
                        <a:rPr lang="en-US" altLang="zh-CN" sz="1100" b="1" dirty="0" smtClean="0"/>
                        <a:t>%=</a:t>
                      </a:r>
                      <a:r>
                        <a:rPr lang="zh-CN" altLang="en-US" sz="1100" b="1" dirty="0" smtClean="0"/>
                        <a:t>、</a:t>
                      </a:r>
                      <a:r>
                        <a:rPr lang="en-US" altLang="zh-CN" sz="1100" b="1" dirty="0" smtClean="0"/>
                        <a:t>+=</a:t>
                      </a:r>
                      <a:r>
                        <a:rPr lang="zh-CN" altLang="en-US" sz="1100" b="1" dirty="0" smtClean="0"/>
                        <a:t>、</a:t>
                      </a:r>
                      <a:r>
                        <a:rPr lang="en-US" altLang="zh-CN" sz="1100" b="1" dirty="0" smtClean="0"/>
                        <a:t>- =</a:t>
                      </a:r>
                      <a:r>
                        <a:rPr lang="zh-CN" altLang="en-US" sz="1100" b="1" dirty="0" smtClean="0"/>
                        <a:t>、</a:t>
                      </a:r>
                      <a:r>
                        <a:rPr lang="en-US" altLang="zh-CN" sz="1100" b="1" dirty="0" smtClean="0"/>
                        <a:t>&lt;&lt;=</a:t>
                      </a:r>
                      <a:r>
                        <a:rPr lang="zh-CN" altLang="en-US" sz="1100" b="1" dirty="0" smtClean="0"/>
                        <a:t>、</a:t>
                      </a:r>
                      <a:r>
                        <a:rPr lang="en-US" altLang="zh-CN" sz="1100" b="1" dirty="0" smtClean="0"/>
                        <a:t>&gt;&gt;=</a:t>
                      </a:r>
                      <a:r>
                        <a:rPr lang="zh-CN" altLang="en-US" sz="1100" b="1" dirty="0" smtClean="0"/>
                        <a:t>、</a:t>
                      </a:r>
                      <a:r>
                        <a:rPr lang="en-US" altLang="zh-CN" sz="1100" b="1" dirty="0" smtClean="0"/>
                        <a:t>&amp;=</a:t>
                      </a:r>
                      <a:r>
                        <a:rPr lang="zh-CN" altLang="en-US" sz="1100" b="1" dirty="0" smtClean="0"/>
                        <a:t>、</a:t>
                      </a:r>
                      <a:r>
                        <a:rPr lang="en-US" altLang="zh-CN" sz="1100" b="1" dirty="0" smtClean="0"/>
                        <a:t>^=</a:t>
                      </a:r>
                      <a:r>
                        <a:rPr lang="zh-CN" altLang="en-US" sz="1100" b="1" dirty="0" smtClean="0"/>
                        <a:t>、</a:t>
                      </a:r>
                      <a:r>
                        <a:rPr lang="en-US" altLang="zh-CN" sz="1100" b="1" dirty="0" smtClean="0"/>
                        <a:t>|=</a:t>
                      </a:r>
                      <a:endParaRPr lang="zh-CN" altLang="en-US" sz="1100" b="1" dirty="0"/>
                    </a:p>
                  </a:txBody>
                  <a:tcPr anchor="ctr"/>
                </a:tc>
                <a:tc>
                  <a:txBody>
                    <a:bodyPr/>
                    <a:lstStyle/>
                    <a:p>
                      <a:r>
                        <a:rPr lang="zh-CN" altLang="en-US" sz="1100" b="1" dirty="0" smtClean="0"/>
                        <a:t>右</a:t>
                      </a:r>
                      <a:endParaRPr lang="zh-CN" altLang="en-US" sz="1100" b="1" dirty="0"/>
                    </a:p>
                  </a:txBody>
                  <a:tcPr anchor="ctr"/>
                </a:tc>
              </a:tr>
              <a:tr h="324000">
                <a:tc>
                  <a:txBody>
                    <a:bodyPr/>
                    <a:lstStyle/>
                    <a:p>
                      <a:pPr marL="0" indent="0" algn="ctr">
                        <a:buFont typeface="+mj-lt"/>
                        <a:buNone/>
                      </a:pPr>
                      <a:r>
                        <a:rPr lang="en-US" altLang="zh-CN" sz="1100" b="1" dirty="0" smtClean="0"/>
                        <a:t>17</a:t>
                      </a:r>
                      <a:endParaRPr lang="zh-CN" altLang="en-US" sz="1100" b="1" dirty="0"/>
                    </a:p>
                  </a:txBody>
                  <a:tcPr anchor="ctr"/>
                </a:tc>
                <a:tc>
                  <a:txBody>
                    <a:bodyPr/>
                    <a:lstStyle/>
                    <a:p>
                      <a:r>
                        <a:rPr lang="en-US" altLang="zh-CN" sz="1100" b="1" dirty="0" smtClean="0"/>
                        <a:t>,</a:t>
                      </a:r>
                      <a:endParaRPr lang="zh-CN" altLang="en-US" sz="1100" b="1" dirty="0"/>
                    </a:p>
                  </a:txBody>
                  <a:tcPr anchor="ctr"/>
                </a:tc>
                <a:tc>
                  <a:txBody>
                    <a:bodyPr/>
                    <a:lstStyle/>
                    <a:p>
                      <a:r>
                        <a:rPr lang="zh-CN" altLang="en-US" sz="1100" b="1" dirty="0" smtClean="0"/>
                        <a:t>左</a:t>
                      </a:r>
                      <a:endParaRPr lang="zh-CN" altLang="en-US" sz="1100" b="1" dirty="0"/>
                    </a:p>
                  </a:txBody>
                  <a:tcPr anchor="ctr"/>
                </a:tc>
              </a:tr>
            </a:tbl>
          </a:graphicData>
        </a:graphic>
      </p:graphicFrame>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370013" y="116632"/>
            <a:ext cx="7313612" cy="895350"/>
          </a:xfrm>
        </p:spPr>
        <p:txBody>
          <a:bodyPr/>
          <a:lstStyle/>
          <a:p>
            <a:pPr algn="ctr"/>
            <a:r>
              <a:rPr lang="en-US" altLang="zh-CN" b="1" dirty="0" smtClean="0">
                <a:ea typeface="隶书" panose="02010509060101010101" pitchFamily="49" charset="-122"/>
              </a:rPr>
              <a:t>2.2.6</a:t>
            </a:r>
            <a:r>
              <a:rPr lang="zh-CN" altLang="en-US" b="1" dirty="0" smtClean="0">
                <a:ea typeface="隶书" panose="02010509060101010101" pitchFamily="49" charset="-122"/>
              </a:rPr>
              <a:t>、</a:t>
            </a:r>
            <a:r>
              <a:rPr lang="zh-CN" altLang="en-US" b="1" dirty="0">
                <a:ea typeface="隶书" panose="02010509060101010101" pitchFamily="49" charset="-122"/>
              </a:rPr>
              <a:t>运算符和表达式：</a:t>
            </a:r>
            <a:br>
              <a:rPr lang="en-US" altLang="zh-CN" b="1" dirty="0">
                <a:ea typeface="隶书" panose="02010509060101010101" pitchFamily="49" charset="-122"/>
              </a:rPr>
            </a:br>
            <a:r>
              <a:rPr lang="en-US" altLang="zh-CN" b="1" dirty="0">
                <a:ea typeface="隶书" panose="02010509060101010101" pitchFamily="49" charset="-122"/>
              </a:rPr>
              <a:t>C++</a:t>
            </a:r>
            <a:r>
              <a:rPr lang="zh-CN" altLang="en-US" b="1" dirty="0">
                <a:ea typeface="隶书" panose="02010509060101010101" pitchFamily="49" charset="-122"/>
              </a:rPr>
              <a:t>语言中的运算符</a:t>
            </a:r>
            <a:endParaRPr lang="zh-CN" altLang="en-US" b="1" dirty="0">
              <a:ea typeface="隶书" panose="02010509060101010101" pitchFamily="49" charset="-122"/>
            </a:endParaRPr>
          </a:p>
        </p:txBody>
      </p:sp>
      <p:sp>
        <p:nvSpPr>
          <p:cNvPr id="11267" name="Rectangle 81"/>
          <p:cNvSpPr>
            <a:spLocks noChangeArrowheads="1"/>
          </p:cNvSpPr>
          <p:nvPr/>
        </p:nvSpPr>
        <p:spPr bwMode="auto">
          <a:xfrm>
            <a:off x="304800" y="1576388"/>
            <a:ext cx="8534400" cy="4876800"/>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75000"/>
              </a:lnSpc>
              <a:spcBef>
                <a:spcPct val="0"/>
              </a:spcBef>
              <a:buFont typeface="Wingdings" panose="05000000000000000000" pitchFamily="2" charset="2"/>
              <a:buNone/>
            </a:pPr>
            <a:r>
              <a:rPr lang="en-US" altLang="zh-CN" sz="2400" b="1" dirty="0">
                <a:latin typeface="华文楷体" panose="02010600040101010101" pitchFamily="2" charset="-122"/>
                <a:ea typeface="华文楷体" panose="02010600040101010101" pitchFamily="2" charset="-122"/>
              </a:rPr>
              <a:t>             </a:t>
            </a:r>
            <a:r>
              <a:rPr lang="zh-CN" altLang="en-US" sz="2400" b="1" dirty="0">
                <a:latin typeface="华文楷体" panose="02010600040101010101" pitchFamily="2" charset="-122"/>
                <a:ea typeface="华文楷体" panose="02010600040101010101" pitchFamily="2" charset="-122"/>
              </a:rPr>
              <a:t>基本运算符                                            高</a:t>
            </a:r>
            <a:endParaRPr lang="zh-CN" altLang="en-US" sz="2400" b="1" dirty="0">
              <a:latin typeface="华文楷体" panose="02010600040101010101" pitchFamily="2" charset="-122"/>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rPr>
              <a:t> </a:t>
            </a:r>
            <a:endParaRPr lang="zh-CN" altLang="en-US" sz="2400" b="1" dirty="0">
              <a:latin typeface="华文楷体" panose="02010600040101010101" pitchFamily="2" charset="-122"/>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rPr>
              <a:t>              单目运算符</a:t>
            </a:r>
            <a:endParaRPr lang="zh-CN" altLang="en-US" sz="2400" b="1" dirty="0">
              <a:latin typeface="华文楷体" panose="02010600040101010101" pitchFamily="2" charset="-122"/>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rPr>
              <a:t>  </a:t>
            </a:r>
            <a:endParaRPr lang="zh-CN" altLang="en-US" sz="2400" b="1" dirty="0">
              <a:latin typeface="华文楷体" panose="02010600040101010101" pitchFamily="2" charset="-122"/>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rPr>
              <a:t>              算术运算符（先乘除，后加减）</a:t>
            </a:r>
            <a:endParaRPr lang="zh-CN" altLang="en-US" sz="2400" b="1" dirty="0">
              <a:latin typeface="华文楷体" panose="02010600040101010101" pitchFamily="2" charset="-122"/>
              <a:ea typeface="华文楷体" panose="02010600040101010101" pitchFamily="2" charset="-122"/>
            </a:endParaRPr>
          </a:p>
          <a:p>
            <a:pPr algn="l" eaLnBrk="1" hangingPunct="1">
              <a:lnSpc>
                <a:spcPct val="75000"/>
              </a:lnSpc>
              <a:spcBef>
                <a:spcPct val="0"/>
              </a:spcBef>
              <a:buFont typeface="Wingdings" panose="05000000000000000000" pitchFamily="2" charset="2"/>
              <a:buNone/>
            </a:pPr>
            <a:endParaRPr lang="zh-CN" altLang="en-US" sz="2400" b="1" dirty="0">
              <a:latin typeface="华文楷体" panose="02010600040101010101" pitchFamily="2" charset="-122"/>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rPr>
              <a:t>              移位运算符</a:t>
            </a:r>
            <a:endParaRPr lang="zh-CN" altLang="en-US" sz="2400" b="1" dirty="0">
              <a:latin typeface="华文楷体" panose="02010600040101010101" pitchFamily="2" charset="-122"/>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rPr>
              <a:t>         </a:t>
            </a:r>
            <a:endParaRPr lang="zh-CN" altLang="en-US" sz="2400" b="1" dirty="0">
              <a:latin typeface="华文楷体" panose="02010600040101010101" pitchFamily="2" charset="-122"/>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rPr>
              <a:t>              关系运算符</a:t>
            </a:r>
            <a:endParaRPr lang="zh-CN" altLang="en-US" sz="2400" b="1" dirty="0">
              <a:latin typeface="华文楷体" panose="02010600040101010101" pitchFamily="2" charset="-122"/>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rPr>
              <a:t>      </a:t>
            </a:r>
            <a:endParaRPr lang="zh-CN" altLang="en-US" sz="2400" b="1" dirty="0">
              <a:latin typeface="华文楷体" panose="02010600040101010101" pitchFamily="2" charset="-122"/>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rPr>
              <a:t>              逻辑运算符（！除外）</a:t>
            </a:r>
            <a:endParaRPr lang="zh-CN" altLang="en-US" sz="2400" b="1" dirty="0">
              <a:latin typeface="华文楷体" panose="02010600040101010101" pitchFamily="2" charset="-122"/>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rPr>
              <a:t> </a:t>
            </a:r>
            <a:endParaRPr lang="zh-CN" altLang="en-US" sz="2400" b="1" dirty="0">
              <a:latin typeface="华文楷体" panose="02010600040101010101" pitchFamily="2" charset="-122"/>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rPr>
              <a:t>              条件运算符</a:t>
            </a:r>
            <a:endParaRPr lang="zh-CN" altLang="en-US" sz="2400" b="1" dirty="0">
              <a:latin typeface="华文楷体" panose="02010600040101010101" pitchFamily="2" charset="-122"/>
              <a:ea typeface="华文楷体" panose="02010600040101010101" pitchFamily="2" charset="-122"/>
            </a:endParaRPr>
          </a:p>
          <a:p>
            <a:pPr algn="l" eaLnBrk="1" hangingPunct="1">
              <a:lnSpc>
                <a:spcPct val="75000"/>
              </a:lnSpc>
              <a:spcBef>
                <a:spcPct val="0"/>
              </a:spcBef>
              <a:buFont typeface="Wingdings" panose="05000000000000000000" pitchFamily="2" charset="2"/>
              <a:buNone/>
            </a:pPr>
            <a:endParaRPr lang="en-US" altLang="en-US" sz="2400" b="1" dirty="0">
              <a:latin typeface="华文楷体" panose="02010600040101010101" pitchFamily="2" charset="-122"/>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rPr>
              <a:t>              赋值运算符                                           低 </a:t>
            </a:r>
            <a:endParaRPr lang="zh-CN" altLang="en-US" sz="2400" b="1" dirty="0">
              <a:latin typeface="华文楷体" panose="02010600040101010101" pitchFamily="2" charset="-122"/>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rPr>
              <a:t>              </a:t>
            </a:r>
            <a:endParaRPr lang="zh-CN" altLang="en-US" sz="2400" b="1" dirty="0">
              <a:latin typeface="华文楷体" panose="02010600040101010101" pitchFamily="2" charset="-122"/>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rPr>
              <a:t>              逗号运算符</a:t>
            </a:r>
            <a:endParaRPr lang="zh-CN" altLang="en-US" sz="2400" b="1" dirty="0">
              <a:latin typeface="华文楷体" panose="02010600040101010101" pitchFamily="2" charset="-122"/>
              <a:ea typeface="华文楷体" panose="02010600040101010101" pitchFamily="2" charset="-122"/>
            </a:endParaRPr>
          </a:p>
        </p:txBody>
      </p:sp>
      <p:sp>
        <p:nvSpPr>
          <p:cNvPr id="11268" name="Line 82"/>
          <p:cNvSpPr>
            <a:spLocks noChangeShapeType="1"/>
          </p:cNvSpPr>
          <p:nvPr/>
        </p:nvSpPr>
        <p:spPr bwMode="auto">
          <a:xfrm flipH="1" flipV="1">
            <a:off x="5940425" y="1700213"/>
            <a:ext cx="9525" cy="4522787"/>
          </a:xfrm>
          <a:prstGeom prst="line">
            <a:avLst/>
          </a:prstGeom>
          <a:noFill/>
          <a:ln w="38100">
            <a:solidFill>
              <a:srgbClr val="00B0F0"/>
            </a:solidFill>
            <a:round/>
            <a:headEnd type="oval"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323528" y="301625"/>
            <a:ext cx="8360097" cy="1143000"/>
          </a:xfrm>
        </p:spPr>
        <p:txBody>
          <a:bodyPr/>
          <a:lstStyle/>
          <a:p>
            <a:pPr algn="ctr" eaLnBrk="1" hangingPunct="1"/>
            <a:r>
              <a:rPr lang="en-US" altLang="zh-CN" sz="4000" b="1" dirty="0" smtClean="0">
                <a:ea typeface="隶书" panose="02010509060101010101" pitchFamily="49" charset="-122"/>
              </a:rPr>
              <a:t>2.2.6</a:t>
            </a:r>
            <a:r>
              <a:rPr lang="zh-CN" altLang="en-US" sz="4000" b="1" dirty="0" smtClean="0">
                <a:ea typeface="隶书" panose="02010509060101010101" pitchFamily="49" charset="-122"/>
              </a:rPr>
              <a:t>、</a:t>
            </a:r>
            <a:r>
              <a:rPr lang="zh-CN" altLang="en-US" sz="4000" b="1" dirty="0">
                <a:ea typeface="隶书" panose="02010509060101010101" pitchFamily="49" charset="-122"/>
              </a:rPr>
              <a:t>运算符和表达式</a:t>
            </a:r>
            <a:r>
              <a:rPr lang="zh-CN" altLang="en-US" sz="4000" b="1" dirty="0" smtClean="0">
                <a:ea typeface="隶书" panose="02010509060101010101" pitchFamily="49" charset="-122"/>
              </a:rPr>
              <a:t>：</a:t>
            </a:r>
            <a:r>
              <a:rPr lang="zh-CN" altLang="en-US" sz="4000" b="1" dirty="0" smtClean="0">
                <a:latin typeface="隶书" panose="02010509060101010101" pitchFamily="49" charset="-122"/>
                <a:ea typeface="隶书" panose="02010509060101010101" pitchFamily="49" charset="-122"/>
              </a:rPr>
              <a:t>算术运算符</a:t>
            </a:r>
            <a:endParaRPr lang="zh-CN" altLang="en-US" sz="4000" b="1" dirty="0" smtClean="0">
              <a:latin typeface="隶书" panose="02010509060101010101" pitchFamily="49" charset="-122"/>
              <a:ea typeface="隶书" panose="02010509060101010101" pitchFamily="49" charset="-122"/>
            </a:endParaRPr>
          </a:p>
        </p:txBody>
      </p:sp>
      <p:graphicFrame>
        <p:nvGraphicFramePr>
          <p:cNvPr id="92249" name="Group 89"/>
          <p:cNvGraphicFramePr>
            <a:graphicFrameLocks noGrp="1"/>
          </p:cNvGraphicFramePr>
          <p:nvPr>
            <p:ph idx="1"/>
          </p:nvPr>
        </p:nvGraphicFramePr>
        <p:xfrm>
          <a:off x="1042988" y="1844675"/>
          <a:ext cx="3240087" cy="4165600"/>
        </p:xfrm>
        <a:graphic>
          <a:graphicData uri="http://schemas.openxmlformats.org/drawingml/2006/table">
            <a:tbl>
              <a:tblPr/>
              <a:tblGrid>
                <a:gridCol w="1296987"/>
                <a:gridCol w="1943100"/>
              </a:tblGrid>
              <a:tr h="514350">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Times New Roman" panose="02020603050405020304" pitchFamily="18" charset="0"/>
                          <a:ea typeface="华文楷体" panose="02010600040101010101" pitchFamily="2" charset="-122"/>
                        </a:rPr>
                        <a:t>运算符</a:t>
                      </a:r>
                      <a:endParaRPr kumimoji="0" lang="zh-CN" altLang="en-US" sz="2400" b="1" i="0" u="none" strike="noStrike" cap="none" normalizeH="0" baseline="0" dirty="0" smtClean="0">
                        <a:ln>
                          <a:noFill/>
                        </a:ln>
                        <a:solidFill>
                          <a:srgbClr val="000000"/>
                        </a:solidFill>
                        <a:effectLst/>
                        <a:latin typeface="Times New Roman" panose="02020603050405020304" pitchFamily="18" charset="0"/>
                        <a:ea typeface="华文楷体" panose="0201060004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CECEC"/>
                    </a:solid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Times New Roman" panose="02020603050405020304" pitchFamily="18" charset="0"/>
                          <a:ea typeface="华文楷体" panose="02010600040101010101" pitchFamily="2" charset="-122"/>
                        </a:rPr>
                        <a:t>作用</a:t>
                      </a:r>
                      <a:endParaRPr kumimoji="0" lang="zh-CN" altLang="en-US" sz="2400" b="1" i="0" u="none" strike="noStrike" cap="none" normalizeH="0" baseline="0" dirty="0" smtClean="0">
                        <a:ln>
                          <a:noFill/>
                        </a:ln>
                        <a:solidFill>
                          <a:srgbClr val="000000"/>
                        </a:solidFill>
                        <a:effectLst/>
                        <a:latin typeface="Times New Roman" panose="02020603050405020304" pitchFamily="18" charset="0"/>
                        <a:ea typeface="华文楷体" panose="0201060004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CECEC"/>
                    </a:solidFill>
                  </a:tcPr>
                </a:tc>
              </a:tr>
              <a:tr h="565150">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rPr>
                        <a:t>减法、负号</a:t>
                      </a:r>
                      <a:endParaRPr kumimoji="0" lang="zh-CN" altLang="en-US"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50">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加法</a:t>
                      </a:r>
                      <a:endPar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50">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rPr>
                        <a:t>*</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乘法</a:t>
                      </a:r>
                      <a:endPar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50">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rPr>
                        <a:t>/</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除法</a:t>
                      </a:r>
                      <a:endPar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50">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rPr>
                        <a:t>%</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模除</a:t>
                      </a:r>
                      <a:endPar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50">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rPr>
                        <a:t>--</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减量</a:t>
                      </a:r>
                      <a:endPar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50">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rPr>
                        <a:t>++</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增量</a:t>
                      </a:r>
                      <a:endPar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2250" name="Rectangle 90"/>
          <p:cNvSpPr>
            <a:spLocks noChangeArrowheads="1"/>
          </p:cNvSpPr>
          <p:nvPr/>
        </p:nvSpPr>
        <p:spPr bwMode="auto">
          <a:xfrm>
            <a:off x="4572000" y="1585913"/>
            <a:ext cx="4176713" cy="1727200"/>
          </a:xfrm>
          <a:prstGeom prst="rect">
            <a:avLst/>
          </a:prstGeom>
          <a:noFill/>
          <a:ln w="28575">
            <a:solidFill>
              <a:srgbClr val="000066"/>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90000"/>
              </a:lnSpc>
              <a:buFont typeface="Wingdings" panose="05000000000000000000" pitchFamily="2" charset="2"/>
              <a:buNone/>
            </a:pPr>
            <a:r>
              <a:rPr lang="en-US" altLang="zh-CN" sz="2400" b="1" dirty="0">
                <a:solidFill>
                  <a:srgbClr val="FFFF00"/>
                </a:solidFill>
                <a:latin typeface="Times New Roman" panose="02020603050405020304" pitchFamily="18" charset="0"/>
                <a:ea typeface="华文楷体" panose="02010600040101010101" pitchFamily="2" charset="-122"/>
              </a:rPr>
              <a:t>/   </a:t>
            </a:r>
            <a:r>
              <a:rPr lang="zh-CN" altLang="en-US" sz="2000" b="1" dirty="0">
                <a:solidFill>
                  <a:srgbClr val="FFFF00"/>
                </a:solidFill>
                <a:latin typeface="Times New Roman" panose="02020603050405020304" pitchFamily="18" charset="0"/>
                <a:ea typeface="华文楷体" panose="02010600040101010101" pitchFamily="2" charset="-122"/>
              </a:rPr>
              <a:t>除法</a:t>
            </a:r>
            <a:endParaRPr lang="zh-CN" altLang="en-US" sz="2000" b="1" dirty="0">
              <a:solidFill>
                <a:srgbClr val="FFFF00"/>
              </a:solidFill>
              <a:latin typeface="Times New Roman" panose="02020603050405020304" pitchFamily="18" charset="0"/>
              <a:ea typeface="华文楷体" panose="02010600040101010101" pitchFamily="2" charset="-122"/>
            </a:endParaRPr>
          </a:p>
          <a:p>
            <a:pPr algn="l" eaLnBrk="1" hangingPunct="1">
              <a:lnSpc>
                <a:spcPct val="90000"/>
              </a:lnSpc>
            </a:pPr>
            <a:r>
              <a:rPr lang="zh-CN" altLang="en-US" sz="2000" b="1" dirty="0">
                <a:latin typeface="Times New Roman" panose="02020603050405020304" pitchFamily="18" charset="0"/>
                <a:ea typeface="华文楷体" panose="02010600040101010101" pitchFamily="2" charset="-122"/>
              </a:rPr>
              <a:t> 两个整数除法的结果是整数，整数除法的商。</a:t>
            </a:r>
            <a:endParaRPr lang="zh-CN" altLang="en-US" sz="2000" b="1" dirty="0">
              <a:latin typeface="Times New Roman" panose="02020603050405020304" pitchFamily="18" charset="0"/>
              <a:ea typeface="华文楷体" panose="02010600040101010101" pitchFamily="2" charset="-122"/>
            </a:endParaRPr>
          </a:p>
          <a:p>
            <a:pPr algn="l" eaLnBrk="1" hangingPunct="1">
              <a:lnSpc>
                <a:spcPct val="90000"/>
              </a:lnSpc>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5/2               </a:t>
            </a:r>
            <a:r>
              <a:rPr lang="zh-CN" altLang="en-US" sz="2000" b="1" dirty="0">
                <a:latin typeface="Times New Roman" panose="02020603050405020304" pitchFamily="18" charset="0"/>
                <a:ea typeface="华文楷体" panose="02010600040101010101" pitchFamily="2" charset="-122"/>
              </a:rPr>
              <a:t>结果     </a:t>
            </a:r>
            <a:r>
              <a:rPr lang="en-US" altLang="zh-CN" sz="2000" b="1" dirty="0">
                <a:latin typeface="Times New Roman" panose="02020603050405020304" pitchFamily="18" charset="0"/>
                <a:ea typeface="华文楷体" panose="02010600040101010101" pitchFamily="2" charset="-122"/>
              </a:rPr>
              <a:t>2</a:t>
            </a:r>
            <a:endParaRPr lang="en-US" altLang="zh-CN" sz="2000" b="1" dirty="0">
              <a:latin typeface="Times New Roman" panose="02020603050405020304" pitchFamily="18" charset="0"/>
              <a:ea typeface="华文楷体" panose="02010600040101010101" pitchFamily="2" charset="-122"/>
            </a:endParaRPr>
          </a:p>
          <a:p>
            <a:pPr algn="l" eaLnBrk="1" hangingPunct="1">
              <a:lnSpc>
                <a:spcPct val="90000"/>
              </a:lnSpc>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-5/2              </a:t>
            </a:r>
            <a:r>
              <a:rPr lang="zh-CN" altLang="en-US" sz="2000" b="1" dirty="0">
                <a:latin typeface="Times New Roman" panose="02020603050405020304" pitchFamily="18" charset="0"/>
                <a:ea typeface="华文楷体" panose="02010600040101010101" pitchFamily="2" charset="-122"/>
              </a:rPr>
              <a:t>结果    </a:t>
            </a:r>
            <a:r>
              <a:rPr lang="en-US" altLang="zh-CN" sz="2000" b="1" dirty="0">
                <a:latin typeface="Times New Roman" panose="02020603050405020304" pitchFamily="18" charset="0"/>
                <a:ea typeface="华文楷体" panose="02010600040101010101" pitchFamily="2" charset="-122"/>
              </a:rPr>
              <a:t>-2</a:t>
            </a:r>
            <a:endParaRPr lang="en-US" altLang="zh-CN" sz="2000" b="1" dirty="0">
              <a:latin typeface="Times New Roman" panose="02020603050405020304" pitchFamily="18" charset="0"/>
              <a:ea typeface="华文楷体" panose="02010600040101010101" pitchFamily="2" charset="-122"/>
            </a:endParaRPr>
          </a:p>
        </p:txBody>
      </p:sp>
      <p:sp>
        <p:nvSpPr>
          <p:cNvPr id="92251" name="Rectangle 91"/>
          <p:cNvSpPr>
            <a:spLocks noChangeArrowheads="1"/>
          </p:cNvSpPr>
          <p:nvPr/>
        </p:nvSpPr>
        <p:spPr bwMode="auto">
          <a:xfrm>
            <a:off x="4572000" y="3429000"/>
            <a:ext cx="4176713" cy="3024188"/>
          </a:xfrm>
          <a:prstGeom prst="rect">
            <a:avLst/>
          </a:prstGeom>
          <a:noFill/>
          <a:ln w="28575">
            <a:solidFill>
              <a:srgbClr val="000066"/>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105000"/>
              </a:lnSpc>
              <a:spcBef>
                <a:spcPct val="30000"/>
              </a:spcBef>
              <a:buFont typeface="Wingdings" panose="05000000000000000000" pitchFamily="2" charset="2"/>
              <a:buNone/>
            </a:pPr>
            <a:r>
              <a:rPr lang="en-US" altLang="zh-CN" sz="2400" b="1" dirty="0">
                <a:solidFill>
                  <a:srgbClr val="FFFF00"/>
                </a:solidFill>
                <a:latin typeface="Times New Roman" panose="02020603050405020304" pitchFamily="18" charset="0"/>
                <a:ea typeface="华文楷体" panose="02010600040101010101" pitchFamily="2" charset="-122"/>
              </a:rPr>
              <a:t>%   </a:t>
            </a:r>
            <a:r>
              <a:rPr lang="zh-CN" altLang="en-US" sz="2000" b="1" dirty="0">
                <a:solidFill>
                  <a:srgbClr val="FFFF00"/>
                </a:solidFill>
                <a:latin typeface="Times New Roman" panose="02020603050405020304" pitchFamily="18" charset="0"/>
                <a:ea typeface="华文楷体" panose="02010600040101010101" pitchFamily="2" charset="-122"/>
              </a:rPr>
              <a:t>模除，整数除法的余数。</a:t>
            </a:r>
            <a:endParaRPr lang="zh-CN" altLang="en-US" sz="2000" b="1" dirty="0">
              <a:solidFill>
                <a:srgbClr val="FFFF00"/>
              </a:solidFill>
              <a:latin typeface="Times New Roman" panose="02020603050405020304" pitchFamily="18" charset="0"/>
              <a:ea typeface="华文楷体" panose="02010600040101010101" pitchFamily="2" charset="-122"/>
            </a:endParaRPr>
          </a:p>
          <a:p>
            <a:pPr algn="l" eaLnBrk="1" hangingPunct="1">
              <a:lnSpc>
                <a:spcPct val="105000"/>
              </a:lnSpc>
              <a:spcBef>
                <a:spcPct val="30000"/>
              </a:spcBef>
            </a:pPr>
            <a:r>
              <a:rPr lang="zh-CN" altLang="en-US" sz="2000" b="1" dirty="0">
                <a:latin typeface="Times New Roman" panose="02020603050405020304" pitchFamily="18" charset="0"/>
                <a:ea typeface="华文楷体" panose="02010600040101010101" pitchFamily="2" charset="-122"/>
              </a:rPr>
              <a:t>  二元运算符，操作数均为整数</a:t>
            </a:r>
            <a:endParaRPr lang="zh-CN" altLang="en-US" sz="2000" b="1" dirty="0">
              <a:latin typeface="Times New Roman" panose="02020603050405020304" pitchFamily="18" charset="0"/>
              <a:ea typeface="华文楷体" panose="02010600040101010101" pitchFamily="2" charset="-122"/>
            </a:endParaRPr>
          </a:p>
          <a:p>
            <a:pPr algn="l" eaLnBrk="1" hangingPunct="1">
              <a:lnSpc>
                <a:spcPct val="105000"/>
              </a:lnSpc>
              <a:spcBef>
                <a:spcPct val="30000"/>
              </a:spcBef>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7% 4  </a:t>
            </a:r>
            <a:r>
              <a:rPr lang="zh-CN" altLang="en-US" sz="2000" b="1" dirty="0">
                <a:latin typeface="Times New Roman" panose="02020603050405020304" pitchFamily="18" charset="0"/>
                <a:ea typeface="华文楷体" panose="02010600040101010101" pitchFamily="2" charset="-122"/>
              </a:rPr>
              <a:t>结果  </a:t>
            </a:r>
            <a:r>
              <a:rPr lang="en-US" altLang="zh-CN" sz="2000" b="1" dirty="0">
                <a:latin typeface="Times New Roman" panose="02020603050405020304" pitchFamily="18" charset="0"/>
                <a:ea typeface="华文楷体" panose="02010600040101010101" pitchFamily="2" charset="-122"/>
              </a:rPr>
              <a:t>3            -7% 4  </a:t>
            </a:r>
            <a:r>
              <a:rPr lang="zh-CN" altLang="en-US" sz="2000" b="1" dirty="0">
                <a:latin typeface="Times New Roman" panose="02020603050405020304" pitchFamily="18" charset="0"/>
                <a:ea typeface="华文楷体" panose="02010600040101010101" pitchFamily="2" charset="-122"/>
              </a:rPr>
              <a:t>结果  </a:t>
            </a:r>
            <a:r>
              <a:rPr lang="en-US" altLang="zh-CN" sz="2000" b="1" dirty="0">
                <a:latin typeface="Times New Roman" panose="02020603050405020304" pitchFamily="18" charset="0"/>
                <a:ea typeface="华文楷体" panose="02010600040101010101" pitchFamily="2" charset="-122"/>
              </a:rPr>
              <a:t>-3         </a:t>
            </a:r>
            <a:endParaRPr lang="en-US" altLang="zh-CN" sz="2000" b="1" dirty="0">
              <a:latin typeface="Times New Roman" panose="02020603050405020304" pitchFamily="18" charset="0"/>
              <a:ea typeface="华文楷体" panose="02010600040101010101" pitchFamily="2" charset="-122"/>
            </a:endParaRPr>
          </a:p>
          <a:p>
            <a:pPr algn="l" eaLnBrk="1" hangingPunct="1">
              <a:lnSpc>
                <a:spcPct val="105000"/>
              </a:lnSpc>
              <a:spcBef>
                <a:spcPct val="30000"/>
              </a:spcBef>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-7%-4 </a:t>
            </a:r>
            <a:r>
              <a:rPr lang="zh-CN" altLang="en-US" sz="2000" b="1" dirty="0">
                <a:latin typeface="Times New Roman" panose="02020603050405020304" pitchFamily="18" charset="0"/>
                <a:ea typeface="华文楷体" panose="02010600040101010101" pitchFamily="2" charset="-122"/>
              </a:rPr>
              <a:t>结果 </a:t>
            </a:r>
            <a:r>
              <a:rPr lang="en-US" altLang="zh-CN" sz="2000" b="1" dirty="0">
                <a:latin typeface="Times New Roman" panose="02020603050405020304" pitchFamily="18" charset="0"/>
                <a:ea typeface="华文楷体" panose="02010600040101010101" pitchFamily="2" charset="-122"/>
              </a:rPr>
              <a:t>-3             7%-4  </a:t>
            </a:r>
            <a:r>
              <a:rPr lang="zh-CN" altLang="en-US" sz="2000" b="1" dirty="0">
                <a:latin typeface="Times New Roman" panose="02020603050405020304" pitchFamily="18" charset="0"/>
                <a:ea typeface="华文楷体" panose="02010600040101010101" pitchFamily="2" charset="-122"/>
              </a:rPr>
              <a:t>结果  </a:t>
            </a:r>
            <a:r>
              <a:rPr lang="en-US" altLang="zh-CN" sz="2000" b="1" dirty="0">
                <a:latin typeface="Times New Roman" panose="02020603050405020304" pitchFamily="18" charset="0"/>
                <a:ea typeface="华文楷体" panose="02010600040101010101" pitchFamily="2" charset="-122"/>
              </a:rPr>
              <a:t>3</a:t>
            </a:r>
            <a:endParaRPr lang="en-US" altLang="zh-CN" sz="2000" b="1" dirty="0">
              <a:latin typeface="Times New Roman" panose="02020603050405020304" pitchFamily="18" charset="0"/>
              <a:ea typeface="华文楷体" panose="02010600040101010101" pitchFamily="2" charset="-122"/>
            </a:endParaRPr>
          </a:p>
          <a:p>
            <a:pPr algn="l" eaLnBrk="1" hangingPunct="1">
              <a:lnSpc>
                <a:spcPct val="105000"/>
              </a:lnSpc>
              <a:spcBef>
                <a:spcPct val="30000"/>
              </a:spcBef>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0% 5  </a:t>
            </a:r>
            <a:r>
              <a:rPr lang="zh-CN" altLang="en-US" sz="2000" b="1" dirty="0">
                <a:latin typeface="Times New Roman" panose="02020603050405020304" pitchFamily="18" charset="0"/>
                <a:ea typeface="华文楷体" panose="02010600040101010101" pitchFamily="2" charset="-122"/>
              </a:rPr>
              <a:t>结果  </a:t>
            </a:r>
            <a:r>
              <a:rPr lang="en-US" altLang="zh-CN" sz="2000" b="1" dirty="0">
                <a:latin typeface="Times New Roman" panose="02020603050405020304" pitchFamily="18" charset="0"/>
                <a:ea typeface="华文楷体" panose="02010600040101010101" pitchFamily="2" charset="-122"/>
              </a:rPr>
              <a:t>0</a:t>
            </a:r>
            <a:endParaRPr lang="en-US" altLang="zh-CN" sz="2000" b="1" dirty="0">
              <a:latin typeface="Times New Roman" panose="02020603050405020304" pitchFamily="18" charset="0"/>
              <a:ea typeface="华文楷体" panose="02010600040101010101" pitchFamily="2" charset="-122"/>
            </a:endParaRPr>
          </a:p>
          <a:p>
            <a:pPr algn="l" eaLnBrk="1" hangingPunct="1">
              <a:lnSpc>
                <a:spcPct val="105000"/>
              </a:lnSpc>
              <a:spcBef>
                <a:spcPct val="30000"/>
              </a:spcBef>
            </a:pPr>
            <a:r>
              <a:rPr lang="en-US" altLang="zh-CN" sz="2400" b="1" dirty="0">
                <a:latin typeface="Times New Roman" panose="02020603050405020304" pitchFamily="18" charset="0"/>
                <a:ea typeface="华文楷体" panose="02010600040101010101" pitchFamily="2" charset="-122"/>
              </a:rPr>
              <a:t>  </a:t>
            </a:r>
            <a:r>
              <a:rPr lang="en-US" altLang="zh-CN" sz="2000" b="1" dirty="0">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运算的符号只取决于第一个运算数的符号。</a:t>
            </a:r>
            <a:endParaRPr lang="zh-CN" altLang="en-US" sz="2000" b="1" dirty="0">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250"/>
                                        </p:tgtEl>
                                        <p:attrNameLst>
                                          <p:attrName>style.visibility</p:attrName>
                                        </p:attrNameLst>
                                      </p:cBhvr>
                                      <p:to>
                                        <p:strVal val="visible"/>
                                      </p:to>
                                    </p:set>
                                    <p:animEffect transition="in" filter="blinds(horizontal)">
                                      <p:cBhvr>
                                        <p:cTn id="7" dur="500"/>
                                        <p:tgtEl>
                                          <p:spTgt spid="9225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2251"/>
                                        </p:tgtEl>
                                        <p:attrNameLst>
                                          <p:attrName>style.visibility</p:attrName>
                                        </p:attrNameLst>
                                      </p:cBhvr>
                                      <p:to>
                                        <p:strVal val="visible"/>
                                      </p:to>
                                    </p:set>
                                    <p:animEffect transition="in" filter="blinds(horizontal)">
                                      <p:cBhvr>
                                        <p:cTn id="12" dur="500"/>
                                        <p:tgtEl>
                                          <p:spTgt spid="92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50" grpId="0" animBg="1"/>
      <p:bldP spid="92251"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algn="ctr" eaLnBrk="1" hangingPunct="1"/>
            <a:r>
              <a:rPr lang="en-US" altLang="zh-CN" sz="4000" b="1" dirty="0" smtClean="0">
                <a:ea typeface="隶书" panose="02010509060101010101" pitchFamily="49" charset="-122"/>
              </a:rPr>
              <a:t>2.2.6</a:t>
            </a:r>
            <a:r>
              <a:rPr lang="zh-CN" altLang="en-US" sz="4000" b="1" dirty="0" smtClean="0">
                <a:ea typeface="隶书" panose="02010509060101010101" pitchFamily="49" charset="-122"/>
              </a:rPr>
              <a:t>、</a:t>
            </a:r>
            <a:r>
              <a:rPr lang="zh-CN" altLang="en-US" sz="4000" b="1" dirty="0">
                <a:ea typeface="隶书" panose="02010509060101010101" pitchFamily="49" charset="-122"/>
              </a:rPr>
              <a:t>运算符和表达式：</a:t>
            </a:r>
            <a:r>
              <a:rPr lang="zh-CN" altLang="en-US" sz="4000" b="1" dirty="0">
                <a:latin typeface="隶书" panose="02010509060101010101" pitchFamily="49" charset="-122"/>
                <a:ea typeface="隶书" panose="02010509060101010101" pitchFamily="49" charset="-122"/>
              </a:rPr>
              <a:t>算术运算</a:t>
            </a:r>
            <a:r>
              <a:rPr lang="zh-CN" altLang="en-US" sz="4000" b="1" dirty="0" smtClean="0">
                <a:latin typeface="隶书" panose="02010509060101010101" pitchFamily="49" charset="-122"/>
                <a:ea typeface="隶书" panose="02010509060101010101" pitchFamily="49" charset="-122"/>
              </a:rPr>
              <a:t>符</a:t>
            </a:r>
            <a:r>
              <a:rPr lang="en-US" altLang="zh-CN" sz="4000" b="1" dirty="0">
                <a:latin typeface="隶书" panose="02010509060101010101" pitchFamily="49" charset="-122"/>
                <a:ea typeface="隶书" panose="02010509060101010101" pitchFamily="49" charset="-122"/>
              </a:rPr>
              <a:t>——</a:t>
            </a:r>
            <a:r>
              <a:rPr lang="zh-CN" altLang="en-US" sz="4000" b="1" dirty="0" smtClean="0">
                <a:latin typeface="Times New Roman" panose="02020603050405020304" pitchFamily="18" charset="0"/>
                <a:ea typeface="隶书" panose="02010509060101010101" pitchFamily="49" charset="-122"/>
              </a:rPr>
              <a:t>增量、减量运算符</a:t>
            </a:r>
            <a:endParaRPr lang="zh-CN" altLang="en-US" sz="4000" b="1" dirty="0" smtClean="0">
              <a:latin typeface="Times New Roman" panose="02020603050405020304" pitchFamily="18" charset="0"/>
              <a:ea typeface="隶书" panose="02010509060101010101" pitchFamily="49" charset="-122"/>
            </a:endParaRPr>
          </a:p>
        </p:txBody>
      </p:sp>
      <p:sp>
        <p:nvSpPr>
          <p:cNvPr id="14339" name="Text Box 4"/>
          <p:cNvSpPr txBox="1">
            <a:spLocks noChangeArrowheads="1"/>
          </p:cNvSpPr>
          <p:nvPr/>
        </p:nvSpPr>
        <p:spPr bwMode="auto">
          <a:xfrm>
            <a:off x="1285875" y="1714500"/>
            <a:ext cx="7678738" cy="790575"/>
          </a:xfrm>
          <a:prstGeom prst="rect">
            <a:avLst/>
          </a:prstGeom>
          <a:solidFill>
            <a:schemeClr val="bg1"/>
          </a:solidFill>
          <a:ln w="28575">
            <a:solidFill>
              <a:srgbClr val="000066"/>
            </a:solidFill>
            <a:miter lim="800000"/>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ClrTx/>
              <a:buSzTx/>
              <a:buFontTx/>
              <a:buNone/>
            </a:pPr>
            <a:r>
              <a:rPr lang="zh-CN" altLang="en-US" sz="2400" b="1" dirty="0">
                <a:solidFill>
                  <a:srgbClr val="FFFF00"/>
                </a:solidFill>
                <a:latin typeface="Times New Roman" panose="02020603050405020304" pitchFamily="18" charset="0"/>
                <a:ea typeface="华文楷体" panose="02010600040101010101" pitchFamily="2" charset="-122"/>
              </a:rPr>
              <a:t>增量运算符：</a:t>
            </a:r>
            <a:r>
              <a:rPr lang="en-US" altLang="zh-CN" sz="2000" b="1" dirty="0">
                <a:latin typeface="Times New Roman" panose="02020603050405020304" pitchFamily="18" charset="0"/>
                <a:ea typeface="华文楷体" panose="02010600040101010101" pitchFamily="2" charset="-122"/>
              </a:rPr>
              <a:t>++     </a:t>
            </a:r>
            <a:r>
              <a:rPr lang="zh-CN" altLang="en-US" sz="2000" b="1" dirty="0">
                <a:latin typeface="Times New Roman" panose="02020603050405020304" pitchFamily="18" charset="0"/>
                <a:ea typeface="华文楷体" panose="02010600040101010101" pitchFamily="2" charset="-122"/>
              </a:rPr>
              <a:t>操作数增量一个单位</a:t>
            </a:r>
            <a:br>
              <a:rPr lang="zh-CN" altLang="en-US" sz="2000" b="1" dirty="0">
                <a:latin typeface="Times New Roman" panose="02020603050405020304" pitchFamily="18" charset="0"/>
                <a:ea typeface="华文楷体" panose="02010600040101010101" pitchFamily="2" charset="-122"/>
              </a:rPr>
            </a:br>
            <a:r>
              <a:rPr lang="zh-CN" altLang="en-US" sz="2000" b="1" dirty="0">
                <a:latin typeface="Times New Roman" panose="02020603050405020304" pitchFamily="18" charset="0"/>
                <a:ea typeface="华文楷体" panose="02010600040101010101" pitchFamily="2" charset="-122"/>
              </a:rPr>
              <a:t>即：     </a:t>
            </a:r>
            <a:r>
              <a:rPr lang="en-US" altLang="zh-CN" sz="2000" b="1" dirty="0">
                <a:latin typeface="Times New Roman" panose="02020603050405020304" pitchFamily="18" charset="0"/>
                <a:ea typeface="华文楷体" panose="02010600040101010101" pitchFamily="2" charset="-122"/>
              </a:rPr>
              <a:t>x=x+1    </a:t>
            </a:r>
            <a:r>
              <a:rPr lang="zh-CN" altLang="en-US" sz="2000" b="1" dirty="0">
                <a:latin typeface="Times New Roman" panose="02020603050405020304" pitchFamily="18" charset="0"/>
                <a:ea typeface="华文楷体" panose="02010600040101010101" pitchFamily="2" charset="-122"/>
              </a:rPr>
              <a:t>与　　　　</a:t>
            </a:r>
            <a:r>
              <a:rPr lang="en-US" altLang="zh-CN" sz="2000" b="1" dirty="0">
                <a:latin typeface="Times New Roman" panose="02020603050405020304" pitchFamily="18" charset="0"/>
                <a:ea typeface="华文楷体" panose="02010600040101010101" pitchFamily="2" charset="-122"/>
              </a:rPr>
              <a:t>++x      </a:t>
            </a:r>
            <a:r>
              <a:rPr lang="zh-CN" altLang="en-US" sz="2000" b="1" dirty="0">
                <a:latin typeface="Times New Roman" panose="02020603050405020304" pitchFamily="18" charset="0"/>
                <a:ea typeface="华文楷体" panose="02010600040101010101" pitchFamily="2" charset="-122"/>
              </a:rPr>
              <a:t>一样   </a:t>
            </a:r>
            <a:endParaRPr lang="zh-CN" altLang="en-US" sz="2000" b="1" dirty="0">
              <a:latin typeface="Times New Roman" panose="02020603050405020304" pitchFamily="18" charset="0"/>
              <a:ea typeface="华文楷体" panose="02010600040101010101" pitchFamily="2" charset="-122"/>
            </a:endParaRPr>
          </a:p>
        </p:txBody>
      </p:sp>
      <p:sp>
        <p:nvSpPr>
          <p:cNvPr id="14340" name="Text Box 18"/>
          <p:cNvSpPr txBox="1">
            <a:spLocks noChangeArrowheads="1"/>
          </p:cNvSpPr>
          <p:nvPr/>
        </p:nvSpPr>
        <p:spPr bwMode="auto">
          <a:xfrm>
            <a:off x="1285875" y="2786063"/>
            <a:ext cx="7678738" cy="1723549"/>
          </a:xfrm>
          <a:prstGeom prst="rect">
            <a:avLst/>
          </a:prstGeom>
          <a:solidFill>
            <a:schemeClr val="bg1"/>
          </a:solidFill>
          <a:ln w="28575">
            <a:solidFill>
              <a:srgbClr val="000066"/>
            </a:solidFill>
            <a:miter lim="800000"/>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150000"/>
              </a:lnSpc>
              <a:spcBef>
                <a:spcPct val="50000"/>
              </a:spcBef>
              <a:buClrTx/>
              <a:buSzTx/>
              <a:buFontTx/>
              <a:buNone/>
            </a:pPr>
            <a:r>
              <a:rPr lang="zh-CN" altLang="en-US" sz="2400" b="1" dirty="0">
                <a:solidFill>
                  <a:srgbClr val="FFFF00"/>
                </a:solidFill>
                <a:latin typeface="Times New Roman" panose="02020603050405020304" pitchFamily="18" charset="0"/>
                <a:ea typeface="华文楷体" panose="02010600040101010101" pitchFamily="2" charset="-122"/>
              </a:rPr>
              <a:t>前缀增量运算：</a:t>
            </a:r>
            <a:r>
              <a:rPr lang="zh-CN" altLang="en-US" sz="2000" b="1" dirty="0">
                <a:solidFill>
                  <a:srgbClr val="FFFF00"/>
                </a:solidFill>
                <a:latin typeface="Times New Roman" panose="02020603050405020304" pitchFamily="18" charset="0"/>
                <a:ea typeface="华文楷体" panose="02010600040101010101" pitchFamily="2" charset="-122"/>
              </a:rPr>
              <a:t> </a:t>
            </a:r>
            <a:r>
              <a:rPr lang="en-US" altLang="zh-CN" sz="2000" b="1" dirty="0">
                <a:solidFill>
                  <a:srgbClr val="FFFF00"/>
                </a:solidFill>
                <a:latin typeface="Times New Roman" panose="02020603050405020304" pitchFamily="18" charset="0"/>
                <a:ea typeface="华文楷体" panose="02010600040101010101" pitchFamily="2" charset="-122"/>
              </a:rPr>
              <a:t>++x    </a:t>
            </a:r>
            <a:br>
              <a:rPr lang="en-US" altLang="zh-CN" sz="2000" b="1" dirty="0">
                <a:latin typeface="Times New Roman" panose="02020603050405020304" pitchFamily="18" charset="0"/>
                <a:ea typeface="华文楷体" panose="02010600040101010101" pitchFamily="2" charset="-122"/>
              </a:rPr>
            </a:br>
            <a:r>
              <a:rPr lang="zh-CN" altLang="en-US" sz="2000" b="1" dirty="0">
                <a:latin typeface="Times New Roman" panose="02020603050405020304" pitchFamily="18" charset="0"/>
                <a:ea typeface="华文楷体" panose="02010600040101010101" pitchFamily="2" charset="-122"/>
              </a:rPr>
              <a:t>对操作数完成增量运算；</a:t>
            </a:r>
            <a:endParaRPr lang="en-US" altLang="zh-CN" sz="2000" b="1" dirty="0">
              <a:latin typeface="Times New Roman" panose="02020603050405020304" pitchFamily="18" charset="0"/>
              <a:ea typeface="华文楷体" panose="02010600040101010101" pitchFamily="2" charset="-122"/>
            </a:endParaRPr>
          </a:p>
          <a:p>
            <a:pPr algn="l" eaLnBrk="1" hangingPunct="1">
              <a:lnSpc>
                <a:spcPct val="150000"/>
              </a:lnSpc>
              <a:spcBef>
                <a:spcPct val="50000"/>
              </a:spcBef>
              <a:buClrTx/>
              <a:buSzTx/>
              <a:buFontTx/>
              <a:buNone/>
            </a:pPr>
            <a:r>
              <a:rPr lang="zh-CN" altLang="en-US" sz="2000" b="1" dirty="0">
                <a:latin typeface="Times New Roman" panose="02020603050405020304" pitchFamily="18" charset="0"/>
                <a:ea typeface="华文楷体" panose="02010600040101010101" pitchFamily="2" charset="-122"/>
              </a:rPr>
              <a:t>使用增量后操作数的值完成表达式的运算</a:t>
            </a:r>
            <a:endParaRPr lang="zh-CN" altLang="en-US" sz="2000" b="1" dirty="0">
              <a:latin typeface="Times New Roman" panose="02020603050405020304" pitchFamily="18" charset="0"/>
              <a:ea typeface="华文楷体" panose="02010600040101010101" pitchFamily="2" charset="-122"/>
            </a:endParaRPr>
          </a:p>
        </p:txBody>
      </p:sp>
      <p:sp>
        <p:nvSpPr>
          <p:cNvPr id="14341" name="Text Box 19"/>
          <p:cNvSpPr txBox="1">
            <a:spLocks noChangeArrowheads="1"/>
          </p:cNvSpPr>
          <p:nvPr/>
        </p:nvSpPr>
        <p:spPr bwMode="auto">
          <a:xfrm>
            <a:off x="1285875" y="4857750"/>
            <a:ext cx="7678738" cy="1723549"/>
          </a:xfrm>
          <a:prstGeom prst="rect">
            <a:avLst/>
          </a:prstGeom>
          <a:solidFill>
            <a:schemeClr val="bg1"/>
          </a:solidFill>
          <a:ln w="28575">
            <a:solidFill>
              <a:srgbClr val="000066"/>
            </a:solidFill>
            <a:miter lim="800000"/>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150000"/>
              </a:lnSpc>
              <a:spcBef>
                <a:spcPct val="50000"/>
              </a:spcBef>
              <a:buClrTx/>
              <a:buSzTx/>
              <a:buFontTx/>
              <a:buNone/>
            </a:pPr>
            <a:r>
              <a:rPr lang="zh-CN" altLang="en-US" sz="2400" b="1" dirty="0">
                <a:solidFill>
                  <a:srgbClr val="FFFF00"/>
                </a:solidFill>
                <a:latin typeface="Times New Roman" panose="02020603050405020304" pitchFamily="18" charset="0"/>
                <a:ea typeface="华文楷体" panose="02010600040101010101" pitchFamily="2" charset="-122"/>
              </a:rPr>
              <a:t>后缀增量运算：</a:t>
            </a:r>
            <a:r>
              <a:rPr lang="zh-CN" altLang="en-US" sz="2000" b="1" dirty="0">
                <a:solidFill>
                  <a:srgbClr val="FFFF00"/>
                </a:solidFill>
                <a:latin typeface="Times New Roman" panose="02020603050405020304" pitchFamily="18" charset="0"/>
                <a:ea typeface="华文楷体" panose="02010600040101010101" pitchFamily="2" charset="-122"/>
              </a:rPr>
              <a:t> </a:t>
            </a:r>
            <a:r>
              <a:rPr lang="en-US" altLang="zh-CN" sz="2000" b="1" dirty="0">
                <a:solidFill>
                  <a:srgbClr val="FFFF00"/>
                </a:solidFill>
                <a:latin typeface="Times New Roman" panose="02020603050405020304" pitchFamily="18" charset="0"/>
                <a:ea typeface="华文楷体" panose="02010600040101010101" pitchFamily="2" charset="-122"/>
              </a:rPr>
              <a:t>x++</a:t>
            </a:r>
            <a:br>
              <a:rPr lang="en-US" altLang="zh-CN" sz="2000" b="1" dirty="0">
                <a:latin typeface="Times New Roman" panose="02020603050405020304" pitchFamily="18" charset="0"/>
                <a:ea typeface="华文楷体" panose="02010600040101010101" pitchFamily="2" charset="-122"/>
              </a:rPr>
            </a:br>
            <a:r>
              <a:rPr lang="zh-CN" altLang="en-US" sz="2000" b="1" dirty="0">
                <a:latin typeface="Times New Roman" panose="02020603050405020304" pitchFamily="18" charset="0"/>
                <a:ea typeface="华文楷体" panose="02010600040101010101" pitchFamily="2" charset="-122"/>
              </a:rPr>
              <a:t>使用操作数的原值完成表达式的运算；</a:t>
            </a:r>
            <a:endParaRPr lang="en-US" altLang="zh-CN" sz="2000" b="1" dirty="0">
              <a:latin typeface="Times New Roman" panose="02020603050405020304" pitchFamily="18" charset="0"/>
              <a:ea typeface="华文楷体" panose="02010600040101010101" pitchFamily="2" charset="-122"/>
            </a:endParaRPr>
          </a:p>
          <a:p>
            <a:pPr algn="l" eaLnBrk="1" hangingPunct="1">
              <a:lnSpc>
                <a:spcPct val="150000"/>
              </a:lnSpc>
              <a:spcBef>
                <a:spcPct val="50000"/>
              </a:spcBef>
              <a:buClrTx/>
              <a:buSzTx/>
              <a:buFontTx/>
              <a:buNone/>
            </a:pPr>
            <a:r>
              <a:rPr lang="zh-CN" altLang="en-US" sz="2000" b="1" dirty="0">
                <a:latin typeface="Times New Roman" panose="02020603050405020304" pitchFamily="18" charset="0"/>
                <a:ea typeface="华文楷体" panose="02010600040101010101" pitchFamily="2" charset="-122"/>
              </a:rPr>
              <a:t>对操作数完成增量运算</a:t>
            </a:r>
            <a:endParaRPr lang="zh-CN" altLang="en-US" sz="2000" b="1" dirty="0">
              <a:latin typeface="Times New Roman" panose="02020603050405020304" pitchFamily="18" charset="0"/>
              <a:ea typeface="华文楷体" panose="02010600040101010101" pitchFamily="2" charset="-122"/>
            </a:endParaRPr>
          </a:p>
        </p:txBody>
      </p:sp>
      <p:sp>
        <p:nvSpPr>
          <p:cNvPr id="14342" name="Text Box 25"/>
          <p:cNvSpPr txBox="1">
            <a:spLocks noChangeArrowheads="1"/>
          </p:cNvSpPr>
          <p:nvPr/>
        </p:nvSpPr>
        <p:spPr bwMode="auto">
          <a:xfrm>
            <a:off x="428625" y="1357313"/>
            <a:ext cx="776288"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lang="zh-CN" altLang="en-US" sz="2400" b="1" i="1">
                <a:solidFill>
                  <a:srgbClr val="FFFF00"/>
                </a:solidFill>
                <a:latin typeface="Times New Roman" panose="02020603050405020304" pitchFamily="18" charset="0"/>
                <a:ea typeface="华文楷体" panose="02010600040101010101" pitchFamily="2" charset="-122"/>
              </a:rPr>
              <a:t>增量运算符</a:t>
            </a:r>
            <a:endParaRPr lang="zh-CN" altLang="en-US" sz="2400" b="1" i="1">
              <a:solidFill>
                <a:srgbClr val="FFFF00"/>
              </a:solidFill>
              <a:latin typeface="Times New Roman" panose="02020603050405020304" pitchFamily="18" charset="0"/>
              <a:ea typeface="华文楷体" panose="02010600040101010101" pitchFamily="2" charset="-122"/>
            </a:endParaRPr>
          </a:p>
        </p:txBody>
      </p:sp>
      <p:sp>
        <p:nvSpPr>
          <p:cNvPr id="14343" name="Text Box 38"/>
          <p:cNvSpPr txBox="1">
            <a:spLocks noChangeArrowheads="1"/>
          </p:cNvSpPr>
          <p:nvPr/>
        </p:nvSpPr>
        <p:spPr bwMode="auto">
          <a:xfrm>
            <a:off x="500063" y="3571875"/>
            <a:ext cx="504825"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SzPct val="75000"/>
              <a:buFont typeface="Wingdings" panose="05000000000000000000" pitchFamily="2" charset="2"/>
              <a:buNone/>
            </a:pPr>
            <a:r>
              <a:rPr lang="zh-CN" altLang="en-US" sz="2800" b="1" i="1">
                <a:solidFill>
                  <a:srgbClr val="FFFF00"/>
                </a:solidFill>
                <a:latin typeface="Times New Roman" panose="02020603050405020304" pitchFamily="18" charset="0"/>
                <a:ea typeface="华文楷体" panose="02010600040101010101" pitchFamily="2" charset="-122"/>
              </a:rPr>
              <a:t>增加一个单位</a:t>
            </a:r>
            <a:endParaRPr lang="zh-CN" altLang="en-US" sz="2800" b="1" i="1">
              <a:solidFill>
                <a:srgbClr val="FFFF00"/>
              </a:solidFill>
              <a:latin typeface="Times New Roman" panose="02020603050405020304" pitchFamily="18" charset="0"/>
              <a:ea typeface="华文楷体" panose="02010600040101010101" pitchFamily="2" charset="-122"/>
            </a:endParaRPr>
          </a:p>
        </p:txBody>
      </p:sp>
      <p:grpSp>
        <p:nvGrpSpPr>
          <p:cNvPr id="2" name="组合 17"/>
          <p:cNvGrpSpPr/>
          <p:nvPr/>
        </p:nvGrpSpPr>
        <p:grpSpPr bwMode="auto">
          <a:xfrm>
            <a:off x="6286500" y="3571875"/>
            <a:ext cx="2571750" cy="714375"/>
            <a:chOff x="6286512" y="3571876"/>
            <a:chExt cx="2571736" cy="714380"/>
          </a:xfrm>
        </p:grpSpPr>
        <p:sp>
          <p:nvSpPr>
            <p:cNvPr id="14348" name="右大括号 15"/>
            <p:cNvSpPr/>
            <p:nvPr/>
          </p:nvSpPr>
          <p:spPr bwMode="auto">
            <a:xfrm>
              <a:off x="6286512" y="3571876"/>
              <a:ext cx="428628" cy="714380"/>
            </a:xfrm>
            <a:prstGeom prst="rightBrace">
              <a:avLst>
                <a:gd name="adj1" fmla="val 8333"/>
                <a:gd name="adj2" fmla="val 52542"/>
              </a:avLst>
            </a:prstGeom>
            <a:noFill/>
            <a:ln w="9525" algn="ctr">
              <a:solidFill>
                <a:srgbClr val="FFFF00"/>
              </a:solidFill>
              <a:round/>
            </a:ln>
            <a:extLst>
              <a:ext uri="{909E8E84-426E-40DD-AFC4-6F175D3DCCD1}">
                <a14:hiddenFill xmlns:a14="http://schemas.microsoft.com/office/drawing/2010/main">
                  <a:solidFill>
                    <a:srgbClr val="FFFFFF"/>
                  </a:solidFill>
                </a14:hiddenFill>
              </a:ext>
            </a:extLst>
          </p:spPr>
          <p:txBody>
            <a:bodyPr lIns="0" rIns="0"/>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b="1">
                <a:solidFill>
                  <a:srgbClr val="FFFF00"/>
                </a:solidFill>
                <a:latin typeface="Times New Roman" panose="02020603050405020304" pitchFamily="18" charset="0"/>
                <a:ea typeface="华文楷体" panose="02010600040101010101" pitchFamily="2" charset="-122"/>
              </a:endParaRPr>
            </a:p>
          </p:txBody>
        </p:sp>
        <p:sp>
          <p:nvSpPr>
            <p:cNvPr id="14349" name="Text Box 38"/>
            <p:cNvSpPr txBox="1">
              <a:spLocks noChangeArrowheads="1"/>
            </p:cNvSpPr>
            <p:nvPr/>
          </p:nvSpPr>
          <p:spPr bwMode="auto">
            <a:xfrm>
              <a:off x="6572264" y="3578370"/>
              <a:ext cx="228598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SzPct val="75000"/>
                <a:buFont typeface="Wingdings" panose="05000000000000000000" pitchFamily="2" charset="2"/>
                <a:buNone/>
              </a:pPr>
              <a:r>
                <a:rPr lang="en-US" altLang="zh-CN" sz="2000" b="1" dirty="0" smtClean="0">
                  <a:solidFill>
                    <a:srgbClr val="FFFF00"/>
                  </a:solidFill>
                  <a:latin typeface="Times New Roman" panose="02020603050405020304" pitchFamily="18" charset="0"/>
                  <a:ea typeface="华文楷体" panose="02010600040101010101" pitchFamily="2" charset="-122"/>
                </a:rPr>
                <a:t>C++</a:t>
              </a:r>
              <a:r>
                <a:rPr lang="zh-CN" altLang="en-US" sz="2000" b="1" dirty="0" smtClean="0">
                  <a:solidFill>
                    <a:srgbClr val="FFFF00"/>
                  </a:solidFill>
                  <a:latin typeface="Times New Roman" panose="02020603050405020304" pitchFamily="18" charset="0"/>
                  <a:ea typeface="华文楷体" panose="02010600040101010101" pitchFamily="2" charset="-122"/>
                </a:rPr>
                <a:t>标准</a:t>
              </a:r>
              <a:r>
                <a:rPr lang="zh-CN" altLang="en-US" sz="2000" b="1" dirty="0">
                  <a:solidFill>
                    <a:srgbClr val="FFFF00"/>
                  </a:solidFill>
                  <a:latin typeface="Times New Roman" panose="02020603050405020304" pitchFamily="18" charset="0"/>
                  <a:ea typeface="华文楷体" panose="02010600040101010101" pitchFamily="2" charset="-122"/>
                </a:rPr>
                <a:t>没有规定，二者执行先后次序</a:t>
              </a:r>
              <a:endParaRPr lang="zh-CN" altLang="en-US" sz="2000" b="1" dirty="0">
                <a:solidFill>
                  <a:srgbClr val="FFFF00"/>
                </a:solidFill>
                <a:latin typeface="Times New Roman" panose="02020603050405020304" pitchFamily="18" charset="0"/>
                <a:ea typeface="华文楷体" panose="02010600040101010101" pitchFamily="2" charset="-122"/>
              </a:endParaRPr>
            </a:p>
          </p:txBody>
        </p:sp>
      </p:grpSp>
      <p:grpSp>
        <p:nvGrpSpPr>
          <p:cNvPr id="3" name="组合 18"/>
          <p:cNvGrpSpPr/>
          <p:nvPr/>
        </p:nvGrpSpPr>
        <p:grpSpPr bwMode="auto">
          <a:xfrm>
            <a:off x="6143625" y="5715000"/>
            <a:ext cx="2571750" cy="714375"/>
            <a:chOff x="6286512" y="3571876"/>
            <a:chExt cx="2571736" cy="714380"/>
          </a:xfrm>
        </p:grpSpPr>
        <p:sp>
          <p:nvSpPr>
            <p:cNvPr id="14346" name="右大括号 19"/>
            <p:cNvSpPr/>
            <p:nvPr/>
          </p:nvSpPr>
          <p:spPr bwMode="auto">
            <a:xfrm>
              <a:off x="6286512" y="3571876"/>
              <a:ext cx="428628" cy="714380"/>
            </a:xfrm>
            <a:prstGeom prst="rightBrace">
              <a:avLst>
                <a:gd name="adj1" fmla="val 8333"/>
                <a:gd name="adj2" fmla="val 52542"/>
              </a:avLst>
            </a:prstGeom>
            <a:noFill/>
            <a:ln w="9525" algn="ctr">
              <a:solidFill>
                <a:srgbClr val="FFFF00"/>
              </a:solidFill>
              <a:round/>
            </a:ln>
            <a:extLst>
              <a:ext uri="{909E8E84-426E-40DD-AFC4-6F175D3DCCD1}">
                <a14:hiddenFill xmlns:a14="http://schemas.microsoft.com/office/drawing/2010/main">
                  <a:solidFill>
                    <a:srgbClr val="FFFFFF"/>
                  </a:solidFill>
                </a14:hiddenFill>
              </a:ext>
            </a:extLst>
          </p:spPr>
          <p:txBody>
            <a:bodyPr lIns="0" rIns="0"/>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14347" name="Text Box 38"/>
            <p:cNvSpPr txBox="1">
              <a:spLocks noChangeArrowheads="1"/>
            </p:cNvSpPr>
            <p:nvPr/>
          </p:nvSpPr>
          <p:spPr bwMode="auto">
            <a:xfrm>
              <a:off x="6572264" y="3578370"/>
              <a:ext cx="228598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SzPct val="75000"/>
                <a:buFont typeface="Wingdings" panose="05000000000000000000" pitchFamily="2" charset="2"/>
                <a:buNone/>
              </a:pPr>
              <a:r>
                <a:rPr lang="en-US" altLang="zh-CN" sz="2000" b="1" dirty="0" smtClean="0">
                  <a:solidFill>
                    <a:srgbClr val="FFFF00"/>
                  </a:solidFill>
                  <a:latin typeface="Times New Roman" panose="02020603050405020304" pitchFamily="18" charset="0"/>
                  <a:ea typeface="华文楷体" panose="02010600040101010101" pitchFamily="2" charset="-122"/>
                </a:rPr>
                <a:t>C++</a:t>
              </a:r>
              <a:r>
                <a:rPr lang="zh-CN" altLang="en-US" sz="2000" b="1" dirty="0" smtClean="0">
                  <a:solidFill>
                    <a:srgbClr val="FFFF00"/>
                  </a:solidFill>
                  <a:latin typeface="Times New Roman" panose="02020603050405020304" pitchFamily="18" charset="0"/>
                  <a:ea typeface="华文楷体" panose="02010600040101010101" pitchFamily="2" charset="-122"/>
                </a:rPr>
                <a:t>标准</a:t>
              </a:r>
              <a:r>
                <a:rPr lang="zh-CN" altLang="en-US" sz="2000" b="1" dirty="0">
                  <a:solidFill>
                    <a:srgbClr val="FFFF00"/>
                  </a:solidFill>
                  <a:latin typeface="Times New Roman" panose="02020603050405020304" pitchFamily="18" charset="0"/>
                  <a:ea typeface="华文楷体" panose="02010600040101010101" pitchFamily="2" charset="-122"/>
                </a:rPr>
                <a:t>没有规定，二者执行先后次序</a:t>
              </a:r>
              <a:endParaRPr lang="zh-CN" altLang="en-US" sz="2000" b="1" dirty="0">
                <a:solidFill>
                  <a:srgbClr val="FFFF00"/>
                </a:solidFill>
                <a:latin typeface="Times New Roman" panose="02020603050405020304" pitchFamily="18" charset="0"/>
                <a:ea typeface="华文楷体" panose="0201060004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algn="ctr" eaLnBrk="1" hangingPunct="1"/>
            <a:r>
              <a:rPr lang="en-US" altLang="zh-CN" sz="4000" b="1" dirty="0" smtClean="0">
                <a:ea typeface="隶书" panose="02010509060101010101" pitchFamily="49" charset="-122"/>
              </a:rPr>
              <a:t>2.2.6</a:t>
            </a:r>
            <a:r>
              <a:rPr lang="zh-CN" altLang="en-US" sz="4000" b="1" dirty="0" smtClean="0">
                <a:ea typeface="隶书" panose="02010509060101010101" pitchFamily="49" charset="-122"/>
              </a:rPr>
              <a:t>、运算符</a:t>
            </a:r>
            <a:r>
              <a:rPr lang="zh-CN" altLang="en-US" sz="4000" b="1" dirty="0">
                <a:ea typeface="隶书" panose="02010509060101010101" pitchFamily="49" charset="-122"/>
              </a:rPr>
              <a:t>和表达式：</a:t>
            </a:r>
            <a:r>
              <a:rPr lang="zh-CN" altLang="en-US" sz="4000" b="1" dirty="0">
                <a:latin typeface="隶书" panose="02010509060101010101" pitchFamily="49" charset="-122"/>
                <a:ea typeface="隶书" panose="02010509060101010101" pitchFamily="49" charset="-122"/>
              </a:rPr>
              <a:t>算术运算</a:t>
            </a:r>
            <a:r>
              <a:rPr lang="zh-CN" altLang="en-US" sz="4000" b="1" dirty="0" smtClean="0">
                <a:latin typeface="隶书" panose="02010509060101010101" pitchFamily="49" charset="-122"/>
                <a:ea typeface="隶书" panose="02010509060101010101" pitchFamily="49" charset="-122"/>
              </a:rPr>
              <a:t>符</a:t>
            </a:r>
            <a:r>
              <a:rPr lang="en-US" altLang="zh-CN" sz="4000" b="1" dirty="0" smtClean="0">
                <a:latin typeface="隶书" panose="02010509060101010101" pitchFamily="49" charset="-122"/>
                <a:ea typeface="隶书" panose="02010509060101010101" pitchFamily="49" charset="-122"/>
              </a:rPr>
              <a:t>——</a:t>
            </a:r>
            <a:r>
              <a:rPr lang="zh-CN" altLang="en-US" sz="4000" b="1" dirty="0" smtClean="0">
                <a:latin typeface="Times New Roman" panose="02020603050405020304" pitchFamily="18" charset="0"/>
                <a:ea typeface="隶书" panose="02010509060101010101" pitchFamily="49" charset="-122"/>
              </a:rPr>
              <a:t>增量、减量运算符</a:t>
            </a:r>
            <a:endParaRPr lang="zh-CN" altLang="en-US" sz="4000" b="1" dirty="0" smtClean="0">
              <a:latin typeface="Times New Roman" panose="02020603050405020304" pitchFamily="18" charset="0"/>
              <a:ea typeface="隶书" panose="02010509060101010101" pitchFamily="49" charset="-122"/>
            </a:endParaRPr>
          </a:p>
        </p:txBody>
      </p:sp>
      <p:grpSp>
        <p:nvGrpSpPr>
          <p:cNvPr id="15363" name="Group 33"/>
          <p:cNvGrpSpPr/>
          <p:nvPr/>
        </p:nvGrpSpPr>
        <p:grpSpPr bwMode="auto">
          <a:xfrm>
            <a:off x="1285875" y="1714500"/>
            <a:ext cx="7680325" cy="5010150"/>
            <a:chOff x="845" y="-508"/>
            <a:chExt cx="4491" cy="3156"/>
          </a:xfrm>
        </p:grpSpPr>
        <p:sp>
          <p:nvSpPr>
            <p:cNvPr id="15372" name="Text Box 34"/>
            <p:cNvSpPr txBox="1">
              <a:spLocks noChangeArrowheads="1"/>
            </p:cNvSpPr>
            <p:nvPr/>
          </p:nvSpPr>
          <p:spPr bwMode="auto">
            <a:xfrm>
              <a:off x="845" y="-508"/>
              <a:ext cx="4491" cy="536"/>
            </a:xfrm>
            <a:prstGeom prst="rect">
              <a:avLst/>
            </a:prstGeom>
            <a:solidFill>
              <a:srgbClr val="2F2FC5"/>
            </a:solidFill>
            <a:ln w="28575">
              <a:solidFill>
                <a:srgbClr val="000066"/>
              </a:solidFill>
              <a:miter lim="800000"/>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ClrTx/>
                <a:buSzTx/>
                <a:buFontTx/>
                <a:buNone/>
              </a:pPr>
              <a:r>
                <a:rPr lang="zh-CN" altLang="en-US" sz="2400" b="1" dirty="0">
                  <a:solidFill>
                    <a:srgbClr val="FFFF00"/>
                  </a:solidFill>
                  <a:latin typeface="Times New Roman" panose="02020603050405020304" pitchFamily="18" charset="0"/>
                  <a:ea typeface="华文楷体" panose="02010600040101010101" pitchFamily="2" charset="-122"/>
                </a:rPr>
                <a:t>减量运算符：</a:t>
              </a:r>
              <a:r>
                <a:rPr lang="en-US" altLang="zh-CN" sz="2000" b="1" dirty="0">
                  <a:solidFill>
                    <a:srgbClr val="FFFF00"/>
                  </a:solidFill>
                  <a:latin typeface="Times New Roman" panose="02020603050405020304" pitchFamily="18" charset="0"/>
                  <a:ea typeface="华文楷体" panose="02010600040101010101" pitchFamily="2" charset="-122"/>
                </a:rPr>
                <a:t>--     </a:t>
              </a:r>
              <a:r>
                <a:rPr lang="zh-CN" altLang="en-US" sz="2000" b="1" dirty="0">
                  <a:latin typeface="Times New Roman" panose="02020603050405020304" pitchFamily="18" charset="0"/>
                  <a:ea typeface="华文楷体" panose="02010600040101010101" pitchFamily="2" charset="-122"/>
                </a:rPr>
                <a:t>操作数减量一个单位</a:t>
              </a:r>
              <a:br>
                <a:rPr lang="zh-CN" altLang="en-US" sz="2000" b="1" dirty="0">
                  <a:latin typeface="Times New Roman" panose="02020603050405020304" pitchFamily="18" charset="0"/>
                  <a:ea typeface="华文楷体" panose="02010600040101010101" pitchFamily="2" charset="-122"/>
                </a:rPr>
              </a:br>
              <a:r>
                <a:rPr lang="zh-CN" altLang="en-US" sz="2000" b="1" dirty="0">
                  <a:latin typeface="Times New Roman" panose="02020603050405020304" pitchFamily="18" charset="0"/>
                  <a:ea typeface="华文楷体" panose="02010600040101010101" pitchFamily="2" charset="-122"/>
                </a:rPr>
                <a:t>即：     </a:t>
              </a:r>
              <a:r>
                <a:rPr lang="en-US" altLang="zh-CN" sz="2000" b="1" dirty="0">
                  <a:latin typeface="Times New Roman" panose="02020603050405020304" pitchFamily="18" charset="0"/>
                  <a:ea typeface="华文楷体" panose="02010600040101010101" pitchFamily="2" charset="-122"/>
                </a:rPr>
                <a:t>x=x-1    </a:t>
              </a:r>
              <a:r>
                <a:rPr lang="zh-CN" altLang="en-US" sz="2000" b="1" dirty="0">
                  <a:latin typeface="Times New Roman" panose="02020603050405020304" pitchFamily="18" charset="0"/>
                  <a:ea typeface="华文楷体" panose="02010600040101010101" pitchFamily="2" charset="-122"/>
                </a:rPr>
                <a:t>与　　　　</a:t>
              </a:r>
              <a:r>
                <a:rPr lang="en-US" altLang="zh-CN" sz="2000" b="1" dirty="0">
                  <a:latin typeface="Times New Roman" panose="02020603050405020304" pitchFamily="18" charset="0"/>
                  <a:ea typeface="华文楷体" panose="02010600040101010101" pitchFamily="2" charset="-122"/>
                </a:rPr>
                <a:t>x--      </a:t>
              </a:r>
              <a:r>
                <a:rPr lang="zh-CN" altLang="en-US" sz="2000" b="1" dirty="0">
                  <a:latin typeface="Times New Roman" panose="02020603050405020304" pitchFamily="18" charset="0"/>
                  <a:ea typeface="华文楷体" panose="02010600040101010101" pitchFamily="2" charset="-122"/>
                </a:rPr>
                <a:t>一样</a:t>
              </a:r>
              <a:r>
                <a:rPr lang="zh-CN" altLang="en-US" sz="2400" b="1" dirty="0">
                  <a:latin typeface="Times New Roman" panose="02020603050405020304" pitchFamily="18" charset="0"/>
                  <a:ea typeface="华文楷体" panose="02010600040101010101" pitchFamily="2" charset="-122"/>
                </a:rPr>
                <a:t>   </a:t>
              </a:r>
              <a:endParaRPr lang="zh-CN" altLang="en-US" sz="2400" b="1" dirty="0">
                <a:latin typeface="Times New Roman" panose="02020603050405020304" pitchFamily="18" charset="0"/>
                <a:ea typeface="华文楷体" panose="02010600040101010101" pitchFamily="2" charset="-122"/>
              </a:endParaRPr>
            </a:p>
          </p:txBody>
        </p:sp>
        <p:sp>
          <p:nvSpPr>
            <p:cNvPr id="15373" name="Text Box 35"/>
            <p:cNvSpPr txBox="1">
              <a:spLocks noChangeArrowheads="1"/>
            </p:cNvSpPr>
            <p:nvPr/>
          </p:nvSpPr>
          <p:spPr bwMode="auto">
            <a:xfrm>
              <a:off x="845" y="302"/>
              <a:ext cx="4491" cy="1086"/>
            </a:xfrm>
            <a:prstGeom prst="rect">
              <a:avLst/>
            </a:prstGeom>
            <a:solidFill>
              <a:srgbClr val="2F2FC5"/>
            </a:solidFill>
            <a:ln w="28575">
              <a:solidFill>
                <a:srgbClr val="000066"/>
              </a:solidFill>
              <a:miter lim="800000"/>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150000"/>
                </a:lnSpc>
                <a:spcBef>
                  <a:spcPct val="50000"/>
                </a:spcBef>
                <a:buClrTx/>
                <a:buSzTx/>
                <a:buFontTx/>
                <a:buNone/>
              </a:pPr>
              <a:r>
                <a:rPr lang="zh-CN" altLang="en-US" sz="2400" b="1" dirty="0">
                  <a:solidFill>
                    <a:srgbClr val="FFFF00"/>
                  </a:solidFill>
                  <a:latin typeface="Times New Roman" panose="02020603050405020304" pitchFamily="18" charset="0"/>
                  <a:ea typeface="华文楷体" panose="02010600040101010101" pitchFamily="2" charset="-122"/>
                </a:rPr>
                <a:t>前缀减量运算： </a:t>
              </a:r>
              <a:r>
                <a:rPr lang="en-US" altLang="zh-CN" sz="2400" b="1" dirty="0">
                  <a:solidFill>
                    <a:srgbClr val="FFFF00"/>
                  </a:solidFill>
                  <a:latin typeface="Times New Roman" panose="02020603050405020304" pitchFamily="18" charset="0"/>
                  <a:ea typeface="华文楷体" panose="02010600040101010101" pitchFamily="2" charset="-122"/>
                </a:rPr>
                <a:t>--</a:t>
              </a:r>
              <a:r>
                <a:rPr lang="en-US" altLang="zh-CN" sz="2000" b="1" dirty="0">
                  <a:solidFill>
                    <a:srgbClr val="FFFF00"/>
                  </a:solidFill>
                  <a:latin typeface="Times New Roman" panose="02020603050405020304" pitchFamily="18" charset="0"/>
                  <a:ea typeface="华文楷体" panose="02010600040101010101" pitchFamily="2" charset="-122"/>
                </a:rPr>
                <a:t>x    </a:t>
              </a:r>
              <a:br>
                <a:rPr lang="en-US" altLang="zh-CN" sz="2000" b="1" dirty="0">
                  <a:latin typeface="Times New Roman" panose="02020603050405020304" pitchFamily="18" charset="0"/>
                  <a:ea typeface="华文楷体" panose="02010600040101010101" pitchFamily="2" charset="-122"/>
                </a:rPr>
              </a:br>
              <a:r>
                <a:rPr lang="zh-CN" altLang="en-US" sz="2000" b="1" dirty="0">
                  <a:latin typeface="Times New Roman" panose="02020603050405020304" pitchFamily="18" charset="0"/>
                  <a:ea typeface="华文楷体" panose="02010600040101010101" pitchFamily="2" charset="-122"/>
                </a:rPr>
                <a:t>对操作数完成减量运算</a:t>
              </a:r>
              <a:r>
                <a:rPr lang="en-US" altLang="zh-CN" sz="2000" b="1" dirty="0">
                  <a:latin typeface="Times New Roman" panose="02020603050405020304" pitchFamily="18" charset="0"/>
                  <a:ea typeface="华文楷体" panose="02010600040101010101" pitchFamily="2" charset="-122"/>
                </a:rPr>
                <a:t>;</a:t>
              </a:r>
              <a:endParaRPr lang="en-US" altLang="zh-CN" sz="2000" b="1" dirty="0">
                <a:latin typeface="Times New Roman" panose="02020603050405020304" pitchFamily="18" charset="0"/>
                <a:ea typeface="华文楷体" panose="02010600040101010101" pitchFamily="2" charset="-122"/>
              </a:endParaRPr>
            </a:p>
            <a:p>
              <a:pPr algn="l" eaLnBrk="1" hangingPunct="1">
                <a:lnSpc>
                  <a:spcPct val="150000"/>
                </a:lnSpc>
                <a:spcBef>
                  <a:spcPct val="50000"/>
                </a:spcBef>
                <a:buClrTx/>
                <a:buSzTx/>
                <a:buFontTx/>
                <a:buNone/>
              </a:pPr>
              <a:r>
                <a:rPr lang="zh-CN" altLang="en-US" sz="2000" b="1" dirty="0">
                  <a:latin typeface="Times New Roman" panose="02020603050405020304" pitchFamily="18" charset="0"/>
                  <a:ea typeface="华文楷体" panose="02010600040101010101" pitchFamily="2" charset="-122"/>
                </a:rPr>
                <a:t>使用减量运算后操作数的值完成表达式的计算</a:t>
              </a:r>
              <a:endParaRPr lang="zh-CN" altLang="en-US" sz="2000" b="1" dirty="0">
                <a:latin typeface="Times New Roman" panose="02020603050405020304" pitchFamily="18" charset="0"/>
                <a:ea typeface="华文楷体" panose="02010600040101010101" pitchFamily="2" charset="-122"/>
              </a:endParaRPr>
            </a:p>
          </p:txBody>
        </p:sp>
        <p:sp>
          <p:nvSpPr>
            <p:cNvPr id="15374" name="Text Box 36"/>
            <p:cNvSpPr txBox="1">
              <a:spLocks noChangeArrowheads="1"/>
            </p:cNvSpPr>
            <p:nvPr/>
          </p:nvSpPr>
          <p:spPr bwMode="auto">
            <a:xfrm>
              <a:off x="845" y="1562"/>
              <a:ext cx="4491" cy="1086"/>
            </a:xfrm>
            <a:prstGeom prst="rect">
              <a:avLst/>
            </a:prstGeom>
            <a:solidFill>
              <a:srgbClr val="2F2FC5"/>
            </a:solidFill>
            <a:ln w="28575">
              <a:solidFill>
                <a:srgbClr val="000066"/>
              </a:solidFill>
              <a:miter lim="800000"/>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150000"/>
                </a:lnSpc>
                <a:spcBef>
                  <a:spcPct val="50000"/>
                </a:spcBef>
                <a:buClrTx/>
                <a:buSzTx/>
                <a:buFontTx/>
                <a:buNone/>
              </a:pPr>
              <a:r>
                <a:rPr lang="zh-CN" altLang="en-US" sz="2400" b="1" dirty="0">
                  <a:solidFill>
                    <a:srgbClr val="FFFF00"/>
                  </a:solidFill>
                  <a:latin typeface="Times New Roman" panose="02020603050405020304" pitchFamily="18" charset="0"/>
                  <a:ea typeface="华文楷体" panose="02010600040101010101" pitchFamily="2" charset="-122"/>
                </a:rPr>
                <a:t>后缀减量运算： </a:t>
              </a:r>
              <a:r>
                <a:rPr lang="en-US" altLang="zh-CN" sz="2000" b="1" dirty="0">
                  <a:solidFill>
                    <a:srgbClr val="FFFF00"/>
                  </a:solidFill>
                  <a:latin typeface="Times New Roman" panose="02020603050405020304" pitchFamily="18" charset="0"/>
                  <a:ea typeface="华文楷体" panose="02010600040101010101" pitchFamily="2" charset="-122"/>
                </a:rPr>
                <a:t>x--  </a:t>
              </a:r>
              <a:br>
                <a:rPr lang="en-US" altLang="zh-CN" sz="2000" b="1" dirty="0">
                  <a:latin typeface="Times New Roman" panose="02020603050405020304" pitchFamily="18" charset="0"/>
                  <a:ea typeface="华文楷体" panose="02010600040101010101" pitchFamily="2" charset="-122"/>
                </a:rPr>
              </a:br>
              <a:r>
                <a:rPr lang="zh-CN" altLang="en-US" sz="2000" b="1" dirty="0">
                  <a:latin typeface="Times New Roman" panose="02020603050405020304" pitchFamily="18" charset="0"/>
                  <a:ea typeface="华文楷体" panose="02010600040101010101" pitchFamily="2" charset="-122"/>
                </a:rPr>
                <a:t>使用操作数的原值完成表达式的计算；</a:t>
              </a:r>
              <a:endParaRPr lang="en-US" altLang="zh-CN" sz="2000" b="1" dirty="0">
                <a:latin typeface="Times New Roman" panose="02020603050405020304" pitchFamily="18" charset="0"/>
                <a:ea typeface="华文楷体" panose="02010600040101010101" pitchFamily="2" charset="-122"/>
              </a:endParaRPr>
            </a:p>
            <a:p>
              <a:pPr algn="l" eaLnBrk="1" hangingPunct="1">
                <a:lnSpc>
                  <a:spcPct val="150000"/>
                </a:lnSpc>
                <a:spcBef>
                  <a:spcPct val="50000"/>
                </a:spcBef>
                <a:buClrTx/>
                <a:buSzTx/>
                <a:buFontTx/>
                <a:buNone/>
              </a:pPr>
              <a:r>
                <a:rPr lang="zh-CN" altLang="en-US" sz="2000" b="1" dirty="0">
                  <a:latin typeface="Times New Roman" panose="02020603050405020304" pitchFamily="18" charset="0"/>
                  <a:ea typeface="华文楷体" panose="02010600040101010101" pitchFamily="2" charset="-122"/>
                </a:rPr>
                <a:t>对操作数完成减量运算</a:t>
              </a:r>
              <a:endParaRPr lang="zh-CN" altLang="en-US" sz="2000" b="1" dirty="0">
                <a:latin typeface="Times New Roman" panose="02020603050405020304" pitchFamily="18" charset="0"/>
                <a:ea typeface="华文楷体" panose="02010600040101010101" pitchFamily="2" charset="-122"/>
              </a:endParaRPr>
            </a:p>
          </p:txBody>
        </p:sp>
      </p:grpSp>
      <p:sp>
        <p:nvSpPr>
          <p:cNvPr id="15364" name="Text Box 37"/>
          <p:cNvSpPr txBox="1">
            <a:spLocks noChangeArrowheads="1"/>
          </p:cNvSpPr>
          <p:nvPr/>
        </p:nvSpPr>
        <p:spPr bwMode="auto">
          <a:xfrm>
            <a:off x="357188" y="1571625"/>
            <a:ext cx="776287"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lang="zh-CN" altLang="en-US" sz="2400" b="1" i="1" dirty="0">
                <a:solidFill>
                  <a:srgbClr val="FFFF00"/>
                </a:solidFill>
                <a:latin typeface="Times New Roman" panose="02020603050405020304" pitchFamily="18" charset="0"/>
                <a:ea typeface="华文楷体" panose="02010600040101010101" pitchFamily="2" charset="-122"/>
              </a:rPr>
              <a:t>减量运算符</a:t>
            </a:r>
            <a:endParaRPr lang="zh-CN" altLang="en-US" sz="2400" b="1" i="1" dirty="0">
              <a:solidFill>
                <a:srgbClr val="FFFF00"/>
              </a:solidFill>
              <a:latin typeface="Times New Roman" panose="02020603050405020304" pitchFamily="18" charset="0"/>
              <a:ea typeface="华文楷体" panose="02010600040101010101" pitchFamily="2" charset="-122"/>
            </a:endParaRPr>
          </a:p>
        </p:txBody>
      </p:sp>
      <p:sp>
        <p:nvSpPr>
          <p:cNvPr id="15365" name="Text Box 38"/>
          <p:cNvSpPr txBox="1">
            <a:spLocks noChangeArrowheads="1"/>
          </p:cNvSpPr>
          <p:nvPr/>
        </p:nvSpPr>
        <p:spPr bwMode="auto">
          <a:xfrm>
            <a:off x="352425" y="3571875"/>
            <a:ext cx="504825"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spcBef>
                <a:spcPct val="50000"/>
              </a:spcBef>
              <a:buSzPct val="75000"/>
              <a:buFont typeface="Wingdings" panose="05000000000000000000" pitchFamily="2" charset="2"/>
              <a:buNone/>
            </a:pPr>
            <a:r>
              <a:rPr lang="zh-CN" altLang="en-US" sz="2800" b="1" i="1">
                <a:solidFill>
                  <a:srgbClr val="FFFF00"/>
                </a:solidFill>
                <a:latin typeface="Times New Roman" panose="02020603050405020304" pitchFamily="18" charset="0"/>
                <a:ea typeface="华文楷体" panose="02010600040101010101" pitchFamily="2" charset="-122"/>
              </a:rPr>
              <a:t>减少一个单位</a:t>
            </a:r>
            <a:endParaRPr lang="zh-CN" altLang="en-US" sz="2800" b="1" i="1">
              <a:solidFill>
                <a:srgbClr val="FFFF00"/>
              </a:solidFill>
              <a:latin typeface="Times New Roman" panose="02020603050405020304" pitchFamily="18" charset="0"/>
              <a:ea typeface="华文楷体" panose="02010600040101010101" pitchFamily="2" charset="-122"/>
            </a:endParaRPr>
          </a:p>
        </p:txBody>
      </p:sp>
      <p:grpSp>
        <p:nvGrpSpPr>
          <p:cNvPr id="3" name="组合 15"/>
          <p:cNvGrpSpPr/>
          <p:nvPr/>
        </p:nvGrpSpPr>
        <p:grpSpPr bwMode="auto">
          <a:xfrm>
            <a:off x="6608762" y="3717032"/>
            <a:ext cx="2571750" cy="714375"/>
            <a:chOff x="6286512" y="3571876"/>
            <a:chExt cx="2571736" cy="714380"/>
          </a:xfrm>
        </p:grpSpPr>
        <p:sp>
          <p:nvSpPr>
            <p:cNvPr id="15370" name="右大括号 16"/>
            <p:cNvSpPr/>
            <p:nvPr/>
          </p:nvSpPr>
          <p:spPr bwMode="auto">
            <a:xfrm>
              <a:off x="6286512" y="3571876"/>
              <a:ext cx="428628" cy="714380"/>
            </a:xfrm>
            <a:prstGeom prst="rightBrace">
              <a:avLst>
                <a:gd name="adj1" fmla="val 8333"/>
                <a:gd name="adj2" fmla="val 52542"/>
              </a:avLst>
            </a:prstGeom>
            <a:noFill/>
            <a:ln w="9525" algn="ctr">
              <a:solidFill>
                <a:srgbClr val="FFFF00"/>
              </a:solidFill>
              <a:round/>
            </a:ln>
            <a:extLst>
              <a:ext uri="{909E8E84-426E-40DD-AFC4-6F175D3DCCD1}">
                <a14:hiddenFill xmlns:a14="http://schemas.microsoft.com/office/drawing/2010/main">
                  <a:solidFill>
                    <a:srgbClr val="FFFFFF"/>
                  </a:solidFill>
                </a14:hiddenFill>
              </a:ext>
            </a:extLst>
          </p:spPr>
          <p:txBody>
            <a:bodyPr lIns="0" rIns="0"/>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SzPct val="75000"/>
              </a:pPr>
              <a:endParaRPr lang="zh-CN" altLang="en-US" sz="2800" b="1">
                <a:solidFill>
                  <a:srgbClr val="FFFF00"/>
                </a:solidFill>
                <a:latin typeface="Times New Roman" panose="02020603050405020304" pitchFamily="18" charset="0"/>
                <a:ea typeface="华文楷体" panose="02010600040101010101" pitchFamily="2" charset="-122"/>
              </a:endParaRPr>
            </a:p>
          </p:txBody>
        </p:sp>
        <p:sp>
          <p:nvSpPr>
            <p:cNvPr id="15371" name="Text Box 38"/>
            <p:cNvSpPr txBox="1">
              <a:spLocks noChangeArrowheads="1"/>
            </p:cNvSpPr>
            <p:nvPr/>
          </p:nvSpPr>
          <p:spPr bwMode="auto">
            <a:xfrm>
              <a:off x="6572264" y="3578370"/>
              <a:ext cx="228598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SzPct val="75000"/>
                <a:buFont typeface="Wingdings" panose="05000000000000000000" pitchFamily="2" charset="2"/>
                <a:buNone/>
              </a:pPr>
              <a:r>
                <a:rPr lang="en-US" altLang="zh-CN" sz="2000" b="1" dirty="0" smtClean="0">
                  <a:solidFill>
                    <a:srgbClr val="FFFF00"/>
                  </a:solidFill>
                  <a:latin typeface="Times New Roman" panose="02020603050405020304" pitchFamily="18" charset="0"/>
                  <a:ea typeface="华文楷体" panose="02010600040101010101" pitchFamily="2" charset="-122"/>
                </a:rPr>
                <a:t>C++</a:t>
              </a:r>
              <a:r>
                <a:rPr lang="zh-CN" altLang="en-US" sz="2000" b="1" dirty="0" smtClean="0">
                  <a:solidFill>
                    <a:srgbClr val="FFFF00"/>
                  </a:solidFill>
                  <a:latin typeface="Times New Roman" panose="02020603050405020304" pitchFamily="18" charset="0"/>
                  <a:ea typeface="华文楷体" panose="02010600040101010101" pitchFamily="2" charset="-122"/>
                </a:rPr>
                <a:t>标准</a:t>
              </a:r>
              <a:r>
                <a:rPr lang="zh-CN" altLang="en-US" sz="2000" b="1" dirty="0">
                  <a:solidFill>
                    <a:srgbClr val="FFFF00"/>
                  </a:solidFill>
                  <a:latin typeface="Times New Roman" panose="02020603050405020304" pitchFamily="18" charset="0"/>
                  <a:ea typeface="华文楷体" panose="02010600040101010101" pitchFamily="2" charset="-122"/>
                </a:rPr>
                <a:t>没有规定，二者执行先后次序</a:t>
              </a:r>
              <a:endParaRPr lang="zh-CN" altLang="en-US" sz="2000" b="1" dirty="0">
                <a:solidFill>
                  <a:srgbClr val="FFFF00"/>
                </a:solidFill>
                <a:latin typeface="Times New Roman" panose="02020603050405020304" pitchFamily="18" charset="0"/>
                <a:ea typeface="华文楷体" panose="02010600040101010101" pitchFamily="2" charset="-122"/>
              </a:endParaRPr>
            </a:p>
          </p:txBody>
        </p:sp>
      </p:grpSp>
      <p:grpSp>
        <p:nvGrpSpPr>
          <p:cNvPr id="4" name="组合 18"/>
          <p:cNvGrpSpPr/>
          <p:nvPr/>
        </p:nvGrpSpPr>
        <p:grpSpPr bwMode="auto">
          <a:xfrm>
            <a:off x="6286500" y="5715000"/>
            <a:ext cx="2571750" cy="714375"/>
            <a:chOff x="6286512" y="3571876"/>
            <a:chExt cx="2571736" cy="714380"/>
          </a:xfrm>
        </p:grpSpPr>
        <p:sp>
          <p:nvSpPr>
            <p:cNvPr id="15368" name="右大括号 19"/>
            <p:cNvSpPr/>
            <p:nvPr/>
          </p:nvSpPr>
          <p:spPr bwMode="auto">
            <a:xfrm>
              <a:off x="6286512" y="3571876"/>
              <a:ext cx="428628" cy="714380"/>
            </a:xfrm>
            <a:prstGeom prst="rightBrace">
              <a:avLst>
                <a:gd name="adj1" fmla="val 8333"/>
                <a:gd name="adj2" fmla="val 52542"/>
              </a:avLst>
            </a:prstGeom>
            <a:noFill/>
            <a:ln w="9525" algn="ctr">
              <a:solidFill>
                <a:srgbClr val="FFFF00"/>
              </a:solidFill>
              <a:round/>
            </a:ln>
            <a:extLst>
              <a:ext uri="{909E8E84-426E-40DD-AFC4-6F175D3DCCD1}">
                <a14:hiddenFill xmlns:a14="http://schemas.microsoft.com/office/drawing/2010/main">
                  <a:solidFill>
                    <a:srgbClr val="FFFFFF"/>
                  </a:solidFill>
                </a14:hiddenFill>
              </a:ext>
            </a:extLst>
          </p:spPr>
          <p:txBody>
            <a:bodyPr lIns="0" rIns="0"/>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SzPct val="75000"/>
              </a:pPr>
              <a:endParaRPr lang="zh-CN" altLang="en-US" sz="2800" b="1">
                <a:solidFill>
                  <a:srgbClr val="FFFF00"/>
                </a:solidFill>
                <a:latin typeface="Times New Roman" panose="02020603050405020304" pitchFamily="18" charset="0"/>
                <a:ea typeface="华文楷体" panose="02010600040101010101" pitchFamily="2" charset="-122"/>
              </a:endParaRPr>
            </a:p>
          </p:txBody>
        </p:sp>
        <p:sp>
          <p:nvSpPr>
            <p:cNvPr id="15369" name="Text Box 38"/>
            <p:cNvSpPr txBox="1">
              <a:spLocks noChangeArrowheads="1"/>
            </p:cNvSpPr>
            <p:nvPr/>
          </p:nvSpPr>
          <p:spPr bwMode="auto">
            <a:xfrm>
              <a:off x="6572264" y="3578370"/>
              <a:ext cx="228598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SzPct val="75000"/>
                <a:buFont typeface="Wingdings" panose="05000000000000000000" pitchFamily="2" charset="2"/>
                <a:buNone/>
              </a:pPr>
              <a:r>
                <a:rPr lang="en-US" altLang="zh-CN" sz="2000" b="1" dirty="0" smtClean="0">
                  <a:solidFill>
                    <a:srgbClr val="FFFF00"/>
                  </a:solidFill>
                  <a:latin typeface="Times New Roman" panose="02020603050405020304" pitchFamily="18" charset="0"/>
                  <a:ea typeface="华文楷体" panose="02010600040101010101" pitchFamily="2" charset="-122"/>
                </a:rPr>
                <a:t>C++</a:t>
              </a:r>
              <a:r>
                <a:rPr lang="zh-CN" altLang="en-US" sz="2000" b="1" dirty="0" smtClean="0">
                  <a:solidFill>
                    <a:srgbClr val="FFFF00"/>
                  </a:solidFill>
                  <a:latin typeface="Times New Roman" panose="02020603050405020304" pitchFamily="18" charset="0"/>
                  <a:ea typeface="华文楷体" panose="02010600040101010101" pitchFamily="2" charset="-122"/>
                </a:rPr>
                <a:t>标准</a:t>
              </a:r>
              <a:r>
                <a:rPr lang="zh-CN" altLang="en-US" sz="2000" b="1" dirty="0">
                  <a:solidFill>
                    <a:srgbClr val="FFFF00"/>
                  </a:solidFill>
                  <a:latin typeface="Times New Roman" panose="02020603050405020304" pitchFamily="18" charset="0"/>
                  <a:ea typeface="华文楷体" panose="02010600040101010101" pitchFamily="2" charset="-122"/>
                </a:rPr>
                <a:t>没有规定，二者执行先后次序</a:t>
              </a:r>
              <a:endParaRPr lang="zh-CN" altLang="en-US" sz="2000" b="1" dirty="0">
                <a:solidFill>
                  <a:srgbClr val="FFFF00"/>
                </a:solidFill>
                <a:latin typeface="Times New Roman" panose="02020603050405020304" pitchFamily="18" charset="0"/>
                <a:ea typeface="华文楷体" panose="0201060004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899592" y="301625"/>
            <a:ext cx="8031683" cy="1143000"/>
          </a:xfrm>
        </p:spPr>
        <p:txBody>
          <a:bodyPr/>
          <a:lstStyle/>
          <a:p>
            <a:pPr algn="ctr" eaLnBrk="1" hangingPunct="1"/>
            <a:r>
              <a:rPr lang="en-US" altLang="zh-CN" b="1" dirty="0" smtClean="0">
                <a:ea typeface="隶书" panose="02010509060101010101" pitchFamily="49" charset="-122"/>
              </a:rPr>
              <a:t>2.2.6</a:t>
            </a:r>
            <a:r>
              <a:rPr lang="zh-CN" altLang="en-US" b="1" dirty="0" smtClean="0">
                <a:ea typeface="隶书" panose="02010509060101010101" pitchFamily="49" charset="-122"/>
              </a:rPr>
              <a:t>、</a:t>
            </a:r>
            <a:r>
              <a:rPr lang="zh-CN" altLang="en-US" b="1" dirty="0">
                <a:ea typeface="隶书" panose="02010509060101010101" pitchFamily="49" charset="-122"/>
              </a:rPr>
              <a:t>运算符和表达式：</a:t>
            </a:r>
            <a:r>
              <a:rPr lang="zh-CN" altLang="en-US" b="1" dirty="0">
                <a:latin typeface="隶书" panose="02010509060101010101" pitchFamily="49" charset="-122"/>
                <a:ea typeface="隶书" panose="02010509060101010101" pitchFamily="49" charset="-122"/>
              </a:rPr>
              <a:t>算术运算</a:t>
            </a:r>
            <a:r>
              <a:rPr lang="zh-CN" altLang="en-US" b="1" dirty="0" smtClean="0">
                <a:latin typeface="隶书" panose="02010509060101010101" pitchFamily="49" charset="-122"/>
                <a:ea typeface="隶书" panose="02010509060101010101" pitchFamily="49" charset="-122"/>
              </a:rPr>
              <a:t>符</a:t>
            </a:r>
            <a:br>
              <a:rPr lang="en-US" altLang="zh-CN" b="1" dirty="0" smtClean="0">
                <a:latin typeface="隶书" panose="02010509060101010101" pitchFamily="49" charset="-122"/>
                <a:ea typeface="隶书" panose="02010509060101010101" pitchFamily="49" charset="-122"/>
              </a:rPr>
            </a:br>
            <a:r>
              <a:rPr lang="en-US" altLang="zh-CN" b="1" dirty="0" smtClean="0">
                <a:latin typeface="隶书" panose="02010509060101010101" pitchFamily="49" charset="-122"/>
                <a:ea typeface="隶书" panose="02010509060101010101" pitchFamily="49" charset="-122"/>
              </a:rPr>
              <a:t>——</a:t>
            </a:r>
            <a:r>
              <a:rPr lang="zh-CN" altLang="en-US" b="1" dirty="0" smtClean="0">
                <a:latin typeface="Times New Roman" panose="02020603050405020304" pitchFamily="18" charset="0"/>
                <a:ea typeface="隶书" panose="02010509060101010101" pitchFamily="49" charset="-122"/>
              </a:rPr>
              <a:t>不要滥用增量、减量运算符</a:t>
            </a:r>
            <a:endParaRPr lang="zh-CN" altLang="en-US" b="1" dirty="0" smtClean="0">
              <a:latin typeface="Times New Roman" panose="02020603050405020304" pitchFamily="18" charset="0"/>
              <a:ea typeface="隶书" panose="02010509060101010101" pitchFamily="49" charset="-122"/>
            </a:endParaRPr>
          </a:p>
        </p:txBody>
      </p:sp>
      <p:sp>
        <p:nvSpPr>
          <p:cNvPr id="17411" name="Rectangle 3"/>
          <p:cNvSpPr>
            <a:spLocks noChangeArrowheads="1"/>
          </p:cNvSpPr>
          <p:nvPr/>
        </p:nvSpPr>
        <p:spPr bwMode="auto">
          <a:xfrm>
            <a:off x="1042988" y="1655763"/>
            <a:ext cx="7888287" cy="836612"/>
          </a:xfrm>
          <a:prstGeom prst="rect">
            <a:avLst/>
          </a:prstGeom>
          <a:solidFill>
            <a:srgbClr val="ECECEC"/>
          </a:solidFill>
          <a:ln w="9525">
            <a:solidFill>
              <a:schemeClr val="tx1"/>
            </a:solidFill>
            <a:miter lim="800000"/>
          </a:ln>
        </p:spPr>
        <p:txBody>
          <a:bodyPr lIns="0" rIns="0"/>
          <a:lstStyle>
            <a:lvl1pPr marL="26225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Font typeface="Wingdings" panose="05000000000000000000" pitchFamily="2" charset="2"/>
              <a:buNone/>
            </a:pPr>
            <a:r>
              <a:rPr lang="zh-CN" altLang="en-US" sz="2400" b="1">
                <a:solidFill>
                  <a:srgbClr val="CC0000"/>
                </a:solidFill>
                <a:latin typeface="Times New Roman" panose="02020603050405020304" pitchFamily="18" charset="0"/>
                <a:ea typeface="华文楷体" panose="02010600040101010101" pitchFamily="2" charset="-122"/>
              </a:rPr>
              <a:t>不要滥用增</a:t>
            </a:r>
            <a:r>
              <a:rPr lang="en-US" altLang="zh-CN" sz="2400" b="1">
                <a:solidFill>
                  <a:srgbClr val="CC0000"/>
                </a:solidFill>
                <a:latin typeface="Times New Roman" panose="02020603050405020304" pitchFamily="18" charset="0"/>
                <a:ea typeface="华文楷体" panose="02010600040101010101" pitchFamily="2" charset="-122"/>
              </a:rPr>
              <a:t>/</a:t>
            </a:r>
            <a:r>
              <a:rPr lang="zh-CN" altLang="en-US" sz="2400" b="1">
                <a:solidFill>
                  <a:srgbClr val="CC0000"/>
                </a:solidFill>
                <a:latin typeface="Times New Roman" panose="02020603050405020304" pitchFamily="18" charset="0"/>
                <a:ea typeface="华文楷体" panose="02010600040101010101" pitchFamily="2" charset="-122"/>
              </a:rPr>
              <a:t>减量运算符</a:t>
            </a:r>
            <a:r>
              <a:rPr lang="en-US" altLang="zh-CN" sz="2400" b="1">
                <a:solidFill>
                  <a:srgbClr val="CC0000"/>
                </a:solidFill>
                <a:latin typeface="Times New Roman" panose="02020603050405020304" pitchFamily="18" charset="0"/>
                <a:ea typeface="华文楷体" panose="02010600040101010101" pitchFamily="2" charset="-122"/>
              </a:rPr>
              <a:t>:</a:t>
            </a:r>
            <a:r>
              <a:rPr lang="en-US" altLang="zh-CN" sz="2400" b="1">
                <a:solidFill>
                  <a:srgbClr val="FF6600"/>
                </a:solidFill>
                <a:latin typeface="Times New Roman" panose="02020603050405020304" pitchFamily="18" charset="0"/>
                <a:ea typeface="华文楷体" panose="02010600040101010101" pitchFamily="2" charset="-122"/>
              </a:rPr>
              <a:t> </a:t>
            </a:r>
            <a:r>
              <a:rPr lang="zh-CN" altLang="en-US" sz="2400" b="1">
                <a:solidFill>
                  <a:srgbClr val="000000"/>
                </a:solidFill>
                <a:latin typeface="Times New Roman" panose="02020603050405020304" pitchFamily="18" charset="0"/>
                <a:ea typeface="华文楷体" panose="02010600040101010101" pitchFamily="2" charset="-122"/>
              </a:rPr>
              <a:t>增量运算符有副作用</a:t>
            </a:r>
            <a:r>
              <a:rPr lang="en-US" altLang="zh-CN" sz="2400" b="1">
                <a:solidFill>
                  <a:srgbClr val="000000"/>
                </a:solidFill>
                <a:latin typeface="Times New Roman" panose="02020603050405020304" pitchFamily="18" charset="0"/>
                <a:ea typeface="华文楷体" panose="02010600040101010101" pitchFamily="2" charset="-122"/>
              </a:rPr>
              <a:t>,</a:t>
            </a:r>
            <a:r>
              <a:rPr lang="zh-CN" altLang="en-US" sz="2400" b="1">
                <a:solidFill>
                  <a:srgbClr val="000000"/>
                </a:solidFill>
                <a:latin typeface="Times New Roman" panose="02020603050405020304" pitchFamily="18" charset="0"/>
                <a:ea typeface="华文楷体" panose="02010600040101010101" pitchFamily="2" charset="-122"/>
              </a:rPr>
              <a:t>会改变运算分量的值但是如果使用不当，会带来意想不到的结果</a:t>
            </a:r>
            <a:endParaRPr lang="zh-CN" altLang="en-US" sz="2400" b="1">
              <a:solidFill>
                <a:srgbClr val="000000"/>
              </a:solidFill>
              <a:latin typeface="Times New Roman" panose="02020603050405020304" pitchFamily="18" charset="0"/>
              <a:ea typeface="华文楷体" panose="02010600040101010101" pitchFamily="2" charset="-122"/>
            </a:endParaRPr>
          </a:p>
        </p:txBody>
      </p:sp>
      <p:sp>
        <p:nvSpPr>
          <p:cNvPr id="132100" name="Rectangle 4"/>
          <p:cNvSpPr>
            <a:spLocks noChangeArrowheads="1"/>
          </p:cNvSpPr>
          <p:nvPr/>
        </p:nvSpPr>
        <p:spPr bwMode="auto">
          <a:xfrm>
            <a:off x="1042988" y="2492375"/>
            <a:ext cx="7888287" cy="2089150"/>
          </a:xfrm>
          <a:prstGeom prst="rect">
            <a:avLst/>
          </a:prstGeom>
          <a:solidFill>
            <a:srgbClr val="2F2FC5"/>
          </a:solidFill>
          <a:ln w="9525">
            <a:solidFill>
              <a:schemeClr val="tx1"/>
            </a:solidFill>
            <a:miter lim="800000"/>
          </a:ln>
        </p:spPr>
        <p:txBody>
          <a:bodyPr lIns="0" rIns="0"/>
          <a:lstStyle>
            <a:lvl1pPr marL="552450" indent="-5524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SzPct val="85000"/>
              <a:buFontTx/>
              <a:buAutoNum type="arabicPeriod"/>
            </a:pPr>
            <a:r>
              <a:rPr lang="zh-CN" altLang="en-US" sz="2000" b="1" dirty="0">
                <a:latin typeface="Times New Roman" panose="02020603050405020304" pitchFamily="18" charset="0"/>
                <a:ea typeface="华文楷体" panose="02010600040101010101" pitchFamily="2" charset="-122"/>
              </a:rPr>
              <a:t>对于代码</a:t>
            </a:r>
            <a:r>
              <a:rPr lang="en-US" altLang="zh-CN" sz="2000" b="1" dirty="0" err="1">
                <a:latin typeface="Times New Roman" panose="02020603050405020304" pitchFamily="18" charset="0"/>
                <a:ea typeface="华文楷体" panose="02010600040101010101" pitchFamily="2" charset="-122"/>
              </a:rPr>
              <a:t>int</a:t>
            </a:r>
            <a:r>
              <a:rPr lang="en-US" altLang="zh-CN" sz="2000" b="1" dirty="0">
                <a:latin typeface="Times New Roman" panose="02020603050405020304" pitchFamily="18" charset="0"/>
                <a:ea typeface="华文楷体" panose="02010600040101010101" pitchFamily="2" charset="-122"/>
              </a:rPr>
              <a:t> </a:t>
            </a:r>
            <a:r>
              <a:rPr lang="en-US" altLang="zh-CN" sz="2000" b="1" dirty="0" err="1">
                <a:latin typeface="Times New Roman" panose="02020603050405020304" pitchFamily="18" charset="0"/>
                <a:ea typeface="华文楷体" panose="02010600040101010101" pitchFamily="2" charset="-122"/>
              </a:rPr>
              <a:t>i</a:t>
            </a:r>
            <a:r>
              <a:rPr lang="en-US" altLang="zh-CN" sz="2000" b="1" dirty="0">
                <a:latin typeface="Times New Roman" panose="02020603050405020304" pitchFamily="18" charset="0"/>
                <a:ea typeface="华文楷体" panose="02010600040101010101" pitchFamily="2" charset="-122"/>
              </a:rPr>
              <a:t> = 3; </a:t>
            </a:r>
            <a:r>
              <a:rPr lang="en-US" altLang="zh-CN" sz="2000" b="1" dirty="0" err="1">
                <a:latin typeface="Times New Roman" panose="02020603050405020304" pitchFamily="18" charset="0"/>
                <a:ea typeface="华文楷体" panose="02010600040101010101" pitchFamily="2" charset="-122"/>
              </a:rPr>
              <a:t>i</a:t>
            </a:r>
            <a:r>
              <a:rPr lang="en-US" altLang="zh-CN" sz="2000" b="1" dirty="0">
                <a:latin typeface="Times New Roman" panose="02020603050405020304" pitchFamily="18" charset="0"/>
                <a:ea typeface="华文楷体" panose="02010600040101010101" pitchFamily="2" charset="-122"/>
              </a:rPr>
              <a:t> = </a:t>
            </a:r>
            <a:r>
              <a:rPr lang="en-US" altLang="zh-CN" sz="2000" b="1" dirty="0" err="1">
                <a:latin typeface="Times New Roman" panose="02020603050405020304" pitchFamily="18" charset="0"/>
                <a:ea typeface="华文楷体" panose="02010600040101010101" pitchFamily="2" charset="-122"/>
              </a:rPr>
              <a:t>i</a:t>
            </a:r>
            <a:r>
              <a:rPr lang="en-US" altLang="zh-CN" sz="2000" b="1" dirty="0">
                <a:latin typeface="Times New Roman" panose="02020603050405020304" pitchFamily="18" charset="0"/>
                <a:ea typeface="华文楷体" panose="02010600040101010101" pitchFamily="2" charset="-122"/>
              </a:rPr>
              <a:t>++; </a:t>
            </a:r>
            <a:r>
              <a:rPr lang="zh-CN" altLang="en-US" sz="2000" b="1" dirty="0">
                <a:latin typeface="Times New Roman" panose="02020603050405020304" pitchFamily="18" charset="0"/>
                <a:ea typeface="华文楷体" panose="02010600040101010101" pitchFamily="2" charset="-122"/>
              </a:rPr>
              <a:t>不同编译器给出不同的结果</a:t>
            </a:r>
            <a:r>
              <a:rPr lang="en-US" altLang="zh-CN" sz="2000" b="1" dirty="0">
                <a:latin typeface="Times New Roman" panose="02020603050405020304" pitchFamily="18" charset="0"/>
                <a:ea typeface="华文楷体" panose="02010600040101010101" pitchFamily="2" charset="-122"/>
              </a:rPr>
              <a:t>, </a:t>
            </a:r>
            <a:r>
              <a:rPr lang="zh-CN" altLang="en-US" sz="2000" b="1" dirty="0">
                <a:latin typeface="Times New Roman" panose="02020603050405020304" pitchFamily="18" charset="0"/>
                <a:ea typeface="华文楷体" panose="02010600040101010101" pitchFamily="2" charset="-122"/>
              </a:rPr>
              <a:t>有的为</a:t>
            </a:r>
            <a:r>
              <a:rPr lang="en-US" altLang="zh-CN" sz="2000" b="1" dirty="0">
                <a:latin typeface="Times New Roman" panose="02020603050405020304" pitchFamily="18" charset="0"/>
                <a:ea typeface="华文楷体" panose="02010600040101010101" pitchFamily="2" charset="-122"/>
              </a:rPr>
              <a:t>3, </a:t>
            </a:r>
            <a:r>
              <a:rPr lang="zh-CN" altLang="en-US" sz="2000" b="1" dirty="0">
                <a:latin typeface="Times New Roman" panose="02020603050405020304" pitchFamily="18" charset="0"/>
                <a:ea typeface="华文楷体" panose="02010600040101010101" pitchFamily="2" charset="-122"/>
              </a:rPr>
              <a:t>有的为</a:t>
            </a:r>
            <a:r>
              <a:rPr lang="en-US" altLang="zh-CN" sz="2000" b="1" dirty="0">
                <a:latin typeface="Times New Roman" panose="02020603050405020304" pitchFamily="18" charset="0"/>
                <a:ea typeface="华文楷体" panose="02010600040101010101" pitchFamily="2" charset="-122"/>
              </a:rPr>
              <a:t>4, </a:t>
            </a:r>
            <a:r>
              <a:rPr lang="zh-CN" altLang="en-US" sz="2000" b="1" dirty="0">
                <a:latin typeface="Times New Roman" panose="02020603050405020304" pitchFamily="18" charset="0"/>
                <a:ea typeface="华文楷体" panose="02010600040101010101" pitchFamily="2" charset="-122"/>
              </a:rPr>
              <a:t>哪个是正确的</a:t>
            </a:r>
            <a:r>
              <a:rPr lang="en-US" altLang="zh-CN" sz="2000" b="1" dirty="0">
                <a:latin typeface="Times New Roman" panose="02020603050405020304" pitchFamily="18" charset="0"/>
                <a:ea typeface="华文楷体" panose="02010600040101010101" pitchFamily="2" charset="-122"/>
              </a:rPr>
              <a:t>?</a:t>
            </a:r>
            <a:endParaRPr lang="en-US" altLang="zh-CN" sz="2000" b="1" dirty="0">
              <a:latin typeface="Times New Roman" panose="02020603050405020304" pitchFamily="18" charset="0"/>
              <a:ea typeface="华文楷体" panose="02010600040101010101" pitchFamily="2" charset="-122"/>
            </a:endParaRPr>
          </a:p>
          <a:p>
            <a:pPr algn="l" eaLnBrk="1" hangingPunct="1">
              <a:buFont typeface="Wingdings" panose="05000000000000000000" pitchFamily="2" charset="2"/>
              <a:buNone/>
            </a:pPr>
            <a:r>
              <a:rPr lang="zh-CN" altLang="en-US" sz="2000" b="1" dirty="0">
                <a:latin typeface="Times New Roman" panose="02020603050405020304" pitchFamily="18" charset="0"/>
                <a:ea typeface="华文楷体" panose="02010600040101010101" pitchFamily="2" charset="-122"/>
              </a:rPr>
              <a:t>答</a:t>
            </a:r>
            <a:r>
              <a:rPr lang="en-US" altLang="zh-CN" sz="2000" b="1" dirty="0">
                <a:latin typeface="Times New Roman" panose="02020603050405020304" pitchFamily="18" charset="0"/>
                <a:ea typeface="华文楷体" panose="02010600040101010101" pitchFamily="2" charset="-122"/>
              </a:rPr>
              <a:t>:  </a:t>
            </a:r>
            <a:r>
              <a:rPr lang="zh-CN" altLang="en-US" sz="2000" b="1" i="1" dirty="0">
                <a:latin typeface="Times New Roman" panose="02020603050405020304" pitchFamily="18" charset="0"/>
                <a:ea typeface="华文楷体" panose="02010600040101010101" pitchFamily="2" charset="-122"/>
              </a:rPr>
              <a:t>没有正确答案</a:t>
            </a:r>
            <a:r>
              <a:rPr lang="en-US" altLang="zh-CN" sz="2000" b="1" i="1" dirty="0">
                <a:latin typeface="Times New Roman" panose="02020603050405020304" pitchFamily="18" charset="0"/>
                <a:ea typeface="华文楷体" panose="02010600040101010101" pitchFamily="2" charset="-122"/>
              </a:rPr>
              <a:t>; </a:t>
            </a:r>
            <a:r>
              <a:rPr lang="zh-CN" altLang="en-US" sz="2000" b="1" dirty="0">
                <a:latin typeface="Times New Roman" panose="02020603050405020304" pitchFamily="18" charset="0"/>
                <a:ea typeface="华文楷体" panose="02010600040101010101" pitchFamily="2" charset="-122"/>
              </a:rPr>
              <a:t>这个表达式无定义</a:t>
            </a:r>
            <a:r>
              <a:rPr lang="en-US" altLang="zh-CN" sz="2000" b="1" i="1" u="sng" dirty="0">
                <a:latin typeface="Times New Roman" panose="02020603050405020304" pitchFamily="18" charset="0"/>
                <a:ea typeface="华文楷体" panose="02010600040101010101" pitchFamily="2" charset="-122"/>
              </a:rPr>
              <a:t>(</a:t>
            </a:r>
            <a:r>
              <a:rPr lang="zh-CN" altLang="en-US" sz="2000" b="1" i="1" u="sng" dirty="0">
                <a:latin typeface="Times New Roman" panose="02020603050405020304" pitchFamily="18" charset="0"/>
                <a:ea typeface="华文楷体" panose="02010600040101010101" pitchFamily="2" charset="-122"/>
              </a:rPr>
              <a:t>无从判断该引用</a:t>
            </a:r>
            <a:r>
              <a:rPr lang="en-US" altLang="zh-CN" sz="2000" b="1" i="1" u="sng" dirty="0">
                <a:latin typeface="Times New Roman" panose="02020603050405020304" pitchFamily="18" charset="0"/>
                <a:ea typeface="华文楷体" panose="02010600040101010101" pitchFamily="2" charset="-122"/>
              </a:rPr>
              <a:t>(</a:t>
            </a:r>
            <a:r>
              <a:rPr lang="zh-CN" altLang="en-US" sz="2000" b="1" i="1" u="sng" dirty="0">
                <a:latin typeface="Times New Roman" panose="02020603050405020304" pitchFamily="18" charset="0"/>
                <a:ea typeface="华文楷体" panose="02010600040101010101" pitchFamily="2" charset="-122"/>
              </a:rPr>
              <a:t>左边的</a:t>
            </a:r>
            <a:r>
              <a:rPr lang="en-US" altLang="zh-CN" sz="2000" b="1" i="1" u="sng" dirty="0" err="1">
                <a:latin typeface="Times New Roman" panose="02020603050405020304" pitchFamily="18" charset="0"/>
                <a:ea typeface="华文楷体" panose="02010600040101010101" pitchFamily="2" charset="-122"/>
              </a:rPr>
              <a:t>i</a:t>
            </a:r>
            <a:r>
              <a:rPr lang="en-US" altLang="zh-CN" sz="2000" b="1" i="1" u="sng" dirty="0">
                <a:latin typeface="Times New Roman" panose="02020603050405020304" pitchFamily="18" charset="0"/>
                <a:ea typeface="华文楷体" panose="02010600040101010101" pitchFamily="2" charset="-122"/>
              </a:rPr>
              <a:t> )</a:t>
            </a:r>
            <a:r>
              <a:rPr lang="zh-CN" altLang="en-US" sz="2000" b="1" i="1" u="sng" dirty="0">
                <a:latin typeface="Times New Roman" panose="02020603050405020304" pitchFamily="18" charset="0"/>
                <a:ea typeface="华文楷体" panose="02010600040101010101" pitchFamily="2" charset="-122"/>
              </a:rPr>
              <a:t>是旧值还是新值</a:t>
            </a:r>
            <a:r>
              <a:rPr lang="en-US" altLang="zh-CN" sz="2000" b="1" i="1" u="sng" dirty="0">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a:t>
            </a:r>
            <a:endParaRPr lang="zh-CN" altLang="en-US" sz="2000" b="1" dirty="0">
              <a:latin typeface="Times New Roman" panose="02020603050405020304" pitchFamily="18" charset="0"/>
              <a:ea typeface="华文楷体" panose="02010600040101010101" pitchFamily="2" charset="-122"/>
            </a:endParaRPr>
          </a:p>
          <a:p>
            <a:pPr algn="l" eaLnBrk="1" hangingPunct="1">
              <a:buFont typeface="Wingdings" panose="05000000000000000000" pitchFamily="2" charset="2"/>
              <a:buNone/>
            </a:pPr>
            <a:r>
              <a:rPr lang="zh-CN" altLang="en-US" sz="2000" b="1" dirty="0">
                <a:latin typeface="Times New Roman" panose="02020603050405020304" pitchFamily="18" charset="0"/>
                <a:ea typeface="华文楷体" panose="02010600040101010101" pitchFamily="2" charset="-122"/>
              </a:rPr>
              <a:t>        注意</a:t>
            </a:r>
            <a:r>
              <a:rPr lang="en-US" altLang="zh-CN" sz="2000" b="1" dirty="0">
                <a:latin typeface="Times New Roman" panose="02020603050405020304" pitchFamily="18" charset="0"/>
                <a:ea typeface="华文楷体" panose="02010600040101010101" pitchFamily="2" charset="-122"/>
              </a:rPr>
              <a:t>, </a:t>
            </a:r>
            <a:r>
              <a:rPr lang="en-US" altLang="zh-CN" sz="2000" b="1" i="1" dirty="0" err="1">
                <a:latin typeface="Times New Roman" panose="02020603050405020304" pitchFamily="18" charset="0"/>
                <a:ea typeface="华文楷体" panose="02010600040101010101" pitchFamily="2" charset="-122"/>
              </a:rPr>
              <a:t>i</a:t>
            </a:r>
            <a:r>
              <a:rPr lang="en-US" altLang="zh-CN" sz="2000" b="1" i="1" dirty="0">
                <a:latin typeface="Times New Roman" panose="02020603050405020304" pitchFamily="18" charset="0"/>
                <a:ea typeface="华文楷体" panose="02010600040101010101" pitchFamily="2" charset="-122"/>
              </a:rPr>
              <a:t>++ </a:t>
            </a:r>
            <a:r>
              <a:rPr lang="zh-CN" altLang="en-US" sz="2000" b="1" i="1" dirty="0">
                <a:latin typeface="Times New Roman" panose="02020603050405020304" pitchFamily="18" charset="0"/>
                <a:ea typeface="华文楷体" panose="02010600040101010101" pitchFamily="2" charset="-122"/>
              </a:rPr>
              <a:t>和</a:t>
            </a:r>
            <a:r>
              <a:rPr lang="en-US" altLang="zh-CN" sz="2000" b="1" i="1" dirty="0">
                <a:latin typeface="Times New Roman" panose="02020603050405020304" pitchFamily="18" charset="0"/>
                <a:ea typeface="华文楷体" panose="02010600040101010101" pitchFamily="2" charset="-122"/>
              </a:rPr>
              <a:t>++</a:t>
            </a:r>
            <a:r>
              <a:rPr lang="en-US" altLang="zh-CN" sz="2000" b="1" i="1" dirty="0" err="1">
                <a:latin typeface="Times New Roman" panose="02020603050405020304" pitchFamily="18" charset="0"/>
                <a:ea typeface="华文楷体" panose="02010600040101010101" pitchFamily="2" charset="-122"/>
              </a:rPr>
              <a:t>i</a:t>
            </a:r>
            <a:r>
              <a:rPr lang="en-US" altLang="zh-CN" sz="2000" b="1" i="1" dirty="0">
                <a:latin typeface="Times New Roman" panose="02020603050405020304" pitchFamily="18" charset="0"/>
                <a:ea typeface="华文楷体" panose="02010600040101010101" pitchFamily="2" charset="-122"/>
              </a:rPr>
              <a:t> </a:t>
            </a:r>
            <a:r>
              <a:rPr lang="zh-CN" altLang="en-US" sz="2000" b="1" i="1" dirty="0">
                <a:latin typeface="Times New Roman" panose="02020603050405020304" pitchFamily="18" charset="0"/>
                <a:ea typeface="华文楷体" panose="02010600040101010101" pitchFamily="2" charset="-122"/>
              </a:rPr>
              <a:t>都不同于</a:t>
            </a:r>
            <a:r>
              <a:rPr lang="en-US" altLang="zh-CN" sz="2000" b="1" i="1" dirty="0">
                <a:latin typeface="Times New Roman" panose="02020603050405020304" pitchFamily="18" charset="0"/>
                <a:ea typeface="华文楷体" panose="02010600040101010101" pitchFamily="2" charset="-122"/>
              </a:rPr>
              <a:t>i+1</a:t>
            </a:r>
            <a:r>
              <a:rPr lang="zh-CN" altLang="en-US" sz="2000" b="1" dirty="0">
                <a:latin typeface="Times New Roman" panose="02020603050405020304" pitchFamily="18" charset="0"/>
                <a:ea typeface="华文楷体" panose="02010600040101010101" pitchFamily="2" charset="-122"/>
              </a:rPr>
              <a:t>。如果你要使</a:t>
            </a:r>
            <a:r>
              <a:rPr lang="en-US" altLang="zh-CN" sz="2000" b="1" dirty="0" err="1">
                <a:latin typeface="Times New Roman" panose="02020603050405020304" pitchFamily="18" charset="0"/>
                <a:ea typeface="华文楷体" panose="02010600040101010101" pitchFamily="2" charset="-122"/>
              </a:rPr>
              <a:t>i</a:t>
            </a:r>
            <a:r>
              <a:rPr lang="en-US" altLang="zh-CN" sz="2000" b="1" dirty="0">
                <a:latin typeface="Times New Roman" panose="02020603050405020304" pitchFamily="18" charset="0"/>
                <a:ea typeface="华文楷体" panose="02010600040101010101" pitchFamily="2" charset="-122"/>
              </a:rPr>
              <a:t> </a:t>
            </a:r>
            <a:r>
              <a:rPr lang="zh-CN" altLang="en-US" sz="2000" b="1" dirty="0">
                <a:latin typeface="Times New Roman" panose="02020603050405020304" pitchFamily="18" charset="0"/>
                <a:ea typeface="华文楷体" panose="02010600040101010101" pitchFamily="2" charset="-122"/>
              </a:rPr>
              <a:t>自增</a:t>
            </a:r>
            <a:r>
              <a:rPr lang="en-US" altLang="zh-CN" sz="2000" b="1" dirty="0">
                <a:latin typeface="Times New Roman" panose="02020603050405020304" pitchFamily="18" charset="0"/>
                <a:ea typeface="华文楷体" panose="02010600040101010101" pitchFamily="2" charset="-122"/>
              </a:rPr>
              <a:t>1, </a:t>
            </a:r>
            <a:r>
              <a:rPr lang="zh-CN" altLang="en-US" sz="2000" b="1" dirty="0">
                <a:latin typeface="Times New Roman" panose="02020603050405020304" pitchFamily="18" charset="0"/>
                <a:ea typeface="华文楷体" panose="02010600040101010101" pitchFamily="2" charset="-122"/>
              </a:rPr>
              <a:t>使用</a:t>
            </a:r>
            <a:r>
              <a:rPr lang="en-US" altLang="zh-CN" sz="2000" b="1" dirty="0" err="1">
                <a:latin typeface="Times New Roman" panose="02020603050405020304" pitchFamily="18" charset="0"/>
                <a:ea typeface="华文楷体" panose="02010600040101010101" pitchFamily="2" charset="-122"/>
              </a:rPr>
              <a:t>i</a:t>
            </a:r>
            <a:r>
              <a:rPr lang="en-US" altLang="zh-CN" sz="2000" b="1" dirty="0">
                <a:latin typeface="Times New Roman" panose="02020603050405020304" pitchFamily="18" charset="0"/>
                <a:ea typeface="华文楷体" panose="02010600040101010101" pitchFamily="2" charset="-122"/>
              </a:rPr>
              <a:t>=i+1, </a:t>
            </a:r>
            <a:r>
              <a:rPr lang="en-US" altLang="zh-CN" sz="2000" b="1" dirty="0" err="1">
                <a:latin typeface="Times New Roman" panose="02020603050405020304" pitchFamily="18" charset="0"/>
                <a:ea typeface="华文楷体" panose="02010600040101010101" pitchFamily="2" charset="-122"/>
              </a:rPr>
              <a:t>i</a:t>
            </a:r>
            <a:r>
              <a:rPr lang="en-US" altLang="zh-CN" sz="2000" b="1" dirty="0">
                <a:latin typeface="Times New Roman" panose="02020603050405020304" pitchFamily="18" charset="0"/>
                <a:ea typeface="华文楷体" panose="02010600040101010101" pitchFamily="2" charset="-122"/>
              </a:rPr>
              <a:t>+=1, </a:t>
            </a:r>
            <a:r>
              <a:rPr lang="en-US" altLang="zh-CN" sz="2000" b="1" dirty="0" err="1">
                <a:latin typeface="Times New Roman" panose="02020603050405020304" pitchFamily="18" charset="0"/>
                <a:ea typeface="华文楷体" panose="02010600040101010101" pitchFamily="2" charset="-122"/>
              </a:rPr>
              <a:t>i</a:t>
            </a:r>
            <a:r>
              <a:rPr lang="en-US" altLang="zh-CN" sz="2000" b="1" dirty="0">
                <a:latin typeface="Times New Roman" panose="02020603050405020304" pitchFamily="18" charset="0"/>
                <a:ea typeface="华文楷体" panose="02010600040101010101" pitchFamily="2" charset="-122"/>
              </a:rPr>
              <a:t>++ </a:t>
            </a:r>
            <a:r>
              <a:rPr lang="zh-CN" altLang="en-US" sz="2000" b="1" dirty="0">
                <a:latin typeface="Times New Roman" panose="02020603050405020304" pitchFamily="18" charset="0"/>
                <a:ea typeface="华文楷体" panose="02010600040101010101" pitchFamily="2" charset="-122"/>
              </a:rPr>
              <a:t>或</a:t>
            </a:r>
            <a:r>
              <a:rPr lang="en-US" altLang="zh-CN" sz="2000" b="1" dirty="0">
                <a:latin typeface="Times New Roman" panose="02020603050405020304" pitchFamily="18" charset="0"/>
                <a:ea typeface="华文楷体" panose="02010600040101010101" pitchFamily="2" charset="-122"/>
              </a:rPr>
              <a:t>++</a:t>
            </a:r>
            <a:r>
              <a:rPr lang="en-US" altLang="zh-CN" sz="2000" b="1" dirty="0" err="1">
                <a:latin typeface="Times New Roman" panose="02020603050405020304" pitchFamily="18" charset="0"/>
                <a:ea typeface="华文楷体" panose="02010600040101010101" pitchFamily="2" charset="-122"/>
              </a:rPr>
              <a:t>i</a:t>
            </a:r>
            <a:r>
              <a:rPr lang="en-US" altLang="zh-CN" sz="2000" b="1" dirty="0">
                <a:latin typeface="Times New Roman" panose="02020603050405020304" pitchFamily="18" charset="0"/>
                <a:ea typeface="华文楷体" panose="02010600040101010101" pitchFamily="2" charset="-122"/>
              </a:rPr>
              <a:t>, </a:t>
            </a:r>
            <a:r>
              <a:rPr lang="zh-CN" altLang="en-US" sz="2000" b="1" dirty="0">
                <a:latin typeface="Times New Roman" panose="02020603050405020304" pitchFamily="18" charset="0"/>
                <a:ea typeface="华文楷体" panose="02010600040101010101" pitchFamily="2" charset="-122"/>
              </a:rPr>
              <a:t>而不是任何组合。</a:t>
            </a:r>
            <a:endParaRPr lang="zh-CN" altLang="en-US" sz="2000" b="1" dirty="0">
              <a:latin typeface="Times New Roman" panose="02020603050405020304" pitchFamily="18" charset="0"/>
              <a:ea typeface="华文楷体" panose="02010600040101010101" pitchFamily="2" charset="-122"/>
            </a:endParaRPr>
          </a:p>
        </p:txBody>
      </p:sp>
      <p:sp>
        <p:nvSpPr>
          <p:cNvPr id="17413" name="Line 6"/>
          <p:cNvSpPr>
            <a:spLocks noChangeShapeType="1"/>
          </p:cNvSpPr>
          <p:nvPr/>
        </p:nvSpPr>
        <p:spPr bwMode="auto">
          <a:xfrm>
            <a:off x="5435600" y="5229225"/>
            <a:ext cx="3313113" cy="0"/>
          </a:xfrm>
          <a:prstGeom prst="line">
            <a:avLst/>
          </a:prstGeom>
          <a:noFill/>
          <a:ln w="9525">
            <a:solidFill>
              <a:schemeClr val="bg1"/>
            </a:solidFill>
            <a:round/>
          </a:ln>
          <a:extLst>
            <a:ext uri="{909E8E84-426E-40DD-AFC4-6F175D3DCCD1}">
              <a14:hiddenFill xmlns:a14="http://schemas.microsoft.com/office/drawing/2010/main">
                <a:noFill/>
              </a14:hiddenFill>
            </a:ext>
          </a:extLst>
        </p:spPr>
        <p:txBody>
          <a:bodyPr lIns="0" rIns="0"/>
          <a:lstStyle/>
          <a:p>
            <a:pPr algn="l"/>
            <a:endParaRPr lang="zh-CN" altLang="en-US" b="1"/>
          </a:p>
        </p:txBody>
      </p:sp>
      <p:sp>
        <p:nvSpPr>
          <p:cNvPr id="132103" name="Rectangle 7"/>
          <p:cNvSpPr>
            <a:spLocks noChangeArrowheads="1"/>
          </p:cNvSpPr>
          <p:nvPr/>
        </p:nvSpPr>
        <p:spPr bwMode="auto">
          <a:xfrm>
            <a:off x="1042988" y="4581525"/>
            <a:ext cx="7888287" cy="2160588"/>
          </a:xfrm>
          <a:prstGeom prst="rect">
            <a:avLst/>
          </a:prstGeom>
          <a:solidFill>
            <a:srgbClr val="2F2FC5"/>
          </a:solidFill>
          <a:ln w="9525">
            <a:solidFill>
              <a:schemeClr val="tx1"/>
            </a:solidFill>
            <a:miter lim="800000"/>
          </a:ln>
        </p:spPr>
        <p:txBody>
          <a:bodyPr lIns="0" rIns="0"/>
          <a:lstStyle>
            <a:lvl1pPr marL="552450" indent="-5524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30000"/>
              </a:spcBef>
              <a:buSzPct val="80000"/>
              <a:buFont typeface="Wingdings" panose="05000000000000000000" pitchFamily="2" charset="2"/>
              <a:buAutoNum type="arabicPeriod" startAt="2"/>
            </a:pPr>
            <a:r>
              <a:rPr lang="zh-CN" altLang="en-US" sz="2000" b="1">
                <a:latin typeface="Times New Roman" panose="02020603050405020304" pitchFamily="18" charset="0"/>
                <a:ea typeface="华文楷体" panose="02010600040101010101" pitchFamily="2" charset="-122"/>
              </a:rPr>
              <a:t>如：   若</a:t>
            </a:r>
            <a:r>
              <a:rPr lang="en-US" altLang="zh-CN" sz="2000" b="1">
                <a:latin typeface="Times New Roman" panose="02020603050405020304" pitchFamily="18" charset="0"/>
                <a:ea typeface="华文楷体" panose="02010600040101010101" pitchFamily="2" charset="-122"/>
              </a:rPr>
              <a:t>i=3</a:t>
            </a:r>
            <a:r>
              <a:rPr lang="zh-CN" altLang="en-US" sz="2000" b="1">
                <a:latin typeface="Times New Roman" panose="02020603050405020304" pitchFamily="18" charset="0"/>
                <a:ea typeface="华文楷体" panose="02010600040101010101" pitchFamily="2" charset="-122"/>
              </a:rPr>
              <a:t>，则表达式（</a:t>
            </a:r>
            <a:r>
              <a:rPr lang="en-US" altLang="zh-CN" sz="2000" b="1">
                <a:latin typeface="Times New Roman" panose="02020603050405020304" pitchFamily="18" charset="0"/>
                <a:ea typeface="华文楷体" panose="02010600040101010101" pitchFamily="2" charset="-122"/>
              </a:rPr>
              <a:t>i+ +</a:t>
            </a:r>
            <a:r>
              <a:rPr lang="zh-CN" altLang="en-US" sz="2000" b="1">
                <a:latin typeface="Times New Roman" panose="02020603050405020304" pitchFamily="18" charset="0"/>
                <a:ea typeface="华文楷体" panose="02010600040101010101" pitchFamily="2" charset="-122"/>
              </a:rPr>
              <a:t>）</a:t>
            </a:r>
            <a:r>
              <a:rPr lang="en-US" altLang="zh-CN" sz="2000" b="1">
                <a:latin typeface="Times New Roman" panose="02020603050405020304" pitchFamily="18" charset="0"/>
                <a:ea typeface="华文楷体" panose="02010600040101010101" pitchFamily="2" charset="-122"/>
              </a:rPr>
              <a:t>+</a:t>
            </a:r>
            <a:r>
              <a:rPr lang="zh-CN" altLang="en-US" sz="2000" b="1">
                <a:latin typeface="Times New Roman" panose="02020603050405020304" pitchFamily="18" charset="0"/>
                <a:ea typeface="华文楷体" panose="02010600040101010101" pitchFamily="2" charset="-122"/>
              </a:rPr>
              <a:t>（</a:t>
            </a:r>
            <a:r>
              <a:rPr lang="en-US" altLang="zh-CN" sz="2000" b="1">
                <a:latin typeface="Times New Roman" panose="02020603050405020304" pitchFamily="18" charset="0"/>
                <a:ea typeface="华文楷体" panose="02010600040101010101" pitchFamily="2" charset="-122"/>
              </a:rPr>
              <a:t>i+ +</a:t>
            </a:r>
            <a:r>
              <a:rPr lang="zh-CN" altLang="en-US" sz="2000" b="1">
                <a:latin typeface="Times New Roman" panose="02020603050405020304" pitchFamily="18" charset="0"/>
                <a:ea typeface="华文楷体" panose="02010600040101010101" pitchFamily="2" charset="-122"/>
              </a:rPr>
              <a:t>）</a:t>
            </a:r>
            <a:r>
              <a:rPr lang="en-US" altLang="zh-CN" sz="2000" b="1">
                <a:latin typeface="Times New Roman" panose="02020603050405020304" pitchFamily="18" charset="0"/>
                <a:ea typeface="华文楷体" panose="02010600040101010101" pitchFamily="2" charset="-122"/>
              </a:rPr>
              <a:t>+</a:t>
            </a:r>
            <a:r>
              <a:rPr lang="zh-CN" altLang="en-US" sz="2000" b="1">
                <a:latin typeface="Times New Roman" panose="02020603050405020304" pitchFamily="18" charset="0"/>
                <a:ea typeface="华文楷体" panose="02010600040101010101" pitchFamily="2" charset="-122"/>
              </a:rPr>
              <a:t>（</a:t>
            </a:r>
            <a:r>
              <a:rPr lang="en-US" altLang="zh-CN" sz="2000" b="1">
                <a:latin typeface="Times New Roman" panose="02020603050405020304" pitchFamily="18" charset="0"/>
                <a:ea typeface="华文楷体" panose="02010600040101010101" pitchFamily="2" charset="-122"/>
              </a:rPr>
              <a:t>i+ +</a:t>
            </a:r>
            <a:r>
              <a:rPr lang="zh-CN" altLang="en-US" sz="2000" b="1">
                <a:latin typeface="Times New Roman" panose="02020603050405020304" pitchFamily="18" charset="0"/>
                <a:ea typeface="华文楷体" panose="02010600040101010101" pitchFamily="2" charset="-122"/>
              </a:rPr>
              <a:t>）的结果应为多少？ </a:t>
            </a:r>
            <a:endParaRPr lang="zh-CN" altLang="en-US" sz="2000" b="1">
              <a:latin typeface="Times New Roman" panose="02020603050405020304" pitchFamily="18" charset="0"/>
              <a:ea typeface="华文楷体" panose="02010600040101010101" pitchFamily="2" charset="-122"/>
            </a:endParaRPr>
          </a:p>
          <a:p>
            <a:pPr algn="l" eaLnBrk="1" hangingPunct="1">
              <a:spcBef>
                <a:spcPct val="30000"/>
              </a:spcBef>
              <a:buFont typeface="Wingdings" panose="05000000000000000000" pitchFamily="2" charset="2"/>
              <a:buNone/>
            </a:pPr>
            <a:r>
              <a:rPr lang="zh-CN" altLang="en-US" sz="2000" b="1">
                <a:latin typeface="Times New Roman" panose="02020603050405020304" pitchFamily="18" charset="0"/>
                <a:ea typeface="华文楷体" panose="02010600040101010101" pitchFamily="2" charset="-122"/>
              </a:rPr>
              <a:t>答：有的系统从左到右完成上述运算，即表达式结果为</a:t>
            </a:r>
            <a:r>
              <a:rPr lang="en-US" altLang="zh-CN" sz="2000" b="1">
                <a:latin typeface="Times New Roman" panose="02020603050405020304" pitchFamily="18" charset="0"/>
                <a:ea typeface="华文楷体" panose="02010600040101010101" pitchFamily="2" charset="-122"/>
              </a:rPr>
              <a:t>3+4+5=12</a:t>
            </a:r>
            <a:r>
              <a:rPr lang="zh-CN" altLang="en-US" sz="2000" b="1">
                <a:latin typeface="Times New Roman" panose="02020603050405020304" pitchFamily="18" charset="0"/>
                <a:ea typeface="华文楷体" panose="02010600040101010101" pitchFamily="2" charset="-122"/>
              </a:rPr>
              <a:t>。</a:t>
            </a:r>
            <a:endParaRPr lang="zh-CN" altLang="en-US" sz="2000" b="1">
              <a:latin typeface="Times New Roman" panose="02020603050405020304" pitchFamily="18" charset="0"/>
              <a:ea typeface="华文楷体" panose="02010600040101010101" pitchFamily="2" charset="-122"/>
            </a:endParaRPr>
          </a:p>
          <a:p>
            <a:pPr algn="l" eaLnBrk="1" hangingPunct="1">
              <a:spcBef>
                <a:spcPct val="30000"/>
              </a:spcBef>
              <a:buFont typeface="Wingdings" panose="05000000000000000000" pitchFamily="2" charset="2"/>
              <a:buNone/>
            </a:pPr>
            <a:r>
              <a:rPr lang="zh-CN" altLang="en-US" sz="2000" b="1">
                <a:latin typeface="Times New Roman" panose="02020603050405020304" pitchFamily="18" charset="0"/>
                <a:ea typeface="华文楷体" panose="02010600040101010101" pitchFamily="2" charset="-122"/>
              </a:rPr>
              <a:t>         另外一些系统（如</a:t>
            </a:r>
            <a:r>
              <a:rPr lang="en-US" altLang="zh-CN" sz="2000" b="1">
                <a:latin typeface="Times New Roman" panose="02020603050405020304" pitchFamily="18" charset="0"/>
                <a:ea typeface="华文楷体" panose="02010600040101010101" pitchFamily="2" charset="-122"/>
              </a:rPr>
              <a:t>Turbo C</a:t>
            </a:r>
            <a:r>
              <a:rPr lang="zh-CN" altLang="en-US" sz="2000" b="1">
                <a:latin typeface="Times New Roman" panose="02020603050405020304" pitchFamily="18" charset="0"/>
                <a:ea typeface="华文楷体" panose="02010600040101010101" pitchFamily="2" charset="-122"/>
              </a:rPr>
              <a:t>、</a:t>
            </a:r>
            <a:r>
              <a:rPr lang="en-US" altLang="zh-CN" sz="2000" b="1">
                <a:latin typeface="Times New Roman" panose="02020603050405020304" pitchFamily="18" charset="0"/>
                <a:ea typeface="华文楷体" panose="02010600040101010101" pitchFamily="2" charset="-122"/>
              </a:rPr>
              <a:t>MS C)</a:t>
            </a:r>
            <a:r>
              <a:rPr lang="zh-CN" altLang="en-US" sz="2000" b="1">
                <a:latin typeface="Times New Roman" panose="02020603050405020304" pitchFamily="18" charset="0"/>
                <a:ea typeface="华文楷体" panose="02010600040101010101" pitchFamily="2" charset="-122"/>
              </a:rPr>
              <a:t>则先计算表达式的值，再自加</a:t>
            </a:r>
            <a:r>
              <a:rPr lang="en-US" altLang="zh-CN" sz="2000" b="1">
                <a:latin typeface="Times New Roman" panose="02020603050405020304" pitchFamily="18" charset="0"/>
                <a:ea typeface="华文楷体" panose="02010600040101010101" pitchFamily="2" charset="-122"/>
              </a:rPr>
              <a:t>3</a:t>
            </a:r>
            <a:r>
              <a:rPr lang="zh-CN" altLang="en-US" sz="2000" b="1">
                <a:latin typeface="Times New Roman" panose="02020603050405020304" pitchFamily="18" charset="0"/>
                <a:ea typeface="华文楷体" panose="02010600040101010101" pitchFamily="2" charset="-122"/>
              </a:rPr>
              <a:t>次</a:t>
            </a:r>
            <a:r>
              <a:rPr lang="en-US" altLang="zh-CN" sz="2000" b="1">
                <a:latin typeface="Times New Roman" panose="02020603050405020304" pitchFamily="18" charset="0"/>
                <a:ea typeface="华文楷体" panose="02010600040101010101" pitchFamily="2" charset="-122"/>
              </a:rPr>
              <a:t>i</a:t>
            </a:r>
            <a:r>
              <a:rPr lang="zh-CN" altLang="en-US" sz="2000" b="1">
                <a:latin typeface="Times New Roman" panose="02020603050405020304" pitchFamily="18" charset="0"/>
                <a:ea typeface="华文楷体" panose="02010600040101010101" pitchFamily="2" charset="-122"/>
              </a:rPr>
              <a:t>，即表达式结果为</a:t>
            </a:r>
            <a:r>
              <a:rPr lang="en-US" altLang="zh-CN" sz="2000" b="1">
                <a:latin typeface="Times New Roman" panose="02020603050405020304" pitchFamily="18" charset="0"/>
                <a:ea typeface="华文楷体" panose="02010600040101010101" pitchFamily="2" charset="-122"/>
              </a:rPr>
              <a:t>3+3+3=9</a:t>
            </a:r>
            <a:r>
              <a:rPr lang="zh-CN" altLang="en-US" sz="2000" b="1">
                <a:latin typeface="Times New Roman" panose="02020603050405020304" pitchFamily="18" charset="0"/>
                <a:ea typeface="华文楷体" panose="02010600040101010101" pitchFamily="2" charset="-122"/>
              </a:rPr>
              <a:t>。</a:t>
            </a:r>
            <a:endParaRPr lang="zh-CN" altLang="en-US" sz="2000" b="1">
              <a:latin typeface="Times New Roman" panose="02020603050405020304" pitchFamily="18" charset="0"/>
              <a:ea typeface="华文楷体" panose="02010600040101010101" pitchFamily="2" charset="-122"/>
            </a:endParaRPr>
          </a:p>
          <a:p>
            <a:pPr algn="l" eaLnBrk="1" hangingPunct="1">
              <a:spcBef>
                <a:spcPct val="30000"/>
              </a:spcBef>
              <a:buFont typeface="Wingdings" panose="05000000000000000000" pitchFamily="2" charset="2"/>
              <a:buNone/>
            </a:pPr>
            <a:r>
              <a:rPr lang="zh-CN" altLang="en-US" sz="2000" b="1">
                <a:latin typeface="Times New Roman" panose="02020603050405020304" pitchFamily="18" charset="0"/>
                <a:ea typeface="华文楷体" panose="02010600040101010101" pitchFamily="2" charset="-122"/>
              </a:rPr>
              <a:t>         请使用类似   </a:t>
            </a:r>
            <a:r>
              <a:rPr lang="en-US" altLang="zh-CN" sz="2000" b="1">
                <a:latin typeface="Times New Roman" panose="02020603050405020304" pitchFamily="18" charset="0"/>
                <a:ea typeface="华文楷体" panose="02010600040101010101" pitchFamily="2" charset="-122"/>
              </a:rPr>
              <a:t>i+(i+1)+(i+2)  </a:t>
            </a:r>
            <a:r>
              <a:rPr lang="zh-CN" altLang="en-US" sz="2000" b="1">
                <a:latin typeface="Times New Roman" panose="02020603050405020304" pitchFamily="18" charset="0"/>
                <a:ea typeface="华文楷体" panose="02010600040101010101" pitchFamily="2" charset="-122"/>
              </a:rPr>
              <a:t>这样的表达式</a:t>
            </a:r>
            <a:endParaRPr lang="zh-CN" altLang="en-US" sz="2000" b="1">
              <a:latin typeface="Times New Roman" panose="02020603050405020304" pitchFamily="18" charset="0"/>
              <a:ea typeface="华文楷体" panose="02010600040101010101" pitchFamily="2" charset="-122"/>
            </a:endParaRPr>
          </a:p>
        </p:txBody>
      </p:sp>
      <p:sp>
        <p:nvSpPr>
          <p:cNvPr id="17415" name="Text Box 8"/>
          <p:cNvSpPr txBox="1">
            <a:spLocks noChangeArrowheads="1"/>
          </p:cNvSpPr>
          <p:nvPr/>
        </p:nvSpPr>
        <p:spPr bwMode="auto">
          <a:xfrm>
            <a:off x="107950" y="2133600"/>
            <a:ext cx="504825" cy="393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spcBef>
                <a:spcPct val="50000"/>
              </a:spcBef>
              <a:buSzPct val="75000"/>
              <a:buFont typeface="Wingdings" panose="05000000000000000000" pitchFamily="2" charset="2"/>
              <a:buNone/>
            </a:pPr>
            <a:r>
              <a:rPr lang="zh-CN" altLang="en-US" sz="2800" b="1" i="1">
                <a:solidFill>
                  <a:srgbClr val="FFFF00"/>
                </a:solidFill>
                <a:latin typeface="Times New Roman" panose="02020603050405020304" pitchFamily="18" charset="0"/>
                <a:ea typeface="华文楷体" panose="02010600040101010101" pitchFamily="2" charset="-122"/>
              </a:rPr>
              <a:t>增加或减少一个单位</a:t>
            </a:r>
            <a:endParaRPr lang="zh-CN" altLang="en-US" sz="2800" b="1" i="1">
              <a:solidFill>
                <a:srgbClr val="FFFF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32100">
                                            <p:txEl>
                                              <p:pRg st="0" end="0"/>
                                            </p:txEl>
                                          </p:spTgt>
                                        </p:tgtEl>
                                        <p:attrNameLst>
                                          <p:attrName>style.visibility</p:attrName>
                                        </p:attrNameLst>
                                      </p:cBhvr>
                                      <p:to>
                                        <p:strVal val="visible"/>
                                      </p:to>
                                    </p:set>
                                    <p:anim calcmode="lin" valueType="num">
                                      <p:cBhvr additive="base">
                                        <p:cTn id="7" dur="500" fill="hold"/>
                                        <p:tgtEl>
                                          <p:spTgt spid="13210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3210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32100">
                                            <p:txEl>
                                              <p:pRg st="1" end="1"/>
                                            </p:txEl>
                                          </p:spTgt>
                                        </p:tgtEl>
                                        <p:attrNameLst>
                                          <p:attrName>style.visibility</p:attrName>
                                        </p:attrNameLst>
                                      </p:cBhvr>
                                      <p:to>
                                        <p:strVal val="visible"/>
                                      </p:to>
                                    </p:set>
                                    <p:anim calcmode="lin" valueType="num">
                                      <p:cBhvr additive="base">
                                        <p:cTn id="13" dur="500" fill="hold"/>
                                        <p:tgtEl>
                                          <p:spTgt spid="132100">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32100">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2" fill="hold" nodeType="withEffect">
                                  <p:stCondLst>
                                    <p:cond delay="0"/>
                                  </p:stCondLst>
                                  <p:childTnLst>
                                    <p:set>
                                      <p:cBhvr>
                                        <p:cTn id="16" dur="1" fill="hold">
                                          <p:stCondLst>
                                            <p:cond delay="0"/>
                                          </p:stCondLst>
                                        </p:cTn>
                                        <p:tgtEl>
                                          <p:spTgt spid="132100">
                                            <p:txEl>
                                              <p:pRg st="2" end="2"/>
                                            </p:txEl>
                                          </p:spTgt>
                                        </p:tgtEl>
                                        <p:attrNameLst>
                                          <p:attrName>style.visibility</p:attrName>
                                        </p:attrNameLst>
                                      </p:cBhvr>
                                      <p:to>
                                        <p:strVal val="visible"/>
                                      </p:to>
                                    </p:set>
                                    <p:anim calcmode="lin" valueType="num">
                                      <p:cBhvr additive="base">
                                        <p:cTn id="17" dur="500" fill="hold"/>
                                        <p:tgtEl>
                                          <p:spTgt spid="132100">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3210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132103">
                                            <p:txEl>
                                              <p:pRg st="0" end="0"/>
                                            </p:txEl>
                                          </p:spTgt>
                                        </p:tgtEl>
                                        <p:attrNameLst>
                                          <p:attrName>style.visibility</p:attrName>
                                        </p:attrNameLst>
                                      </p:cBhvr>
                                      <p:to>
                                        <p:strVal val="visible"/>
                                      </p:to>
                                    </p:set>
                                    <p:anim calcmode="lin" valueType="num">
                                      <p:cBhvr additive="base">
                                        <p:cTn id="23" dur="500" fill="hold"/>
                                        <p:tgtEl>
                                          <p:spTgt spid="132103">
                                            <p:txEl>
                                              <p:pRg st="0" end="0"/>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321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childTnLst>
                                    <p:set>
                                      <p:cBhvr>
                                        <p:cTn id="28" dur="1" fill="hold">
                                          <p:stCondLst>
                                            <p:cond delay="0"/>
                                          </p:stCondLst>
                                        </p:cTn>
                                        <p:tgtEl>
                                          <p:spTgt spid="132103">
                                            <p:txEl>
                                              <p:pRg st="1" end="1"/>
                                            </p:txEl>
                                          </p:spTgt>
                                        </p:tgtEl>
                                        <p:attrNameLst>
                                          <p:attrName>style.visibility</p:attrName>
                                        </p:attrNameLst>
                                      </p:cBhvr>
                                      <p:to>
                                        <p:strVal val="visible"/>
                                      </p:to>
                                    </p:set>
                                    <p:anim calcmode="lin" valueType="num">
                                      <p:cBhvr additive="base">
                                        <p:cTn id="29" dur="500" fill="hold"/>
                                        <p:tgtEl>
                                          <p:spTgt spid="132103">
                                            <p:txEl>
                                              <p:pRg st="1" end="1"/>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32103">
                                            <p:txEl>
                                              <p:pRg st="1" end="1"/>
                                            </p:txEl>
                                          </p:spTgt>
                                        </p:tgtEl>
                                        <p:attrNameLst>
                                          <p:attrName>ppt_y</p:attrName>
                                        </p:attrNameLst>
                                      </p:cBhvr>
                                      <p:tavLst>
                                        <p:tav tm="0">
                                          <p:val>
                                            <p:strVal val="#ppt_y"/>
                                          </p:val>
                                        </p:tav>
                                        <p:tav tm="100000">
                                          <p:val>
                                            <p:strVal val="#ppt_y"/>
                                          </p:val>
                                        </p:tav>
                                      </p:tavLst>
                                    </p:anim>
                                  </p:childTnLst>
                                </p:cTn>
                              </p:par>
                              <p:par>
                                <p:cTn id="31" presetID="2" presetClass="entr" presetSubtype="2" fill="hold" nodeType="withEffect">
                                  <p:stCondLst>
                                    <p:cond delay="0"/>
                                  </p:stCondLst>
                                  <p:childTnLst>
                                    <p:set>
                                      <p:cBhvr>
                                        <p:cTn id="32" dur="1" fill="hold">
                                          <p:stCondLst>
                                            <p:cond delay="0"/>
                                          </p:stCondLst>
                                        </p:cTn>
                                        <p:tgtEl>
                                          <p:spTgt spid="132103">
                                            <p:txEl>
                                              <p:pRg st="2" end="2"/>
                                            </p:txEl>
                                          </p:spTgt>
                                        </p:tgtEl>
                                        <p:attrNameLst>
                                          <p:attrName>style.visibility</p:attrName>
                                        </p:attrNameLst>
                                      </p:cBhvr>
                                      <p:to>
                                        <p:strVal val="visible"/>
                                      </p:to>
                                    </p:set>
                                    <p:anim calcmode="lin" valueType="num">
                                      <p:cBhvr additive="base">
                                        <p:cTn id="33" dur="500" fill="hold"/>
                                        <p:tgtEl>
                                          <p:spTgt spid="132103">
                                            <p:txEl>
                                              <p:pRg st="2" end="2"/>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132103">
                                            <p:txEl>
                                              <p:pRg st="2" end="2"/>
                                            </p:txEl>
                                          </p:spTgt>
                                        </p:tgtEl>
                                        <p:attrNameLst>
                                          <p:attrName>ppt_y</p:attrName>
                                        </p:attrNameLst>
                                      </p:cBhvr>
                                      <p:tavLst>
                                        <p:tav tm="0">
                                          <p:val>
                                            <p:strVal val="#ppt_y"/>
                                          </p:val>
                                        </p:tav>
                                        <p:tav tm="100000">
                                          <p:val>
                                            <p:strVal val="#ppt_y"/>
                                          </p:val>
                                        </p:tav>
                                      </p:tavLst>
                                    </p:anim>
                                  </p:childTnLst>
                                </p:cTn>
                              </p:par>
                              <p:par>
                                <p:cTn id="35" presetID="2" presetClass="entr" presetSubtype="2" fill="hold" nodeType="withEffect">
                                  <p:stCondLst>
                                    <p:cond delay="0"/>
                                  </p:stCondLst>
                                  <p:childTnLst>
                                    <p:set>
                                      <p:cBhvr>
                                        <p:cTn id="36" dur="1" fill="hold">
                                          <p:stCondLst>
                                            <p:cond delay="0"/>
                                          </p:stCondLst>
                                        </p:cTn>
                                        <p:tgtEl>
                                          <p:spTgt spid="132103">
                                            <p:txEl>
                                              <p:pRg st="3" end="3"/>
                                            </p:txEl>
                                          </p:spTgt>
                                        </p:tgtEl>
                                        <p:attrNameLst>
                                          <p:attrName>style.visibility</p:attrName>
                                        </p:attrNameLst>
                                      </p:cBhvr>
                                      <p:to>
                                        <p:strVal val="visible"/>
                                      </p:to>
                                    </p:set>
                                    <p:anim calcmode="lin" valueType="num">
                                      <p:cBhvr additive="base">
                                        <p:cTn id="37" dur="500" fill="hold"/>
                                        <p:tgtEl>
                                          <p:spTgt spid="132103">
                                            <p:txEl>
                                              <p:pRg st="3" end="3"/>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3210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algn="ctr" eaLnBrk="1" hangingPunct="1"/>
            <a:r>
              <a:rPr lang="en-US" altLang="zh-CN" sz="4000" b="1" dirty="0" smtClean="0">
                <a:ea typeface="隶书" panose="02010509060101010101" pitchFamily="49" charset="-122"/>
              </a:rPr>
              <a:t>2.2.6</a:t>
            </a:r>
            <a:r>
              <a:rPr lang="zh-CN" altLang="en-US" sz="4000" b="1" dirty="0" smtClean="0">
                <a:ea typeface="隶书" panose="02010509060101010101" pitchFamily="49" charset="-122"/>
              </a:rPr>
              <a:t>、</a:t>
            </a:r>
            <a:r>
              <a:rPr lang="zh-CN" altLang="en-US" sz="4000" b="1" dirty="0">
                <a:ea typeface="隶书" panose="02010509060101010101" pitchFamily="49" charset="-122"/>
              </a:rPr>
              <a:t>运算符和表达式</a:t>
            </a:r>
            <a:r>
              <a:rPr lang="zh-CN" altLang="en-US" sz="4000" b="1" dirty="0" smtClean="0">
                <a:ea typeface="隶书" panose="02010509060101010101" pitchFamily="49" charset="-122"/>
              </a:rPr>
              <a:t>：</a:t>
            </a:r>
            <a:br>
              <a:rPr lang="en-US" altLang="zh-CN" sz="4000" b="1" dirty="0" smtClean="0">
                <a:ea typeface="隶书" panose="02010509060101010101" pitchFamily="49" charset="-122"/>
              </a:rPr>
            </a:br>
            <a:r>
              <a:rPr lang="zh-CN" altLang="en-US" sz="4000" b="1" dirty="0" smtClean="0">
                <a:latin typeface="Times New Roman" panose="02020603050405020304" pitchFamily="18" charset="0"/>
                <a:ea typeface="隶书" panose="02010509060101010101" pitchFamily="49" charset="-122"/>
              </a:rPr>
              <a:t>赋值运算符</a:t>
            </a:r>
            <a:endParaRPr lang="zh-CN" altLang="en-US" sz="4000" b="1" dirty="0" smtClean="0">
              <a:latin typeface="Times New Roman" panose="02020603050405020304" pitchFamily="18" charset="0"/>
              <a:ea typeface="隶书" panose="02010509060101010101" pitchFamily="49" charset="-122"/>
            </a:endParaRPr>
          </a:p>
        </p:txBody>
      </p:sp>
      <p:sp>
        <p:nvSpPr>
          <p:cNvPr id="19459"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19460" name="Rectangle 4"/>
          <p:cNvSpPr>
            <a:spLocks noChangeArrowheads="1"/>
          </p:cNvSpPr>
          <p:nvPr/>
        </p:nvSpPr>
        <p:spPr bwMode="auto">
          <a:xfrm>
            <a:off x="1042988" y="1700213"/>
            <a:ext cx="7888287" cy="504825"/>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ctr" eaLnBrk="1" hangingPunct="1">
              <a:buClr>
                <a:srgbClr val="000099"/>
              </a:buClr>
              <a:buFont typeface="Wingdings" panose="05000000000000000000" pitchFamily="2" charset="2"/>
              <a:buNone/>
            </a:pPr>
            <a:r>
              <a:rPr lang="zh-CN" altLang="en-US" sz="2800" b="1">
                <a:solidFill>
                  <a:srgbClr val="FFFF00"/>
                </a:solidFill>
                <a:latin typeface="Times New Roman" panose="02020603050405020304" pitchFamily="18" charset="0"/>
                <a:ea typeface="华文楷体" panose="02010600040101010101" pitchFamily="2" charset="-122"/>
              </a:rPr>
              <a:t>对象名称</a:t>
            </a:r>
            <a:r>
              <a:rPr lang="en-US" altLang="zh-CN" sz="2800" b="1">
                <a:solidFill>
                  <a:srgbClr val="FFFF00"/>
                </a:solidFill>
                <a:latin typeface="Times New Roman" panose="02020603050405020304" pitchFamily="18" charset="0"/>
                <a:ea typeface="华文楷体" panose="02010600040101010101" pitchFamily="2" charset="-122"/>
              </a:rPr>
              <a:t>=</a:t>
            </a:r>
            <a:r>
              <a:rPr lang="zh-CN" altLang="en-US" sz="2800" b="1">
                <a:solidFill>
                  <a:srgbClr val="FFFF00"/>
                </a:solidFill>
                <a:latin typeface="Times New Roman" panose="02020603050405020304" pitchFamily="18" charset="0"/>
                <a:ea typeface="华文楷体" panose="02010600040101010101" pitchFamily="2" charset="-122"/>
              </a:rPr>
              <a:t>表达式</a:t>
            </a:r>
            <a:endParaRPr lang="zh-CN" altLang="en-US" sz="2800" b="1">
              <a:solidFill>
                <a:srgbClr val="FFFF00"/>
              </a:solidFill>
              <a:latin typeface="Times New Roman" panose="02020603050405020304" pitchFamily="18" charset="0"/>
              <a:ea typeface="华文楷体" panose="02010600040101010101" pitchFamily="2" charset="-122"/>
            </a:endParaRPr>
          </a:p>
        </p:txBody>
      </p:sp>
      <p:sp>
        <p:nvSpPr>
          <p:cNvPr id="19461"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61446" name="Rectangle 6"/>
          <p:cNvSpPr>
            <a:spLocks noChangeArrowheads="1"/>
          </p:cNvSpPr>
          <p:nvPr/>
        </p:nvSpPr>
        <p:spPr bwMode="auto">
          <a:xfrm>
            <a:off x="1042988" y="2420938"/>
            <a:ext cx="7888287" cy="792162"/>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Clr>
                <a:srgbClr val="000099"/>
              </a:buClr>
              <a:buNone/>
            </a:pPr>
            <a:r>
              <a:rPr lang="zh-CN" altLang="en-US" sz="2400" b="1" dirty="0">
                <a:solidFill>
                  <a:srgbClr val="FFFF00"/>
                </a:solidFill>
                <a:latin typeface="Times New Roman" panose="02020603050405020304" pitchFamily="18" charset="0"/>
                <a:ea typeface="华文楷体" panose="02010600040101010101" pitchFamily="2" charset="-122"/>
              </a:rPr>
              <a:t>对象名称：</a:t>
            </a:r>
            <a:r>
              <a:rPr lang="zh-CN" altLang="en-US" sz="2400" b="1" dirty="0">
                <a:latin typeface="Times New Roman" panose="02020603050405020304" pitchFamily="18" charset="0"/>
                <a:ea typeface="华文楷体" panose="02010600040101010101" pitchFamily="2" charset="-122"/>
              </a:rPr>
              <a:t>变量或指针，赋值目标，要求有左值（可放在赋值运算符的左边</a:t>
            </a:r>
            <a:r>
              <a:rPr lang="zh-CN" altLang="en-US" sz="2400" b="1" dirty="0">
                <a:latin typeface="华文彩云" panose="02010800040101010101" pitchFamily="2" charset="-122"/>
                <a:ea typeface="华文彩云" panose="02010800040101010101" pitchFamily="2" charset="-122"/>
              </a:rPr>
              <a:t>→</a:t>
            </a:r>
            <a:r>
              <a:rPr lang="zh-CN" altLang="en-US" sz="2400" b="1" dirty="0">
                <a:latin typeface="Times New Roman" panose="02020603050405020304" pitchFamily="18" charset="0"/>
                <a:ea typeface="华文楷体" panose="02010600040101010101" pitchFamily="2" charset="-122"/>
              </a:rPr>
              <a:t>有用户访问的存储空间）。</a:t>
            </a:r>
            <a:endParaRPr lang="zh-CN" altLang="en-US" sz="2400" b="1" dirty="0">
              <a:latin typeface="Times New Roman" panose="02020603050405020304" pitchFamily="18" charset="0"/>
              <a:ea typeface="华文楷体" panose="02010600040101010101" pitchFamily="2" charset="-122"/>
            </a:endParaRPr>
          </a:p>
        </p:txBody>
      </p:sp>
      <p:sp>
        <p:nvSpPr>
          <p:cNvPr id="61447" name="Rectangle 7"/>
          <p:cNvSpPr>
            <a:spLocks noChangeArrowheads="1"/>
          </p:cNvSpPr>
          <p:nvPr/>
        </p:nvSpPr>
        <p:spPr bwMode="auto">
          <a:xfrm>
            <a:off x="1042988" y="3357563"/>
            <a:ext cx="7888287" cy="1584325"/>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15000"/>
              </a:spcBef>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rPr>
              <a:t> int a, b, c;		 /*</a:t>
            </a:r>
            <a:r>
              <a:rPr lang="zh-CN" altLang="en-US" sz="2000" b="1">
                <a:latin typeface="Times New Roman" panose="02020603050405020304" pitchFamily="18" charset="0"/>
                <a:ea typeface="华文楷体" panose="02010600040101010101" pitchFamily="2" charset="-122"/>
              </a:rPr>
              <a:t>说明</a:t>
            </a:r>
            <a:r>
              <a:rPr lang="en-US" altLang="zh-CN" sz="2000" b="1">
                <a:latin typeface="Times New Roman" panose="02020603050405020304" pitchFamily="18" charset="0"/>
                <a:ea typeface="华文楷体" panose="02010600040101010101" pitchFamily="2" charset="-122"/>
              </a:rPr>
              <a:t>a, b , c</a:t>
            </a:r>
            <a:r>
              <a:rPr lang="zh-CN" altLang="en-US" sz="2000" b="1">
                <a:latin typeface="Times New Roman" panose="02020603050405020304" pitchFamily="18" charset="0"/>
                <a:ea typeface="华文楷体" panose="02010600040101010101" pitchFamily="2" charset="-122"/>
              </a:rPr>
              <a:t>为整型变量*</a:t>
            </a:r>
            <a:r>
              <a:rPr lang="en-US" altLang="zh-CN" sz="2000" b="1">
                <a:latin typeface="Times New Roman" panose="02020603050405020304" pitchFamily="18" charset="0"/>
                <a:ea typeface="华文楷体" panose="02010600040101010101" pitchFamily="2" charset="-122"/>
              </a:rPr>
              <a:t>/</a:t>
            </a:r>
            <a:br>
              <a:rPr lang="en-US" altLang="zh-CN" sz="2000" b="1">
                <a:latin typeface="Times New Roman" panose="02020603050405020304" pitchFamily="18" charset="0"/>
                <a:ea typeface="华文楷体" panose="02010600040101010101" pitchFamily="2" charset="-122"/>
              </a:rPr>
            </a:br>
            <a:r>
              <a:rPr lang="en-US" altLang="zh-CN" sz="2000" b="1">
                <a:latin typeface="Times New Roman" panose="02020603050405020304" pitchFamily="18" charset="0"/>
                <a:ea typeface="华文楷体" panose="02010600040101010101" pitchFamily="2" charset="-122"/>
              </a:rPr>
              <a:t> a=12;</a:t>
            </a:r>
            <a:endParaRPr lang="en-US" altLang="zh-CN" sz="2000" b="1">
              <a:latin typeface="Times New Roman" panose="02020603050405020304" pitchFamily="18" charset="0"/>
              <a:ea typeface="华文楷体" panose="02010600040101010101" pitchFamily="2" charset="-122"/>
            </a:endParaRPr>
          </a:p>
          <a:p>
            <a:pPr algn="l" eaLnBrk="1" hangingPunct="1">
              <a:spcBef>
                <a:spcPct val="15000"/>
              </a:spcBef>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rPr>
              <a:t> b=c=a; 		               /*</a:t>
            </a:r>
            <a:r>
              <a:rPr lang="zh-CN" altLang="en-US" sz="2000" b="1">
                <a:latin typeface="Times New Roman" panose="02020603050405020304" pitchFamily="18" charset="0"/>
                <a:ea typeface="华文楷体" panose="02010600040101010101" pitchFamily="2" charset="-122"/>
              </a:rPr>
              <a:t>多重赋值*</a:t>
            </a:r>
            <a:r>
              <a:rPr lang="en-US" altLang="zh-CN" sz="2000" b="1">
                <a:latin typeface="Times New Roman" panose="02020603050405020304" pitchFamily="18" charset="0"/>
                <a:ea typeface="华文楷体" panose="02010600040101010101" pitchFamily="2" charset="-122"/>
              </a:rPr>
              <a:t>/</a:t>
            </a:r>
            <a:endParaRPr lang="en-US" altLang="zh-CN" sz="2000" b="1">
              <a:latin typeface="Times New Roman" panose="02020603050405020304" pitchFamily="18" charset="0"/>
              <a:ea typeface="华文楷体" panose="02010600040101010101" pitchFamily="2" charset="-122"/>
            </a:endParaRPr>
          </a:p>
          <a:p>
            <a:pPr algn="l" eaLnBrk="1" hangingPunct="1">
              <a:spcBef>
                <a:spcPct val="15000"/>
              </a:spcBef>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rPr>
              <a:t> a+=a-=a*a</a:t>
            </a:r>
            <a:r>
              <a:rPr lang="zh-CN" altLang="en-US" sz="2000" b="1">
                <a:latin typeface="Times New Roman" panose="02020603050405020304" pitchFamily="18" charset="0"/>
                <a:ea typeface="华文楷体" panose="02010600040101010101" pitchFamily="2" charset="-122"/>
              </a:rPr>
              <a:t>；                     </a:t>
            </a:r>
            <a:r>
              <a:rPr lang="en-US" altLang="zh-CN" sz="2000" b="1">
                <a:latin typeface="Times New Roman" panose="02020603050405020304" pitchFamily="18" charset="0"/>
                <a:ea typeface="华文楷体" panose="02010600040101010101" pitchFamily="2" charset="-122"/>
              </a:rPr>
              <a:t>/*</a:t>
            </a:r>
            <a:r>
              <a:rPr lang="zh-CN" altLang="en-US" sz="2000" b="1">
                <a:latin typeface="Times New Roman" panose="02020603050405020304" pitchFamily="18" charset="0"/>
                <a:ea typeface="华文楷体" panose="02010600040101010101" pitchFamily="2" charset="-122"/>
              </a:rPr>
              <a:t>表达式的结果是多少</a:t>
            </a:r>
            <a:r>
              <a:rPr lang="zh-CN" altLang="en-US" sz="2800" b="1">
                <a:latin typeface="Times New Roman" panose="02020603050405020304" pitchFamily="18" charset="0"/>
                <a:ea typeface="华文楷体" panose="02010600040101010101" pitchFamily="2" charset="-122"/>
              </a:rPr>
              <a:t>？</a:t>
            </a:r>
            <a:r>
              <a:rPr lang="zh-CN" altLang="en-US" sz="2000" b="1">
                <a:latin typeface="Times New Roman" panose="02020603050405020304" pitchFamily="18" charset="0"/>
                <a:ea typeface="华文楷体" panose="02010600040101010101" pitchFamily="2" charset="-122"/>
              </a:rPr>
              <a:t>*</a:t>
            </a:r>
            <a:r>
              <a:rPr lang="en-US" altLang="zh-CN" sz="2000" b="1">
                <a:latin typeface="Times New Roman" panose="02020603050405020304" pitchFamily="18" charset="0"/>
                <a:ea typeface="华文楷体" panose="02010600040101010101" pitchFamily="2" charset="-122"/>
              </a:rPr>
              <a:t>/</a:t>
            </a:r>
            <a:endParaRPr lang="en-US" altLang="zh-CN" sz="2000" b="1">
              <a:latin typeface="Times New Roman" panose="02020603050405020304" pitchFamily="18" charset="0"/>
              <a:ea typeface="华文楷体" panose="02010600040101010101" pitchFamily="2" charset="-122"/>
            </a:endParaRPr>
          </a:p>
          <a:p>
            <a:pPr algn="l" eaLnBrk="1" hangingPunct="1">
              <a:spcBef>
                <a:spcPct val="15000"/>
              </a:spcBef>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rPr>
              <a:t>  </a:t>
            </a:r>
            <a:br>
              <a:rPr lang="en-US" altLang="zh-CN" sz="2000" b="1">
                <a:latin typeface="Times New Roman" panose="02020603050405020304" pitchFamily="18" charset="0"/>
                <a:ea typeface="华文楷体" panose="02010600040101010101" pitchFamily="2" charset="-122"/>
              </a:rPr>
            </a:br>
            <a:endParaRPr lang="en-US" altLang="zh-CN" sz="2000" b="1">
              <a:latin typeface="Times New Roman" panose="02020603050405020304" pitchFamily="18" charset="0"/>
              <a:ea typeface="华文楷体" panose="02010600040101010101" pitchFamily="2" charset="-122"/>
            </a:endParaRPr>
          </a:p>
        </p:txBody>
      </p:sp>
      <p:sp>
        <p:nvSpPr>
          <p:cNvPr id="61449" name="Rectangle 9"/>
          <p:cNvSpPr>
            <a:spLocks noChangeArrowheads="1"/>
          </p:cNvSpPr>
          <p:nvPr/>
        </p:nvSpPr>
        <p:spPr bwMode="auto">
          <a:xfrm>
            <a:off x="1042988" y="5084763"/>
            <a:ext cx="7888287" cy="1368425"/>
          </a:xfrm>
          <a:prstGeom prst="rect">
            <a:avLst/>
          </a:prstGeom>
          <a:solidFill>
            <a:srgbClr val="2F2FC5"/>
          </a:solidFill>
          <a:ln w="9525">
            <a:solidFill>
              <a:srgbClr val="008080"/>
            </a:solidFill>
            <a:miter lim="800000"/>
          </a:ln>
        </p:spPr>
        <p:txBody>
          <a:bodyPr lIns="0" r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a:t>
            </a:r>
            <a:r>
              <a:rPr lang="en-US" altLang="zh-CN" sz="2000" b="1" dirty="0" err="1">
                <a:latin typeface="Times New Roman" panose="02020603050405020304" pitchFamily="18" charset="0"/>
                <a:ea typeface="华文楷体" panose="02010600040101010101" pitchFamily="2" charset="-122"/>
              </a:rPr>
              <a:t>int</a:t>
            </a:r>
            <a:r>
              <a:rPr lang="en-US" altLang="zh-CN" sz="2000" b="1" dirty="0">
                <a:latin typeface="Times New Roman" panose="02020603050405020304" pitchFamily="18" charset="0"/>
                <a:ea typeface="华文楷体" panose="02010600040101010101" pitchFamily="2" charset="-122"/>
              </a:rPr>
              <a:t> a, b, c;		 /*</a:t>
            </a:r>
            <a:r>
              <a:rPr lang="zh-CN" altLang="en-US" sz="2000" b="1" dirty="0">
                <a:latin typeface="Times New Roman" panose="02020603050405020304" pitchFamily="18" charset="0"/>
                <a:ea typeface="华文楷体" panose="02010600040101010101" pitchFamily="2" charset="-122"/>
              </a:rPr>
              <a:t>说明</a:t>
            </a:r>
            <a:r>
              <a:rPr lang="en-US" altLang="zh-CN" sz="2000" b="1" dirty="0">
                <a:latin typeface="Times New Roman" panose="02020603050405020304" pitchFamily="18" charset="0"/>
                <a:ea typeface="华文楷体" panose="02010600040101010101" pitchFamily="2" charset="-122"/>
              </a:rPr>
              <a:t>a, b , c</a:t>
            </a:r>
            <a:r>
              <a:rPr lang="zh-CN" altLang="en-US" sz="2000" b="1" dirty="0">
                <a:latin typeface="Times New Roman" panose="02020603050405020304" pitchFamily="18" charset="0"/>
                <a:ea typeface="华文楷体" panose="02010600040101010101" pitchFamily="2" charset="-122"/>
              </a:rPr>
              <a:t>为整型变量*</a:t>
            </a:r>
            <a:r>
              <a:rPr lang="en-US" altLang="zh-CN" sz="2000" b="1" dirty="0">
                <a:latin typeface="Times New Roman" panose="02020603050405020304" pitchFamily="18" charset="0"/>
                <a:ea typeface="华文楷体" panose="02010600040101010101" pitchFamily="2" charset="-122"/>
              </a:rPr>
              <a:t>/</a:t>
            </a:r>
            <a:br>
              <a:rPr lang="en-US" altLang="zh-CN" sz="2000" b="1" dirty="0">
                <a:latin typeface="Times New Roman" panose="02020603050405020304" pitchFamily="18" charset="0"/>
                <a:ea typeface="华文楷体" panose="02010600040101010101" pitchFamily="2" charset="-122"/>
              </a:rPr>
            </a:br>
            <a:r>
              <a:rPr lang="en-US" altLang="zh-CN" sz="2000" b="1" dirty="0">
                <a:latin typeface="Times New Roman" panose="02020603050405020304" pitchFamily="18" charset="0"/>
                <a:ea typeface="华文楷体" panose="02010600040101010101" pitchFamily="2" charset="-122"/>
              </a:rPr>
              <a:t> 23=a;     </a:t>
            </a:r>
            <a:r>
              <a:rPr lang="en-US" altLang="zh-CN" sz="3700" b="1" dirty="0">
                <a:solidFill>
                  <a:srgbClr val="FFFF00"/>
                </a:solidFill>
                <a:latin typeface="Times New Roman" panose="02020603050405020304" pitchFamily="18" charset="0"/>
                <a:ea typeface="华文楷体" panose="02010600040101010101" pitchFamily="2" charset="-122"/>
                <a:sym typeface="Wingdings" panose="05000000000000000000" pitchFamily="2" charset="2"/>
              </a:rPr>
              <a:t></a:t>
            </a:r>
            <a:endParaRPr lang="en-US" altLang="zh-CN" sz="2000" b="1" dirty="0">
              <a:solidFill>
                <a:srgbClr val="FFFF00"/>
              </a:solidFill>
              <a:latin typeface="Times New Roman" panose="02020603050405020304" pitchFamily="18" charset="0"/>
              <a:ea typeface="华文楷体" panose="02010600040101010101" pitchFamily="2" charset="-122"/>
            </a:endParaRPr>
          </a:p>
          <a:p>
            <a:pPr algn="l" eaLnBrk="1" hangingPunct="1">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23</a:t>
            </a:r>
            <a:r>
              <a:rPr lang="zh-CN" altLang="en-US" sz="2000" b="1" dirty="0">
                <a:latin typeface="Times New Roman" panose="02020603050405020304" pitchFamily="18" charset="0"/>
                <a:ea typeface="华文楷体" panose="02010600040101010101" pitchFamily="2" charset="-122"/>
              </a:rPr>
              <a:t>是常量，没有左值。</a:t>
            </a:r>
            <a:endParaRPr lang="zh-CN" altLang="en-US" sz="2000" b="1" dirty="0">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46"/>
                                        </p:tgtEl>
                                        <p:attrNameLst>
                                          <p:attrName>style.visibility</p:attrName>
                                        </p:attrNameLst>
                                      </p:cBhvr>
                                      <p:to>
                                        <p:strVal val="visible"/>
                                      </p:to>
                                    </p:set>
                                    <p:animEffect transition="in" filter="blinds(horizontal)">
                                      <p:cBhvr>
                                        <p:cTn id="7" dur="500"/>
                                        <p:tgtEl>
                                          <p:spTgt spid="6144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447"/>
                                        </p:tgtEl>
                                        <p:attrNameLst>
                                          <p:attrName>style.visibility</p:attrName>
                                        </p:attrNameLst>
                                      </p:cBhvr>
                                      <p:to>
                                        <p:strVal val="visible"/>
                                      </p:to>
                                    </p:set>
                                    <p:animEffect transition="in" filter="blinds(horizontal)">
                                      <p:cBhvr>
                                        <p:cTn id="12" dur="500"/>
                                        <p:tgtEl>
                                          <p:spTgt spid="6144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1449"/>
                                        </p:tgtEl>
                                        <p:attrNameLst>
                                          <p:attrName>style.visibility</p:attrName>
                                        </p:attrNameLst>
                                      </p:cBhvr>
                                      <p:to>
                                        <p:strVal val="visible"/>
                                      </p:to>
                                    </p:set>
                                    <p:animEffect transition="in" filter="blinds(horizontal)">
                                      <p:cBhvr>
                                        <p:cTn id="17" dur="500"/>
                                        <p:tgtEl>
                                          <p:spTgt spid="614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6" grpId="0" animBg="1"/>
      <p:bldP spid="61447" grpId="0" animBg="1"/>
      <p:bldP spid="61449"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28650" y="260648"/>
            <a:ext cx="7886700" cy="1325563"/>
          </a:xfrm>
        </p:spPr>
        <p:txBody>
          <a:bodyPr/>
          <a:lstStyle/>
          <a:p>
            <a:pPr algn="ctr" eaLnBrk="1" hangingPunct="1"/>
            <a:r>
              <a:rPr lang="en-US" altLang="zh-CN" sz="4000" b="1" dirty="0" smtClean="0">
                <a:ea typeface="隶书" panose="02010509060101010101" pitchFamily="49" charset="-122"/>
              </a:rPr>
              <a:t>2.2.6</a:t>
            </a:r>
            <a:r>
              <a:rPr lang="zh-CN" altLang="en-US" sz="4000" b="1" dirty="0" smtClean="0">
                <a:ea typeface="隶书" panose="02010509060101010101" pitchFamily="49" charset="-122"/>
              </a:rPr>
              <a:t>、</a:t>
            </a:r>
            <a:r>
              <a:rPr lang="zh-CN" altLang="en-US" sz="4000" b="1" dirty="0">
                <a:ea typeface="隶书" panose="02010509060101010101" pitchFamily="49" charset="-122"/>
              </a:rPr>
              <a:t>运算符和表达式：</a:t>
            </a:r>
            <a:br>
              <a:rPr lang="en-US" altLang="zh-CN" sz="4000" b="1" dirty="0">
                <a:ea typeface="隶书" panose="02010509060101010101" pitchFamily="49" charset="-122"/>
              </a:rPr>
            </a:br>
            <a:r>
              <a:rPr lang="zh-CN" altLang="en-US" sz="4000" b="1" dirty="0">
                <a:latin typeface="Times New Roman" panose="02020603050405020304" pitchFamily="18" charset="0"/>
                <a:ea typeface="隶书" panose="02010509060101010101" pitchFamily="49" charset="-122"/>
              </a:rPr>
              <a:t>赋值</a:t>
            </a:r>
            <a:r>
              <a:rPr lang="zh-CN" altLang="en-US" sz="4000" b="1" dirty="0" smtClean="0">
                <a:latin typeface="Times New Roman" panose="02020603050405020304" pitchFamily="18" charset="0"/>
                <a:ea typeface="隶书" panose="02010509060101010101" pitchFamily="49" charset="-122"/>
              </a:rPr>
              <a:t>运算符</a:t>
            </a:r>
            <a:r>
              <a:rPr lang="en-US" altLang="zh-CN" sz="4000" b="1" dirty="0" smtClean="0">
                <a:latin typeface="Times New Roman" panose="02020603050405020304" pitchFamily="18" charset="0"/>
                <a:ea typeface="隶书" panose="02010509060101010101" pitchFamily="49" charset="-122"/>
              </a:rPr>
              <a:t>——</a:t>
            </a:r>
            <a:r>
              <a:rPr lang="zh-CN" altLang="en-US" sz="4000" b="1" dirty="0" smtClean="0">
                <a:latin typeface="Times New Roman" panose="02020603050405020304" pitchFamily="18" charset="0"/>
                <a:ea typeface="隶书" panose="02010509060101010101" pitchFamily="49" charset="-122"/>
              </a:rPr>
              <a:t>赋值中的类型</a:t>
            </a:r>
            <a:endParaRPr lang="zh-CN" altLang="en-US" sz="4000" b="1" dirty="0" smtClean="0">
              <a:latin typeface="Times New Roman" panose="02020603050405020304" pitchFamily="18" charset="0"/>
              <a:ea typeface="隶书" panose="02010509060101010101" pitchFamily="49" charset="-122"/>
            </a:endParaRPr>
          </a:p>
        </p:txBody>
      </p:sp>
      <p:sp>
        <p:nvSpPr>
          <p:cNvPr id="2048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20484" name="Rectangle 4"/>
          <p:cNvSpPr>
            <a:spLocks noChangeArrowheads="1"/>
          </p:cNvSpPr>
          <p:nvPr/>
        </p:nvSpPr>
        <p:spPr bwMode="auto">
          <a:xfrm>
            <a:off x="1042988" y="1771650"/>
            <a:ext cx="7888287" cy="504825"/>
          </a:xfrm>
          <a:prstGeom prst="rect">
            <a:avLst/>
          </a:prstGeom>
          <a:solidFill>
            <a:srgbClr val="ECECEC"/>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ctr" eaLnBrk="1" hangingPunct="1">
              <a:buClr>
                <a:srgbClr val="000099"/>
              </a:buClr>
              <a:buFont typeface="Wingdings" panose="05000000000000000000" pitchFamily="2" charset="2"/>
              <a:buNone/>
            </a:pPr>
            <a:r>
              <a:rPr lang="zh-CN" altLang="en-US" sz="2800" b="1">
                <a:solidFill>
                  <a:srgbClr val="CC0000"/>
                </a:solidFill>
                <a:latin typeface="Times New Roman" panose="02020603050405020304" pitchFamily="18" charset="0"/>
                <a:ea typeface="华文楷体" panose="02010600040101010101" pitchFamily="2" charset="-122"/>
              </a:rPr>
              <a:t>对象名称</a:t>
            </a:r>
            <a:r>
              <a:rPr lang="en-US" altLang="zh-CN" sz="2800" b="1">
                <a:solidFill>
                  <a:srgbClr val="CC0000"/>
                </a:solidFill>
                <a:latin typeface="Times New Roman" panose="02020603050405020304" pitchFamily="18" charset="0"/>
                <a:ea typeface="华文楷体" panose="02010600040101010101" pitchFamily="2" charset="-122"/>
              </a:rPr>
              <a:t>=</a:t>
            </a:r>
            <a:r>
              <a:rPr lang="zh-CN" altLang="en-US" sz="2800" b="1">
                <a:solidFill>
                  <a:srgbClr val="CC0000"/>
                </a:solidFill>
                <a:latin typeface="Times New Roman" panose="02020603050405020304" pitchFamily="18" charset="0"/>
                <a:ea typeface="华文楷体" panose="02010600040101010101" pitchFamily="2" charset="-122"/>
              </a:rPr>
              <a:t>表达式</a:t>
            </a:r>
            <a:endParaRPr lang="zh-CN" altLang="en-US" sz="2800" b="1">
              <a:solidFill>
                <a:srgbClr val="CC0000"/>
              </a:solidFill>
              <a:latin typeface="Times New Roman" panose="02020603050405020304" pitchFamily="18" charset="0"/>
              <a:ea typeface="华文楷体" panose="02010600040101010101" pitchFamily="2" charset="-122"/>
            </a:endParaRPr>
          </a:p>
        </p:txBody>
      </p:sp>
      <p:sp>
        <p:nvSpPr>
          <p:cNvPr id="20485"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135174" name="Rectangle 6"/>
          <p:cNvSpPr>
            <a:spLocks noChangeArrowheads="1"/>
          </p:cNvSpPr>
          <p:nvPr/>
        </p:nvSpPr>
        <p:spPr bwMode="auto">
          <a:xfrm>
            <a:off x="1042988" y="2781300"/>
            <a:ext cx="7888287" cy="1295400"/>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Clr>
                <a:srgbClr val="000099"/>
              </a:buClr>
              <a:buFont typeface="Wingdings" panose="05000000000000000000" pitchFamily="2" charset="2"/>
              <a:buNone/>
            </a:pPr>
            <a:r>
              <a:rPr lang="zh-CN" altLang="en-US" sz="2400" b="1" dirty="0">
                <a:solidFill>
                  <a:srgbClr val="FFFF00"/>
                </a:solidFill>
                <a:latin typeface="华文楷体" panose="02010600040101010101" pitchFamily="2" charset="-122"/>
                <a:ea typeface="华文楷体" panose="02010600040101010101" pitchFamily="2" charset="-122"/>
              </a:rPr>
              <a:t>对象名称与表达式类型不一致时</a:t>
            </a:r>
            <a:endParaRPr lang="zh-CN" altLang="en-US" sz="2400" b="1" dirty="0">
              <a:solidFill>
                <a:srgbClr val="FFFF00"/>
              </a:solidFill>
              <a:latin typeface="华文楷体" panose="02010600040101010101" pitchFamily="2" charset="-122"/>
              <a:ea typeface="华文楷体" panose="02010600040101010101" pitchFamily="2" charset="-122"/>
            </a:endParaRPr>
          </a:p>
          <a:p>
            <a:pPr lvl="1" algn="l" eaLnBrk="1" hangingPunct="1">
              <a:buClr>
                <a:srgbClr val="000099"/>
              </a:buClr>
              <a:buNone/>
            </a:pPr>
            <a:r>
              <a:rPr lang="zh-CN" altLang="en-US" sz="2400" b="1" dirty="0">
                <a:solidFill>
                  <a:srgbClr val="FFFF00"/>
                </a:solidFill>
                <a:latin typeface="华文楷体" panose="02010600040101010101" pitchFamily="2" charset="-122"/>
                <a:ea typeface="华文楷体" panose="02010600040101010101" pitchFamily="2" charset="-122"/>
              </a:rPr>
              <a:t>赋值的类型转换规则：</a:t>
            </a:r>
            <a:r>
              <a:rPr lang="zh-CN" altLang="en-US" sz="2400" b="1" dirty="0">
                <a:latin typeface="华文楷体" panose="02010600040101010101" pitchFamily="2" charset="-122"/>
                <a:ea typeface="华文楷体" panose="02010600040101010101" pitchFamily="2" charset="-122"/>
              </a:rPr>
              <a:t>赋值右部（表达式）的值转换为赋值左部（赋值目标，对象名称）的类型。</a:t>
            </a:r>
            <a:endParaRPr lang="zh-CN" altLang="en-US" sz="2400" b="1" dirty="0">
              <a:latin typeface="华文楷体" panose="02010600040101010101" pitchFamily="2" charset="-122"/>
              <a:ea typeface="华文楷体" panose="02010600040101010101" pitchFamily="2" charset="-122"/>
            </a:endParaRPr>
          </a:p>
        </p:txBody>
      </p:sp>
      <p:sp>
        <p:nvSpPr>
          <p:cNvPr id="135175" name="Rectangle 7"/>
          <p:cNvSpPr>
            <a:spLocks noChangeArrowheads="1"/>
          </p:cNvSpPr>
          <p:nvPr/>
        </p:nvSpPr>
        <p:spPr bwMode="auto">
          <a:xfrm>
            <a:off x="1042988" y="4652963"/>
            <a:ext cx="7888287" cy="1152525"/>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a:t>
            </a:r>
            <a:r>
              <a:rPr lang="en-US" altLang="zh-CN" sz="2000" b="1" dirty="0" err="1">
                <a:latin typeface="Times New Roman" panose="02020603050405020304" pitchFamily="18" charset="0"/>
                <a:ea typeface="华文楷体" panose="02010600040101010101" pitchFamily="2" charset="-122"/>
              </a:rPr>
              <a:t>int</a:t>
            </a:r>
            <a:r>
              <a:rPr lang="en-US" altLang="zh-CN" sz="2000" b="1" dirty="0">
                <a:latin typeface="Times New Roman" panose="02020603050405020304" pitchFamily="18" charset="0"/>
                <a:ea typeface="华文楷体" panose="02010600040101010101" pitchFamily="2" charset="-122"/>
              </a:rPr>
              <a:t> x;</a:t>
            </a:r>
            <a:endParaRPr lang="en-US" altLang="zh-CN" sz="2000" b="1" dirty="0">
              <a:latin typeface="Times New Roman" panose="02020603050405020304" pitchFamily="18" charset="0"/>
              <a:ea typeface="华文楷体" panose="02010600040101010101" pitchFamily="2" charset="-122"/>
            </a:endParaRPr>
          </a:p>
          <a:p>
            <a:pPr algn="l" eaLnBrk="1" hangingPunct="1">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float </a:t>
            </a:r>
            <a:r>
              <a:rPr lang="en-US" altLang="zh-CN" sz="2000" b="1" dirty="0" smtClean="0">
                <a:latin typeface="Times New Roman" panose="02020603050405020304" pitchFamily="18" charset="0"/>
                <a:ea typeface="华文楷体" panose="02010600040101010101" pitchFamily="2" charset="-122"/>
              </a:rPr>
              <a:t>y = 3.5</a:t>
            </a:r>
            <a:r>
              <a:rPr lang="en-US" altLang="zh-CN" sz="2000" b="1" dirty="0">
                <a:latin typeface="Times New Roman" panose="02020603050405020304" pitchFamily="18" charset="0"/>
                <a:ea typeface="华文楷体" panose="02010600040101010101" pitchFamily="2" charset="-122"/>
              </a:rPr>
              <a:t>;</a:t>
            </a:r>
            <a:endParaRPr lang="en-US" altLang="zh-CN" sz="2000" b="1" dirty="0">
              <a:latin typeface="Times New Roman" panose="02020603050405020304" pitchFamily="18" charset="0"/>
              <a:ea typeface="华文楷体" panose="02010600040101010101" pitchFamily="2" charset="-122"/>
            </a:endParaRPr>
          </a:p>
          <a:p>
            <a:pPr algn="l" eaLnBrk="1" hangingPunct="1">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a:t>
            </a:r>
            <a:r>
              <a:rPr lang="en-US" altLang="zh-CN" sz="2000" b="1" dirty="0" smtClean="0">
                <a:latin typeface="Times New Roman" panose="02020603050405020304" pitchFamily="18" charset="0"/>
                <a:ea typeface="华文楷体" panose="02010600040101010101" pitchFamily="2" charset="-122"/>
              </a:rPr>
              <a:t>x = y</a:t>
            </a:r>
            <a:r>
              <a:rPr lang="en-US" altLang="zh-CN" sz="2000" b="1" dirty="0">
                <a:latin typeface="Times New Roman" panose="02020603050405020304" pitchFamily="18" charset="0"/>
                <a:ea typeface="华文楷体" panose="02010600040101010101" pitchFamily="2" charset="-122"/>
              </a:rPr>
              <a:t>;                                        </a:t>
            </a:r>
            <a:r>
              <a:rPr lang="zh-CN" altLang="en-US" sz="2000" b="1" dirty="0">
                <a:latin typeface="Times New Roman" panose="02020603050405020304" pitchFamily="18" charset="0"/>
                <a:ea typeface="华文楷体" panose="02010600040101010101" pitchFamily="2" charset="-122"/>
              </a:rPr>
              <a:t>则运行后，变量</a:t>
            </a:r>
            <a:r>
              <a:rPr lang="en-US" altLang="zh-CN" sz="2000" b="1" dirty="0">
                <a:latin typeface="Times New Roman" panose="02020603050405020304" pitchFamily="18" charset="0"/>
                <a:ea typeface="华文楷体" panose="02010600040101010101" pitchFamily="2" charset="-122"/>
              </a:rPr>
              <a:t>x</a:t>
            </a:r>
            <a:r>
              <a:rPr lang="zh-CN" altLang="en-US" sz="2000" b="1" dirty="0">
                <a:latin typeface="Times New Roman" panose="02020603050405020304" pitchFamily="18" charset="0"/>
                <a:ea typeface="华文楷体" panose="02010600040101010101" pitchFamily="2" charset="-122"/>
              </a:rPr>
              <a:t>的值为</a:t>
            </a:r>
            <a:r>
              <a:rPr lang="en-US" altLang="zh-CN" sz="2000" b="1" dirty="0">
                <a:latin typeface="Times New Roman" panose="02020603050405020304" pitchFamily="18" charset="0"/>
                <a:ea typeface="华文楷体" panose="02010600040101010101" pitchFamily="2" charset="-122"/>
              </a:rPr>
              <a:t>3</a:t>
            </a:r>
            <a:r>
              <a:rPr lang="zh-CN" altLang="en-US" sz="2000" b="1" dirty="0">
                <a:latin typeface="Times New Roman" panose="02020603050405020304" pitchFamily="18" charset="0"/>
                <a:ea typeface="华文楷体" panose="02010600040101010101" pitchFamily="2" charset="-122"/>
              </a:rPr>
              <a:t>，</a:t>
            </a:r>
            <a:r>
              <a:rPr lang="en-US" altLang="zh-CN" sz="2000" b="1" dirty="0" err="1">
                <a:latin typeface="Times New Roman" panose="02020603050405020304" pitchFamily="18" charset="0"/>
                <a:ea typeface="华文楷体" panose="02010600040101010101" pitchFamily="2" charset="-122"/>
              </a:rPr>
              <a:t>int</a:t>
            </a:r>
            <a:r>
              <a:rPr lang="zh-CN" altLang="en-US" sz="2000" b="1" dirty="0">
                <a:latin typeface="Times New Roman" panose="02020603050405020304" pitchFamily="18" charset="0"/>
                <a:ea typeface="华文楷体" panose="02010600040101010101" pitchFamily="2" charset="-122"/>
              </a:rPr>
              <a:t>类型。</a:t>
            </a:r>
            <a:endParaRPr lang="zh-CN" altLang="en-US" sz="2000" b="1" dirty="0">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5174"/>
                                        </p:tgtEl>
                                        <p:attrNameLst>
                                          <p:attrName>style.visibility</p:attrName>
                                        </p:attrNameLst>
                                      </p:cBhvr>
                                      <p:to>
                                        <p:strVal val="visible"/>
                                      </p:to>
                                    </p:set>
                                    <p:animEffect transition="in" filter="blinds(horizontal)">
                                      <p:cBhvr>
                                        <p:cTn id="7" dur="500"/>
                                        <p:tgtEl>
                                          <p:spTgt spid="13517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5175"/>
                                        </p:tgtEl>
                                        <p:attrNameLst>
                                          <p:attrName>style.visibility</p:attrName>
                                        </p:attrNameLst>
                                      </p:cBhvr>
                                      <p:to>
                                        <p:strVal val="visible"/>
                                      </p:to>
                                    </p:set>
                                    <p:animEffect transition="in" filter="blinds(horizontal)">
                                      <p:cBhvr>
                                        <p:cTn id="12" dur="500"/>
                                        <p:tgtEl>
                                          <p:spTgt spid="135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4" grpId="0" animBg="1"/>
      <p:bldP spid="135175"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28650" y="260648"/>
            <a:ext cx="7886700" cy="1325563"/>
          </a:xfrm>
        </p:spPr>
        <p:txBody>
          <a:bodyPr/>
          <a:lstStyle/>
          <a:p>
            <a:pPr algn="ctr" eaLnBrk="1" hangingPunct="1"/>
            <a:r>
              <a:rPr lang="en-US" altLang="zh-CN" sz="4000" b="1" dirty="0" smtClean="0">
                <a:ea typeface="隶书" panose="02010509060101010101" pitchFamily="49" charset="-122"/>
              </a:rPr>
              <a:t>2.2.6</a:t>
            </a:r>
            <a:r>
              <a:rPr lang="zh-CN" altLang="en-US" sz="4000" b="1" dirty="0" smtClean="0">
                <a:ea typeface="隶书" panose="02010509060101010101" pitchFamily="49" charset="-122"/>
              </a:rPr>
              <a:t>、</a:t>
            </a:r>
            <a:r>
              <a:rPr lang="zh-CN" altLang="en-US" sz="4000" b="1" dirty="0">
                <a:ea typeface="隶书" panose="02010509060101010101" pitchFamily="49" charset="-122"/>
              </a:rPr>
              <a:t>运算符和表达式：</a:t>
            </a:r>
            <a:br>
              <a:rPr lang="en-US" altLang="zh-CN" sz="4000" b="1" dirty="0">
                <a:ea typeface="隶书" panose="02010509060101010101" pitchFamily="49" charset="-122"/>
              </a:rPr>
            </a:br>
            <a:r>
              <a:rPr lang="zh-CN" altLang="en-US" sz="4000" b="1" dirty="0">
                <a:latin typeface="Times New Roman" panose="02020603050405020304" pitchFamily="18" charset="0"/>
                <a:ea typeface="隶书" panose="02010509060101010101" pitchFamily="49" charset="-122"/>
              </a:rPr>
              <a:t>赋值</a:t>
            </a:r>
            <a:r>
              <a:rPr lang="zh-CN" altLang="en-US" sz="4000" b="1" dirty="0" smtClean="0">
                <a:latin typeface="Times New Roman" panose="02020603050405020304" pitchFamily="18" charset="0"/>
                <a:ea typeface="隶书" panose="02010509060101010101" pitchFamily="49" charset="-122"/>
              </a:rPr>
              <a:t>运算符</a:t>
            </a:r>
            <a:r>
              <a:rPr lang="en-US" altLang="zh-CN" sz="4000" b="1" dirty="0" smtClean="0">
                <a:latin typeface="Times New Roman" panose="02020603050405020304" pitchFamily="18" charset="0"/>
                <a:ea typeface="隶书" panose="02010509060101010101" pitchFamily="49" charset="-122"/>
              </a:rPr>
              <a:t>——</a:t>
            </a:r>
            <a:r>
              <a:rPr lang="zh-CN" altLang="en-US" sz="4000" b="1" dirty="0" smtClean="0">
                <a:latin typeface="Times New Roman" panose="02020603050405020304" pitchFamily="18" charset="0"/>
                <a:ea typeface="隶书" panose="02010509060101010101" pitchFamily="49" charset="-122"/>
              </a:rPr>
              <a:t>赋值中的类型转换</a:t>
            </a:r>
            <a:endParaRPr lang="zh-CN" altLang="en-US" sz="4000" b="1" dirty="0" smtClean="0">
              <a:latin typeface="Times New Roman" panose="02020603050405020304" pitchFamily="18" charset="0"/>
              <a:ea typeface="隶书" panose="02010509060101010101" pitchFamily="49" charset="-122"/>
            </a:endParaRPr>
          </a:p>
        </p:txBody>
      </p:sp>
      <p:sp>
        <p:nvSpPr>
          <p:cNvPr id="21507"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21508" name="Rectangle 4"/>
          <p:cNvSpPr>
            <a:spLocks noChangeArrowheads="1"/>
          </p:cNvSpPr>
          <p:nvPr/>
        </p:nvSpPr>
        <p:spPr bwMode="auto">
          <a:xfrm>
            <a:off x="1042988" y="1700213"/>
            <a:ext cx="7888287" cy="504825"/>
          </a:xfrm>
          <a:prstGeom prst="rect">
            <a:avLst/>
          </a:prstGeom>
          <a:solidFill>
            <a:srgbClr val="ECECEC"/>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ctr" eaLnBrk="1" hangingPunct="1">
              <a:buClr>
                <a:srgbClr val="000099"/>
              </a:buClr>
              <a:buFont typeface="Wingdings" panose="05000000000000000000" pitchFamily="2" charset="2"/>
              <a:buNone/>
            </a:pPr>
            <a:r>
              <a:rPr lang="zh-CN" altLang="en-US" sz="2800" b="1">
                <a:solidFill>
                  <a:srgbClr val="CC0000"/>
                </a:solidFill>
                <a:latin typeface="Times New Roman" panose="02020603050405020304" pitchFamily="18" charset="0"/>
                <a:ea typeface="华文楷体" panose="02010600040101010101" pitchFamily="2" charset="-122"/>
              </a:rPr>
              <a:t>整型类别数据之间的转换</a:t>
            </a:r>
            <a:endParaRPr lang="zh-CN" altLang="en-US" sz="2800" b="1">
              <a:solidFill>
                <a:srgbClr val="CC0000"/>
              </a:solidFill>
              <a:latin typeface="Times New Roman" panose="02020603050405020304" pitchFamily="18" charset="0"/>
              <a:ea typeface="华文楷体" panose="02010600040101010101" pitchFamily="2" charset="-122"/>
            </a:endParaRPr>
          </a:p>
        </p:txBody>
      </p:sp>
      <p:sp>
        <p:nvSpPr>
          <p:cNvPr id="21509"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136198" name="Rectangle 6"/>
          <p:cNvSpPr>
            <a:spLocks noChangeArrowheads="1"/>
          </p:cNvSpPr>
          <p:nvPr/>
        </p:nvSpPr>
        <p:spPr bwMode="auto">
          <a:xfrm>
            <a:off x="1042988" y="2276475"/>
            <a:ext cx="7850187" cy="3024188"/>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spcBef>
                <a:spcPct val="0"/>
              </a:spcBef>
              <a:buClr>
                <a:srgbClr val="000099"/>
              </a:buClr>
              <a:buFont typeface="Wingdings" panose="05000000000000000000" pitchFamily="2" charset="2"/>
              <a:buNone/>
            </a:pPr>
            <a:r>
              <a:rPr lang="zh-CN" altLang="en-US" sz="2800" b="1" dirty="0">
                <a:solidFill>
                  <a:srgbClr val="FFFF00"/>
                </a:solidFill>
                <a:latin typeface="Times New Roman" panose="02020603050405020304" pitchFamily="18" charset="0"/>
                <a:ea typeface="华文彩云" panose="02010800040101010101" pitchFamily="2" charset="-122"/>
              </a:rPr>
              <a:t>短→长</a:t>
            </a:r>
            <a:endParaRPr lang="zh-CN" altLang="zh-CN" sz="2800" b="1" dirty="0">
              <a:solidFill>
                <a:srgbClr val="FFFF00"/>
              </a:solidFill>
              <a:latin typeface="Times New Roman" panose="02020603050405020304" pitchFamily="18" charset="0"/>
              <a:ea typeface="华文彩云" panose="02010800040101010101" pitchFamily="2" charset="-122"/>
            </a:endParaRPr>
          </a:p>
          <a:p>
            <a:pPr lvl="1" algn="l" eaLnBrk="1" hangingPunct="1">
              <a:spcBef>
                <a:spcPct val="0"/>
              </a:spcBef>
              <a:buClr>
                <a:srgbClr val="000099"/>
              </a:buClr>
              <a:buNone/>
            </a:pPr>
            <a:r>
              <a:rPr lang="zh-CN" altLang="en-US" sz="2400" b="1" dirty="0">
                <a:solidFill>
                  <a:srgbClr val="FFFF00"/>
                </a:solidFill>
                <a:latin typeface="Times New Roman" panose="02020603050405020304" pitchFamily="18" charset="0"/>
                <a:ea typeface="华文楷体" panose="02010600040101010101" pitchFamily="2" charset="-122"/>
              </a:rPr>
              <a:t>规则：</a:t>
            </a:r>
            <a:r>
              <a:rPr lang="zh-CN" altLang="en-US" sz="2400" b="1" dirty="0">
                <a:latin typeface="Times New Roman" panose="02020603050405020304" pitchFamily="18" charset="0"/>
                <a:ea typeface="华文楷体" panose="02010600040101010101" pitchFamily="2" charset="-122"/>
              </a:rPr>
              <a:t>转换前后的数据取值不变。无符号数，高位补</a:t>
            </a:r>
            <a:r>
              <a:rPr lang="en-US" altLang="zh-CN" sz="2400" b="1" dirty="0">
                <a:latin typeface="Times New Roman" panose="02020603050405020304" pitchFamily="18" charset="0"/>
                <a:ea typeface="华文楷体" panose="02010600040101010101" pitchFamily="2" charset="-122"/>
              </a:rPr>
              <a:t>0</a:t>
            </a:r>
            <a:r>
              <a:rPr lang="zh-CN" altLang="en-US" sz="2400" b="1" dirty="0">
                <a:latin typeface="Times New Roman" panose="02020603050405020304" pitchFamily="18" charset="0"/>
                <a:ea typeface="华文楷体" panose="02010600040101010101" pitchFamily="2" charset="-122"/>
              </a:rPr>
              <a:t>；有符号数，高位补符号位。</a:t>
            </a:r>
            <a:endParaRPr lang="zh-CN" altLang="en-US" sz="2400" b="1" dirty="0">
              <a:latin typeface="Times New Roman" panose="02020603050405020304" pitchFamily="18" charset="0"/>
              <a:ea typeface="华文楷体" panose="02010600040101010101" pitchFamily="2" charset="-122"/>
            </a:endParaRPr>
          </a:p>
          <a:p>
            <a:pPr lvl="1" algn="l" eaLnBrk="1" hangingPunct="1">
              <a:spcBef>
                <a:spcPct val="0"/>
              </a:spcBef>
              <a:buFont typeface="Wingdings" panose="05000000000000000000" pitchFamily="2" charset="2"/>
              <a:buNone/>
            </a:pPr>
            <a:r>
              <a:rPr lang="zh-CN" altLang="en-US" sz="2400" b="1" dirty="0">
                <a:latin typeface="Times New Roman" panose="02020603050405020304" pitchFamily="18" charset="0"/>
                <a:ea typeface="华文楷体" panose="02010600040101010101" pitchFamily="2" charset="-122"/>
              </a:rPr>
              <a:t>例如：</a:t>
            </a:r>
            <a:endParaRPr lang="zh-CN" altLang="en-US" sz="2400" b="1" dirty="0">
              <a:latin typeface="Times New Roman" panose="02020603050405020304" pitchFamily="18" charset="0"/>
              <a:ea typeface="华文楷体" panose="02010600040101010101" pitchFamily="2" charset="-122"/>
            </a:endParaRPr>
          </a:p>
          <a:p>
            <a:pPr lvl="1" algn="l" eaLnBrk="1" hangingPunct="1">
              <a:spcBef>
                <a:spcPct val="0"/>
              </a:spcBef>
              <a:buFont typeface="Wingdings" panose="05000000000000000000" pitchFamily="2" charset="2"/>
              <a:buNone/>
            </a:pPr>
            <a:r>
              <a:rPr lang="zh-CN" altLang="en-US" sz="2400" b="1" dirty="0">
                <a:latin typeface="Times New Roman" panose="02020603050405020304" pitchFamily="18" charset="0"/>
                <a:ea typeface="华文楷体" panose="02010600040101010101" pitchFamily="2" charset="-122"/>
              </a:rPr>
              <a:t>     </a:t>
            </a:r>
            <a:r>
              <a:rPr lang="en-US" altLang="zh-CN" sz="2400" b="1" dirty="0">
                <a:latin typeface="Times New Roman" panose="02020603050405020304" pitchFamily="18" charset="0"/>
                <a:ea typeface="华文楷体" panose="02010600040101010101" pitchFamily="2" charset="-122"/>
              </a:rPr>
              <a:t>unsigned char  c;		</a:t>
            </a:r>
            <a:endParaRPr lang="en-US" altLang="zh-CN" sz="2400" b="1" dirty="0">
              <a:latin typeface="Times New Roman" panose="02020603050405020304" pitchFamily="18" charset="0"/>
              <a:ea typeface="华文楷体" panose="02010600040101010101" pitchFamily="2" charset="-122"/>
            </a:endParaRPr>
          </a:p>
          <a:p>
            <a:pPr lvl="1" algn="l" eaLnBrk="1" hangingPunct="1">
              <a:spcBef>
                <a:spcPct val="0"/>
              </a:spcBef>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     short </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x;						</a:t>
            </a:r>
            <a:endParaRPr lang="en-US" altLang="zh-CN" sz="2400" b="1" dirty="0">
              <a:latin typeface="Times New Roman" panose="02020603050405020304" pitchFamily="18" charset="0"/>
              <a:ea typeface="华文楷体" panose="02010600040101010101" pitchFamily="2" charset="-122"/>
            </a:endParaRPr>
          </a:p>
          <a:p>
            <a:pPr lvl="1" algn="l" eaLnBrk="1" hangingPunct="1">
              <a:spcBef>
                <a:spcPct val="0"/>
              </a:spcBef>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     c='\376';	    /*(</a:t>
            </a:r>
            <a:r>
              <a:rPr lang="zh-CN" altLang="en-US" sz="2400" b="1" dirty="0">
                <a:latin typeface="Times New Roman" panose="02020603050405020304" pitchFamily="18" charset="0"/>
                <a:ea typeface="华文楷体" panose="02010600040101010101" pitchFamily="2" charset="-122"/>
              </a:rPr>
              <a:t>八进制数</a:t>
            </a:r>
            <a:r>
              <a:rPr lang="en-US" altLang="zh-CN" sz="2400" b="1" dirty="0">
                <a:latin typeface="Times New Roman" panose="02020603050405020304" pitchFamily="18" charset="0"/>
                <a:ea typeface="华文楷体" panose="02010600040101010101" pitchFamily="2" charset="-122"/>
              </a:rPr>
              <a:t>376</a:t>
            </a:r>
            <a:r>
              <a:rPr lang="zh-CN" altLang="en-US" sz="2400" b="1" dirty="0">
                <a:latin typeface="Times New Roman" panose="02020603050405020304" pitchFamily="18" charset="0"/>
                <a:ea typeface="华文楷体" panose="02010600040101010101" pitchFamily="2" charset="-122"/>
              </a:rPr>
              <a:t>）*</a:t>
            </a:r>
            <a:r>
              <a:rPr lang="en-US" altLang="zh-CN" sz="2400" b="1" dirty="0">
                <a:latin typeface="Times New Roman" panose="02020603050405020304" pitchFamily="18" charset="0"/>
                <a:ea typeface="华文楷体" panose="02010600040101010101" pitchFamily="2" charset="-122"/>
              </a:rPr>
              <a:t>/</a:t>
            </a:r>
            <a:endParaRPr lang="en-US" altLang="zh-CN" sz="2400" b="1" dirty="0">
              <a:latin typeface="Times New Roman" panose="02020603050405020304" pitchFamily="18" charset="0"/>
              <a:ea typeface="华文楷体" panose="02010600040101010101" pitchFamily="2" charset="-122"/>
            </a:endParaRPr>
          </a:p>
          <a:p>
            <a:pPr lvl="1" algn="l" eaLnBrk="1" hangingPunct="1">
              <a:spcBef>
                <a:spcPct val="0"/>
              </a:spcBef>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     x=c;</a:t>
            </a:r>
            <a:r>
              <a:rPr lang="en-US" altLang="zh-CN" sz="1900" b="1" dirty="0">
                <a:latin typeface="Times New Roman" panose="02020603050405020304" pitchFamily="18" charset="0"/>
                <a:ea typeface="华文楷体" panose="02010600040101010101" pitchFamily="2" charset="-122"/>
              </a:rPr>
              <a:t>		</a:t>
            </a:r>
            <a:endParaRPr lang="en-US" altLang="zh-CN" sz="1900" b="1" dirty="0">
              <a:latin typeface="Times New Roman" panose="02020603050405020304" pitchFamily="18" charset="0"/>
              <a:ea typeface="华文楷体" panose="02010600040101010101" pitchFamily="2" charset="-122"/>
            </a:endParaRPr>
          </a:p>
        </p:txBody>
      </p:sp>
      <p:grpSp>
        <p:nvGrpSpPr>
          <p:cNvPr id="2" name="Group 16"/>
          <p:cNvGrpSpPr/>
          <p:nvPr/>
        </p:nvGrpSpPr>
        <p:grpSpPr bwMode="auto">
          <a:xfrm>
            <a:off x="2195513" y="5373688"/>
            <a:ext cx="5491162" cy="1044575"/>
            <a:chOff x="1383" y="3385"/>
            <a:chExt cx="3459" cy="658"/>
          </a:xfrm>
        </p:grpSpPr>
        <p:sp>
          <p:nvSpPr>
            <p:cNvPr id="21512" name="Rectangle 10"/>
            <p:cNvSpPr>
              <a:spLocks noChangeArrowheads="1"/>
            </p:cNvSpPr>
            <p:nvPr/>
          </p:nvSpPr>
          <p:spPr bwMode="auto">
            <a:xfrm>
              <a:off x="3484" y="3409"/>
              <a:ext cx="1344" cy="19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ClrTx/>
                <a:buSzTx/>
                <a:buFontTx/>
                <a:buNone/>
              </a:pPr>
              <a:r>
                <a:rPr kumimoji="1" lang="en-US" altLang="zh-CN" sz="2000" b="1">
                  <a:solidFill>
                    <a:srgbClr val="FFFF00"/>
                  </a:solidFill>
                  <a:latin typeface="Times New Roman" panose="02020603050405020304" pitchFamily="18" charset="0"/>
                </a:rPr>
                <a:t>1 1 1 1 1 1 1 0</a:t>
              </a:r>
              <a:endParaRPr kumimoji="1" lang="en-US" altLang="zh-CN" sz="2000" b="1">
                <a:solidFill>
                  <a:srgbClr val="FFFF00"/>
                </a:solidFill>
                <a:latin typeface="Times New Roman" panose="02020603050405020304" pitchFamily="18" charset="0"/>
              </a:endParaRPr>
            </a:p>
          </p:txBody>
        </p:sp>
        <p:sp>
          <p:nvSpPr>
            <p:cNvPr id="21513" name="Rectangle 11"/>
            <p:cNvSpPr>
              <a:spLocks noChangeArrowheads="1"/>
            </p:cNvSpPr>
            <p:nvPr/>
          </p:nvSpPr>
          <p:spPr bwMode="auto">
            <a:xfrm>
              <a:off x="3498" y="3838"/>
              <a:ext cx="1344" cy="19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ClrTx/>
                <a:buSzTx/>
                <a:buFontTx/>
                <a:buNone/>
              </a:pPr>
              <a:r>
                <a:rPr kumimoji="1" lang="en-US" altLang="zh-CN" sz="2000" b="1">
                  <a:solidFill>
                    <a:srgbClr val="FFFF00"/>
                  </a:solidFill>
                  <a:latin typeface="Times New Roman" panose="02020603050405020304" pitchFamily="18" charset="0"/>
                </a:rPr>
                <a:t>1 1 1 1 1 1 1 0</a:t>
              </a:r>
              <a:endParaRPr kumimoji="1" lang="en-US" altLang="zh-CN" sz="2000" b="1">
                <a:solidFill>
                  <a:srgbClr val="FFFF00"/>
                </a:solidFill>
                <a:latin typeface="Times New Roman" panose="02020603050405020304" pitchFamily="18" charset="0"/>
              </a:endParaRPr>
            </a:p>
          </p:txBody>
        </p:sp>
        <p:sp>
          <p:nvSpPr>
            <p:cNvPr id="21514" name="Rectangle 12"/>
            <p:cNvSpPr>
              <a:spLocks noChangeArrowheads="1"/>
            </p:cNvSpPr>
            <p:nvPr/>
          </p:nvSpPr>
          <p:spPr bwMode="auto">
            <a:xfrm>
              <a:off x="2154" y="3838"/>
              <a:ext cx="1344" cy="19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ClrTx/>
                <a:buSzTx/>
                <a:buFontTx/>
                <a:buNone/>
              </a:pPr>
              <a:r>
                <a:rPr kumimoji="1" lang="en-US" altLang="zh-CN" sz="2000" b="1">
                  <a:latin typeface="Times New Roman" panose="02020603050405020304" pitchFamily="18" charset="0"/>
                </a:rPr>
                <a:t>0 0 0 0 0 0 0 0</a:t>
              </a:r>
              <a:endParaRPr kumimoji="1" lang="en-US" altLang="zh-CN" sz="2000" b="1">
                <a:latin typeface="Times New Roman" panose="02020603050405020304" pitchFamily="18" charset="0"/>
              </a:endParaRPr>
            </a:p>
          </p:txBody>
        </p:sp>
        <p:sp>
          <p:nvSpPr>
            <p:cNvPr id="21515" name="Line 13"/>
            <p:cNvSpPr>
              <a:spLocks noChangeShapeType="1"/>
            </p:cNvSpPr>
            <p:nvPr/>
          </p:nvSpPr>
          <p:spPr bwMode="auto">
            <a:xfrm>
              <a:off x="4150" y="3612"/>
              <a:ext cx="6" cy="197"/>
            </a:xfrm>
            <a:prstGeom prst="line">
              <a:avLst/>
            </a:prstGeom>
            <a:noFill/>
            <a:ln w="76200">
              <a:solidFill>
                <a:srgbClr val="000099"/>
              </a:solidFill>
              <a:round/>
              <a:tailEnd type="triangle" w="med" len="med"/>
            </a:ln>
            <a:extLst>
              <a:ext uri="{909E8E84-426E-40DD-AFC4-6F175D3DCCD1}">
                <a14:hiddenFill xmlns:a14="http://schemas.microsoft.com/office/drawing/2010/main">
                  <a:noFill/>
                </a14:hiddenFill>
              </a:ext>
            </a:extLst>
          </p:spPr>
          <p:txBody>
            <a:bodyPr wrap="none" anchor="ctr"/>
            <a:lstStyle/>
            <a:p>
              <a:pPr algn="l"/>
              <a:endParaRPr lang="zh-CN" altLang="en-US" b="1"/>
            </a:p>
          </p:txBody>
        </p:sp>
        <p:sp>
          <p:nvSpPr>
            <p:cNvPr id="21516" name="Text Box 14"/>
            <p:cNvSpPr txBox="1">
              <a:spLocks noChangeArrowheads="1"/>
            </p:cNvSpPr>
            <p:nvPr/>
          </p:nvSpPr>
          <p:spPr bwMode="auto">
            <a:xfrm>
              <a:off x="2925" y="3385"/>
              <a:ext cx="72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SzPct val="75000"/>
                <a:buFont typeface="Wingdings" panose="05000000000000000000" pitchFamily="2" charset="2"/>
                <a:buNone/>
              </a:pPr>
              <a:r>
                <a:rPr lang="zh-CN" altLang="en-US" sz="2000" b="1">
                  <a:latin typeface="Times New Roman" panose="02020603050405020304" pitchFamily="18" charset="0"/>
                  <a:ea typeface="华文楷体" panose="02010600040101010101" pitchFamily="2" charset="-122"/>
                </a:rPr>
                <a:t>变量</a:t>
              </a:r>
              <a:r>
                <a:rPr lang="en-US" altLang="zh-CN" sz="2000" b="1">
                  <a:latin typeface="Times New Roman" panose="02020603050405020304" pitchFamily="18" charset="0"/>
                  <a:ea typeface="华文楷体" panose="02010600040101010101" pitchFamily="2" charset="-122"/>
                </a:rPr>
                <a:t>c</a:t>
              </a:r>
              <a:endParaRPr lang="en-US" altLang="zh-CN" sz="2000" b="1">
                <a:latin typeface="Times New Roman" panose="02020603050405020304" pitchFamily="18" charset="0"/>
                <a:ea typeface="华文楷体" panose="02010600040101010101" pitchFamily="2" charset="-122"/>
              </a:endParaRPr>
            </a:p>
          </p:txBody>
        </p:sp>
        <p:sp>
          <p:nvSpPr>
            <p:cNvPr id="21517" name="Text Box 15"/>
            <p:cNvSpPr txBox="1">
              <a:spLocks noChangeArrowheads="1"/>
            </p:cNvSpPr>
            <p:nvPr/>
          </p:nvSpPr>
          <p:spPr bwMode="auto">
            <a:xfrm>
              <a:off x="1383" y="3793"/>
              <a:ext cx="72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SzPct val="75000"/>
                <a:buFont typeface="Wingdings" panose="05000000000000000000" pitchFamily="2" charset="2"/>
                <a:buNone/>
              </a:pPr>
              <a:r>
                <a:rPr lang="zh-CN" altLang="en-US" sz="2000" b="1">
                  <a:latin typeface="Times New Roman" panose="02020603050405020304" pitchFamily="18" charset="0"/>
                  <a:ea typeface="华文楷体" panose="02010600040101010101" pitchFamily="2" charset="-122"/>
                </a:rPr>
                <a:t>变量</a:t>
              </a:r>
              <a:r>
                <a:rPr lang="en-US" altLang="zh-CN" sz="2000" b="1">
                  <a:latin typeface="Times New Roman" panose="02020603050405020304" pitchFamily="18" charset="0"/>
                  <a:ea typeface="华文楷体" panose="02010600040101010101" pitchFamily="2" charset="-122"/>
                </a:rPr>
                <a:t>x</a:t>
              </a:r>
              <a:endParaRPr lang="en-US" altLang="zh-CN" sz="2000" b="1">
                <a:latin typeface="Times New Roman" panose="02020603050405020304" pitchFamily="18" charset="0"/>
                <a:ea typeface="华文楷体" panose="0201060004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6198"/>
                                        </p:tgtEl>
                                        <p:attrNameLst>
                                          <p:attrName>style.visibility</p:attrName>
                                        </p:attrNameLst>
                                      </p:cBhvr>
                                      <p:to>
                                        <p:strVal val="visible"/>
                                      </p:to>
                                    </p:set>
                                    <p:animEffect transition="in" filter="blinds(horizontal)">
                                      <p:cBhvr>
                                        <p:cTn id="7" dur="500"/>
                                        <p:tgtEl>
                                          <p:spTgt spid="13619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8"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628650" y="260648"/>
            <a:ext cx="7886700" cy="1325563"/>
          </a:xfrm>
        </p:spPr>
        <p:txBody>
          <a:bodyPr/>
          <a:lstStyle/>
          <a:p>
            <a:pPr algn="ctr" eaLnBrk="1" hangingPunct="1"/>
            <a:r>
              <a:rPr lang="en-US" altLang="zh-CN" sz="4000" b="1" dirty="0" smtClean="0">
                <a:ea typeface="隶书" panose="02010509060101010101" pitchFamily="49" charset="-122"/>
              </a:rPr>
              <a:t>2.2.6</a:t>
            </a:r>
            <a:r>
              <a:rPr lang="zh-CN" altLang="en-US" sz="4000" b="1" dirty="0" smtClean="0">
                <a:ea typeface="隶书" panose="02010509060101010101" pitchFamily="49" charset="-122"/>
              </a:rPr>
              <a:t>、</a:t>
            </a:r>
            <a:r>
              <a:rPr lang="zh-CN" altLang="en-US" sz="4000" b="1" dirty="0">
                <a:ea typeface="隶书" panose="02010509060101010101" pitchFamily="49" charset="-122"/>
              </a:rPr>
              <a:t>运算符和表达式：</a:t>
            </a:r>
            <a:br>
              <a:rPr lang="en-US" altLang="zh-CN" sz="4000" b="1" dirty="0">
                <a:ea typeface="隶书" panose="02010509060101010101" pitchFamily="49" charset="-122"/>
              </a:rPr>
            </a:br>
            <a:r>
              <a:rPr lang="zh-CN" altLang="en-US" sz="4000" b="1" dirty="0">
                <a:latin typeface="Times New Roman" panose="02020603050405020304" pitchFamily="18" charset="0"/>
                <a:ea typeface="隶书" panose="02010509060101010101" pitchFamily="49" charset="-122"/>
              </a:rPr>
              <a:t>赋值</a:t>
            </a:r>
            <a:r>
              <a:rPr lang="zh-CN" altLang="en-US" sz="4000" b="1" dirty="0" smtClean="0">
                <a:latin typeface="Times New Roman" panose="02020603050405020304" pitchFamily="18" charset="0"/>
                <a:ea typeface="隶书" panose="02010509060101010101" pitchFamily="49" charset="-122"/>
              </a:rPr>
              <a:t>运算符</a:t>
            </a:r>
            <a:r>
              <a:rPr lang="en-US" altLang="zh-CN" sz="4000" b="1" dirty="0" smtClean="0">
                <a:latin typeface="Times New Roman" panose="02020603050405020304" pitchFamily="18" charset="0"/>
                <a:ea typeface="隶书" panose="02010509060101010101" pitchFamily="49" charset="-122"/>
              </a:rPr>
              <a:t>——</a:t>
            </a:r>
            <a:r>
              <a:rPr lang="zh-CN" altLang="en-US" sz="4000" b="1" dirty="0" smtClean="0">
                <a:latin typeface="Times New Roman" panose="02020603050405020304" pitchFamily="18" charset="0"/>
                <a:ea typeface="隶书" panose="02010509060101010101" pitchFamily="49" charset="-122"/>
              </a:rPr>
              <a:t>赋值中的类型转换</a:t>
            </a:r>
            <a:endParaRPr lang="zh-CN" altLang="en-US" sz="4000" b="1" dirty="0" smtClean="0">
              <a:latin typeface="Times New Roman" panose="02020603050405020304" pitchFamily="18" charset="0"/>
              <a:ea typeface="隶书" panose="02010509060101010101" pitchFamily="49" charset="-122"/>
            </a:endParaRPr>
          </a:p>
        </p:txBody>
      </p:sp>
      <p:sp>
        <p:nvSpPr>
          <p:cNvPr id="22531"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22532" name="Rectangle 4"/>
          <p:cNvSpPr>
            <a:spLocks noChangeArrowheads="1"/>
          </p:cNvSpPr>
          <p:nvPr/>
        </p:nvSpPr>
        <p:spPr bwMode="auto">
          <a:xfrm>
            <a:off x="1042988" y="1700213"/>
            <a:ext cx="7888287" cy="504825"/>
          </a:xfrm>
          <a:prstGeom prst="rect">
            <a:avLst/>
          </a:prstGeom>
          <a:solidFill>
            <a:srgbClr val="ECECEC"/>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ctr" eaLnBrk="1" hangingPunct="1">
              <a:buClr>
                <a:srgbClr val="000099"/>
              </a:buClr>
              <a:buFont typeface="Wingdings" panose="05000000000000000000" pitchFamily="2" charset="2"/>
              <a:buNone/>
            </a:pPr>
            <a:r>
              <a:rPr lang="zh-CN" altLang="en-US" sz="2800" b="1">
                <a:solidFill>
                  <a:srgbClr val="CC0000"/>
                </a:solidFill>
                <a:latin typeface="Times New Roman" panose="02020603050405020304" pitchFamily="18" charset="0"/>
                <a:ea typeface="华文楷体" panose="02010600040101010101" pitchFamily="2" charset="-122"/>
              </a:rPr>
              <a:t>整型类别数据之间的转换</a:t>
            </a:r>
            <a:endParaRPr lang="zh-CN" altLang="en-US" sz="2800" b="1">
              <a:solidFill>
                <a:srgbClr val="CC0000"/>
              </a:solidFill>
              <a:latin typeface="Times New Roman" panose="02020603050405020304" pitchFamily="18" charset="0"/>
              <a:ea typeface="华文楷体" panose="02010600040101010101" pitchFamily="2" charset="-122"/>
            </a:endParaRPr>
          </a:p>
        </p:txBody>
      </p:sp>
      <p:sp>
        <p:nvSpPr>
          <p:cNvPr id="22533"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137222" name="Rectangle 6"/>
          <p:cNvSpPr>
            <a:spLocks noChangeArrowheads="1"/>
          </p:cNvSpPr>
          <p:nvPr/>
        </p:nvSpPr>
        <p:spPr bwMode="auto">
          <a:xfrm>
            <a:off x="1042988" y="2349500"/>
            <a:ext cx="7888287" cy="2663825"/>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spcBef>
                <a:spcPct val="0"/>
              </a:spcBef>
              <a:buClr>
                <a:srgbClr val="000099"/>
              </a:buClr>
              <a:buFont typeface="Wingdings" panose="05000000000000000000" pitchFamily="2" charset="2"/>
              <a:buNone/>
            </a:pPr>
            <a:r>
              <a:rPr lang="zh-CN" altLang="en-US" sz="2800" b="1" dirty="0">
                <a:solidFill>
                  <a:srgbClr val="FFFF00"/>
                </a:solidFill>
                <a:latin typeface="华文彩云" panose="02010800040101010101" pitchFamily="2" charset="-122"/>
                <a:ea typeface="华文彩云" panose="02010800040101010101" pitchFamily="2" charset="-122"/>
              </a:rPr>
              <a:t>长→短</a:t>
            </a:r>
            <a:endParaRPr lang="zh-CN" altLang="zh-CN" sz="2800" b="1" dirty="0">
              <a:solidFill>
                <a:srgbClr val="FFFF00"/>
              </a:solidFill>
              <a:latin typeface="华文彩云" panose="02010800040101010101" pitchFamily="2" charset="-122"/>
              <a:ea typeface="华文彩云" panose="02010800040101010101" pitchFamily="2" charset="-122"/>
            </a:endParaRPr>
          </a:p>
          <a:p>
            <a:pPr lvl="1" algn="l" eaLnBrk="1" hangingPunct="1">
              <a:spcBef>
                <a:spcPct val="0"/>
              </a:spcBef>
              <a:buClr>
                <a:srgbClr val="000099"/>
              </a:buClr>
              <a:buNone/>
            </a:pPr>
            <a:r>
              <a:rPr lang="zh-CN" altLang="en-US" sz="2400" b="1" dirty="0">
                <a:solidFill>
                  <a:srgbClr val="FFFF00"/>
                </a:solidFill>
                <a:latin typeface="华文楷体" panose="02010600040101010101" pitchFamily="2" charset="-122"/>
                <a:ea typeface="华文楷体" panose="02010600040101010101" pitchFamily="2" charset="-122"/>
              </a:rPr>
              <a:t>规则：</a:t>
            </a:r>
            <a:r>
              <a:rPr lang="zh-CN" altLang="en-US" sz="2400" b="1" dirty="0">
                <a:latin typeface="华文楷体" panose="02010600040101010101" pitchFamily="2" charset="-122"/>
                <a:ea typeface="华文楷体" panose="02010600040101010101" pitchFamily="2" charset="-122"/>
              </a:rPr>
              <a:t>截取低位赋值，丢弃高位。</a:t>
            </a:r>
            <a:endParaRPr lang="zh-CN" altLang="en-US" sz="2400" b="1" dirty="0">
              <a:latin typeface="华文楷体" panose="02010600040101010101" pitchFamily="2" charset="-122"/>
              <a:ea typeface="华文楷体" panose="02010600040101010101" pitchFamily="2" charset="-122"/>
            </a:endParaRPr>
          </a:p>
          <a:p>
            <a:pPr lvl="1" algn="l" eaLnBrk="1" hangingPunct="1">
              <a:spcBef>
                <a:spcPct val="0"/>
              </a:spcBef>
              <a:buFont typeface="Wingdings" panose="05000000000000000000" pitchFamily="2" charset="2"/>
              <a:buNone/>
            </a:pPr>
            <a:r>
              <a:rPr lang="zh-CN" altLang="en-US" sz="2400" b="1" dirty="0">
                <a:latin typeface="Times New Roman" panose="02020603050405020304" pitchFamily="18" charset="0"/>
                <a:ea typeface="华文楷体" panose="02010600040101010101" pitchFamily="2" charset="-122"/>
              </a:rPr>
              <a:t>例如：</a:t>
            </a:r>
            <a:endParaRPr lang="zh-CN" altLang="en-US" sz="2400" b="1" dirty="0">
              <a:latin typeface="Times New Roman" panose="02020603050405020304" pitchFamily="18" charset="0"/>
              <a:ea typeface="华文楷体" panose="02010600040101010101" pitchFamily="2" charset="-122"/>
            </a:endParaRPr>
          </a:p>
          <a:p>
            <a:pPr lvl="1" algn="l" eaLnBrk="1" hangingPunct="1">
              <a:spcBef>
                <a:spcPct val="0"/>
              </a:spcBef>
              <a:buFont typeface="Wingdings" panose="05000000000000000000" pitchFamily="2" charset="2"/>
              <a:buNone/>
            </a:pPr>
            <a:r>
              <a:rPr lang="zh-CN" altLang="en-US" sz="2400" b="1" dirty="0">
                <a:latin typeface="Times New Roman" panose="02020603050405020304" pitchFamily="18" charset="0"/>
                <a:ea typeface="华文楷体" panose="02010600040101010101" pitchFamily="2" charset="-122"/>
              </a:rPr>
              <a:t>　</a:t>
            </a:r>
            <a:r>
              <a:rPr lang="en-US" altLang="zh-CN" sz="2400" b="1" dirty="0">
                <a:latin typeface="Times New Roman" panose="02020603050405020304" pitchFamily="18" charset="0"/>
                <a:ea typeface="华文楷体" panose="02010600040101010101" pitchFamily="2" charset="-122"/>
              </a:rPr>
              <a:t>unsigned char  c;		</a:t>
            </a:r>
            <a:endParaRPr lang="en-US" altLang="zh-CN" sz="2400" b="1" dirty="0">
              <a:latin typeface="Times New Roman" panose="02020603050405020304" pitchFamily="18" charset="0"/>
              <a:ea typeface="华文楷体" panose="02010600040101010101" pitchFamily="2" charset="-122"/>
            </a:endParaRPr>
          </a:p>
          <a:p>
            <a:pPr lvl="1" algn="l" eaLnBrk="1" hangingPunct="1">
              <a:spcBef>
                <a:spcPct val="0"/>
              </a:spcBef>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     short </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x;						</a:t>
            </a:r>
            <a:endParaRPr lang="en-US" altLang="zh-CN" sz="2400" b="1" dirty="0">
              <a:latin typeface="Times New Roman" panose="02020603050405020304" pitchFamily="18" charset="0"/>
              <a:ea typeface="华文楷体" panose="02010600040101010101" pitchFamily="2" charset="-122"/>
            </a:endParaRPr>
          </a:p>
          <a:p>
            <a:pPr lvl="1" algn="l" eaLnBrk="1" hangingPunct="1">
              <a:spcBef>
                <a:spcPct val="0"/>
              </a:spcBef>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     x=0xff76;	    </a:t>
            </a:r>
            <a:endParaRPr lang="en-US" altLang="zh-CN" sz="2400" b="1" dirty="0">
              <a:latin typeface="Times New Roman" panose="02020603050405020304" pitchFamily="18" charset="0"/>
              <a:ea typeface="华文楷体" panose="02010600040101010101" pitchFamily="2" charset="-122"/>
            </a:endParaRPr>
          </a:p>
          <a:p>
            <a:pPr lvl="1" algn="l" eaLnBrk="1" hangingPunct="1">
              <a:spcBef>
                <a:spcPct val="0"/>
              </a:spcBef>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     c=x;</a:t>
            </a:r>
            <a:endParaRPr lang="en-US" altLang="zh-CN" sz="2400" b="1" dirty="0">
              <a:latin typeface="Times New Roman" panose="02020603050405020304" pitchFamily="18" charset="0"/>
              <a:ea typeface="华文楷体" panose="02010600040101010101" pitchFamily="2" charset="-122"/>
            </a:endParaRPr>
          </a:p>
          <a:p>
            <a:pPr lvl="1" algn="l" eaLnBrk="1" hangingPunct="1">
              <a:spcBef>
                <a:spcPct val="0"/>
              </a:spcBef>
              <a:buFont typeface="Wingdings" panose="05000000000000000000" pitchFamily="2" charset="2"/>
              <a:buNone/>
            </a:pPr>
            <a:r>
              <a:rPr lang="en-US" altLang="zh-CN" sz="1900" b="1" dirty="0">
                <a:latin typeface="Times New Roman" panose="02020603050405020304" pitchFamily="18" charset="0"/>
                <a:ea typeface="华文楷体" panose="02010600040101010101" pitchFamily="2" charset="-122"/>
              </a:rPr>
              <a:t>		</a:t>
            </a:r>
            <a:endParaRPr lang="en-US" altLang="zh-CN" sz="1900" b="1" dirty="0">
              <a:latin typeface="Times New Roman" panose="02020603050405020304" pitchFamily="18" charset="0"/>
              <a:ea typeface="华文楷体" panose="02010600040101010101" pitchFamily="2" charset="-122"/>
            </a:endParaRPr>
          </a:p>
        </p:txBody>
      </p:sp>
      <p:grpSp>
        <p:nvGrpSpPr>
          <p:cNvPr id="2" name="Group 8"/>
          <p:cNvGrpSpPr/>
          <p:nvPr/>
        </p:nvGrpSpPr>
        <p:grpSpPr bwMode="auto">
          <a:xfrm>
            <a:off x="2195513" y="5229225"/>
            <a:ext cx="5491162" cy="1044575"/>
            <a:chOff x="1383" y="3385"/>
            <a:chExt cx="3459" cy="658"/>
          </a:xfrm>
        </p:grpSpPr>
        <p:sp>
          <p:nvSpPr>
            <p:cNvPr id="22536" name="Rectangle 9"/>
            <p:cNvSpPr>
              <a:spLocks noChangeArrowheads="1"/>
            </p:cNvSpPr>
            <p:nvPr/>
          </p:nvSpPr>
          <p:spPr bwMode="auto">
            <a:xfrm>
              <a:off x="3484" y="3409"/>
              <a:ext cx="1344" cy="19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buClrTx/>
                <a:buSzTx/>
                <a:buFontTx/>
                <a:buNone/>
              </a:pPr>
              <a:r>
                <a:rPr kumimoji="1" lang="en-US" altLang="zh-CN" sz="2000" b="1" dirty="0">
                  <a:solidFill>
                    <a:srgbClr val="FFFF00"/>
                  </a:solidFill>
                  <a:latin typeface="宋体" panose="02010600030101010101" pitchFamily="2" charset="-122"/>
                </a:rPr>
                <a:t>0 1 1 1 0 1 1 0</a:t>
              </a:r>
              <a:endParaRPr kumimoji="1" lang="en-US" altLang="zh-CN" sz="2000" b="1" dirty="0">
                <a:solidFill>
                  <a:srgbClr val="FFFF00"/>
                </a:solidFill>
                <a:latin typeface="宋体" panose="02010600030101010101" pitchFamily="2" charset="-122"/>
              </a:endParaRPr>
            </a:p>
          </p:txBody>
        </p:sp>
        <p:sp>
          <p:nvSpPr>
            <p:cNvPr id="22537" name="Rectangle 10"/>
            <p:cNvSpPr>
              <a:spLocks noChangeArrowheads="1"/>
            </p:cNvSpPr>
            <p:nvPr/>
          </p:nvSpPr>
          <p:spPr bwMode="auto">
            <a:xfrm>
              <a:off x="3498" y="3838"/>
              <a:ext cx="1344" cy="19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buClrTx/>
                <a:buSzTx/>
                <a:buFontTx/>
                <a:buNone/>
              </a:pPr>
              <a:r>
                <a:rPr kumimoji="1" lang="en-US" altLang="zh-CN" sz="2000" b="1" dirty="0">
                  <a:solidFill>
                    <a:srgbClr val="FFFF00"/>
                  </a:solidFill>
                  <a:latin typeface="宋体" panose="02010600030101010101" pitchFamily="2" charset="-122"/>
                </a:rPr>
                <a:t>0 1 1 1 0 1 1 0</a:t>
              </a:r>
              <a:endParaRPr kumimoji="1" lang="en-US" altLang="zh-CN" sz="2000" b="1" dirty="0">
                <a:solidFill>
                  <a:srgbClr val="FFFF00"/>
                </a:solidFill>
                <a:latin typeface="宋体" panose="02010600030101010101" pitchFamily="2" charset="-122"/>
              </a:endParaRPr>
            </a:p>
          </p:txBody>
        </p:sp>
        <p:sp>
          <p:nvSpPr>
            <p:cNvPr id="22538" name="Rectangle 11"/>
            <p:cNvSpPr>
              <a:spLocks noChangeArrowheads="1"/>
            </p:cNvSpPr>
            <p:nvPr/>
          </p:nvSpPr>
          <p:spPr bwMode="auto">
            <a:xfrm>
              <a:off x="2154" y="3838"/>
              <a:ext cx="1344" cy="19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buClrTx/>
                <a:buSzTx/>
                <a:buFontTx/>
                <a:buNone/>
              </a:pPr>
              <a:r>
                <a:rPr kumimoji="1" lang="en-US" altLang="zh-CN" sz="2000" b="1">
                  <a:latin typeface="宋体" panose="02010600030101010101" pitchFamily="2" charset="-122"/>
                </a:rPr>
                <a:t>1 1 1 1 1 1 1 1</a:t>
              </a:r>
              <a:endParaRPr kumimoji="1" lang="en-US" altLang="zh-CN" sz="2000" b="1">
                <a:latin typeface="宋体" panose="02010600030101010101" pitchFamily="2" charset="-122"/>
              </a:endParaRPr>
            </a:p>
          </p:txBody>
        </p:sp>
        <p:sp>
          <p:nvSpPr>
            <p:cNvPr id="22539" name="Line 12"/>
            <p:cNvSpPr>
              <a:spLocks noChangeShapeType="1"/>
            </p:cNvSpPr>
            <p:nvPr/>
          </p:nvSpPr>
          <p:spPr bwMode="auto">
            <a:xfrm>
              <a:off x="4150" y="3612"/>
              <a:ext cx="6" cy="197"/>
            </a:xfrm>
            <a:prstGeom prst="line">
              <a:avLst/>
            </a:prstGeom>
            <a:noFill/>
            <a:ln w="76200">
              <a:solidFill>
                <a:srgbClr val="000099"/>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2540" name="Text Box 13"/>
            <p:cNvSpPr txBox="1">
              <a:spLocks noChangeArrowheads="1"/>
            </p:cNvSpPr>
            <p:nvPr/>
          </p:nvSpPr>
          <p:spPr bwMode="auto">
            <a:xfrm>
              <a:off x="2925" y="3385"/>
              <a:ext cx="72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spcBef>
                  <a:spcPct val="50000"/>
                </a:spcBef>
                <a:buSzPct val="75000"/>
                <a:buFont typeface="Wingdings" panose="05000000000000000000" pitchFamily="2" charset="2"/>
                <a:buNone/>
              </a:pPr>
              <a:r>
                <a:rPr lang="zh-CN" altLang="en-US" sz="2000" b="1">
                  <a:latin typeface="Times New Roman" panose="02020603050405020304" pitchFamily="18" charset="0"/>
                  <a:ea typeface="华文楷体" panose="02010600040101010101" pitchFamily="2" charset="-122"/>
                </a:rPr>
                <a:t>变量</a:t>
              </a:r>
              <a:r>
                <a:rPr lang="en-US" altLang="zh-CN" sz="2000" b="1">
                  <a:latin typeface="Times New Roman" panose="02020603050405020304" pitchFamily="18" charset="0"/>
                  <a:ea typeface="华文楷体" panose="02010600040101010101" pitchFamily="2" charset="-122"/>
                </a:rPr>
                <a:t>c</a:t>
              </a:r>
              <a:endParaRPr lang="en-US" altLang="zh-CN" sz="2000" b="1">
                <a:latin typeface="Times New Roman" panose="02020603050405020304" pitchFamily="18" charset="0"/>
                <a:ea typeface="华文楷体" panose="02010600040101010101" pitchFamily="2" charset="-122"/>
              </a:endParaRPr>
            </a:p>
          </p:txBody>
        </p:sp>
        <p:sp>
          <p:nvSpPr>
            <p:cNvPr id="22541" name="Text Box 14"/>
            <p:cNvSpPr txBox="1">
              <a:spLocks noChangeArrowheads="1"/>
            </p:cNvSpPr>
            <p:nvPr/>
          </p:nvSpPr>
          <p:spPr bwMode="auto">
            <a:xfrm>
              <a:off x="1383" y="3793"/>
              <a:ext cx="72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spcBef>
                  <a:spcPct val="50000"/>
                </a:spcBef>
                <a:buSzPct val="75000"/>
                <a:buFont typeface="Wingdings" panose="05000000000000000000" pitchFamily="2" charset="2"/>
                <a:buNone/>
              </a:pPr>
              <a:r>
                <a:rPr lang="zh-CN" altLang="en-US" sz="2000" b="1">
                  <a:latin typeface="Times New Roman" panose="02020603050405020304" pitchFamily="18" charset="0"/>
                  <a:ea typeface="华文楷体" panose="02010600040101010101" pitchFamily="2" charset="-122"/>
                </a:rPr>
                <a:t>变量</a:t>
              </a:r>
              <a:r>
                <a:rPr lang="en-US" altLang="zh-CN" sz="2000" b="1">
                  <a:latin typeface="Times New Roman" panose="02020603050405020304" pitchFamily="18" charset="0"/>
                  <a:ea typeface="华文楷体" panose="02010600040101010101" pitchFamily="2" charset="-122"/>
                </a:rPr>
                <a:t>x</a:t>
              </a:r>
              <a:endParaRPr lang="en-US" altLang="zh-CN" sz="2000" b="1">
                <a:latin typeface="Times New Roman" panose="02020603050405020304" pitchFamily="18" charset="0"/>
                <a:ea typeface="华文楷体" panose="0201060004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7222"/>
                                        </p:tgtEl>
                                        <p:attrNameLst>
                                          <p:attrName>style.visibility</p:attrName>
                                        </p:attrNameLst>
                                      </p:cBhvr>
                                      <p:to>
                                        <p:strVal val="visible"/>
                                      </p:to>
                                    </p:set>
                                    <p:animEffect transition="in" filter="blinds(horizontal)">
                                      <p:cBhvr>
                                        <p:cTn id="7" dur="500"/>
                                        <p:tgtEl>
                                          <p:spTgt spid="13722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2"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28650" y="188640"/>
            <a:ext cx="7886700" cy="1325563"/>
          </a:xfrm>
        </p:spPr>
        <p:txBody>
          <a:bodyPr/>
          <a:lstStyle/>
          <a:p>
            <a:pPr algn="ctr" eaLnBrk="1" hangingPunct="1"/>
            <a:r>
              <a:rPr lang="en-US" altLang="zh-CN" sz="4000" b="1" dirty="0" smtClean="0">
                <a:ea typeface="隶书" panose="02010509060101010101" pitchFamily="49" charset="-122"/>
              </a:rPr>
              <a:t>2.2.6</a:t>
            </a:r>
            <a:r>
              <a:rPr lang="zh-CN" altLang="en-US" sz="4000" b="1" dirty="0" smtClean="0">
                <a:ea typeface="隶书" panose="02010509060101010101" pitchFamily="49" charset="-122"/>
              </a:rPr>
              <a:t>、</a:t>
            </a:r>
            <a:r>
              <a:rPr lang="zh-CN" altLang="en-US" sz="4000" b="1" dirty="0">
                <a:ea typeface="隶书" panose="02010509060101010101" pitchFamily="49" charset="-122"/>
              </a:rPr>
              <a:t>运算符和表达式：</a:t>
            </a:r>
            <a:br>
              <a:rPr lang="en-US" altLang="zh-CN" sz="4000" b="1" dirty="0">
                <a:ea typeface="隶书" panose="02010509060101010101" pitchFamily="49" charset="-122"/>
              </a:rPr>
            </a:br>
            <a:r>
              <a:rPr lang="zh-CN" altLang="en-US" sz="4000" b="1" dirty="0">
                <a:latin typeface="Times New Roman" panose="02020603050405020304" pitchFamily="18" charset="0"/>
                <a:ea typeface="隶书" panose="02010509060101010101" pitchFamily="49" charset="-122"/>
              </a:rPr>
              <a:t>赋值</a:t>
            </a:r>
            <a:r>
              <a:rPr lang="zh-CN" altLang="en-US" sz="4000" b="1" dirty="0" smtClean="0">
                <a:latin typeface="Times New Roman" panose="02020603050405020304" pitchFamily="18" charset="0"/>
                <a:ea typeface="隶书" panose="02010509060101010101" pitchFamily="49" charset="-122"/>
              </a:rPr>
              <a:t>运算符</a:t>
            </a:r>
            <a:r>
              <a:rPr lang="en-US" altLang="zh-CN" sz="4000" b="1" dirty="0" smtClean="0">
                <a:latin typeface="Times New Roman" panose="02020603050405020304" pitchFamily="18" charset="0"/>
                <a:ea typeface="隶书" panose="02010509060101010101" pitchFamily="49" charset="-122"/>
              </a:rPr>
              <a:t>——</a:t>
            </a:r>
            <a:r>
              <a:rPr lang="zh-CN" altLang="en-US" sz="4000" b="1" dirty="0" smtClean="0">
                <a:latin typeface="Times New Roman" panose="02020603050405020304" pitchFamily="18" charset="0"/>
                <a:ea typeface="隶书" panose="02010509060101010101" pitchFamily="49" charset="-122"/>
              </a:rPr>
              <a:t>复合赋值运算符</a:t>
            </a:r>
            <a:endParaRPr lang="zh-CN" altLang="en-US" sz="4000" b="1" dirty="0" smtClean="0">
              <a:latin typeface="Times New Roman" panose="02020603050405020304" pitchFamily="18" charset="0"/>
              <a:ea typeface="隶书" panose="02010509060101010101" pitchFamily="49" charset="-122"/>
            </a:endParaRPr>
          </a:p>
        </p:txBody>
      </p:sp>
      <p:sp>
        <p:nvSpPr>
          <p:cNvPr id="24579"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24580"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24581" name="Rectangle 7"/>
          <p:cNvSpPr>
            <a:spLocks noChangeArrowheads="1"/>
          </p:cNvSpPr>
          <p:nvPr/>
        </p:nvSpPr>
        <p:spPr bwMode="auto">
          <a:xfrm>
            <a:off x="1004888" y="2781300"/>
            <a:ext cx="7888287" cy="1008063"/>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Clr>
                <a:srgbClr val="000099"/>
              </a:buClr>
              <a:buFont typeface="Wingdings" panose="05000000000000000000" pitchFamily="2" charset="2"/>
              <a:buNone/>
            </a:pPr>
            <a:r>
              <a:rPr lang="zh-CN" altLang="en-US" sz="2800" b="1" dirty="0">
                <a:latin typeface="Times New Roman" panose="02020603050405020304" pitchFamily="18" charset="0"/>
                <a:ea typeface="华文楷体" panose="02010600040101010101" pitchFamily="2" charset="-122"/>
              </a:rPr>
              <a:t>赋值语句的变异：等价于</a:t>
            </a:r>
            <a:endParaRPr lang="zh-CN" altLang="en-US" sz="2800" b="1" dirty="0">
              <a:latin typeface="Times New Roman" panose="02020603050405020304" pitchFamily="18" charset="0"/>
              <a:ea typeface="华文楷体" panose="02010600040101010101" pitchFamily="2" charset="-122"/>
            </a:endParaRPr>
          </a:p>
          <a:p>
            <a:pPr lvl="1" algn="l" eaLnBrk="1" hangingPunct="1">
              <a:buClr>
                <a:srgbClr val="000099"/>
              </a:buClr>
              <a:buFont typeface="Wingdings" panose="05000000000000000000" pitchFamily="2" charset="2"/>
              <a:buNone/>
            </a:pPr>
            <a:r>
              <a:rPr lang="zh-CN" altLang="en-US" sz="2800" b="1" dirty="0">
                <a:latin typeface="Times New Roman" panose="02020603050405020304" pitchFamily="18" charset="0"/>
                <a:ea typeface="华文楷体" panose="02010600040101010101" pitchFamily="2" charset="-122"/>
              </a:rPr>
              <a:t>            </a:t>
            </a:r>
            <a:r>
              <a:rPr lang="zh-CN" altLang="en-US" sz="2800" b="1" dirty="0">
                <a:solidFill>
                  <a:srgbClr val="FFFF00"/>
                </a:solidFill>
                <a:latin typeface="Times New Roman" panose="02020603050405020304" pitchFamily="18" charset="0"/>
                <a:ea typeface="华文楷体" panose="02010600040101010101" pitchFamily="2" charset="-122"/>
              </a:rPr>
              <a:t>对象名称 </a:t>
            </a:r>
            <a:r>
              <a:rPr lang="en-US" altLang="zh-CN" sz="2800" b="1" dirty="0">
                <a:solidFill>
                  <a:srgbClr val="FFFF00"/>
                </a:solidFill>
                <a:latin typeface="Times New Roman" panose="02020603050405020304" pitchFamily="18" charset="0"/>
                <a:ea typeface="华文楷体" panose="02010600040101010101" pitchFamily="2" charset="-122"/>
              </a:rPr>
              <a:t>=</a:t>
            </a:r>
            <a:r>
              <a:rPr lang="zh-CN" altLang="en-US" sz="2800" b="1" dirty="0">
                <a:solidFill>
                  <a:srgbClr val="FFFF00"/>
                </a:solidFill>
                <a:latin typeface="Times New Roman" panose="02020603050405020304" pitchFamily="18" charset="0"/>
                <a:ea typeface="华文楷体" panose="02010600040101010101" pitchFamily="2" charset="-122"/>
              </a:rPr>
              <a:t>对象名称 运算符 </a:t>
            </a:r>
            <a:r>
              <a:rPr lang="en-US" altLang="zh-CN" sz="2800" b="1" dirty="0">
                <a:solidFill>
                  <a:srgbClr val="FFFF00"/>
                </a:solidFill>
                <a:latin typeface="Times New Roman" panose="02020603050405020304" pitchFamily="18" charset="0"/>
                <a:ea typeface="华文楷体" panose="02010600040101010101" pitchFamily="2" charset="-122"/>
              </a:rPr>
              <a:t>(</a:t>
            </a:r>
            <a:r>
              <a:rPr lang="zh-CN" altLang="en-US" sz="2800" b="1" dirty="0">
                <a:solidFill>
                  <a:srgbClr val="FFFF00"/>
                </a:solidFill>
                <a:latin typeface="Times New Roman" panose="02020603050405020304" pitchFamily="18" charset="0"/>
                <a:ea typeface="华文楷体" panose="02010600040101010101" pitchFamily="2" charset="-122"/>
              </a:rPr>
              <a:t>表达式</a:t>
            </a:r>
            <a:r>
              <a:rPr lang="en-US" altLang="zh-CN" sz="2800" b="1" dirty="0">
                <a:solidFill>
                  <a:srgbClr val="FFFF00"/>
                </a:solidFill>
                <a:latin typeface="Times New Roman" panose="02020603050405020304" pitchFamily="18" charset="0"/>
                <a:ea typeface="华文楷体" panose="02010600040101010101" pitchFamily="2" charset="-122"/>
              </a:rPr>
              <a:t>)</a:t>
            </a:r>
            <a:endParaRPr lang="en-US" altLang="zh-CN" sz="2800" b="1" dirty="0">
              <a:solidFill>
                <a:srgbClr val="FFFF00"/>
              </a:solidFill>
              <a:latin typeface="Times New Roman" panose="02020603050405020304" pitchFamily="18" charset="0"/>
              <a:ea typeface="华文楷体" panose="02010600040101010101" pitchFamily="2" charset="-122"/>
            </a:endParaRPr>
          </a:p>
        </p:txBody>
      </p:sp>
      <p:sp>
        <p:nvSpPr>
          <p:cNvPr id="24582" name="Rectangle 8"/>
          <p:cNvSpPr>
            <a:spLocks noChangeArrowheads="1"/>
          </p:cNvSpPr>
          <p:nvPr/>
        </p:nvSpPr>
        <p:spPr bwMode="auto">
          <a:xfrm>
            <a:off x="1004888" y="4294188"/>
            <a:ext cx="7888287" cy="1439862"/>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Clr>
                <a:srgbClr val="000099"/>
              </a:buClr>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x-=10</a:t>
            </a:r>
            <a:r>
              <a:rPr lang="zh-CN" altLang="en-US" sz="2400" b="1">
                <a:latin typeface="Times New Roman" panose="02020603050405020304" pitchFamily="18" charset="0"/>
                <a:ea typeface="华文楷体" panose="02010600040101010101" pitchFamily="2" charset="-122"/>
              </a:rPr>
              <a:t>；</a:t>
            </a:r>
            <a:endParaRPr lang="zh-CN" altLang="en-US" sz="2400" b="1">
              <a:latin typeface="Times New Roman" panose="02020603050405020304" pitchFamily="18" charset="0"/>
              <a:ea typeface="华文楷体" panose="02010600040101010101" pitchFamily="2" charset="-122"/>
            </a:endParaRPr>
          </a:p>
          <a:p>
            <a:pPr lvl="1" algn="l" eaLnBrk="1" hangingPunct="1">
              <a:buClr>
                <a:srgbClr val="000099"/>
              </a:buClr>
              <a:buFont typeface="Wingdings" panose="05000000000000000000" pitchFamily="2" charset="2"/>
              <a:buNone/>
            </a:pPr>
            <a:r>
              <a:rPr lang="zh-CN" altLang="en-US" sz="2400" b="1">
                <a:latin typeface="Times New Roman" panose="02020603050405020304" pitchFamily="18" charset="0"/>
                <a:ea typeface="华文楷体" panose="02010600040101010101" pitchFamily="2" charset="-122"/>
              </a:rPr>
              <a:t>等价于</a:t>
            </a:r>
            <a:endParaRPr lang="zh-CN" altLang="en-US" sz="2400" b="1">
              <a:latin typeface="Times New Roman" panose="02020603050405020304" pitchFamily="18" charset="0"/>
              <a:ea typeface="华文楷体" panose="02010600040101010101" pitchFamily="2" charset="-122"/>
            </a:endParaRPr>
          </a:p>
          <a:p>
            <a:pPr lvl="1" algn="l" eaLnBrk="1" hangingPunct="1">
              <a:buClr>
                <a:srgbClr val="000099"/>
              </a:buClr>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x=x-10;</a:t>
            </a:r>
            <a:endParaRPr lang="en-US" altLang="zh-CN" sz="2400" b="1">
              <a:latin typeface="Times New Roman" panose="02020603050405020304" pitchFamily="18" charset="0"/>
              <a:ea typeface="华文楷体" panose="02010600040101010101" pitchFamily="2" charset="-122"/>
            </a:endParaRPr>
          </a:p>
        </p:txBody>
      </p:sp>
      <p:sp>
        <p:nvSpPr>
          <p:cNvPr id="24583" name="Rectangle 9"/>
          <p:cNvSpPr>
            <a:spLocks noChangeArrowheads="1"/>
          </p:cNvSpPr>
          <p:nvPr/>
        </p:nvSpPr>
        <p:spPr bwMode="auto">
          <a:xfrm>
            <a:off x="1004888" y="1771650"/>
            <a:ext cx="7888287" cy="504825"/>
          </a:xfrm>
          <a:prstGeom prst="rect">
            <a:avLst/>
          </a:prstGeom>
          <a:solidFill>
            <a:srgbClr val="ECECEC"/>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ctr" eaLnBrk="1" hangingPunct="1">
              <a:buClr>
                <a:srgbClr val="000099"/>
              </a:buClr>
              <a:buFont typeface="Wingdings" panose="05000000000000000000" pitchFamily="2" charset="2"/>
              <a:buNone/>
            </a:pPr>
            <a:r>
              <a:rPr lang="zh-CN" altLang="en-US" sz="2800" b="1">
                <a:solidFill>
                  <a:srgbClr val="CC0000"/>
                </a:solidFill>
                <a:latin typeface="Times New Roman" panose="02020603050405020304" pitchFamily="18" charset="0"/>
                <a:ea typeface="华文楷体" panose="02010600040101010101" pitchFamily="2" charset="-122"/>
              </a:rPr>
              <a:t>对象名称 运算符</a:t>
            </a:r>
            <a:r>
              <a:rPr lang="en-US" altLang="zh-CN" sz="2800" b="1">
                <a:solidFill>
                  <a:srgbClr val="CC0000"/>
                </a:solidFill>
                <a:latin typeface="Times New Roman" panose="02020603050405020304" pitchFamily="18" charset="0"/>
                <a:ea typeface="华文楷体" panose="02010600040101010101" pitchFamily="2" charset="-122"/>
              </a:rPr>
              <a:t>=</a:t>
            </a:r>
            <a:r>
              <a:rPr lang="zh-CN" altLang="en-US" sz="2800" b="1">
                <a:solidFill>
                  <a:srgbClr val="CC0000"/>
                </a:solidFill>
                <a:latin typeface="Times New Roman" panose="02020603050405020304" pitchFamily="18" charset="0"/>
                <a:ea typeface="华文楷体" panose="02010600040101010101" pitchFamily="2" charset="-122"/>
              </a:rPr>
              <a:t>表达式</a:t>
            </a:r>
            <a:endParaRPr lang="zh-CN" altLang="en-US" sz="2800" b="1">
              <a:solidFill>
                <a:srgbClr val="CC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algn="ctr"/>
            <a:r>
              <a:rPr lang="en-US" altLang="zh-CN" sz="4000" b="1" dirty="0" smtClean="0">
                <a:ea typeface="隶书" panose="02010509060101010101" pitchFamily="49" charset="-122"/>
              </a:rPr>
              <a:t>2.2.6</a:t>
            </a:r>
            <a:r>
              <a:rPr lang="zh-CN" altLang="en-US" sz="4000" b="1" dirty="0" smtClean="0">
                <a:ea typeface="隶书" panose="02010509060101010101" pitchFamily="49" charset="-122"/>
              </a:rPr>
              <a:t>、</a:t>
            </a:r>
            <a:r>
              <a:rPr lang="zh-CN" altLang="en-US" sz="4000" b="1" dirty="0">
                <a:ea typeface="隶书" panose="02010509060101010101" pitchFamily="49" charset="-122"/>
              </a:rPr>
              <a:t>运算符和表达式</a:t>
            </a:r>
            <a:r>
              <a:rPr lang="zh-CN" altLang="en-US" sz="4000" b="1" dirty="0" smtClean="0">
                <a:ea typeface="隶书" panose="02010509060101010101" pitchFamily="49" charset="-122"/>
              </a:rPr>
              <a:t>：</a:t>
            </a:r>
            <a:br>
              <a:rPr lang="en-US" altLang="zh-CN" sz="4000" b="1" dirty="0" smtClean="0">
                <a:ea typeface="隶书" panose="02010509060101010101" pitchFamily="49" charset="-122"/>
              </a:rPr>
            </a:br>
            <a:r>
              <a:rPr lang="zh-CN" altLang="en-US" sz="4000" b="1" dirty="0" smtClean="0">
                <a:ea typeface="隶书" panose="02010509060101010101" pitchFamily="49" charset="-122"/>
              </a:rPr>
              <a:t>逗号</a:t>
            </a:r>
            <a:r>
              <a:rPr lang="zh-CN" altLang="en-US" sz="4000" b="1" dirty="0">
                <a:ea typeface="隶书" panose="02010509060101010101" pitchFamily="49" charset="-122"/>
              </a:rPr>
              <a:t>运算符</a:t>
            </a:r>
            <a:endParaRPr lang="zh-CN" altLang="en-US" sz="4000" b="1" dirty="0">
              <a:ea typeface="隶书" panose="02010509060101010101" pitchFamily="49" charset="-122"/>
            </a:endParaRPr>
          </a:p>
        </p:txBody>
      </p:sp>
      <p:sp>
        <p:nvSpPr>
          <p:cNvPr id="31747"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31748" name="Rectangle 4"/>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31750" name="Rectangle 12"/>
          <p:cNvSpPr>
            <a:spLocks noChangeArrowheads="1"/>
          </p:cNvSpPr>
          <p:nvPr/>
        </p:nvSpPr>
        <p:spPr bwMode="auto">
          <a:xfrm>
            <a:off x="971550" y="1773238"/>
            <a:ext cx="7888288" cy="576262"/>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ctr" eaLnBrk="1" hangingPunct="1">
              <a:buClr>
                <a:srgbClr val="000099"/>
              </a:buClr>
              <a:buFont typeface="Wingdings" panose="05000000000000000000" pitchFamily="2" charset="2"/>
              <a:buNone/>
            </a:pPr>
            <a:r>
              <a:rPr lang="en-US" altLang="zh-CN" sz="2400" b="1">
                <a:solidFill>
                  <a:srgbClr val="FFFF00"/>
                </a:solidFill>
                <a:latin typeface="Times New Roman" panose="02020603050405020304" pitchFamily="18" charset="0"/>
                <a:ea typeface="华文楷体" panose="02010600040101010101" pitchFamily="2" charset="-122"/>
              </a:rPr>
              <a:t>Exp1 , Exp2</a:t>
            </a:r>
            <a:endParaRPr lang="en-US" altLang="zh-CN" sz="2400" b="1">
              <a:solidFill>
                <a:srgbClr val="FFFF00"/>
              </a:solidFill>
              <a:latin typeface="Times New Roman" panose="02020603050405020304" pitchFamily="18" charset="0"/>
              <a:ea typeface="华文楷体" panose="02010600040101010101" pitchFamily="2" charset="-122"/>
            </a:endParaRPr>
          </a:p>
        </p:txBody>
      </p:sp>
      <p:sp>
        <p:nvSpPr>
          <p:cNvPr id="115725" name="Rectangle 13"/>
          <p:cNvSpPr>
            <a:spLocks noChangeArrowheads="1"/>
          </p:cNvSpPr>
          <p:nvPr/>
        </p:nvSpPr>
        <p:spPr bwMode="auto">
          <a:xfrm>
            <a:off x="931863" y="3429000"/>
            <a:ext cx="7888287" cy="1438275"/>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655955" indent="-4762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Clr>
                <a:srgbClr val="000099"/>
              </a:buClr>
              <a:buFont typeface="Wingdings" panose="05000000000000000000" pitchFamily="2" charset="2"/>
              <a:buAutoNum type="arabicPeriod"/>
            </a:pPr>
            <a:r>
              <a:rPr lang="zh-CN" altLang="en-US" sz="2400" b="1">
                <a:latin typeface="Times New Roman" panose="02020603050405020304" pitchFamily="18" charset="0"/>
                <a:ea typeface="华文楷体" panose="02010600040101010101" pitchFamily="2" charset="-122"/>
              </a:rPr>
              <a:t>计算</a:t>
            </a:r>
            <a:r>
              <a:rPr lang="en-US" altLang="zh-CN" sz="2400" b="1">
                <a:latin typeface="Times New Roman" panose="02020603050405020304" pitchFamily="18" charset="0"/>
                <a:ea typeface="华文楷体" panose="02010600040101010101" pitchFamily="2" charset="-122"/>
              </a:rPr>
              <a:t>Exp1</a:t>
            </a:r>
            <a:r>
              <a:rPr lang="zh-CN" altLang="en-US" sz="2400" b="1">
                <a:latin typeface="Times New Roman" panose="02020603050405020304" pitchFamily="18" charset="0"/>
                <a:ea typeface="华文楷体" panose="02010600040101010101" pitchFamily="2" charset="-122"/>
              </a:rPr>
              <a:t>的值；</a:t>
            </a:r>
            <a:endParaRPr lang="zh-CN" altLang="en-US" sz="2400" b="1">
              <a:latin typeface="Times New Roman" panose="02020603050405020304" pitchFamily="18" charset="0"/>
              <a:ea typeface="华文楷体" panose="02010600040101010101" pitchFamily="2" charset="-122"/>
            </a:endParaRPr>
          </a:p>
          <a:p>
            <a:pPr lvl="1" algn="l" eaLnBrk="1" hangingPunct="1">
              <a:buClr>
                <a:srgbClr val="000099"/>
              </a:buClr>
              <a:buFont typeface="Wingdings" panose="05000000000000000000" pitchFamily="2" charset="2"/>
              <a:buAutoNum type="arabicPeriod"/>
            </a:pPr>
            <a:r>
              <a:rPr lang="zh-CN" altLang="en-US" sz="2400" b="1">
                <a:latin typeface="Times New Roman" panose="02020603050405020304" pitchFamily="18" charset="0"/>
                <a:ea typeface="华文楷体" panose="02010600040101010101" pitchFamily="2" charset="-122"/>
              </a:rPr>
              <a:t>计算</a:t>
            </a:r>
            <a:r>
              <a:rPr lang="en-US" altLang="zh-CN" sz="2400" b="1">
                <a:latin typeface="Times New Roman" panose="02020603050405020304" pitchFamily="18" charset="0"/>
                <a:ea typeface="华文楷体" panose="02010600040101010101" pitchFamily="2" charset="-122"/>
              </a:rPr>
              <a:t>Exp2</a:t>
            </a:r>
            <a:r>
              <a:rPr lang="zh-CN" altLang="en-US" sz="2400" b="1">
                <a:latin typeface="Times New Roman" panose="02020603050405020304" pitchFamily="18" charset="0"/>
                <a:ea typeface="华文楷体" panose="02010600040101010101" pitchFamily="2" charset="-122"/>
              </a:rPr>
              <a:t>的值；</a:t>
            </a:r>
            <a:endParaRPr lang="zh-CN" altLang="en-US" sz="2400" b="1">
              <a:latin typeface="Times New Roman" panose="02020603050405020304" pitchFamily="18" charset="0"/>
              <a:ea typeface="华文楷体" panose="02010600040101010101" pitchFamily="2" charset="-122"/>
            </a:endParaRPr>
          </a:p>
          <a:p>
            <a:pPr lvl="1" algn="l" eaLnBrk="1" hangingPunct="1">
              <a:buClr>
                <a:srgbClr val="000099"/>
              </a:buClr>
              <a:buFont typeface="Wingdings" panose="05000000000000000000" pitchFamily="2" charset="2"/>
              <a:buAutoNum type="arabicPeriod"/>
            </a:pPr>
            <a:r>
              <a:rPr lang="zh-CN" altLang="en-US" sz="2400" b="1">
                <a:latin typeface="Times New Roman" panose="02020603050405020304" pitchFamily="18" charset="0"/>
                <a:ea typeface="华文楷体" panose="02010600040101010101" pitchFamily="2" charset="-122"/>
              </a:rPr>
              <a:t>以此类推，以最后一项</a:t>
            </a:r>
            <a:r>
              <a:rPr lang="en-US" altLang="zh-CN" sz="2400" b="1">
                <a:latin typeface="Times New Roman" panose="02020603050405020304" pitchFamily="18" charset="0"/>
                <a:ea typeface="华文楷体" panose="02010600040101010101" pitchFamily="2" charset="-122"/>
              </a:rPr>
              <a:t>Expn</a:t>
            </a:r>
            <a:r>
              <a:rPr lang="zh-CN" altLang="en-US" sz="2400" b="1">
                <a:latin typeface="Times New Roman" panose="02020603050405020304" pitchFamily="18" charset="0"/>
                <a:ea typeface="华文楷体" panose="02010600040101010101" pitchFamily="2" charset="-122"/>
              </a:rPr>
              <a:t>的值作为表达式的结果。</a:t>
            </a:r>
            <a:endParaRPr lang="zh-CN" altLang="en-US" sz="2400" b="1">
              <a:latin typeface="Times New Roman" panose="02020603050405020304" pitchFamily="18" charset="0"/>
              <a:ea typeface="华文楷体" panose="02010600040101010101" pitchFamily="2" charset="-122"/>
            </a:endParaRPr>
          </a:p>
        </p:txBody>
      </p:sp>
      <p:sp>
        <p:nvSpPr>
          <p:cNvPr id="115726" name="Rectangle 14"/>
          <p:cNvSpPr>
            <a:spLocks noChangeArrowheads="1"/>
          </p:cNvSpPr>
          <p:nvPr/>
        </p:nvSpPr>
        <p:spPr bwMode="auto">
          <a:xfrm>
            <a:off x="931863" y="5229225"/>
            <a:ext cx="7888287" cy="935038"/>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Clr>
                <a:srgbClr val="000099"/>
              </a:buClr>
              <a:buFont typeface="Wingdings" panose="05000000000000000000" pitchFamily="2" charset="2"/>
              <a:buNone/>
            </a:pPr>
            <a:r>
              <a:rPr lang="zh-CN" altLang="en-US" sz="2400" b="1">
                <a:latin typeface="Times New Roman" panose="02020603050405020304" pitchFamily="18" charset="0"/>
                <a:ea typeface="华文楷体" panose="02010600040101010101" pitchFamily="2" charset="-122"/>
              </a:rPr>
              <a:t>例：</a:t>
            </a:r>
            <a:r>
              <a:rPr lang="en-US" altLang="zh-CN" sz="2400" b="1">
                <a:latin typeface="Times New Roman" panose="02020603050405020304" pitchFamily="18" charset="0"/>
                <a:ea typeface="华文楷体" panose="02010600040101010101" pitchFamily="2" charset="-122"/>
              </a:rPr>
              <a:t>1</a:t>
            </a:r>
            <a:r>
              <a:rPr lang="zh-CN" altLang="en-US" sz="2400" b="1">
                <a:latin typeface="Times New Roman" panose="02020603050405020304" pitchFamily="18" charset="0"/>
                <a:ea typeface="华文楷体" panose="02010600040101010101" pitchFamily="2" charset="-122"/>
              </a:rPr>
              <a:t>）</a:t>
            </a:r>
            <a:r>
              <a:rPr lang="en-US" altLang="zh-CN" sz="2400" b="1">
                <a:latin typeface="Times New Roman" panose="02020603050405020304" pitchFamily="18" charset="0"/>
                <a:ea typeface="华文楷体" panose="02010600040101010101" pitchFamily="2" charset="-122"/>
              </a:rPr>
              <a:t>a=3*5,a*4                       </a:t>
            </a:r>
            <a:r>
              <a:rPr lang="zh-CN" altLang="en-US" sz="2400" b="1">
                <a:latin typeface="Times New Roman" panose="02020603050405020304" pitchFamily="18" charset="0"/>
                <a:ea typeface="华文楷体" panose="02010600040101010101" pitchFamily="2" charset="-122"/>
              </a:rPr>
              <a:t>结果为</a:t>
            </a:r>
            <a:r>
              <a:rPr lang="en-US" altLang="zh-CN" sz="2400" b="1">
                <a:latin typeface="Times New Roman" panose="02020603050405020304" pitchFamily="18" charset="0"/>
                <a:ea typeface="华文楷体" panose="02010600040101010101" pitchFamily="2" charset="-122"/>
              </a:rPr>
              <a:t>60</a:t>
            </a:r>
            <a:br>
              <a:rPr lang="en-US" altLang="zh-CN" sz="2400" b="1">
                <a:latin typeface="Times New Roman" panose="02020603050405020304" pitchFamily="18" charset="0"/>
                <a:ea typeface="华文楷体" panose="02010600040101010101" pitchFamily="2" charset="-122"/>
              </a:rPr>
            </a:br>
            <a:r>
              <a:rPr lang="en-US" altLang="zh-CN" sz="2400" b="1">
                <a:latin typeface="Times New Roman" panose="02020603050405020304" pitchFamily="18" charset="0"/>
                <a:ea typeface="华文楷体" panose="02010600040101010101" pitchFamily="2" charset="-122"/>
              </a:rPr>
              <a:t>        2</a:t>
            </a:r>
            <a:r>
              <a:rPr lang="zh-CN" altLang="en-US" sz="2400" b="1">
                <a:latin typeface="Times New Roman" panose="02020603050405020304" pitchFamily="18" charset="0"/>
                <a:ea typeface="华文楷体" panose="02010600040101010101" pitchFamily="2" charset="-122"/>
              </a:rPr>
              <a:t>）</a:t>
            </a:r>
            <a:r>
              <a:rPr lang="en-US" altLang="zh-CN" sz="2400" b="1">
                <a:latin typeface="Times New Roman" panose="02020603050405020304" pitchFamily="18" charset="0"/>
                <a:ea typeface="华文楷体" panose="02010600040101010101" pitchFamily="2" charset="-122"/>
              </a:rPr>
              <a:t>(a=3*5,a*4),a+5            </a:t>
            </a:r>
            <a:r>
              <a:rPr lang="zh-CN" altLang="zh-CN" sz="2400" b="1">
                <a:latin typeface="Times New Roman" panose="02020603050405020304" pitchFamily="18" charset="0"/>
                <a:ea typeface="华文楷体" panose="02010600040101010101" pitchFamily="2" charset="-122"/>
              </a:rPr>
              <a:t>结果为20</a:t>
            </a:r>
            <a:endParaRPr lang="en-US" altLang="zh-CN" sz="2400" b="1">
              <a:latin typeface="Times New Roman" panose="02020603050405020304" pitchFamily="18" charset="0"/>
              <a:ea typeface="华文楷体" panose="02010600040101010101" pitchFamily="2" charset="-122"/>
            </a:endParaRPr>
          </a:p>
        </p:txBody>
      </p:sp>
      <p:sp>
        <p:nvSpPr>
          <p:cNvPr id="31753" name="Rectangle 15"/>
          <p:cNvSpPr>
            <a:spLocks noChangeArrowheads="1"/>
          </p:cNvSpPr>
          <p:nvPr/>
        </p:nvSpPr>
        <p:spPr bwMode="auto">
          <a:xfrm>
            <a:off x="957263" y="2595563"/>
            <a:ext cx="7888287" cy="576262"/>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ctr" eaLnBrk="1" hangingPunct="1">
              <a:buClr>
                <a:srgbClr val="000099"/>
              </a:buClr>
              <a:buFont typeface="Wingdings" panose="05000000000000000000" pitchFamily="2" charset="2"/>
              <a:buNone/>
            </a:pPr>
            <a:r>
              <a:rPr lang="en-US" altLang="zh-CN" sz="2400" b="1">
                <a:solidFill>
                  <a:srgbClr val="FFFF00"/>
                </a:solidFill>
                <a:latin typeface="Times New Roman" panose="02020603050405020304" pitchFamily="18" charset="0"/>
                <a:ea typeface="华文楷体" panose="02010600040101010101" pitchFamily="2" charset="-122"/>
              </a:rPr>
              <a:t>Exp1 , Exp2, ……,Expn</a:t>
            </a:r>
            <a:endParaRPr lang="en-US" altLang="zh-CN" sz="2400" b="1">
              <a:solidFill>
                <a:srgbClr val="FFFF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5725"/>
                                        </p:tgtEl>
                                        <p:attrNameLst>
                                          <p:attrName>style.visibility</p:attrName>
                                        </p:attrNameLst>
                                      </p:cBhvr>
                                      <p:to>
                                        <p:strVal val="visible"/>
                                      </p:to>
                                    </p:set>
                                    <p:animEffect transition="in" filter="blinds(horizontal)">
                                      <p:cBhvr>
                                        <p:cTn id="7" dur="500"/>
                                        <p:tgtEl>
                                          <p:spTgt spid="11572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5726"/>
                                        </p:tgtEl>
                                        <p:attrNameLst>
                                          <p:attrName>style.visibility</p:attrName>
                                        </p:attrNameLst>
                                      </p:cBhvr>
                                      <p:to>
                                        <p:strVal val="visible"/>
                                      </p:to>
                                    </p:set>
                                    <p:animEffect transition="in" filter="blinds(horizontal)">
                                      <p:cBhvr>
                                        <p:cTn id="12" dur="500"/>
                                        <p:tgtEl>
                                          <p:spTgt spid="1157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25" grpId="0" animBg="1"/>
      <p:bldP spid="115726"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algn="ctr" eaLnBrk="1" hangingPunct="1"/>
            <a:r>
              <a:rPr lang="en-US" altLang="zh-CN" sz="4400" b="1" dirty="0" smtClean="0">
                <a:ea typeface="隶书" panose="02010509060101010101" pitchFamily="49" charset="-122"/>
              </a:rPr>
              <a:t>2.2.6</a:t>
            </a:r>
            <a:r>
              <a:rPr lang="zh-CN" altLang="en-US" sz="4400" b="1" dirty="0" smtClean="0">
                <a:ea typeface="隶书" panose="02010509060101010101" pitchFamily="49" charset="-122"/>
              </a:rPr>
              <a:t>、</a:t>
            </a:r>
            <a:r>
              <a:rPr lang="zh-CN" altLang="en-US" sz="4400" b="1" dirty="0">
                <a:ea typeface="隶书" panose="02010509060101010101" pitchFamily="49" charset="-122"/>
              </a:rPr>
              <a:t>运算符和表达式：</a:t>
            </a:r>
            <a:br>
              <a:rPr lang="en-US" altLang="zh-CN" sz="4400" b="1" dirty="0">
                <a:ea typeface="隶书" panose="02010509060101010101" pitchFamily="49" charset="-122"/>
              </a:rPr>
            </a:br>
            <a:r>
              <a:rPr lang="zh-CN" altLang="en-US" sz="4400" b="1" dirty="0" smtClean="0">
                <a:latin typeface="Times New Roman" panose="02020603050405020304" pitchFamily="18" charset="0"/>
                <a:ea typeface="隶书" panose="02010509060101010101" pitchFamily="49" charset="-122"/>
              </a:rPr>
              <a:t>关系和逻辑运算符</a:t>
            </a:r>
            <a:endParaRPr lang="zh-CN" altLang="en-US" sz="4400" b="1" dirty="0" smtClean="0">
              <a:latin typeface="Times New Roman" panose="02020603050405020304" pitchFamily="18" charset="0"/>
              <a:ea typeface="隶书" panose="02010509060101010101" pitchFamily="49" charset="-122"/>
            </a:endParaRPr>
          </a:p>
        </p:txBody>
      </p:sp>
      <p:sp>
        <p:nvSpPr>
          <p:cNvPr id="26627"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26628"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26629" name="Rectangle 9"/>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graphicFrame>
        <p:nvGraphicFramePr>
          <p:cNvPr id="71800" name="Group 120"/>
          <p:cNvGraphicFramePr>
            <a:graphicFrameLocks noGrp="1"/>
          </p:cNvGraphicFramePr>
          <p:nvPr>
            <p:ph idx="1"/>
          </p:nvPr>
        </p:nvGraphicFramePr>
        <p:xfrm>
          <a:off x="1331913" y="1844675"/>
          <a:ext cx="7126287" cy="4470402"/>
        </p:xfrm>
        <a:graphic>
          <a:graphicData uri="http://schemas.openxmlformats.org/drawingml/2006/table">
            <a:tbl>
              <a:tblPr/>
              <a:tblGrid>
                <a:gridCol w="1296987"/>
                <a:gridCol w="1943100"/>
                <a:gridCol w="1943100"/>
                <a:gridCol w="1943100"/>
              </a:tblGrid>
              <a:tr h="514438">
                <a:tc gridSpan="2">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Times New Roman" panose="02020603050405020304" pitchFamily="18" charset="0"/>
                          <a:ea typeface="华文楷体" panose="02010600040101010101" pitchFamily="2" charset="-122"/>
                        </a:rPr>
                        <a:t>关系运算符</a:t>
                      </a:r>
                      <a:endParaRPr kumimoji="0" lang="zh-CN" altLang="en-US" sz="2400" b="1" i="0" u="none" strike="noStrike" cap="none" normalizeH="0" baseline="0" dirty="0" smtClean="0">
                        <a:ln>
                          <a:noFill/>
                        </a:ln>
                        <a:solidFill>
                          <a:srgbClr val="000000"/>
                        </a:solidFill>
                        <a:effectLst/>
                        <a:latin typeface="Times New Roman" panose="02020603050405020304" pitchFamily="18" charset="0"/>
                        <a:ea typeface="华文楷体" panose="02010600040101010101" pitchFamily="2" charset="-122"/>
                      </a:endParaRPr>
                    </a:p>
                  </a:txBody>
                  <a:tcPr marL="0" marR="0" marT="45728" marB="4572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CECEC"/>
                    </a:solidFill>
                  </a:tcPr>
                </a:tc>
                <a:tc hMerge="1">
                  <a:tcPr/>
                </a:tc>
                <a:tc gridSpan="2">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smtClean="0">
                          <a:ln>
                            <a:noFill/>
                          </a:ln>
                          <a:solidFill>
                            <a:srgbClr val="000000"/>
                          </a:solidFill>
                          <a:effectLst/>
                          <a:latin typeface="Times New Roman" panose="02020603050405020304" pitchFamily="18" charset="0"/>
                          <a:ea typeface="华文楷体" panose="02010600040101010101" pitchFamily="2" charset="-122"/>
                        </a:rPr>
                        <a:t>逻辑运算符</a:t>
                      </a:r>
                      <a:endParaRPr kumimoji="0" lang="zh-CN" altLang="en-US" sz="2400" b="1" i="0" u="none" strike="noStrike" cap="none" normalizeH="0" baseline="0" smtClean="0">
                        <a:ln>
                          <a:noFill/>
                        </a:ln>
                        <a:solidFill>
                          <a:srgbClr val="000000"/>
                        </a:solidFill>
                        <a:effectLst/>
                        <a:latin typeface="Times New Roman" panose="02020603050405020304" pitchFamily="18" charset="0"/>
                        <a:ea typeface="华文楷体" panose="02010600040101010101" pitchFamily="2" charset="-122"/>
                      </a:endParaRPr>
                    </a:p>
                  </a:txBody>
                  <a:tcPr marL="0" marR="0" marT="45728" marB="4572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CECEC"/>
                    </a:solidFill>
                  </a:tcPr>
                </a:tc>
                <a:tc hMerge="1">
                  <a:tcPr/>
                </a:tc>
              </a:tr>
              <a:tr h="514438">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smtClean="0">
                          <a:ln>
                            <a:noFill/>
                          </a:ln>
                          <a:solidFill>
                            <a:srgbClr val="000000"/>
                          </a:solidFill>
                          <a:effectLst/>
                          <a:latin typeface="Times New Roman" panose="02020603050405020304" pitchFamily="18" charset="0"/>
                          <a:ea typeface="华文楷体" panose="02010600040101010101" pitchFamily="2" charset="-122"/>
                        </a:rPr>
                        <a:t>运算符</a:t>
                      </a:r>
                      <a:endParaRPr kumimoji="0" lang="zh-CN" altLang="en-US" sz="2400" b="1" i="0" u="none" strike="noStrike" cap="none" normalizeH="0" baseline="0" smtClean="0">
                        <a:ln>
                          <a:noFill/>
                        </a:ln>
                        <a:solidFill>
                          <a:srgbClr val="000000"/>
                        </a:solidFill>
                        <a:effectLst/>
                        <a:latin typeface="Times New Roman" panose="02020603050405020304" pitchFamily="18" charset="0"/>
                        <a:ea typeface="华文楷体" panose="02010600040101010101" pitchFamily="2" charset="-122"/>
                      </a:endParaRPr>
                    </a:p>
                  </a:txBody>
                  <a:tcPr marL="0" marR="0" marT="45728" marB="4572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CECEC"/>
                    </a:solid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Times New Roman" panose="02020603050405020304" pitchFamily="18" charset="0"/>
                          <a:ea typeface="华文楷体" panose="02010600040101010101" pitchFamily="2" charset="-122"/>
                        </a:rPr>
                        <a:t>作用</a:t>
                      </a:r>
                      <a:endParaRPr kumimoji="0" lang="zh-CN" altLang="en-US" sz="2400" b="1" i="0" u="none" strike="noStrike" cap="none" normalizeH="0" baseline="0" dirty="0" smtClean="0">
                        <a:ln>
                          <a:noFill/>
                        </a:ln>
                        <a:solidFill>
                          <a:srgbClr val="000000"/>
                        </a:solidFill>
                        <a:effectLst/>
                        <a:latin typeface="Times New Roman" panose="02020603050405020304" pitchFamily="18" charset="0"/>
                        <a:ea typeface="华文楷体" panose="02010600040101010101" pitchFamily="2" charset="-122"/>
                      </a:endParaRPr>
                    </a:p>
                  </a:txBody>
                  <a:tcPr marL="0" marR="0"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CECEC"/>
                    </a:solid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Times New Roman" panose="02020603050405020304" pitchFamily="18" charset="0"/>
                          <a:ea typeface="华文楷体" panose="02010600040101010101" pitchFamily="2" charset="-122"/>
                        </a:rPr>
                        <a:t>运算符</a:t>
                      </a:r>
                      <a:endParaRPr kumimoji="0" lang="zh-CN" altLang="en-US" sz="2400" b="1" i="0" u="none" strike="noStrike" cap="none" normalizeH="0" baseline="0" dirty="0" smtClean="0">
                        <a:ln>
                          <a:noFill/>
                        </a:ln>
                        <a:solidFill>
                          <a:srgbClr val="000000"/>
                        </a:solidFill>
                        <a:effectLst/>
                        <a:latin typeface="Times New Roman" panose="02020603050405020304" pitchFamily="18" charset="0"/>
                        <a:ea typeface="华文楷体" panose="02010600040101010101" pitchFamily="2" charset="-122"/>
                      </a:endParaRPr>
                    </a:p>
                  </a:txBody>
                  <a:tcPr marL="0" marR="0"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CECEC"/>
                    </a:solid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Times New Roman" panose="02020603050405020304" pitchFamily="18" charset="0"/>
                          <a:ea typeface="华文楷体" panose="02010600040101010101" pitchFamily="2" charset="-122"/>
                        </a:rPr>
                        <a:t>作用</a:t>
                      </a:r>
                      <a:endParaRPr kumimoji="0" lang="zh-CN" altLang="en-US" sz="2400" b="1" i="0" u="none" strike="noStrike" cap="none" normalizeH="0" baseline="0" dirty="0" smtClean="0">
                        <a:ln>
                          <a:noFill/>
                        </a:ln>
                        <a:solidFill>
                          <a:srgbClr val="000000"/>
                        </a:solidFill>
                        <a:effectLst/>
                        <a:latin typeface="Times New Roman" panose="02020603050405020304" pitchFamily="18" charset="0"/>
                        <a:ea typeface="华文楷体" panose="02010600040101010101" pitchFamily="2" charset="-122"/>
                      </a:endParaRPr>
                    </a:p>
                  </a:txBody>
                  <a:tcPr marL="0" marR="0" marT="45728" marB="4572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CECEC"/>
                    </a:solidFill>
                  </a:tcPr>
                </a:tc>
              </a:tr>
              <a:tr h="565246">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&lt;</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8" marB="4572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小于</a:t>
                      </a:r>
                      <a:endPar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rPr>
                        <a:t>&amp;&amp;</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rPr>
                        <a:t>与</a:t>
                      </a:r>
                      <a:endParaRPr kumimoji="0" lang="zh-CN" altLang="en-US"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8" marB="4572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438">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rPr>
                        <a:t>&gt;</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8" marB="4572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大于</a:t>
                      </a:r>
                      <a:endPar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rPr>
                        <a:t>或</a:t>
                      </a:r>
                      <a:endParaRPr kumimoji="0" lang="zh-CN" altLang="en-US"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8" marB="4572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438">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rPr>
                        <a:t>&lt;=</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8" marB="4572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rPr>
                        <a:t>小于等于</a:t>
                      </a:r>
                      <a:endParaRPr kumimoji="0" lang="zh-CN" altLang="en-US"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非</a:t>
                      </a:r>
                      <a:endPar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8" marB="4572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438">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&gt;=</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8" marB="4572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rPr>
                        <a:t>大于等于</a:t>
                      </a:r>
                      <a:endParaRPr kumimoji="0" lang="zh-CN" altLang="en-US"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gridSpan="2">
                  <a:txBody>
                    <a:bodyPr/>
                    <a:lstStyle>
                      <a:lvl1pPr indent="449580"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449580" algn="l" defTabSz="914400" rtl="0" eaLnBrk="1" fontAlgn="base" latinLnBrk="0" hangingPunct="1">
                        <a:lnSpc>
                          <a:spcPct val="80000"/>
                        </a:lnSpc>
                        <a:spcBef>
                          <a:spcPct val="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rgbClr val="FFFF00"/>
                          </a:solidFill>
                          <a:effectLst/>
                          <a:latin typeface="Times New Roman" panose="02020603050405020304" pitchFamily="18" charset="0"/>
                          <a:ea typeface="华文楷体" panose="02010600040101010101" pitchFamily="2" charset="-122"/>
                        </a:rPr>
                        <a:t>优先级别</a:t>
                      </a:r>
                      <a:endParaRPr kumimoji="0" lang="zh-CN" altLang="en-US" sz="2400" b="1" i="0" u="none" strike="noStrike" cap="none" normalizeH="0" baseline="0" dirty="0" smtClean="0">
                        <a:ln>
                          <a:noFill/>
                        </a:ln>
                        <a:solidFill>
                          <a:srgbClr val="FFFF00"/>
                        </a:solidFill>
                        <a:effectLst/>
                        <a:latin typeface="Times New Roman" panose="02020603050405020304" pitchFamily="18" charset="0"/>
                        <a:ea typeface="华文楷体" panose="02010600040101010101" pitchFamily="2" charset="-122"/>
                      </a:endParaRPr>
                    </a:p>
                    <a:p>
                      <a:pPr marL="0" marR="0" lvl="0" indent="449580" algn="l" defTabSz="914400" rtl="0" eaLnBrk="1" fontAlgn="base" latinLnBrk="0" hangingPunct="1">
                        <a:lnSpc>
                          <a:spcPct val="80000"/>
                        </a:lnSpc>
                        <a:spcBef>
                          <a:spcPct val="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dirty="0" smtClean="0">
                          <a:ln>
                            <a:noFill/>
                          </a:ln>
                          <a:solidFill>
                            <a:srgbClr val="FFFF00"/>
                          </a:solidFill>
                          <a:effectLst/>
                          <a:latin typeface="Times New Roman" panose="02020603050405020304" pitchFamily="18" charset="0"/>
                          <a:ea typeface="华文楷体" panose="02010600040101010101" pitchFamily="2" charset="-122"/>
                        </a:rPr>
                        <a:t>!</a:t>
                      </a:r>
                      <a:endParaRPr kumimoji="0" lang="en-US" altLang="zh-CN" sz="2400" b="1" i="0" u="none" strike="noStrike" cap="none" normalizeH="0" baseline="0" dirty="0" smtClean="0">
                        <a:ln>
                          <a:noFill/>
                        </a:ln>
                        <a:solidFill>
                          <a:srgbClr val="FFFF00"/>
                        </a:solidFill>
                        <a:effectLst/>
                        <a:latin typeface="Times New Roman" panose="02020603050405020304" pitchFamily="18" charset="0"/>
                        <a:ea typeface="华文楷体" panose="02010600040101010101" pitchFamily="2" charset="-122"/>
                      </a:endParaRPr>
                    </a:p>
                    <a:p>
                      <a:pPr marL="0" marR="0" lvl="0" indent="449580" algn="l" defTabSz="914400" rtl="0" eaLnBrk="1" fontAlgn="base" latinLnBrk="0" hangingPunct="1">
                        <a:lnSpc>
                          <a:spcPct val="80000"/>
                        </a:lnSpc>
                        <a:spcBef>
                          <a:spcPct val="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dirty="0" smtClean="0">
                          <a:ln>
                            <a:noFill/>
                          </a:ln>
                          <a:solidFill>
                            <a:srgbClr val="FFFF00"/>
                          </a:solidFill>
                          <a:effectLst/>
                          <a:latin typeface="Times New Roman" panose="02020603050405020304" pitchFamily="18" charset="0"/>
                          <a:ea typeface="华文楷体" panose="02010600040101010101" pitchFamily="2" charset="-122"/>
                        </a:rPr>
                        <a:t>&gt;     &gt;=    &lt;    &lt;=</a:t>
                      </a:r>
                      <a:endParaRPr kumimoji="0" lang="en-US" altLang="zh-CN" sz="2400" b="1" i="0" u="none" strike="noStrike" cap="none" normalizeH="0" baseline="0" dirty="0" smtClean="0">
                        <a:ln>
                          <a:noFill/>
                        </a:ln>
                        <a:solidFill>
                          <a:srgbClr val="FFFF00"/>
                        </a:solidFill>
                        <a:effectLst/>
                        <a:latin typeface="Times New Roman" panose="02020603050405020304" pitchFamily="18" charset="0"/>
                        <a:ea typeface="华文楷体" panose="02010600040101010101" pitchFamily="2" charset="-122"/>
                      </a:endParaRPr>
                    </a:p>
                    <a:p>
                      <a:pPr marL="0" marR="0" lvl="0" indent="449580" algn="l" defTabSz="914400" rtl="0" eaLnBrk="1" fontAlgn="base" latinLnBrk="0" hangingPunct="1">
                        <a:lnSpc>
                          <a:spcPct val="80000"/>
                        </a:lnSpc>
                        <a:spcBef>
                          <a:spcPct val="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dirty="0" smtClean="0">
                          <a:ln>
                            <a:noFill/>
                          </a:ln>
                          <a:solidFill>
                            <a:srgbClr val="FFFF00"/>
                          </a:solidFill>
                          <a:effectLst/>
                          <a:latin typeface="Times New Roman" panose="02020603050405020304" pitchFamily="18" charset="0"/>
                          <a:ea typeface="华文楷体" panose="02010600040101010101" pitchFamily="2" charset="-122"/>
                        </a:rPr>
                        <a:t>==      !=</a:t>
                      </a:r>
                      <a:endParaRPr kumimoji="0" lang="en-US" altLang="zh-CN" sz="2400" b="1" i="0" u="none" strike="noStrike" cap="none" normalizeH="0" baseline="0" dirty="0" smtClean="0">
                        <a:ln>
                          <a:noFill/>
                        </a:ln>
                        <a:solidFill>
                          <a:srgbClr val="FFFF00"/>
                        </a:solidFill>
                        <a:effectLst/>
                        <a:latin typeface="Times New Roman" panose="02020603050405020304" pitchFamily="18" charset="0"/>
                        <a:ea typeface="华文楷体" panose="02010600040101010101" pitchFamily="2" charset="-122"/>
                      </a:endParaRPr>
                    </a:p>
                    <a:p>
                      <a:pPr marL="0" marR="0" lvl="0" indent="449580" algn="l" defTabSz="914400" rtl="0" eaLnBrk="1" fontAlgn="base" latinLnBrk="0" hangingPunct="1">
                        <a:lnSpc>
                          <a:spcPct val="80000"/>
                        </a:lnSpc>
                        <a:spcBef>
                          <a:spcPct val="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dirty="0" smtClean="0">
                          <a:ln>
                            <a:noFill/>
                          </a:ln>
                          <a:solidFill>
                            <a:srgbClr val="FFFF00"/>
                          </a:solidFill>
                          <a:effectLst/>
                          <a:latin typeface="Times New Roman" panose="02020603050405020304" pitchFamily="18" charset="0"/>
                          <a:ea typeface="华文楷体" panose="02010600040101010101" pitchFamily="2" charset="-122"/>
                        </a:rPr>
                        <a:t>&amp;&amp;</a:t>
                      </a:r>
                      <a:endParaRPr kumimoji="0" lang="en-US" altLang="zh-CN" sz="2400" b="1" i="0" u="none" strike="noStrike" cap="none" normalizeH="0" baseline="0" dirty="0" smtClean="0">
                        <a:ln>
                          <a:noFill/>
                        </a:ln>
                        <a:solidFill>
                          <a:srgbClr val="FFFF00"/>
                        </a:solidFill>
                        <a:effectLst/>
                        <a:latin typeface="Times New Roman" panose="02020603050405020304" pitchFamily="18" charset="0"/>
                        <a:ea typeface="华文楷体" panose="02010600040101010101" pitchFamily="2" charset="-122"/>
                      </a:endParaRPr>
                    </a:p>
                    <a:p>
                      <a:pPr marL="0" marR="0" lvl="0" indent="449580" algn="l" defTabSz="914400" rtl="0" eaLnBrk="1" fontAlgn="base" latinLnBrk="0" hangingPunct="1">
                        <a:lnSpc>
                          <a:spcPct val="80000"/>
                        </a:lnSpc>
                        <a:spcBef>
                          <a:spcPct val="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dirty="0" smtClean="0">
                          <a:ln>
                            <a:noFill/>
                          </a:ln>
                          <a:solidFill>
                            <a:srgbClr val="FFFF00"/>
                          </a:solidFill>
                          <a:effectLst/>
                          <a:latin typeface="Times New Roman" panose="02020603050405020304" pitchFamily="18" charset="0"/>
                          <a:ea typeface="华文楷体" panose="02010600040101010101" pitchFamily="2" charset="-122"/>
                        </a:rPr>
                        <a:t>||</a:t>
                      </a:r>
                      <a:endParaRPr kumimoji="0" lang="en-US" altLang="zh-CN" sz="2400" b="1" i="0" u="none" strike="noStrike" cap="none" normalizeH="0" baseline="0" dirty="0" smtClean="0">
                        <a:ln>
                          <a:noFill/>
                        </a:ln>
                        <a:solidFill>
                          <a:srgbClr val="FFFF00"/>
                        </a:solidFill>
                        <a:effectLst/>
                        <a:latin typeface="Times New Roman" panose="02020603050405020304" pitchFamily="18" charset="0"/>
                        <a:ea typeface="华文楷体" panose="02010600040101010101" pitchFamily="2" charset="-122"/>
                      </a:endParaRPr>
                    </a:p>
                  </a:txBody>
                  <a:tcPr marL="0" marR="0" marT="45728" marB="4572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3" hMerge="1">
                  <a:tcPr/>
                </a:tc>
              </a:tr>
              <a:tr h="514438">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8" marB="4572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等于</a:t>
                      </a:r>
                      <a:endPar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gridSpan="2">
                  <a:tcPr/>
                </a:tc>
                <a:tc vMerge="1" hMerge="1">
                  <a:tcPr/>
                </a:tc>
              </a:tr>
              <a:tr h="818528">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rPr>
                        <a:t>!=</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8" marB="4572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不等</a:t>
                      </a:r>
                      <a:endPar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gridSpan="2">
                  <a:tcPr/>
                </a:tc>
                <a:tc vMerge="1" hMerge="1">
                  <a:tcPr/>
                </a:tc>
              </a:tr>
            </a:tbl>
          </a:graphicData>
        </a:graphic>
      </p:graphicFrame>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algn="ctr"/>
            <a:r>
              <a:rPr lang="en-US" altLang="zh-CN" sz="4000" b="1" dirty="0" smtClean="0">
                <a:ea typeface="隶书" panose="02010509060101010101" pitchFamily="49" charset="-122"/>
              </a:rPr>
              <a:t>2.2.6</a:t>
            </a:r>
            <a:r>
              <a:rPr lang="zh-CN" altLang="en-US" sz="4000" b="1" dirty="0" smtClean="0">
                <a:ea typeface="隶书" panose="02010509060101010101" pitchFamily="49" charset="-122"/>
              </a:rPr>
              <a:t>、</a:t>
            </a:r>
            <a:r>
              <a:rPr lang="zh-CN" altLang="en-US" sz="4000" b="1" dirty="0">
                <a:ea typeface="隶书" panose="02010509060101010101" pitchFamily="49" charset="-122"/>
              </a:rPr>
              <a:t>运算符和表达式：</a:t>
            </a:r>
            <a:br>
              <a:rPr lang="en-US" altLang="zh-CN" sz="4000" b="1" dirty="0">
                <a:ea typeface="隶书" panose="02010509060101010101" pitchFamily="49" charset="-122"/>
              </a:rPr>
            </a:br>
            <a:r>
              <a:rPr lang="zh-CN" altLang="en-US" sz="4000" b="1" dirty="0" smtClean="0">
                <a:ea typeface="隶书" panose="02010509060101010101" pitchFamily="49" charset="-122"/>
              </a:rPr>
              <a:t>关系</a:t>
            </a:r>
            <a:r>
              <a:rPr lang="zh-CN" altLang="en-US" sz="4000" b="1" dirty="0">
                <a:ea typeface="隶书" panose="02010509060101010101" pitchFamily="49" charset="-122"/>
              </a:rPr>
              <a:t>与逻辑运算符</a:t>
            </a:r>
            <a:endParaRPr lang="zh-CN" altLang="en-US" sz="4000" b="1" dirty="0">
              <a:ea typeface="隶书" panose="02010509060101010101" pitchFamily="49" charset="-122"/>
            </a:endParaRPr>
          </a:p>
        </p:txBody>
      </p:sp>
      <p:sp>
        <p:nvSpPr>
          <p:cNvPr id="27651"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grpSp>
        <p:nvGrpSpPr>
          <p:cNvPr id="27652" name="Group 16"/>
          <p:cNvGrpSpPr/>
          <p:nvPr/>
        </p:nvGrpSpPr>
        <p:grpSpPr bwMode="auto">
          <a:xfrm>
            <a:off x="969963" y="1628775"/>
            <a:ext cx="7888287" cy="1439863"/>
            <a:chOff x="612" y="1026"/>
            <a:chExt cx="4969" cy="907"/>
          </a:xfrm>
        </p:grpSpPr>
        <p:sp>
          <p:nvSpPr>
            <p:cNvPr id="27659" name="Rectangle 4"/>
            <p:cNvSpPr>
              <a:spLocks noChangeArrowheads="1"/>
            </p:cNvSpPr>
            <p:nvPr/>
          </p:nvSpPr>
          <p:spPr bwMode="auto">
            <a:xfrm>
              <a:off x="612" y="1026"/>
              <a:ext cx="4969" cy="317"/>
            </a:xfrm>
            <a:prstGeom prst="rect">
              <a:avLst/>
            </a:prstGeom>
            <a:solidFill>
              <a:srgbClr val="ECECEC"/>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zh-CN" altLang="en-US" sz="2400" b="1" dirty="0">
                  <a:solidFill>
                    <a:srgbClr val="CC0000"/>
                  </a:solidFill>
                  <a:latin typeface="Times New Roman" panose="02020603050405020304" pitchFamily="18" charset="0"/>
                  <a:ea typeface="华文楷体" panose="02010600040101010101" pitchFamily="2" charset="-122"/>
                </a:rPr>
                <a:t>关系运算符：</a:t>
              </a:r>
              <a:r>
                <a:rPr lang="zh-CN" altLang="en-US" sz="2400" b="1" dirty="0">
                  <a:solidFill>
                    <a:srgbClr val="000000"/>
                  </a:solidFill>
                  <a:latin typeface="Times New Roman" panose="02020603050405020304" pitchFamily="18" charset="0"/>
                  <a:ea typeface="华文楷体" panose="02010600040101010101" pitchFamily="2" charset="-122"/>
                </a:rPr>
                <a:t>关系指各值之间的关系</a:t>
              </a:r>
              <a:endParaRPr lang="zh-CN" altLang="en-US" sz="2400" b="1" dirty="0">
                <a:solidFill>
                  <a:srgbClr val="000000"/>
                </a:solidFill>
                <a:latin typeface="Times New Roman" panose="02020603050405020304" pitchFamily="18" charset="0"/>
                <a:ea typeface="华文楷体" panose="02010600040101010101" pitchFamily="2" charset="-122"/>
              </a:endParaRPr>
            </a:p>
          </p:txBody>
        </p:sp>
        <p:sp>
          <p:nvSpPr>
            <p:cNvPr id="27660" name="Rectangle 7"/>
            <p:cNvSpPr>
              <a:spLocks noChangeArrowheads="1"/>
            </p:cNvSpPr>
            <p:nvPr/>
          </p:nvSpPr>
          <p:spPr bwMode="auto">
            <a:xfrm>
              <a:off x="612" y="1343"/>
              <a:ext cx="4969" cy="590"/>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3&gt;5                                      'a'&lt;='b'</a:t>
              </a:r>
              <a:endParaRPr lang="en-US" altLang="zh-CN" sz="2400" b="1">
                <a:latin typeface="Times New Roman" panose="02020603050405020304" pitchFamily="18" charset="0"/>
                <a:ea typeface="华文楷体" panose="02010600040101010101" pitchFamily="2" charset="-122"/>
              </a:endParaRPr>
            </a:p>
            <a:p>
              <a:pPr lvl="1" algn="just" eaLnBrk="1" hangingPunct="1">
                <a:buClr>
                  <a:srgbClr val="000099"/>
                </a:buClr>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1.2==2.5                               x==0</a:t>
              </a:r>
              <a:endParaRPr lang="en-US" altLang="zh-CN" sz="2400" b="1">
                <a:latin typeface="Times New Roman" panose="02020603050405020304" pitchFamily="18" charset="0"/>
                <a:ea typeface="华文楷体" panose="02010600040101010101" pitchFamily="2" charset="-122"/>
                <a:sym typeface="Wingdings" panose="05000000000000000000" pitchFamily="2" charset="2"/>
              </a:endParaRPr>
            </a:p>
          </p:txBody>
        </p:sp>
      </p:grpSp>
      <p:grpSp>
        <p:nvGrpSpPr>
          <p:cNvPr id="3" name="Group 11"/>
          <p:cNvGrpSpPr/>
          <p:nvPr/>
        </p:nvGrpSpPr>
        <p:grpSpPr bwMode="auto">
          <a:xfrm>
            <a:off x="969963" y="3213100"/>
            <a:ext cx="7888287" cy="1368425"/>
            <a:chOff x="612" y="2568"/>
            <a:chExt cx="4969" cy="862"/>
          </a:xfrm>
        </p:grpSpPr>
        <p:sp>
          <p:nvSpPr>
            <p:cNvPr id="27657" name="Rectangle 9"/>
            <p:cNvSpPr>
              <a:spLocks noChangeArrowheads="1"/>
            </p:cNvSpPr>
            <p:nvPr/>
          </p:nvSpPr>
          <p:spPr bwMode="auto">
            <a:xfrm>
              <a:off x="612" y="2568"/>
              <a:ext cx="4969" cy="317"/>
            </a:xfrm>
            <a:prstGeom prst="rect">
              <a:avLst/>
            </a:prstGeom>
            <a:solidFill>
              <a:srgbClr val="ECECEC"/>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zh-CN" altLang="en-US" sz="2400" b="1" dirty="0">
                  <a:solidFill>
                    <a:srgbClr val="CC0000"/>
                  </a:solidFill>
                  <a:latin typeface="Times New Roman" panose="02020603050405020304" pitchFamily="18" charset="0"/>
                  <a:ea typeface="华文楷体" panose="02010600040101010101" pitchFamily="2" charset="-122"/>
                </a:rPr>
                <a:t>逻辑运算符：</a:t>
              </a:r>
              <a:r>
                <a:rPr lang="zh-CN" altLang="en-US" sz="2400" b="1" dirty="0">
                  <a:solidFill>
                    <a:srgbClr val="000000"/>
                  </a:solidFill>
                  <a:latin typeface="Times New Roman" panose="02020603050405020304" pitchFamily="18" charset="0"/>
                  <a:ea typeface="华文楷体" panose="02010600040101010101" pitchFamily="2" charset="-122"/>
                </a:rPr>
                <a:t>逻辑指如何组合各值之间的关系。</a:t>
              </a:r>
              <a:endParaRPr lang="zh-CN" altLang="en-US" sz="2400" b="1" dirty="0">
                <a:solidFill>
                  <a:srgbClr val="000000"/>
                </a:solidFill>
                <a:latin typeface="Times New Roman" panose="02020603050405020304" pitchFamily="18" charset="0"/>
                <a:ea typeface="华文楷体" panose="02010600040101010101" pitchFamily="2" charset="-122"/>
              </a:endParaRPr>
            </a:p>
          </p:txBody>
        </p:sp>
        <p:sp>
          <p:nvSpPr>
            <p:cNvPr id="27658" name="Rectangle 10"/>
            <p:cNvSpPr>
              <a:spLocks noChangeArrowheads="1"/>
            </p:cNvSpPr>
            <p:nvPr/>
          </p:nvSpPr>
          <p:spPr bwMode="auto">
            <a:xfrm>
              <a:off x="612" y="2885"/>
              <a:ext cx="4969" cy="545"/>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(x&gt;0)&amp;&amp;(x&lt;10)</a:t>
              </a:r>
              <a:endParaRPr lang="en-US" altLang="zh-CN" sz="2400" b="1">
                <a:latin typeface="Times New Roman" panose="02020603050405020304" pitchFamily="18" charset="0"/>
                <a:ea typeface="华文楷体" panose="02010600040101010101" pitchFamily="2" charset="-122"/>
              </a:endParaRPr>
            </a:p>
            <a:p>
              <a:pPr lvl="1" algn="just" eaLnBrk="1" hangingPunct="1">
                <a:buClr>
                  <a:srgbClr val="000099"/>
                </a:buClr>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sym typeface="Wingdings" panose="05000000000000000000" pitchFamily="2" charset="2"/>
                </a:rPr>
                <a:t>!(x==0)</a:t>
              </a:r>
              <a:endParaRPr lang="en-US" altLang="zh-CN" sz="2400" b="1">
                <a:latin typeface="Times New Roman" panose="02020603050405020304" pitchFamily="18" charset="0"/>
                <a:ea typeface="华文楷体" panose="02010600040101010101" pitchFamily="2" charset="-122"/>
                <a:sym typeface="Wingdings" panose="05000000000000000000" pitchFamily="2" charset="2"/>
              </a:endParaRPr>
            </a:p>
          </p:txBody>
        </p:sp>
      </p:grpSp>
      <p:grpSp>
        <p:nvGrpSpPr>
          <p:cNvPr id="4" name="Group 17"/>
          <p:cNvGrpSpPr/>
          <p:nvPr/>
        </p:nvGrpSpPr>
        <p:grpSpPr bwMode="auto">
          <a:xfrm>
            <a:off x="609600" y="4724400"/>
            <a:ext cx="8248650" cy="1873250"/>
            <a:chOff x="385" y="2976"/>
            <a:chExt cx="5196" cy="1180"/>
          </a:xfrm>
        </p:grpSpPr>
        <p:sp>
          <p:nvSpPr>
            <p:cNvPr id="27655" name="Rectangle 14"/>
            <p:cNvSpPr>
              <a:spLocks noChangeArrowheads="1"/>
            </p:cNvSpPr>
            <p:nvPr/>
          </p:nvSpPr>
          <p:spPr bwMode="auto">
            <a:xfrm>
              <a:off x="385" y="2976"/>
              <a:ext cx="5196" cy="636"/>
            </a:xfrm>
            <a:prstGeom prst="rect">
              <a:avLst/>
            </a:prstGeom>
            <a:solidFill>
              <a:srgbClr val="ECECEC"/>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en-US" altLang="zh-CN" sz="2400" b="1" dirty="0" smtClean="0">
                  <a:solidFill>
                    <a:srgbClr val="CC0000"/>
                  </a:solidFill>
                  <a:latin typeface="Times New Roman" panose="02020603050405020304" pitchFamily="18" charset="0"/>
                  <a:ea typeface="华文楷体" panose="02010600040101010101" pitchFamily="2" charset="-122"/>
                </a:rPr>
                <a:t>“</a:t>
              </a:r>
              <a:r>
                <a:rPr lang="zh-CN" altLang="en-US" sz="2400" b="1" dirty="0" smtClean="0">
                  <a:solidFill>
                    <a:srgbClr val="CC0000"/>
                  </a:solidFill>
                  <a:latin typeface="Times New Roman" panose="02020603050405020304" pitchFamily="18" charset="0"/>
                  <a:ea typeface="华文楷体" panose="02010600040101010101" pitchFamily="2" charset="-122"/>
                </a:rPr>
                <a:t>真”（</a:t>
              </a:r>
              <a:r>
                <a:rPr lang="en-US" altLang="zh-CN" sz="2400" b="1" dirty="0">
                  <a:solidFill>
                    <a:srgbClr val="CC0000"/>
                  </a:solidFill>
                  <a:latin typeface="Times New Roman" panose="02020603050405020304" pitchFamily="18" charset="0"/>
                  <a:ea typeface="华文楷体" panose="02010600040101010101" pitchFamily="2" charset="-122"/>
                </a:rPr>
                <a:t>true</a:t>
              </a:r>
              <a:r>
                <a:rPr lang="zh-CN" altLang="en-US" sz="2400" b="1" dirty="0" smtClean="0">
                  <a:solidFill>
                    <a:srgbClr val="CC0000"/>
                  </a:solidFill>
                  <a:latin typeface="Times New Roman" panose="02020603050405020304" pitchFamily="18" charset="0"/>
                  <a:ea typeface="华文楷体" panose="02010600040101010101" pitchFamily="2" charset="-122"/>
                </a:rPr>
                <a:t>）和“假”（</a:t>
              </a:r>
              <a:r>
                <a:rPr lang="en-US" altLang="zh-CN" sz="2400" b="1" dirty="0">
                  <a:solidFill>
                    <a:srgbClr val="CC0000"/>
                  </a:solidFill>
                  <a:latin typeface="Times New Roman" panose="02020603050405020304" pitchFamily="18" charset="0"/>
                  <a:ea typeface="华文楷体" panose="02010600040101010101" pitchFamily="2" charset="-122"/>
                </a:rPr>
                <a:t>false)</a:t>
              </a:r>
              <a:r>
                <a:rPr lang="zh-CN" altLang="en-US" sz="2400" b="1" dirty="0">
                  <a:solidFill>
                    <a:srgbClr val="CC0000"/>
                  </a:solidFill>
                  <a:latin typeface="Times New Roman" panose="02020603050405020304" pitchFamily="18" charset="0"/>
                  <a:ea typeface="华文楷体" panose="02010600040101010101" pitchFamily="2" charset="-122"/>
                </a:rPr>
                <a:t>：</a:t>
              </a:r>
              <a:r>
                <a:rPr lang="zh-CN" altLang="en-US" sz="2400" b="1" dirty="0">
                  <a:solidFill>
                    <a:srgbClr val="000000"/>
                  </a:solidFill>
                  <a:latin typeface="Times New Roman" panose="02020603050405020304" pitchFamily="18" charset="0"/>
                  <a:ea typeface="华文楷体" panose="02010600040101010101" pitchFamily="2" charset="-122"/>
                </a:rPr>
                <a:t>非零值为</a:t>
              </a:r>
              <a:r>
                <a:rPr lang="en-US" altLang="zh-CN" sz="2400" b="1" dirty="0">
                  <a:solidFill>
                    <a:srgbClr val="000000"/>
                  </a:solidFill>
                  <a:latin typeface="Times New Roman" panose="02020603050405020304" pitchFamily="18" charset="0"/>
                  <a:ea typeface="华文楷体" panose="02010600040101010101" pitchFamily="2" charset="-122"/>
                </a:rPr>
                <a:t>true</a:t>
              </a:r>
              <a:r>
                <a:rPr lang="zh-CN" altLang="en-US" sz="2400" b="1" dirty="0">
                  <a:solidFill>
                    <a:srgbClr val="000000"/>
                  </a:solidFill>
                  <a:latin typeface="Times New Roman" panose="02020603050405020304" pitchFamily="18" charset="0"/>
                  <a:ea typeface="华文楷体" panose="02010600040101010101" pitchFamily="2" charset="-122"/>
                </a:rPr>
                <a:t>，零值为假</a:t>
              </a:r>
              <a:r>
                <a:rPr lang="zh-CN" altLang="en-US" sz="2400" b="1" dirty="0">
                  <a:latin typeface="Times New Roman" panose="02020603050405020304" pitchFamily="18" charset="0"/>
                  <a:ea typeface="华文楷体" panose="02010600040101010101" pitchFamily="2" charset="-122"/>
                </a:rPr>
                <a:t>。</a:t>
              </a:r>
              <a:endParaRPr lang="zh-CN" altLang="en-US" sz="2400" b="1" dirty="0">
                <a:latin typeface="Times New Roman" panose="02020603050405020304" pitchFamily="18" charset="0"/>
                <a:ea typeface="华文楷体" panose="02010600040101010101" pitchFamily="2" charset="-122"/>
              </a:endParaRPr>
            </a:p>
            <a:p>
              <a:pPr lvl="1" algn="just" eaLnBrk="1" hangingPunct="1">
                <a:buClr>
                  <a:srgbClr val="000099"/>
                </a:buClr>
                <a:buFont typeface="Wingdings" panose="05000000000000000000" pitchFamily="2" charset="2"/>
                <a:buNone/>
              </a:pPr>
              <a:r>
                <a:rPr lang="zh-CN" altLang="en-US" sz="2400" b="1" dirty="0">
                  <a:solidFill>
                    <a:srgbClr val="CC0000"/>
                  </a:solidFill>
                  <a:latin typeface="Times New Roman" panose="02020603050405020304" pitchFamily="18" charset="0"/>
                  <a:ea typeface="华文楷体" panose="02010600040101010101" pitchFamily="2" charset="-122"/>
                </a:rPr>
                <a:t>逻辑或关系表达式的结果：</a:t>
              </a:r>
              <a:r>
                <a:rPr lang="zh-CN" altLang="en-US" sz="2400" b="1" dirty="0">
                  <a:solidFill>
                    <a:srgbClr val="000000"/>
                  </a:solidFill>
                  <a:latin typeface="Times New Roman" panose="02020603050405020304" pitchFamily="18" charset="0"/>
                  <a:ea typeface="华文楷体" panose="02010600040101010101" pitchFamily="2" charset="-122"/>
                </a:rPr>
                <a:t>假值</a:t>
              </a:r>
              <a:r>
                <a:rPr lang="zh-CN" altLang="en-US" sz="2400" b="1" dirty="0" smtClean="0">
                  <a:solidFill>
                    <a:srgbClr val="000000"/>
                  </a:solidFill>
                  <a:latin typeface="Times New Roman" panose="02020603050405020304" pitchFamily="18" charset="0"/>
                  <a:ea typeface="华文楷体" panose="02010600040101010101" pitchFamily="2" charset="-122"/>
                </a:rPr>
                <a:t>为</a:t>
              </a:r>
              <a:r>
                <a:rPr lang="en-US" altLang="zh-CN" sz="2400" b="1" dirty="0" smtClean="0">
                  <a:solidFill>
                    <a:srgbClr val="000000"/>
                  </a:solidFill>
                  <a:latin typeface="Times New Roman" panose="02020603050405020304" pitchFamily="18" charset="0"/>
                  <a:ea typeface="华文楷体" panose="02010600040101010101" pitchFamily="2" charset="-122"/>
                </a:rPr>
                <a:t>false</a:t>
              </a:r>
              <a:r>
                <a:rPr lang="zh-CN" altLang="en-US" sz="2400" b="1" dirty="0" smtClean="0">
                  <a:solidFill>
                    <a:srgbClr val="000000"/>
                  </a:solidFill>
                  <a:latin typeface="Times New Roman" panose="02020603050405020304" pitchFamily="18" charset="0"/>
                  <a:ea typeface="华文楷体" panose="02010600040101010101" pitchFamily="2" charset="-122"/>
                </a:rPr>
                <a:t>，</a:t>
              </a:r>
              <a:r>
                <a:rPr lang="zh-CN" altLang="en-US" sz="2400" b="1" dirty="0">
                  <a:solidFill>
                    <a:srgbClr val="000000"/>
                  </a:solidFill>
                  <a:latin typeface="Times New Roman" panose="02020603050405020304" pitchFamily="18" charset="0"/>
                  <a:ea typeface="华文楷体" panose="02010600040101010101" pitchFamily="2" charset="-122"/>
                </a:rPr>
                <a:t>真值</a:t>
              </a:r>
              <a:r>
                <a:rPr lang="zh-CN" altLang="en-US" sz="2400" b="1" dirty="0" smtClean="0">
                  <a:solidFill>
                    <a:srgbClr val="000000"/>
                  </a:solidFill>
                  <a:latin typeface="Times New Roman" panose="02020603050405020304" pitchFamily="18" charset="0"/>
                  <a:ea typeface="华文楷体" panose="02010600040101010101" pitchFamily="2" charset="-122"/>
                </a:rPr>
                <a:t>为</a:t>
              </a:r>
              <a:r>
                <a:rPr lang="en-US" altLang="zh-CN" sz="2400" b="1" dirty="0" smtClean="0">
                  <a:solidFill>
                    <a:srgbClr val="000000"/>
                  </a:solidFill>
                  <a:latin typeface="Times New Roman" panose="02020603050405020304" pitchFamily="18" charset="0"/>
                  <a:ea typeface="华文楷体" panose="02010600040101010101" pitchFamily="2" charset="-122"/>
                </a:rPr>
                <a:t>true.</a:t>
              </a:r>
              <a:endParaRPr lang="en-US" altLang="zh-CN" sz="2400" b="1" dirty="0">
                <a:solidFill>
                  <a:srgbClr val="000000"/>
                </a:solidFill>
                <a:latin typeface="Times New Roman" panose="02020603050405020304" pitchFamily="18" charset="0"/>
                <a:ea typeface="华文楷体" panose="02010600040101010101" pitchFamily="2" charset="-122"/>
              </a:endParaRPr>
            </a:p>
          </p:txBody>
        </p:sp>
        <p:sp>
          <p:nvSpPr>
            <p:cNvPr id="27656" name="Rectangle 15"/>
            <p:cNvSpPr>
              <a:spLocks noChangeArrowheads="1"/>
            </p:cNvSpPr>
            <p:nvPr/>
          </p:nvSpPr>
          <p:spPr bwMode="auto">
            <a:xfrm>
              <a:off x="385" y="3612"/>
              <a:ext cx="5196" cy="544"/>
            </a:xfrm>
            <a:prstGeom prst="rect">
              <a:avLst/>
            </a:prstGeom>
            <a:solidFill>
              <a:srgbClr val="2F2FC5"/>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12&gt;20      </a:t>
              </a:r>
              <a:r>
                <a:rPr lang="zh-CN" altLang="en-US" sz="2400" b="1" dirty="0">
                  <a:latin typeface="Times New Roman" panose="02020603050405020304" pitchFamily="18" charset="0"/>
                  <a:ea typeface="华文楷体" panose="02010600040101010101" pitchFamily="2" charset="-122"/>
                </a:rPr>
                <a:t>结果</a:t>
              </a:r>
              <a:r>
                <a:rPr lang="zh-CN" altLang="en-US" sz="2400" b="1" dirty="0" smtClean="0">
                  <a:latin typeface="Times New Roman" panose="02020603050405020304" pitchFamily="18" charset="0"/>
                  <a:ea typeface="华文楷体" panose="02010600040101010101" pitchFamily="2" charset="-122"/>
                </a:rPr>
                <a:t>为</a:t>
              </a:r>
              <a:r>
                <a:rPr lang="en-US" altLang="zh-CN" sz="2400" b="1" dirty="0" err="1" smtClean="0">
                  <a:latin typeface="Times New Roman" panose="02020603050405020304" pitchFamily="18" charset="0"/>
                  <a:ea typeface="华文楷体" panose="02010600040101010101" pitchFamily="2" charset="-122"/>
                </a:rPr>
                <a:t>flase</a:t>
              </a:r>
              <a:r>
                <a:rPr lang="en-US" altLang="zh-CN" sz="2400" b="1" dirty="0" smtClean="0">
                  <a:latin typeface="Times New Roman" panose="02020603050405020304" pitchFamily="18" charset="0"/>
                  <a:ea typeface="华文楷体" panose="02010600040101010101" pitchFamily="2" charset="-122"/>
                </a:rPr>
                <a:t>                       </a:t>
              </a:r>
              <a:r>
                <a:rPr lang="en-US" altLang="zh-CN" sz="2400" b="1" dirty="0">
                  <a:latin typeface="Times New Roman" panose="02020603050405020304" pitchFamily="18" charset="0"/>
                  <a:ea typeface="华文楷体" panose="02010600040101010101" pitchFamily="2" charset="-122"/>
                </a:rPr>
                <a:t>'a'&gt;'b'           </a:t>
              </a:r>
              <a:r>
                <a:rPr lang="zh-CN" altLang="en-US" sz="2400" b="1" dirty="0">
                  <a:latin typeface="Times New Roman" panose="02020603050405020304" pitchFamily="18" charset="0"/>
                  <a:ea typeface="华文楷体" panose="02010600040101010101" pitchFamily="2" charset="-122"/>
                </a:rPr>
                <a:t>结果</a:t>
              </a:r>
              <a:r>
                <a:rPr lang="zh-CN" altLang="en-US" sz="2400" b="1" dirty="0" smtClean="0">
                  <a:latin typeface="Times New Roman" panose="02020603050405020304" pitchFamily="18" charset="0"/>
                  <a:ea typeface="华文楷体" panose="02010600040101010101" pitchFamily="2" charset="-122"/>
                </a:rPr>
                <a:t>为</a:t>
              </a:r>
              <a:r>
                <a:rPr lang="en-US" altLang="zh-CN" sz="2400" b="1" dirty="0" smtClean="0">
                  <a:latin typeface="Times New Roman" panose="02020603050405020304" pitchFamily="18" charset="0"/>
                  <a:ea typeface="华文楷体" panose="02010600040101010101" pitchFamily="2" charset="-122"/>
                </a:rPr>
                <a:t>false</a:t>
              </a:r>
              <a:endParaRPr lang="en-US" altLang="zh-CN" sz="2400" b="1" dirty="0">
                <a:latin typeface="Times New Roman" panose="02020603050405020304" pitchFamily="18" charset="0"/>
                <a:ea typeface="华文楷体" panose="02010600040101010101" pitchFamily="2" charset="-122"/>
              </a:endParaRPr>
            </a:p>
            <a:p>
              <a:pPr lvl="1" algn="just" eaLnBrk="1" hangingPunct="1">
                <a:buClr>
                  <a:srgbClr val="000099"/>
                </a:buClr>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12&lt;20      </a:t>
              </a:r>
              <a:r>
                <a:rPr lang="zh-CN" altLang="en-US" sz="2400" b="1" dirty="0">
                  <a:latin typeface="Times New Roman" panose="02020603050405020304" pitchFamily="18" charset="0"/>
                  <a:ea typeface="华文楷体" panose="02010600040101010101" pitchFamily="2" charset="-122"/>
                </a:rPr>
                <a:t>结果</a:t>
              </a:r>
              <a:r>
                <a:rPr lang="zh-CN" altLang="en-US" sz="2400" b="1" dirty="0" smtClean="0">
                  <a:latin typeface="Times New Roman" panose="02020603050405020304" pitchFamily="18" charset="0"/>
                  <a:ea typeface="华文楷体" panose="02010600040101010101" pitchFamily="2" charset="-122"/>
                </a:rPr>
                <a:t>为</a:t>
              </a:r>
              <a:r>
                <a:rPr lang="en-US" altLang="zh-CN" sz="2400" b="1" dirty="0" smtClean="0">
                  <a:latin typeface="Times New Roman" panose="02020603050405020304" pitchFamily="18" charset="0"/>
                  <a:ea typeface="华文楷体" panose="02010600040101010101" pitchFamily="2" charset="-122"/>
                </a:rPr>
                <a:t>true                        </a:t>
              </a:r>
              <a:r>
                <a:rPr lang="en-US" altLang="zh-CN" sz="2400" b="1" dirty="0">
                  <a:latin typeface="Times New Roman" panose="02020603050405020304" pitchFamily="18" charset="0"/>
                  <a:ea typeface="华文楷体" panose="02010600040101010101" pitchFamily="2" charset="-122"/>
                </a:rPr>
                <a:t>'a'&lt;'b'           </a:t>
              </a:r>
              <a:r>
                <a:rPr lang="zh-CN" altLang="en-US" sz="2400" b="1" dirty="0">
                  <a:latin typeface="Times New Roman" panose="02020603050405020304" pitchFamily="18" charset="0"/>
                  <a:ea typeface="华文楷体" panose="02010600040101010101" pitchFamily="2" charset="-122"/>
                </a:rPr>
                <a:t>结果</a:t>
              </a:r>
              <a:r>
                <a:rPr lang="zh-CN" altLang="en-US" sz="2400" b="1" dirty="0" smtClean="0">
                  <a:latin typeface="Times New Roman" panose="02020603050405020304" pitchFamily="18" charset="0"/>
                  <a:ea typeface="华文楷体" panose="02010600040101010101" pitchFamily="2" charset="-122"/>
                </a:rPr>
                <a:t>为</a:t>
              </a:r>
              <a:r>
                <a:rPr lang="en-US" altLang="zh-CN" sz="2400" b="1" dirty="0" smtClean="0">
                  <a:latin typeface="Times New Roman" panose="02020603050405020304" pitchFamily="18" charset="0"/>
                  <a:ea typeface="华文楷体" panose="02010600040101010101" pitchFamily="2" charset="-122"/>
                </a:rPr>
                <a:t>true</a:t>
              </a:r>
              <a:endParaRPr lang="en-US" altLang="zh-CN" sz="2400" b="1" dirty="0">
                <a:latin typeface="Times New Roman" panose="02020603050405020304" pitchFamily="18" charset="0"/>
                <a:ea typeface="华文楷体" panose="0201060004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109663" y="301625"/>
            <a:ext cx="7999412" cy="1143000"/>
          </a:xfrm>
        </p:spPr>
        <p:txBody>
          <a:bodyPr/>
          <a:lstStyle/>
          <a:p>
            <a:pPr algn="ctr"/>
            <a:r>
              <a:rPr lang="en-US" altLang="zh-CN" sz="4000" b="1" dirty="0" smtClean="0">
                <a:ea typeface="隶书" panose="02010509060101010101" pitchFamily="49" charset="-122"/>
              </a:rPr>
              <a:t>2.2.6</a:t>
            </a:r>
            <a:r>
              <a:rPr lang="zh-CN" altLang="en-US" sz="4000" b="1" dirty="0" smtClean="0">
                <a:ea typeface="隶书" panose="02010509060101010101" pitchFamily="49" charset="-122"/>
              </a:rPr>
              <a:t>、</a:t>
            </a:r>
            <a:r>
              <a:rPr lang="zh-CN" altLang="en-US" sz="4000" b="1" dirty="0">
                <a:ea typeface="隶书" panose="02010509060101010101" pitchFamily="49" charset="-122"/>
              </a:rPr>
              <a:t>运算符和表达式：</a:t>
            </a:r>
            <a:br>
              <a:rPr lang="en-US" altLang="zh-CN" sz="4000" b="1" dirty="0">
                <a:ea typeface="隶书" panose="02010509060101010101" pitchFamily="49" charset="-122"/>
              </a:rPr>
            </a:br>
            <a:r>
              <a:rPr lang="zh-CN" altLang="en-US" sz="4000" b="1" dirty="0" smtClean="0">
                <a:ea typeface="隶书" panose="02010509060101010101" pitchFamily="49" charset="-122"/>
              </a:rPr>
              <a:t>逻辑运算</a:t>
            </a:r>
            <a:r>
              <a:rPr lang="zh-CN" altLang="en-US" sz="4000" b="1" dirty="0">
                <a:ea typeface="隶书" panose="02010509060101010101" pitchFamily="49" charset="-122"/>
              </a:rPr>
              <a:t>符（短路原则）</a:t>
            </a:r>
            <a:endParaRPr lang="zh-CN" altLang="en-US" sz="4000" b="1" dirty="0">
              <a:ea typeface="隶书" panose="02010509060101010101" pitchFamily="49" charset="-122"/>
            </a:endParaRPr>
          </a:p>
        </p:txBody>
      </p:sp>
      <p:sp>
        <p:nvSpPr>
          <p:cNvPr id="2867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28676"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28677"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105483" name="Rectangle 11"/>
          <p:cNvSpPr>
            <a:spLocks noChangeArrowheads="1"/>
          </p:cNvSpPr>
          <p:nvPr/>
        </p:nvSpPr>
        <p:spPr bwMode="auto">
          <a:xfrm>
            <a:off x="971550" y="2622550"/>
            <a:ext cx="7888288" cy="1166813"/>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6385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0"/>
              </a:spcBef>
              <a:buClrTx/>
              <a:buSzTx/>
              <a:buFontTx/>
              <a:buNone/>
            </a:pPr>
            <a:r>
              <a:rPr lang="zh-CN" altLang="en-US" sz="2400" b="1" dirty="0">
                <a:latin typeface="Times New Roman" panose="02020603050405020304" pitchFamily="18" charset="0"/>
                <a:ea typeface="华文楷体" panose="02010600040101010101" pitchFamily="2" charset="-122"/>
              </a:rPr>
              <a:t>例如，设变量</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a:t>
            </a:r>
            <a:r>
              <a:rPr lang="en-US" altLang="zh-CN" sz="2400" b="1" dirty="0" err="1">
                <a:latin typeface="Times New Roman" panose="02020603050405020304" pitchFamily="18" charset="0"/>
                <a:ea typeface="华文楷体" panose="02010600040101010101" pitchFamily="2" charset="-122"/>
              </a:rPr>
              <a:t>m,n,a,b</a:t>
            </a:r>
            <a:r>
              <a:rPr lang="zh-CN" altLang="en-US" sz="2400" b="1" dirty="0">
                <a:latin typeface="Times New Roman" panose="02020603050405020304" pitchFamily="18" charset="0"/>
                <a:ea typeface="华文楷体" panose="02010600040101010101" pitchFamily="2" charset="-122"/>
              </a:rPr>
              <a:t>的值均为</a:t>
            </a:r>
            <a:r>
              <a:rPr lang="en-US" altLang="zh-CN" sz="2400" b="1" dirty="0">
                <a:latin typeface="Times New Roman" panose="02020603050405020304" pitchFamily="18" charset="0"/>
                <a:ea typeface="华文楷体" panose="02010600040101010101" pitchFamily="2" charset="-122"/>
              </a:rPr>
              <a:t>0</a:t>
            </a:r>
            <a:r>
              <a:rPr lang="zh-CN" altLang="en-US" sz="2400" b="1" dirty="0">
                <a:latin typeface="Times New Roman" panose="02020603050405020304" pitchFamily="18" charset="0"/>
                <a:ea typeface="华文楷体" panose="02010600040101010101" pitchFamily="2" charset="-122"/>
              </a:rPr>
              <a:t>，则执行表达式</a:t>
            </a:r>
            <a:r>
              <a:rPr lang="en-US" altLang="zh-CN" sz="2400" b="1" dirty="0">
                <a:latin typeface="Times New Roman" panose="02020603050405020304" pitchFamily="18" charset="0"/>
                <a:ea typeface="华文楷体" panose="02010600040101010101" pitchFamily="2" charset="-122"/>
              </a:rPr>
              <a:t>(m=a&gt;b)&amp;&amp;(n=a&gt;=b)</a:t>
            </a:r>
            <a:r>
              <a:rPr lang="zh-CN" altLang="en-US" sz="2400" b="1" dirty="0">
                <a:latin typeface="Times New Roman" panose="02020603050405020304" pitchFamily="18" charset="0"/>
                <a:ea typeface="华文楷体" panose="02010600040101010101" pitchFamily="2" charset="-122"/>
              </a:rPr>
              <a:t>后，</a:t>
            </a:r>
            <a:r>
              <a:rPr lang="en-US" altLang="zh-CN" sz="2400" b="1" dirty="0">
                <a:latin typeface="Times New Roman" panose="02020603050405020304" pitchFamily="18" charset="0"/>
                <a:ea typeface="华文楷体" panose="02010600040101010101" pitchFamily="2" charset="-122"/>
              </a:rPr>
              <a:t>m</a:t>
            </a:r>
            <a:r>
              <a:rPr lang="zh-CN" altLang="en-US" sz="2400" b="1" dirty="0">
                <a:latin typeface="Times New Roman" panose="02020603050405020304" pitchFamily="18" charset="0"/>
                <a:ea typeface="华文楷体" panose="02010600040101010101" pitchFamily="2" charset="-122"/>
              </a:rPr>
              <a:t>、</a:t>
            </a:r>
            <a:r>
              <a:rPr lang="en-US" altLang="zh-CN" sz="2400" b="1" dirty="0">
                <a:latin typeface="Times New Roman" panose="02020603050405020304" pitchFamily="18" charset="0"/>
                <a:ea typeface="华文楷体" panose="02010600040101010101" pitchFamily="2" charset="-122"/>
              </a:rPr>
              <a:t>n </a:t>
            </a:r>
            <a:r>
              <a:rPr lang="zh-CN" altLang="en-US" sz="2400" b="1" dirty="0">
                <a:latin typeface="Times New Roman" panose="02020603050405020304" pitchFamily="18" charset="0"/>
                <a:ea typeface="华文楷体" panose="02010600040101010101" pitchFamily="2" charset="-122"/>
              </a:rPr>
              <a:t>的值分别为（       ）和（        ）。</a:t>
            </a:r>
            <a:endParaRPr lang="zh-CN" altLang="en-US" sz="2800" b="1" dirty="0">
              <a:latin typeface="Times New Roman" panose="02020603050405020304" pitchFamily="18" charset="0"/>
              <a:ea typeface="华文楷体" panose="02010600040101010101" pitchFamily="2" charset="-122"/>
              <a:sym typeface="Wingdings" panose="05000000000000000000" pitchFamily="2" charset="2"/>
            </a:endParaRPr>
          </a:p>
        </p:txBody>
      </p:sp>
      <p:grpSp>
        <p:nvGrpSpPr>
          <p:cNvPr id="28679" name="Group 16"/>
          <p:cNvGrpSpPr/>
          <p:nvPr/>
        </p:nvGrpSpPr>
        <p:grpSpPr bwMode="auto">
          <a:xfrm>
            <a:off x="971550" y="1628775"/>
            <a:ext cx="7888288" cy="993775"/>
            <a:chOff x="612" y="1026"/>
            <a:chExt cx="4969" cy="626"/>
          </a:xfrm>
        </p:grpSpPr>
        <p:sp>
          <p:nvSpPr>
            <p:cNvPr id="28688" name="Rectangle 10"/>
            <p:cNvSpPr>
              <a:spLocks noChangeArrowheads="1"/>
            </p:cNvSpPr>
            <p:nvPr/>
          </p:nvSpPr>
          <p:spPr bwMode="auto">
            <a:xfrm>
              <a:off x="612" y="1026"/>
              <a:ext cx="4969" cy="317"/>
            </a:xfrm>
            <a:prstGeom prst="rect">
              <a:avLst/>
            </a:prstGeom>
            <a:solidFill>
              <a:srgbClr val="ECECEC"/>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ctr" eaLnBrk="1" hangingPunct="1">
                <a:buClr>
                  <a:srgbClr val="000099"/>
                </a:buClr>
                <a:buFont typeface="Wingdings" panose="05000000000000000000" pitchFamily="2" charset="2"/>
                <a:buNone/>
              </a:pPr>
              <a:r>
                <a:rPr lang="en-US" altLang="zh-CN" sz="2400" b="1">
                  <a:solidFill>
                    <a:srgbClr val="CC0000"/>
                  </a:solidFill>
                  <a:latin typeface="Times New Roman" panose="02020603050405020304" pitchFamily="18" charset="0"/>
                  <a:ea typeface="华文楷体" panose="02010600040101010101" pitchFamily="2" charset="-122"/>
                </a:rPr>
                <a:t>a&amp;&amp;b</a:t>
              </a:r>
              <a:endParaRPr lang="en-US" altLang="zh-CN" sz="2400" b="1">
                <a:solidFill>
                  <a:srgbClr val="CC0000"/>
                </a:solidFill>
                <a:latin typeface="Times New Roman" panose="02020603050405020304" pitchFamily="18" charset="0"/>
                <a:ea typeface="华文楷体" panose="02010600040101010101" pitchFamily="2" charset="-122"/>
              </a:endParaRPr>
            </a:p>
          </p:txBody>
        </p:sp>
        <p:sp>
          <p:nvSpPr>
            <p:cNvPr id="28689" name="Rectangle 15"/>
            <p:cNvSpPr>
              <a:spLocks noChangeArrowheads="1"/>
            </p:cNvSpPr>
            <p:nvPr/>
          </p:nvSpPr>
          <p:spPr bwMode="auto">
            <a:xfrm>
              <a:off x="612" y="1335"/>
              <a:ext cx="4969" cy="317"/>
            </a:xfrm>
            <a:prstGeom prst="rect">
              <a:avLst/>
            </a:prstGeom>
            <a:solidFill>
              <a:srgbClr val="2F2FC5"/>
            </a:solidFill>
            <a:ln w="9525">
              <a:solidFill>
                <a:srgbClr val="008080"/>
              </a:solidFill>
              <a:miter lim="800000"/>
            </a:ln>
          </p:spPr>
          <p:txBody>
            <a:bodyPr lIns="0" r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buClrTx/>
                <a:buSzTx/>
                <a:buFontTx/>
                <a:buNone/>
              </a:pPr>
              <a:r>
                <a:rPr lang="zh-CN" altLang="en-US" sz="2000" b="1" dirty="0">
                  <a:latin typeface="Times New Roman" panose="02020603050405020304" pitchFamily="18" charset="0"/>
                  <a:ea typeface="华文楷体" panose="02010600040101010101" pitchFamily="2" charset="-122"/>
                </a:rPr>
                <a:t>当</a:t>
              </a:r>
              <a:r>
                <a:rPr lang="en-US" altLang="zh-CN" sz="2000" b="1" dirty="0">
                  <a:latin typeface="Times New Roman" panose="02020603050405020304" pitchFamily="18" charset="0"/>
                  <a:ea typeface="华文楷体" panose="02010600040101010101" pitchFamily="2" charset="-122"/>
                </a:rPr>
                <a:t>a</a:t>
              </a:r>
              <a:r>
                <a:rPr lang="zh-CN" altLang="en-US" sz="2000" b="1" dirty="0" smtClean="0">
                  <a:latin typeface="Times New Roman" panose="02020603050405020304" pitchFamily="18" charset="0"/>
                  <a:ea typeface="华文楷体" panose="02010600040101010101" pitchFamily="2" charset="-122"/>
                </a:rPr>
                <a:t>为</a:t>
              </a:r>
              <a:r>
                <a:rPr lang="en-US" altLang="zh-CN" sz="2000" b="1" dirty="0" smtClean="0">
                  <a:latin typeface="Times New Roman" panose="02020603050405020304" pitchFamily="18" charset="0"/>
                  <a:ea typeface="华文楷体" panose="02010600040101010101" pitchFamily="2" charset="-122"/>
                </a:rPr>
                <a:t>false</a:t>
              </a:r>
              <a:r>
                <a:rPr lang="zh-CN" altLang="en-US" sz="2000" b="1" dirty="0" smtClean="0">
                  <a:latin typeface="Times New Roman" panose="02020603050405020304" pitchFamily="18" charset="0"/>
                  <a:ea typeface="华文楷体" panose="02010600040101010101" pitchFamily="2" charset="-122"/>
                </a:rPr>
                <a:t>时</a:t>
              </a:r>
              <a:r>
                <a:rPr lang="zh-CN" altLang="en-US" sz="2000" b="1" dirty="0">
                  <a:latin typeface="Times New Roman" panose="02020603050405020304" pitchFamily="18" charset="0"/>
                  <a:ea typeface="华文楷体" panose="02010600040101010101" pitchFamily="2" charset="-122"/>
                </a:rPr>
                <a:t>，可提前计算表达式结果</a:t>
              </a:r>
              <a:r>
                <a:rPr lang="zh-CN" altLang="en-US" sz="2000" b="1" dirty="0" smtClean="0">
                  <a:latin typeface="Times New Roman" panose="02020603050405020304" pitchFamily="18" charset="0"/>
                  <a:ea typeface="华文楷体" panose="02010600040101010101" pitchFamily="2" charset="-122"/>
                </a:rPr>
                <a:t>为</a:t>
              </a:r>
              <a:r>
                <a:rPr lang="en-US" altLang="zh-CN" sz="2000" b="1" dirty="0" smtClean="0">
                  <a:latin typeface="Times New Roman" panose="02020603050405020304" pitchFamily="18" charset="0"/>
                  <a:ea typeface="华文楷体" panose="02010600040101010101" pitchFamily="2" charset="-122"/>
                </a:rPr>
                <a:t>false</a:t>
              </a:r>
              <a:r>
                <a:rPr lang="zh-CN" altLang="en-US" sz="2000" b="1" dirty="0" smtClean="0">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因此不再处理</a:t>
              </a:r>
              <a:r>
                <a:rPr lang="en-US" altLang="zh-CN" sz="2000" b="1" dirty="0">
                  <a:latin typeface="Times New Roman" panose="02020603050405020304" pitchFamily="18" charset="0"/>
                  <a:ea typeface="华文楷体" panose="02010600040101010101" pitchFamily="2" charset="-122"/>
                </a:rPr>
                <a:t>b</a:t>
              </a:r>
              <a:r>
                <a:rPr lang="zh-CN" altLang="en-US" sz="2000" b="1" dirty="0">
                  <a:latin typeface="Times New Roman" panose="02020603050405020304" pitchFamily="18" charset="0"/>
                  <a:ea typeface="华文楷体" panose="02010600040101010101" pitchFamily="2" charset="-122"/>
                </a:rPr>
                <a:t>。</a:t>
              </a:r>
              <a:endParaRPr lang="zh-CN" altLang="en-US" sz="2800" b="1" dirty="0">
                <a:latin typeface="Times New Roman" panose="02020603050405020304" pitchFamily="18" charset="0"/>
                <a:ea typeface="华文楷体" panose="02010600040101010101" pitchFamily="2" charset="-122"/>
              </a:endParaRPr>
            </a:p>
          </p:txBody>
        </p:sp>
      </p:grpSp>
      <p:sp>
        <p:nvSpPr>
          <p:cNvPr id="105489" name="Rectangle 17"/>
          <p:cNvSpPr>
            <a:spLocks noChangeArrowheads="1"/>
          </p:cNvSpPr>
          <p:nvPr/>
        </p:nvSpPr>
        <p:spPr bwMode="auto">
          <a:xfrm>
            <a:off x="971550" y="5070475"/>
            <a:ext cx="7888288" cy="1166813"/>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6385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0"/>
              </a:spcBef>
              <a:buClrTx/>
              <a:buSzTx/>
              <a:buFontTx/>
              <a:buNone/>
            </a:pPr>
            <a:r>
              <a:rPr lang="zh-CN" altLang="en-US" sz="2400" b="1" dirty="0">
                <a:latin typeface="Times New Roman" panose="02020603050405020304" pitchFamily="18" charset="0"/>
                <a:ea typeface="华文楷体" panose="02010600040101010101" pitchFamily="2" charset="-122"/>
              </a:rPr>
              <a:t>例如，设变量</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a:t>
            </a:r>
            <a:r>
              <a:rPr lang="en-US" altLang="zh-CN" sz="2400" b="1" dirty="0" err="1">
                <a:latin typeface="Times New Roman" panose="02020603050405020304" pitchFamily="18" charset="0"/>
                <a:ea typeface="华文楷体" panose="02010600040101010101" pitchFamily="2" charset="-122"/>
              </a:rPr>
              <a:t>m,n,a,b</a:t>
            </a:r>
            <a:r>
              <a:rPr lang="zh-CN" altLang="en-US" sz="2400" b="1" dirty="0">
                <a:latin typeface="Times New Roman" panose="02020603050405020304" pitchFamily="18" charset="0"/>
                <a:ea typeface="华文楷体" panose="02010600040101010101" pitchFamily="2" charset="-122"/>
              </a:rPr>
              <a:t>的值均为</a:t>
            </a:r>
            <a:r>
              <a:rPr lang="en-US" altLang="zh-CN" sz="2400" b="1" dirty="0">
                <a:latin typeface="Times New Roman" panose="02020603050405020304" pitchFamily="18" charset="0"/>
                <a:ea typeface="华文楷体" panose="02010600040101010101" pitchFamily="2" charset="-122"/>
              </a:rPr>
              <a:t>0</a:t>
            </a:r>
            <a:r>
              <a:rPr lang="zh-CN" altLang="en-US" sz="2400" b="1" dirty="0">
                <a:latin typeface="Times New Roman" panose="02020603050405020304" pitchFamily="18" charset="0"/>
                <a:ea typeface="华文楷体" panose="02010600040101010101" pitchFamily="2" charset="-122"/>
              </a:rPr>
              <a:t>，则执行表达式</a:t>
            </a:r>
            <a:r>
              <a:rPr lang="en-US" altLang="zh-CN" sz="2400" b="1" dirty="0">
                <a:latin typeface="Times New Roman" panose="02020603050405020304" pitchFamily="18" charset="0"/>
                <a:ea typeface="华文楷体" panose="02010600040101010101" pitchFamily="2" charset="-122"/>
              </a:rPr>
              <a:t>(m=a&gt;=b)||(n=a&gt;=b)</a:t>
            </a:r>
            <a:r>
              <a:rPr lang="zh-CN" altLang="en-US" sz="2400" b="1" dirty="0">
                <a:latin typeface="Times New Roman" panose="02020603050405020304" pitchFamily="18" charset="0"/>
                <a:ea typeface="华文楷体" panose="02010600040101010101" pitchFamily="2" charset="-122"/>
              </a:rPr>
              <a:t>后，</a:t>
            </a:r>
            <a:r>
              <a:rPr lang="en-US" altLang="zh-CN" sz="2400" b="1" dirty="0">
                <a:latin typeface="Times New Roman" panose="02020603050405020304" pitchFamily="18" charset="0"/>
                <a:ea typeface="华文楷体" panose="02010600040101010101" pitchFamily="2" charset="-122"/>
              </a:rPr>
              <a:t>m</a:t>
            </a:r>
            <a:r>
              <a:rPr lang="zh-CN" altLang="en-US" sz="2400" b="1" dirty="0">
                <a:latin typeface="Times New Roman" panose="02020603050405020304" pitchFamily="18" charset="0"/>
                <a:ea typeface="华文楷体" panose="02010600040101010101" pitchFamily="2" charset="-122"/>
              </a:rPr>
              <a:t>、</a:t>
            </a:r>
            <a:r>
              <a:rPr lang="en-US" altLang="zh-CN" sz="2400" b="1" dirty="0">
                <a:latin typeface="Times New Roman" panose="02020603050405020304" pitchFamily="18" charset="0"/>
                <a:ea typeface="华文楷体" panose="02010600040101010101" pitchFamily="2" charset="-122"/>
              </a:rPr>
              <a:t>n </a:t>
            </a:r>
            <a:r>
              <a:rPr lang="zh-CN" altLang="en-US" sz="2400" b="1" dirty="0">
                <a:latin typeface="Times New Roman" panose="02020603050405020304" pitchFamily="18" charset="0"/>
                <a:ea typeface="华文楷体" panose="02010600040101010101" pitchFamily="2" charset="-122"/>
              </a:rPr>
              <a:t>的值分别为（       ）和（        ）。</a:t>
            </a:r>
            <a:endParaRPr lang="zh-CN" altLang="en-US" sz="2800" b="1" dirty="0">
              <a:latin typeface="Times New Roman" panose="02020603050405020304" pitchFamily="18" charset="0"/>
              <a:ea typeface="华文楷体" panose="02010600040101010101" pitchFamily="2" charset="-122"/>
              <a:sym typeface="Wingdings" panose="05000000000000000000" pitchFamily="2" charset="2"/>
            </a:endParaRPr>
          </a:p>
        </p:txBody>
      </p:sp>
      <p:grpSp>
        <p:nvGrpSpPr>
          <p:cNvPr id="3" name="Group 18"/>
          <p:cNvGrpSpPr/>
          <p:nvPr/>
        </p:nvGrpSpPr>
        <p:grpSpPr bwMode="auto">
          <a:xfrm>
            <a:off x="971550" y="4076700"/>
            <a:ext cx="7888288" cy="993775"/>
            <a:chOff x="612" y="1026"/>
            <a:chExt cx="4969" cy="626"/>
          </a:xfrm>
        </p:grpSpPr>
        <p:sp>
          <p:nvSpPr>
            <p:cNvPr id="28686" name="Rectangle 19"/>
            <p:cNvSpPr>
              <a:spLocks noChangeArrowheads="1"/>
            </p:cNvSpPr>
            <p:nvPr/>
          </p:nvSpPr>
          <p:spPr bwMode="auto">
            <a:xfrm>
              <a:off x="612" y="1026"/>
              <a:ext cx="4969" cy="317"/>
            </a:xfrm>
            <a:prstGeom prst="rect">
              <a:avLst/>
            </a:prstGeom>
            <a:solidFill>
              <a:srgbClr val="ECECEC"/>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ctr" eaLnBrk="1" hangingPunct="1">
                <a:buClr>
                  <a:srgbClr val="000099"/>
                </a:buClr>
                <a:buFont typeface="Wingdings" panose="05000000000000000000" pitchFamily="2" charset="2"/>
                <a:buNone/>
              </a:pPr>
              <a:r>
                <a:rPr lang="en-US" altLang="zh-CN" sz="2400" b="1">
                  <a:solidFill>
                    <a:srgbClr val="CC0000"/>
                  </a:solidFill>
                  <a:latin typeface="Times New Roman" panose="02020603050405020304" pitchFamily="18" charset="0"/>
                  <a:ea typeface="华文楷体" panose="02010600040101010101" pitchFamily="2" charset="-122"/>
                </a:rPr>
                <a:t>a||b</a:t>
              </a:r>
              <a:endParaRPr lang="en-US" altLang="zh-CN" sz="2400" b="1">
                <a:solidFill>
                  <a:srgbClr val="CC0000"/>
                </a:solidFill>
                <a:latin typeface="Times New Roman" panose="02020603050405020304" pitchFamily="18" charset="0"/>
                <a:ea typeface="华文楷体" panose="02010600040101010101" pitchFamily="2" charset="-122"/>
              </a:endParaRPr>
            </a:p>
          </p:txBody>
        </p:sp>
        <p:sp>
          <p:nvSpPr>
            <p:cNvPr id="28687" name="Rectangle 20"/>
            <p:cNvSpPr>
              <a:spLocks noChangeArrowheads="1"/>
            </p:cNvSpPr>
            <p:nvPr/>
          </p:nvSpPr>
          <p:spPr bwMode="auto">
            <a:xfrm>
              <a:off x="612" y="1335"/>
              <a:ext cx="4969" cy="317"/>
            </a:xfrm>
            <a:prstGeom prst="rect">
              <a:avLst/>
            </a:prstGeom>
            <a:solidFill>
              <a:srgbClr val="2F2FC5"/>
            </a:solidFill>
            <a:ln w="9525">
              <a:solidFill>
                <a:srgbClr val="008080"/>
              </a:solidFill>
              <a:miter lim="800000"/>
            </a:ln>
          </p:spPr>
          <p:txBody>
            <a:bodyPr lIns="0" r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buClrTx/>
                <a:buSzTx/>
                <a:buFontTx/>
                <a:buNone/>
              </a:pPr>
              <a:r>
                <a:rPr lang="zh-CN" altLang="en-US" sz="2000" b="1" dirty="0">
                  <a:latin typeface="Times New Roman" panose="02020603050405020304" pitchFamily="18" charset="0"/>
                  <a:ea typeface="华文楷体" panose="02010600040101010101" pitchFamily="2" charset="-122"/>
                </a:rPr>
                <a:t>当</a:t>
              </a:r>
              <a:r>
                <a:rPr lang="en-US" altLang="zh-CN" sz="2000" b="1" dirty="0">
                  <a:latin typeface="Times New Roman" panose="02020603050405020304" pitchFamily="18" charset="0"/>
                  <a:ea typeface="华文楷体" panose="02010600040101010101" pitchFamily="2" charset="-122"/>
                </a:rPr>
                <a:t>a</a:t>
              </a:r>
              <a:r>
                <a:rPr lang="zh-CN" altLang="en-US" sz="2000" b="1" dirty="0" smtClean="0">
                  <a:latin typeface="Times New Roman" panose="02020603050405020304" pitchFamily="18" charset="0"/>
                  <a:ea typeface="华文楷体" panose="02010600040101010101" pitchFamily="2" charset="-122"/>
                </a:rPr>
                <a:t>为</a:t>
              </a:r>
              <a:r>
                <a:rPr lang="en-US" altLang="zh-CN" sz="2000" b="1" dirty="0" smtClean="0">
                  <a:latin typeface="Times New Roman" panose="02020603050405020304" pitchFamily="18" charset="0"/>
                  <a:ea typeface="华文楷体" panose="02010600040101010101" pitchFamily="2" charset="-122"/>
                </a:rPr>
                <a:t>true</a:t>
              </a:r>
              <a:r>
                <a:rPr lang="zh-CN" altLang="en-US" sz="2000" b="1" dirty="0" smtClean="0">
                  <a:latin typeface="Times New Roman" panose="02020603050405020304" pitchFamily="18" charset="0"/>
                  <a:ea typeface="华文楷体" panose="02010600040101010101" pitchFamily="2" charset="-122"/>
                </a:rPr>
                <a:t>时</a:t>
              </a:r>
              <a:r>
                <a:rPr lang="zh-CN" altLang="en-US" sz="2000" b="1" dirty="0">
                  <a:latin typeface="Times New Roman" panose="02020603050405020304" pitchFamily="18" charset="0"/>
                  <a:ea typeface="华文楷体" panose="02010600040101010101" pitchFamily="2" charset="-122"/>
                </a:rPr>
                <a:t>，可提前计算表达式结果</a:t>
              </a:r>
              <a:r>
                <a:rPr lang="zh-CN" altLang="en-US" sz="2000" b="1" dirty="0" smtClean="0">
                  <a:latin typeface="Times New Roman" panose="02020603050405020304" pitchFamily="18" charset="0"/>
                  <a:ea typeface="华文楷体" panose="02010600040101010101" pitchFamily="2" charset="-122"/>
                </a:rPr>
                <a:t>为</a:t>
              </a:r>
              <a:r>
                <a:rPr lang="en-US" altLang="zh-CN" sz="2000" b="1" dirty="0" smtClean="0">
                  <a:latin typeface="Times New Roman" panose="02020603050405020304" pitchFamily="18" charset="0"/>
                  <a:ea typeface="华文楷体" panose="02010600040101010101" pitchFamily="2" charset="-122"/>
                </a:rPr>
                <a:t>true</a:t>
              </a:r>
              <a:r>
                <a:rPr lang="zh-CN" altLang="en-US" sz="2000" b="1" dirty="0" smtClean="0">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因此不再处理</a:t>
              </a:r>
              <a:r>
                <a:rPr lang="en-US" altLang="zh-CN" sz="2000" b="1" dirty="0">
                  <a:latin typeface="Times New Roman" panose="02020603050405020304" pitchFamily="18" charset="0"/>
                  <a:ea typeface="华文楷体" panose="02010600040101010101" pitchFamily="2" charset="-122"/>
                </a:rPr>
                <a:t>b</a:t>
              </a:r>
              <a:r>
                <a:rPr lang="zh-CN" altLang="en-US" sz="2000" b="1" dirty="0">
                  <a:latin typeface="Times New Roman" panose="02020603050405020304" pitchFamily="18" charset="0"/>
                  <a:ea typeface="华文楷体" panose="02010600040101010101" pitchFamily="2" charset="-122"/>
                </a:rPr>
                <a:t>。</a:t>
              </a:r>
              <a:endParaRPr lang="zh-CN" altLang="en-US" sz="2000" b="1" dirty="0">
                <a:latin typeface="Times New Roman" panose="02020603050405020304" pitchFamily="18" charset="0"/>
                <a:ea typeface="华文楷体" panose="02010600040101010101" pitchFamily="2" charset="-122"/>
              </a:endParaRPr>
            </a:p>
          </p:txBody>
        </p:sp>
      </p:grpSp>
      <p:sp>
        <p:nvSpPr>
          <p:cNvPr id="105493" name="Text Box 21"/>
          <p:cNvSpPr txBox="1">
            <a:spLocks noChangeArrowheads="1"/>
          </p:cNvSpPr>
          <p:nvPr/>
        </p:nvSpPr>
        <p:spPr bwMode="auto">
          <a:xfrm>
            <a:off x="7451725" y="2997200"/>
            <a:ext cx="288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spcBef>
                <a:spcPct val="50000"/>
              </a:spcBef>
              <a:buSzPct val="75000"/>
              <a:buFont typeface="Wingdings" panose="05000000000000000000" pitchFamily="2" charset="2"/>
              <a:buNone/>
            </a:pPr>
            <a:r>
              <a:rPr lang="en-US" altLang="zh-CN" sz="2800" b="1" dirty="0">
                <a:solidFill>
                  <a:srgbClr val="FFFF00"/>
                </a:solidFill>
                <a:latin typeface="Times New Roman" panose="02020603050405020304" pitchFamily="18" charset="0"/>
                <a:ea typeface="华文楷体" panose="02010600040101010101" pitchFamily="2" charset="-122"/>
              </a:rPr>
              <a:t>0</a:t>
            </a:r>
            <a:endParaRPr lang="en-US" altLang="zh-CN" sz="2800" b="1" dirty="0">
              <a:solidFill>
                <a:srgbClr val="FFFF00"/>
              </a:solidFill>
              <a:latin typeface="Times New Roman" panose="02020603050405020304" pitchFamily="18" charset="0"/>
              <a:ea typeface="华文楷体" panose="02010600040101010101" pitchFamily="2" charset="-122"/>
            </a:endParaRPr>
          </a:p>
        </p:txBody>
      </p:sp>
      <p:sp>
        <p:nvSpPr>
          <p:cNvPr id="105494" name="Text Box 22"/>
          <p:cNvSpPr txBox="1">
            <a:spLocks noChangeArrowheads="1"/>
          </p:cNvSpPr>
          <p:nvPr/>
        </p:nvSpPr>
        <p:spPr bwMode="auto">
          <a:xfrm>
            <a:off x="1763713" y="3357563"/>
            <a:ext cx="2889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spcBef>
                <a:spcPct val="50000"/>
              </a:spcBef>
              <a:buSzPct val="75000"/>
              <a:buFont typeface="Wingdings" panose="05000000000000000000" pitchFamily="2" charset="2"/>
              <a:buNone/>
            </a:pPr>
            <a:r>
              <a:rPr lang="en-US" altLang="zh-CN" sz="2800" b="1" dirty="0">
                <a:solidFill>
                  <a:srgbClr val="FFFF00"/>
                </a:solidFill>
                <a:latin typeface="Times New Roman" panose="02020603050405020304" pitchFamily="18" charset="0"/>
                <a:ea typeface="华文楷体" panose="02010600040101010101" pitchFamily="2" charset="-122"/>
              </a:rPr>
              <a:t>0</a:t>
            </a:r>
            <a:endParaRPr lang="en-US" altLang="zh-CN" sz="2800" b="1" dirty="0">
              <a:solidFill>
                <a:srgbClr val="FFFF00"/>
              </a:solidFill>
              <a:latin typeface="Times New Roman" panose="02020603050405020304" pitchFamily="18" charset="0"/>
              <a:ea typeface="华文楷体" panose="02010600040101010101" pitchFamily="2" charset="-122"/>
            </a:endParaRPr>
          </a:p>
        </p:txBody>
      </p:sp>
      <p:sp>
        <p:nvSpPr>
          <p:cNvPr id="105495" name="Text Box 23"/>
          <p:cNvSpPr txBox="1">
            <a:spLocks noChangeArrowheads="1"/>
          </p:cNvSpPr>
          <p:nvPr/>
        </p:nvSpPr>
        <p:spPr bwMode="auto">
          <a:xfrm>
            <a:off x="7380288" y="5373688"/>
            <a:ext cx="2889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spcBef>
                <a:spcPct val="50000"/>
              </a:spcBef>
              <a:buSzPct val="75000"/>
              <a:buFont typeface="Wingdings" panose="05000000000000000000" pitchFamily="2" charset="2"/>
              <a:buNone/>
            </a:pPr>
            <a:r>
              <a:rPr lang="en-US" altLang="zh-CN" sz="2800" b="1" dirty="0">
                <a:solidFill>
                  <a:srgbClr val="FFFF00"/>
                </a:solidFill>
                <a:latin typeface="Times New Roman" panose="02020603050405020304" pitchFamily="18" charset="0"/>
                <a:ea typeface="华文楷体" panose="02010600040101010101" pitchFamily="2" charset="-122"/>
              </a:rPr>
              <a:t>1</a:t>
            </a:r>
            <a:endParaRPr lang="en-US" altLang="zh-CN" sz="2800" b="1" dirty="0">
              <a:solidFill>
                <a:srgbClr val="FFFF00"/>
              </a:solidFill>
              <a:latin typeface="Times New Roman" panose="02020603050405020304" pitchFamily="18" charset="0"/>
              <a:ea typeface="华文楷体" panose="02010600040101010101" pitchFamily="2" charset="-122"/>
            </a:endParaRPr>
          </a:p>
        </p:txBody>
      </p:sp>
      <p:sp>
        <p:nvSpPr>
          <p:cNvPr id="105496" name="Text Box 24"/>
          <p:cNvSpPr txBox="1">
            <a:spLocks noChangeArrowheads="1"/>
          </p:cNvSpPr>
          <p:nvPr/>
        </p:nvSpPr>
        <p:spPr bwMode="auto">
          <a:xfrm>
            <a:off x="1692275" y="5734050"/>
            <a:ext cx="288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spcBef>
                <a:spcPct val="50000"/>
              </a:spcBef>
              <a:buSzPct val="75000"/>
              <a:buFont typeface="Wingdings" panose="05000000000000000000" pitchFamily="2" charset="2"/>
              <a:buNone/>
            </a:pPr>
            <a:r>
              <a:rPr lang="en-US" altLang="zh-CN" sz="2800" b="1" dirty="0">
                <a:solidFill>
                  <a:srgbClr val="FFFF00"/>
                </a:solidFill>
                <a:latin typeface="Times New Roman" panose="02020603050405020304" pitchFamily="18" charset="0"/>
                <a:ea typeface="华文楷体" panose="02010600040101010101" pitchFamily="2" charset="-122"/>
              </a:rPr>
              <a:t>0</a:t>
            </a:r>
            <a:endParaRPr lang="en-US" altLang="zh-CN" sz="2800" b="1" dirty="0">
              <a:solidFill>
                <a:srgbClr val="FFFF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5483"/>
                                        </p:tgtEl>
                                        <p:attrNameLst>
                                          <p:attrName>style.visibility</p:attrName>
                                        </p:attrNameLst>
                                      </p:cBhvr>
                                      <p:to>
                                        <p:strVal val="visible"/>
                                      </p:to>
                                    </p:set>
                                    <p:animEffect transition="in" filter="blinds(horizontal)">
                                      <p:cBhvr>
                                        <p:cTn id="7" dur="500"/>
                                        <p:tgtEl>
                                          <p:spTgt spid="10548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grpId="0" nodeType="clickEffect">
                                  <p:stCondLst>
                                    <p:cond delay="0"/>
                                  </p:stCondLst>
                                  <p:childTnLst>
                                    <p:set>
                                      <p:cBhvr>
                                        <p:cTn id="11" dur="1" fill="hold">
                                          <p:stCondLst>
                                            <p:cond delay="0"/>
                                          </p:stCondLst>
                                        </p:cTn>
                                        <p:tgtEl>
                                          <p:spTgt spid="105494"/>
                                        </p:tgtEl>
                                        <p:attrNameLst>
                                          <p:attrName>style.visibility</p:attrName>
                                        </p:attrNameLst>
                                      </p:cBhvr>
                                      <p:to>
                                        <p:strVal val="visible"/>
                                      </p:to>
                                    </p:set>
                                    <p:anim calcmode="lin" valueType="num">
                                      <p:cBhvr additive="base">
                                        <p:cTn id="12" dur="500" fill="hold"/>
                                        <p:tgtEl>
                                          <p:spTgt spid="105494"/>
                                        </p:tgtEl>
                                        <p:attrNameLst>
                                          <p:attrName>ppt_x</p:attrName>
                                        </p:attrNameLst>
                                      </p:cBhvr>
                                      <p:tavLst>
                                        <p:tav tm="0">
                                          <p:val>
                                            <p:strVal val="#ppt_x"/>
                                          </p:val>
                                        </p:tav>
                                        <p:tav tm="100000">
                                          <p:val>
                                            <p:strVal val="#ppt_x"/>
                                          </p:val>
                                        </p:tav>
                                      </p:tavLst>
                                    </p:anim>
                                    <p:anim calcmode="lin" valueType="num">
                                      <p:cBhvr additive="base">
                                        <p:cTn id="13" dur="500" fill="hold"/>
                                        <p:tgtEl>
                                          <p:spTgt spid="105494"/>
                                        </p:tgtEl>
                                        <p:attrNameLst>
                                          <p:attrName>ppt_y</p:attrName>
                                        </p:attrNameLst>
                                      </p:cBhvr>
                                      <p:tavLst>
                                        <p:tav tm="0">
                                          <p:val>
                                            <p:strVal val="0-#ppt_h/2"/>
                                          </p:val>
                                        </p:tav>
                                        <p:tav tm="100000">
                                          <p:val>
                                            <p:strVal val="#ppt_y"/>
                                          </p:val>
                                        </p:tav>
                                      </p:tavLst>
                                    </p:anim>
                                  </p:childTnLst>
                                </p:cTn>
                              </p:par>
                              <p:par>
                                <p:cTn id="14" presetID="2" presetClass="entr" presetSubtype="1" fill="hold" grpId="0" nodeType="withEffect">
                                  <p:stCondLst>
                                    <p:cond delay="0"/>
                                  </p:stCondLst>
                                  <p:childTnLst>
                                    <p:set>
                                      <p:cBhvr>
                                        <p:cTn id="15" dur="1" fill="hold">
                                          <p:stCondLst>
                                            <p:cond delay="0"/>
                                          </p:stCondLst>
                                        </p:cTn>
                                        <p:tgtEl>
                                          <p:spTgt spid="105493"/>
                                        </p:tgtEl>
                                        <p:attrNameLst>
                                          <p:attrName>style.visibility</p:attrName>
                                        </p:attrNameLst>
                                      </p:cBhvr>
                                      <p:to>
                                        <p:strVal val="visible"/>
                                      </p:to>
                                    </p:set>
                                    <p:anim calcmode="lin" valueType="num">
                                      <p:cBhvr additive="base">
                                        <p:cTn id="16" dur="500" fill="hold"/>
                                        <p:tgtEl>
                                          <p:spTgt spid="105493"/>
                                        </p:tgtEl>
                                        <p:attrNameLst>
                                          <p:attrName>ppt_x</p:attrName>
                                        </p:attrNameLst>
                                      </p:cBhvr>
                                      <p:tavLst>
                                        <p:tav tm="0">
                                          <p:val>
                                            <p:strVal val="#ppt_x"/>
                                          </p:val>
                                        </p:tav>
                                        <p:tav tm="100000">
                                          <p:val>
                                            <p:strVal val="#ppt_x"/>
                                          </p:val>
                                        </p:tav>
                                      </p:tavLst>
                                    </p:anim>
                                    <p:anim calcmode="lin" valueType="num">
                                      <p:cBhvr additive="base">
                                        <p:cTn id="17" dur="500" fill="hold"/>
                                        <p:tgtEl>
                                          <p:spTgt spid="105493"/>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5489"/>
                                        </p:tgtEl>
                                        <p:attrNameLst>
                                          <p:attrName>style.visibility</p:attrName>
                                        </p:attrNameLst>
                                      </p:cBhvr>
                                      <p:to>
                                        <p:strVal val="visible"/>
                                      </p:to>
                                    </p:set>
                                    <p:animEffect transition="in" filter="blinds(horizontal)">
                                      <p:cBhvr>
                                        <p:cTn id="27" dur="500"/>
                                        <p:tgtEl>
                                          <p:spTgt spid="105489"/>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05496"/>
                                        </p:tgtEl>
                                        <p:attrNameLst>
                                          <p:attrName>style.visibility</p:attrName>
                                        </p:attrNameLst>
                                      </p:cBhvr>
                                      <p:to>
                                        <p:strVal val="visible"/>
                                      </p:to>
                                    </p:set>
                                    <p:anim calcmode="lin" valueType="num">
                                      <p:cBhvr additive="base">
                                        <p:cTn id="32" dur="500" fill="hold"/>
                                        <p:tgtEl>
                                          <p:spTgt spid="105496"/>
                                        </p:tgtEl>
                                        <p:attrNameLst>
                                          <p:attrName>ppt_x</p:attrName>
                                        </p:attrNameLst>
                                      </p:cBhvr>
                                      <p:tavLst>
                                        <p:tav tm="0">
                                          <p:val>
                                            <p:strVal val="#ppt_x"/>
                                          </p:val>
                                        </p:tav>
                                        <p:tav tm="100000">
                                          <p:val>
                                            <p:strVal val="#ppt_x"/>
                                          </p:val>
                                        </p:tav>
                                      </p:tavLst>
                                    </p:anim>
                                    <p:anim calcmode="lin" valueType="num">
                                      <p:cBhvr additive="base">
                                        <p:cTn id="33" dur="500" fill="hold"/>
                                        <p:tgtEl>
                                          <p:spTgt spid="105496"/>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105495"/>
                                        </p:tgtEl>
                                        <p:attrNameLst>
                                          <p:attrName>style.visibility</p:attrName>
                                        </p:attrNameLst>
                                      </p:cBhvr>
                                      <p:to>
                                        <p:strVal val="visible"/>
                                      </p:to>
                                    </p:set>
                                    <p:anim calcmode="lin" valueType="num">
                                      <p:cBhvr additive="base">
                                        <p:cTn id="36" dur="500" fill="hold"/>
                                        <p:tgtEl>
                                          <p:spTgt spid="105495"/>
                                        </p:tgtEl>
                                        <p:attrNameLst>
                                          <p:attrName>ppt_x</p:attrName>
                                        </p:attrNameLst>
                                      </p:cBhvr>
                                      <p:tavLst>
                                        <p:tav tm="0">
                                          <p:val>
                                            <p:strVal val="#ppt_x"/>
                                          </p:val>
                                        </p:tav>
                                        <p:tav tm="100000">
                                          <p:val>
                                            <p:strVal val="#ppt_x"/>
                                          </p:val>
                                        </p:tav>
                                      </p:tavLst>
                                    </p:anim>
                                    <p:anim calcmode="lin" valueType="num">
                                      <p:cBhvr additive="base">
                                        <p:cTn id="37" dur="500" fill="hold"/>
                                        <p:tgtEl>
                                          <p:spTgt spid="1054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83" grpId="0" animBg="1"/>
      <p:bldP spid="105489" grpId="0" animBg="1"/>
      <p:bldP spid="105493" grpId="0"/>
      <p:bldP spid="105494" grpId="0"/>
      <p:bldP spid="105495" grpId="0"/>
      <p:bldP spid="105496"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lgn="ctr"/>
            <a:r>
              <a:rPr lang="en-US" altLang="zh-CN" sz="4000" b="1" dirty="0" smtClean="0">
                <a:ea typeface="隶书" panose="02010509060101010101" pitchFamily="49" charset="-122"/>
              </a:rPr>
              <a:t>2.2.6</a:t>
            </a:r>
            <a:r>
              <a:rPr lang="zh-CN" altLang="en-US" sz="4000" b="1" dirty="0" smtClean="0">
                <a:ea typeface="隶书" panose="02010509060101010101" pitchFamily="49" charset="-122"/>
              </a:rPr>
              <a:t>、</a:t>
            </a:r>
            <a:r>
              <a:rPr lang="zh-CN" altLang="en-US" sz="4000" b="1" dirty="0">
                <a:ea typeface="隶书" panose="02010509060101010101" pitchFamily="49" charset="-122"/>
              </a:rPr>
              <a:t>运算符和表达式：</a:t>
            </a:r>
            <a:br>
              <a:rPr lang="en-US" altLang="zh-CN" sz="4000" b="1" dirty="0">
                <a:ea typeface="隶书" panose="02010509060101010101" pitchFamily="49" charset="-122"/>
              </a:rPr>
            </a:br>
            <a:r>
              <a:rPr lang="zh-CN" altLang="en-US" sz="4000" b="1" dirty="0" smtClean="0">
                <a:ea typeface="隶书" panose="02010509060101010101" pitchFamily="49" charset="-122"/>
              </a:rPr>
              <a:t>条件</a:t>
            </a:r>
            <a:r>
              <a:rPr lang="zh-CN" altLang="en-US" sz="4000" b="1" dirty="0">
                <a:ea typeface="隶书" panose="02010509060101010101" pitchFamily="49" charset="-122"/>
              </a:rPr>
              <a:t>运算符</a:t>
            </a:r>
            <a:endParaRPr lang="zh-CN" altLang="en-US" sz="4000" b="1" dirty="0">
              <a:ea typeface="隶书" panose="02010509060101010101" pitchFamily="49" charset="-122"/>
            </a:endParaRPr>
          </a:p>
        </p:txBody>
      </p:sp>
      <p:sp>
        <p:nvSpPr>
          <p:cNvPr id="3072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30724"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30725"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114731" name="Rectangle 43"/>
          <p:cNvSpPr>
            <a:spLocks noChangeArrowheads="1"/>
          </p:cNvSpPr>
          <p:nvPr/>
        </p:nvSpPr>
        <p:spPr bwMode="auto">
          <a:xfrm>
            <a:off x="931863" y="2678113"/>
            <a:ext cx="7888287" cy="2119312"/>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655955" indent="-4762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Clr>
                <a:srgbClr val="000099"/>
              </a:buClr>
              <a:buFont typeface="Wingdings" panose="05000000000000000000" pitchFamily="2" charset="2"/>
              <a:buAutoNum type="arabicPeriod"/>
            </a:pPr>
            <a:r>
              <a:rPr lang="zh-CN" altLang="en-US" sz="2400" b="1" dirty="0">
                <a:latin typeface="Times New Roman" panose="02020603050405020304" pitchFamily="18" charset="0"/>
                <a:ea typeface="华文楷体" panose="02010600040101010101" pitchFamily="2" charset="-122"/>
              </a:rPr>
              <a:t>计算</a:t>
            </a:r>
            <a:r>
              <a:rPr lang="en-US" altLang="zh-CN" sz="2400" b="1" dirty="0">
                <a:latin typeface="Times New Roman" panose="02020603050405020304" pitchFamily="18" charset="0"/>
                <a:ea typeface="华文楷体" panose="02010600040101010101" pitchFamily="2" charset="-122"/>
              </a:rPr>
              <a:t>Exp1</a:t>
            </a:r>
            <a:r>
              <a:rPr lang="zh-CN" altLang="en-US" sz="2400" b="1" dirty="0">
                <a:latin typeface="Times New Roman" panose="02020603050405020304" pitchFamily="18" charset="0"/>
                <a:ea typeface="华文楷体" panose="02010600040101010101" pitchFamily="2" charset="-122"/>
              </a:rPr>
              <a:t>的值；</a:t>
            </a:r>
            <a:endParaRPr lang="zh-CN" altLang="en-US" sz="2400" b="1" dirty="0">
              <a:latin typeface="Times New Roman" panose="02020603050405020304" pitchFamily="18" charset="0"/>
              <a:ea typeface="华文楷体" panose="02010600040101010101" pitchFamily="2" charset="-122"/>
            </a:endParaRPr>
          </a:p>
          <a:p>
            <a:pPr lvl="1" algn="l" eaLnBrk="1" hangingPunct="1">
              <a:buClr>
                <a:srgbClr val="000099"/>
              </a:buClr>
              <a:buFont typeface="Wingdings" panose="05000000000000000000" pitchFamily="2" charset="2"/>
              <a:buAutoNum type="arabicPeriod"/>
            </a:pPr>
            <a:r>
              <a:rPr lang="zh-CN" altLang="en-US" sz="2400" b="1" dirty="0">
                <a:latin typeface="Times New Roman" panose="02020603050405020304" pitchFamily="18" charset="0"/>
                <a:ea typeface="华文楷体" panose="02010600040101010101" pitchFamily="2" charset="-122"/>
              </a:rPr>
              <a:t>如果</a:t>
            </a:r>
            <a:r>
              <a:rPr lang="en-US" altLang="zh-CN" sz="2400" b="1" dirty="0">
                <a:latin typeface="Times New Roman" panose="02020603050405020304" pitchFamily="18" charset="0"/>
                <a:ea typeface="华文楷体" panose="02010600040101010101" pitchFamily="2" charset="-122"/>
              </a:rPr>
              <a:t>Exp1</a:t>
            </a:r>
            <a:r>
              <a:rPr lang="zh-CN" altLang="en-US" sz="2400" b="1" dirty="0">
                <a:latin typeface="Times New Roman" panose="02020603050405020304" pitchFamily="18" charset="0"/>
                <a:ea typeface="华文楷体" panose="02010600040101010101" pitchFamily="2" charset="-122"/>
              </a:rPr>
              <a:t>的值为真，计算</a:t>
            </a:r>
            <a:r>
              <a:rPr lang="en-US" altLang="zh-CN" sz="2400" b="1" dirty="0">
                <a:latin typeface="Times New Roman" panose="02020603050405020304" pitchFamily="18" charset="0"/>
                <a:ea typeface="华文楷体" panose="02010600040101010101" pitchFamily="2" charset="-122"/>
              </a:rPr>
              <a:t>Exp2</a:t>
            </a:r>
            <a:r>
              <a:rPr lang="zh-CN" altLang="en-US" sz="2400" b="1" dirty="0">
                <a:latin typeface="Times New Roman" panose="02020603050405020304" pitchFamily="18" charset="0"/>
                <a:ea typeface="华文楷体" panose="02010600040101010101" pitchFamily="2" charset="-122"/>
              </a:rPr>
              <a:t>的值作为表达式的结果；</a:t>
            </a:r>
            <a:endParaRPr lang="zh-CN" altLang="en-US" sz="2400" b="1" dirty="0">
              <a:latin typeface="Times New Roman" panose="02020603050405020304" pitchFamily="18" charset="0"/>
              <a:ea typeface="华文楷体" panose="02010600040101010101" pitchFamily="2" charset="-122"/>
            </a:endParaRPr>
          </a:p>
          <a:p>
            <a:pPr lvl="1" algn="l" eaLnBrk="1" hangingPunct="1">
              <a:buClr>
                <a:srgbClr val="000099"/>
              </a:buClr>
              <a:buFont typeface="Wingdings" panose="05000000000000000000" pitchFamily="2" charset="2"/>
              <a:buAutoNum type="arabicPeriod"/>
            </a:pPr>
            <a:r>
              <a:rPr lang="zh-CN" altLang="en-US" sz="2400" b="1" dirty="0">
                <a:latin typeface="Times New Roman" panose="02020603050405020304" pitchFamily="18" charset="0"/>
                <a:ea typeface="华文楷体" panose="02010600040101010101" pitchFamily="2" charset="-122"/>
              </a:rPr>
              <a:t>如果</a:t>
            </a:r>
            <a:r>
              <a:rPr lang="en-US" altLang="zh-CN" sz="2400" b="1" dirty="0">
                <a:latin typeface="Times New Roman" panose="02020603050405020304" pitchFamily="18" charset="0"/>
                <a:ea typeface="华文楷体" panose="02010600040101010101" pitchFamily="2" charset="-122"/>
              </a:rPr>
              <a:t>Exp1</a:t>
            </a:r>
            <a:r>
              <a:rPr lang="zh-CN" altLang="en-US" sz="2400" b="1" dirty="0">
                <a:latin typeface="Times New Roman" panose="02020603050405020304" pitchFamily="18" charset="0"/>
                <a:ea typeface="华文楷体" panose="02010600040101010101" pitchFamily="2" charset="-122"/>
              </a:rPr>
              <a:t>的值为假，计算</a:t>
            </a:r>
            <a:r>
              <a:rPr lang="en-US" altLang="zh-CN" sz="2400" b="1" dirty="0">
                <a:latin typeface="Times New Roman" panose="02020603050405020304" pitchFamily="18" charset="0"/>
                <a:ea typeface="华文楷体" panose="02010600040101010101" pitchFamily="2" charset="-122"/>
              </a:rPr>
              <a:t>Exp3</a:t>
            </a:r>
            <a:r>
              <a:rPr lang="zh-CN" altLang="en-US" sz="2400" b="1" dirty="0">
                <a:latin typeface="Times New Roman" panose="02020603050405020304" pitchFamily="18" charset="0"/>
                <a:ea typeface="华文楷体" panose="02010600040101010101" pitchFamily="2" charset="-122"/>
              </a:rPr>
              <a:t>的值作为表达式的结果。</a:t>
            </a:r>
            <a:endParaRPr lang="zh-CN" altLang="en-US" sz="2400" b="1" dirty="0">
              <a:latin typeface="Times New Roman" panose="02020603050405020304" pitchFamily="18" charset="0"/>
              <a:ea typeface="华文楷体" panose="02010600040101010101" pitchFamily="2" charset="-122"/>
            </a:endParaRPr>
          </a:p>
        </p:txBody>
      </p:sp>
      <p:sp>
        <p:nvSpPr>
          <p:cNvPr id="114732" name="Rectangle 44"/>
          <p:cNvSpPr>
            <a:spLocks noChangeArrowheads="1"/>
          </p:cNvSpPr>
          <p:nvPr/>
        </p:nvSpPr>
        <p:spPr bwMode="auto">
          <a:xfrm>
            <a:off x="931863" y="5157788"/>
            <a:ext cx="7888287" cy="935037"/>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Clr>
                <a:srgbClr val="000099"/>
              </a:buClr>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x=10;</a:t>
            </a:r>
            <a:endParaRPr lang="en-US" altLang="zh-CN" sz="2400" b="1">
              <a:latin typeface="Times New Roman" panose="02020603050405020304" pitchFamily="18" charset="0"/>
              <a:ea typeface="华文楷体" panose="02010600040101010101" pitchFamily="2" charset="-122"/>
            </a:endParaRPr>
          </a:p>
          <a:p>
            <a:pPr lvl="1" algn="l" eaLnBrk="1" hangingPunct="1">
              <a:buClr>
                <a:srgbClr val="000099"/>
              </a:buClr>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y=(x&gt;9)?100:200;</a:t>
            </a:r>
            <a:endParaRPr lang="en-US" altLang="zh-CN" sz="2400" b="1">
              <a:latin typeface="Times New Roman" panose="02020603050405020304" pitchFamily="18" charset="0"/>
              <a:ea typeface="华文楷体" panose="02010600040101010101" pitchFamily="2" charset="-122"/>
            </a:endParaRPr>
          </a:p>
        </p:txBody>
      </p:sp>
      <p:sp>
        <p:nvSpPr>
          <p:cNvPr id="30728" name="Rectangle 45"/>
          <p:cNvSpPr>
            <a:spLocks noChangeArrowheads="1"/>
          </p:cNvSpPr>
          <p:nvPr/>
        </p:nvSpPr>
        <p:spPr bwMode="auto">
          <a:xfrm>
            <a:off x="957263" y="1844675"/>
            <a:ext cx="7888287" cy="576263"/>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ctr" eaLnBrk="1" hangingPunct="1">
              <a:buClr>
                <a:srgbClr val="000099"/>
              </a:buClr>
              <a:buFont typeface="Wingdings" panose="05000000000000000000" pitchFamily="2" charset="2"/>
              <a:buNone/>
            </a:pPr>
            <a:r>
              <a:rPr lang="en-US" altLang="zh-CN" sz="2400" b="1">
                <a:solidFill>
                  <a:srgbClr val="FFFF00"/>
                </a:solidFill>
                <a:latin typeface="Times New Roman" panose="02020603050405020304" pitchFamily="18" charset="0"/>
                <a:ea typeface="华文楷体" panose="02010600040101010101" pitchFamily="2" charset="-122"/>
              </a:rPr>
              <a:t>Exp1 ?Exp2:Exp3</a:t>
            </a:r>
            <a:endParaRPr lang="en-US" altLang="zh-CN" sz="2400" b="1">
              <a:solidFill>
                <a:srgbClr val="FFFF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4731"/>
                                        </p:tgtEl>
                                        <p:attrNameLst>
                                          <p:attrName>style.visibility</p:attrName>
                                        </p:attrNameLst>
                                      </p:cBhvr>
                                      <p:to>
                                        <p:strVal val="visible"/>
                                      </p:to>
                                    </p:set>
                                    <p:animEffect transition="in" filter="blinds(horizontal)">
                                      <p:cBhvr>
                                        <p:cTn id="7" dur="500"/>
                                        <p:tgtEl>
                                          <p:spTgt spid="11473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4732"/>
                                        </p:tgtEl>
                                        <p:attrNameLst>
                                          <p:attrName>style.visibility</p:attrName>
                                        </p:attrNameLst>
                                      </p:cBhvr>
                                      <p:to>
                                        <p:strVal val="visible"/>
                                      </p:to>
                                    </p:set>
                                    <p:animEffect transition="in" filter="blinds(horizontal)">
                                      <p:cBhvr>
                                        <p:cTn id="12" dur="500"/>
                                        <p:tgtEl>
                                          <p:spTgt spid="114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31" grpId="0" animBg="1"/>
      <p:bldP spid="114732"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algn="ctr"/>
            <a:r>
              <a:rPr lang="en-US" altLang="zh-CN" sz="4000" b="1" dirty="0" smtClean="0">
                <a:ea typeface="隶书" panose="02010509060101010101" pitchFamily="49" charset="-122"/>
              </a:rPr>
              <a:t>2.2.6</a:t>
            </a:r>
            <a:r>
              <a:rPr lang="zh-CN" altLang="en-US" sz="4000" b="1" dirty="0" smtClean="0">
                <a:ea typeface="隶书" panose="02010509060101010101" pitchFamily="49" charset="-122"/>
              </a:rPr>
              <a:t>、</a:t>
            </a:r>
            <a:r>
              <a:rPr lang="zh-CN" altLang="en-US" sz="4000" b="1" dirty="0">
                <a:ea typeface="隶书" panose="02010509060101010101" pitchFamily="49" charset="-122"/>
              </a:rPr>
              <a:t>运算符和表达式：</a:t>
            </a:r>
            <a:br>
              <a:rPr lang="en-US" altLang="zh-CN" sz="4000" b="1" dirty="0">
                <a:ea typeface="隶书" panose="02010509060101010101" pitchFamily="49" charset="-122"/>
              </a:rPr>
            </a:br>
            <a:r>
              <a:rPr lang="zh-CN" altLang="en-US" sz="4000" b="1" dirty="0" smtClean="0">
                <a:ea typeface="隶书" panose="02010509060101010101" pitchFamily="49" charset="-122"/>
              </a:rPr>
              <a:t>编译</a:t>
            </a:r>
            <a:r>
              <a:rPr lang="zh-CN" altLang="en-US" sz="4000" b="1" dirty="0">
                <a:ea typeface="隶书" panose="02010509060101010101" pitchFamily="49" charset="-122"/>
              </a:rPr>
              <a:t>时</a:t>
            </a:r>
            <a:r>
              <a:rPr lang="zh-CN" altLang="en-US" sz="4000" b="1" dirty="0" smtClean="0">
                <a:ea typeface="隶书" panose="02010509060101010101" pitchFamily="49" charset="-122"/>
              </a:rPr>
              <a:t>运算符，</a:t>
            </a:r>
            <a:r>
              <a:rPr lang="en-US" altLang="zh-CN" sz="4000" b="1" dirty="0" err="1" smtClean="0">
                <a:ea typeface="隶书" panose="02010509060101010101" pitchFamily="49" charset="-122"/>
              </a:rPr>
              <a:t>sizeof</a:t>
            </a:r>
            <a:r>
              <a:rPr lang="en-US" altLang="zh-CN" sz="4000" b="1" dirty="0">
                <a:ea typeface="隶书" panose="02010509060101010101" pitchFamily="49" charset="-122"/>
              </a:rPr>
              <a:t>()</a:t>
            </a:r>
            <a:endParaRPr lang="en-US" altLang="zh-CN" sz="4000" b="1" dirty="0">
              <a:ea typeface="隶书" panose="02010509060101010101" pitchFamily="49" charset="-122"/>
            </a:endParaRPr>
          </a:p>
        </p:txBody>
      </p:sp>
      <p:sp>
        <p:nvSpPr>
          <p:cNvPr id="3891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38916" name="Rectangle 4"/>
          <p:cNvSpPr>
            <a:spLocks noChangeArrowheads="1"/>
          </p:cNvSpPr>
          <p:nvPr/>
        </p:nvSpPr>
        <p:spPr bwMode="auto">
          <a:xfrm>
            <a:off x="971550" y="1916113"/>
            <a:ext cx="7888288" cy="503237"/>
          </a:xfrm>
          <a:prstGeom prst="rect">
            <a:avLst/>
          </a:prstGeom>
          <a:solidFill>
            <a:srgbClr val="ECECEC"/>
          </a:solidFill>
          <a:ln w="9525">
            <a:solidFill>
              <a:schemeClr val="tx2"/>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ctr" eaLnBrk="1" hangingPunct="1">
              <a:buClr>
                <a:srgbClr val="000099"/>
              </a:buClr>
              <a:buFont typeface="Wingdings" panose="05000000000000000000" pitchFamily="2" charset="2"/>
              <a:buNone/>
            </a:pPr>
            <a:r>
              <a:rPr lang="en-US" altLang="zh-CN" sz="2400" b="1">
                <a:solidFill>
                  <a:srgbClr val="CC0000"/>
                </a:solidFill>
                <a:latin typeface="Times New Roman" panose="02020603050405020304" pitchFamily="18" charset="0"/>
                <a:ea typeface="华文楷体" panose="02010600040101010101" pitchFamily="2" charset="-122"/>
              </a:rPr>
              <a:t>sizeof(</a:t>
            </a:r>
            <a:r>
              <a:rPr lang="zh-CN" altLang="en-US" sz="2400" b="1">
                <a:solidFill>
                  <a:srgbClr val="CC0000"/>
                </a:solidFill>
                <a:latin typeface="Times New Roman" panose="02020603050405020304" pitchFamily="18" charset="0"/>
                <a:ea typeface="华文楷体" panose="02010600040101010101" pitchFamily="2" charset="-122"/>
              </a:rPr>
              <a:t>操作数</a:t>
            </a:r>
            <a:r>
              <a:rPr lang="en-US" altLang="zh-CN" sz="2400" b="1">
                <a:solidFill>
                  <a:srgbClr val="CC0000"/>
                </a:solidFill>
                <a:latin typeface="Times New Roman" panose="02020603050405020304" pitchFamily="18" charset="0"/>
                <a:ea typeface="华文楷体" panose="02010600040101010101" pitchFamily="2" charset="-122"/>
              </a:rPr>
              <a:t>)</a:t>
            </a:r>
            <a:endParaRPr lang="en-US" altLang="zh-CN" sz="2400" b="1">
              <a:solidFill>
                <a:srgbClr val="CC0000"/>
              </a:solidFill>
              <a:latin typeface="Times New Roman" panose="02020603050405020304" pitchFamily="18" charset="0"/>
              <a:ea typeface="华文楷体" panose="02010600040101010101" pitchFamily="2" charset="-122"/>
            </a:endParaRPr>
          </a:p>
        </p:txBody>
      </p:sp>
      <p:sp>
        <p:nvSpPr>
          <p:cNvPr id="38917"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38918"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38919" name="Rectangle 7"/>
          <p:cNvSpPr>
            <a:spLocks noChangeArrowheads="1"/>
          </p:cNvSpPr>
          <p:nvPr/>
        </p:nvSpPr>
        <p:spPr bwMode="auto">
          <a:xfrm>
            <a:off x="971550" y="3573463"/>
            <a:ext cx="7888288" cy="1727200"/>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Clr>
                <a:srgbClr val="000099"/>
              </a:buClr>
            </a:pPr>
            <a:r>
              <a:rPr lang="en-US" altLang="zh-CN" sz="2400" b="1" dirty="0">
                <a:latin typeface="华文楷体" panose="02010600040101010101" pitchFamily="2" charset="-122"/>
                <a:ea typeface="华文楷体" panose="02010600040101010101" pitchFamily="2" charset="-122"/>
                <a:sym typeface="Wingdings" panose="05000000000000000000" pitchFamily="2" charset="2"/>
              </a:rPr>
              <a:t> </a:t>
            </a:r>
            <a:r>
              <a:rPr lang="zh-CN" altLang="en-US" sz="2400" b="1" dirty="0">
                <a:solidFill>
                  <a:srgbClr val="FFFF00"/>
                </a:solidFill>
                <a:latin typeface="华文楷体" panose="02010600040101010101" pitchFamily="2" charset="-122"/>
                <a:ea typeface="华文楷体" panose="02010600040101010101" pitchFamily="2" charset="-122"/>
                <a:sym typeface="Wingdings" panose="05000000000000000000" pitchFamily="2" charset="2"/>
              </a:rPr>
              <a:t>操作数：</a:t>
            </a:r>
            <a:r>
              <a:rPr lang="zh-CN" altLang="en-US" sz="2400" b="1" dirty="0">
                <a:latin typeface="华文楷体" panose="02010600040101010101" pitchFamily="2" charset="-122"/>
                <a:ea typeface="华文楷体" panose="02010600040101010101" pitchFamily="2" charset="-122"/>
                <a:sym typeface="Wingdings" panose="05000000000000000000" pitchFamily="2" charset="2"/>
              </a:rPr>
              <a:t>变量、数据类型名。操作数为类型名必须用圆括号，操作数为变量可以不必用圆括号。</a:t>
            </a:r>
            <a:endParaRPr lang="zh-CN" altLang="en-US" sz="2400" b="1" dirty="0">
              <a:latin typeface="华文楷体" panose="02010600040101010101" pitchFamily="2" charset="-122"/>
              <a:ea typeface="华文楷体" panose="02010600040101010101" pitchFamily="2" charset="-122"/>
              <a:sym typeface="Wingdings" panose="05000000000000000000" pitchFamily="2" charset="2"/>
            </a:endParaRPr>
          </a:p>
          <a:p>
            <a:pPr lvl="1" algn="l" eaLnBrk="1" hangingPunct="1">
              <a:buClr>
                <a:srgbClr val="000099"/>
              </a:buClr>
            </a:pPr>
            <a:r>
              <a:rPr lang="zh-CN" altLang="en-US" sz="2400" b="1" dirty="0">
                <a:latin typeface="华文楷体" panose="02010600040101010101" pitchFamily="2" charset="-122"/>
                <a:ea typeface="华文楷体" panose="02010600040101010101" pitchFamily="2" charset="-122"/>
                <a:sym typeface="Wingdings" panose="05000000000000000000" pitchFamily="2" charset="2"/>
              </a:rPr>
              <a:t> </a:t>
            </a:r>
            <a:r>
              <a:rPr lang="zh-CN" altLang="en-US" sz="2400" b="1" dirty="0">
                <a:solidFill>
                  <a:srgbClr val="FFFF00"/>
                </a:solidFill>
                <a:latin typeface="华文楷体" panose="02010600040101010101" pitchFamily="2" charset="-122"/>
                <a:ea typeface="华文楷体" panose="02010600040101010101" pitchFamily="2" charset="-122"/>
                <a:sym typeface="Wingdings" panose="05000000000000000000" pitchFamily="2" charset="2"/>
              </a:rPr>
              <a:t>编译时一元运算符</a:t>
            </a:r>
            <a:r>
              <a:rPr lang="zh-CN" altLang="en-US" sz="2400" b="1" dirty="0">
                <a:latin typeface="华文楷体" panose="02010600040101010101" pitchFamily="2" charset="-122"/>
                <a:ea typeface="华文楷体" panose="02010600040101010101" pitchFamily="2" charset="-122"/>
                <a:sym typeface="Wingdings" panose="05000000000000000000" pitchFamily="2" charset="2"/>
              </a:rPr>
              <a:t>；</a:t>
            </a:r>
            <a:endParaRPr lang="zh-CN" altLang="en-US" sz="2400" b="1" dirty="0">
              <a:latin typeface="华文楷体" panose="02010600040101010101" pitchFamily="2" charset="-122"/>
              <a:ea typeface="华文楷体" panose="02010600040101010101" pitchFamily="2" charset="-122"/>
              <a:sym typeface="Wingdings" panose="05000000000000000000" pitchFamily="2" charset="2"/>
            </a:endParaRPr>
          </a:p>
          <a:p>
            <a:pPr lvl="1" algn="l" eaLnBrk="1" hangingPunct="1">
              <a:buClr>
                <a:srgbClr val="000099"/>
              </a:buClr>
            </a:pPr>
            <a:r>
              <a:rPr lang="zh-CN" altLang="en-US" sz="2400" b="1" dirty="0">
                <a:latin typeface="华文楷体" panose="02010600040101010101" pitchFamily="2" charset="-122"/>
                <a:ea typeface="华文楷体" panose="02010600040101010101" pitchFamily="2" charset="-122"/>
                <a:sym typeface="Wingdings" panose="05000000000000000000" pitchFamily="2" charset="2"/>
              </a:rPr>
              <a:t> </a:t>
            </a:r>
            <a:r>
              <a:rPr lang="zh-CN" altLang="en-US" sz="2400" b="1" dirty="0">
                <a:solidFill>
                  <a:srgbClr val="FFFF00"/>
                </a:solidFill>
                <a:latin typeface="华文楷体" panose="02010600040101010101" pitchFamily="2" charset="-122"/>
                <a:ea typeface="华文楷体" panose="02010600040101010101" pitchFamily="2" charset="-122"/>
                <a:sym typeface="Wingdings" panose="05000000000000000000" pitchFamily="2" charset="2"/>
              </a:rPr>
              <a:t>返回操作数对应的数据类型的字节数</a:t>
            </a:r>
            <a:r>
              <a:rPr lang="zh-CN" altLang="en-US" sz="2400" b="1" dirty="0">
                <a:latin typeface="华文楷体" panose="02010600040101010101" pitchFamily="2" charset="-122"/>
                <a:ea typeface="华文楷体" panose="02010600040101010101" pitchFamily="2" charset="-122"/>
                <a:sym typeface="Wingdings" panose="05000000000000000000" pitchFamily="2" charset="2"/>
              </a:rPr>
              <a:t>。</a:t>
            </a:r>
            <a:endParaRPr lang="zh-CN" altLang="en-US" sz="2400" b="1"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38920" name="Rectangle 9"/>
          <p:cNvSpPr>
            <a:spLocks noChangeArrowheads="1"/>
          </p:cNvSpPr>
          <p:nvPr/>
        </p:nvSpPr>
        <p:spPr bwMode="auto">
          <a:xfrm>
            <a:off x="971550" y="2420938"/>
            <a:ext cx="7888288" cy="503237"/>
          </a:xfrm>
          <a:prstGeom prst="rect">
            <a:avLst/>
          </a:prstGeom>
          <a:solidFill>
            <a:srgbClr val="ECECEC"/>
          </a:solidFill>
          <a:ln w="9525">
            <a:solidFill>
              <a:schemeClr val="tx2"/>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ctr" eaLnBrk="1" hangingPunct="1">
              <a:buClr>
                <a:srgbClr val="000099"/>
              </a:buClr>
              <a:buFont typeface="Wingdings" panose="05000000000000000000" pitchFamily="2" charset="2"/>
              <a:buNone/>
            </a:pPr>
            <a:r>
              <a:rPr lang="en-US" altLang="zh-CN" sz="2400" b="1">
                <a:solidFill>
                  <a:srgbClr val="CC0000"/>
                </a:solidFill>
                <a:latin typeface="Times New Roman" panose="02020603050405020304" pitchFamily="18" charset="0"/>
                <a:ea typeface="华文楷体" panose="02010600040101010101" pitchFamily="2" charset="-122"/>
              </a:rPr>
              <a:t>sizeof </a:t>
            </a:r>
            <a:r>
              <a:rPr lang="zh-CN" altLang="en-US" sz="2400" b="1">
                <a:solidFill>
                  <a:srgbClr val="CC0000"/>
                </a:solidFill>
                <a:latin typeface="Times New Roman" panose="02020603050405020304" pitchFamily="18" charset="0"/>
                <a:ea typeface="华文楷体" panose="02010600040101010101" pitchFamily="2" charset="-122"/>
              </a:rPr>
              <a:t>变量名</a:t>
            </a:r>
            <a:endParaRPr lang="zh-CN" altLang="en-US" sz="2400" b="1">
              <a:solidFill>
                <a:srgbClr val="CC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algn="ctr"/>
            <a:r>
              <a:rPr lang="en-US" altLang="zh-CN" sz="4000" b="1" dirty="0" smtClean="0">
                <a:ea typeface="隶书" panose="02010509060101010101" pitchFamily="49" charset="-122"/>
              </a:rPr>
              <a:t>2.2.6</a:t>
            </a:r>
            <a:r>
              <a:rPr lang="zh-CN" altLang="en-US" sz="4000" b="1" dirty="0" smtClean="0">
                <a:ea typeface="隶书" panose="02010509060101010101" pitchFamily="49" charset="-122"/>
              </a:rPr>
              <a:t>、</a:t>
            </a:r>
            <a:r>
              <a:rPr lang="zh-CN" altLang="en-US" sz="4000" b="1" dirty="0">
                <a:ea typeface="隶书" panose="02010509060101010101" pitchFamily="49" charset="-122"/>
              </a:rPr>
              <a:t>运算符和表达式：</a:t>
            </a:r>
            <a:br>
              <a:rPr lang="en-US" altLang="zh-CN" sz="4000" b="1" dirty="0">
                <a:ea typeface="隶书" panose="02010509060101010101" pitchFamily="49" charset="-122"/>
              </a:rPr>
            </a:br>
            <a:r>
              <a:rPr lang="zh-CN" altLang="en-US" sz="4000" b="1" dirty="0" smtClean="0">
                <a:ea typeface="隶书" panose="02010509060101010101" pitchFamily="49" charset="-122"/>
              </a:rPr>
              <a:t>位</a:t>
            </a:r>
            <a:r>
              <a:rPr lang="zh-CN" altLang="en-US" sz="4000" b="1" dirty="0">
                <a:ea typeface="隶书" panose="02010509060101010101" pitchFamily="49" charset="-122"/>
              </a:rPr>
              <a:t>运算符</a:t>
            </a:r>
            <a:endParaRPr lang="zh-CN" altLang="en-US" sz="4000" b="1" dirty="0">
              <a:ea typeface="隶书" panose="02010509060101010101" pitchFamily="49" charset="-122"/>
            </a:endParaRPr>
          </a:p>
        </p:txBody>
      </p:sp>
      <p:sp>
        <p:nvSpPr>
          <p:cNvPr id="3379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graphicFrame>
        <p:nvGraphicFramePr>
          <p:cNvPr id="118822" name="Group 38"/>
          <p:cNvGraphicFramePr>
            <a:graphicFrameLocks noGrp="1"/>
          </p:cNvGraphicFramePr>
          <p:nvPr>
            <p:ph idx="1"/>
            <p:custDataLst>
              <p:tags r:id="rId1"/>
            </p:custDataLst>
          </p:nvPr>
        </p:nvGraphicFramePr>
        <p:xfrm>
          <a:off x="1258888" y="1914525"/>
          <a:ext cx="3240087" cy="4325939"/>
        </p:xfrm>
        <a:graphic>
          <a:graphicData uri="http://schemas.openxmlformats.org/drawingml/2006/table">
            <a:tbl>
              <a:tblPr/>
              <a:tblGrid>
                <a:gridCol w="1296987"/>
                <a:gridCol w="1943100"/>
              </a:tblGrid>
              <a:tr h="514388">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Times New Roman" panose="02020603050405020304" pitchFamily="18" charset="0"/>
                          <a:ea typeface="华文楷体" panose="02010600040101010101" pitchFamily="2" charset="-122"/>
                        </a:rPr>
                        <a:t>运算符</a:t>
                      </a:r>
                      <a:endParaRPr kumimoji="0" lang="zh-CN" altLang="en-US" sz="2400" b="1" i="0" u="none" strike="noStrike" cap="none" normalizeH="0" baseline="0" dirty="0" smtClean="0">
                        <a:ln>
                          <a:noFill/>
                        </a:ln>
                        <a:solidFill>
                          <a:srgbClr val="000000"/>
                        </a:solidFill>
                        <a:effectLst/>
                        <a:latin typeface="Times New Roman" panose="02020603050405020304" pitchFamily="18" charset="0"/>
                        <a:ea typeface="华文楷体" panose="02010600040101010101" pitchFamily="2" charset="-122"/>
                      </a:endParaRPr>
                    </a:p>
                  </a:txBody>
                  <a:tcPr marL="0" marR="0"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CECEC"/>
                    </a:solid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Times New Roman" panose="02020603050405020304" pitchFamily="18" charset="0"/>
                          <a:ea typeface="华文楷体" panose="02010600040101010101" pitchFamily="2" charset="-122"/>
                        </a:rPr>
                        <a:t>作用</a:t>
                      </a:r>
                      <a:endParaRPr kumimoji="0" lang="zh-CN" altLang="en-US" sz="2400" b="1" i="0" u="none" strike="noStrike" cap="none" normalizeH="0" baseline="0" dirty="0" smtClean="0">
                        <a:ln>
                          <a:noFill/>
                        </a:ln>
                        <a:solidFill>
                          <a:srgbClr val="000000"/>
                        </a:solidFill>
                        <a:effectLst/>
                        <a:latin typeface="Times New Roman" panose="02020603050405020304" pitchFamily="18" charset="0"/>
                        <a:ea typeface="华文楷体" panose="02010600040101010101" pitchFamily="2" charset="-122"/>
                      </a:endParaRPr>
                    </a:p>
                  </a:txBody>
                  <a:tcPr marL="0" marR="0"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CECEC"/>
                    </a:solidFill>
                  </a:tcPr>
                </a:tc>
              </a:tr>
              <a:tr h="565192">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&amp;</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rPr>
                        <a:t>按位与</a:t>
                      </a:r>
                      <a:endParaRPr kumimoji="0" lang="zh-CN" altLang="en-US"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88">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rPr>
                        <a:t>按位或</a:t>
                      </a:r>
                      <a:endParaRPr kumimoji="0" lang="zh-CN" altLang="en-US"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188807">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异或（没有进位的二进制加法运算）</a:t>
                      </a:r>
                      <a:endPar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88">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rPr>
                        <a:t>~</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求</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1</a:t>
                      </a: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的</a:t>
                      </a: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反</a:t>
                      </a:r>
                      <a:endPar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88">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rPr>
                        <a:t>&gt;&gt;</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右移</a:t>
                      </a:r>
                      <a:endPar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88">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rPr>
                        <a:t>&lt;&lt;</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buSzPct val="70000"/>
                        <a:defRPr sz="2500">
                          <a:solidFill>
                            <a:schemeClr val="tx1"/>
                          </a:solidFill>
                          <a:latin typeface="Verdana" panose="020B0604030504040204" pitchFamily="34" charset="0"/>
                          <a:ea typeface="宋体" panose="02010600030101010101" pitchFamily="2" charset="-122"/>
                        </a:defRPr>
                      </a:lvl1pPr>
                      <a:lvl2pPr marL="742950" indent="-285750" algn="l" eaLnBrk="0" hangingPunct="0">
                        <a:buClr>
                          <a:schemeClr val="accent2"/>
                        </a:buClr>
                        <a:buSzPct val="70000"/>
                        <a:defRPr sz="2100">
                          <a:solidFill>
                            <a:schemeClr val="tx1"/>
                          </a:solidFill>
                          <a:latin typeface="Verdana" panose="020B0604030504040204" pitchFamily="34" charset="0"/>
                          <a:ea typeface="宋体" panose="02010600030101010101" pitchFamily="2" charset="-122"/>
                        </a:defRPr>
                      </a:lvl2pPr>
                      <a:lvl3pPr marL="1143000" indent="-228600" algn="l" eaLnBrk="0" hangingPunct="0">
                        <a:buSzPct val="65000"/>
                        <a:defRPr sz="2000">
                          <a:solidFill>
                            <a:schemeClr val="tx1"/>
                          </a:solidFill>
                          <a:latin typeface="Verdana" panose="020B0604030504040204" pitchFamily="34" charset="0"/>
                          <a:ea typeface="宋体" panose="02010600030101010101" pitchFamily="2" charset="-122"/>
                        </a:defRPr>
                      </a:lvl3pPr>
                      <a:lvl4pPr marL="1600200" indent="-228600" algn="l" eaLnBrk="0" hangingPunct="0">
                        <a:buClr>
                          <a:schemeClr val="accent2"/>
                        </a:buClr>
                        <a:buSzPct val="70000"/>
                        <a:defRPr sz="1700">
                          <a:solidFill>
                            <a:schemeClr val="tx1"/>
                          </a:solidFill>
                          <a:latin typeface="Verdana" panose="020B0604030504040204" pitchFamily="34" charset="0"/>
                          <a:ea typeface="宋体" panose="02010600030101010101" pitchFamily="2" charset="-122"/>
                        </a:defRPr>
                      </a:lvl4pPr>
                      <a:lvl5pPr marL="2057400" indent="-228600" algn="l" eaLnBrk="0" hangingPunct="0">
                        <a:buSzPct val="60000"/>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rPr>
                        <a:t>左移</a:t>
                      </a:r>
                      <a:endParaRPr kumimoji="0" lang="zh-CN" altLang="en-US" sz="2400" b="1" i="0" u="none" strike="noStrike" cap="none" normalizeH="0" baseline="0" dirty="0" smtClean="0">
                        <a:ln>
                          <a:noFill/>
                        </a:ln>
                        <a:solidFill>
                          <a:schemeClr val="tx1"/>
                        </a:solidFill>
                        <a:effectLst/>
                        <a:latin typeface="Times New Roman" panose="02020603050405020304" pitchFamily="18" charset="0"/>
                        <a:ea typeface="华文楷体" panose="02010600040101010101" pitchFamily="2" charset="-122"/>
                      </a:endParaRPr>
                    </a:p>
                  </a:txBody>
                  <a:tcPr marL="0" marR="0"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3824" name="Rectangle 35"/>
          <p:cNvSpPr>
            <a:spLocks noChangeArrowheads="1"/>
          </p:cNvSpPr>
          <p:nvPr/>
        </p:nvSpPr>
        <p:spPr bwMode="auto">
          <a:xfrm>
            <a:off x="5148263" y="2565400"/>
            <a:ext cx="3567112"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ctr" eaLnBrk="1" hangingPunct="1">
              <a:buClr>
                <a:srgbClr val="000099"/>
              </a:buClr>
              <a:buFont typeface="Wingdings" panose="05000000000000000000" pitchFamily="2" charset="2"/>
              <a:buNone/>
            </a:pPr>
            <a:r>
              <a:rPr lang="zh-CN" altLang="en-US" sz="2400" b="1" dirty="0">
                <a:solidFill>
                  <a:srgbClr val="FFFF00"/>
                </a:solidFill>
                <a:latin typeface="Times New Roman" panose="02020603050405020304" pitchFamily="18" charset="0"/>
                <a:ea typeface="华文楷体" panose="02010600040101010101" pitchFamily="2" charset="-122"/>
              </a:rPr>
              <a:t>位运算运算规则</a:t>
            </a:r>
            <a:endParaRPr lang="zh-CN" altLang="en-US" sz="2400" b="1" dirty="0">
              <a:solidFill>
                <a:srgbClr val="FFFF00"/>
              </a:solidFill>
              <a:latin typeface="Times New Roman" panose="02020603050405020304" pitchFamily="18" charset="0"/>
              <a:ea typeface="华文楷体" panose="02010600040101010101" pitchFamily="2" charset="-122"/>
            </a:endParaRPr>
          </a:p>
        </p:txBody>
      </p:sp>
      <p:graphicFrame>
        <p:nvGraphicFramePr>
          <p:cNvPr id="33825" name="Object 36"/>
          <p:cNvGraphicFramePr>
            <a:graphicFrameLocks noGrp="1" noChangeAspect="1"/>
          </p:cNvGraphicFramePr>
          <p:nvPr>
            <p:ph sz="half" idx="2"/>
          </p:nvPr>
        </p:nvGraphicFramePr>
        <p:xfrm>
          <a:off x="4930775" y="2990850"/>
          <a:ext cx="3886200" cy="3022600"/>
        </p:xfrm>
        <a:graphic>
          <a:graphicData uri="http://schemas.openxmlformats.org/presentationml/2006/ole">
            <mc:AlternateContent xmlns:mc="http://schemas.openxmlformats.org/markup-compatibility/2006">
              <mc:Choice xmlns:v="urn:schemas-microsoft-com:vml" Requires="v">
                <p:oleObj spid="_x0000_s602309" name="Document" r:id="rId2" imgW="1951990" imgH="1517650" progId="Word.Document.8">
                  <p:embed/>
                </p:oleObj>
              </mc:Choice>
              <mc:Fallback>
                <p:oleObj name="Document" r:id="rId2" imgW="1951990" imgH="1517650" progId="Word.Document.8">
                  <p:embed/>
                  <p:pic>
                    <p:nvPicPr>
                      <p:cNvPr id="0" name="Picture 7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0775" y="2990850"/>
                        <a:ext cx="3886200" cy="302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algn="ctr"/>
            <a:r>
              <a:rPr lang="en-US" altLang="zh-CN" sz="4000" b="1" dirty="0" smtClean="0">
                <a:ea typeface="隶书" panose="02010509060101010101" pitchFamily="49" charset="-122"/>
              </a:rPr>
              <a:t>2.2.6</a:t>
            </a:r>
            <a:r>
              <a:rPr lang="zh-CN" altLang="en-US" sz="4000" b="1" dirty="0" smtClean="0">
                <a:ea typeface="隶书" panose="02010509060101010101" pitchFamily="49" charset="-122"/>
              </a:rPr>
              <a:t>、</a:t>
            </a:r>
            <a:r>
              <a:rPr lang="zh-CN" altLang="en-US" sz="4000" b="1" dirty="0">
                <a:ea typeface="隶书" panose="02010509060101010101" pitchFamily="49" charset="-122"/>
              </a:rPr>
              <a:t>运算符和表达式</a:t>
            </a:r>
            <a:r>
              <a:rPr lang="zh-CN" altLang="en-US" sz="4000" b="1" dirty="0" smtClean="0">
                <a:ea typeface="隶书" panose="02010509060101010101" pitchFamily="49" charset="-122"/>
              </a:rPr>
              <a:t>：</a:t>
            </a:r>
            <a:br>
              <a:rPr lang="en-US" altLang="zh-CN" sz="4000" b="1" dirty="0">
                <a:ea typeface="隶书" panose="02010509060101010101" pitchFamily="49" charset="-122"/>
              </a:rPr>
            </a:br>
            <a:r>
              <a:rPr lang="zh-CN" altLang="en-US" sz="4000" b="1" dirty="0" smtClean="0">
                <a:ea typeface="隶书" panose="02010509060101010101" pitchFamily="49" charset="-122"/>
              </a:rPr>
              <a:t>位运算符</a:t>
            </a:r>
            <a:r>
              <a:rPr lang="en-US" altLang="zh-CN" sz="4000" b="1" dirty="0" smtClean="0">
                <a:ea typeface="隶书" panose="02010509060101010101" pitchFamily="49" charset="-122"/>
              </a:rPr>
              <a:t>——</a:t>
            </a:r>
            <a:r>
              <a:rPr lang="zh-CN" altLang="en-US" sz="4000" b="1" dirty="0" smtClean="0">
                <a:ea typeface="隶书" panose="02010509060101010101" pitchFamily="49" charset="-122"/>
              </a:rPr>
              <a:t>位</a:t>
            </a:r>
            <a:r>
              <a:rPr lang="zh-CN" altLang="en-US" sz="4000" b="1" dirty="0">
                <a:ea typeface="隶书" panose="02010509060101010101" pitchFamily="49" charset="-122"/>
              </a:rPr>
              <a:t>逻辑运算符</a:t>
            </a:r>
            <a:endParaRPr lang="zh-CN" altLang="en-US" sz="4000" b="1" dirty="0">
              <a:ea typeface="隶书" panose="02010509060101010101" pitchFamily="49" charset="-122"/>
            </a:endParaRPr>
          </a:p>
        </p:txBody>
      </p:sp>
      <p:sp>
        <p:nvSpPr>
          <p:cNvPr id="34819"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34820" name="Rectangle 4"/>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34821" name="Rectangle 5"/>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sp>
        <p:nvSpPr>
          <p:cNvPr id="34822" name="Rectangle 8"/>
          <p:cNvSpPr>
            <a:spLocks noChangeArrowheads="1"/>
          </p:cNvSpPr>
          <p:nvPr/>
        </p:nvSpPr>
        <p:spPr bwMode="auto">
          <a:xfrm>
            <a:off x="971550" y="1700213"/>
            <a:ext cx="7888288" cy="3024187"/>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0"/>
              </a:spcBef>
              <a:buFont typeface="Wingdings" panose="05000000000000000000" pitchFamily="2" charset="2"/>
              <a:buNone/>
            </a:pPr>
            <a:r>
              <a:rPr lang="zh-CN" altLang="en-US" sz="2400" b="1" dirty="0">
                <a:latin typeface="Times New Roman" panose="02020603050405020304" pitchFamily="18" charset="0"/>
                <a:ea typeface="华文楷体" panose="02010600040101010101" pitchFamily="2" charset="-122"/>
              </a:rPr>
              <a:t>例：如果</a:t>
            </a:r>
            <a:r>
              <a:rPr lang="en-US" altLang="zh-CN" sz="2400" b="1" dirty="0">
                <a:latin typeface="Times New Roman" panose="02020603050405020304" pitchFamily="18" charset="0"/>
                <a:ea typeface="华文楷体" panose="02010600040101010101" pitchFamily="2" charset="-122"/>
              </a:rPr>
              <a:t>m</a:t>
            </a:r>
            <a:r>
              <a:rPr lang="zh-CN" altLang="en-US" sz="2400" b="1" dirty="0">
                <a:latin typeface="Times New Roman" panose="02020603050405020304" pitchFamily="18" charset="0"/>
                <a:ea typeface="华文楷体" panose="02010600040101010101" pitchFamily="2" charset="-122"/>
              </a:rPr>
              <a:t>为</a:t>
            </a:r>
            <a:r>
              <a:rPr lang="en-US" altLang="zh-CN" sz="2400" b="1" dirty="0">
                <a:latin typeface="Times New Roman" panose="02020603050405020304" pitchFamily="18" charset="0"/>
                <a:ea typeface="华文楷体" panose="02010600040101010101" pitchFamily="2" charset="-122"/>
              </a:rPr>
              <a:t>0x137f</a:t>
            </a:r>
            <a:r>
              <a:rPr lang="zh-CN" altLang="en-US" sz="2400" b="1" dirty="0">
                <a:latin typeface="Times New Roman" panose="02020603050405020304" pitchFamily="18" charset="0"/>
                <a:ea typeface="华文楷体" panose="02010600040101010101" pitchFamily="2" charset="-122"/>
              </a:rPr>
              <a:t>，</a:t>
            </a:r>
            <a:r>
              <a:rPr lang="en-US" altLang="zh-CN" sz="2400" b="1" dirty="0">
                <a:latin typeface="Times New Roman" panose="02020603050405020304" pitchFamily="18" charset="0"/>
                <a:ea typeface="华文楷体" panose="02010600040101010101" pitchFamily="2" charset="-122"/>
              </a:rPr>
              <a:t>n</a:t>
            </a:r>
            <a:r>
              <a:rPr lang="zh-CN" altLang="en-US" sz="2400" b="1" dirty="0">
                <a:latin typeface="Times New Roman" panose="02020603050405020304" pitchFamily="18" charset="0"/>
                <a:ea typeface="华文楷体" panose="02010600040101010101" pitchFamily="2" charset="-122"/>
              </a:rPr>
              <a:t>为</a:t>
            </a:r>
            <a:r>
              <a:rPr lang="en-US" altLang="zh-CN" sz="2400" b="1" dirty="0">
                <a:latin typeface="Times New Roman" panose="02020603050405020304" pitchFamily="18" charset="0"/>
                <a:ea typeface="华文楷体" panose="02010600040101010101" pitchFamily="2" charset="-122"/>
              </a:rPr>
              <a:t>0xf731</a:t>
            </a:r>
            <a:r>
              <a:rPr lang="zh-CN" altLang="en-US" sz="2400" b="1" dirty="0">
                <a:latin typeface="Times New Roman" panose="02020603050405020304" pitchFamily="18" charset="0"/>
                <a:ea typeface="华文楷体" panose="02010600040101010101" pitchFamily="2" charset="-122"/>
              </a:rPr>
              <a:t>，则</a:t>
            </a:r>
            <a:r>
              <a:rPr lang="en-US" altLang="zh-CN" sz="2400" b="1" dirty="0">
                <a:latin typeface="Times New Roman" panose="02020603050405020304" pitchFamily="18" charset="0"/>
                <a:ea typeface="华文楷体" panose="02010600040101010101" pitchFamily="2" charset="-122"/>
              </a:rPr>
              <a:t>m</a:t>
            </a:r>
            <a:r>
              <a:rPr lang="zh-CN" altLang="en-US" sz="2400" b="1" dirty="0">
                <a:latin typeface="Times New Roman" panose="02020603050405020304" pitchFamily="18" charset="0"/>
                <a:ea typeface="华文楷体" panose="02010600040101010101" pitchFamily="2" charset="-122"/>
              </a:rPr>
              <a:t>和</a:t>
            </a:r>
            <a:r>
              <a:rPr lang="en-US" altLang="zh-CN" sz="2400" b="1" dirty="0">
                <a:latin typeface="Times New Roman" panose="02020603050405020304" pitchFamily="18" charset="0"/>
                <a:ea typeface="华文楷体" panose="02010600040101010101" pitchFamily="2" charset="-122"/>
              </a:rPr>
              <a:t>n</a:t>
            </a:r>
            <a:r>
              <a:rPr lang="zh-CN" altLang="en-US" sz="2400" b="1" dirty="0">
                <a:latin typeface="Times New Roman" panose="02020603050405020304" pitchFamily="18" charset="0"/>
                <a:ea typeface="华文楷体" panose="02010600040101010101" pitchFamily="2" charset="-122"/>
              </a:rPr>
              <a:t>在</a:t>
            </a:r>
            <a:r>
              <a:rPr lang="en-US" altLang="zh-CN" sz="2400" b="1" dirty="0">
                <a:latin typeface="Times New Roman" panose="02020603050405020304" pitchFamily="18" charset="0"/>
                <a:ea typeface="华文楷体" panose="02010600040101010101" pitchFamily="2" charset="-122"/>
              </a:rPr>
              <a:t>16</a:t>
            </a:r>
            <a:r>
              <a:rPr lang="zh-CN" altLang="en-US" sz="2400" b="1" dirty="0">
                <a:latin typeface="Times New Roman" panose="02020603050405020304" pitchFamily="18" charset="0"/>
                <a:ea typeface="华文楷体" panose="02010600040101010101" pitchFamily="2" charset="-122"/>
              </a:rPr>
              <a:t>位计算机内的二进制表示形式如下：</a:t>
            </a:r>
            <a:endParaRPr lang="zh-CN" altLang="en-US" sz="2400" b="1" dirty="0">
              <a:latin typeface="Times New Roman" panose="02020603050405020304" pitchFamily="18" charset="0"/>
              <a:ea typeface="华文楷体" panose="02010600040101010101" pitchFamily="2" charset="-122"/>
            </a:endParaRPr>
          </a:p>
          <a:p>
            <a:pPr eaLnBrk="1" hangingPunct="1">
              <a:spcBef>
                <a:spcPct val="0"/>
              </a:spcBef>
              <a:buFont typeface="Wingdings" panose="05000000000000000000" pitchFamily="2" charset="2"/>
              <a:buNone/>
            </a:pPr>
            <a:r>
              <a:rPr lang="zh-CN" altLang="en-US" sz="2000" b="1" dirty="0">
                <a:solidFill>
                  <a:srgbClr val="FFFF00"/>
                </a:solidFill>
                <a:latin typeface="Times New Roman" panose="02020603050405020304" pitchFamily="18" charset="0"/>
                <a:ea typeface="华文楷体" panose="02010600040101010101" pitchFamily="2" charset="-122"/>
              </a:rPr>
              <a:t>     </a:t>
            </a:r>
            <a:r>
              <a:rPr lang="en-US" altLang="zh-CN" sz="2000" b="1" dirty="0">
                <a:solidFill>
                  <a:srgbClr val="FFFF00"/>
                </a:solidFill>
                <a:latin typeface="Times New Roman" panose="02020603050405020304" pitchFamily="18" charset="0"/>
                <a:ea typeface="华文楷体" panose="02010600040101010101" pitchFamily="2" charset="-122"/>
              </a:rPr>
              <a:t>m	           0 0 0 1  0 0 1 1  0 1 1 1  1 1 1 1</a:t>
            </a:r>
            <a:endParaRPr lang="en-US" altLang="zh-CN" sz="2000" b="1" dirty="0">
              <a:solidFill>
                <a:srgbClr val="FFFF00"/>
              </a:solidFill>
              <a:latin typeface="Times New Roman" panose="02020603050405020304" pitchFamily="18" charset="0"/>
              <a:ea typeface="华文楷体" panose="02010600040101010101" pitchFamily="2" charset="-122"/>
            </a:endParaRPr>
          </a:p>
          <a:p>
            <a:pPr eaLnBrk="1" hangingPunct="1">
              <a:spcBef>
                <a:spcPct val="0"/>
              </a:spcBef>
              <a:buFont typeface="Wingdings" panose="05000000000000000000" pitchFamily="2" charset="2"/>
              <a:buNone/>
            </a:pPr>
            <a:r>
              <a:rPr lang="en-US" altLang="zh-CN" sz="2000" b="1" dirty="0">
                <a:solidFill>
                  <a:srgbClr val="FFFF00"/>
                </a:solidFill>
                <a:latin typeface="Times New Roman" panose="02020603050405020304" pitchFamily="18" charset="0"/>
                <a:ea typeface="华文楷体" panose="02010600040101010101" pitchFamily="2" charset="-122"/>
              </a:rPr>
              <a:t>     n                  1 1 1 1  0 1 1 1  0 0 1 1  0 0 0 1</a:t>
            </a:r>
            <a:endParaRPr lang="en-US" altLang="zh-CN" sz="2000" b="1" dirty="0">
              <a:solidFill>
                <a:srgbClr val="FFFF00"/>
              </a:solidFill>
              <a:latin typeface="Times New Roman" panose="02020603050405020304" pitchFamily="18" charset="0"/>
              <a:ea typeface="华文楷体" panose="02010600040101010101" pitchFamily="2" charset="-122"/>
            </a:endParaRPr>
          </a:p>
          <a:p>
            <a:pPr eaLnBrk="1" hangingPunct="1">
              <a:spcBef>
                <a:spcPct val="0"/>
              </a:spcBef>
              <a:buFont typeface="Wingdings" panose="05000000000000000000" pitchFamily="2" charset="2"/>
              <a:buNone/>
            </a:pPr>
            <a:r>
              <a:rPr lang="en-US" altLang="zh-CN" sz="2000" b="1" dirty="0">
                <a:solidFill>
                  <a:srgbClr val="000000"/>
                </a:solidFill>
                <a:latin typeface="Times New Roman" panose="02020603050405020304" pitchFamily="18" charset="0"/>
                <a:ea typeface="华文楷体" panose="02010600040101010101" pitchFamily="2" charset="-122"/>
              </a:rPr>
              <a:t>   ___________________________________________________________</a:t>
            </a:r>
            <a:endParaRPr lang="en-US" altLang="zh-CN" sz="2000" b="1" dirty="0">
              <a:solidFill>
                <a:srgbClr val="000000"/>
              </a:solidFill>
              <a:latin typeface="Times New Roman" panose="02020603050405020304" pitchFamily="18" charset="0"/>
              <a:ea typeface="华文楷体" panose="02010600040101010101" pitchFamily="2" charset="-122"/>
            </a:endParaRPr>
          </a:p>
          <a:p>
            <a:pPr eaLnBrk="1" hangingPunct="1">
              <a:spcBef>
                <a:spcPct val="0"/>
              </a:spcBef>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a:t>
            </a:r>
            <a:r>
              <a:rPr lang="en-US" altLang="zh-CN" sz="2000" b="1" dirty="0" err="1">
                <a:latin typeface="Times New Roman" panose="02020603050405020304" pitchFamily="18" charset="0"/>
                <a:ea typeface="华文楷体" panose="02010600040101010101" pitchFamily="2" charset="-122"/>
              </a:rPr>
              <a:t>m&amp;n</a:t>
            </a:r>
            <a:r>
              <a:rPr lang="en-US" altLang="zh-CN" sz="2000" b="1" dirty="0">
                <a:latin typeface="Times New Roman" panose="02020603050405020304" pitchFamily="18" charset="0"/>
                <a:ea typeface="华文楷体" panose="02010600040101010101" pitchFamily="2" charset="-122"/>
              </a:rPr>
              <a:t>=         0 0 0 1  0 0 1 1  0 0 1 1  0 0 0 1           =0x1331</a:t>
            </a:r>
            <a:endParaRPr lang="en-US" altLang="zh-CN" sz="2000" b="1" dirty="0">
              <a:latin typeface="Times New Roman" panose="02020603050405020304" pitchFamily="18" charset="0"/>
              <a:ea typeface="华文楷体" panose="02010600040101010101" pitchFamily="2" charset="-122"/>
            </a:endParaRPr>
          </a:p>
          <a:p>
            <a:pPr eaLnBrk="1" hangingPunct="1">
              <a:spcBef>
                <a:spcPct val="0"/>
              </a:spcBef>
              <a:buFont typeface="Wingdings" panose="05000000000000000000" pitchFamily="2" charset="2"/>
              <a:buNone/>
            </a:pPr>
            <a:r>
              <a:rPr lang="en-US" altLang="zh-CN" sz="2000" b="1" dirty="0">
                <a:solidFill>
                  <a:srgbClr val="FFFF00"/>
                </a:solidFill>
                <a:latin typeface="Times New Roman" panose="02020603050405020304" pitchFamily="18" charset="0"/>
                <a:ea typeface="华文楷体" panose="02010600040101010101" pitchFamily="2" charset="-122"/>
              </a:rPr>
              <a:t>     </a:t>
            </a:r>
            <a:r>
              <a:rPr lang="en-US" altLang="zh-CN" sz="2000" b="1" dirty="0" err="1">
                <a:solidFill>
                  <a:srgbClr val="FFFF00"/>
                </a:solidFill>
                <a:latin typeface="Times New Roman" panose="02020603050405020304" pitchFamily="18" charset="0"/>
                <a:ea typeface="华文楷体" panose="02010600040101010101" pitchFamily="2" charset="-122"/>
              </a:rPr>
              <a:t>m|n</a:t>
            </a:r>
            <a:r>
              <a:rPr lang="en-US" altLang="zh-CN" sz="2000" b="1" dirty="0">
                <a:solidFill>
                  <a:srgbClr val="FFFF00"/>
                </a:solidFill>
                <a:latin typeface="Times New Roman" panose="02020603050405020304" pitchFamily="18" charset="0"/>
                <a:ea typeface="华文楷体" panose="02010600040101010101" pitchFamily="2" charset="-122"/>
              </a:rPr>
              <a:t>=           1 1 1 1  0 1 1 1  0 1 1 1  1 1 1 1           =0xf77f</a:t>
            </a:r>
            <a:endParaRPr lang="en-US" altLang="zh-CN" sz="2000" b="1" dirty="0">
              <a:solidFill>
                <a:srgbClr val="FFFF00"/>
              </a:solidFill>
              <a:latin typeface="Times New Roman" panose="02020603050405020304" pitchFamily="18" charset="0"/>
              <a:ea typeface="华文楷体" panose="02010600040101010101" pitchFamily="2" charset="-122"/>
            </a:endParaRPr>
          </a:p>
          <a:p>
            <a:pPr eaLnBrk="1" hangingPunct="1">
              <a:spcBef>
                <a:spcPct val="0"/>
              </a:spcBef>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a:t>
            </a:r>
            <a:r>
              <a:rPr lang="en-US" altLang="zh-CN" sz="2000" b="1" dirty="0" err="1">
                <a:latin typeface="Times New Roman" panose="02020603050405020304" pitchFamily="18" charset="0"/>
                <a:ea typeface="华文楷体" panose="02010600040101010101" pitchFamily="2" charset="-122"/>
              </a:rPr>
              <a:t>m^n</a:t>
            </a:r>
            <a:r>
              <a:rPr lang="en-US" altLang="zh-CN" sz="2000" b="1" dirty="0">
                <a:latin typeface="Times New Roman" panose="02020603050405020304" pitchFamily="18" charset="0"/>
                <a:ea typeface="华文楷体" panose="02010600040101010101" pitchFamily="2" charset="-122"/>
              </a:rPr>
              <a:t>=          1 1 1 0  0 1 0 0  0 1 0 0  1 1 1 0           =0xe44e</a:t>
            </a:r>
            <a:endParaRPr lang="en-US" altLang="zh-CN" sz="2000" b="1" dirty="0">
              <a:latin typeface="Times New Roman" panose="02020603050405020304" pitchFamily="18" charset="0"/>
              <a:ea typeface="华文楷体" panose="02010600040101010101" pitchFamily="2" charset="-122"/>
            </a:endParaRPr>
          </a:p>
          <a:p>
            <a:pPr eaLnBrk="1" hangingPunct="1">
              <a:spcBef>
                <a:spcPct val="0"/>
              </a:spcBef>
              <a:buFont typeface="Wingdings" panose="05000000000000000000" pitchFamily="2" charset="2"/>
              <a:buNone/>
            </a:pPr>
            <a:r>
              <a:rPr lang="en-US" altLang="zh-CN" sz="2000" b="1" dirty="0">
                <a:solidFill>
                  <a:srgbClr val="FFFF00"/>
                </a:solidFill>
                <a:latin typeface="Times New Roman" panose="02020603050405020304" pitchFamily="18" charset="0"/>
                <a:ea typeface="华文楷体" panose="02010600040101010101" pitchFamily="2" charset="-122"/>
              </a:rPr>
              <a:t>     ~m=            1 1 1 0  1 1 0 0  1 0 0 0  0 0 0 0           =0xec80</a:t>
            </a:r>
            <a:endParaRPr lang="en-US" altLang="zh-CN" sz="2000" b="1" dirty="0">
              <a:solidFill>
                <a:srgbClr val="FFFF00"/>
              </a:solidFill>
              <a:latin typeface="Times New Roman" panose="02020603050405020304" pitchFamily="18" charset="0"/>
              <a:ea typeface="华文楷体" panose="02010600040101010101" pitchFamily="2" charset="-122"/>
            </a:endParaRPr>
          </a:p>
        </p:txBody>
      </p:sp>
      <p:grpSp>
        <p:nvGrpSpPr>
          <p:cNvPr id="2" name="Group 12"/>
          <p:cNvGrpSpPr/>
          <p:nvPr/>
        </p:nvGrpSpPr>
        <p:grpSpPr bwMode="auto">
          <a:xfrm>
            <a:off x="971550" y="4868863"/>
            <a:ext cx="7888288" cy="1655762"/>
            <a:chOff x="612" y="3067"/>
            <a:chExt cx="4969" cy="1043"/>
          </a:xfrm>
        </p:grpSpPr>
        <p:sp>
          <p:nvSpPr>
            <p:cNvPr id="34824" name="Rectangle 10"/>
            <p:cNvSpPr>
              <a:spLocks noChangeArrowheads="1"/>
            </p:cNvSpPr>
            <p:nvPr/>
          </p:nvSpPr>
          <p:spPr bwMode="auto">
            <a:xfrm>
              <a:off x="612" y="3067"/>
              <a:ext cx="4969" cy="499"/>
            </a:xfrm>
            <a:prstGeom prst="rect">
              <a:avLst/>
            </a:prstGeom>
            <a:solidFill>
              <a:srgbClr val="ECECEC"/>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zh-CN" altLang="en-US" sz="2400" b="1" dirty="0">
                  <a:solidFill>
                    <a:srgbClr val="CC0000"/>
                  </a:solidFill>
                  <a:latin typeface="Times New Roman" panose="02020603050405020304" pitchFamily="18" charset="0"/>
                  <a:ea typeface="华文楷体" panose="02010600040101010101" pitchFamily="2" charset="-122"/>
                </a:rPr>
                <a:t>与逻辑运算符区别：</a:t>
              </a:r>
              <a:r>
                <a:rPr lang="zh-CN" altLang="en-US" sz="2000" b="1" dirty="0">
                  <a:solidFill>
                    <a:srgbClr val="000000"/>
                  </a:solidFill>
                  <a:ea typeface="华文楷体" panose="02010600040101010101" pitchFamily="2" charset="-122"/>
                </a:rPr>
                <a:t>位逻辑运算符是针对二进制位，而逻辑运算符是针对整个表达式。</a:t>
              </a:r>
              <a:endParaRPr lang="zh-CN" altLang="en-US" sz="2000" b="1" dirty="0">
                <a:solidFill>
                  <a:srgbClr val="000000"/>
                </a:solidFill>
                <a:ea typeface="华文楷体" panose="02010600040101010101" pitchFamily="2" charset="-122"/>
              </a:endParaRPr>
            </a:p>
          </p:txBody>
        </p:sp>
        <p:sp>
          <p:nvSpPr>
            <p:cNvPr id="34825" name="Rectangle 11"/>
            <p:cNvSpPr>
              <a:spLocks noChangeArrowheads="1"/>
            </p:cNvSpPr>
            <p:nvPr/>
          </p:nvSpPr>
          <p:spPr bwMode="auto">
            <a:xfrm>
              <a:off x="612" y="3566"/>
              <a:ext cx="4969" cy="544"/>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26225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0"/>
                </a:spcBef>
                <a:buClrTx/>
                <a:buSzTx/>
                <a:buFontTx/>
                <a:buNone/>
              </a:pPr>
              <a:r>
                <a:rPr lang="en-US" altLang="zh-CN" sz="2400" b="1" dirty="0">
                  <a:latin typeface="Times New Roman" panose="02020603050405020304" pitchFamily="18" charset="0"/>
                  <a:ea typeface="华文楷体" panose="02010600040101010101" pitchFamily="2" charset="-122"/>
                </a:rPr>
                <a:t>4&amp;6             </a:t>
              </a:r>
              <a:r>
                <a:rPr lang="zh-CN" altLang="en-US" sz="2400" b="1" dirty="0">
                  <a:latin typeface="Times New Roman" panose="02020603050405020304" pitchFamily="18" charset="0"/>
                  <a:ea typeface="华文楷体" panose="02010600040101010101" pitchFamily="2" charset="-122"/>
                </a:rPr>
                <a:t>结果为 </a:t>
              </a:r>
              <a:r>
                <a:rPr lang="en-US" altLang="zh-CN" sz="2400" b="1" dirty="0">
                  <a:latin typeface="Times New Roman" panose="02020603050405020304" pitchFamily="18" charset="0"/>
                  <a:ea typeface="华文楷体" panose="02010600040101010101" pitchFamily="2" charset="-122"/>
                </a:rPr>
                <a:t>4   </a:t>
              </a:r>
              <a:endParaRPr lang="en-US" altLang="zh-CN" sz="2400" b="1" dirty="0">
                <a:latin typeface="Times New Roman" panose="02020603050405020304" pitchFamily="18" charset="0"/>
                <a:ea typeface="华文楷体" panose="02010600040101010101" pitchFamily="2" charset="-122"/>
              </a:endParaRPr>
            </a:p>
            <a:p>
              <a:pPr algn="l" eaLnBrk="1" hangingPunct="1">
                <a:spcBef>
                  <a:spcPct val="0"/>
                </a:spcBef>
                <a:buClrTx/>
                <a:buSzTx/>
                <a:buFontTx/>
                <a:buNone/>
              </a:pPr>
              <a:r>
                <a:rPr lang="en-US" altLang="zh-CN" sz="2400" b="1" dirty="0">
                  <a:latin typeface="Times New Roman" panose="02020603050405020304" pitchFamily="18" charset="0"/>
                  <a:ea typeface="华文楷体" panose="02010600040101010101" pitchFamily="2" charset="-122"/>
                </a:rPr>
                <a:t>4&amp;&amp;6          </a:t>
              </a:r>
              <a:r>
                <a:rPr lang="zh-CN" altLang="en-US" sz="2400" b="1" dirty="0">
                  <a:latin typeface="Times New Roman" panose="02020603050405020304" pitchFamily="18" charset="0"/>
                  <a:ea typeface="华文楷体" panose="02010600040101010101" pitchFamily="2" charset="-122"/>
                </a:rPr>
                <a:t>结果为 </a:t>
              </a:r>
              <a:r>
                <a:rPr lang="en-US" altLang="zh-CN" sz="2400" b="1" dirty="0">
                  <a:latin typeface="Times New Roman" panose="02020603050405020304" pitchFamily="18" charset="0"/>
                  <a:ea typeface="华文楷体" panose="02010600040101010101" pitchFamily="2" charset="-122"/>
                </a:rPr>
                <a:t>1</a:t>
              </a:r>
              <a:endParaRPr lang="en-US" altLang="zh-CN" sz="2400" b="1" dirty="0">
                <a:latin typeface="Times New Roman" panose="02020603050405020304" pitchFamily="18" charset="0"/>
                <a:ea typeface="华文楷体" panose="0201060004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lgn="ctr"/>
            <a:r>
              <a:rPr lang="en-US" altLang="zh-CN" sz="4000" b="1" dirty="0">
                <a:ea typeface="隶书" panose="02010509060101010101" pitchFamily="49" charset="-122"/>
              </a:rPr>
              <a:t>2.2.5</a:t>
            </a:r>
            <a:r>
              <a:rPr lang="zh-CN" altLang="en-US" sz="4000" b="1" dirty="0">
                <a:ea typeface="隶书" panose="02010509060101010101" pitchFamily="49" charset="-122"/>
              </a:rPr>
              <a:t>、运算符和表达式：</a:t>
            </a:r>
            <a:br>
              <a:rPr lang="en-US" altLang="zh-CN" sz="4000" b="1" dirty="0">
                <a:ea typeface="隶书" panose="02010509060101010101" pitchFamily="49" charset="-122"/>
              </a:rPr>
            </a:br>
            <a:r>
              <a:rPr lang="zh-CN" altLang="en-US" sz="4000" b="1" dirty="0">
                <a:ea typeface="隶书" panose="02010509060101010101" pitchFamily="49" charset="-122"/>
              </a:rPr>
              <a:t>位运算符</a:t>
            </a:r>
            <a:r>
              <a:rPr lang="en-US" altLang="zh-CN" sz="4000" b="1" dirty="0">
                <a:ea typeface="隶书" panose="02010509060101010101" pitchFamily="49" charset="-122"/>
              </a:rPr>
              <a:t>——</a:t>
            </a:r>
            <a:r>
              <a:rPr lang="zh-CN" altLang="en-US" sz="4000" b="1" dirty="0" smtClean="0">
                <a:ea typeface="隶书" panose="02010509060101010101" pitchFamily="49" charset="-122"/>
              </a:rPr>
              <a:t>位移</a:t>
            </a:r>
            <a:r>
              <a:rPr lang="zh-CN" altLang="en-US" sz="4000" b="1" dirty="0">
                <a:ea typeface="隶书" panose="02010509060101010101" pitchFamily="49" charset="-122"/>
              </a:rPr>
              <a:t>位运算符</a:t>
            </a:r>
            <a:endParaRPr lang="zh-CN" altLang="en-US" sz="4000" b="1" dirty="0">
              <a:ea typeface="隶书" panose="02010509060101010101" pitchFamily="49" charset="-122"/>
            </a:endParaRPr>
          </a:p>
        </p:txBody>
      </p:sp>
      <p:grpSp>
        <p:nvGrpSpPr>
          <p:cNvPr id="35846" name="Group 6"/>
          <p:cNvGrpSpPr/>
          <p:nvPr/>
        </p:nvGrpSpPr>
        <p:grpSpPr bwMode="auto">
          <a:xfrm>
            <a:off x="971550" y="1844675"/>
            <a:ext cx="7888288" cy="1871663"/>
            <a:chOff x="612" y="1117"/>
            <a:chExt cx="4969" cy="1179"/>
          </a:xfrm>
        </p:grpSpPr>
        <p:sp>
          <p:nvSpPr>
            <p:cNvPr id="35850" name="Rectangle 7"/>
            <p:cNvSpPr>
              <a:spLocks noChangeArrowheads="1"/>
            </p:cNvSpPr>
            <p:nvPr/>
          </p:nvSpPr>
          <p:spPr bwMode="auto">
            <a:xfrm>
              <a:off x="612" y="1117"/>
              <a:ext cx="4969" cy="317"/>
            </a:xfrm>
            <a:prstGeom prst="rect">
              <a:avLst/>
            </a:prstGeom>
            <a:solidFill>
              <a:srgbClr val="ECECEC"/>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en-US" altLang="zh-CN" sz="2400" b="1" dirty="0">
                  <a:solidFill>
                    <a:srgbClr val="CC0000"/>
                  </a:solidFill>
                  <a:latin typeface="Times New Roman" panose="02020603050405020304" pitchFamily="18" charset="0"/>
                  <a:ea typeface="华文楷体" panose="02010600040101010101" pitchFamily="2" charset="-122"/>
                </a:rPr>
                <a:t>&lt;&lt;</a:t>
              </a:r>
              <a:r>
                <a:rPr lang="zh-CN" altLang="en-US" sz="2400" b="1" dirty="0">
                  <a:solidFill>
                    <a:srgbClr val="CC0000"/>
                  </a:solidFill>
                  <a:latin typeface="Times New Roman" panose="02020603050405020304" pitchFamily="18" charset="0"/>
                  <a:ea typeface="华文楷体" panose="02010600040101010101" pitchFamily="2" charset="-122"/>
                </a:rPr>
                <a:t>：</a:t>
              </a:r>
              <a:r>
                <a:rPr lang="zh-CN" altLang="en-US" sz="2400" b="1" dirty="0">
                  <a:solidFill>
                    <a:srgbClr val="000000"/>
                  </a:solidFill>
                  <a:latin typeface="Times New Roman" panose="02020603050405020304" pitchFamily="18" charset="0"/>
                  <a:ea typeface="华文楷体" panose="02010600040101010101" pitchFamily="2" charset="-122"/>
                </a:rPr>
                <a:t>左移</a:t>
              </a:r>
              <a:r>
                <a:rPr lang="en-US" altLang="zh-CN" sz="2400" b="1" dirty="0">
                  <a:solidFill>
                    <a:srgbClr val="000000"/>
                  </a:solidFill>
                  <a:latin typeface="Times New Roman" panose="02020603050405020304" pitchFamily="18" charset="0"/>
                  <a:ea typeface="华文楷体" panose="02010600040101010101" pitchFamily="2" charset="-122"/>
                </a:rPr>
                <a:t>1</a:t>
              </a:r>
              <a:r>
                <a:rPr lang="zh-CN" altLang="en-US" sz="2400" b="1" dirty="0">
                  <a:solidFill>
                    <a:srgbClr val="000000"/>
                  </a:solidFill>
                  <a:latin typeface="Times New Roman" panose="02020603050405020304" pitchFamily="18" charset="0"/>
                  <a:ea typeface="华文楷体" panose="02010600040101010101" pitchFamily="2" charset="-122"/>
                </a:rPr>
                <a:t>位相当于乘</a:t>
              </a:r>
              <a:r>
                <a:rPr lang="en-US" altLang="zh-CN" sz="2400" b="1" dirty="0">
                  <a:solidFill>
                    <a:srgbClr val="000000"/>
                  </a:solidFill>
                  <a:latin typeface="Times New Roman" panose="02020603050405020304" pitchFamily="18" charset="0"/>
                  <a:ea typeface="华文楷体" panose="02010600040101010101" pitchFamily="2" charset="-122"/>
                </a:rPr>
                <a:t>2</a:t>
              </a:r>
              <a:r>
                <a:rPr lang="zh-CN" altLang="en-US" sz="2400" b="1" dirty="0">
                  <a:solidFill>
                    <a:srgbClr val="000000"/>
                  </a:solidFill>
                  <a:latin typeface="Times New Roman" panose="02020603050405020304" pitchFamily="18" charset="0"/>
                  <a:ea typeface="华文楷体" panose="02010600040101010101" pitchFamily="2" charset="-122"/>
                </a:rPr>
                <a:t>运算。</a:t>
              </a:r>
              <a:endParaRPr lang="zh-CN" altLang="en-US" sz="2400" b="1" dirty="0">
                <a:solidFill>
                  <a:srgbClr val="000000"/>
                </a:solidFill>
                <a:latin typeface="Times New Roman" panose="02020603050405020304" pitchFamily="18" charset="0"/>
                <a:ea typeface="华文楷体" panose="02010600040101010101" pitchFamily="2" charset="-122"/>
              </a:endParaRPr>
            </a:p>
          </p:txBody>
        </p:sp>
        <p:sp>
          <p:nvSpPr>
            <p:cNvPr id="35851" name="Rectangle 8"/>
            <p:cNvSpPr>
              <a:spLocks noChangeArrowheads="1"/>
            </p:cNvSpPr>
            <p:nvPr/>
          </p:nvSpPr>
          <p:spPr bwMode="auto">
            <a:xfrm>
              <a:off x="612" y="1434"/>
              <a:ext cx="4969" cy="862"/>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x=0x23;                                      0000 0000 0010 0011</a:t>
              </a:r>
              <a:endParaRPr lang="en-US" altLang="zh-CN" sz="2400" b="1" dirty="0">
                <a:latin typeface="Times New Roman" panose="02020603050405020304" pitchFamily="18" charset="0"/>
                <a:ea typeface="华文楷体" panose="02010600040101010101" pitchFamily="2" charset="-122"/>
              </a:endParaRPr>
            </a:p>
            <a:p>
              <a:pPr lvl="1" algn="just" eaLnBrk="1" hangingPunct="1">
                <a:buClr>
                  <a:srgbClr val="000099"/>
                </a:buClr>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x&lt;&lt;=2;                                        0000 0000 1000 </a:t>
              </a:r>
              <a:r>
                <a:rPr lang="en-US" altLang="zh-CN" sz="2400" b="1" dirty="0">
                  <a:solidFill>
                    <a:srgbClr val="FFFF00"/>
                  </a:solidFill>
                  <a:latin typeface="Times New Roman" panose="02020603050405020304" pitchFamily="18" charset="0"/>
                  <a:ea typeface="华文楷体" panose="02010600040101010101" pitchFamily="2" charset="-122"/>
                </a:rPr>
                <a:t>1100</a:t>
              </a:r>
              <a:endParaRPr lang="en-US" altLang="zh-CN" sz="2400" b="1" dirty="0">
                <a:solidFill>
                  <a:srgbClr val="FFFF00"/>
                </a:solidFill>
                <a:latin typeface="Times New Roman" panose="02020603050405020304" pitchFamily="18" charset="0"/>
                <a:ea typeface="华文楷体" panose="02010600040101010101" pitchFamily="2" charset="-122"/>
              </a:endParaRPr>
            </a:p>
            <a:p>
              <a:pPr lvl="1" algn="just" eaLnBrk="1" hangingPunct="1">
                <a:buClr>
                  <a:srgbClr val="000099"/>
                </a:buClr>
                <a:buFont typeface="Wingdings" panose="05000000000000000000" pitchFamily="2" charset="2"/>
                <a:buNone/>
              </a:pPr>
              <a:r>
                <a:rPr lang="en-US" altLang="zh-CN" sz="2400" b="1" dirty="0">
                  <a:solidFill>
                    <a:srgbClr val="FFFF00"/>
                  </a:solidFill>
                  <a:latin typeface="Times New Roman" panose="02020603050405020304" pitchFamily="18" charset="0"/>
                  <a:ea typeface="华文楷体" panose="02010600040101010101" pitchFamily="2" charset="-122"/>
                </a:rPr>
                <a:t>x</a:t>
              </a:r>
              <a:r>
                <a:rPr lang="zh-CN" altLang="en-US" sz="2400" b="1" dirty="0">
                  <a:solidFill>
                    <a:srgbClr val="FFFF00"/>
                  </a:solidFill>
                  <a:latin typeface="Times New Roman" panose="02020603050405020304" pitchFamily="18" charset="0"/>
                  <a:ea typeface="华文楷体" panose="02010600040101010101" pitchFamily="2" charset="-122"/>
                </a:rPr>
                <a:t>的结果为</a:t>
              </a:r>
              <a:r>
                <a:rPr lang="en-US" altLang="zh-CN" sz="2400" b="1" dirty="0">
                  <a:solidFill>
                    <a:srgbClr val="FFFF00"/>
                  </a:solidFill>
                  <a:latin typeface="Times New Roman" panose="02020603050405020304" pitchFamily="18" charset="0"/>
                  <a:ea typeface="华文楷体" panose="02010600040101010101" pitchFamily="2" charset="-122"/>
                </a:rPr>
                <a:t>0x8C                       </a:t>
              </a:r>
              <a:endParaRPr lang="en-US" altLang="zh-CN" sz="2400" b="1" dirty="0">
                <a:solidFill>
                  <a:srgbClr val="FFFF00"/>
                </a:solidFill>
                <a:latin typeface="Times New Roman" panose="02020603050405020304" pitchFamily="18" charset="0"/>
                <a:ea typeface="华文楷体" panose="02010600040101010101" pitchFamily="2" charset="-122"/>
                <a:sym typeface="Wingdings" panose="05000000000000000000" pitchFamily="2" charset="2"/>
              </a:endParaRPr>
            </a:p>
          </p:txBody>
        </p:sp>
      </p:grpSp>
      <p:grpSp>
        <p:nvGrpSpPr>
          <p:cNvPr id="3" name="Group 12"/>
          <p:cNvGrpSpPr/>
          <p:nvPr/>
        </p:nvGrpSpPr>
        <p:grpSpPr bwMode="auto">
          <a:xfrm>
            <a:off x="931863" y="4076700"/>
            <a:ext cx="7888287" cy="1871663"/>
            <a:chOff x="612" y="1117"/>
            <a:chExt cx="4969" cy="1179"/>
          </a:xfrm>
        </p:grpSpPr>
        <p:sp>
          <p:nvSpPr>
            <p:cNvPr id="35848" name="Rectangle 13"/>
            <p:cNvSpPr>
              <a:spLocks noChangeArrowheads="1"/>
            </p:cNvSpPr>
            <p:nvPr/>
          </p:nvSpPr>
          <p:spPr bwMode="auto">
            <a:xfrm>
              <a:off x="612" y="1117"/>
              <a:ext cx="4969" cy="317"/>
            </a:xfrm>
            <a:prstGeom prst="rect">
              <a:avLst/>
            </a:prstGeom>
            <a:solidFill>
              <a:srgbClr val="ECECEC"/>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en-US" altLang="zh-CN" sz="2400" b="1" dirty="0">
                  <a:solidFill>
                    <a:srgbClr val="CC0000"/>
                  </a:solidFill>
                  <a:latin typeface="Times New Roman" panose="02020603050405020304" pitchFamily="18" charset="0"/>
                  <a:ea typeface="华文楷体" panose="02010600040101010101" pitchFamily="2" charset="-122"/>
                </a:rPr>
                <a:t>&lt;&lt;</a:t>
              </a:r>
              <a:r>
                <a:rPr lang="zh-CN" altLang="en-US" sz="2400" b="1" dirty="0">
                  <a:solidFill>
                    <a:srgbClr val="CC0000"/>
                  </a:solidFill>
                  <a:latin typeface="Times New Roman" panose="02020603050405020304" pitchFamily="18" charset="0"/>
                  <a:ea typeface="华文楷体" panose="02010600040101010101" pitchFamily="2" charset="-122"/>
                </a:rPr>
                <a:t>：</a:t>
              </a:r>
              <a:r>
                <a:rPr lang="zh-CN" altLang="en-US" sz="2400" b="1" dirty="0">
                  <a:solidFill>
                    <a:srgbClr val="000000"/>
                  </a:solidFill>
                  <a:latin typeface="Times New Roman" panose="02020603050405020304" pitchFamily="18" charset="0"/>
                  <a:ea typeface="华文楷体" panose="02010600040101010101" pitchFamily="2" charset="-122"/>
                </a:rPr>
                <a:t>左移</a:t>
              </a:r>
              <a:r>
                <a:rPr lang="en-US" altLang="zh-CN" sz="2400" b="1" dirty="0">
                  <a:solidFill>
                    <a:srgbClr val="000000"/>
                  </a:solidFill>
                  <a:latin typeface="Times New Roman" panose="02020603050405020304" pitchFamily="18" charset="0"/>
                  <a:ea typeface="华文楷体" panose="02010600040101010101" pitchFamily="2" charset="-122"/>
                </a:rPr>
                <a:t>1</a:t>
              </a:r>
              <a:r>
                <a:rPr lang="zh-CN" altLang="en-US" sz="2400" b="1" dirty="0">
                  <a:solidFill>
                    <a:srgbClr val="000000"/>
                  </a:solidFill>
                  <a:latin typeface="Times New Roman" panose="02020603050405020304" pitchFamily="18" charset="0"/>
                  <a:ea typeface="华文楷体" panose="02010600040101010101" pitchFamily="2" charset="-122"/>
                </a:rPr>
                <a:t>位相当于乘</a:t>
              </a:r>
              <a:r>
                <a:rPr lang="en-US" altLang="zh-CN" sz="2400" b="1" dirty="0">
                  <a:solidFill>
                    <a:srgbClr val="000000"/>
                  </a:solidFill>
                  <a:latin typeface="Times New Roman" panose="02020603050405020304" pitchFamily="18" charset="0"/>
                  <a:ea typeface="华文楷体" panose="02010600040101010101" pitchFamily="2" charset="-122"/>
                </a:rPr>
                <a:t>2</a:t>
              </a:r>
              <a:r>
                <a:rPr lang="zh-CN" altLang="en-US" sz="2400" b="1" dirty="0">
                  <a:solidFill>
                    <a:srgbClr val="000000"/>
                  </a:solidFill>
                  <a:latin typeface="Times New Roman" panose="02020603050405020304" pitchFamily="18" charset="0"/>
                  <a:ea typeface="华文楷体" panose="02010600040101010101" pitchFamily="2" charset="-122"/>
                </a:rPr>
                <a:t>运算。</a:t>
              </a:r>
              <a:endParaRPr lang="zh-CN" altLang="en-US" sz="2400" b="1" dirty="0">
                <a:solidFill>
                  <a:srgbClr val="000000"/>
                </a:solidFill>
                <a:latin typeface="Times New Roman" panose="02020603050405020304" pitchFamily="18" charset="0"/>
                <a:ea typeface="华文楷体" panose="02010600040101010101" pitchFamily="2" charset="-122"/>
              </a:endParaRPr>
            </a:p>
          </p:txBody>
        </p:sp>
        <p:sp>
          <p:nvSpPr>
            <p:cNvPr id="35849" name="Rectangle 14"/>
            <p:cNvSpPr>
              <a:spLocks noChangeArrowheads="1"/>
            </p:cNvSpPr>
            <p:nvPr/>
          </p:nvSpPr>
          <p:spPr bwMode="auto">
            <a:xfrm>
              <a:off x="612" y="1434"/>
              <a:ext cx="4969" cy="862"/>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x=0xff23;                                    1111 1111 0010 0011</a:t>
              </a:r>
              <a:endParaRPr lang="en-US" altLang="zh-CN" sz="2400" b="1" dirty="0">
                <a:latin typeface="Times New Roman" panose="02020603050405020304" pitchFamily="18" charset="0"/>
                <a:ea typeface="华文楷体" panose="02010600040101010101" pitchFamily="2" charset="-122"/>
              </a:endParaRPr>
            </a:p>
            <a:p>
              <a:pPr lvl="1" algn="just" eaLnBrk="1" hangingPunct="1">
                <a:buClr>
                  <a:srgbClr val="000099"/>
                </a:buClr>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x&lt;&lt;=2;                                        1111 1100 1000 </a:t>
              </a:r>
              <a:r>
                <a:rPr lang="en-US" altLang="zh-CN" sz="2400" b="1" dirty="0">
                  <a:solidFill>
                    <a:srgbClr val="FFFF00"/>
                  </a:solidFill>
                  <a:latin typeface="Times New Roman" panose="02020603050405020304" pitchFamily="18" charset="0"/>
                  <a:ea typeface="华文楷体" panose="02010600040101010101" pitchFamily="2" charset="-122"/>
                </a:rPr>
                <a:t>1100</a:t>
              </a:r>
              <a:endParaRPr lang="en-US" altLang="zh-CN" sz="2400" b="1" dirty="0">
                <a:solidFill>
                  <a:srgbClr val="FFFF00"/>
                </a:solidFill>
                <a:latin typeface="Times New Roman" panose="02020603050405020304" pitchFamily="18" charset="0"/>
                <a:ea typeface="华文楷体" panose="02010600040101010101" pitchFamily="2" charset="-122"/>
              </a:endParaRPr>
            </a:p>
            <a:p>
              <a:pPr lvl="1" algn="just" eaLnBrk="1" hangingPunct="1">
                <a:buClr>
                  <a:srgbClr val="000099"/>
                </a:buClr>
                <a:buFont typeface="Wingdings" panose="05000000000000000000" pitchFamily="2" charset="2"/>
                <a:buNone/>
              </a:pPr>
              <a:r>
                <a:rPr lang="en-US" altLang="zh-CN" sz="2400" b="1" dirty="0">
                  <a:solidFill>
                    <a:srgbClr val="FFFF00"/>
                  </a:solidFill>
                  <a:latin typeface="Times New Roman" panose="02020603050405020304" pitchFamily="18" charset="0"/>
                  <a:ea typeface="华文楷体" panose="02010600040101010101" pitchFamily="2" charset="-122"/>
                </a:rPr>
                <a:t>x</a:t>
              </a:r>
              <a:r>
                <a:rPr lang="zh-CN" altLang="en-US" sz="2400" b="1" dirty="0">
                  <a:solidFill>
                    <a:srgbClr val="FFFF00"/>
                  </a:solidFill>
                  <a:latin typeface="Times New Roman" panose="02020603050405020304" pitchFamily="18" charset="0"/>
                  <a:ea typeface="华文楷体" panose="02010600040101010101" pitchFamily="2" charset="-122"/>
                </a:rPr>
                <a:t>的结果为</a:t>
              </a:r>
              <a:r>
                <a:rPr lang="en-US" altLang="zh-CN" sz="2400" b="1" dirty="0">
                  <a:solidFill>
                    <a:srgbClr val="FFFF00"/>
                  </a:solidFill>
                  <a:latin typeface="Times New Roman" panose="02020603050405020304" pitchFamily="18" charset="0"/>
                  <a:ea typeface="华文楷体" panose="02010600040101010101" pitchFamily="2" charset="-122"/>
                </a:rPr>
                <a:t>0xfC8C</a:t>
              </a:r>
              <a:endParaRPr lang="en-US" altLang="zh-CN" sz="2400" b="1" dirty="0">
                <a:solidFill>
                  <a:srgbClr val="FFFF00"/>
                </a:solidFill>
                <a:latin typeface="Times New Roman" panose="02020603050405020304" pitchFamily="18" charset="0"/>
                <a:ea typeface="华文楷体" panose="0201060004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algn="ctr"/>
            <a:r>
              <a:rPr lang="en-US" altLang="zh-CN" sz="4000" b="1" dirty="0" smtClean="0">
                <a:ea typeface="隶书" panose="02010509060101010101" pitchFamily="49" charset="-122"/>
              </a:rPr>
              <a:t>2.2.6</a:t>
            </a:r>
            <a:r>
              <a:rPr lang="zh-CN" altLang="en-US" sz="4000" b="1" dirty="0" smtClean="0">
                <a:ea typeface="隶书" panose="02010509060101010101" pitchFamily="49" charset="-122"/>
              </a:rPr>
              <a:t>、</a:t>
            </a:r>
            <a:r>
              <a:rPr lang="zh-CN" altLang="en-US" sz="4000" b="1" dirty="0">
                <a:ea typeface="隶书" panose="02010509060101010101" pitchFamily="49" charset="-122"/>
              </a:rPr>
              <a:t>运算符和表达式：</a:t>
            </a:r>
            <a:br>
              <a:rPr lang="en-US" altLang="zh-CN" sz="4000" b="1" dirty="0">
                <a:ea typeface="隶书" panose="02010509060101010101" pitchFamily="49" charset="-122"/>
              </a:rPr>
            </a:br>
            <a:r>
              <a:rPr lang="zh-CN" altLang="en-US" sz="4000" b="1" dirty="0">
                <a:ea typeface="隶书" panose="02010509060101010101" pitchFamily="49" charset="-122"/>
              </a:rPr>
              <a:t>位运算符</a:t>
            </a:r>
            <a:r>
              <a:rPr lang="en-US" altLang="zh-CN" sz="4000" b="1" dirty="0">
                <a:ea typeface="隶书" panose="02010509060101010101" pitchFamily="49" charset="-122"/>
              </a:rPr>
              <a:t>——</a:t>
            </a:r>
            <a:r>
              <a:rPr lang="zh-CN" altLang="en-US" sz="4000" b="1" dirty="0" smtClean="0">
                <a:ea typeface="隶书" panose="02010509060101010101" pitchFamily="49" charset="-122"/>
              </a:rPr>
              <a:t>位移</a:t>
            </a:r>
            <a:r>
              <a:rPr lang="zh-CN" altLang="en-US" sz="4000" b="1" dirty="0">
                <a:ea typeface="隶书" panose="02010509060101010101" pitchFamily="49" charset="-122"/>
              </a:rPr>
              <a:t>位运算符</a:t>
            </a:r>
            <a:endParaRPr lang="zh-CN" altLang="en-US" sz="4000" b="1" dirty="0">
              <a:ea typeface="隶书" panose="02010509060101010101" pitchFamily="49" charset="-122"/>
            </a:endParaRPr>
          </a:p>
        </p:txBody>
      </p:sp>
      <p:sp>
        <p:nvSpPr>
          <p:cNvPr id="36867"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buSzPct val="75000"/>
            </a:pPr>
            <a:endParaRPr lang="zh-CN" altLang="en-US" sz="2800">
              <a:latin typeface="Times New Roman" panose="02020603050405020304" pitchFamily="18" charset="0"/>
              <a:ea typeface="华文楷体" panose="02010600040101010101" pitchFamily="2" charset="-122"/>
            </a:endParaRPr>
          </a:p>
        </p:txBody>
      </p:sp>
      <p:grpSp>
        <p:nvGrpSpPr>
          <p:cNvPr id="2" name="Group 9"/>
          <p:cNvGrpSpPr/>
          <p:nvPr/>
        </p:nvGrpSpPr>
        <p:grpSpPr bwMode="auto">
          <a:xfrm>
            <a:off x="1043608" y="1989386"/>
            <a:ext cx="7888287" cy="1871662"/>
            <a:chOff x="612" y="1117"/>
            <a:chExt cx="4969" cy="1179"/>
          </a:xfrm>
        </p:grpSpPr>
        <p:sp>
          <p:nvSpPr>
            <p:cNvPr id="36874" name="Rectangle 10"/>
            <p:cNvSpPr>
              <a:spLocks noChangeArrowheads="1"/>
            </p:cNvSpPr>
            <p:nvPr/>
          </p:nvSpPr>
          <p:spPr bwMode="auto">
            <a:xfrm>
              <a:off x="612" y="1117"/>
              <a:ext cx="4969" cy="317"/>
            </a:xfrm>
            <a:prstGeom prst="rect">
              <a:avLst/>
            </a:prstGeom>
            <a:solidFill>
              <a:srgbClr val="ECECEC"/>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en-US" altLang="zh-CN" sz="2400" b="1" dirty="0">
                  <a:solidFill>
                    <a:srgbClr val="CC0000"/>
                  </a:solidFill>
                  <a:latin typeface="Times New Roman" panose="02020603050405020304" pitchFamily="18" charset="0"/>
                  <a:ea typeface="华文楷体" panose="02010600040101010101" pitchFamily="2" charset="-122"/>
                </a:rPr>
                <a:t>&gt;&gt;</a:t>
              </a:r>
              <a:r>
                <a:rPr lang="zh-CN" altLang="en-US" sz="2400" b="1" dirty="0">
                  <a:solidFill>
                    <a:srgbClr val="CC0000"/>
                  </a:solidFill>
                  <a:latin typeface="Times New Roman" panose="02020603050405020304" pitchFamily="18" charset="0"/>
                  <a:ea typeface="华文楷体" panose="02010600040101010101" pitchFamily="2" charset="-122"/>
                </a:rPr>
                <a:t>：</a:t>
              </a:r>
              <a:r>
                <a:rPr lang="zh-CN" altLang="en-US" sz="2400" b="1" dirty="0">
                  <a:solidFill>
                    <a:srgbClr val="000000"/>
                  </a:solidFill>
                  <a:latin typeface="Times New Roman" panose="02020603050405020304" pitchFamily="18" charset="0"/>
                  <a:ea typeface="华文楷体" panose="02010600040101010101" pitchFamily="2" charset="-122"/>
                </a:rPr>
                <a:t>右移</a:t>
              </a:r>
              <a:r>
                <a:rPr lang="en-US" altLang="zh-CN" sz="2400" b="1" dirty="0">
                  <a:solidFill>
                    <a:srgbClr val="000000"/>
                  </a:solidFill>
                  <a:latin typeface="Times New Roman" panose="02020603050405020304" pitchFamily="18" charset="0"/>
                  <a:ea typeface="华文楷体" panose="02010600040101010101" pitchFamily="2" charset="-122"/>
                </a:rPr>
                <a:t>1</a:t>
              </a:r>
              <a:r>
                <a:rPr lang="zh-CN" altLang="en-US" sz="2400" b="1" dirty="0">
                  <a:solidFill>
                    <a:srgbClr val="000000"/>
                  </a:solidFill>
                  <a:latin typeface="Times New Roman" panose="02020603050405020304" pitchFamily="18" charset="0"/>
                  <a:ea typeface="华文楷体" panose="02010600040101010101" pitchFamily="2" charset="-122"/>
                </a:rPr>
                <a:t>位相当于除以</a:t>
              </a:r>
              <a:r>
                <a:rPr lang="en-US" altLang="zh-CN" sz="2400" b="1" dirty="0">
                  <a:solidFill>
                    <a:srgbClr val="000000"/>
                  </a:solidFill>
                  <a:latin typeface="Times New Roman" panose="02020603050405020304" pitchFamily="18" charset="0"/>
                  <a:ea typeface="华文楷体" panose="02010600040101010101" pitchFamily="2" charset="-122"/>
                </a:rPr>
                <a:t>2</a:t>
              </a:r>
              <a:r>
                <a:rPr lang="zh-CN" altLang="en-US" sz="2400" b="1" dirty="0">
                  <a:solidFill>
                    <a:srgbClr val="000000"/>
                  </a:solidFill>
                  <a:latin typeface="Times New Roman" panose="02020603050405020304" pitchFamily="18" charset="0"/>
                  <a:ea typeface="华文楷体" panose="02010600040101010101" pitchFamily="2" charset="-122"/>
                </a:rPr>
                <a:t>运算。</a:t>
              </a:r>
              <a:endParaRPr lang="zh-CN" altLang="en-US" sz="2400" b="1" dirty="0">
                <a:solidFill>
                  <a:srgbClr val="000000"/>
                </a:solidFill>
                <a:latin typeface="Times New Roman" panose="02020603050405020304" pitchFamily="18" charset="0"/>
                <a:ea typeface="华文楷体" panose="02010600040101010101" pitchFamily="2" charset="-122"/>
              </a:endParaRPr>
            </a:p>
          </p:txBody>
        </p:sp>
        <p:sp>
          <p:nvSpPr>
            <p:cNvPr id="36875" name="Rectangle 11"/>
            <p:cNvSpPr>
              <a:spLocks noChangeArrowheads="1"/>
            </p:cNvSpPr>
            <p:nvPr/>
          </p:nvSpPr>
          <p:spPr bwMode="auto">
            <a:xfrm>
              <a:off x="612" y="1434"/>
              <a:ext cx="4969" cy="862"/>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x=0x23;                                      0000 0000 0010 0011</a:t>
              </a:r>
              <a:endParaRPr lang="en-US" altLang="zh-CN" sz="2400" b="1" dirty="0">
                <a:latin typeface="Times New Roman" panose="02020603050405020304" pitchFamily="18" charset="0"/>
                <a:ea typeface="华文楷体" panose="02010600040101010101" pitchFamily="2" charset="-122"/>
              </a:endParaRPr>
            </a:p>
            <a:p>
              <a:pPr lvl="1" algn="just" eaLnBrk="1" hangingPunct="1">
                <a:buClr>
                  <a:srgbClr val="000099"/>
                </a:buClr>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x&gt;&gt;=2;                                        </a:t>
              </a:r>
              <a:r>
                <a:rPr lang="en-US" altLang="zh-CN" sz="2400" b="1" dirty="0">
                  <a:solidFill>
                    <a:srgbClr val="FFFF00"/>
                  </a:solidFill>
                  <a:latin typeface="Times New Roman" panose="02020603050405020304" pitchFamily="18" charset="0"/>
                  <a:ea typeface="华文楷体" panose="02010600040101010101" pitchFamily="2" charset="-122"/>
                </a:rPr>
                <a:t>00</a:t>
              </a:r>
              <a:r>
                <a:rPr lang="en-US" altLang="zh-CN" sz="2400" b="1" dirty="0">
                  <a:latin typeface="Times New Roman" panose="02020603050405020304" pitchFamily="18" charset="0"/>
                  <a:ea typeface="华文楷体" panose="02010600040101010101" pitchFamily="2" charset="-122"/>
                </a:rPr>
                <a:t>00 0000 0000 1000</a:t>
              </a:r>
              <a:endParaRPr lang="en-US" altLang="zh-CN" sz="2400" b="1" dirty="0">
                <a:solidFill>
                  <a:srgbClr val="CC0000"/>
                </a:solidFill>
                <a:latin typeface="Times New Roman" panose="02020603050405020304" pitchFamily="18" charset="0"/>
                <a:ea typeface="华文楷体" panose="02010600040101010101" pitchFamily="2" charset="-122"/>
              </a:endParaRPr>
            </a:p>
            <a:p>
              <a:pPr lvl="1" algn="just" eaLnBrk="1" hangingPunct="1">
                <a:buClr>
                  <a:srgbClr val="000099"/>
                </a:buClr>
                <a:buFont typeface="Wingdings" panose="05000000000000000000" pitchFamily="2" charset="2"/>
                <a:buNone/>
              </a:pPr>
              <a:r>
                <a:rPr lang="en-US" altLang="zh-CN" sz="2400" b="1" dirty="0">
                  <a:solidFill>
                    <a:srgbClr val="FFFF00"/>
                  </a:solidFill>
                  <a:latin typeface="Times New Roman" panose="02020603050405020304" pitchFamily="18" charset="0"/>
                  <a:ea typeface="华文楷体" panose="02010600040101010101" pitchFamily="2" charset="-122"/>
                </a:rPr>
                <a:t>x</a:t>
              </a:r>
              <a:r>
                <a:rPr lang="zh-CN" altLang="en-US" sz="2400" b="1" dirty="0">
                  <a:solidFill>
                    <a:srgbClr val="FFFF00"/>
                  </a:solidFill>
                  <a:latin typeface="Times New Roman" panose="02020603050405020304" pitchFamily="18" charset="0"/>
                  <a:ea typeface="华文楷体" panose="02010600040101010101" pitchFamily="2" charset="-122"/>
                </a:rPr>
                <a:t>的结果为</a:t>
              </a:r>
              <a:r>
                <a:rPr lang="en-US" altLang="zh-CN" sz="2400" b="1" dirty="0">
                  <a:solidFill>
                    <a:srgbClr val="FFFF00"/>
                  </a:solidFill>
                  <a:latin typeface="Times New Roman" panose="02020603050405020304" pitchFamily="18" charset="0"/>
                  <a:ea typeface="华文楷体" panose="02010600040101010101" pitchFamily="2" charset="-122"/>
                </a:rPr>
                <a:t>0x8</a:t>
              </a:r>
              <a:endParaRPr lang="en-US" altLang="zh-CN" sz="2400" b="1" dirty="0">
                <a:solidFill>
                  <a:srgbClr val="FFFF00"/>
                </a:solidFill>
                <a:latin typeface="Times New Roman" panose="02020603050405020304" pitchFamily="18" charset="0"/>
                <a:ea typeface="华文楷体" panose="02010600040101010101" pitchFamily="2" charset="-122"/>
                <a:sym typeface="Wingdings" panose="05000000000000000000" pitchFamily="2" charset="2"/>
              </a:endParaRPr>
            </a:p>
          </p:txBody>
        </p:sp>
      </p:grpSp>
      <p:grpSp>
        <p:nvGrpSpPr>
          <p:cNvPr id="3" name="Group 15"/>
          <p:cNvGrpSpPr/>
          <p:nvPr/>
        </p:nvGrpSpPr>
        <p:grpSpPr bwMode="auto">
          <a:xfrm>
            <a:off x="1042988" y="4005263"/>
            <a:ext cx="7888287" cy="2447925"/>
            <a:chOff x="657" y="2523"/>
            <a:chExt cx="4969" cy="1542"/>
          </a:xfrm>
        </p:grpSpPr>
        <p:sp>
          <p:nvSpPr>
            <p:cNvPr id="36872" name="Rectangle 13"/>
            <p:cNvSpPr>
              <a:spLocks noChangeArrowheads="1"/>
            </p:cNvSpPr>
            <p:nvPr/>
          </p:nvSpPr>
          <p:spPr bwMode="auto">
            <a:xfrm>
              <a:off x="657" y="2523"/>
              <a:ext cx="4969" cy="317"/>
            </a:xfrm>
            <a:prstGeom prst="rect">
              <a:avLst/>
            </a:prstGeom>
            <a:solidFill>
              <a:srgbClr val="ECECEC"/>
            </a:solidFill>
            <a:ln w="9525">
              <a:solidFill>
                <a:srgbClr val="008080"/>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en-US" altLang="zh-CN" sz="2400" b="1" dirty="0">
                  <a:solidFill>
                    <a:srgbClr val="CC0000"/>
                  </a:solidFill>
                  <a:latin typeface="Times New Roman" panose="02020603050405020304" pitchFamily="18" charset="0"/>
                  <a:ea typeface="华文楷体" panose="02010600040101010101" pitchFamily="2" charset="-122"/>
                </a:rPr>
                <a:t>&gt;&gt;</a:t>
              </a:r>
              <a:r>
                <a:rPr lang="zh-CN" altLang="en-US" sz="2400" b="1" dirty="0">
                  <a:solidFill>
                    <a:srgbClr val="CC0000"/>
                  </a:solidFill>
                  <a:latin typeface="Times New Roman" panose="02020603050405020304" pitchFamily="18" charset="0"/>
                  <a:ea typeface="华文楷体" panose="02010600040101010101" pitchFamily="2" charset="-122"/>
                </a:rPr>
                <a:t>：</a:t>
              </a:r>
              <a:r>
                <a:rPr lang="zh-CN" altLang="en-US" sz="2400" b="1" dirty="0">
                  <a:solidFill>
                    <a:srgbClr val="000000"/>
                  </a:solidFill>
                  <a:latin typeface="Times New Roman" panose="02020603050405020304" pitchFamily="18" charset="0"/>
                  <a:ea typeface="华文楷体" panose="02010600040101010101" pitchFamily="2" charset="-122"/>
                </a:rPr>
                <a:t>右移</a:t>
              </a:r>
              <a:r>
                <a:rPr lang="en-US" altLang="zh-CN" sz="2400" b="1" dirty="0">
                  <a:solidFill>
                    <a:srgbClr val="000000"/>
                  </a:solidFill>
                  <a:latin typeface="Times New Roman" panose="02020603050405020304" pitchFamily="18" charset="0"/>
                  <a:ea typeface="华文楷体" panose="02010600040101010101" pitchFamily="2" charset="-122"/>
                </a:rPr>
                <a:t>1</a:t>
              </a:r>
              <a:r>
                <a:rPr lang="zh-CN" altLang="en-US" sz="2400" b="1" dirty="0">
                  <a:solidFill>
                    <a:srgbClr val="000000"/>
                  </a:solidFill>
                  <a:latin typeface="Times New Roman" panose="02020603050405020304" pitchFamily="18" charset="0"/>
                  <a:ea typeface="华文楷体" panose="02010600040101010101" pitchFamily="2" charset="-122"/>
                </a:rPr>
                <a:t>位相当于除以</a:t>
              </a:r>
              <a:r>
                <a:rPr lang="en-US" altLang="zh-CN" sz="2400" b="1" dirty="0">
                  <a:solidFill>
                    <a:srgbClr val="000000"/>
                  </a:solidFill>
                  <a:latin typeface="Times New Roman" panose="02020603050405020304" pitchFamily="18" charset="0"/>
                  <a:ea typeface="华文楷体" panose="02010600040101010101" pitchFamily="2" charset="-122"/>
                </a:rPr>
                <a:t>2</a:t>
              </a:r>
              <a:r>
                <a:rPr lang="zh-CN" altLang="en-US" sz="2400" b="1" dirty="0">
                  <a:solidFill>
                    <a:srgbClr val="000000"/>
                  </a:solidFill>
                  <a:latin typeface="Times New Roman" panose="02020603050405020304" pitchFamily="18" charset="0"/>
                  <a:ea typeface="华文楷体" panose="02010600040101010101" pitchFamily="2" charset="-122"/>
                </a:rPr>
                <a:t>运算。</a:t>
              </a:r>
              <a:endParaRPr lang="zh-CN" altLang="en-US" sz="2400" b="1" dirty="0">
                <a:solidFill>
                  <a:srgbClr val="000000"/>
                </a:solidFill>
                <a:latin typeface="Times New Roman" panose="02020603050405020304" pitchFamily="18" charset="0"/>
                <a:ea typeface="华文楷体" panose="02010600040101010101" pitchFamily="2" charset="-122"/>
              </a:endParaRPr>
            </a:p>
          </p:txBody>
        </p:sp>
        <p:sp>
          <p:nvSpPr>
            <p:cNvPr id="36873" name="Rectangle 14"/>
            <p:cNvSpPr>
              <a:spLocks noChangeArrowheads="1"/>
            </p:cNvSpPr>
            <p:nvPr/>
          </p:nvSpPr>
          <p:spPr bwMode="auto">
            <a:xfrm>
              <a:off x="657" y="2840"/>
              <a:ext cx="4969" cy="1225"/>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spcBef>
                  <a:spcPct val="0"/>
                </a:spcBef>
                <a:buClr>
                  <a:srgbClr val="000099"/>
                </a:buClr>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x=0xff23;                                    1111 1111 0010 0011</a:t>
              </a:r>
              <a:endParaRPr lang="en-US" altLang="zh-CN" sz="2400" b="1" dirty="0">
                <a:latin typeface="Times New Roman" panose="02020603050405020304" pitchFamily="18" charset="0"/>
                <a:ea typeface="华文楷体" panose="02010600040101010101" pitchFamily="2" charset="-122"/>
              </a:endParaRPr>
            </a:p>
            <a:p>
              <a:pPr lvl="1" algn="just" eaLnBrk="1" hangingPunct="1">
                <a:spcBef>
                  <a:spcPct val="0"/>
                </a:spcBef>
                <a:buClr>
                  <a:srgbClr val="000099"/>
                </a:buClr>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x&gt;&gt;=2;                                        </a:t>
              </a:r>
              <a:r>
                <a:rPr lang="en-US" altLang="zh-CN" sz="2400" b="1" dirty="0">
                  <a:solidFill>
                    <a:srgbClr val="FFFF00"/>
                  </a:solidFill>
                  <a:latin typeface="Times New Roman" panose="02020603050405020304" pitchFamily="18" charset="0"/>
                  <a:ea typeface="华文楷体" panose="02010600040101010101" pitchFamily="2" charset="-122"/>
                </a:rPr>
                <a:t>??</a:t>
              </a:r>
              <a:r>
                <a:rPr lang="en-US" altLang="zh-CN" sz="2400" b="1" dirty="0">
                  <a:latin typeface="Times New Roman" panose="02020603050405020304" pitchFamily="18" charset="0"/>
                  <a:ea typeface="华文楷体" panose="02010600040101010101" pitchFamily="2" charset="-122"/>
                </a:rPr>
                <a:t>11 1111 1100 1000</a:t>
              </a:r>
              <a:endParaRPr lang="en-US" altLang="zh-CN" sz="2400" b="1" dirty="0">
                <a:solidFill>
                  <a:srgbClr val="CC0000"/>
                </a:solidFill>
                <a:latin typeface="Times New Roman" panose="02020603050405020304" pitchFamily="18" charset="0"/>
                <a:ea typeface="华文楷体" panose="02010600040101010101" pitchFamily="2" charset="-122"/>
              </a:endParaRPr>
            </a:p>
            <a:p>
              <a:pPr lvl="1" algn="just" eaLnBrk="1" hangingPunct="1">
                <a:spcBef>
                  <a:spcPct val="0"/>
                </a:spcBef>
                <a:buClr>
                  <a:srgbClr val="000099"/>
                </a:buClr>
                <a:buFont typeface="Wingdings" panose="05000000000000000000" pitchFamily="2" charset="2"/>
                <a:buNone/>
              </a:pPr>
              <a:r>
                <a:rPr lang="en-US" altLang="zh-CN" sz="2400" b="1" dirty="0">
                  <a:solidFill>
                    <a:srgbClr val="FFFF00"/>
                  </a:solidFill>
                  <a:latin typeface="Times New Roman" panose="02020603050405020304" pitchFamily="18" charset="0"/>
                  <a:ea typeface="华文楷体" panose="02010600040101010101" pitchFamily="2" charset="-122"/>
                </a:rPr>
                <a:t>x</a:t>
              </a:r>
              <a:r>
                <a:rPr lang="zh-CN" altLang="en-US" sz="2400" b="1" dirty="0">
                  <a:solidFill>
                    <a:srgbClr val="FFFF00"/>
                  </a:solidFill>
                  <a:latin typeface="Times New Roman" panose="02020603050405020304" pitchFamily="18" charset="0"/>
                  <a:ea typeface="华文楷体" panose="02010600040101010101" pitchFamily="2" charset="-122"/>
                </a:rPr>
                <a:t>的结果为</a:t>
              </a:r>
              <a:r>
                <a:rPr lang="en-US" altLang="zh-CN" sz="2400" b="1" dirty="0">
                  <a:solidFill>
                    <a:srgbClr val="FFFF00"/>
                  </a:solidFill>
                  <a:latin typeface="Times New Roman" panose="02020603050405020304" pitchFamily="18" charset="0"/>
                  <a:ea typeface="华文楷体" panose="02010600040101010101" pitchFamily="2" charset="-122"/>
                </a:rPr>
                <a:t>?</a:t>
              </a:r>
              <a:endParaRPr lang="en-US" altLang="zh-CN" sz="2400" b="1" dirty="0">
                <a:solidFill>
                  <a:srgbClr val="FFFF00"/>
                </a:solidFill>
                <a:latin typeface="Times New Roman" panose="02020603050405020304" pitchFamily="18" charset="0"/>
                <a:ea typeface="华文楷体" panose="02010600040101010101" pitchFamily="2" charset="-122"/>
              </a:endParaRPr>
            </a:p>
            <a:p>
              <a:pPr lvl="1" algn="just" eaLnBrk="1" hangingPunct="1">
                <a:spcBef>
                  <a:spcPct val="0"/>
                </a:spcBef>
                <a:buClr>
                  <a:srgbClr val="000099"/>
                </a:buClr>
                <a:buFont typeface="Wingdings" panose="05000000000000000000" pitchFamily="2" charset="2"/>
                <a:buNone/>
              </a:pPr>
              <a:r>
                <a:rPr lang="zh-CN" altLang="en-US" sz="2400" b="1" dirty="0">
                  <a:solidFill>
                    <a:srgbClr val="FFFF00"/>
                  </a:solidFill>
                  <a:latin typeface="Times New Roman" panose="02020603050405020304" pitchFamily="18" charset="0"/>
                  <a:ea typeface="华文楷体" panose="02010600040101010101" pitchFamily="2" charset="-122"/>
                </a:rPr>
                <a:t>答：取决于</a:t>
              </a:r>
              <a:r>
                <a:rPr lang="en-US" altLang="zh-CN" sz="2400" b="1" dirty="0">
                  <a:solidFill>
                    <a:srgbClr val="FFFF00"/>
                  </a:solidFill>
                  <a:latin typeface="Times New Roman" panose="02020603050405020304" pitchFamily="18" charset="0"/>
                  <a:ea typeface="华文楷体" panose="02010600040101010101" pitchFamily="2" charset="-122"/>
                </a:rPr>
                <a:t>x</a:t>
              </a:r>
              <a:r>
                <a:rPr lang="zh-CN" altLang="en-US" sz="2400" b="1" dirty="0">
                  <a:solidFill>
                    <a:srgbClr val="FFFF00"/>
                  </a:solidFill>
                  <a:latin typeface="Times New Roman" panose="02020603050405020304" pitchFamily="18" charset="0"/>
                  <a:ea typeface="华文楷体" panose="02010600040101010101" pitchFamily="2" charset="-122"/>
                </a:rPr>
                <a:t>为有符号数或无符号数。无符号数右移高位补</a:t>
              </a:r>
              <a:r>
                <a:rPr lang="en-US" altLang="zh-CN" sz="2400" b="1" dirty="0">
                  <a:solidFill>
                    <a:srgbClr val="FFFF00"/>
                  </a:solidFill>
                  <a:latin typeface="Times New Roman" panose="02020603050405020304" pitchFamily="18" charset="0"/>
                  <a:ea typeface="华文楷体" panose="02010600040101010101" pitchFamily="2" charset="-122"/>
                </a:rPr>
                <a:t>0</a:t>
              </a:r>
              <a:r>
                <a:rPr lang="zh-CN" altLang="en-US" sz="2400" b="1" dirty="0">
                  <a:solidFill>
                    <a:srgbClr val="FFFF00"/>
                  </a:solidFill>
                  <a:latin typeface="Times New Roman" panose="02020603050405020304" pitchFamily="18" charset="0"/>
                  <a:ea typeface="华文楷体" panose="02010600040101010101" pitchFamily="2" charset="-122"/>
                </a:rPr>
                <a:t>，有符号数高位补符号位。</a:t>
              </a:r>
              <a:endParaRPr lang="zh-CN" altLang="en-US" sz="2400" b="1" dirty="0">
                <a:solidFill>
                  <a:srgbClr val="FFFF00"/>
                </a:solidFill>
                <a:latin typeface="Times New Roman" panose="02020603050405020304" pitchFamily="18" charset="0"/>
                <a:ea typeface="华文楷体" panose="0201060004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8496944" cy="1325563"/>
          </a:xfrm>
        </p:spPr>
        <p:txBody>
          <a:bodyPr>
            <a:normAutofit fontScale="90000"/>
          </a:bodyPr>
          <a:lstStyle/>
          <a:p>
            <a:pPr algn="ctr" eaLnBrk="1" fontAlgn="auto" hangingPunct="1">
              <a:spcAft>
                <a:spcPts val="0"/>
              </a:spcAft>
              <a:defRPr/>
            </a:pPr>
            <a:r>
              <a:rPr lang="en-US" altLang="zh-CN" sz="4000" b="1" dirty="0" smtClean="0">
                <a:solidFill>
                  <a:srgbClr val="FFFFFF"/>
                </a:solidFill>
                <a:ea typeface="隶书" panose="02010509060101010101" pitchFamily="49" charset="-122"/>
              </a:rPr>
              <a:t>2.2.6</a:t>
            </a:r>
            <a:r>
              <a:rPr lang="zh-CN" altLang="en-US" sz="4000" b="1" dirty="0" smtClean="0">
                <a:solidFill>
                  <a:srgbClr val="FFFFFF"/>
                </a:solidFill>
                <a:ea typeface="隶书" panose="02010509060101010101" pitchFamily="49" charset="-122"/>
              </a:rPr>
              <a:t>、</a:t>
            </a:r>
            <a:r>
              <a:rPr lang="zh-CN" altLang="en-US" sz="4000" b="1" dirty="0">
                <a:solidFill>
                  <a:srgbClr val="FFFFFF"/>
                </a:solidFill>
                <a:ea typeface="隶书" panose="02010509060101010101" pitchFamily="49" charset="-122"/>
              </a:rPr>
              <a:t>运算符和表达式：</a:t>
            </a:r>
            <a:br>
              <a:rPr lang="en-US" altLang="zh-CN" sz="4000" b="1" dirty="0">
                <a:solidFill>
                  <a:srgbClr val="FFFFFF"/>
                </a:solidFill>
                <a:ea typeface="隶书" panose="02010509060101010101" pitchFamily="49" charset="-122"/>
              </a:rPr>
            </a:br>
            <a:r>
              <a:rPr lang="zh-CN" altLang="en-US" sz="4000" b="1" dirty="0">
                <a:solidFill>
                  <a:srgbClr val="FFFFFF"/>
                </a:solidFill>
                <a:ea typeface="隶书" panose="02010509060101010101" pitchFamily="49" charset="-122"/>
              </a:rPr>
              <a:t>混合运算时数据类型的</a:t>
            </a:r>
            <a:r>
              <a:rPr lang="zh-CN" altLang="en-US" sz="4000" b="1" dirty="0" smtClean="0">
                <a:solidFill>
                  <a:srgbClr val="FFFFFF"/>
                </a:solidFill>
                <a:ea typeface="隶书" panose="02010509060101010101" pitchFamily="49" charset="-122"/>
              </a:rPr>
              <a:t>转换</a:t>
            </a:r>
            <a:r>
              <a:rPr lang="en-US" altLang="zh-CN" sz="4000" b="1" dirty="0" smtClean="0">
                <a:solidFill>
                  <a:srgbClr val="FFFFFF"/>
                </a:solidFill>
                <a:ea typeface="隶书" panose="02010509060101010101" pitchFamily="49" charset="-122"/>
              </a:rPr>
              <a:t>——</a:t>
            </a:r>
            <a:r>
              <a:rPr lang="zh-CN" altLang="en-US" sz="4000" b="1" dirty="0">
                <a:solidFill>
                  <a:srgbClr val="FFFFFF"/>
                </a:solidFill>
                <a:ea typeface="隶书" panose="02010509060101010101" pitchFamily="49" charset="-122"/>
              </a:rPr>
              <a:t>隐含转换</a:t>
            </a:r>
            <a:endParaRPr lang="zh-CN" altLang="en-US" sz="4000" b="1" dirty="0">
              <a:solidFill>
                <a:srgbClr val="FFFFFF"/>
              </a:solidFill>
              <a:ea typeface="隶书" panose="02010509060101010101" pitchFamily="49" charset="-122"/>
            </a:endParaRPr>
          </a:p>
        </p:txBody>
      </p:sp>
      <p:sp>
        <p:nvSpPr>
          <p:cNvPr id="90115" name="内容占位符 2"/>
          <p:cNvSpPr>
            <a:spLocks noGrp="1"/>
          </p:cNvSpPr>
          <p:nvPr>
            <p:ph idx="1"/>
          </p:nvPr>
        </p:nvSpPr>
        <p:spPr>
          <a:xfrm>
            <a:off x="457200" y="1571625"/>
            <a:ext cx="8507288" cy="5143500"/>
          </a:xfrm>
        </p:spPr>
        <p:txBody>
          <a:bodyPr/>
          <a:lstStyle/>
          <a:p>
            <a:pPr eaLnBrk="1" hangingPunct="1">
              <a:lnSpc>
                <a:spcPct val="120000"/>
              </a:lnSpc>
              <a:spcBef>
                <a:spcPts val="1200"/>
              </a:spcBef>
              <a:spcAft>
                <a:spcPts val="1200"/>
              </a:spcAft>
            </a:pPr>
            <a:r>
              <a:rPr lang="zh-CN" altLang="en-US" sz="2800" b="1" dirty="0" smtClean="0">
                <a:ea typeface="+mj-ea"/>
              </a:rPr>
              <a:t>一些二元运算符（算术运算符、关系运算符、逻辑运算符、位运算符和赋值运算符）要求两个操作数的类型一致。</a:t>
            </a:r>
            <a:endParaRPr lang="zh-CN" altLang="en-US" sz="2800" b="1" dirty="0" smtClean="0">
              <a:ea typeface="+mj-ea"/>
            </a:endParaRPr>
          </a:p>
          <a:p>
            <a:pPr eaLnBrk="1" hangingPunct="1">
              <a:lnSpc>
                <a:spcPct val="120000"/>
              </a:lnSpc>
              <a:spcBef>
                <a:spcPts val="1200"/>
              </a:spcBef>
              <a:spcAft>
                <a:spcPts val="1200"/>
              </a:spcAft>
            </a:pPr>
            <a:r>
              <a:rPr lang="zh-CN" altLang="en-US" sz="2800" b="1" dirty="0" smtClean="0">
                <a:ea typeface="+mj-ea"/>
              </a:rPr>
              <a:t>在算术运算和关系运算中如果参与运算的操作数类型不一致，编译系统会自动对数据进行转换（即隐含转换），基本原则是将低类型数据转换为高类型数据。</a:t>
            </a:r>
            <a:br>
              <a:rPr lang="zh-CN" altLang="en-US" sz="2800" b="1" dirty="0" smtClean="0">
                <a:ea typeface="+mj-ea"/>
              </a:rPr>
            </a:br>
            <a:r>
              <a:rPr lang="zh-CN" altLang="en-US" b="1" dirty="0" smtClean="0">
                <a:ea typeface="+mj-ea"/>
              </a:rPr>
              <a:t> </a:t>
            </a:r>
            <a:r>
              <a:rPr lang="en-US" altLang="zh-CN" sz="1400" b="1" dirty="0" smtClean="0">
                <a:solidFill>
                  <a:srgbClr val="FFFF00"/>
                </a:solidFill>
                <a:ea typeface="+mj-ea"/>
              </a:rPr>
              <a:t>char(unsigned) short</a:t>
            </a:r>
            <a:r>
              <a:rPr lang="en-US" altLang="zh-CN" sz="1400" b="1" dirty="0" smtClean="0">
                <a:solidFill>
                  <a:srgbClr val="FFFF00"/>
                </a:solidFill>
              </a:rPr>
              <a:t>(unsigned)</a:t>
            </a:r>
            <a:r>
              <a:rPr lang="en-US" altLang="zh-CN" sz="1400" b="1" dirty="0" err="1" smtClean="0">
                <a:solidFill>
                  <a:srgbClr val="FFFF00"/>
                </a:solidFill>
                <a:ea typeface="+mj-ea"/>
              </a:rPr>
              <a:t>int</a:t>
            </a:r>
            <a:r>
              <a:rPr lang="en-US" altLang="zh-CN" sz="1400" b="1" dirty="0" smtClean="0">
                <a:solidFill>
                  <a:srgbClr val="FFFF00"/>
                </a:solidFill>
              </a:rPr>
              <a:t>(unsigned)</a:t>
            </a:r>
            <a:r>
              <a:rPr lang="en-US" altLang="zh-CN" sz="1400" b="1" dirty="0" smtClean="0">
                <a:solidFill>
                  <a:srgbClr val="FFFF00"/>
                </a:solidFill>
                <a:ea typeface="+mj-ea"/>
              </a:rPr>
              <a:t>long</a:t>
            </a:r>
            <a:r>
              <a:rPr lang="en-US" altLang="zh-CN" sz="1400" b="1" dirty="0">
                <a:solidFill>
                  <a:srgbClr val="FFFF00"/>
                </a:solidFill>
              </a:rPr>
              <a:t>(unsigned)</a:t>
            </a:r>
            <a:r>
              <a:rPr lang="en-US" altLang="zh-CN" sz="1400" b="1" dirty="0" smtClean="0">
                <a:solidFill>
                  <a:srgbClr val="FFFF00"/>
                </a:solidFill>
                <a:ea typeface="+mj-ea"/>
              </a:rPr>
              <a:t> long long</a:t>
            </a:r>
            <a:r>
              <a:rPr lang="en-US" altLang="zh-CN" sz="1400" b="1" dirty="0" smtClean="0">
                <a:solidFill>
                  <a:srgbClr val="FFFF00"/>
                </a:solidFill>
              </a:rPr>
              <a:t>(unsigned) </a:t>
            </a:r>
            <a:r>
              <a:rPr lang="en-US" altLang="zh-CN" sz="1400" b="1" dirty="0" smtClean="0">
                <a:solidFill>
                  <a:srgbClr val="FFFF00"/>
                </a:solidFill>
                <a:ea typeface="+mj-ea"/>
              </a:rPr>
              <a:t>float  double</a:t>
            </a:r>
            <a:br>
              <a:rPr lang="en-US" altLang="zh-CN" sz="1600" b="1" dirty="0" smtClean="0">
                <a:solidFill>
                  <a:srgbClr val="FFFF00"/>
                </a:solidFill>
                <a:ea typeface="+mj-ea"/>
              </a:rPr>
            </a:br>
            <a:r>
              <a:rPr lang="zh-CN" altLang="en-US" sz="2400" b="1" dirty="0" smtClean="0">
                <a:solidFill>
                  <a:srgbClr val="FFFF00"/>
                </a:solidFill>
                <a:ea typeface="+mj-ea"/>
              </a:rPr>
              <a:t>低                                                                                              高</a:t>
            </a:r>
            <a:endParaRPr lang="zh-CN" altLang="en-US" b="1" dirty="0" smtClean="0">
              <a:solidFill>
                <a:srgbClr val="FFFF00"/>
              </a:solidFill>
              <a:ea typeface="+mj-ea"/>
            </a:endParaRPr>
          </a:p>
          <a:p>
            <a:pPr lvl="1" eaLnBrk="1" hangingPunct="1">
              <a:buFont typeface="Georgia" panose="02040502050405020303" pitchFamily="18" charset="0"/>
              <a:buNone/>
            </a:pPr>
            <a:endParaRPr lang="zh-CN" altLang="en-US" sz="3200" b="1" dirty="0" smtClean="0">
              <a:solidFill>
                <a:srgbClr val="C00000"/>
              </a:solidFill>
              <a:ea typeface="+mj-ea"/>
            </a:endParaRPr>
          </a:p>
        </p:txBody>
      </p:sp>
      <p:sp>
        <p:nvSpPr>
          <p:cNvPr id="90118" name="Line 1029"/>
          <p:cNvSpPr>
            <a:spLocks noChangeShapeType="1"/>
          </p:cNvSpPr>
          <p:nvPr/>
        </p:nvSpPr>
        <p:spPr bwMode="auto">
          <a:xfrm>
            <a:off x="1357313" y="6215063"/>
            <a:ext cx="6429375" cy="46037"/>
          </a:xfrm>
          <a:prstGeom prst="line">
            <a:avLst/>
          </a:prstGeom>
          <a:noFill/>
          <a:ln w="12700"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846556" y="2240378"/>
          <a:ext cx="7720848" cy="3821994"/>
        </p:xfrm>
        <a:graphic>
          <a:graphicData uri="http://schemas.openxmlformats.org/drawingml/2006/table">
            <a:tbl>
              <a:tblPr>
                <a:tableStyleId>{5C22544A-7EE6-4342-B048-85BDC9FD1C3A}</a:tableStyleId>
              </a:tblPr>
              <a:tblGrid>
                <a:gridCol w="1997703"/>
                <a:gridCol w="2807581"/>
                <a:gridCol w="2915564"/>
              </a:tblGrid>
              <a:tr h="171769">
                <a:tc gridSpan="2">
                  <a:txBody>
                    <a:bodyPr/>
                    <a:lstStyle/>
                    <a:p>
                      <a:pPr indent="266700" algn="l">
                        <a:lnSpc>
                          <a:spcPts val="1560"/>
                        </a:lnSpc>
                        <a:spcAft>
                          <a:spcPts val="0"/>
                        </a:spcAft>
                      </a:pPr>
                      <a:r>
                        <a:rPr lang="zh-CN" sz="1200" b="1" dirty="0">
                          <a:effectLst/>
                        </a:rPr>
                        <a:t>条件 </a:t>
                      </a:r>
                      <a:endParaRPr lang="zh-CN" sz="1800" b="1" dirty="0">
                        <a:effectLst/>
                        <a:latin typeface="Times New Roman" panose="02020603050405020304" pitchFamily="18" charset="0"/>
                        <a:ea typeface="宋体" panose="02010600030101010101" pitchFamily="2" charset="-122"/>
                      </a:endParaRPr>
                    </a:p>
                  </a:txBody>
                  <a:tcPr marL="66167" marR="66167" marT="0" marB="0" anchor="ctr"/>
                </a:tc>
                <a:tc hMerge="1">
                  <a:tcPr/>
                </a:tc>
                <a:tc>
                  <a:txBody>
                    <a:bodyPr/>
                    <a:lstStyle/>
                    <a:p>
                      <a:pPr indent="266700" algn="l">
                        <a:lnSpc>
                          <a:spcPts val="1560"/>
                        </a:lnSpc>
                        <a:spcAft>
                          <a:spcPts val="0"/>
                        </a:spcAft>
                      </a:pPr>
                      <a:r>
                        <a:rPr lang="zh-CN" sz="1200" b="1">
                          <a:effectLst/>
                        </a:rPr>
                        <a:t>转换</a:t>
                      </a:r>
                      <a:endParaRPr lang="zh-CN" sz="1800" b="1">
                        <a:effectLst/>
                        <a:latin typeface="Times New Roman" panose="02020603050405020304" pitchFamily="18" charset="0"/>
                        <a:ea typeface="宋体" panose="02010600030101010101" pitchFamily="2" charset="-122"/>
                      </a:endParaRPr>
                    </a:p>
                  </a:txBody>
                  <a:tcPr marL="66167" marR="66167" marT="0" marB="0" anchor="ctr"/>
                </a:tc>
              </a:tr>
              <a:tr h="367594">
                <a:tc gridSpan="2">
                  <a:txBody>
                    <a:bodyPr/>
                    <a:lstStyle/>
                    <a:p>
                      <a:pPr indent="266700" algn="l">
                        <a:lnSpc>
                          <a:spcPts val="1560"/>
                        </a:lnSpc>
                        <a:spcAft>
                          <a:spcPts val="0"/>
                        </a:spcAft>
                      </a:pPr>
                      <a:r>
                        <a:rPr lang="zh-CN" sz="1200" b="1" dirty="0">
                          <a:effectLst/>
                        </a:rPr>
                        <a:t>有一个操作数是</a:t>
                      </a:r>
                      <a:r>
                        <a:rPr lang="en-US" sz="1200" b="1" dirty="0">
                          <a:effectLst/>
                        </a:rPr>
                        <a:t>long double</a:t>
                      </a:r>
                      <a:r>
                        <a:rPr lang="zh-CN" sz="1200" b="1" dirty="0">
                          <a:effectLst/>
                        </a:rPr>
                        <a:t>型。</a:t>
                      </a:r>
                      <a:endParaRPr lang="zh-CN" sz="1800" b="1" dirty="0">
                        <a:effectLst/>
                        <a:latin typeface="Times New Roman" panose="02020603050405020304" pitchFamily="18" charset="0"/>
                        <a:ea typeface="宋体" panose="02010600030101010101" pitchFamily="2" charset="-122"/>
                      </a:endParaRPr>
                    </a:p>
                  </a:txBody>
                  <a:tcPr marL="66167" marR="66167" marT="0" marB="0" anchor="ctr"/>
                </a:tc>
                <a:tc hMerge="1">
                  <a:tcPr/>
                </a:tc>
                <a:tc>
                  <a:txBody>
                    <a:bodyPr/>
                    <a:lstStyle/>
                    <a:p>
                      <a:pPr indent="266700" algn="l">
                        <a:lnSpc>
                          <a:spcPts val="1560"/>
                        </a:lnSpc>
                        <a:spcAft>
                          <a:spcPts val="0"/>
                        </a:spcAft>
                      </a:pPr>
                      <a:r>
                        <a:rPr lang="zh-CN" sz="1200" b="1">
                          <a:effectLst/>
                        </a:rPr>
                        <a:t>将另一个操作数转换为</a:t>
                      </a:r>
                      <a:r>
                        <a:rPr lang="en-US" sz="1200" b="1">
                          <a:effectLst/>
                        </a:rPr>
                        <a:t>long double</a:t>
                      </a:r>
                      <a:r>
                        <a:rPr lang="zh-CN" sz="1200" b="1">
                          <a:effectLst/>
                        </a:rPr>
                        <a:t>型。</a:t>
                      </a:r>
                      <a:endParaRPr lang="zh-CN" sz="1800" b="1">
                        <a:effectLst/>
                        <a:latin typeface="Times New Roman" panose="02020603050405020304" pitchFamily="18" charset="0"/>
                        <a:ea typeface="宋体" panose="02010600030101010101" pitchFamily="2" charset="-122"/>
                      </a:endParaRPr>
                    </a:p>
                  </a:txBody>
                  <a:tcPr marL="66167" marR="66167" marT="0" marB="0" anchor="ctr"/>
                </a:tc>
              </a:tr>
              <a:tr h="171769">
                <a:tc gridSpan="2">
                  <a:txBody>
                    <a:bodyPr/>
                    <a:lstStyle/>
                    <a:p>
                      <a:pPr indent="266700" algn="l">
                        <a:lnSpc>
                          <a:spcPts val="1560"/>
                        </a:lnSpc>
                        <a:spcAft>
                          <a:spcPts val="0"/>
                        </a:spcAft>
                      </a:pPr>
                      <a:r>
                        <a:rPr lang="zh-CN" sz="1200" b="1" dirty="0">
                          <a:effectLst/>
                        </a:rPr>
                        <a:t>前述条件不满足，并且有一个操作数是</a:t>
                      </a:r>
                      <a:r>
                        <a:rPr lang="en-US" sz="1200" b="1" dirty="0">
                          <a:effectLst/>
                        </a:rPr>
                        <a:t>double</a:t>
                      </a:r>
                      <a:r>
                        <a:rPr lang="zh-CN" sz="1200" b="1" dirty="0">
                          <a:effectLst/>
                        </a:rPr>
                        <a:t>型。</a:t>
                      </a:r>
                      <a:endParaRPr lang="zh-CN" sz="1800" b="1" dirty="0">
                        <a:effectLst/>
                        <a:latin typeface="Times New Roman" panose="02020603050405020304" pitchFamily="18" charset="0"/>
                        <a:ea typeface="宋体" panose="02010600030101010101" pitchFamily="2" charset="-122"/>
                      </a:endParaRPr>
                    </a:p>
                  </a:txBody>
                  <a:tcPr marL="66167" marR="66167" marT="0" marB="0" anchor="ctr"/>
                </a:tc>
                <a:tc hMerge="1">
                  <a:tcPr/>
                </a:tc>
                <a:tc>
                  <a:txBody>
                    <a:bodyPr/>
                    <a:lstStyle/>
                    <a:p>
                      <a:pPr indent="266700" algn="l">
                        <a:lnSpc>
                          <a:spcPts val="1560"/>
                        </a:lnSpc>
                        <a:spcAft>
                          <a:spcPts val="0"/>
                        </a:spcAft>
                      </a:pPr>
                      <a:r>
                        <a:rPr lang="zh-CN" sz="1200" b="1">
                          <a:effectLst/>
                        </a:rPr>
                        <a:t>将另一个操作数转换为</a:t>
                      </a:r>
                      <a:r>
                        <a:rPr lang="en-US" sz="1200" b="1">
                          <a:effectLst/>
                        </a:rPr>
                        <a:t>double</a:t>
                      </a:r>
                      <a:r>
                        <a:rPr lang="zh-CN" sz="1200" b="1">
                          <a:effectLst/>
                        </a:rPr>
                        <a:t>型。</a:t>
                      </a:r>
                      <a:endParaRPr lang="zh-CN" sz="1800" b="1">
                        <a:effectLst/>
                        <a:latin typeface="Times New Roman" panose="02020603050405020304" pitchFamily="18" charset="0"/>
                        <a:ea typeface="宋体" panose="02010600030101010101" pitchFamily="2" charset="-122"/>
                      </a:endParaRPr>
                    </a:p>
                  </a:txBody>
                  <a:tcPr marL="66167" marR="66167" marT="0" marB="0" anchor="ctr"/>
                </a:tc>
              </a:tr>
              <a:tr h="171769">
                <a:tc gridSpan="2">
                  <a:txBody>
                    <a:bodyPr/>
                    <a:lstStyle/>
                    <a:p>
                      <a:pPr indent="266700" algn="l">
                        <a:lnSpc>
                          <a:spcPts val="1560"/>
                        </a:lnSpc>
                        <a:spcAft>
                          <a:spcPts val="0"/>
                        </a:spcAft>
                      </a:pPr>
                      <a:r>
                        <a:rPr lang="zh-CN" sz="1200" b="1" dirty="0">
                          <a:effectLst/>
                        </a:rPr>
                        <a:t>前述条件不满足，并且有一个操作数是</a:t>
                      </a:r>
                      <a:r>
                        <a:rPr lang="en-US" sz="1200" b="1" dirty="0">
                          <a:effectLst/>
                        </a:rPr>
                        <a:t>float</a:t>
                      </a:r>
                      <a:r>
                        <a:rPr lang="zh-CN" sz="1200" b="1" dirty="0">
                          <a:effectLst/>
                        </a:rPr>
                        <a:t>型。</a:t>
                      </a:r>
                      <a:endParaRPr lang="zh-CN" sz="1800" b="1" dirty="0">
                        <a:effectLst/>
                        <a:latin typeface="Times New Roman" panose="02020603050405020304" pitchFamily="18" charset="0"/>
                        <a:ea typeface="宋体" panose="02010600030101010101" pitchFamily="2" charset="-122"/>
                      </a:endParaRPr>
                    </a:p>
                  </a:txBody>
                  <a:tcPr marL="66167" marR="66167" marT="0" marB="0" anchor="ctr"/>
                </a:tc>
                <a:tc hMerge="1">
                  <a:tcPr/>
                </a:tc>
                <a:tc>
                  <a:txBody>
                    <a:bodyPr/>
                    <a:lstStyle/>
                    <a:p>
                      <a:pPr indent="266700" algn="l">
                        <a:lnSpc>
                          <a:spcPts val="1560"/>
                        </a:lnSpc>
                        <a:spcAft>
                          <a:spcPts val="0"/>
                        </a:spcAft>
                      </a:pPr>
                      <a:r>
                        <a:rPr lang="zh-CN" sz="1200" b="1">
                          <a:effectLst/>
                        </a:rPr>
                        <a:t>将另一个操作数转换为</a:t>
                      </a:r>
                      <a:r>
                        <a:rPr lang="en-US" sz="1200" b="1">
                          <a:effectLst/>
                        </a:rPr>
                        <a:t>float</a:t>
                      </a:r>
                      <a:r>
                        <a:rPr lang="zh-CN" sz="1200" b="1">
                          <a:effectLst/>
                        </a:rPr>
                        <a:t>型。</a:t>
                      </a:r>
                      <a:endParaRPr lang="zh-CN" sz="1800" b="1">
                        <a:effectLst/>
                        <a:latin typeface="Times New Roman" panose="02020603050405020304" pitchFamily="18" charset="0"/>
                        <a:ea typeface="宋体" panose="02010600030101010101" pitchFamily="2" charset="-122"/>
                      </a:endParaRPr>
                    </a:p>
                  </a:txBody>
                  <a:tcPr marL="66167" marR="66167" marT="0" marB="0" anchor="ctr"/>
                </a:tc>
              </a:tr>
              <a:tr h="367594">
                <a:tc rowSpan="7">
                  <a:txBody>
                    <a:bodyPr/>
                    <a:lstStyle/>
                    <a:p>
                      <a:pPr indent="266700" algn="l">
                        <a:lnSpc>
                          <a:spcPts val="1560"/>
                        </a:lnSpc>
                        <a:spcAft>
                          <a:spcPts val="0"/>
                        </a:spcAft>
                      </a:pPr>
                      <a:r>
                        <a:rPr lang="zh-CN" sz="1200" b="1" dirty="0">
                          <a:effectLst/>
                        </a:rPr>
                        <a:t>前述条件不满足（两个操作数都不是浮点数）。</a:t>
                      </a:r>
                      <a:endParaRPr lang="zh-CN" sz="1800" b="1" dirty="0">
                        <a:effectLst/>
                        <a:latin typeface="Times New Roman" panose="02020603050405020304" pitchFamily="18" charset="0"/>
                        <a:ea typeface="宋体" panose="02010600030101010101" pitchFamily="2" charset="-122"/>
                      </a:endParaRPr>
                    </a:p>
                  </a:txBody>
                  <a:tcPr marL="66167" marR="66167" marT="0" marB="0"/>
                </a:tc>
                <a:tc>
                  <a:txBody>
                    <a:bodyPr/>
                    <a:lstStyle/>
                    <a:p>
                      <a:pPr indent="266700" algn="l">
                        <a:lnSpc>
                          <a:spcPts val="1560"/>
                        </a:lnSpc>
                        <a:spcAft>
                          <a:spcPts val="0"/>
                        </a:spcAft>
                      </a:pPr>
                      <a:r>
                        <a:rPr lang="zh-CN" sz="1200" b="1" dirty="0">
                          <a:effectLst/>
                        </a:rPr>
                        <a:t>有一个操作数是</a:t>
                      </a:r>
                      <a:r>
                        <a:rPr lang="en-US" sz="1200" b="1" dirty="0">
                          <a:effectLst/>
                        </a:rPr>
                        <a:t>unsigned long </a:t>
                      </a:r>
                      <a:r>
                        <a:rPr lang="en-US" sz="1200" b="1" dirty="0" err="1">
                          <a:effectLst/>
                        </a:rPr>
                        <a:t>long</a:t>
                      </a:r>
                      <a:r>
                        <a:rPr lang="zh-CN" sz="1200" b="1" dirty="0">
                          <a:effectLst/>
                        </a:rPr>
                        <a:t>型。</a:t>
                      </a:r>
                      <a:endParaRPr lang="zh-CN" sz="1800" b="1" dirty="0">
                        <a:effectLst/>
                        <a:latin typeface="Times New Roman" panose="02020603050405020304" pitchFamily="18" charset="0"/>
                        <a:ea typeface="宋体" panose="02010600030101010101" pitchFamily="2" charset="-122"/>
                      </a:endParaRPr>
                    </a:p>
                  </a:txBody>
                  <a:tcPr marL="66167" marR="66167" marT="0" marB="0" anchor="ctr"/>
                </a:tc>
                <a:tc>
                  <a:txBody>
                    <a:bodyPr/>
                    <a:lstStyle/>
                    <a:p>
                      <a:pPr indent="266700" algn="l">
                        <a:lnSpc>
                          <a:spcPts val="1560"/>
                        </a:lnSpc>
                        <a:spcAft>
                          <a:spcPts val="0"/>
                        </a:spcAft>
                      </a:pPr>
                      <a:r>
                        <a:rPr lang="zh-CN" sz="1200" b="1">
                          <a:effectLst/>
                        </a:rPr>
                        <a:t>将另一个操作数转换为</a:t>
                      </a:r>
                      <a:r>
                        <a:rPr lang="en-US" sz="1200" b="1">
                          <a:effectLst/>
                        </a:rPr>
                        <a:t>unsigned long long</a:t>
                      </a:r>
                      <a:r>
                        <a:rPr lang="zh-CN" sz="1200" b="1">
                          <a:effectLst/>
                        </a:rPr>
                        <a:t>型。</a:t>
                      </a:r>
                      <a:endParaRPr lang="zh-CN" sz="1800" b="1">
                        <a:effectLst/>
                        <a:latin typeface="Times New Roman" panose="02020603050405020304" pitchFamily="18" charset="0"/>
                        <a:ea typeface="宋体" panose="02010600030101010101" pitchFamily="2" charset="-122"/>
                      </a:endParaRPr>
                    </a:p>
                  </a:txBody>
                  <a:tcPr marL="66167" marR="66167" marT="0" marB="0" anchor="ctr"/>
                </a:tc>
              </a:tr>
              <a:tr h="367594">
                <a:tc vMerge="1">
                  <a:tcPr/>
                </a:tc>
                <a:tc>
                  <a:txBody>
                    <a:bodyPr/>
                    <a:lstStyle/>
                    <a:p>
                      <a:pPr indent="266700" algn="l">
                        <a:lnSpc>
                          <a:spcPts val="1560"/>
                        </a:lnSpc>
                        <a:spcAft>
                          <a:spcPts val="0"/>
                        </a:spcAft>
                      </a:pPr>
                      <a:r>
                        <a:rPr lang="zh-CN" sz="1200" b="1" dirty="0">
                          <a:effectLst/>
                        </a:rPr>
                        <a:t>有一个操作数是</a:t>
                      </a:r>
                      <a:r>
                        <a:rPr lang="en-US" sz="1200" b="1" dirty="0">
                          <a:effectLst/>
                        </a:rPr>
                        <a:t>long </a:t>
                      </a:r>
                      <a:r>
                        <a:rPr lang="en-US" sz="1200" b="1" dirty="0" err="1">
                          <a:effectLst/>
                        </a:rPr>
                        <a:t>long</a:t>
                      </a:r>
                      <a:r>
                        <a:rPr lang="zh-CN" sz="1200" b="1" dirty="0">
                          <a:effectLst/>
                        </a:rPr>
                        <a:t>型，另一个操作数是</a:t>
                      </a:r>
                      <a:r>
                        <a:rPr lang="en-US" sz="1200" b="1" dirty="0">
                          <a:effectLst/>
                        </a:rPr>
                        <a:t>unsigned long</a:t>
                      </a:r>
                      <a:r>
                        <a:rPr lang="zh-CN" sz="1200" b="1" dirty="0">
                          <a:effectLst/>
                        </a:rPr>
                        <a:t>型</a:t>
                      </a:r>
                      <a:endParaRPr lang="zh-CN" sz="1800" b="1" dirty="0">
                        <a:effectLst/>
                        <a:latin typeface="Times New Roman" panose="02020603050405020304" pitchFamily="18" charset="0"/>
                        <a:ea typeface="宋体" panose="02010600030101010101" pitchFamily="2" charset="-122"/>
                      </a:endParaRPr>
                    </a:p>
                  </a:txBody>
                  <a:tcPr marL="66167" marR="66167" marT="0" marB="0" anchor="ctr"/>
                </a:tc>
                <a:tc>
                  <a:txBody>
                    <a:bodyPr/>
                    <a:lstStyle/>
                    <a:p>
                      <a:pPr indent="266700" algn="l">
                        <a:lnSpc>
                          <a:spcPts val="1560"/>
                        </a:lnSpc>
                        <a:spcAft>
                          <a:spcPts val="0"/>
                        </a:spcAft>
                      </a:pPr>
                      <a:r>
                        <a:rPr lang="zh-CN" sz="1200" b="1">
                          <a:effectLst/>
                        </a:rPr>
                        <a:t>两个操作数都转换为</a:t>
                      </a:r>
                      <a:r>
                        <a:rPr lang="en-US" sz="1200" b="1">
                          <a:effectLst/>
                        </a:rPr>
                        <a:t>unsigned long long</a:t>
                      </a:r>
                      <a:r>
                        <a:rPr lang="zh-CN" sz="1200" b="1">
                          <a:effectLst/>
                        </a:rPr>
                        <a:t>型。</a:t>
                      </a:r>
                      <a:endParaRPr lang="zh-CN" sz="1800" b="1">
                        <a:effectLst/>
                        <a:latin typeface="Times New Roman" panose="02020603050405020304" pitchFamily="18" charset="0"/>
                        <a:ea typeface="宋体" panose="02010600030101010101" pitchFamily="2" charset="-122"/>
                      </a:endParaRPr>
                    </a:p>
                  </a:txBody>
                  <a:tcPr marL="66167" marR="66167" marT="0" marB="0" anchor="ctr"/>
                </a:tc>
              </a:tr>
              <a:tr h="367594">
                <a:tc vMerge="1">
                  <a:tcPr/>
                </a:tc>
                <a:tc>
                  <a:txBody>
                    <a:bodyPr/>
                    <a:lstStyle/>
                    <a:p>
                      <a:pPr indent="266700" algn="l">
                        <a:lnSpc>
                          <a:spcPts val="1560"/>
                        </a:lnSpc>
                        <a:spcAft>
                          <a:spcPts val="0"/>
                        </a:spcAft>
                      </a:pPr>
                      <a:r>
                        <a:rPr lang="zh-CN" sz="1200" b="1" dirty="0">
                          <a:effectLst/>
                        </a:rPr>
                        <a:t>前述条件不满足，并且有一个操作数是</a:t>
                      </a:r>
                      <a:r>
                        <a:rPr lang="en-US" sz="1200" b="1" dirty="0">
                          <a:effectLst/>
                        </a:rPr>
                        <a:t>unsigned long</a:t>
                      </a:r>
                      <a:r>
                        <a:rPr lang="zh-CN" sz="1200" b="1" dirty="0">
                          <a:effectLst/>
                        </a:rPr>
                        <a:t>型。</a:t>
                      </a:r>
                      <a:endParaRPr lang="zh-CN" sz="1800" b="1" dirty="0">
                        <a:effectLst/>
                        <a:latin typeface="Times New Roman" panose="02020603050405020304" pitchFamily="18" charset="0"/>
                        <a:ea typeface="宋体" panose="02010600030101010101" pitchFamily="2" charset="-122"/>
                      </a:endParaRPr>
                    </a:p>
                  </a:txBody>
                  <a:tcPr marL="66167" marR="66167" marT="0" marB="0" anchor="ctr"/>
                </a:tc>
                <a:tc>
                  <a:txBody>
                    <a:bodyPr/>
                    <a:lstStyle/>
                    <a:p>
                      <a:pPr indent="266700" algn="l">
                        <a:lnSpc>
                          <a:spcPts val="1560"/>
                        </a:lnSpc>
                        <a:spcAft>
                          <a:spcPts val="0"/>
                        </a:spcAft>
                      </a:pPr>
                      <a:r>
                        <a:rPr lang="zh-CN" sz="1200" b="1">
                          <a:effectLst/>
                        </a:rPr>
                        <a:t>将另一个操作数转换为</a:t>
                      </a:r>
                      <a:r>
                        <a:rPr lang="en-US" sz="1200" b="1">
                          <a:effectLst/>
                        </a:rPr>
                        <a:t>unsigned long</a:t>
                      </a:r>
                      <a:r>
                        <a:rPr lang="zh-CN" sz="1200" b="1">
                          <a:effectLst/>
                        </a:rPr>
                        <a:t>型。</a:t>
                      </a:r>
                      <a:endParaRPr lang="zh-CN" sz="1800" b="1">
                        <a:effectLst/>
                        <a:latin typeface="Times New Roman" panose="02020603050405020304" pitchFamily="18" charset="0"/>
                        <a:ea typeface="宋体" panose="02010600030101010101" pitchFamily="2" charset="-122"/>
                      </a:endParaRPr>
                    </a:p>
                  </a:txBody>
                  <a:tcPr marL="66167" marR="66167" marT="0" marB="0" anchor="ctr"/>
                </a:tc>
              </a:tr>
              <a:tr h="563644">
                <a:tc vMerge="1">
                  <a:tcPr/>
                </a:tc>
                <a:tc>
                  <a:txBody>
                    <a:bodyPr/>
                    <a:lstStyle/>
                    <a:p>
                      <a:pPr indent="266700" algn="l">
                        <a:lnSpc>
                          <a:spcPts val="1560"/>
                        </a:lnSpc>
                        <a:spcAft>
                          <a:spcPts val="0"/>
                        </a:spcAft>
                      </a:pPr>
                      <a:r>
                        <a:rPr lang="zh-CN" sz="1200" b="1" dirty="0">
                          <a:effectLst/>
                        </a:rPr>
                        <a:t>前述条件不满足，并且有一个操作数是</a:t>
                      </a:r>
                      <a:r>
                        <a:rPr lang="en-US" sz="1200" b="1" dirty="0">
                          <a:effectLst/>
                        </a:rPr>
                        <a:t>long</a:t>
                      </a:r>
                      <a:r>
                        <a:rPr lang="zh-CN" sz="1200" b="1" dirty="0">
                          <a:effectLst/>
                        </a:rPr>
                        <a:t>型，另一个操作数是</a:t>
                      </a:r>
                      <a:r>
                        <a:rPr lang="en-US" sz="1200" b="1" dirty="0">
                          <a:effectLst/>
                        </a:rPr>
                        <a:t>unsigned </a:t>
                      </a:r>
                      <a:r>
                        <a:rPr lang="en-US" sz="1200" b="1" dirty="0" err="1">
                          <a:effectLst/>
                        </a:rPr>
                        <a:t>int</a:t>
                      </a:r>
                      <a:r>
                        <a:rPr lang="zh-CN" sz="1200" b="1" dirty="0">
                          <a:effectLst/>
                        </a:rPr>
                        <a:t>型。</a:t>
                      </a:r>
                      <a:endParaRPr lang="zh-CN" sz="1800" b="1" dirty="0">
                        <a:effectLst/>
                        <a:latin typeface="Times New Roman" panose="02020603050405020304" pitchFamily="18" charset="0"/>
                        <a:ea typeface="宋体" panose="02010600030101010101" pitchFamily="2" charset="-122"/>
                      </a:endParaRPr>
                    </a:p>
                  </a:txBody>
                  <a:tcPr marL="66167" marR="66167" marT="0" marB="0" anchor="ctr"/>
                </a:tc>
                <a:tc>
                  <a:txBody>
                    <a:bodyPr/>
                    <a:lstStyle/>
                    <a:p>
                      <a:pPr indent="266700" algn="l">
                        <a:lnSpc>
                          <a:spcPts val="1560"/>
                        </a:lnSpc>
                        <a:spcAft>
                          <a:spcPts val="0"/>
                        </a:spcAft>
                      </a:pPr>
                      <a:r>
                        <a:rPr lang="zh-CN" sz="1200" b="1" dirty="0">
                          <a:effectLst/>
                        </a:rPr>
                        <a:t>将两个操作数都转换为</a:t>
                      </a:r>
                      <a:r>
                        <a:rPr lang="en-US" sz="1200" b="1" dirty="0">
                          <a:effectLst/>
                        </a:rPr>
                        <a:t>unsigned long</a:t>
                      </a:r>
                      <a:r>
                        <a:rPr lang="zh-CN" sz="1200" b="1" dirty="0">
                          <a:effectLst/>
                        </a:rPr>
                        <a:t>型。</a:t>
                      </a:r>
                      <a:endParaRPr lang="zh-CN" sz="1800" b="1" dirty="0">
                        <a:effectLst/>
                        <a:latin typeface="Times New Roman" panose="02020603050405020304" pitchFamily="18" charset="0"/>
                        <a:ea typeface="宋体" panose="02010600030101010101" pitchFamily="2" charset="-122"/>
                      </a:endParaRPr>
                    </a:p>
                  </a:txBody>
                  <a:tcPr marL="66167" marR="66167" marT="0" marB="0" anchor="ctr"/>
                </a:tc>
              </a:tr>
              <a:tr h="367594">
                <a:tc vMerge="1">
                  <a:tcPr/>
                </a:tc>
                <a:tc>
                  <a:txBody>
                    <a:bodyPr/>
                    <a:lstStyle/>
                    <a:p>
                      <a:pPr indent="266700" algn="l">
                        <a:lnSpc>
                          <a:spcPts val="1560"/>
                        </a:lnSpc>
                        <a:spcAft>
                          <a:spcPts val="0"/>
                        </a:spcAft>
                      </a:pPr>
                      <a:r>
                        <a:rPr lang="zh-CN" sz="1200" b="1">
                          <a:effectLst/>
                        </a:rPr>
                        <a:t>前述条件不满足，并且有一个操作数是</a:t>
                      </a:r>
                      <a:r>
                        <a:rPr lang="en-US" sz="1200" b="1">
                          <a:effectLst/>
                        </a:rPr>
                        <a:t>long</a:t>
                      </a:r>
                      <a:r>
                        <a:rPr lang="zh-CN" sz="1200" b="1">
                          <a:effectLst/>
                        </a:rPr>
                        <a:t>型。</a:t>
                      </a:r>
                      <a:endParaRPr lang="zh-CN" sz="1800" b="1">
                        <a:effectLst/>
                        <a:latin typeface="Times New Roman" panose="02020603050405020304" pitchFamily="18" charset="0"/>
                        <a:ea typeface="宋体" panose="02010600030101010101" pitchFamily="2" charset="-122"/>
                      </a:endParaRPr>
                    </a:p>
                  </a:txBody>
                  <a:tcPr marL="66167" marR="66167" marT="0" marB="0" anchor="ctr"/>
                </a:tc>
                <a:tc>
                  <a:txBody>
                    <a:bodyPr/>
                    <a:lstStyle/>
                    <a:p>
                      <a:pPr indent="266700" algn="l">
                        <a:lnSpc>
                          <a:spcPts val="1560"/>
                        </a:lnSpc>
                        <a:spcAft>
                          <a:spcPts val="0"/>
                        </a:spcAft>
                      </a:pPr>
                      <a:r>
                        <a:rPr lang="zh-CN" sz="1200" b="1" dirty="0">
                          <a:effectLst/>
                        </a:rPr>
                        <a:t>将另一个操作数转换为</a:t>
                      </a:r>
                      <a:r>
                        <a:rPr lang="en-US" sz="1200" b="1" dirty="0">
                          <a:effectLst/>
                        </a:rPr>
                        <a:t>long</a:t>
                      </a:r>
                      <a:r>
                        <a:rPr lang="zh-CN" sz="1200" b="1" dirty="0">
                          <a:effectLst/>
                        </a:rPr>
                        <a:t>型。</a:t>
                      </a:r>
                      <a:endParaRPr lang="zh-CN" sz="1800" b="1" dirty="0">
                        <a:effectLst/>
                        <a:latin typeface="Times New Roman" panose="02020603050405020304" pitchFamily="18" charset="0"/>
                        <a:ea typeface="宋体" panose="02010600030101010101" pitchFamily="2" charset="-122"/>
                      </a:endParaRPr>
                    </a:p>
                  </a:txBody>
                  <a:tcPr marL="66167" marR="66167" marT="0" marB="0" anchor="ctr"/>
                </a:tc>
              </a:tr>
              <a:tr h="367594">
                <a:tc vMerge="1">
                  <a:tcPr/>
                </a:tc>
                <a:tc>
                  <a:txBody>
                    <a:bodyPr/>
                    <a:lstStyle/>
                    <a:p>
                      <a:pPr indent="266700" algn="l">
                        <a:lnSpc>
                          <a:spcPts val="1560"/>
                        </a:lnSpc>
                        <a:spcAft>
                          <a:spcPts val="0"/>
                        </a:spcAft>
                      </a:pPr>
                      <a:r>
                        <a:rPr lang="zh-CN" sz="1200" b="1">
                          <a:effectLst/>
                        </a:rPr>
                        <a:t>前述条件不满足，并且有一个操作数是</a:t>
                      </a:r>
                      <a:r>
                        <a:rPr lang="en-US" sz="1200" b="1">
                          <a:effectLst/>
                        </a:rPr>
                        <a:t>unsigned int</a:t>
                      </a:r>
                      <a:r>
                        <a:rPr lang="zh-CN" sz="1200" b="1">
                          <a:effectLst/>
                        </a:rPr>
                        <a:t>型。</a:t>
                      </a:r>
                      <a:endParaRPr lang="zh-CN" sz="1800" b="1">
                        <a:effectLst/>
                        <a:latin typeface="Times New Roman" panose="02020603050405020304" pitchFamily="18" charset="0"/>
                        <a:ea typeface="宋体" panose="02010600030101010101" pitchFamily="2" charset="-122"/>
                      </a:endParaRPr>
                    </a:p>
                  </a:txBody>
                  <a:tcPr marL="66167" marR="66167" marT="0" marB="0" anchor="ctr"/>
                </a:tc>
                <a:tc>
                  <a:txBody>
                    <a:bodyPr/>
                    <a:lstStyle/>
                    <a:p>
                      <a:pPr indent="266700" algn="l">
                        <a:lnSpc>
                          <a:spcPts val="1560"/>
                        </a:lnSpc>
                        <a:spcAft>
                          <a:spcPts val="0"/>
                        </a:spcAft>
                      </a:pPr>
                      <a:r>
                        <a:rPr lang="zh-CN" sz="1200" b="1" dirty="0">
                          <a:effectLst/>
                        </a:rPr>
                        <a:t>将另一个操作数转换为</a:t>
                      </a:r>
                      <a:r>
                        <a:rPr lang="en-US" sz="1200" b="1" dirty="0">
                          <a:effectLst/>
                        </a:rPr>
                        <a:t>unsigned </a:t>
                      </a:r>
                      <a:r>
                        <a:rPr lang="en-US" sz="1200" b="1" dirty="0" err="1">
                          <a:effectLst/>
                        </a:rPr>
                        <a:t>int</a:t>
                      </a:r>
                      <a:r>
                        <a:rPr lang="zh-CN" sz="1200" b="1" dirty="0">
                          <a:effectLst/>
                        </a:rPr>
                        <a:t>型。</a:t>
                      </a:r>
                      <a:endParaRPr lang="zh-CN" sz="1800" b="1" dirty="0">
                        <a:effectLst/>
                        <a:latin typeface="Times New Roman" panose="02020603050405020304" pitchFamily="18" charset="0"/>
                        <a:ea typeface="宋体" panose="02010600030101010101" pitchFamily="2" charset="-122"/>
                      </a:endParaRPr>
                    </a:p>
                  </a:txBody>
                  <a:tcPr marL="66167" marR="66167" marT="0" marB="0" anchor="ctr"/>
                </a:tc>
              </a:tr>
              <a:tr h="171769">
                <a:tc vMerge="1">
                  <a:tcPr/>
                </a:tc>
                <a:tc>
                  <a:txBody>
                    <a:bodyPr/>
                    <a:lstStyle/>
                    <a:p>
                      <a:pPr indent="266700" algn="l">
                        <a:lnSpc>
                          <a:spcPts val="1560"/>
                        </a:lnSpc>
                        <a:spcAft>
                          <a:spcPts val="0"/>
                        </a:spcAft>
                      </a:pPr>
                      <a:r>
                        <a:rPr lang="zh-CN" sz="1200" b="1">
                          <a:effectLst/>
                        </a:rPr>
                        <a:t>前述条件都不满足</a:t>
                      </a:r>
                      <a:endParaRPr lang="zh-CN" sz="1800" b="1">
                        <a:effectLst/>
                        <a:latin typeface="Times New Roman" panose="02020603050405020304" pitchFamily="18" charset="0"/>
                        <a:ea typeface="宋体" panose="02010600030101010101" pitchFamily="2" charset="-122"/>
                      </a:endParaRPr>
                    </a:p>
                  </a:txBody>
                  <a:tcPr marL="66167" marR="66167" marT="0" marB="0" anchor="ctr"/>
                </a:tc>
                <a:tc>
                  <a:txBody>
                    <a:bodyPr/>
                    <a:lstStyle/>
                    <a:p>
                      <a:pPr indent="266700" algn="l">
                        <a:lnSpc>
                          <a:spcPts val="1560"/>
                        </a:lnSpc>
                        <a:spcAft>
                          <a:spcPts val="0"/>
                        </a:spcAft>
                      </a:pPr>
                      <a:r>
                        <a:rPr lang="zh-CN" sz="1200" b="1" dirty="0">
                          <a:effectLst/>
                        </a:rPr>
                        <a:t>将两个操作数都转换为</a:t>
                      </a:r>
                      <a:r>
                        <a:rPr lang="en-US" sz="1200" b="1" dirty="0" err="1">
                          <a:effectLst/>
                        </a:rPr>
                        <a:t>int</a:t>
                      </a:r>
                      <a:r>
                        <a:rPr lang="zh-CN" sz="1200" b="1" dirty="0">
                          <a:effectLst/>
                        </a:rPr>
                        <a:t>型。</a:t>
                      </a:r>
                      <a:endParaRPr lang="zh-CN" sz="1800" b="1" dirty="0">
                        <a:effectLst/>
                        <a:latin typeface="Times New Roman" panose="02020603050405020304" pitchFamily="18" charset="0"/>
                        <a:ea typeface="宋体" panose="02010600030101010101" pitchFamily="2" charset="-122"/>
                      </a:endParaRPr>
                    </a:p>
                  </a:txBody>
                  <a:tcPr marL="66167" marR="66167" marT="0" marB="0" anchor="ctr"/>
                </a:tc>
              </a:tr>
            </a:tbl>
          </a:graphicData>
        </a:graphic>
      </p:graphicFrame>
      <p:sp>
        <p:nvSpPr>
          <p:cNvPr id="6" name="标题 1"/>
          <p:cNvSpPr>
            <a:spLocks noGrp="1"/>
          </p:cNvSpPr>
          <p:nvPr>
            <p:ph type="title"/>
          </p:nvPr>
        </p:nvSpPr>
        <p:spPr>
          <a:xfrm>
            <a:off x="395536" y="260648"/>
            <a:ext cx="8496944" cy="1325563"/>
          </a:xfrm>
        </p:spPr>
        <p:txBody>
          <a:bodyPr>
            <a:normAutofit fontScale="90000"/>
          </a:bodyPr>
          <a:lstStyle/>
          <a:p>
            <a:pPr algn="ctr" eaLnBrk="1" fontAlgn="auto" hangingPunct="1">
              <a:spcAft>
                <a:spcPts val="0"/>
              </a:spcAft>
              <a:defRPr/>
            </a:pPr>
            <a:r>
              <a:rPr lang="en-US" altLang="zh-CN" sz="4000" b="1" dirty="0" smtClean="0">
                <a:solidFill>
                  <a:srgbClr val="FFFFFF"/>
                </a:solidFill>
                <a:ea typeface="隶书" panose="02010509060101010101" pitchFamily="49" charset="-122"/>
              </a:rPr>
              <a:t>2.2.6</a:t>
            </a:r>
            <a:r>
              <a:rPr lang="zh-CN" altLang="en-US" sz="4000" b="1" dirty="0" smtClean="0">
                <a:solidFill>
                  <a:srgbClr val="FFFFFF"/>
                </a:solidFill>
                <a:ea typeface="隶书" panose="02010509060101010101" pitchFamily="49" charset="-122"/>
              </a:rPr>
              <a:t>、</a:t>
            </a:r>
            <a:r>
              <a:rPr lang="zh-CN" altLang="en-US" sz="4000" b="1" dirty="0">
                <a:solidFill>
                  <a:srgbClr val="FFFFFF"/>
                </a:solidFill>
                <a:ea typeface="隶书" panose="02010509060101010101" pitchFamily="49" charset="-122"/>
              </a:rPr>
              <a:t>运算符和表达式：</a:t>
            </a:r>
            <a:br>
              <a:rPr lang="en-US" altLang="zh-CN" sz="4000" b="1" dirty="0">
                <a:solidFill>
                  <a:srgbClr val="FFFFFF"/>
                </a:solidFill>
                <a:ea typeface="隶书" panose="02010509060101010101" pitchFamily="49" charset="-122"/>
              </a:rPr>
            </a:br>
            <a:r>
              <a:rPr lang="zh-CN" altLang="en-US" sz="4000" b="1" dirty="0">
                <a:solidFill>
                  <a:srgbClr val="FFFFFF"/>
                </a:solidFill>
                <a:ea typeface="隶书" panose="02010509060101010101" pitchFamily="49" charset="-122"/>
              </a:rPr>
              <a:t>混合运算时数据类型的</a:t>
            </a:r>
            <a:r>
              <a:rPr lang="zh-CN" altLang="en-US" sz="4000" b="1" dirty="0" smtClean="0">
                <a:solidFill>
                  <a:srgbClr val="FFFFFF"/>
                </a:solidFill>
                <a:ea typeface="隶书" panose="02010509060101010101" pitchFamily="49" charset="-122"/>
              </a:rPr>
              <a:t>转换</a:t>
            </a:r>
            <a:r>
              <a:rPr lang="en-US" altLang="zh-CN" sz="4000" b="1" dirty="0" smtClean="0">
                <a:solidFill>
                  <a:srgbClr val="FFFFFF"/>
                </a:solidFill>
                <a:ea typeface="隶书" panose="02010509060101010101" pitchFamily="49" charset="-122"/>
              </a:rPr>
              <a:t>——</a:t>
            </a:r>
            <a:r>
              <a:rPr lang="zh-CN" altLang="en-US" sz="4000" b="1" dirty="0">
                <a:solidFill>
                  <a:srgbClr val="FFFFFF"/>
                </a:solidFill>
                <a:ea typeface="隶书" panose="02010509060101010101" pitchFamily="49" charset="-122"/>
              </a:rPr>
              <a:t>隐含转换</a:t>
            </a:r>
            <a:endParaRPr lang="zh-CN" altLang="en-US" sz="4000" b="1" dirty="0">
              <a:solidFill>
                <a:srgbClr val="FFFFFF"/>
              </a:solidFill>
              <a:ea typeface="隶书" panose="020105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内容占位符 2"/>
          <p:cNvSpPr>
            <a:spLocks noGrp="1"/>
          </p:cNvSpPr>
          <p:nvPr>
            <p:ph idx="1"/>
          </p:nvPr>
        </p:nvSpPr>
        <p:spPr>
          <a:xfrm>
            <a:off x="554687" y="2285182"/>
            <a:ext cx="8072716" cy="3500642"/>
          </a:xfrm>
        </p:spPr>
        <p:txBody>
          <a:bodyPr/>
          <a:lstStyle/>
          <a:p>
            <a:pPr>
              <a:lnSpc>
                <a:spcPct val="120000"/>
              </a:lnSpc>
              <a:spcBef>
                <a:spcPts val="900"/>
              </a:spcBef>
            </a:pPr>
            <a:r>
              <a:rPr lang="zh-CN" altLang="en-US" sz="1800">
                <a:latin typeface="微软雅黑" panose="020B0503020204020204" pitchFamily="34" charset="-122"/>
                <a:ea typeface="微软雅黑" panose="020B0503020204020204" pitchFamily="34" charset="-122"/>
              </a:rPr>
              <a:t>当把一个非布尔类型的算术值赋给布尔类型时，算术值为</a:t>
            </a:r>
            <a:r>
              <a:rPr lang="en-US" altLang="zh-CN" sz="1800">
                <a:latin typeface="微软雅黑" panose="020B0503020204020204" pitchFamily="34" charset="-122"/>
                <a:ea typeface="微软雅黑" panose="020B0503020204020204" pitchFamily="34" charset="-122"/>
              </a:rPr>
              <a:t>0</a:t>
            </a:r>
            <a:r>
              <a:rPr lang="zh-CN" altLang="en-US" sz="1800">
                <a:latin typeface="微软雅黑" panose="020B0503020204020204" pitchFamily="34" charset="-122"/>
                <a:ea typeface="微软雅黑" panose="020B0503020204020204" pitchFamily="34" charset="-122"/>
              </a:rPr>
              <a:t>则结果为</a:t>
            </a:r>
            <a:r>
              <a:rPr lang="en-US" altLang="zh-CN" sz="1800">
                <a:latin typeface="微软雅黑" panose="020B0503020204020204" pitchFamily="34" charset="-122"/>
                <a:ea typeface="微软雅黑" panose="020B0503020204020204" pitchFamily="34" charset="-122"/>
              </a:rPr>
              <a:t>false</a:t>
            </a:r>
            <a:r>
              <a:rPr lang="zh-CN" altLang="en-US" sz="1800">
                <a:latin typeface="微软雅黑" panose="020B0503020204020204" pitchFamily="34" charset="-122"/>
                <a:ea typeface="微软雅黑" panose="020B0503020204020204" pitchFamily="34" charset="-122"/>
              </a:rPr>
              <a:t>，否则结果为</a:t>
            </a:r>
            <a:r>
              <a:rPr lang="en-US" altLang="zh-CN" sz="1800">
                <a:latin typeface="微软雅黑" panose="020B0503020204020204" pitchFamily="34" charset="-122"/>
                <a:ea typeface="微软雅黑" panose="020B0503020204020204" pitchFamily="34" charset="-122"/>
              </a:rPr>
              <a:t>true</a:t>
            </a:r>
            <a:r>
              <a:rPr lang="zh-CN" altLang="en-US" sz="1800">
                <a:latin typeface="微软雅黑" panose="020B0503020204020204" pitchFamily="34" charset="-122"/>
                <a:ea typeface="微软雅黑" panose="020B0503020204020204" pitchFamily="34" charset="-122"/>
              </a:rPr>
              <a:t>。</a:t>
            </a:r>
            <a:endParaRPr lang="zh-CN" altLang="en-US" sz="1800">
              <a:latin typeface="微软雅黑" panose="020B0503020204020204" pitchFamily="34" charset="-122"/>
              <a:ea typeface="微软雅黑" panose="020B0503020204020204" pitchFamily="34" charset="-122"/>
            </a:endParaRPr>
          </a:p>
          <a:p>
            <a:pPr>
              <a:lnSpc>
                <a:spcPct val="120000"/>
              </a:lnSpc>
              <a:spcBef>
                <a:spcPts val="900"/>
              </a:spcBef>
            </a:pPr>
            <a:r>
              <a:rPr lang="zh-CN" altLang="en-US" sz="1800">
                <a:latin typeface="微软雅黑" panose="020B0503020204020204" pitchFamily="34" charset="-122"/>
                <a:ea typeface="微软雅黑" panose="020B0503020204020204" pitchFamily="34" charset="-122"/>
              </a:rPr>
              <a:t>当把一个布尔值赋给非布尔类型时，布尔值为</a:t>
            </a:r>
            <a:r>
              <a:rPr lang="en-US" altLang="zh-CN" sz="1800">
                <a:latin typeface="微软雅黑" panose="020B0503020204020204" pitchFamily="34" charset="-122"/>
                <a:ea typeface="微软雅黑" panose="020B0503020204020204" pitchFamily="34" charset="-122"/>
              </a:rPr>
              <a:t>false</a:t>
            </a:r>
            <a:r>
              <a:rPr lang="zh-CN" altLang="en-US" sz="1800">
                <a:latin typeface="微软雅黑" panose="020B0503020204020204" pitchFamily="34" charset="-122"/>
                <a:ea typeface="微软雅黑" panose="020B0503020204020204" pitchFamily="34" charset="-122"/>
              </a:rPr>
              <a:t>则结果为</a:t>
            </a:r>
            <a:r>
              <a:rPr lang="en-US" altLang="zh-CN" sz="1800">
                <a:latin typeface="微软雅黑" panose="020B0503020204020204" pitchFamily="34" charset="-122"/>
                <a:ea typeface="微软雅黑" panose="020B0503020204020204" pitchFamily="34" charset="-122"/>
              </a:rPr>
              <a:t>0</a:t>
            </a:r>
            <a:r>
              <a:rPr lang="zh-CN" altLang="en-US" sz="1800">
                <a:latin typeface="微软雅黑" panose="020B0503020204020204" pitchFamily="34" charset="-122"/>
                <a:ea typeface="微软雅黑" panose="020B0503020204020204" pitchFamily="34" charset="-122"/>
              </a:rPr>
              <a:t>，布尔值为</a:t>
            </a:r>
            <a:r>
              <a:rPr lang="en-US" altLang="zh-CN" sz="1800">
                <a:latin typeface="微软雅黑" panose="020B0503020204020204" pitchFamily="34" charset="-122"/>
                <a:ea typeface="微软雅黑" panose="020B0503020204020204" pitchFamily="34" charset="-122"/>
              </a:rPr>
              <a:t>true</a:t>
            </a:r>
            <a:r>
              <a:rPr lang="zh-CN" altLang="en-US" sz="1800">
                <a:latin typeface="微软雅黑" panose="020B0503020204020204" pitchFamily="34" charset="-122"/>
                <a:ea typeface="微软雅黑" panose="020B0503020204020204" pitchFamily="34" charset="-122"/>
              </a:rPr>
              <a:t>则结果为</a:t>
            </a:r>
            <a:r>
              <a:rPr lang="en-US" altLang="zh-CN" sz="1800">
                <a:latin typeface="微软雅黑" panose="020B0503020204020204" pitchFamily="34" charset="-122"/>
                <a:ea typeface="微软雅黑" panose="020B0503020204020204" pitchFamily="34" charset="-122"/>
              </a:rPr>
              <a:t>1</a:t>
            </a:r>
            <a:endParaRPr lang="en-US" altLang="zh-CN" sz="1800">
              <a:latin typeface="微软雅黑" panose="020B0503020204020204" pitchFamily="34" charset="-122"/>
              <a:ea typeface="微软雅黑" panose="020B0503020204020204" pitchFamily="34" charset="-122"/>
            </a:endParaRPr>
          </a:p>
          <a:p>
            <a:pPr>
              <a:lnSpc>
                <a:spcPct val="120000"/>
              </a:lnSpc>
              <a:spcBef>
                <a:spcPts val="900"/>
              </a:spcBef>
            </a:pPr>
            <a:r>
              <a:rPr lang="zh-CN" altLang="en-US" sz="1800">
                <a:latin typeface="微软雅黑" panose="020B0503020204020204" pitchFamily="34" charset="-122"/>
                <a:ea typeface="微软雅黑" panose="020B0503020204020204" pitchFamily="34" charset="-122"/>
              </a:rPr>
              <a:t>当把一个浮点数赋给整数类型时，结果值将只保留浮点数中的整数部分，小数部分将丢失。</a:t>
            </a:r>
            <a:endParaRPr lang="zh-CN" altLang="en-US" sz="1800">
              <a:latin typeface="微软雅黑" panose="020B0503020204020204" pitchFamily="34" charset="-122"/>
              <a:ea typeface="微软雅黑" panose="020B0503020204020204" pitchFamily="34" charset="-122"/>
            </a:endParaRPr>
          </a:p>
          <a:p>
            <a:pPr>
              <a:lnSpc>
                <a:spcPct val="120000"/>
              </a:lnSpc>
              <a:spcBef>
                <a:spcPts val="900"/>
              </a:spcBef>
            </a:pPr>
            <a:r>
              <a:rPr lang="zh-CN" altLang="en-US" sz="1800">
                <a:latin typeface="微软雅黑" panose="020B0503020204020204" pitchFamily="34" charset="-122"/>
                <a:ea typeface="微软雅黑" panose="020B0503020204020204" pitchFamily="34" charset="-122"/>
              </a:rPr>
              <a:t>当把一个整数值赋给浮点类型时，小数部分记为</a:t>
            </a:r>
            <a:r>
              <a:rPr lang="en-US" altLang="zh-CN" sz="1800">
                <a:latin typeface="微软雅黑" panose="020B0503020204020204" pitchFamily="34" charset="-122"/>
                <a:ea typeface="微软雅黑" panose="020B0503020204020204" pitchFamily="34" charset="-122"/>
              </a:rPr>
              <a:t>0</a:t>
            </a:r>
            <a:r>
              <a:rPr lang="zh-CN" altLang="en-US" sz="1800">
                <a:latin typeface="微软雅黑" panose="020B0503020204020204" pitchFamily="34" charset="-122"/>
                <a:ea typeface="微软雅黑" panose="020B0503020204020204" pitchFamily="34" charset="-122"/>
              </a:rPr>
              <a:t>。如果整数所占的空间超过了浮点类型的容量，精度可能有损失。</a:t>
            </a:r>
            <a:endParaRPr lang="zh-CN" altLang="en-US" sz="1800">
              <a:latin typeface="微软雅黑" panose="020B0503020204020204" pitchFamily="34" charset="-122"/>
              <a:ea typeface="微软雅黑" panose="020B0503020204020204" pitchFamily="34" charset="-122"/>
            </a:endParaRPr>
          </a:p>
        </p:txBody>
      </p:sp>
      <p:sp>
        <p:nvSpPr>
          <p:cNvPr id="6" name="标题 1"/>
          <p:cNvSpPr>
            <a:spLocks noGrp="1"/>
          </p:cNvSpPr>
          <p:nvPr>
            <p:ph type="title"/>
          </p:nvPr>
        </p:nvSpPr>
        <p:spPr>
          <a:xfrm>
            <a:off x="395536" y="260648"/>
            <a:ext cx="8496944" cy="1325563"/>
          </a:xfrm>
        </p:spPr>
        <p:txBody>
          <a:bodyPr>
            <a:normAutofit fontScale="90000"/>
          </a:bodyPr>
          <a:lstStyle/>
          <a:p>
            <a:pPr algn="ctr" eaLnBrk="1" fontAlgn="auto" hangingPunct="1">
              <a:spcAft>
                <a:spcPts val="0"/>
              </a:spcAft>
              <a:defRPr/>
            </a:pPr>
            <a:r>
              <a:rPr lang="en-US" altLang="zh-CN" sz="4000" b="1" dirty="0" smtClean="0">
                <a:solidFill>
                  <a:srgbClr val="FFFFFF"/>
                </a:solidFill>
                <a:ea typeface="隶书" panose="02010509060101010101" pitchFamily="49" charset="-122"/>
              </a:rPr>
              <a:t>2.2.6</a:t>
            </a:r>
            <a:r>
              <a:rPr lang="zh-CN" altLang="en-US" sz="4000" b="1" dirty="0" smtClean="0">
                <a:solidFill>
                  <a:srgbClr val="FFFFFF"/>
                </a:solidFill>
                <a:ea typeface="隶书" panose="02010509060101010101" pitchFamily="49" charset="-122"/>
              </a:rPr>
              <a:t>、</a:t>
            </a:r>
            <a:r>
              <a:rPr lang="zh-CN" altLang="en-US" sz="4000" b="1" dirty="0">
                <a:solidFill>
                  <a:srgbClr val="FFFFFF"/>
                </a:solidFill>
                <a:ea typeface="隶书" panose="02010509060101010101" pitchFamily="49" charset="-122"/>
              </a:rPr>
              <a:t>运算符和表达式：</a:t>
            </a:r>
            <a:br>
              <a:rPr lang="en-US" altLang="zh-CN" sz="4000" b="1" dirty="0">
                <a:solidFill>
                  <a:srgbClr val="FFFFFF"/>
                </a:solidFill>
                <a:ea typeface="隶书" panose="02010509060101010101" pitchFamily="49" charset="-122"/>
              </a:rPr>
            </a:br>
            <a:r>
              <a:rPr lang="zh-CN" altLang="en-US" sz="4000" b="1" dirty="0">
                <a:solidFill>
                  <a:srgbClr val="FFFFFF"/>
                </a:solidFill>
                <a:ea typeface="隶书" panose="02010509060101010101" pitchFamily="49" charset="-122"/>
              </a:rPr>
              <a:t>混合运算时数据类型的</a:t>
            </a:r>
            <a:r>
              <a:rPr lang="zh-CN" altLang="en-US" sz="4000" b="1" dirty="0" smtClean="0">
                <a:solidFill>
                  <a:srgbClr val="FFFFFF"/>
                </a:solidFill>
                <a:ea typeface="隶书" panose="02010509060101010101" pitchFamily="49" charset="-122"/>
              </a:rPr>
              <a:t>转换</a:t>
            </a:r>
            <a:r>
              <a:rPr lang="en-US" altLang="zh-CN" sz="4000" b="1" dirty="0" smtClean="0">
                <a:solidFill>
                  <a:srgbClr val="FFFFFF"/>
                </a:solidFill>
                <a:ea typeface="隶书" panose="02010509060101010101" pitchFamily="49" charset="-122"/>
              </a:rPr>
              <a:t>——</a:t>
            </a:r>
            <a:r>
              <a:rPr lang="zh-CN" altLang="en-US" sz="4000" b="1" dirty="0">
                <a:solidFill>
                  <a:srgbClr val="FFFFFF"/>
                </a:solidFill>
                <a:ea typeface="隶书" panose="02010509060101010101" pitchFamily="49" charset="-122"/>
              </a:rPr>
              <a:t>隐含转换</a:t>
            </a:r>
            <a:endParaRPr lang="zh-CN" altLang="en-US" sz="4000" b="1" dirty="0">
              <a:solidFill>
                <a:srgbClr val="FFFFFF"/>
              </a:solidFill>
              <a:ea typeface="隶书" panose="020105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7523">
                                            <p:txEl>
                                              <p:pRg st="0" end="0"/>
                                            </p:txEl>
                                          </p:spTgt>
                                        </p:tgtEl>
                                        <p:attrNameLst>
                                          <p:attrName>style.visibility</p:attrName>
                                        </p:attrNameLst>
                                      </p:cBhvr>
                                      <p:to>
                                        <p:strVal val="visible"/>
                                      </p:to>
                                    </p:set>
                                    <p:anim calcmode="lin" valueType="num">
                                      <p:cBhvr additive="base">
                                        <p:cTn id="7" dur="1000" fill="hold"/>
                                        <p:tgtEl>
                                          <p:spTgt spid="10752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1075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7523">
                                            <p:txEl>
                                              <p:pRg st="1" end="1"/>
                                            </p:txEl>
                                          </p:spTgt>
                                        </p:tgtEl>
                                        <p:attrNameLst>
                                          <p:attrName>style.visibility</p:attrName>
                                        </p:attrNameLst>
                                      </p:cBhvr>
                                      <p:to>
                                        <p:strVal val="visible"/>
                                      </p:to>
                                    </p:set>
                                    <p:anim calcmode="lin" valueType="num">
                                      <p:cBhvr additive="base">
                                        <p:cTn id="13" dur="1000" fill="hold"/>
                                        <p:tgtEl>
                                          <p:spTgt spid="107523">
                                            <p:txEl>
                                              <p:pRg st="1" end="1"/>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1075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7523">
                                            <p:txEl>
                                              <p:pRg st="2" end="2"/>
                                            </p:txEl>
                                          </p:spTgt>
                                        </p:tgtEl>
                                        <p:attrNameLst>
                                          <p:attrName>style.visibility</p:attrName>
                                        </p:attrNameLst>
                                      </p:cBhvr>
                                      <p:to>
                                        <p:strVal val="visible"/>
                                      </p:to>
                                    </p:set>
                                    <p:anim calcmode="lin" valueType="num">
                                      <p:cBhvr additive="base">
                                        <p:cTn id="19" dur="1000" fill="hold"/>
                                        <p:tgtEl>
                                          <p:spTgt spid="107523">
                                            <p:txEl>
                                              <p:pRg st="2" end="2"/>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1075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7523">
                                            <p:txEl>
                                              <p:pRg st="3" end="3"/>
                                            </p:txEl>
                                          </p:spTgt>
                                        </p:tgtEl>
                                        <p:attrNameLst>
                                          <p:attrName>style.visibility</p:attrName>
                                        </p:attrNameLst>
                                      </p:cBhvr>
                                      <p:to>
                                        <p:strVal val="visible"/>
                                      </p:to>
                                    </p:set>
                                    <p:anim calcmode="lin" valueType="num">
                                      <p:cBhvr additive="base">
                                        <p:cTn id="25" dur="1000" fill="hold"/>
                                        <p:tgtEl>
                                          <p:spTgt spid="107523">
                                            <p:txEl>
                                              <p:pRg st="3" end="3"/>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10752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内容占位符 2"/>
          <p:cNvSpPr>
            <a:spLocks noGrp="1"/>
          </p:cNvSpPr>
          <p:nvPr>
            <p:ph idx="1"/>
          </p:nvPr>
        </p:nvSpPr>
        <p:spPr>
          <a:xfrm>
            <a:off x="457200" y="1571625"/>
            <a:ext cx="8229600" cy="5143500"/>
          </a:xfrm>
        </p:spPr>
        <p:txBody>
          <a:bodyPr/>
          <a:lstStyle/>
          <a:p>
            <a:pPr eaLnBrk="1" hangingPunct="1">
              <a:lnSpc>
                <a:spcPct val="130000"/>
              </a:lnSpc>
              <a:spcBef>
                <a:spcPts val="1200"/>
              </a:spcBef>
              <a:spcAft>
                <a:spcPts val="1200"/>
              </a:spcAft>
            </a:pPr>
            <a:r>
              <a:rPr lang="zh-CN" altLang="en-US" sz="2600" b="1" dirty="0" smtClean="0">
                <a:ea typeface="+mj-ea"/>
              </a:rPr>
              <a:t>位运算的操作数必须是整数，当二元位运算的操作数是不同类型的整数时，也会自动进行类型转换，</a:t>
            </a:r>
            <a:endParaRPr lang="zh-CN" altLang="en-US" sz="2600" b="1" dirty="0" smtClean="0">
              <a:ea typeface="+mj-ea"/>
            </a:endParaRPr>
          </a:p>
          <a:p>
            <a:pPr eaLnBrk="1" hangingPunct="1">
              <a:lnSpc>
                <a:spcPct val="130000"/>
              </a:lnSpc>
              <a:spcBef>
                <a:spcPts val="1200"/>
              </a:spcBef>
              <a:spcAft>
                <a:spcPts val="1200"/>
              </a:spcAft>
            </a:pPr>
            <a:r>
              <a:rPr lang="zh-CN" altLang="en-US" sz="2600" b="1" dirty="0" smtClean="0">
                <a:ea typeface="+mj-ea"/>
              </a:rPr>
              <a:t>赋值运算要求左值与右值的类型相同，若类型不同，编译系统会自动将右值转换为左值的类型。</a:t>
            </a:r>
            <a:endParaRPr lang="zh-CN" altLang="en-US" sz="2600" b="1" dirty="0" smtClean="0">
              <a:ea typeface="+mj-ea"/>
            </a:endParaRPr>
          </a:p>
          <a:p>
            <a:pPr lvl="1" eaLnBrk="1" hangingPunct="1">
              <a:buFont typeface="Georgia" panose="02040502050405020303" pitchFamily="18" charset="0"/>
              <a:buNone/>
            </a:pPr>
            <a:endParaRPr lang="zh-CN" altLang="en-US" sz="3200" b="1" dirty="0" smtClean="0">
              <a:solidFill>
                <a:srgbClr val="C00000"/>
              </a:solidFill>
              <a:ea typeface="+mj-ea"/>
            </a:endParaRPr>
          </a:p>
        </p:txBody>
      </p:sp>
      <p:sp>
        <p:nvSpPr>
          <p:cNvPr id="7" name="标题 1"/>
          <p:cNvSpPr>
            <a:spLocks noGrp="1"/>
          </p:cNvSpPr>
          <p:nvPr>
            <p:ph type="title"/>
          </p:nvPr>
        </p:nvSpPr>
        <p:spPr>
          <a:xfrm>
            <a:off x="395536" y="188640"/>
            <a:ext cx="8496944" cy="1325563"/>
          </a:xfrm>
        </p:spPr>
        <p:txBody>
          <a:bodyPr>
            <a:normAutofit fontScale="90000"/>
          </a:bodyPr>
          <a:lstStyle/>
          <a:p>
            <a:pPr algn="ctr" eaLnBrk="1" fontAlgn="auto" hangingPunct="1">
              <a:spcAft>
                <a:spcPts val="0"/>
              </a:spcAft>
              <a:defRPr/>
            </a:pPr>
            <a:r>
              <a:rPr lang="en-US" altLang="zh-CN" sz="4000" b="1" dirty="0" smtClean="0">
                <a:solidFill>
                  <a:srgbClr val="FFFFFF"/>
                </a:solidFill>
                <a:ea typeface="隶书" panose="02010509060101010101" pitchFamily="49" charset="-122"/>
              </a:rPr>
              <a:t>2.2.6</a:t>
            </a:r>
            <a:r>
              <a:rPr lang="zh-CN" altLang="en-US" sz="4000" b="1" dirty="0" smtClean="0">
                <a:solidFill>
                  <a:srgbClr val="FFFFFF"/>
                </a:solidFill>
                <a:ea typeface="隶书" panose="02010509060101010101" pitchFamily="49" charset="-122"/>
              </a:rPr>
              <a:t>、</a:t>
            </a:r>
            <a:r>
              <a:rPr lang="zh-CN" altLang="en-US" sz="4000" b="1" dirty="0">
                <a:solidFill>
                  <a:srgbClr val="FFFFFF"/>
                </a:solidFill>
                <a:ea typeface="隶书" panose="02010509060101010101" pitchFamily="49" charset="-122"/>
              </a:rPr>
              <a:t>运算符和表达式：</a:t>
            </a:r>
            <a:br>
              <a:rPr lang="en-US" altLang="zh-CN" sz="4000" b="1" dirty="0">
                <a:solidFill>
                  <a:srgbClr val="FFFFFF"/>
                </a:solidFill>
                <a:ea typeface="隶书" panose="02010509060101010101" pitchFamily="49" charset="-122"/>
              </a:rPr>
            </a:br>
            <a:r>
              <a:rPr lang="zh-CN" altLang="en-US" sz="4000" b="1" dirty="0">
                <a:solidFill>
                  <a:srgbClr val="FFFFFF"/>
                </a:solidFill>
                <a:ea typeface="隶书" panose="02010509060101010101" pitchFamily="49" charset="-122"/>
              </a:rPr>
              <a:t>混合运算时数据类型的</a:t>
            </a:r>
            <a:r>
              <a:rPr lang="zh-CN" altLang="en-US" sz="4000" b="1" dirty="0" smtClean="0">
                <a:solidFill>
                  <a:srgbClr val="FFFFFF"/>
                </a:solidFill>
                <a:ea typeface="隶书" panose="02010509060101010101" pitchFamily="49" charset="-122"/>
              </a:rPr>
              <a:t>转换</a:t>
            </a:r>
            <a:r>
              <a:rPr lang="en-US" altLang="zh-CN" sz="4000" b="1" dirty="0" smtClean="0">
                <a:solidFill>
                  <a:srgbClr val="FFFFFF"/>
                </a:solidFill>
                <a:ea typeface="隶书" panose="02010509060101010101" pitchFamily="49" charset="-122"/>
              </a:rPr>
              <a:t>——</a:t>
            </a:r>
            <a:r>
              <a:rPr lang="zh-CN" altLang="en-US" sz="4000" b="1" dirty="0">
                <a:solidFill>
                  <a:srgbClr val="FFFFFF"/>
                </a:solidFill>
                <a:ea typeface="隶书" panose="02010509060101010101" pitchFamily="49" charset="-122"/>
              </a:rPr>
              <a:t>隐含转换</a:t>
            </a:r>
            <a:endParaRPr lang="zh-CN" altLang="en-US" sz="4000" b="1" dirty="0">
              <a:solidFill>
                <a:srgbClr val="FFFFFF"/>
              </a:solidFill>
              <a:ea typeface="隶书" panose="02010509060101010101" pitchFamily="49" charset="-122"/>
            </a:endParaRPr>
          </a:p>
        </p:txBody>
      </p:sp>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260648"/>
            <a:ext cx="8532440" cy="1325563"/>
          </a:xfrm>
        </p:spPr>
        <p:txBody>
          <a:bodyPr>
            <a:noAutofit/>
          </a:bodyPr>
          <a:lstStyle/>
          <a:p>
            <a:pPr algn="ctr" eaLnBrk="1" fontAlgn="auto" hangingPunct="1">
              <a:spcAft>
                <a:spcPts val="0"/>
              </a:spcAft>
              <a:defRPr/>
            </a:pPr>
            <a:r>
              <a:rPr lang="en-US" altLang="zh-CN" b="1" dirty="0" smtClean="0">
                <a:solidFill>
                  <a:srgbClr val="FFFFFF"/>
                </a:solidFill>
                <a:ea typeface="隶书" panose="02010509060101010101" pitchFamily="49" charset="-122"/>
              </a:rPr>
              <a:t>2.2.6</a:t>
            </a:r>
            <a:r>
              <a:rPr lang="zh-CN" altLang="en-US" b="1" dirty="0" smtClean="0">
                <a:solidFill>
                  <a:srgbClr val="FFFFFF"/>
                </a:solidFill>
                <a:ea typeface="隶书" panose="02010509060101010101" pitchFamily="49" charset="-122"/>
              </a:rPr>
              <a:t>、</a:t>
            </a:r>
            <a:r>
              <a:rPr lang="zh-CN" altLang="en-US" b="1" dirty="0">
                <a:solidFill>
                  <a:srgbClr val="FFFFFF"/>
                </a:solidFill>
                <a:ea typeface="隶书" panose="02010509060101010101" pitchFamily="49" charset="-122"/>
              </a:rPr>
              <a:t>运算符和表达式：</a:t>
            </a:r>
            <a:br>
              <a:rPr lang="en-US" altLang="zh-CN" b="1" dirty="0">
                <a:solidFill>
                  <a:srgbClr val="FFFFFF"/>
                </a:solidFill>
                <a:ea typeface="隶书" panose="02010509060101010101" pitchFamily="49" charset="-122"/>
              </a:rPr>
            </a:br>
            <a:r>
              <a:rPr lang="zh-CN" altLang="en-US" b="1" dirty="0">
                <a:solidFill>
                  <a:srgbClr val="FFFFFF"/>
                </a:solidFill>
                <a:ea typeface="隶书" panose="02010509060101010101" pitchFamily="49" charset="-122"/>
              </a:rPr>
              <a:t>混合运算时数据类型的转换</a:t>
            </a:r>
            <a:r>
              <a:rPr lang="en-US" altLang="zh-CN" b="1" dirty="0" smtClean="0">
                <a:solidFill>
                  <a:srgbClr val="FFFFFF"/>
                </a:solidFill>
                <a:ea typeface="隶书" panose="02010509060101010101" pitchFamily="49" charset="-122"/>
              </a:rPr>
              <a:t>——</a:t>
            </a:r>
            <a:r>
              <a:rPr lang="zh-CN" altLang="en-US" dirty="0" smtClean="0"/>
              <a:t>显式转换</a:t>
            </a:r>
            <a:endParaRPr lang="zh-CN" altLang="en-US" dirty="0"/>
          </a:p>
        </p:txBody>
      </p:sp>
      <p:sp>
        <p:nvSpPr>
          <p:cNvPr id="3" name="内容占位符 2"/>
          <p:cNvSpPr>
            <a:spLocks noGrp="1"/>
          </p:cNvSpPr>
          <p:nvPr>
            <p:ph idx="1"/>
          </p:nvPr>
        </p:nvSpPr>
        <p:spPr>
          <a:xfrm>
            <a:off x="457200" y="1571625"/>
            <a:ext cx="8229600" cy="5143500"/>
          </a:xfrm>
        </p:spPr>
        <p:txBody>
          <a:bodyPr>
            <a:noAutofit/>
          </a:bodyPr>
          <a:lstStyle/>
          <a:p>
            <a:pPr marL="109855" indent="0" eaLnBrk="1" fontAlgn="auto" hangingPunct="1">
              <a:lnSpc>
                <a:spcPct val="120000"/>
              </a:lnSpc>
              <a:spcAft>
                <a:spcPts val="0"/>
              </a:spcAft>
              <a:buClr>
                <a:schemeClr val="accent3"/>
              </a:buClr>
              <a:buNone/>
              <a:defRPr/>
            </a:pPr>
            <a:r>
              <a:rPr lang="zh-CN" altLang="en-US" sz="2400" b="1" dirty="0" smtClean="0">
                <a:ea typeface="+mj-ea"/>
              </a:rPr>
              <a:t>语法形式（</a:t>
            </a:r>
            <a:r>
              <a:rPr lang="en-US" altLang="zh-CN" sz="2400" b="1" dirty="0" smtClean="0">
                <a:ea typeface="+mj-ea"/>
              </a:rPr>
              <a:t>3</a:t>
            </a:r>
            <a:r>
              <a:rPr lang="zh-CN" altLang="en-US" sz="2400" b="1" dirty="0" smtClean="0">
                <a:ea typeface="+mj-ea"/>
              </a:rPr>
              <a:t>种）：</a:t>
            </a:r>
            <a:endParaRPr lang="zh-CN" altLang="en-US" sz="2400" b="1" dirty="0" smtClean="0">
              <a:ea typeface="+mj-ea"/>
            </a:endParaRPr>
          </a:p>
          <a:p>
            <a:pPr marL="525780" indent="-514350" fontAlgn="auto">
              <a:lnSpc>
                <a:spcPct val="120000"/>
              </a:lnSpc>
              <a:spcAft>
                <a:spcPts val="0"/>
              </a:spcAft>
              <a:buFont typeface="+mj-lt"/>
              <a:buAutoNum type="arabicPeriod"/>
              <a:defRPr/>
            </a:pPr>
            <a:r>
              <a:rPr lang="zh-CN" altLang="en-US" sz="2400" b="1" dirty="0" smtClean="0">
                <a:solidFill>
                  <a:srgbClr val="FFFF00"/>
                </a:solidFill>
                <a:ea typeface="+mj-ea"/>
              </a:rPr>
              <a:t>类型说明符</a:t>
            </a:r>
            <a:r>
              <a:rPr lang="en-US" altLang="zh-CN" sz="2400" b="1" dirty="0" smtClean="0">
                <a:solidFill>
                  <a:srgbClr val="FFFF00"/>
                </a:solidFill>
                <a:ea typeface="+mj-ea"/>
              </a:rPr>
              <a:t>(</a:t>
            </a:r>
            <a:r>
              <a:rPr lang="zh-CN" altLang="en-US" sz="2400" b="1" dirty="0" smtClean="0">
                <a:solidFill>
                  <a:srgbClr val="FFFF00"/>
                </a:solidFill>
                <a:ea typeface="+mj-ea"/>
              </a:rPr>
              <a:t>表达式</a:t>
            </a:r>
            <a:r>
              <a:rPr lang="en-US" altLang="zh-CN" sz="2400" b="1" dirty="0" smtClean="0">
                <a:solidFill>
                  <a:srgbClr val="FFFF00"/>
                </a:solidFill>
                <a:ea typeface="+mj-ea"/>
              </a:rPr>
              <a:t>)</a:t>
            </a:r>
            <a:endParaRPr lang="en-US" altLang="zh-CN" sz="2400" b="1" dirty="0" smtClean="0">
              <a:solidFill>
                <a:srgbClr val="FFFF00"/>
              </a:solidFill>
              <a:ea typeface="+mj-ea"/>
            </a:endParaRPr>
          </a:p>
          <a:p>
            <a:pPr marL="525780" indent="-514350" fontAlgn="auto">
              <a:lnSpc>
                <a:spcPct val="120000"/>
              </a:lnSpc>
              <a:spcAft>
                <a:spcPts val="0"/>
              </a:spcAft>
              <a:buFont typeface="+mj-lt"/>
              <a:buAutoNum type="arabicPeriod"/>
              <a:defRPr/>
            </a:pPr>
            <a:r>
              <a:rPr lang="en-US" altLang="zh-CN" sz="2400" b="1" dirty="0" smtClean="0">
                <a:solidFill>
                  <a:srgbClr val="FFFF00"/>
                </a:solidFill>
                <a:ea typeface="+mj-ea"/>
              </a:rPr>
              <a:t>(</a:t>
            </a:r>
            <a:r>
              <a:rPr lang="zh-CN" altLang="en-US" sz="2400" b="1" dirty="0" smtClean="0">
                <a:solidFill>
                  <a:srgbClr val="FFFF00"/>
                </a:solidFill>
                <a:ea typeface="+mj-ea"/>
              </a:rPr>
              <a:t>类型说明符</a:t>
            </a:r>
            <a:r>
              <a:rPr lang="en-US" altLang="zh-CN" sz="2400" b="1" dirty="0" smtClean="0">
                <a:solidFill>
                  <a:srgbClr val="FFFF00"/>
                </a:solidFill>
                <a:ea typeface="+mj-ea"/>
              </a:rPr>
              <a:t>)</a:t>
            </a:r>
            <a:r>
              <a:rPr lang="zh-CN" altLang="en-US" sz="2400" b="1" dirty="0" smtClean="0">
                <a:solidFill>
                  <a:srgbClr val="FFFF00"/>
                </a:solidFill>
                <a:ea typeface="+mj-ea"/>
              </a:rPr>
              <a:t>表达式</a:t>
            </a:r>
            <a:endParaRPr lang="zh-CN" altLang="en-US" sz="2400" b="1" dirty="0" smtClean="0">
              <a:solidFill>
                <a:srgbClr val="FFFF00"/>
              </a:solidFill>
              <a:ea typeface="+mj-ea"/>
            </a:endParaRPr>
          </a:p>
          <a:p>
            <a:pPr marL="525780" indent="-514350" fontAlgn="auto">
              <a:lnSpc>
                <a:spcPct val="120000"/>
              </a:lnSpc>
              <a:spcAft>
                <a:spcPts val="0"/>
              </a:spcAft>
              <a:buFont typeface="+mj-lt"/>
              <a:buAutoNum type="arabicPeriod"/>
              <a:defRPr/>
            </a:pPr>
            <a:r>
              <a:rPr lang="zh-CN" altLang="en-US" sz="2400" b="1" dirty="0" smtClean="0">
                <a:solidFill>
                  <a:srgbClr val="FFFF00"/>
                </a:solidFill>
                <a:ea typeface="+mj-ea"/>
              </a:rPr>
              <a:t>类型转换操作符</a:t>
            </a:r>
            <a:r>
              <a:rPr lang="en-US" altLang="zh-CN" sz="2400" b="1" dirty="0" smtClean="0">
                <a:solidFill>
                  <a:srgbClr val="FFFF00"/>
                </a:solidFill>
                <a:ea typeface="+mj-ea"/>
              </a:rPr>
              <a:t>&lt;</a:t>
            </a:r>
            <a:r>
              <a:rPr lang="zh-CN" altLang="en-US" sz="2400" b="1" dirty="0" smtClean="0">
                <a:solidFill>
                  <a:srgbClr val="FFFF00"/>
                </a:solidFill>
                <a:ea typeface="+mj-ea"/>
              </a:rPr>
              <a:t>类型</a:t>
            </a:r>
            <a:r>
              <a:rPr lang="zh-CN" altLang="en-US" sz="2400" b="1" dirty="0">
                <a:solidFill>
                  <a:srgbClr val="FFFF00"/>
                </a:solidFill>
                <a:ea typeface="+mj-ea"/>
              </a:rPr>
              <a:t>说明符</a:t>
            </a:r>
            <a:r>
              <a:rPr lang="en-US" altLang="zh-CN" sz="2400" b="1" dirty="0">
                <a:solidFill>
                  <a:srgbClr val="FFFF00"/>
                </a:solidFill>
                <a:ea typeface="+mj-ea"/>
              </a:rPr>
              <a:t>&gt;(</a:t>
            </a:r>
            <a:r>
              <a:rPr lang="zh-CN" altLang="en-US" sz="2400" b="1" dirty="0">
                <a:solidFill>
                  <a:srgbClr val="FFFF00"/>
                </a:solidFill>
                <a:ea typeface="+mj-ea"/>
              </a:rPr>
              <a:t>表达式</a:t>
            </a:r>
            <a:r>
              <a:rPr lang="en-US" altLang="zh-CN" sz="2400" b="1" dirty="0">
                <a:solidFill>
                  <a:srgbClr val="FFFF00"/>
                </a:solidFill>
                <a:ea typeface="+mj-ea"/>
              </a:rPr>
              <a:t>)</a:t>
            </a:r>
            <a:endParaRPr lang="en-US" altLang="zh-CN" sz="2400" b="1" dirty="0">
              <a:solidFill>
                <a:srgbClr val="FFFF00"/>
              </a:solidFill>
              <a:ea typeface="+mj-ea"/>
            </a:endParaRPr>
          </a:p>
          <a:p>
            <a:pPr marL="704215" lvl="2" indent="0" eaLnBrk="1" fontAlgn="auto" hangingPunct="1">
              <a:lnSpc>
                <a:spcPct val="120000"/>
              </a:lnSpc>
              <a:spcAft>
                <a:spcPts val="0"/>
              </a:spcAft>
              <a:buNone/>
              <a:defRPr/>
            </a:pPr>
            <a:r>
              <a:rPr lang="zh-CN" altLang="en-US" b="1" dirty="0" smtClean="0">
                <a:ea typeface="+mj-ea"/>
              </a:rPr>
              <a:t>类型转换操作符可以是：</a:t>
            </a:r>
            <a:r>
              <a:rPr lang="en-US" altLang="zh-CN" b="1" dirty="0" err="1" smtClean="0">
                <a:ea typeface="+mj-ea"/>
              </a:rPr>
              <a:t>const_cast</a:t>
            </a:r>
            <a:r>
              <a:rPr lang="zh-CN" altLang="en-US" b="1" dirty="0" smtClean="0">
                <a:ea typeface="+mj-ea"/>
              </a:rPr>
              <a:t>、</a:t>
            </a:r>
            <a:r>
              <a:rPr lang="en-US" altLang="zh-CN" b="1" dirty="0" err="1" smtClean="0">
                <a:ea typeface="+mj-ea"/>
              </a:rPr>
              <a:t>dynamic_cast</a:t>
            </a:r>
            <a:r>
              <a:rPr lang="zh-CN" altLang="en-US" b="1" dirty="0" smtClean="0">
                <a:ea typeface="+mj-ea"/>
              </a:rPr>
              <a:t>、</a:t>
            </a:r>
            <a:br>
              <a:rPr lang="zh-CN" altLang="en-US" b="1" dirty="0" smtClean="0">
                <a:ea typeface="+mj-ea"/>
              </a:rPr>
            </a:br>
            <a:r>
              <a:rPr lang="en-US" altLang="zh-CN" b="1" dirty="0" err="1" smtClean="0">
                <a:ea typeface="+mj-ea"/>
              </a:rPr>
              <a:t>reinterpret_cast</a:t>
            </a:r>
            <a:r>
              <a:rPr lang="zh-CN" altLang="en-US" b="1" dirty="0" smtClean="0">
                <a:ea typeface="+mj-ea"/>
              </a:rPr>
              <a:t>、</a:t>
            </a:r>
            <a:r>
              <a:rPr lang="en-US" altLang="zh-CN" b="1" dirty="0" err="1" smtClean="0">
                <a:ea typeface="+mj-ea"/>
              </a:rPr>
              <a:t>static_cast</a:t>
            </a:r>
            <a:endParaRPr lang="en-US" altLang="zh-CN" b="1" dirty="0" smtClean="0">
              <a:ea typeface="+mj-ea"/>
            </a:endParaRPr>
          </a:p>
          <a:p>
            <a:pPr marL="109855" indent="0" eaLnBrk="1" fontAlgn="auto" hangingPunct="1">
              <a:lnSpc>
                <a:spcPct val="120000"/>
              </a:lnSpc>
              <a:spcAft>
                <a:spcPts val="0"/>
              </a:spcAft>
              <a:buClr>
                <a:schemeClr val="accent3"/>
              </a:buClr>
              <a:buNone/>
              <a:defRPr/>
            </a:pPr>
            <a:r>
              <a:rPr lang="zh-CN" altLang="en-US" sz="2400" b="1" dirty="0" smtClean="0">
                <a:ea typeface="+mj-ea"/>
              </a:rPr>
              <a:t>显式类型转换的作用是将表达式的结果类型转换为类型说明符所指定的类型。</a:t>
            </a:r>
            <a:endParaRPr lang="zh-CN" altLang="en-US" sz="2400" b="1" dirty="0" smtClean="0">
              <a:ea typeface="+mj-ea"/>
            </a:endParaRPr>
          </a:p>
          <a:p>
            <a:pPr marL="109855" indent="0" eaLnBrk="1" fontAlgn="auto" hangingPunct="1">
              <a:lnSpc>
                <a:spcPct val="120000"/>
              </a:lnSpc>
              <a:spcAft>
                <a:spcPts val="0"/>
              </a:spcAft>
              <a:buClr>
                <a:schemeClr val="accent3"/>
              </a:buClr>
              <a:buNone/>
              <a:defRPr/>
            </a:pPr>
            <a:r>
              <a:rPr lang="zh-CN" altLang="en-US" sz="2400" b="1" dirty="0" smtClean="0">
                <a:ea typeface="+mj-ea"/>
              </a:rPr>
              <a:t>例：</a:t>
            </a:r>
            <a:r>
              <a:rPr lang="en-US" altLang="zh-CN" sz="2400" b="1" dirty="0" err="1" smtClean="0">
                <a:ea typeface="+mj-ea"/>
              </a:rPr>
              <a:t>int</a:t>
            </a:r>
            <a:r>
              <a:rPr lang="en-US" altLang="zh-CN" sz="2400" b="1" dirty="0" smtClean="0">
                <a:ea typeface="+mj-ea"/>
              </a:rPr>
              <a:t>(z), (</a:t>
            </a:r>
            <a:r>
              <a:rPr lang="en-US" altLang="zh-CN" sz="2400" b="1" dirty="0" err="1" smtClean="0">
                <a:ea typeface="+mj-ea"/>
              </a:rPr>
              <a:t>int</a:t>
            </a:r>
            <a:r>
              <a:rPr lang="en-US" altLang="zh-CN" sz="2400" b="1" dirty="0" smtClean="0">
                <a:ea typeface="+mj-ea"/>
              </a:rPr>
              <a:t>)z, </a:t>
            </a:r>
            <a:r>
              <a:rPr lang="en-US" altLang="zh-CN" sz="2400" b="1" dirty="0" err="1" smtClean="0">
                <a:ea typeface="+mj-ea"/>
              </a:rPr>
              <a:t>static_cast</a:t>
            </a:r>
            <a:r>
              <a:rPr lang="en-US" altLang="zh-CN" sz="2400" b="1" dirty="0" smtClean="0">
                <a:ea typeface="+mj-ea"/>
              </a:rPr>
              <a:t>&lt;</a:t>
            </a:r>
            <a:r>
              <a:rPr lang="en-US" altLang="zh-CN" sz="2400" b="1" dirty="0" err="1" smtClean="0">
                <a:ea typeface="+mj-ea"/>
              </a:rPr>
              <a:t>int</a:t>
            </a:r>
            <a:r>
              <a:rPr lang="en-US" altLang="zh-CN" sz="2400" b="1" dirty="0" smtClean="0">
                <a:ea typeface="+mj-ea"/>
              </a:rPr>
              <a:t>&gt;(z)   </a:t>
            </a:r>
            <a:r>
              <a:rPr lang="zh-CN" altLang="en-US" sz="2400" b="1" dirty="0" smtClean="0">
                <a:ea typeface="+mj-ea"/>
              </a:rPr>
              <a:t>三种完全等价</a:t>
            </a:r>
            <a:endParaRPr lang="zh-CN" altLang="en-US" sz="2400" b="1" dirty="0" smtClean="0">
              <a:ea typeface="+mj-ea"/>
            </a:endParaRPr>
          </a:p>
        </p:txBody>
      </p:sp>
    </p:spTree>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p:cNvSpPr>
            <a:spLocks noGrp="1"/>
          </p:cNvSpPr>
          <p:nvPr>
            <p:ph type="title"/>
          </p:nvPr>
        </p:nvSpPr>
        <p:spPr>
          <a:xfrm>
            <a:off x="457200" y="260350"/>
            <a:ext cx="8229600" cy="1066800"/>
          </a:xfrm>
        </p:spPr>
        <p:txBody>
          <a:bodyPr>
            <a:noAutofit/>
          </a:bodyPr>
          <a:lstStyle/>
          <a:p>
            <a:pPr algn="ctr" fontAlgn="auto">
              <a:spcAft>
                <a:spcPts val="0"/>
              </a:spcAft>
            </a:pPr>
            <a:r>
              <a:rPr lang="en-US" altLang="zh-CN" b="1" dirty="0" smtClean="0">
                <a:solidFill>
                  <a:srgbClr val="FFFFFF"/>
                </a:solidFill>
                <a:ea typeface="隶书" panose="02010509060101010101" pitchFamily="49" charset="-122"/>
              </a:rPr>
              <a:t>2.2.7 </a:t>
            </a:r>
            <a:r>
              <a:rPr lang="zh-CN" altLang="en-US" b="1" dirty="0">
                <a:solidFill>
                  <a:srgbClr val="FFFFFF"/>
                </a:solidFill>
                <a:ea typeface="隶书" panose="02010509060101010101" pitchFamily="49" charset="-122"/>
              </a:rPr>
              <a:t>语句</a:t>
            </a:r>
            <a:endParaRPr lang="zh-CN" altLang="en-US" b="1" dirty="0">
              <a:solidFill>
                <a:srgbClr val="FFFFFF"/>
              </a:solidFill>
              <a:ea typeface="隶书" panose="02010509060101010101" pitchFamily="49" charset="-122"/>
            </a:endParaRPr>
          </a:p>
        </p:txBody>
      </p:sp>
      <p:sp>
        <p:nvSpPr>
          <p:cNvPr id="93187" name="内容占位符 2"/>
          <p:cNvSpPr>
            <a:spLocks noGrp="1"/>
          </p:cNvSpPr>
          <p:nvPr>
            <p:ph idx="1"/>
          </p:nvPr>
        </p:nvSpPr>
        <p:spPr>
          <a:xfrm>
            <a:off x="611560" y="1125538"/>
            <a:ext cx="8075240" cy="5448300"/>
          </a:xfrm>
        </p:spPr>
        <p:txBody>
          <a:bodyPr/>
          <a:lstStyle/>
          <a:p>
            <a:pPr marL="0" indent="0" eaLnBrk="1" hangingPunct="1">
              <a:spcBef>
                <a:spcPts val="600"/>
              </a:spcBef>
              <a:spcAft>
                <a:spcPts val="0"/>
              </a:spcAft>
              <a:buNone/>
            </a:pPr>
            <a:r>
              <a:rPr lang="en-US" altLang="zh-CN" sz="2800" b="1" dirty="0" smtClean="0">
                <a:ea typeface="+mj-ea"/>
              </a:rPr>
              <a:t>C++</a:t>
            </a:r>
            <a:r>
              <a:rPr lang="zh-CN" altLang="en-US" sz="2800" b="1" dirty="0" smtClean="0">
                <a:ea typeface="+mj-ea"/>
              </a:rPr>
              <a:t>中的语句有如下种类</a:t>
            </a:r>
            <a:endParaRPr lang="en-US" altLang="zh-CN" sz="2800" b="1" dirty="0" smtClean="0">
              <a:ea typeface="+mj-ea"/>
            </a:endParaRPr>
          </a:p>
          <a:p>
            <a:pPr>
              <a:spcBef>
                <a:spcPts val="600"/>
              </a:spcBef>
              <a:spcAft>
                <a:spcPts val="0"/>
              </a:spcAft>
              <a:buFont typeface="Wingdings" panose="05000000000000000000" pitchFamily="2" charset="2"/>
              <a:buChar char="ü"/>
            </a:pPr>
            <a:r>
              <a:rPr lang="zh-CN" altLang="en-US" sz="2800" b="1" dirty="0" smtClean="0">
                <a:solidFill>
                  <a:srgbClr val="FFFF00"/>
                </a:solidFill>
                <a:ea typeface="+mj-ea"/>
              </a:rPr>
              <a:t>空语句</a:t>
            </a:r>
            <a:r>
              <a:rPr lang="zh-CN" altLang="en-US" sz="2800" b="1" dirty="0" smtClean="0">
                <a:ea typeface="+mj-ea"/>
              </a:rPr>
              <a:t>：只有一个语句结束符“</a:t>
            </a:r>
            <a:r>
              <a:rPr lang="en-US" altLang="zh-CN" sz="2800" b="1" dirty="0" smtClean="0">
                <a:ea typeface="+mj-ea"/>
              </a:rPr>
              <a:t>;</a:t>
            </a:r>
            <a:r>
              <a:rPr lang="zh-CN" altLang="en-US" sz="2800" b="1" dirty="0" smtClean="0">
                <a:ea typeface="+mj-ea"/>
              </a:rPr>
              <a:t>”</a:t>
            </a:r>
            <a:endParaRPr lang="zh-CN" altLang="en-US" sz="2800" b="1" dirty="0" smtClean="0">
              <a:ea typeface="+mj-ea"/>
            </a:endParaRPr>
          </a:p>
          <a:p>
            <a:pPr>
              <a:spcBef>
                <a:spcPts val="600"/>
              </a:spcBef>
              <a:spcAft>
                <a:spcPts val="0"/>
              </a:spcAft>
              <a:buFont typeface="Wingdings" panose="05000000000000000000" pitchFamily="2" charset="2"/>
              <a:buChar char="ü"/>
            </a:pPr>
            <a:r>
              <a:rPr lang="zh-CN" altLang="en-US" sz="2800" b="1" dirty="0" smtClean="0">
                <a:solidFill>
                  <a:srgbClr val="FFFF00"/>
                </a:solidFill>
                <a:ea typeface="+mj-ea"/>
              </a:rPr>
              <a:t>声明语句</a:t>
            </a:r>
            <a:r>
              <a:rPr lang="zh-CN" altLang="en-US" sz="2800" b="1" dirty="0" smtClean="0">
                <a:ea typeface="+mj-ea"/>
              </a:rPr>
              <a:t>：例如，变量声明</a:t>
            </a:r>
            <a:endParaRPr lang="zh-CN" altLang="en-US" sz="2800" b="1" dirty="0" smtClean="0">
              <a:ea typeface="+mj-ea"/>
            </a:endParaRPr>
          </a:p>
          <a:p>
            <a:pPr>
              <a:spcBef>
                <a:spcPts val="600"/>
              </a:spcBef>
              <a:spcAft>
                <a:spcPts val="0"/>
              </a:spcAft>
              <a:buFont typeface="Wingdings" panose="05000000000000000000" pitchFamily="2" charset="2"/>
              <a:buChar char="ü"/>
            </a:pPr>
            <a:r>
              <a:rPr lang="zh-CN" altLang="en-US" sz="2800" b="1" dirty="0" smtClean="0">
                <a:solidFill>
                  <a:srgbClr val="FFFF00"/>
                </a:solidFill>
                <a:ea typeface="+mj-ea"/>
              </a:rPr>
              <a:t>表达式语句</a:t>
            </a:r>
            <a:r>
              <a:rPr lang="zh-CN" altLang="en-US" sz="2800" b="1" dirty="0" smtClean="0">
                <a:ea typeface="+mj-ea"/>
              </a:rPr>
              <a:t>：在表达式末尾添加语句结束符构成表达式语句</a:t>
            </a:r>
            <a:endParaRPr lang="en-US" altLang="zh-CN" sz="2800" b="1" dirty="0" smtClean="0">
              <a:ea typeface="+mj-ea"/>
            </a:endParaRPr>
          </a:p>
          <a:p>
            <a:pPr lvl="2" eaLnBrk="1" hangingPunct="1">
              <a:spcBef>
                <a:spcPts val="600"/>
              </a:spcBef>
              <a:spcAft>
                <a:spcPts val="0"/>
              </a:spcAft>
              <a:buFont typeface="Wingdings" panose="05000000000000000000" pitchFamily="2" charset="2"/>
              <a:buChar char="ü"/>
            </a:pPr>
            <a:r>
              <a:rPr lang="zh-CN" altLang="en-US" sz="2800" b="1" dirty="0" smtClean="0">
                <a:ea typeface="+mj-ea"/>
              </a:rPr>
              <a:t>例如：</a:t>
            </a:r>
            <a:r>
              <a:rPr lang="en-US" altLang="zh-CN" sz="2800" b="1" dirty="0" smtClean="0">
                <a:ea typeface="+mj-ea"/>
              </a:rPr>
              <a:t>a=3;</a:t>
            </a:r>
            <a:endParaRPr lang="zh-CN" altLang="en-US" sz="2800" b="1" dirty="0" smtClean="0">
              <a:ea typeface="+mj-ea"/>
            </a:endParaRPr>
          </a:p>
          <a:p>
            <a:pPr>
              <a:spcBef>
                <a:spcPts val="600"/>
              </a:spcBef>
              <a:spcAft>
                <a:spcPts val="0"/>
              </a:spcAft>
              <a:buFont typeface="Wingdings" panose="05000000000000000000" pitchFamily="2" charset="2"/>
              <a:buChar char="ü"/>
            </a:pPr>
            <a:r>
              <a:rPr lang="zh-CN" altLang="en-US" sz="2800" b="1" dirty="0" smtClean="0">
                <a:solidFill>
                  <a:srgbClr val="FFFF00"/>
                </a:solidFill>
                <a:ea typeface="+mj-ea"/>
              </a:rPr>
              <a:t>流程控制语句</a:t>
            </a:r>
            <a:r>
              <a:rPr lang="zh-CN" altLang="en-US" sz="2800" b="1" dirty="0" smtClean="0">
                <a:ea typeface="+mj-ea"/>
              </a:rPr>
              <a:t>（详见</a:t>
            </a:r>
            <a:r>
              <a:rPr lang="en-US" altLang="zh-CN" sz="2800" b="1" dirty="0" smtClean="0">
                <a:ea typeface="+mj-ea"/>
              </a:rPr>
              <a:t>2.4</a:t>
            </a:r>
            <a:r>
              <a:rPr lang="zh-CN" altLang="en-US" sz="2800" b="1" dirty="0" smtClean="0">
                <a:ea typeface="+mj-ea"/>
              </a:rPr>
              <a:t>节）：选择语句、循环语句、跳转语句</a:t>
            </a:r>
            <a:endParaRPr lang="zh-CN" altLang="en-US" sz="2800" b="1" dirty="0" smtClean="0">
              <a:ea typeface="+mj-ea"/>
            </a:endParaRPr>
          </a:p>
          <a:p>
            <a:pPr>
              <a:spcBef>
                <a:spcPts val="600"/>
              </a:spcBef>
              <a:spcAft>
                <a:spcPts val="0"/>
              </a:spcAft>
              <a:buFont typeface="Wingdings" panose="05000000000000000000" pitchFamily="2" charset="2"/>
              <a:buChar char="ü"/>
            </a:pPr>
            <a:r>
              <a:rPr lang="zh-CN" altLang="en-US" sz="2800" b="1" dirty="0" smtClean="0">
                <a:solidFill>
                  <a:srgbClr val="FFFF00"/>
                </a:solidFill>
                <a:ea typeface="+mj-ea"/>
              </a:rPr>
              <a:t>标号语句</a:t>
            </a:r>
            <a:r>
              <a:rPr lang="zh-CN" altLang="en-US" sz="2800" b="1" dirty="0" smtClean="0">
                <a:ea typeface="+mj-ea"/>
              </a:rPr>
              <a:t>：在语句前附加标号，通常用来与跳转语句配合 </a:t>
            </a:r>
            <a:endParaRPr lang="zh-CN" altLang="en-US" sz="2800" b="1" dirty="0" smtClean="0">
              <a:ea typeface="+mj-ea"/>
            </a:endParaRPr>
          </a:p>
          <a:p>
            <a:pPr eaLnBrk="1" hangingPunct="1">
              <a:spcBef>
                <a:spcPts val="600"/>
              </a:spcBef>
              <a:spcAft>
                <a:spcPts val="0"/>
              </a:spcAft>
              <a:buFont typeface="Wingdings" panose="05000000000000000000" pitchFamily="2" charset="2"/>
              <a:buChar char="ü"/>
            </a:pPr>
            <a:r>
              <a:rPr lang="zh-CN" altLang="en-US" sz="2800" b="1" dirty="0" smtClean="0">
                <a:solidFill>
                  <a:srgbClr val="FFFF00"/>
                </a:solidFill>
                <a:ea typeface="+mj-ea"/>
              </a:rPr>
              <a:t>复合语句</a:t>
            </a:r>
            <a:r>
              <a:rPr lang="zh-CN" altLang="en-US" sz="2800" b="1" dirty="0" smtClean="0">
                <a:ea typeface="+mj-ea"/>
              </a:rPr>
              <a:t>：用“</a:t>
            </a:r>
            <a:r>
              <a:rPr lang="en-US" altLang="zh-CN" sz="2800" b="1" dirty="0" smtClean="0">
                <a:ea typeface="+mj-ea"/>
              </a:rPr>
              <a:t>{}</a:t>
            </a:r>
            <a:r>
              <a:rPr lang="zh-CN" altLang="en-US" sz="2800" b="1" dirty="0" smtClean="0">
                <a:ea typeface="+mj-ea"/>
              </a:rPr>
              <a:t>”括起来的多条语句</a:t>
            </a:r>
            <a:endParaRPr lang="zh-CN" altLang="en-US" sz="2800" b="1" dirty="0" smtClean="0">
              <a:ea typeface="+mj-ea"/>
            </a:endParaRPr>
          </a:p>
        </p:txBody>
      </p:sp>
    </p:spTree>
  </p:cSld>
  <p:clrMapOvr>
    <a:masterClrMapping/>
  </p:clrMapOv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p:cNvSpPr>
            <a:spLocks noGrp="1" noChangeArrowheads="1"/>
          </p:cNvSpPr>
          <p:nvPr>
            <p:ph type="title"/>
          </p:nvPr>
        </p:nvSpPr>
        <p:spPr bwMode="auto">
          <a:xfrm>
            <a:off x="539552" y="2819400"/>
            <a:ext cx="8352928" cy="12954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SzPct val="200000"/>
              <a:buFont typeface="+mj-lt"/>
              <a:buAutoNum type="arabicPeriod" startAt="3"/>
            </a:pPr>
            <a:r>
              <a:rPr lang="zh-CN" altLang="en-US" sz="8000" b="1" dirty="0" smtClean="0">
                <a:ea typeface="华文彩云" panose="02010800040101010101" pitchFamily="2" charset="-122"/>
              </a:rPr>
              <a:t>数据</a:t>
            </a:r>
            <a:r>
              <a:rPr lang="zh-CN" altLang="en-US" sz="5400" b="1" dirty="0" smtClean="0">
                <a:ea typeface="华文彩云" panose="02010800040101010101" pitchFamily="2" charset="-122"/>
              </a:rPr>
              <a:t>の输入与输出</a:t>
            </a:r>
            <a:endParaRPr lang="zh-CN" altLang="en-US" sz="5400" dirty="0"/>
          </a:p>
        </p:txBody>
      </p:sp>
      <p:grpSp>
        <p:nvGrpSpPr>
          <p:cNvPr id="689168" name="Group 16"/>
          <p:cNvGrpSpPr/>
          <p:nvPr/>
        </p:nvGrpSpPr>
        <p:grpSpPr bwMode="auto">
          <a:xfrm>
            <a:off x="4419600" y="609600"/>
            <a:ext cx="2438400" cy="1752600"/>
            <a:chOff x="2208" y="384"/>
            <a:chExt cx="1536" cy="1104"/>
          </a:xfrm>
        </p:grpSpPr>
        <p:sp>
          <p:nvSpPr>
            <p:cNvPr id="689157" name="Oval 5"/>
            <p:cNvSpPr>
              <a:spLocks noChangeArrowheads="1"/>
            </p:cNvSpPr>
            <p:nvPr/>
          </p:nvSpPr>
          <p:spPr bwMode="auto">
            <a:xfrm>
              <a:off x="2208" y="576"/>
              <a:ext cx="1536" cy="912"/>
            </a:xfrm>
            <a:prstGeom prst="ellipse">
              <a:avLst/>
            </a:prstGeom>
            <a:solidFill>
              <a:schemeClr val="bg1"/>
            </a:solidFill>
            <a:ln w="38100">
              <a:solidFill>
                <a:schemeClr val="hlink"/>
              </a:solidFill>
              <a:round/>
            </a:ln>
            <a:effectLst>
              <a:outerShdw dist="53882" dir="2700000" algn="ctr" rotWithShape="0">
                <a:srgbClr val="DDDDDD"/>
              </a:outerShdw>
            </a:effectLst>
          </p:spPr>
          <p:txBody>
            <a:bodyPr wrap="none" anchor="ctr"/>
            <a:lstStyle/>
            <a:p>
              <a:endParaRPr lang="zh-CN" altLang="en-US"/>
            </a:p>
          </p:txBody>
        </p:sp>
        <p:grpSp>
          <p:nvGrpSpPr>
            <p:cNvPr id="689158" name="Group 6"/>
            <p:cNvGrpSpPr/>
            <p:nvPr/>
          </p:nvGrpSpPr>
          <p:grpSpPr bwMode="auto">
            <a:xfrm>
              <a:off x="2592" y="384"/>
              <a:ext cx="820" cy="734"/>
              <a:chOff x="613" y="1858"/>
              <a:chExt cx="672" cy="686"/>
            </a:xfrm>
          </p:grpSpPr>
          <p:grpSp>
            <p:nvGrpSpPr>
              <p:cNvPr id="689159" name="Group 7"/>
              <p:cNvGrpSpPr/>
              <p:nvPr/>
            </p:nvGrpSpPr>
            <p:grpSpPr bwMode="auto">
              <a:xfrm>
                <a:off x="613" y="2062"/>
                <a:ext cx="216" cy="482"/>
                <a:chOff x="3064" y="2792"/>
                <a:chExt cx="281" cy="626"/>
              </a:xfrm>
            </p:grpSpPr>
            <p:sp>
              <p:nvSpPr>
                <p:cNvPr id="689160" name="Oval 8"/>
                <p:cNvSpPr>
                  <a:spLocks noChangeArrowheads="1"/>
                </p:cNvSpPr>
                <p:nvPr/>
              </p:nvSpPr>
              <p:spPr bwMode="auto">
                <a:xfrm>
                  <a:off x="3156" y="2792"/>
                  <a:ext cx="95" cy="102"/>
                </a:xfrm>
                <a:prstGeom prst="ellipse">
                  <a:avLst/>
                </a:prstGeom>
                <a:gradFill rotWithShape="0">
                  <a:gsLst>
                    <a:gs pos="0">
                      <a:srgbClr val="9234DB">
                        <a:gamma/>
                        <a:tint val="33333"/>
                        <a:invGamma/>
                      </a:srgbClr>
                    </a:gs>
                    <a:gs pos="100000">
                      <a:srgbClr val="9234DB"/>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1" name="Freeform 9"/>
                <p:cNvSpPr/>
                <p:nvPr/>
              </p:nvSpPr>
              <p:spPr bwMode="auto">
                <a:xfrm>
                  <a:off x="3064" y="2914"/>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9234DB">
                        <a:gamma/>
                        <a:tint val="33333"/>
                        <a:invGamma/>
                      </a:srgbClr>
                    </a:gs>
                    <a:gs pos="100000">
                      <a:srgbClr val="9234DB"/>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689162" name="Group 10"/>
              <p:cNvGrpSpPr/>
              <p:nvPr/>
            </p:nvGrpSpPr>
            <p:grpSpPr bwMode="auto">
              <a:xfrm>
                <a:off x="850" y="1858"/>
                <a:ext cx="183" cy="470"/>
                <a:chOff x="2073" y="2933"/>
                <a:chExt cx="238" cy="611"/>
              </a:xfrm>
            </p:grpSpPr>
            <p:sp>
              <p:nvSpPr>
                <p:cNvPr id="689163" name="Oval 11"/>
                <p:cNvSpPr>
                  <a:spLocks noChangeArrowheads="1"/>
                </p:cNvSpPr>
                <p:nvPr/>
              </p:nvSpPr>
              <p:spPr bwMode="auto">
                <a:xfrm>
                  <a:off x="2139" y="2933"/>
                  <a:ext cx="99" cy="101"/>
                </a:xfrm>
                <a:prstGeom prst="ellipse">
                  <a:avLst/>
                </a:prstGeom>
                <a:gradFill rotWithShape="0">
                  <a:gsLst>
                    <a:gs pos="0">
                      <a:srgbClr val="F95AB7">
                        <a:gamma/>
                        <a:tint val="52549"/>
                        <a:invGamma/>
                      </a:srgbClr>
                    </a:gs>
                    <a:gs pos="100000">
                      <a:srgbClr val="F95AB7"/>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4" name="Freeform 12"/>
                <p:cNvSpPr/>
                <p:nvPr/>
              </p:nvSpPr>
              <p:spPr bwMode="auto">
                <a:xfrm>
                  <a:off x="2073" y="3048"/>
                  <a:ext cx="238" cy="496"/>
                </a:xfrm>
                <a:custGeom>
                  <a:avLst/>
                  <a:gdLst>
                    <a:gd name="T0" fmla="*/ 186 w 238"/>
                    <a:gd name="T1" fmla="*/ 0 h 496"/>
                    <a:gd name="T2" fmla="*/ 195 w 238"/>
                    <a:gd name="T3" fmla="*/ 3 h 496"/>
                    <a:gd name="T4" fmla="*/ 204 w 238"/>
                    <a:gd name="T5" fmla="*/ 4 h 496"/>
                    <a:gd name="T6" fmla="*/ 212 w 238"/>
                    <a:gd name="T7" fmla="*/ 9 h 496"/>
                    <a:gd name="T8" fmla="*/ 224 w 238"/>
                    <a:gd name="T9" fmla="*/ 13 h 496"/>
                    <a:gd name="T10" fmla="*/ 230 w 238"/>
                    <a:gd name="T11" fmla="*/ 24 h 496"/>
                    <a:gd name="T12" fmla="*/ 237 w 238"/>
                    <a:gd name="T13" fmla="*/ 34 h 496"/>
                    <a:gd name="T14" fmla="*/ 237 w 238"/>
                    <a:gd name="T15" fmla="*/ 226 h 496"/>
                    <a:gd name="T16" fmla="*/ 234 w 238"/>
                    <a:gd name="T17" fmla="*/ 232 h 496"/>
                    <a:gd name="T18" fmla="*/ 230 w 238"/>
                    <a:gd name="T19" fmla="*/ 239 h 496"/>
                    <a:gd name="T20" fmla="*/ 221 w 238"/>
                    <a:gd name="T21" fmla="*/ 242 h 496"/>
                    <a:gd name="T22" fmla="*/ 212 w 238"/>
                    <a:gd name="T23" fmla="*/ 244 h 496"/>
                    <a:gd name="T24" fmla="*/ 204 w 238"/>
                    <a:gd name="T25" fmla="*/ 242 h 496"/>
                    <a:gd name="T26" fmla="*/ 200 w 238"/>
                    <a:gd name="T27" fmla="*/ 235 h 496"/>
                    <a:gd name="T28" fmla="*/ 195 w 238"/>
                    <a:gd name="T29" fmla="*/ 230 h 496"/>
                    <a:gd name="T30" fmla="*/ 195 w 238"/>
                    <a:gd name="T31" fmla="*/ 84 h 496"/>
                    <a:gd name="T32" fmla="*/ 182 w 238"/>
                    <a:gd name="T33" fmla="*/ 471 h 496"/>
                    <a:gd name="T34" fmla="*/ 177 w 238"/>
                    <a:gd name="T35" fmla="*/ 483 h 496"/>
                    <a:gd name="T36" fmla="*/ 170 w 238"/>
                    <a:gd name="T37" fmla="*/ 491 h 496"/>
                    <a:gd name="T38" fmla="*/ 161 w 238"/>
                    <a:gd name="T39" fmla="*/ 495 h 496"/>
                    <a:gd name="T40" fmla="*/ 152 w 238"/>
                    <a:gd name="T41" fmla="*/ 495 h 496"/>
                    <a:gd name="T42" fmla="*/ 140 w 238"/>
                    <a:gd name="T43" fmla="*/ 492 h 496"/>
                    <a:gd name="T44" fmla="*/ 132 w 238"/>
                    <a:gd name="T45" fmla="*/ 486 h 496"/>
                    <a:gd name="T46" fmla="*/ 128 w 238"/>
                    <a:gd name="T47" fmla="*/ 479 h 496"/>
                    <a:gd name="T48" fmla="*/ 126 w 238"/>
                    <a:gd name="T49" fmla="*/ 470 h 496"/>
                    <a:gd name="T50" fmla="*/ 111 w 238"/>
                    <a:gd name="T51" fmla="*/ 470 h 496"/>
                    <a:gd name="T52" fmla="*/ 107 w 238"/>
                    <a:gd name="T53" fmla="*/ 479 h 496"/>
                    <a:gd name="T54" fmla="*/ 101 w 238"/>
                    <a:gd name="T55" fmla="*/ 491 h 496"/>
                    <a:gd name="T56" fmla="*/ 89 w 238"/>
                    <a:gd name="T57" fmla="*/ 495 h 496"/>
                    <a:gd name="T58" fmla="*/ 77 w 238"/>
                    <a:gd name="T59" fmla="*/ 495 h 496"/>
                    <a:gd name="T60" fmla="*/ 69 w 238"/>
                    <a:gd name="T61" fmla="*/ 491 h 496"/>
                    <a:gd name="T62" fmla="*/ 60 w 238"/>
                    <a:gd name="T63" fmla="*/ 486 h 496"/>
                    <a:gd name="T64" fmla="*/ 56 w 238"/>
                    <a:gd name="T65" fmla="*/ 477 h 496"/>
                    <a:gd name="T66" fmla="*/ 56 w 238"/>
                    <a:gd name="T67" fmla="*/ 84 h 496"/>
                    <a:gd name="T68" fmla="*/ 42 w 238"/>
                    <a:gd name="T69" fmla="*/ 227 h 496"/>
                    <a:gd name="T70" fmla="*/ 38 w 238"/>
                    <a:gd name="T71" fmla="*/ 235 h 496"/>
                    <a:gd name="T72" fmla="*/ 33 w 238"/>
                    <a:gd name="T73" fmla="*/ 239 h 496"/>
                    <a:gd name="T74" fmla="*/ 26 w 238"/>
                    <a:gd name="T75" fmla="*/ 244 h 496"/>
                    <a:gd name="T76" fmla="*/ 17 w 238"/>
                    <a:gd name="T77" fmla="*/ 244 h 496"/>
                    <a:gd name="T78" fmla="*/ 9 w 238"/>
                    <a:gd name="T79" fmla="*/ 239 h 496"/>
                    <a:gd name="T80" fmla="*/ 5 w 238"/>
                    <a:gd name="T81" fmla="*/ 238 h 496"/>
                    <a:gd name="T82" fmla="*/ 0 w 238"/>
                    <a:gd name="T83" fmla="*/ 230 h 496"/>
                    <a:gd name="T84" fmla="*/ 0 w 238"/>
                    <a:gd name="T85" fmla="*/ 39 h 496"/>
                    <a:gd name="T86" fmla="*/ 5 w 238"/>
                    <a:gd name="T87" fmla="*/ 25 h 496"/>
                    <a:gd name="T88" fmla="*/ 14 w 238"/>
                    <a:gd name="T89" fmla="*/ 13 h 496"/>
                    <a:gd name="T90" fmla="*/ 30 w 238"/>
                    <a:gd name="T91" fmla="*/ 7 h 496"/>
                    <a:gd name="T92" fmla="*/ 44 w 238"/>
                    <a:gd name="T93" fmla="*/ 3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8" h="496">
                      <a:moveTo>
                        <a:pt x="56" y="0"/>
                      </a:moveTo>
                      <a:lnTo>
                        <a:pt x="182" y="0"/>
                      </a:lnTo>
                      <a:lnTo>
                        <a:pt x="186" y="0"/>
                      </a:lnTo>
                      <a:lnTo>
                        <a:pt x="188" y="0"/>
                      </a:lnTo>
                      <a:lnTo>
                        <a:pt x="191" y="0"/>
                      </a:lnTo>
                      <a:lnTo>
                        <a:pt x="195" y="3"/>
                      </a:lnTo>
                      <a:lnTo>
                        <a:pt x="198" y="3"/>
                      </a:lnTo>
                      <a:lnTo>
                        <a:pt x="200" y="3"/>
                      </a:lnTo>
                      <a:lnTo>
                        <a:pt x="204" y="4"/>
                      </a:lnTo>
                      <a:lnTo>
                        <a:pt x="207" y="4"/>
                      </a:lnTo>
                      <a:lnTo>
                        <a:pt x="209" y="7"/>
                      </a:lnTo>
                      <a:lnTo>
                        <a:pt x="212" y="9"/>
                      </a:lnTo>
                      <a:lnTo>
                        <a:pt x="216" y="9"/>
                      </a:lnTo>
                      <a:lnTo>
                        <a:pt x="219" y="12"/>
                      </a:lnTo>
                      <a:lnTo>
                        <a:pt x="224" y="13"/>
                      </a:lnTo>
                      <a:lnTo>
                        <a:pt x="225" y="18"/>
                      </a:lnTo>
                      <a:lnTo>
                        <a:pt x="228" y="21"/>
                      </a:lnTo>
                      <a:lnTo>
                        <a:pt x="230" y="24"/>
                      </a:lnTo>
                      <a:lnTo>
                        <a:pt x="234" y="28"/>
                      </a:lnTo>
                      <a:lnTo>
                        <a:pt x="234" y="30"/>
                      </a:lnTo>
                      <a:lnTo>
                        <a:pt x="237" y="34"/>
                      </a:lnTo>
                      <a:lnTo>
                        <a:pt x="237" y="39"/>
                      </a:lnTo>
                      <a:lnTo>
                        <a:pt x="237" y="42"/>
                      </a:lnTo>
                      <a:lnTo>
                        <a:pt x="237" y="226"/>
                      </a:lnTo>
                      <a:lnTo>
                        <a:pt x="237" y="227"/>
                      </a:lnTo>
                      <a:lnTo>
                        <a:pt x="234" y="230"/>
                      </a:lnTo>
                      <a:lnTo>
                        <a:pt x="234" y="232"/>
                      </a:lnTo>
                      <a:lnTo>
                        <a:pt x="234" y="235"/>
                      </a:lnTo>
                      <a:lnTo>
                        <a:pt x="233" y="238"/>
                      </a:lnTo>
                      <a:lnTo>
                        <a:pt x="230" y="239"/>
                      </a:lnTo>
                      <a:lnTo>
                        <a:pt x="228" y="239"/>
                      </a:lnTo>
                      <a:lnTo>
                        <a:pt x="224" y="242"/>
                      </a:lnTo>
                      <a:lnTo>
                        <a:pt x="221" y="242"/>
                      </a:lnTo>
                      <a:lnTo>
                        <a:pt x="219" y="244"/>
                      </a:lnTo>
                      <a:lnTo>
                        <a:pt x="216" y="244"/>
                      </a:lnTo>
                      <a:lnTo>
                        <a:pt x="212" y="244"/>
                      </a:lnTo>
                      <a:lnTo>
                        <a:pt x="209" y="242"/>
                      </a:lnTo>
                      <a:lnTo>
                        <a:pt x="207" y="242"/>
                      </a:lnTo>
                      <a:lnTo>
                        <a:pt x="204" y="242"/>
                      </a:lnTo>
                      <a:lnTo>
                        <a:pt x="203" y="239"/>
                      </a:lnTo>
                      <a:lnTo>
                        <a:pt x="200" y="238"/>
                      </a:lnTo>
                      <a:lnTo>
                        <a:pt x="200" y="235"/>
                      </a:lnTo>
                      <a:lnTo>
                        <a:pt x="198" y="235"/>
                      </a:lnTo>
                      <a:lnTo>
                        <a:pt x="195" y="232"/>
                      </a:lnTo>
                      <a:lnTo>
                        <a:pt x="195" y="230"/>
                      </a:lnTo>
                      <a:lnTo>
                        <a:pt x="195" y="227"/>
                      </a:lnTo>
                      <a:lnTo>
                        <a:pt x="195" y="226"/>
                      </a:lnTo>
                      <a:lnTo>
                        <a:pt x="195" y="84"/>
                      </a:lnTo>
                      <a:lnTo>
                        <a:pt x="182" y="84"/>
                      </a:lnTo>
                      <a:lnTo>
                        <a:pt x="182" y="467"/>
                      </a:lnTo>
                      <a:lnTo>
                        <a:pt x="182" y="471"/>
                      </a:lnTo>
                      <a:lnTo>
                        <a:pt x="182" y="474"/>
                      </a:lnTo>
                      <a:lnTo>
                        <a:pt x="179" y="479"/>
                      </a:lnTo>
                      <a:lnTo>
                        <a:pt x="177" y="483"/>
                      </a:lnTo>
                      <a:lnTo>
                        <a:pt x="174" y="486"/>
                      </a:lnTo>
                      <a:lnTo>
                        <a:pt x="173" y="488"/>
                      </a:lnTo>
                      <a:lnTo>
                        <a:pt x="170" y="491"/>
                      </a:lnTo>
                      <a:lnTo>
                        <a:pt x="165" y="492"/>
                      </a:lnTo>
                      <a:lnTo>
                        <a:pt x="162" y="492"/>
                      </a:lnTo>
                      <a:lnTo>
                        <a:pt x="161" y="495"/>
                      </a:lnTo>
                      <a:lnTo>
                        <a:pt x="156" y="495"/>
                      </a:lnTo>
                      <a:lnTo>
                        <a:pt x="153" y="495"/>
                      </a:lnTo>
                      <a:lnTo>
                        <a:pt x="152" y="495"/>
                      </a:lnTo>
                      <a:lnTo>
                        <a:pt x="147" y="495"/>
                      </a:lnTo>
                      <a:lnTo>
                        <a:pt x="144" y="492"/>
                      </a:lnTo>
                      <a:lnTo>
                        <a:pt x="140" y="492"/>
                      </a:lnTo>
                      <a:lnTo>
                        <a:pt x="137" y="491"/>
                      </a:lnTo>
                      <a:lnTo>
                        <a:pt x="135" y="488"/>
                      </a:lnTo>
                      <a:lnTo>
                        <a:pt x="132" y="486"/>
                      </a:lnTo>
                      <a:lnTo>
                        <a:pt x="131" y="483"/>
                      </a:lnTo>
                      <a:lnTo>
                        <a:pt x="128" y="482"/>
                      </a:lnTo>
                      <a:lnTo>
                        <a:pt x="128" y="479"/>
                      </a:lnTo>
                      <a:lnTo>
                        <a:pt x="126" y="477"/>
                      </a:lnTo>
                      <a:lnTo>
                        <a:pt x="126" y="474"/>
                      </a:lnTo>
                      <a:lnTo>
                        <a:pt x="126" y="470"/>
                      </a:lnTo>
                      <a:lnTo>
                        <a:pt x="126" y="238"/>
                      </a:lnTo>
                      <a:lnTo>
                        <a:pt x="111" y="238"/>
                      </a:lnTo>
                      <a:lnTo>
                        <a:pt x="111" y="470"/>
                      </a:lnTo>
                      <a:lnTo>
                        <a:pt x="111" y="471"/>
                      </a:lnTo>
                      <a:lnTo>
                        <a:pt x="110" y="477"/>
                      </a:lnTo>
                      <a:lnTo>
                        <a:pt x="107" y="479"/>
                      </a:lnTo>
                      <a:lnTo>
                        <a:pt x="107" y="483"/>
                      </a:lnTo>
                      <a:lnTo>
                        <a:pt x="105" y="486"/>
                      </a:lnTo>
                      <a:lnTo>
                        <a:pt x="101" y="491"/>
                      </a:lnTo>
                      <a:lnTo>
                        <a:pt x="98" y="491"/>
                      </a:lnTo>
                      <a:lnTo>
                        <a:pt x="93" y="492"/>
                      </a:lnTo>
                      <a:lnTo>
                        <a:pt x="89" y="495"/>
                      </a:lnTo>
                      <a:lnTo>
                        <a:pt x="86" y="495"/>
                      </a:lnTo>
                      <a:lnTo>
                        <a:pt x="81" y="495"/>
                      </a:lnTo>
                      <a:lnTo>
                        <a:pt x="77" y="495"/>
                      </a:lnTo>
                      <a:lnTo>
                        <a:pt x="75" y="495"/>
                      </a:lnTo>
                      <a:lnTo>
                        <a:pt x="72" y="492"/>
                      </a:lnTo>
                      <a:lnTo>
                        <a:pt x="69" y="491"/>
                      </a:lnTo>
                      <a:lnTo>
                        <a:pt x="65" y="491"/>
                      </a:lnTo>
                      <a:lnTo>
                        <a:pt x="63" y="486"/>
                      </a:lnTo>
                      <a:lnTo>
                        <a:pt x="60" y="486"/>
                      </a:lnTo>
                      <a:lnTo>
                        <a:pt x="59" y="482"/>
                      </a:lnTo>
                      <a:lnTo>
                        <a:pt x="59" y="479"/>
                      </a:lnTo>
                      <a:lnTo>
                        <a:pt x="56" y="477"/>
                      </a:lnTo>
                      <a:lnTo>
                        <a:pt x="56" y="474"/>
                      </a:lnTo>
                      <a:lnTo>
                        <a:pt x="56" y="470"/>
                      </a:lnTo>
                      <a:lnTo>
                        <a:pt x="56" y="84"/>
                      </a:lnTo>
                      <a:lnTo>
                        <a:pt x="42" y="84"/>
                      </a:lnTo>
                      <a:lnTo>
                        <a:pt x="42" y="226"/>
                      </a:lnTo>
                      <a:lnTo>
                        <a:pt x="42" y="227"/>
                      </a:lnTo>
                      <a:lnTo>
                        <a:pt x="39" y="230"/>
                      </a:lnTo>
                      <a:lnTo>
                        <a:pt x="39" y="232"/>
                      </a:lnTo>
                      <a:lnTo>
                        <a:pt x="38" y="235"/>
                      </a:lnTo>
                      <a:lnTo>
                        <a:pt x="35" y="238"/>
                      </a:lnTo>
                      <a:lnTo>
                        <a:pt x="35" y="239"/>
                      </a:lnTo>
                      <a:lnTo>
                        <a:pt x="33" y="239"/>
                      </a:lnTo>
                      <a:lnTo>
                        <a:pt x="30" y="242"/>
                      </a:lnTo>
                      <a:lnTo>
                        <a:pt x="29" y="242"/>
                      </a:lnTo>
                      <a:lnTo>
                        <a:pt x="26" y="244"/>
                      </a:lnTo>
                      <a:lnTo>
                        <a:pt x="23" y="244"/>
                      </a:lnTo>
                      <a:lnTo>
                        <a:pt x="18" y="244"/>
                      </a:lnTo>
                      <a:lnTo>
                        <a:pt x="17" y="244"/>
                      </a:lnTo>
                      <a:lnTo>
                        <a:pt x="14" y="242"/>
                      </a:lnTo>
                      <a:lnTo>
                        <a:pt x="12" y="242"/>
                      </a:lnTo>
                      <a:lnTo>
                        <a:pt x="9" y="239"/>
                      </a:lnTo>
                      <a:lnTo>
                        <a:pt x="8" y="239"/>
                      </a:lnTo>
                      <a:lnTo>
                        <a:pt x="8" y="238"/>
                      </a:lnTo>
                      <a:lnTo>
                        <a:pt x="5" y="238"/>
                      </a:lnTo>
                      <a:lnTo>
                        <a:pt x="3" y="235"/>
                      </a:lnTo>
                      <a:lnTo>
                        <a:pt x="3" y="232"/>
                      </a:lnTo>
                      <a:lnTo>
                        <a:pt x="0" y="230"/>
                      </a:lnTo>
                      <a:lnTo>
                        <a:pt x="0" y="227"/>
                      </a:lnTo>
                      <a:lnTo>
                        <a:pt x="0" y="226"/>
                      </a:lnTo>
                      <a:lnTo>
                        <a:pt x="0" y="39"/>
                      </a:lnTo>
                      <a:lnTo>
                        <a:pt x="0" y="34"/>
                      </a:lnTo>
                      <a:lnTo>
                        <a:pt x="3" y="30"/>
                      </a:lnTo>
                      <a:lnTo>
                        <a:pt x="5" y="25"/>
                      </a:lnTo>
                      <a:lnTo>
                        <a:pt x="8" y="21"/>
                      </a:lnTo>
                      <a:lnTo>
                        <a:pt x="12" y="18"/>
                      </a:lnTo>
                      <a:lnTo>
                        <a:pt x="14" y="13"/>
                      </a:lnTo>
                      <a:lnTo>
                        <a:pt x="18" y="12"/>
                      </a:lnTo>
                      <a:lnTo>
                        <a:pt x="26" y="9"/>
                      </a:lnTo>
                      <a:lnTo>
                        <a:pt x="30" y="7"/>
                      </a:lnTo>
                      <a:lnTo>
                        <a:pt x="33" y="4"/>
                      </a:lnTo>
                      <a:lnTo>
                        <a:pt x="39" y="3"/>
                      </a:lnTo>
                      <a:lnTo>
                        <a:pt x="44" y="3"/>
                      </a:lnTo>
                      <a:lnTo>
                        <a:pt x="51" y="0"/>
                      </a:lnTo>
                      <a:lnTo>
                        <a:pt x="56" y="0"/>
                      </a:lnTo>
                    </a:path>
                  </a:pathLst>
                </a:custGeom>
                <a:gradFill rotWithShape="0">
                  <a:gsLst>
                    <a:gs pos="0">
                      <a:srgbClr val="F95AB7">
                        <a:gamma/>
                        <a:tint val="52549"/>
                        <a:invGamma/>
                      </a:srgbClr>
                    </a:gs>
                    <a:gs pos="100000">
                      <a:srgbClr val="F95AB7"/>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689165" name="Group 13"/>
              <p:cNvGrpSpPr/>
              <p:nvPr/>
            </p:nvGrpSpPr>
            <p:grpSpPr bwMode="auto">
              <a:xfrm>
                <a:off x="1069" y="1987"/>
                <a:ext cx="216" cy="482"/>
                <a:chOff x="2326" y="3101"/>
                <a:chExt cx="281" cy="626"/>
              </a:xfrm>
            </p:grpSpPr>
            <p:sp>
              <p:nvSpPr>
                <p:cNvPr id="689166" name="Oval 14"/>
                <p:cNvSpPr>
                  <a:spLocks noChangeArrowheads="1"/>
                </p:cNvSpPr>
                <p:nvPr/>
              </p:nvSpPr>
              <p:spPr bwMode="auto">
                <a:xfrm>
                  <a:off x="2418" y="3101"/>
                  <a:ext cx="95" cy="101"/>
                </a:xfrm>
                <a:prstGeom prst="ellipse">
                  <a:avLst/>
                </a:prstGeom>
                <a:gradFill rotWithShape="0">
                  <a:gsLst>
                    <a:gs pos="0">
                      <a:srgbClr val="FF9900">
                        <a:gamma/>
                        <a:tint val="54902"/>
                        <a:invGamma/>
                      </a:srgbClr>
                    </a:gs>
                    <a:gs pos="100000">
                      <a:srgbClr val="FF9900"/>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7" name="Freeform 15"/>
                <p:cNvSpPr/>
                <p:nvPr/>
              </p:nvSpPr>
              <p:spPr bwMode="auto">
                <a:xfrm>
                  <a:off x="2326" y="3223"/>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FF9900">
                        <a:gamma/>
                        <a:tint val="54902"/>
                        <a:invGamma/>
                      </a:srgbClr>
                    </a:gs>
                    <a:gs pos="100000">
                      <a:srgbClr val="FF9900"/>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grpSp>
    </p:spTree>
  </p:cSld>
  <p:clrMapOvr>
    <a:masterClrMapping/>
  </p:clrMapOv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0066" name="Object 2"/>
          <p:cNvGraphicFramePr>
            <a:graphicFrameLocks noChangeAspect="1"/>
          </p:cNvGraphicFramePr>
          <p:nvPr/>
        </p:nvGraphicFramePr>
        <p:xfrm>
          <a:off x="0" y="5486400"/>
          <a:ext cx="1524000" cy="1371600"/>
        </p:xfrm>
        <a:graphic>
          <a:graphicData uri="http://schemas.openxmlformats.org/presentationml/2006/ole">
            <mc:AlternateContent xmlns:mc="http://schemas.openxmlformats.org/markup-compatibility/2006">
              <mc:Choice xmlns:v="urn:schemas-microsoft-com:vml" Requires="v">
                <p:oleObj spid="_x0000_s609361" name="剪辑" r:id="rId1" imgW="685800" imgH="586740" progId="">
                  <p:embed/>
                </p:oleObj>
              </mc:Choice>
              <mc:Fallback>
                <p:oleObj name="剪辑" r:id="rId1" imgW="685800" imgH="586740" progId="">
                  <p:embed/>
                  <p:pic>
                    <p:nvPicPr>
                      <p:cNvPr id="0" name="图片 6093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486400"/>
                        <a:ext cx="1524000" cy="137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0070" name="Text Box 6"/>
          <p:cNvSpPr txBox="1">
            <a:spLocks noChangeArrowheads="1"/>
          </p:cNvSpPr>
          <p:nvPr/>
        </p:nvSpPr>
        <p:spPr bwMode="auto">
          <a:xfrm>
            <a:off x="287635" y="188640"/>
            <a:ext cx="8244408"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sy="50000" rotWithShape="0">
                    <a:srgbClr val="875B0D"/>
                  </a:outerShdw>
                </a:effectLst>
              </a14:hiddenEffects>
            </a:ext>
          </a:extLst>
        </p:spPr>
        <p:txBody>
          <a:bodyPr wrap="square" anchor="ctr">
            <a:spAutoFit/>
          </a:bodyPr>
          <a:lstStyle/>
          <a:p>
            <a:pPr>
              <a:spcBef>
                <a:spcPct val="50000"/>
              </a:spcBef>
            </a:pPr>
            <a:r>
              <a:rPr lang="en-US" altLang="zh-CN" b="1" dirty="0" smtClean="0">
                <a:solidFill>
                  <a:srgbClr val="FFFF00"/>
                </a:solidFill>
                <a:effectLst>
                  <a:outerShdw blurRad="38100" dist="38100" dir="2700000" algn="tl">
                    <a:srgbClr val="000000"/>
                  </a:outerShdw>
                </a:effectLst>
                <a:latin typeface="+mj-lt"/>
                <a:ea typeface="黑体" panose="02010609060101010101" pitchFamily="49" charset="-122"/>
              </a:rPr>
              <a:t>Unit 02   </a:t>
            </a:r>
            <a:r>
              <a:rPr lang="zh-CN" altLang="en-US" sz="3600" b="1" dirty="0" smtClean="0">
                <a:solidFill>
                  <a:schemeClr val="accent4"/>
                </a:solidFill>
                <a:effectLst>
                  <a:outerShdw blurRad="38100" dist="38100" dir="2700000" algn="tl">
                    <a:srgbClr val="000000"/>
                  </a:outerShdw>
                </a:effectLst>
                <a:latin typeface="华文行楷" panose="02010800040101010101" pitchFamily="2" charset="-122"/>
                <a:ea typeface="华文行楷" panose="02010800040101010101" pitchFamily="2" charset="-122"/>
              </a:rPr>
              <a:t>简单程序设计</a:t>
            </a:r>
            <a:endParaRPr lang="zh-CN" altLang="en-US" sz="3600" b="1" dirty="0">
              <a:solidFill>
                <a:schemeClr val="accent4"/>
              </a:solidFill>
              <a:effectLst>
                <a:outerShdw blurRad="38100" dist="38100" dir="2700000" algn="tl">
                  <a:srgbClr val="000000"/>
                </a:outerShdw>
              </a:effectLst>
              <a:latin typeface="华文行楷" panose="02010800040101010101" pitchFamily="2" charset="-122"/>
              <a:ea typeface="华文行楷" panose="02010800040101010101" pitchFamily="2" charset="-122"/>
            </a:endParaRPr>
          </a:p>
        </p:txBody>
      </p:sp>
      <p:sp>
        <p:nvSpPr>
          <p:cNvPr id="600071" name="Text Box 7"/>
          <p:cNvSpPr txBox="1">
            <a:spLocks noChangeArrowheads="1"/>
          </p:cNvSpPr>
          <p:nvPr/>
        </p:nvSpPr>
        <p:spPr bwMode="auto">
          <a:xfrm>
            <a:off x="1331640" y="6006530"/>
            <a:ext cx="7200800" cy="4370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a:lnSpc>
                <a:spcPct val="70000"/>
              </a:lnSpc>
              <a:spcBef>
                <a:spcPct val="50000"/>
              </a:spcBef>
            </a:pPr>
            <a:r>
              <a:rPr lang="zh-CN" altLang="en-US" sz="3200" dirty="0" smtClean="0">
                <a:solidFill>
                  <a:srgbClr val="0070C0"/>
                </a:solidFill>
                <a:latin typeface="华文行楷" panose="02010800040101010101" pitchFamily="2" charset="-122"/>
                <a:ea typeface="华文行楷" panose="02010800040101010101" pitchFamily="2" charset="-122"/>
              </a:rPr>
              <a:t>武大计算机学院</a:t>
            </a:r>
            <a:r>
              <a:rPr lang="en-US" altLang="zh-CN" sz="3200" dirty="0" smtClean="0">
                <a:solidFill>
                  <a:srgbClr val="0070C0"/>
                </a:solidFill>
                <a:latin typeface="华文行楷" panose="02010800040101010101" pitchFamily="2" charset="-122"/>
                <a:ea typeface="华文行楷" panose="02010800040101010101" pitchFamily="2" charset="-122"/>
              </a:rPr>
              <a:t>《</a:t>
            </a:r>
            <a:r>
              <a:rPr lang="zh-CN" altLang="en-US" sz="3200" dirty="0" smtClean="0">
                <a:solidFill>
                  <a:srgbClr val="0070C0"/>
                </a:solidFill>
                <a:latin typeface="华文行楷" panose="02010800040101010101" pitchFamily="2" charset="-122"/>
                <a:ea typeface="华文行楷" panose="02010800040101010101" pitchFamily="2" charset="-122"/>
              </a:rPr>
              <a:t>程序设计</a:t>
            </a:r>
            <a:r>
              <a:rPr lang="en-US" altLang="zh-CN" sz="3200" dirty="0" smtClean="0">
                <a:solidFill>
                  <a:srgbClr val="0070C0"/>
                </a:solidFill>
                <a:latin typeface="华文行楷" panose="02010800040101010101" pitchFamily="2" charset="-122"/>
                <a:ea typeface="华文行楷" panose="02010800040101010101" pitchFamily="2" charset="-122"/>
              </a:rPr>
              <a:t>》</a:t>
            </a:r>
            <a:r>
              <a:rPr lang="zh-CN" altLang="en-US" sz="3200" dirty="0" smtClean="0">
                <a:solidFill>
                  <a:srgbClr val="0070C0"/>
                </a:solidFill>
                <a:latin typeface="华文行楷" panose="02010800040101010101" pitchFamily="2" charset="-122"/>
                <a:ea typeface="华文行楷" panose="02010800040101010101" pitchFamily="2" charset="-122"/>
              </a:rPr>
              <a:t>课程组</a:t>
            </a:r>
            <a:endParaRPr lang="en-US" altLang="zh-CN" sz="3200" dirty="0" smtClean="0">
              <a:solidFill>
                <a:srgbClr val="0070C0"/>
              </a:solidFill>
              <a:latin typeface="华文行楷" panose="02010800040101010101" pitchFamily="2" charset="-122"/>
              <a:ea typeface="华文行楷" panose="02010800040101010101" pitchFamily="2" charset="-122"/>
            </a:endParaRPr>
          </a:p>
        </p:txBody>
      </p:sp>
      <p:sp>
        <p:nvSpPr>
          <p:cNvPr id="4" name="矩形 3"/>
          <p:cNvSpPr/>
          <p:nvPr/>
        </p:nvSpPr>
        <p:spPr>
          <a:xfrm>
            <a:off x="611560" y="855571"/>
            <a:ext cx="7363072" cy="1446550"/>
          </a:xfrm>
          <a:prstGeom prst="rect">
            <a:avLst/>
          </a:prstGeom>
          <a:noFill/>
        </p:spPr>
        <p:txBody>
          <a:bodyPr wrap="square" lIns="91440" tIns="45720" rIns="91440" bIns="45720">
            <a:spAutoFit/>
          </a:bodyPr>
          <a:lstStyle/>
          <a:p>
            <a:pPr algn="l"/>
            <a:r>
              <a:rPr lang="zh-CN" altLang="en-US" sz="8800" b="1" cap="none" spc="0"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华文琥珀" panose="02010800040101010101" pitchFamily="2" charset="-122"/>
                <a:ea typeface="华文琥珀" panose="02010800040101010101" pitchFamily="2" charset="-122"/>
              </a:rPr>
              <a:t>词    法</a:t>
            </a:r>
            <a:endParaRPr lang="zh-CN" altLang="en-US" sz="8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华文琥珀" panose="02010800040101010101" pitchFamily="2" charset="-122"/>
              <a:ea typeface="华文琥珀" panose="02010800040101010101" pitchFamily="2" charset="-122"/>
            </a:endParaRPr>
          </a:p>
        </p:txBody>
      </p:sp>
      <p:sp>
        <p:nvSpPr>
          <p:cNvPr id="6" name="矩形 5"/>
          <p:cNvSpPr/>
          <p:nvPr/>
        </p:nvSpPr>
        <p:spPr>
          <a:xfrm>
            <a:off x="1043608" y="3643890"/>
            <a:ext cx="7363072" cy="1446550"/>
          </a:xfrm>
          <a:prstGeom prst="rect">
            <a:avLst/>
          </a:prstGeom>
          <a:noFill/>
        </p:spPr>
        <p:txBody>
          <a:bodyPr wrap="square" lIns="91440" tIns="45720" rIns="91440" bIns="45720">
            <a:spAutoFit/>
          </a:bodyPr>
          <a:lstStyle/>
          <a:p>
            <a:pPr algn="r"/>
            <a:r>
              <a:rPr lang="zh-CN" altLang="en-US" sz="88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华文行楷" panose="02010800040101010101" pitchFamily="2" charset="-122"/>
                <a:ea typeface="华文行楷" panose="02010800040101010101" pitchFamily="2" charset="-122"/>
              </a:rPr>
              <a:t>语言的组词</a:t>
            </a:r>
            <a:endParaRPr lang="zh-CN" altLang="en-US" sz="8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华文行楷" panose="02010800040101010101" pitchFamily="2" charset="-122"/>
              <a:ea typeface="华文行楷" panose="02010800040101010101" pitchFamily="2" charset="-122"/>
            </a:endParaRPr>
          </a:p>
        </p:txBody>
      </p:sp>
    </p:spTree>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p:cNvSpPr>
          <p:nvPr>
            <p:ph type="title"/>
          </p:nvPr>
        </p:nvSpPr>
        <p:spPr/>
        <p:txBody>
          <a:bodyPr>
            <a:noAutofit/>
          </a:bodyPr>
          <a:lstStyle/>
          <a:p>
            <a:pPr algn="ctr" fontAlgn="auto">
              <a:spcAft>
                <a:spcPts val="0"/>
              </a:spcAft>
            </a:pPr>
            <a:r>
              <a:rPr lang="en-US" altLang="zh-CN" b="1">
                <a:solidFill>
                  <a:srgbClr val="FFFFFF"/>
                </a:solidFill>
                <a:ea typeface="隶书" panose="02010509060101010101" pitchFamily="49" charset="-122"/>
              </a:rPr>
              <a:t>2.3.1  I/O</a:t>
            </a:r>
            <a:r>
              <a:rPr lang="zh-CN" altLang="en-US" b="1">
                <a:solidFill>
                  <a:srgbClr val="FFFFFF"/>
                </a:solidFill>
                <a:ea typeface="隶书" panose="02010509060101010101" pitchFamily="49" charset="-122"/>
              </a:rPr>
              <a:t>流</a:t>
            </a:r>
            <a:endParaRPr lang="zh-CN" altLang="en-US" b="1">
              <a:solidFill>
                <a:srgbClr val="FFFFFF"/>
              </a:solidFill>
              <a:ea typeface="隶书" panose="02010509060101010101" pitchFamily="49" charset="-122"/>
            </a:endParaRPr>
          </a:p>
        </p:txBody>
      </p:sp>
      <p:sp>
        <p:nvSpPr>
          <p:cNvPr id="94211" name="内容占位符 2"/>
          <p:cNvSpPr>
            <a:spLocks noGrp="1"/>
          </p:cNvSpPr>
          <p:nvPr>
            <p:ph idx="1"/>
          </p:nvPr>
        </p:nvSpPr>
        <p:spPr>
          <a:xfrm>
            <a:off x="755576" y="1412776"/>
            <a:ext cx="7886700" cy="4351338"/>
          </a:xfrm>
        </p:spPr>
        <p:txBody>
          <a:bodyPr/>
          <a:lstStyle/>
          <a:p>
            <a:pPr eaLnBrk="1" hangingPunct="1">
              <a:spcBef>
                <a:spcPts val="1200"/>
              </a:spcBef>
              <a:spcAft>
                <a:spcPts val="600"/>
              </a:spcAft>
            </a:pPr>
            <a:r>
              <a:rPr lang="en-US" altLang="zh-CN" sz="2800" dirty="0" smtClean="0">
                <a:ea typeface="+mj-ea"/>
              </a:rPr>
              <a:t>C++</a:t>
            </a:r>
            <a:r>
              <a:rPr lang="zh-CN" altLang="en-US" sz="2800" dirty="0" smtClean="0">
                <a:ea typeface="+mj-ea"/>
              </a:rPr>
              <a:t>中，将数据从一个对象到另一个对象的流动抽象为“流”。流在使用前要被建立，使用后要被删除。</a:t>
            </a:r>
            <a:endParaRPr lang="en-US" altLang="zh-CN" sz="2800" dirty="0" smtClean="0">
              <a:ea typeface="+mj-ea"/>
            </a:endParaRPr>
          </a:p>
          <a:p>
            <a:pPr eaLnBrk="1" hangingPunct="1">
              <a:spcBef>
                <a:spcPts val="1200"/>
              </a:spcBef>
              <a:spcAft>
                <a:spcPts val="600"/>
              </a:spcAft>
            </a:pPr>
            <a:r>
              <a:rPr lang="zh-CN" altLang="en-US" sz="2800" dirty="0" smtClean="0">
                <a:ea typeface="+mj-ea"/>
              </a:rPr>
              <a:t>从流中获取数据的操作称为提取操作，向流中添加数据的操作称为插入操作。</a:t>
            </a:r>
            <a:endParaRPr lang="en-US" altLang="zh-CN" sz="2800" dirty="0" smtClean="0">
              <a:ea typeface="+mj-ea"/>
            </a:endParaRPr>
          </a:p>
          <a:p>
            <a:pPr eaLnBrk="1" hangingPunct="1">
              <a:spcBef>
                <a:spcPts val="1200"/>
              </a:spcBef>
              <a:spcAft>
                <a:spcPts val="600"/>
              </a:spcAft>
            </a:pPr>
            <a:r>
              <a:rPr lang="zh-CN" altLang="en-US" sz="2800" dirty="0" smtClean="0">
                <a:ea typeface="+mj-ea"/>
              </a:rPr>
              <a:t>数据的输入与输出是通过</a:t>
            </a:r>
            <a:r>
              <a:rPr lang="en-US" altLang="zh-CN" sz="2800" dirty="0" smtClean="0">
                <a:ea typeface="+mj-ea"/>
              </a:rPr>
              <a:t>I/O</a:t>
            </a:r>
            <a:r>
              <a:rPr lang="zh-CN" altLang="en-US" sz="2800" dirty="0" smtClean="0">
                <a:ea typeface="+mj-ea"/>
              </a:rPr>
              <a:t>流来实现的，</a:t>
            </a:r>
            <a:r>
              <a:rPr lang="en-US" altLang="zh-CN" sz="2800" dirty="0" err="1" smtClean="0">
                <a:ea typeface="+mj-ea"/>
              </a:rPr>
              <a:t>cin</a:t>
            </a:r>
            <a:r>
              <a:rPr lang="zh-CN" altLang="en-US" sz="2800" dirty="0" smtClean="0">
                <a:ea typeface="+mj-ea"/>
              </a:rPr>
              <a:t>和</a:t>
            </a:r>
            <a:r>
              <a:rPr lang="en-US" altLang="zh-CN" sz="2800" dirty="0" err="1" smtClean="0">
                <a:ea typeface="+mj-ea"/>
              </a:rPr>
              <a:t>cout</a:t>
            </a:r>
            <a:r>
              <a:rPr lang="zh-CN" altLang="en-US" sz="2800" dirty="0" smtClean="0">
                <a:ea typeface="+mj-ea"/>
              </a:rPr>
              <a:t>是预定义的流类对象。</a:t>
            </a:r>
            <a:r>
              <a:rPr lang="en-US" altLang="zh-CN" sz="2800" dirty="0" err="1" smtClean="0">
                <a:ea typeface="+mj-ea"/>
              </a:rPr>
              <a:t>cin</a:t>
            </a:r>
            <a:r>
              <a:rPr lang="zh-CN" altLang="en-US" sz="2800" dirty="0" smtClean="0">
                <a:ea typeface="+mj-ea"/>
              </a:rPr>
              <a:t>用来处理标准输入，即键盘输入。</a:t>
            </a:r>
            <a:r>
              <a:rPr lang="en-US" altLang="zh-CN" sz="2800" dirty="0" err="1" smtClean="0">
                <a:ea typeface="+mj-ea"/>
              </a:rPr>
              <a:t>cout</a:t>
            </a:r>
            <a:r>
              <a:rPr lang="zh-CN" altLang="en-US" sz="2800" dirty="0" smtClean="0">
                <a:ea typeface="+mj-ea"/>
              </a:rPr>
              <a:t>用来处理标准输出，即屏幕输出。</a:t>
            </a:r>
            <a:endParaRPr lang="zh-CN" altLang="en-US" sz="2800" dirty="0" smtClean="0">
              <a:ea typeface="+mj-ea"/>
            </a:endParaRPr>
          </a:p>
          <a:p>
            <a:pPr eaLnBrk="1" hangingPunct="1"/>
            <a:endParaRPr lang="zh-CN" altLang="en-US" sz="2800" dirty="0" smtClean="0">
              <a:ea typeface="+mj-ea"/>
            </a:endParaRPr>
          </a:p>
        </p:txBody>
      </p:sp>
    </p:spTree>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p:txBody>
          <a:bodyPr>
            <a:noAutofit/>
          </a:bodyPr>
          <a:lstStyle/>
          <a:p>
            <a:pPr algn="ctr" fontAlgn="auto">
              <a:spcAft>
                <a:spcPts val="0"/>
              </a:spcAft>
            </a:pPr>
            <a:r>
              <a:rPr lang="en-US" altLang="zh-CN" b="1" dirty="0">
                <a:solidFill>
                  <a:srgbClr val="FFFFFF"/>
                </a:solidFill>
                <a:ea typeface="隶书" panose="02010509060101010101" pitchFamily="49" charset="-122"/>
              </a:rPr>
              <a:t>2.3.2 </a:t>
            </a:r>
            <a:r>
              <a:rPr lang="zh-CN" altLang="en-US" b="1" dirty="0">
                <a:solidFill>
                  <a:srgbClr val="FFFFFF"/>
                </a:solidFill>
                <a:ea typeface="隶书" panose="02010509060101010101" pitchFamily="49" charset="-122"/>
              </a:rPr>
              <a:t>预定义的插入符和提取符</a:t>
            </a:r>
            <a:endParaRPr lang="zh-CN" altLang="en-US" b="1" dirty="0">
              <a:solidFill>
                <a:srgbClr val="FFFFFF"/>
              </a:solidFill>
              <a:ea typeface="隶书" panose="02010509060101010101" pitchFamily="49" charset="-122"/>
            </a:endParaRPr>
          </a:p>
        </p:txBody>
      </p:sp>
      <p:sp>
        <p:nvSpPr>
          <p:cNvPr id="95235" name="内容占位符 2"/>
          <p:cNvSpPr>
            <a:spLocks noGrp="1"/>
          </p:cNvSpPr>
          <p:nvPr>
            <p:ph idx="1"/>
          </p:nvPr>
        </p:nvSpPr>
        <p:spPr>
          <a:xfrm>
            <a:off x="611560" y="1412776"/>
            <a:ext cx="7886700" cy="4351338"/>
          </a:xfrm>
        </p:spPr>
        <p:txBody>
          <a:bodyPr/>
          <a:lstStyle/>
          <a:p>
            <a:pPr eaLnBrk="1" hangingPunct="1"/>
            <a:r>
              <a:rPr lang="zh-CN" altLang="en-US" sz="2800" dirty="0">
                <a:ea typeface="+mj-ea"/>
              </a:rPr>
              <a:t>“</a:t>
            </a:r>
            <a:r>
              <a:rPr lang="en-US" altLang="zh-CN" sz="2800" dirty="0">
                <a:ea typeface="+mj-ea"/>
              </a:rPr>
              <a:t>&lt;&lt;</a:t>
            </a:r>
            <a:r>
              <a:rPr lang="zh-CN" altLang="en-US" sz="2800" dirty="0">
                <a:ea typeface="+mj-ea"/>
              </a:rPr>
              <a:t>”是预定义的插入符，作用在流类对象</a:t>
            </a:r>
            <a:r>
              <a:rPr lang="en-US" altLang="zh-CN" sz="2800" dirty="0" err="1">
                <a:ea typeface="+mj-ea"/>
              </a:rPr>
              <a:t>cout</a:t>
            </a:r>
            <a:r>
              <a:rPr lang="zh-CN" altLang="en-US" sz="2800" dirty="0">
                <a:ea typeface="+mj-ea"/>
              </a:rPr>
              <a:t>上便可以实现最一般的屏幕输出</a:t>
            </a:r>
            <a:r>
              <a:rPr lang="zh-CN" altLang="en-US" sz="2800" dirty="0" smtClean="0">
                <a:ea typeface="+mj-ea"/>
              </a:rPr>
              <a:t>。</a:t>
            </a:r>
            <a:endParaRPr lang="en-US" altLang="zh-CN" sz="2800" dirty="0" smtClean="0">
              <a:ea typeface="+mj-ea"/>
            </a:endParaRPr>
          </a:p>
          <a:p>
            <a:pPr eaLnBrk="1" hangingPunct="1"/>
            <a:endParaRPr lang="en-US" altLang="zh-CN" sz="2800" dirty="0">
              <a:ea typeface="+mj-ea"/>
            </a:endParaRPr>
          </a:p>
          <a:p>
            <a:pPr eaLnBrk="1" hangingPunct="1"/>
            <a:endParaRPr lang="en-US" altLang="zh-CN" sz="2800" dirty="0" smtClean="0">
              <a:ea typeface="+mj-ea"/>
            </a:endParaRPr>
          </a:p>
          <a:p>
            <a:pPr eaLnBrk="1" hangingPunct="1"/>
            <a:endParaRPr lang="en-US" altLang="zh-CN" sz="2800" dirty="0">
              <a:ea typeface="+mj-ea"/>
            </a:endParaRPr>
          </a:p>
          <a:p>
            <a:pPr eaLnBrk="1" hangingPunct="1"/>
            <a:r>
              <a:rPr lang="zh-CN" altLang="en-US" sz="2800" dirty="0" smtClean="0">
                <a:ea typeface="+mj-ea"/>
              </a:rPr>
              <a:t>键盘</a:t>
            </a:r>
            <a:r>
              <a:rPr lang="zh-CN" altLang="en-US" sz="2800" dirty="0">
                <a:ea typeface="+mj-ea"/>
              </a:rPr>
              <a:t>输入是将提取符作用在流类对象</a:t>
            </a:r>
            <a:r>
              <a:rPr lang="en-US" altLang="zh-CN" sz="2800" dirty="0" err="1">
                <a:ea typeface="+mj-ea"/>
              </a:rPr>
              <a:t>cin</a:t>
            </a:r>
            <a:r>
              <a:rPr lang="zh-CN" altLang="en-US" sz="2800" dirty="0">
                <a:ea typeface="+mj-ea"/>
              </a:rPr>
              <a:t>上</a:t>
            </a:r>
            <a:r>
              <a:rPr lang="zh-CN" altLang="en-US" sz="2800" dirty="0" smtClean="0">
                <a:ea typeface="+mj-ea"/>
              </a:rPr>
              <a:t>。</a:t>
            </a:r>
            <a:endParaRPr lang="zh-CN" altLang="en-US" dirty="0" smtClean="0"/>
          </a:p>
        </p:txBody>
      </p:sp>
      <p:sp>
        <p:nvSpPr>
          <p:cNvPr id="6" name="Rectangle 4"/>
          <p:cNvSpPr>
            <a:spLocks noChangeArrowheads="1"/>
          </p:cNvSpPr>
          <p:nvPr/>
        </p:nvSpPr>
        <p:spPr bwMode="auto">
          <a:xfrm>
            <a:off x="1115616" y="2348880"/>
            <a:ext cx="7313613" cy="156686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50000"/>
              </a:spcBef>
              <a:buClr>
                <a:schemeClr val="tx2"/>
              </a:buClr>
              <a:buSzTx/>
            </a:pPr>
            <a:r>
              <a:rPr kumimoji="0" lang="en-US" altLang="zh-CN" sz="2400" dirty="0" err="1">
                <a:solidFill>
                  <a:srgbClr val="FFFF00"/>
                </a:solidFill>
              </a:rPr>
              <a:t>cout</a:t>
            </a:r>
            <a:r>
              <a:rPr kumimoji="0" lang="en-US" altLang="zh-CN" sz="2400" dirty="0">
                <a:solidFill>
                  <a:srgbClr val="FFFF00"/>
                </a:solidFill>
              </a:rPr>
              <a:t>&lt;&lt;E1&lt;&lt;E2&lt;&lt;…&lt;&lt;</a:t>
            </a:r>
            <a:r>
              <a:rPr kumimoji="0" lang="en-US" altLang="zh-CN" sz="2400" dirty="0" err="1">
                <a:solidFill>
                  <a:srgbClr val="FFFF00"/>
                </a:solidFill>
              </a:rPr>
              <a:t>Em</a:t>
            </a:r>
            <a:r>
              <a:rPr kumimoji="0" lang="en-US" altLang="zh-CN" sz="2400" dirty="0">
                <a:solidFill>
                  <a:srgbClr val="FFFF00"/>
                </a:solidFill>
              </a:rPr>
              <a:t>;    </a:t>
            </a:r>
            <a:endParaRPr kumimoji="0" lang="en-US" altLang="zh-CN" sz="2400" dirty="0">
              <a:solidFill>
                <a:srgbClr val="FFFF00"/>
              </a:solidFill>
            </a:endParaRPr>
          </a:p>
          <a:p>
            <a:pPr algn="l" eaLnBrk="1" hangingPunct="1">
              <a:lnSpc>
                <a:spcPct val="100000"/>
              </a:lnSpc>
              <a:spcBef>
                <a:spcPct val="20000"/>
              </a:spcBef>
              <a:buFont typeface="Wingdings" panose="05000000000000000000" pitchFamily="2" charset="2"/>
              <a:buChar char="u"/>
            </a:pPr>
            <a:r>
              <a:rPr kumimoji="0" lang="en-US" altLang="zh-CN" dirty="0"/>
              <a:t>  “&lt;&lt;”</a:t>
            </a:r>
            <a:r>
              <a:rPr kumimoji="0" lang="zh-CN" altLang="en-US" dirty="0"/>
              <a:t>是预定义的插入运算符，</a:t>
            </a:r>
            <a:r>
              <a:rPr kumimoji="0" lang="en-US" altLang="zh-CN" dirty="0"/>
              <a:t>E1</a:t>
            </a:r>
            <a:r>
              <a:rPr kumimoji="0" lang="zh-CN" altLang="en-US" dirty="0"/>
              <a:t>、</a:t>
            </a:r>
            <a:r>
              <a:rPr kumimoji="0" lang="en-US" altLang="zh-CN" dirty="0"/>
              <a:t>E2</a:t>
            </a:r>
            <a:r>
              <a:rPr kumimoji="0" lang="zh-CN" altLang="en-US" dirty="0"/>
              <a:t>、</a:t>
            </a:r>
            <a:r>
              <a:rPr kumimoji="0" lang="en-US" altLang="zh-CN" dirty="0"/>
              <a:t>…</a:t>
            </a:r>
            <a:r>
              <a:rPr kumimoji="0" lang="zh-CN" altLang="en-US" dirty="0"/>
              <a:t>、</a:t>
            </a:r>
            <a:r>
              <a:rPr kumimoji="0" lang="en-US" altLang="zh-CN" dirty="0" err="1"/>
              <a:t>Em</a:t>
            </a:r>
            <a:r>
              <a:rPr kumimoji="0" lang="zh-CN" altLang="en-US" dirty="0"/>
              <a:t>均为表达式</a:t>
            </a:r>
            <a:endParaRPr kumimoji="0" lang="zh-CN" altLang="en-US" dirty="0"/>
          </a:p>
          <a:p>
            <a:pPr algn="l" eaLnBrk="1" hangingPunct="1">
              <a:lnSpc>
                <a:spcPct val="100000"/>
              </a:lnSpc>
              <a:spcBef>
                <a:spcPct val="20000"/>
              </a:spcBef>
              <a:buFont typeface="Wingdings" panose="05000000000000000000" pitchFamily="2" charset="2"/>
              <a:buChar char="u"/>
            </a:pPr>
            <a:r>
              <a:rPr kumimoji="0" lang="zh-CN" altLang="en-US" dirty="0"/>
              <a:t>  功能是计算各表达式的值，并将结果输出到屏幕当前光标位置处。</a:t>
            </a:r>
            <a:endParaRPr kumimoji="0" lang="zh-CN" altLang="en-US" dirty="0"/>
          </a:p>
        </p:txBody>
      </p:sp>
      <p:sp>
        <p:nvSpPr>
          <p:cNvPr id="7" name="Rectangle 5"/>
          <p:cNvSpPr>
            <a:spLocks noChangeArrowheads="1"/>
          </p:cNvSpPr>
          <p:nvPr/>
        </p:nvSpPr>
        <p:spPr bwMode="auto">
          <a:xfrm>
            <a:off x="1115616" y="4509120"/>
            <a:ext cx="7313613" cy="1854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20000"/>
              </a:spcBef>
              <a:buClr>
                <a:schemeClr val="tx2"/>
              </a:buClr>
              <a:buSzPct val="70000"/>
            </a:pPr>
            <a:r>
              <a:rPr kumimoji="0" lang="en-US" altLang="zh-CN" sz="2400" dirty="0" err="1">
                <a:solidFill>
                  <a:srgbClr val="FFFF00"/>
                </a:solidFill>
              </a:rPr>
              <a:t>cin</a:t>
            </a:r>
            <a:r>
              <a:rPr kumimoji="0" lang="en-US" altLang="zh-CN" sz="2400" dirty="0">
                <a:solidFill>
                  <a:srgbClr val="FFFF00"/>
                </a:solidFill>
              </a:rPr>
              <a:t>&gt;&gt;V1&gt;&gt;V2&gt;&gt;…&gt;&gt;</a:t>
            </a:r>
            <a:r>
              <a:rPr kumimoji="0" lang="en-US" altLang="zh-CN" sz="2400" dirty="0" err="1">
                <a:solidFill>
                  <a:srgbClr val="FFFF00"/>
                </a:solidFill>
              </a:rPr>
              <a:t>Vn</a:t>
            </a:r>
            <a:r>
              <a:rPr kumimoji="0" lang="en-US" altLang="zh-CN" sz="2400" dirty="0">
                <a:solidFill>
                  <a:srgbClr val="FFFF00"/>
                </a:solidFill>
              </a:rPr>
              <a:t>;  </a:t>
            </a:r>
            <a:endParaRPr kumimoji="0" lang="en-US" altLang="zh-CN" sz="2400" dirty="0">
              <a:solidFill>
                <a:srgbClr val="FFFF00"/>
              </a:solidFill>
            </a:endParaRPr>
          </a:p>
          <a:p>
            <a:pPr algn="l" eaLnBrk="1" hangingPunct="1">
              <a:lnSpc>
                <a:spcPct val="100000"/>
              </a:lnSpc>
              <a:spcBef>
                <a:spcPct val="20000"/>
              </a:spcBef>
              <a:buFont typeface="Wingdings" panose="05000000000000000000" pitchFamily="2" charset="2"/>
              <a:buChar char="u"/>
            </a:pPr>
            <a:r>
              <a:rPr kumimoji="0" lang="en-US" altLang="zh-CN" dirty="0"/>
              <a:t>   “&gt;&gt;”</a:t>
            </a:r>
            <a:r>
              <a:rPr kumimoji="0" lang="zh-CN" altLang="en-US" dirty="0"/>
              <a:t>是预定义的提取运算符，</a:t>
            </a:r>
            <a:r>
              <a:rPr kumimoji="0" lang="en-US" altLang="zh-CN" dirty="0"/>
              <a:t>V1</a:t>
            </a:r>
            <a:r>
              <a:rPr kumimoji="0" lang="zh-CN" altLang="en-US" dirty="0"/>
              <a:t>、</a:t>
            </a:r>
            <a:r>
              <a:rPr kumimoji="0" lang="en-US" altLang="zh-CN" dirty="0"/>
              <a:t>V2</a:t>
            </a:r>
            <a:r>
              <a:rPr kumimoji="0" lang="zh-CN" altLang="en-US" dirty="0"/>
              <a:t>、</a:t>
            </a:r>
            <a:r>
              <a:rPr kumimoji="0" lang="en-US" altLang="zh-CN" dirty="0"/>
              <a:t>…</a:t>
            </a:r>
            <a:r>
              <a:rPr kumimoji="0" lang="zh-CN" altLang="en-US" dirty="0"/>
              <a:t>、</a:t>
            </a:r>
            <a:r>
              <a:rPr kumimoji="0" lang="en-US" altLang="zh-CN" dirty="0" err="1"/>
              <a:t>Vn</a:t>
            </a:r>
            <a:r>
              <a:rPr kumimoji="0" lang="zh-CN" altLang="en-US" dirty="0"/>
              <a:t>都是变量。</a:t>
            </a:r>
            <a:endParaRPr kumimoji="0" lang="zh-CN" altLang="en-US" dirty="0"/>
          </a:p>
          <a:p>
            <a:pPr algn="l" eaLnBrk="1" hangingPunct="1">
              <a:lnSpc>
                <a:spcPct val="100000"/>
              </a:lnSpc>
              <a:spcBef>
                <a:spcPct val="20000"/>
              </a:spcBef>
              <a:buFont typeface="Wingdings" panose="05000000000000000000" pitchFamily="2" charset="2"/>
              <a:buChar char="u"/>
            </a:pPr>
            <a:r>
              <a:rPr kumimoji="0" lang="zh-CN" altLang="en-US" dirty="0"/>
              <a:t>   功能是暂停执行程序，等待用户从键盘输入数据，各数据间用空格或</a:t>
            </a:r>
            <a:r>
              <a:rPr kumimoji="0" lang="en-US" altLang="zh-CN" dirty="0"/>
              <a:t>Tab</a:t>
            </a:r>
            <a:r>
              <a:rPr kumimoji="0" lang="zh-CN" altLang="en-US" dirty="0"/>
              <a:t>键分隔，输入数据类型要与接受变量类型一致，输完后，按</a:t>
            </a:r>
            <a:r>
              <a:rPr kumimoji="0" lang="en-US" altLang="zh-CN" dirty="0"/>
              <a:t>Enter</a:t>
            </a:r>
            <a:r>
              <a:rPr kumimoji="0" lang="zh-CN" altLang="en-US" dirty="0"/>
              <a:t>回车键结束。</a:t>
            </a:r>
            <a:endParaRPr kumimoji="0" lang="zh-CN" altLang="en-US" dirty="0"/>
          </a:p>
        </p:txBody>
      </p:sp>
    </p:spTree>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algn="ctr" eaLnBrk="1" hangingPunct="1"/>
            <a:r>
              <a:rPr lang="en-US" altLang="zh-CN" sz="3200" b="1" dirty="0">
                <a:solidFill>
                  <a:srgbClr val="FFFFFF"/>
                </a:solidFill>
                <a:ea typeface="隶书" panose="02010509060101010101" pitchFamily="49" charset="-122"/>
              </a:rPr>
              <a:t>2.3.2 </a:t>
            </a:r>
            <a:r>
              <a:rPr lang="zh-CN" altLang="en-US" sz="3200" b="1" dirty="0">
                <a:solidFill>
                  <a:srgbClr val="FFFFFF"/>
                </a:solidFill>
                <a:ea typeface="隶书" panose="02010509060101010101" pitchFamily="49" charset="-122"/>
              </a:rPr>
              <a:t>预定义的插入符和提取符</a:t>
            </a:r>
            <a:endParaRPr lang="en-US" altLang="zh-CN" sz="3200" b="1" dirty="0" smtClean="0">
              <a:latin typeface="Times New Roman" panose="02020603050405020304" pitchFamily="18" charset="0"/>
              <a:ea typeface="华文楷体" panose="02010600040101010101" pitchFamily="2" charset="-122"/>
            </a:endParaRPr>
          </a:p>
        </p:txBody>
      </p:sp>
      <p:sp>
        <p:nvSpPr>
          <p:cNvPr id="12292" name="Rectangle 4"/>
          <p:cNvSpPr>
            <a:spLocks noChangeArrowheads="1"/>
          </p:cNvSpPr>
          <p:nvPr/>
        </p:nvSpPr>
        <p:spPr bwMode="auto">
          <a:xfrm>
            <a:off x="1374775" y="1556792"/>
            <a:ext cx="3629025" cy="1728788"/>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buClr>
                <a:schemeClr val="tx2"/>
              </a:buClr>
              <a:buSzPct val="70000"/>
            </a:pPr>
            <a:r>
              <a:rPr lang="en-US" altLang="zh-CN">
                <a:solidFill>
                  <a:schemeClr val="hlink"/>
                </a:solidFill>
                <a:ea typeface="宋体" panose="02010600030101010101" pitchFamily="2" charset="-122"/>
              </a:rPr>
              <a:t>//    C++</a:t>
            </a:r>
            <a:endParaRPr lang="en-US" altLang="zh-CN">
              <a:solidFill>
                <a:schemeClr val="hlink"/>
              </a:solidFill>
              <a:ea typeface="宋体" panose="02010600030101010101" pitchFamily="2" charset="-122"/>
            </a:endParaRPr>
          </a:p>
          <a:p>
            <a:pPr algn="l" eaLnBrk="1" hangingPunct="1">
              <a:lnSpc>
                <a:spcPct val="100000"/>
              </a:lnSpc>
              <a:buClr>
                <a:schemeClr val="tx2"/>
              </a:buClr>
              <a:buSzPct val="70000"/>
            </a:pPr>
            <a:r>
              <a:rPr lang="en-US" altLang="zh-CN">
                <a:ea typeface="宋体" panose="02010600030101010101" pitchFamily="2" charset="-122"/>
              </a:rPr>
              <a:t>cout&lt;&lt;"Welcome!"; </a:t>
            </a:r>
            <a:endParaRPr lang="en-US" altLang="zh-CN">
              <a:ea typeface="宋体" panose="02010600030101010101" pitchFamily="2" charset="-122"/>
            </a:endParaRPr>
          </a:p>
          <a:p>
            <a:pPr algn="l" eaLnBrk="1" hangingPunct="1">
              <a:lnSpc>
                <a:spcPct val="100000"/>
              </a:lnSpc>
              <a:buClr>
                <a:schemeClr val="tx2"/>
              </a:buClr>
              <a:buSzPct val="70000"/>
            </a:pPr>
            <a:r>
              <a:rPr lang="en-US" altLang="zh-CN">
                <a:ea typeface="宋体" panose="02010600030101010101" pitchFamily="2" charset="-122"/>
              </a:rPr>
              <a:t>cin&gt;&gt;a; </a:t>
            </a:r>
            <a:endParaRPr lang="en-US" altLang="zh-CN">
              <a:ea typeface="宋体" panose="02010600030101010101" pitchFamily="2" charset="-122"/>
            </a:endParaRPr>
          </a:p>
          <a:p>
            <a:pPr algn="l" eaLnBrk="1" hangingPunct="1">
              <a:lnSpc>
                <a:spcPct val="100000"/>
              </a:lnSpc>
              <a:buClr>
                <a:schemeClr val="tx2"/>
              </a:buClr>
              <a:buSzPct val="70000"/>
            </a:pPr>
            <a:r>
              <a:rPr lang="en-US" altLang="zh-CN">
                <a:ea typeface="宋体" panose="02010600030101010101" pitchFamily="2" charset="-122"/>
              </a:rPr>
              <a:t>cout&lt;&lt;a&lt;&lt;endl; </a:t>
            </a:r>
            <a:endParaRPr lang="en-US" altLang="zh-CN">
              <a:ea typeface="宋体" panose="02010600030101010101" pitchFamily="2" charset="-122"/>
            </a:endParaRPr>
          </a:p>
          <a:p>
            <a:pPr algn="l" eaLnBrk="1" hangingPunct="1">
              <a:lnSpc>
                <a:spcPct val="100000"/>
              </a:lnSpc>
              <a:buClr>
                <a:schemeClr val="tx2"/>
              </a:buClr>
              <a:buSzPct val="70000"/>
            </a:pPr>
            <a:r>
              <a:rPr lang="en-US" altLang="zh-CN">
                <a:ea typeface="宋体" panose="02010600030101010101" pitchFamily="2" charset="-122"/>
              </a:rPr>
              <a:t>#include&lt;iostream&gt;</a:t>
            </a:r>
            <a:endParaRPr lang="en-US" altLang="zh-CN">
              <a:ea typeface="宋体" panose="02010600030101010101" pitchFamily="2" charset="-122"/>
            </a:endParaRPr>
          </a:p>
          <a:p>
            <a:pPr algn="just" eaLnBrk="1" hangingPunct="1">
              <a:lnSpc>
                <a:spcPct val="100000"/>
              </a:lnSpc>
              <a:buClr>
                <a:schemeClr val="accent2"/>
              </a:buClr>
              <a:buSzPct val="80000"/>
            </a:pPr>
            <a:endParaRPr kumimoji="0" lang="en-US" altLang="zh-CN"/>
          </a:p>
        </p:txBody>
      </p:sp>
      <p:sp>
        <p:nvSpPr>
          <p:cNvPr id="12293" name="Rectangle 5"/>
          <p:cNvSpPr>
            <a:spLocks noChangeArrowheads="1"/>
          </p:cNvSpPr>
          <p:nvPr/>
        </p:nvSpPr>
        <p:spPr bwMode="auto">
          <a:xfrm>
            <a:off x="1362075" y="3806478"/>
            <a:ext cx="7313613" cy="178276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20000"/>
              </a:spcBef>
              <a:buFont typeface="Wingdings" panose="05000000000000000000" pitchFamily="2" charset="2"/>
              <a:buChar char="u"/>
            </a:pPr>
            <a:r>
              <a:rPr kumimoji="0" lang="en-US" altLang="zh-CN" sz="2400" dirty="0"/>
              <a:t>C++</a:t>
            </a:r>
            <a:r>
              <a:rPr kumimoji="0" lang="zh-CN" altLang="en-US" sz="2400" dirty="0"/>
              <a:t>换行符可用</a:t>
            </a:r>
            <a:r>
              <a:rPr kumimoji="0" lang="en-US" altLang="zh-CN" sz="2400" dirty="0" err="1" smtClean="0">
                <a:solidFill>
                  <a:srgbClr val="FFFF00"/>
                </a:solidFill>
              </a:rPr>
              <a:t>endl</a:t>
            </a:r>
            <a:r>
              <a:rPr kumimoji="0" lang="zh-CN" altLang="en-US" sz="2400" dirty="0" smtClean="0">
                <a:solidFill>
                  <a:srgbClr val="FFFF00"/>
                </a:solidFill>
              </a:rPr>
              <a:t>，</a:t>
            </a:r>
            <a:r>
              <a:rPr kumimoji="0" lang="zh-CN" altLang="en-US" sz="2400" dirty="0" smtClean="0"/>
              <a:t>也</a:t>
            </a:r>
            <a:r>
              <a:rPr kumimoji="0" lang="zh-CN" altLang="en-US" sz="2400" dirty="0"/>
              <a:t>支持</a:t>
            </a:r>
            <a:r>
              <a:rPr kumimoji="0" lang="en-US" altLang="zh-CN" sz="2400" dirty="0"/>
              <a:t>C</a:t>
            </a:r>
            <a:r>
              <a:rPr kumimoji="0" lang="zh-CN" altLang="en-US" sz="2400" dirty="0"/>
              <a:t>语言中的</a:t>
            </a:r>
            <a:r>
              <a:rPr kumimoji="0" lang="en-US" altLang="zh-CN" sz="2400" dirty="0">
                <a:solidFill>
                  <a:srgbClr val="FFFF00"/>
                </a:solidFill>
              </a:rPr>
              <a:t>'\n'</a:t>
            </a:r>
            <a:r>
              <a:rPr kumimoji="0" lang="zh-CN" altLang="en-US" sz="2400" dirty="0"/>
              <a:t>换行符</a:t>
            </a:r>
            <a:endParaRPr kumimoji="0" lang="zh-CN" altLang="en-US" sz="2400" dirty="0"/>
          </a:p>
          <a:p>
            <a:pPr algn="l" eaLnBrk="1" hangingPunct="1">
              <a:lnSpc>
                <a:spcPct val="100000"/>
              </a:lnSpc>
              <a:spcBef>
                <a:spcPct val="20000"/>
              </a:spcBef>
              <a:buFont typeface="Wingdings" panose="05000000000000000000" pitchFamily="2" charset="2"/>
              <a:buChar char="u"/>
            </a:pPr>
            <a:r>
              <a:rPr lang="en-US" altLang="zh-CN" sz="2400" dirty="0" smtClean="0"/>
              <a:t>C++</a:t>
            </a:r>
            <a:r>
              <a:rPr lang="zh-CN" altLang="en-US" sz="2400" dirty="0" smtClean="0"/>
              <a:t>语言中，</a:t>
            </a:r>
            <a:r>
              <a:rPr lang="zh-CN" altLang="en-US" sz="2400" dirty="0" smtClean="0">
                <a:solidFill>
                  <a:srgbClr val="FFFF00"/>
                </a:solidFill>
              </a:rPr>
              <a:t>标识符大小写敏感</a:t>
            </a:r>
            <a:r>
              <a:rPr lang="zh-CN" altLang="en-US" sz="2400" dirty="0" smtClean="0"/>
              <a:t>。</a:t>
            </a:r>
            <a:endParaRPr lang="zh-CN" altLang="en-US" sz="2400" dirty="0">
              <a:solidFill>
                <a:srgbClr val="FFFF00"/>
              </a:solidFill>
            </a:endParaRPr>
          </a:p>
        </p:txBody>
      </p:sp>
      <p:sp>
        <p:nvSpPr>
          <p:cNvPr id="12294" name="Rectangle 6"/>
          <p:cNvSpPr>
            <a:spLocks noChangeArrowheads="1"/>
          </p:cNvSpPr>
          <p:nvPr/>
        </p:nvSpPr>
        <p:spPr bwMode="auto">
          <a:xfrm>
            <a:off x="5003800" y="1556792"/>
            <a:ext cx="3600450" cy="1728788"/>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buClr>
                <a:schemeClr val="tx2"/>
              </a:buClr>
              <a:buSzPct val="70000"/>
            </a:pPr>
            <a:r>
              <a:rPr lang="en-US" altLang="zh-CN">
                <a:solidFill>
                  <a:schemeClr val="hlink"/>
                </a:solidFill>
                <a:ea typeface="宋体" panose="02010600030101010101" pitchFamily="2" charset="-122"/>
              </a:rPr>
              <a:t>/*      C     */</a:t>
            </a:r>
            <a:endParaRPr lang="en-US" altLang="zh-CN">
              <a:solidFill>
                <a:schemeClr val="hlink"/>
              </a:solidFill>
              <a:ea typeface="宋体" panose="02010600030101010101" pitchFamily="2" charset="-122"/>
            </a:endParaRPr>
          </a:p>
          <a:p>
            <a:pPr algn="l" eaLnBrk="1" hangingPunct="1">
              <a:lnSpc>
                <a:spcPct val="100000"/>
              </a:lnSpc>
              <a:buClr>
                <a:schemeClr val="tx2"/>
              </a:buClr>
              <a:buSzPct val="70000"/>
            </a:pPr>
            <a:r>
              <a:rPr lang="en-US" altLang="zh-CN">
                <a:ea typeface="宋体" panose="02010600030101010101" pitchFamily="2" charset="-122"/>
              </a:rPr>
              <a:t>printf("Welcome!");</a:t>
            </a:r>
            <a:endParaRPr lang="en-US" altLang="zh-CN">
              <a:ea typeface="宋体" panose="02010600030101010101" pitchFamily="2" charset="-122"/>
            </a:endParaRPr>
          </a:p>
          <a:p>
            <a:pPr algn="l" eaLnBrk="1" hangingPunct="1">
              <a:lnSpc>
                <a:spcPct val="100000"/>
              </a:lnSpc>
              <a:buClr>
                <a:schemeClr val="tx2"/>
              </a:buClr>
              <a:buSzPct val="70000"/>
            </a:pPr>
            <a:r>
              <a:rPr lang="en-US" altLang="zh-CN">
                <a:ea typeface="宋体" panose="02010600030101010101" pitchFamily="2" charset="-122"/>
              </a:rPr>
              <a:t>scanf("%d",&amp;a);</a:t>
            </a:r>
            <a:endParaRPr lang="en-US" altLang="zh-CN">
              <a:ea typeface="宋体" panose="02010600030101010101" pitchFamily="2" charset="-122"/>
            </a:endParaRPr>
          </a:p>
          <a:p>
            <a:pPr algn="l" eaLnBrk="1" hangingPunct="1">
              <a:lnSpc>
                <a:spcPct val="100000"/>
              </a:lnSpc>
              <a:buClr>
                <a:schemeClr val="tx2"/>
              </a:buClr>
              <a:buSzPct val="70000"/>
            </a:pPr>
            <a:r>
              <a:rPr lang="en-US" altLang="zh-CN">
                <a:ea typeface="宋体" panose="02010600030101010101" pitchFamily="2" charset="-122"/>
              </a:rPr>
              <a:t>printf("%d\n",a);</a:t>
            </a:r>
            <a:endParaRPr lang="en-US" altLang="zh-CN">
              <a:ea typeface="宋体" panose="02010600030101010101" pitchFamily="2" charset="-122"/>
            </a:endParaRPr>
          </a:p>
          <a:p>
            <a:pPr algn="l" eaLnBrk="1" hangingPunct="1">
              <a:lnSpc>
                <a:spcPct val="100000"/>
              </a:lnSpc>
              <a:buClr>
                <a:schemeClr val="tx2"/>
              </a:buClr>
              <a:buSzPct val="70000"/>
            </a:pPr>
            <a:r>
              <a:rPr lang="en-US" altLang="zh-CN">
                <a:ea typeface="宋体" panose="02010600030101010101" pitchFamily="2" charset="-122"/>
              </a:rPr>
              <a:t>#include&lt;stdio.h&gt;</a:t>
            </a:r>
            <a:endParaRPr kumimoji="0" lang="en-US" altLang="zh-CN"/>
          </a:p>
        </p:txBody>
      </p:sp>
    </p:spTree>
  </p:cSld>
  <p:clrMapOvr>
    <a:masterClrMapping/>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1"/>
          <p:cNvSpPr>
            <a:spLocks noGrp="1"/>
          </p:cNvSpPr>
          <p:nvPr>
            <p:ph type="title"/>
          </p:nvPr>
        </p:nvSpPr>
        <p:spPr/>
        <p:txBody>
          <a:bodyPr>
            <a:noAutofit/>
          </a:bodyPr>
          <a:lstStyle/>
          <a:p>
            <a:pPr algn="ctr" fontAlgn="auto">
              <a:spcAft>
                <a:spcPts val="0"/>
              </a:spcAft>
            </a:pPr>
            <a:r>
              <a:rPr lang="en-US" altLang="zh-CN" b="1" dirty="0">
                <a:solidFill>
                  <a:srgbClr val="FFFFFF"/>
                </a:solidFill>
                <a:ea typeface="隶书" panose="02010509060101010101" pitchFamily="49" charset="-122"/>
              </a:rPr>
              <a:t>2.3.3 </a:t>
            </a:r>
            <a:r>
              <a:rPr lang="zh-CN" altLang="en-US" b="1" dirty="0">
                <a:solidFill>
                  <a:srgbClr val="FFFFFF"/>
                </a:solidFill>
                <a:ea typeface="隶书" panose="02010509060101010101" pitchFamily="49" charset="-122"/>
              </a:rPr>
              <a:t>简单的</a:t>
            </a:r>
            <a:r>
              <a:rPr lang="en-US" altLang="zh-CN" b="1" dirty="0">
                <a:solidFill>
                  <a:srgbClr val="FFFFFF"/>
                </a:solidFill>
                <a:ea typeface="隶书" panose="02010509060101010101" pitchFamily="49" charset="-122"/>
              </a:rPr>
              <a:t>I/O</a:t>
            </a:r>
            <a:r>
              <a:rPr lang="zh-CN" altLang="en-US" b="1" dirty="0">
                <a:solidFill>
                  <a:srgbClr val="FFFFFF"/>
                </a:solidFill>
                <a:ea typeface="隶书" panose="02010509060101010101" pitchFamily="49" charset="-122"/>
              </a:rPr>
              <a:t>格式控制</a:t>
            </a:r>
            <a:endParaRPr lang="zh-CN" altLang="en-US" b="1" dirty="0">
              <a:solidFill>
                <a:srgbClr val="FFFFFF"/>
              </a:solidFill>
              <a:ea typeface="隶书" panose="02010509060101010101" pitchFamily="49" charset="-122"/>
            </a:endParaRPr>
          </a:p>
        </p:txBody>
      </p:sp>
      <p:graphicFrame>
        <p:nvGraphicFramePr>
          <p:cNvPr id="6" name="内容占位符 5"/>
          <p:cNvGraphicFramePr>
            <a:graphicFrameLocks noGrp="1"/>
          </p:cNvGraphicFramePr>
          <p:nvPr>
            <p:ph idx="1"/>
          </p:nvPr>
        </p:nvGraphicFramePr>
        <p:xfrm>
          <a:off x="323528" y="1913409"/>
          <a:ext cx="8496943" cy="3643317"/>
        </p:xfrm>
        <a:graphic>
          <a:graphicData uri="http://schemas.openxmlformats.org/drawingml/2006/table">
            <a:tbl>
              <a:tblPr/>
              <a:tblGrid>
                <a:gridCol w="2687809"/>
                <a:gridCol w="5809134"/>
              </a:tblGrid>
              <a:tr h="404813">
                <a:tc>
                  <a:txBody>
                    <a:bodyPr/>
                    <a:lstStyle/>
                    <a:p>
                      <a:pPr indent="266700" algn="ctr">
                        <a:lnSpc>
                          <a:spcPts val="1560"/>
                        </a:lnSpc>
                        <a:spcAft>
                          <a:spcPts val="0"/>
                        </a:spcAft>
                      </a:pPr>
                      <a:r>
                        <a:rPr lang="zh-CN" sz="2400" b="1" kern="100" dirty="0">
                          <a:latin typeface="+mn-lt"/>
                          <a:ea typeface="+mj-ea"/>
                          <a:cs typeface="Times New Roman" panose="02020603050405020304"/>
                        </a:rPr>
                        <a:t>操纵符名</a:t>
                      </a:r>
                      <a:endParaRPr lang="zh-CN" sz="3200" b="1" kern="100" dirty="0">
                        <a:latin typeface="+mn-lt"/>
                        <a:ea typeface="+mj-ea"/>
                        <a:cs typeface="Times New Roman" panose="02020603050405020304"/>
                      </a:endParaRPr>
                    </a:p>
                  </a:txBody>
                  <a:tcPr marL="68580" marR="68580" marT="107999"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lnSpc>
                          <a:spcPts val="1560"/>
                        </a:lnSpc>
                        <a:spcAft>
                          <a:spcPts val="0"/>
                        </a:spcAft>
                      </a:pPr>
                      <a:r>
                        <a:rPr lang="zh-CN" sz="2400" b="1" kern="100" dirty="0">
                          <a:latin typeface="+mn-lt"/>
                          <a:ea typeface="+mj-ea"/>
                          <a:cs typeface="Times New Roman" panose="02020603050405020304"/>
                        </a:rPr>
                        <a:t>含</a:t>
                      </a:r>
                      <a:r>
                        <a:rPr lang="en-US" sz="2400" b="1" kern="100" dirty="0">
                          <a:latin typeface="+mn-lt"/>
                          <a:ea typeface="+mj-ea"/>
                          <a:cs typeface="Times New Roman" panose="02020603050405020304"/>
                        </a:rPr>
                        <a:t>         </a:t>
                      </a:r>
                      <a:r>
                        <a:rPr lang="zh-CN" sz="2400" b="1" kern="100" dirty="0">
                          <a:latin typeface="+mn-lt"/>
                          <a:ea typeface="+mj-ea"/>
                          <a:cs typeface="Times New Roman" panose="02020603050405020304"/>
                        </a:rPr>
                        <a:t>义</a:t>
                      </a:r>
                      <a:endParaRPr lang="zh-CN" sz="3200" b="1" kern="100" dirty="0">
                        <a:latin typeface="+mn-lt"/>
                        <a:ea typeface="+mj-ea"/>
                        <a:cs typeface="Times New Roman" panose="02020603050405020304"/>
                      </a:endParaRPr>
                    </a:p>
                  </a:txBody>
                  <a:tcPr marL="68580" marR="68580" marT="107999"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4813">
                <a:tc>
                  <a:txBody>
                    <a:bodyPr/>
                    <a:lstStyle/>
                    <a:p>
                      <a:pPr indent="266700" algn="just">
                        <a:lnSpc>
                          <a:spcPts val="1560"/>
                        </a:lnSpc>
                        <a:spcAft>
                          <a:spcPts val="0"/>
                        </a:spcAft>
                      </a:pPr>
                      <a:r>
                        <a:rPr lang="en-US" sz="2400" b="1" kern="100" dirty="0" err="1">
                          <a:latin typeface="+mn-lt"/>
                          <a:ea typeface="+mj-ea"/>
                          <a:cs typeface="Times New Roman" panose="02020603050405020304"/>
                        </a:rPr>
                        <a:t>dec</a:t>
                      </a:r>
                      <a:endParaRPr lang="zh-CN" sz="3200" b="1" kern="100" dirty="0">
                        <a:latin typeface="+mn-lt"/>
                        <a:ea typeface="+mj-ea"/>
                        <a:cs typeface="Times New Roman" panose="02020603050405020304"/>
                      </a:endParaRPr>
                    </a:p>
                  </a:txBody>
                  <a:tcPr marL="68580" marR="68580" marT="107999"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266700" algn="just">
                        <a:lnSpc>
                          <a:spcPts val="1560"/>
                        </a:lnSpc>
                        <a:spcAft>
                          <a:spcPts val="0"/>
                        </a:spcAft>
                      </a:pPr>
                      <a:r>
                        <a:rPr lang="zh-CN" sz="2400" b="1" kern="100" dirty="0">
                          <a:latin typeface="+mn-lt"/>
                          <a:ea typeface="+mj-ea"/>
                          <a:cs typeface="Times New Roman" panose="02020603050405020304"/>
                        </a:rPr>
                        <a:t>数值数据采用十进制表示</a:t>
                      </a:r>
                      <a:endParaRPr lang="zh-CN" sz="3200" b="1" kern="100" dirty="0">
                        <a:latin typeface="+mn-lt"/>
                        <a:ea typeface="+mj-ea"/>
                        <a:cs typeface="Times New Roman" panose="02020603050405020304"/>
                      </a:endParaRPr>
                    </a:p>
                  </a:txBody>
                  <a:tcPr marL="68580" marR="68580" marT="107999" marB="0">
                    <a:lnL>
                      <a:noFill/>
                    </a:lnL>
                    <a:lnR>
                      <a:noFill/>
                    </a:lnR>
                    <a:lnT w="12700" cap="flat" cmpd="sng" algn="ctr">
                      <a:solidFill>
                        <a:srgbClr val="000000"/>
                      </a:solidFill>
                      <a:prstDash val="solid"/>
                      <a:round/>
                      <a:headEnd type="none" w="med" len="med"/>
                      <a:tailEnd type="none" w="med" len="med"/>
                    </a:lnT>
                    <a:lnB>
                      <a:noFill/>
                    </a:lnB>
                  </a:tcPr>
                </a:tc>
              </a:tr>
              <a:tr h="404813">
                <a:tc>
                  <a:txBody>
                    <a:bodyPr/>
                    <a:lstStyle/>
                    <a:p>
                      <a:pPr indent="266700" algn="just">
                        <a:lnSpc>
                          <a:spcPts val="1560"/>
                        </a:lnSpc>
                        <a:spcAft>
                          <a:spcPts val="0"/>
                        </a:spcAft>
                      </a:pPr>
                      <a:r>
                        <a:rPr lang="en-US" sz="2400" b="1" kern="100" dirty="0">
                          <a:latin typeface="+mn-lt"/>
                          <a:ea typeface="+mj-ea"/>
                          <a:cs typeface="Times New Roman" panose="02020603050405020304"/>
                        </a:rPr>
                        <a:t>hex</a:t>
                      </a:r>
                      <a:endParaRPr lang="zh-CN" sz="3200" b="1" kern="100" dirty="0">
                        <a:latin typeface="+mn-lt"/>
                        <a:ea typeface="+mj-ea"/>
                        <a:cs typeface="Times New Roman" panose="02020603050405020304"/>
                      </a:endParaRPr>
                    </a:p>
                  </a:txBody>
                  <a:tcPr marL="68580" marR="68580" marT="107999" marB="0">
                    <a:lnL>
                      <a:noFill/>
                    </a:lnL>
                    <a:lnR>
                      <a:noFill/>
                    </a:lnR>
                    <a:lnT>
                      <a:noFill/>
                    </a:lnT>
                    <a:lnB>
                      <a:noFill/>
                    </a:lnB>
                  </a:tcPr>
                </a:tc>
                <a:tc>
                  <a:txBody>
                    <a:bodyPr/>
                    <a:lstStyle/>
                    <a:p>
                      <a:pPr indent="266700" algn="just">
                        <a:lnSpc>
                          <a:spcPts val="1560"/>
                        </a:lnSpc>
                        <a:spcAft>
                          <a:spcPts val="0"/>
                        </a:spcAft>
                      </a:pPr>
                      <a:r>
                        <a:rPr lang="zh-CN" sz="2400" b="1" kern="100" dirty="0">
                          <a:latin typeface="+mn-lt"/>
                          <a:ea typeface="+mj-ea"/>
                          <a:cs typeface="Times New Roman" panose="02020603050405020304"/>
                        </a:rPr>
                        <a:t>数值数据采用十六进制表示</a:t>
                      </a:r>
                      <a:endParaRPr lang="zh-CN" sz="3200" b="1" kern="100" dirty="0">
                        <a:latin typeface="+mn-lt"/>
                        <a:ea typeface="+mj-ea"/>
                        <a:cs typeface="Times New Roman" panose="02020603050405020304"/>
                      </a:endParaRPr>
                    </a:p>
                  </a:txBody>
                  <a:tcPr marL="68580" marR="68580" marT="107999" marB="0">
                    <a:lnL>
                      <a:noFill/>
                    </a:lnL>
                    <a:lnR>
                      <a:noFill/>
                    </a:lnR>
                    <a:lnT>
                      <a:noFill/>
                    </a:lnT>
                    <a:lnB>
                      <a:noFill/>
                    </a:lnB>
                  </a:tcPr>
                </a:tc>
              </a:tr>
              <a:tr h="404813">
                <a:tc>
                  <a:txBody>
                    <a:bodyPr/>
                    <a:lstStyle/>
                    <a:p>
                      <a:pPr indent="266700" algn="just">
                        <a:lnSpc>
                          <a:spcPts val="1560"/>
                        </a:lnSpc>
                        <a:spcAft>
                          <a:spcPts val="0"/>
                        </a:spcAft>
                      </a:pPr>
                      <a:r>
                        <a:rPr lang="en-US" sz="2400" b="1" kern="100">
                          <a:latin typeface="+mn-lt"/>
                          <a:ea typeface="+mj-ea"/>
                          <a:cs typeface="Times New Roman" panose="02020603050405020304"/>
                        </a:rPr>
                        <a:t>oct</a:t>
                      </a:r>
                      <a:endParaRPr lang="zh-CN" sz="3200" b="1" kern="100">
                        <a:latin typeface="+mn-lt"/>
                        <a:ea typeface="+mj-ea"/>
                        <a:cs typeface="Times New Roman" panose="02020603050405020304"/>
                      </a:endParaRPr>
                    </a:p>
                  </a:txBody>
                  <a:tcPr marL="68580" marR="68580" marT="107999" marB="0">
                    <a:lnL>
                      <a:noFill/>
                    </a:lnL>
                    <a:lnR>
                      <a:noFill/>
                    </a:lnR>
                    <a:lnT>
                      <a:noFill/>
                    </a:lnT>
                    <a:lnB>
                      <a:noFill/>
                    </a:lnB>
                  </a:tcPr>
                </a:tc>
                <a:tc>
                  <a:txBody>
                    <a:bodyPr/>
                    <a:lstStyle/>
                    <a:p>
                      <a:pPr indent="266700" algn="just">
                        <a:lnSpc>
                          <a:spcPts val="1560"/>
                        </a:lnSpc>
                        <a:spcAft>
                          <a:spcPts val="0"/>
                        </a:spcAft>
                      </a:pPr>
                      <a:r>
                        <a:rPr lang="zh-CN" sz="2400" b="1" kern="100" dirty="0">
                          <a:latin typeface="+mn-lt"/>
                          <a:ea typeface="+mj-ea"/>
                          <a:cs typeface="Times New Roman" panose="02020603050405020304"/>
                        </a:rPr>
                        <a:t>数值数据采用八进制表示</a:t>
                      </a:r>
                      <a:endParaRPr lang="zh-CN" sz="3200" b="1" kern="100" dirty="0">
                        <a:latin typeface="+mn-lt"/>
                        <a:ea typeface="+mj-ea"/>
                        <a:cs typeface="Times New Roman" panose="02020603050405020304"/>
                      </a:endParaRPr>
                    </a:p>
                  </a:txBody>
                  <a:tcPr marL="68580" marR="68580" marT="107999" marB="0">
                    <a:lnL>
                      <a:noFill/>
                    </a:lnL>
                    <a:lnR>
                      <a:noFill/>
                    </a:lnR>
                    <a:lnT>
                      <a:noFill/>
                    </a:lnT>
                    <a:lnB>
                      <a:noFill/>
                    </a:lnB>
                  </a:tcPr>
                </a:tc>
              </a:tr>
              <a:tr h="404813">
                <a:tc>
                  <a:txBody>
                    <a:bodyPr/>
                    <a:lstStyle/>
                    <a:p>
                      <a:pPr indent="266700" algn="just">
                        <a:lnSpc>
                          <a:spcPts val="1560"/>
                        </a:lnSpc>
                        <a:spcAft>
                          <a:spcPts val="0"/>
                        </a:spcAft>
                      </a:pPr>
                      <a:r>
                        <a:rPr lang="en-US" sz="2400" b="1" kern="100">
                          <a:latin typeface="+mn-lt"/>
                          <a:ea typeface="+mj-ea"/>
                          <a:cs typeface="Times New Roman" panose="02020603050405020304"/>
                        </a:rPr>
                        <a:t>ws</a:t>
                      </a:r>
                      <a:endParaRPr lang="zh-CN" sz="3200" b="1" kern="100">
                        <a:latin typeface="+mn-lt"/>
                        <a:ea typeface="+mj-ea"/>
                        <a:cs typeface="Times New Roman" panose="02020603050405020304"/>
                      </a:endParaRPr>
                    </a:p>
                  </a:txBody>
                  <a:tcPr marL="68580" marR="68580" marT="107999" marB="0">
                    <a:lnL>
                      <a:noFill/>
                    </a:lnL>
                    <a:lnR>
                      <a:noFill/>
                    </a:lnR>
                    <a:lnT>
                      <a:noFill/>
                    </a:lnT>
                    <a:lnB>
                      <a:noFill/>
                    </a:lnB>
                  </a:tcPr>
                </a:tc>
                <a:tc>
                  <a:txBody>
                    <a:bodyPr/>
                    <a:lstStyle/>
                    <a:p>
                      <a:pPr indent="266700" algn="just">
                        <a:lnSpc>
                          <a:spcPts val="1560"/>
                        </a:lnSpc>
                        <a:spcAft>
                          <a:spcPts val="0"/>
                        </a:spcAft>
                      </a:pPr>
                      <a:r>
                        <a:rPr lang="zh-CN" sz="2400" b="1" kern="100" dirty="0">
                          <a:latin typeface="+mn-lt"/>
                          <a:ea typeface="+mj-ea"/>
                          <a:cs typeface="Times New Roman" panose="02020603050405020304"/>
                        </a:rPr>
                        <a:t>提取空白符</a:t>
                      </a:r>
                      <a:endParaRPr lang="zh-CN" sz="3200" b="1" kern="100" dirty="0">
                        <a:latin typeface="+mn-lt"/>
                        <a:ea typeface="+mj-ea"/>
                        <a:cs typeface="Times New Roman" panose="02020603050405020304"/>
                      </a:endParaRPr>
                    </a:p>
                  </a:txBody>
                  <a:tcPr marL="68580" marR="68580" marT="107999" marB="0">
                    <a:lnL>
                      <a:noFill/>
                    </a:lnL>
                    <a:lnR>
                      <a:noFill/>
                    </a:lnR>
                    <a:lnT>
                      <a:noFill/>
                    </a:lnT>
                    <a:lnB>
                      <a:noFill/>
                    </a:lnB>
                  </a:tcPr>
                </a:tc>
              </a:tr>
              <a:tr h="404813">
                <a:tc>
                  <a:txBody>
                    <a:bodyPr/>
                    <a:lstStyle/>
                    <a:p>
                      <a:pPr indent="266700" algn="just">
                        <a:lnSpc>
                          <a:spcPts val="1560"/>
                        </a:lnSpc>
                        <a:spcAft>
                          <a:spcPts val="0"/>
                        </a:spcAft>
                      </a:pPr>
                      <a:r>
                        <a:rPr lang="en-US" sz="2400" b="1" kern="100">
                          <a:latin typeface="+mn-lt"/>
                          <a:ea typeface="+mj-ea"/>
                          <a:cs typeface="Times New Roman" panose="02020603050405020304"/>
                        </a:rPr>
                        <a:t>endl</a:t>
                      </a:r>
                      <a:endParaRPr lang="zh-CN" sz="3200" b="1" kern="100">
                        <a:latin typeface="+mn-lt"/>
                        <a:ea typeface="+mj-ea"/>
                        <a:cs typeface="Times New Roman" panose="02020603050405020304"/>
                      </a:endParaRPr>
                    </a:p>
                  </a:txBody>
                  <a:tcPr marL="68580" marR="68580" marT="107999" marB="0">
                    <a:lnL>
                      <a:noFill/>
                    </a:lnL>
                    <a:lnR>
                      <a:noFill/>
                    </a:lnR>
                    <a:lnT>
                      <a:noFill/>
                    </a:lnT>
                    <a:lnB>
                      <a:noFill/>
                    </a:lnB>
                  </a:tcPr>
                </a:tc>
                <a:tc>
                  <a:txBody>
                    <a:bodyPr/>
                    <a:lstStyle/>
                    <a:p>
                      <a:pPr indent="266700" algn="just">
                        <a:lnSpc>
                          <a:spcPts val="1560"/>
                        </a:lnSpc>
                        <a:spcAft>
                          <a:spcPts val="0"/>
                        </a:spcAft>
                      </a:pPr>
                      <a:r>
                        <a:rPr lang="zh-CN" sz="2400" b="1" kern="100" dirty="0">
                          <a:latin typeface="+mn-lt"/>
                          <a:ea typeface="+mj-ea"/>
                          <a:cs typeface="Times New Roman" panose="02020603050405020304"/>
                        </a:rPr>
                        <a:t>插入换行符，并刷新流</a:t>
                      </a:r>
                      <a:endParaRPr lang="zh-CN" sz="3200" b="1" kern="100" dirty="0">
                        <a:latin typeface="+mn-lt"/>
                        <a:ea typeface="+mj-ea"/>
                        <a:cs typeface="Times New Roman" panose="02020603050405020304"/>
                      </a:endParaRPr>
                    </a:p>
                  </a:txBody>
                  <a:tcPr marL="68580" marR="68580" marT="107999" marB="0">
                    <a:lnL>
                      <a:noFill/>
                    </a:lnL>
                    <a:lnR>
                      <a:noFill/>
                    </a:lnR>
                    <a:lnT>
                      <a:noFill/>
                    </a:lnT>
                    <a:lnB>
                      <a:noFill/>
                    </a:lnB>
                  </a:tcPr>
                </a:tc>
              </a:tr>
              <a:tr h="404813">
                <a:tc>
                  <a:txBody>
                    <a:bodyPr/>
                    <a:lstStyle/>
                    <a:p>
                      <a:pPr indent="266700" algn="just">
                        <a:lnSpc>
                          <a:spcPts val="1560"/>
                        </a:lnSpc>
                        <a:spcAft>
                          <a:spcPts val="0"/>
                        </a:spcAft>
                      </a:pPr>
                      <a:r>
                        <a:rPr lang="en-US" sz="2400" b="1" kern="100" dirty="0">
                          <a:latin typeface="+mn-lt"/>
                          <a:ea typeface="+mj-ea"/>
                          <a:cs typeface="Times New Roman" panose="02020603050405020304"/>
                        </a:rPr>
                        <a:t>ends</a:t>
                      </a:r>
                      <a:endParaRPr lang="zh-CN" sz="3200" b="1" kern="100" dirty="0">
                        <a:latin typeface="+mn-lt"/>
                        <a:ea typeface="+mj-ea"/>
                        <a:cs typeface="Times New Roman" panose="02020603050405020304"/>
                      </a:endParaRPr>
                    </a:p>
                  </a:txBody>
                  <a:tcPr marL="68580" marR="68580" marT="107999" marB="0">
                    <a:lnL>
                      <a:noFill/>
                    </a:lnL>
                    <a:lnR>
                      <a:noFill/>
                    </a:lnR>
                    <a:lnT>
                      <a:noFill/>
                    </a:lnT>
                    <a:lnB>
                      <a:noFill/>
                    </a:lnB>
                  </a:tcPr>
                </a:tc>
                <a:tc>
                  <a:txBody>
                    <a:bodyPr/>
                    <a:lstStyle/>
                    <a:p>
                      <a:pPr indent="266700" algn="just">
                        <a:lnSpc>
                          <a:spcPts val="1560"/>
                        </a:lnSpc>
                        <a:spcAft>
                          <a:spcPts val="0"/>
                        </a:spcAft>
                      </a:pPr>
                      <a:r>
                        <a:rPr lang="zh-CN" sz="2400" b="1" kern="100" dirty="0">
                          <a:latin typeface="+mn-lt"/>
                          <a:ea typeface="+mj-ea"/>
                          <a:cs typeface="Times New Roman" panose="02020603050405020304"/>
                        </a:rPr>
                        <a:t>插入空字符</a:t>
                      </a:r>
                      <a:endParaRPr lang="zh-CN" sz="3200" b="1" kern="100" dirty="0">
                        <a:latin typeface="+mn-lt"/>
                        <a:ea typeface="+mj-ea"/>
                        <a:cs typeface="Times New Roman" panose="02020603050405020304"/>
                      </a:endParaRPr>
                    </a:p>
                  </a:txBody>
                  <a:tcPr marL="68580" marR="68580" marT="107999" marB="0">
                    <a:lnL>
                      <a:noFill/>
                    </a:lnL>
                    <a:lnR>
                      <a:noFill/>
                    </a:lnR>
                    <a:lnT>
                      <a:noFill/>
                    </a:lnT>
                    <a:lnB>
                      <a:noFill/>
                    </a:lnB>
                  </a:tcPr>
                </a:tc>
              </a:tr>
              <a:tr h="404813">
                <a:tc>
                  <a:txBody>
                    <a:bodyPr/>
                    <a:lstStyle/>
                    <a:p>
                      <a:pPr indent="266700" algn="just">
                        <a:lnSpc>
                          <a:spcPts val="1560"/>
                        </a:lnSpc>
                        <a:spcAft>
                          <a:spcPts val="0"/>
                        </a:spcAft>
                      </a:pPr>
                      <a:r>
                        <a:rPr lang="en-US" sz="2400" b="1" kern="100" smtClean="0">
                          <a:latin typeface="+mn-lt"/>
                          <a:ea typeface="+mj-ea"/>
                          <a:cs typeface="Times New Roman" panose="02020603050405020304"/>
                        </a:rPr>
                        <a:t>setsprecision(int</a:t>
                      </a:r>
                      <a:r>
                        <a:rPr lang="en-US" sz="2400" b="1" kern="100" dirty="0" smtClean="0">
                          <a:latin typeface="+mn-lt"/>
                          <a:ea typeface="+mj-ea"/>
                          <a:cs typeface="Times New Roman" panose="02020603050405020304"/>
                        </a:rPr>
                        <a:t>)</a:t>
                      </a:r>
                      <a:endParaRPr lang="zh-CN" sz="3200" b="1" kern="100" dirty="0">
                        <a:latin typeface="+mn-lt"/>
                        <a:ea typeface="+mj-ea"/>
                        <a:cs typeface="Times New Roman" panose="02020603050405020304"/>
                      </a:endParaRPr>
                    </a:p>
                  </a:txBody>
                  <a:tcPr marL="68580" marR="68580" marT="107999" marB="0">
                    <a:lnL>
                      <a:noFill/>
                    </a:lnL>
                    <a:lnR>
                      <a:noFill/>
                    </a:lnR>
                    <a:lnT>
                      <a:noFill/>
                    </a:lnT>
                    <a:lnB>
                      <a:noFill/>
                    </a:lnB>
                  </a:tcPr>
                </a:tc>
                <a:tc>
                  <a:txBody>
                    <a:bodyPr/>
                    <a:lstStyle/>
                    <a:p>
                      <a:pPr indent="266700" algn="just">
                        <a:lnSpc>
                          <a:spcPts val="1560"/>
                        </a:lnSpc>
                        <a:spcAft>
                          <a:spcPts val="0"/>
                        </a:spcAft>
                      </a:pPr>
                      <a:r>
                        <a:rPr lang="zh-CN" sz="2400" b="1" kern="100" dirty="0">
                          <a:latin typeface="+mn-lt"/>
                          <a:ea typeface="+mj-ea"/>
                          <a:cs typeface="Times New Roman" panose="02020603050405020304"/>
                        </a:rPr>
                        <a:t>设置浮点数的小数位数（包括小数点）</a:t>
                      </a:r>
                      <a:endParaRPr lang="zh-CN" sz="3200" b="1" kern="100" dirty="0">
                        <a:latin typeface="+mn-lt"/>
                        <a:ea typeface="+mj-ea"/>
                        <a:cs typeface="Times New Roman" panose="02020603050405020304"/>
                      </a:endParaRPr>
                    </a:p>
                  </a:txBody>
                  <a:tcPr marL="68580" marR="68580" marT="107999" marB="0">
                    <a:lnL>
                      <a:noFill/>
                    </a:lnL>
                    <a:lnR>
                      <a:noFill/>
                    </a:lnR>
                    <a:lnT>
                      <a:noFill/>
                    </a:lnT>
                    <a:lnB>
                      <a:noFill/>
                    </a:lnB>
                  </a:tcPr>
                </a:tc>
              </a:tr>
              <a:tr h="404813">
                <a:tc>
                  <a:txBody>
                    <a:bodyPr/>
                    <a:lstStyle/>
                    <a:p>
                      <a:pPr indent="266700" algn="just">
                        <a:lnSpc>
                          <a:spcPts val="1560"/>
                        </a:lnSpc>
                        <a:spcAft>
                          <a:spcPts val="0"/>
                        </a:spcAft>
                      </a:pPr>
                      <a:r>
                        <a:rPr lang="en-US" sz="2400" b="1" kern="100" dirty="0" err="1" smtClean="0">
                          <a:latin typeface="+mn-lt"/>
                          <a:ea typeface="+mj-ea"/>
                          <a:cs typeface="Times New Roman" panose="02020603050405020304"/>
                        </a:rPr>
                        <a:t>setw</a:t>
                      </a:r>
                      <a:r>
                        <a:rPr lang="en-US" sz="2400" b="1" kern="100" dirty="0" smtClean="0">
                          <a:latin typeface="+mn-lt"/>
                          <a:ea typeface="+mj-ea"/>
                          <a:cs typeface="Times New Roman" panose="02020603050405020304"/>
                        </a:rPr>
                        <a:t>(</a:t>
                      </a:r>
                      <a:r>
                        <a:rPr lang="en-US" sz="2400" b="1" kern="100" dirty="0" err="1" smtClean="0">
                          <a:latin typeface="+mn-lt"/>
                          <a:ea typeface="+mj-ea"/>
                          <a:cs typeface="Times New Roman" panose="02020603050405020304"/>
                        </a:rPr>
                        <a:t>int</a:t>
                      </a:r>
                      <a:r>
                        <a:rPr lang="en-US" sz="2400" b="1" kern="100" dirty="0" smtClean="0">
                          <a:latin typeface="+mn-lt"/>
                          <a:ea typeface="+mj-ea"/>
                          <a:cs typeface="Times New Roman" panose="02020603050405020304"/>
                        </a:rPr>
                        <a:t>)</a:t>
                      </a:r>
                      <a:endParaRPr lang="zh-CN" sz="3200" b="1" kern="100" dirty="0">
                        <a:latin typeface="+mn-lt"/>
                        <a:ea typeface="+mj-ea"/>
                        <a:cs typeface="Times New Roman" panose="02020603050405020304"/>
                      </a:endParaRPr>
                    </a:p>
                  </a:txBody>
                  <a:tcPr marL="68580" marR="68580" marT="107999" marB="0">
                    <a:lnL>
                      <a:noFill/>
                    </a:lnL>
                    <a:lnR>
                      <a:noFill/>
                    </a:lnR>
                    <a:lnT>
                      <a:noFill/>
                    </a:lnT>
                    <a:lnB w="12700" cap="flat" cmpd="sng" algn="ctr">
                      <a:solidFill>
                        <a:srgbClr val="000000"/>
                      </a:solidFill>
                      <a:prstDash val="solid"/>
                      <a:round/>
                      <a:headEnd type="none" w="med" len="med"/>
                      <a:tailEnd type="none" w="med" len="med"/>
                    </a:lnB>
                  </a:tcPr>
                </a:tc>
                <a:tc>
                  <a:txBody>
                    <a:bodyPr/>
                    <a:lstStyle/>
                    <a:p>
                      <a:pPr indent="266700" algn="just">
                        <a:lnSpc>
                          <a:spcPts val="1560"/>
                        </a:lnSpc>
                        <a:spcAft>
                          <a:spcPts val="0"/>
                        </a:spcAft>
                      </a:pPr>
                      <a:r>
                        <a:rPr lang="zh-CN" sz="2400" b="1" kern="100" dirty="0">
                          <a:latin typeface="+mn-lt"/>
                          <a:ea typeface="+mj-ea"/>
                          <a:cs typeface="Times New Roman" panose="02020603050405020304"/>
                        </a:rPr>
                        <a:t>设置域宽</a:t>
                      </a:r>
                      <a:endParaRPr lang="zh-CN" sz="3200" b="1" kern="100" dirty="0">
                        <a:latin typeface="+mn-lt"/>
                        <a:ea typeface="+mj-ea"/>
                        <a:cs typeface="Times New Roman" panose="02020603050405020304"/>
                      </a:endParaRPr>
                    </a:p>
                  </a:txBody>
                  <a:tcPr marL="68580" marR="68580" marT="107999" marB="0">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96283" name="TextBox 7"/>
          <p:cNvSpPr txBox="1">
            <a:spLocks noChangeArrowheads="1"/>
          </p:cNvSpPr>
          <p:nvPr/>
        </p:nvSpPr>
        <p:spPr bwMode="auto">
          <a:xfrm>
            <a:off x="2428875" y="1412776"/>
            <a:ext cx="40719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r>
              <a:rPr lang="zh-CN" altLang="en-US" sz="2800" b="1" dirty="0">
                <a:solidFill>
                  <a:srgbClr val="FFFF00"/>
                </a:solidFill>
                <a:latin typeface="+mn-lt"/>
                <a:ea typeface="+mj-ea"/>
              </a:rPr>
              <a:t>常用的</a:t>
            </a:r>
            <a:r>
              <a:rPr lang="en-US" altLang="zh-CN" sz="2800" b="1" dirty="0">
                <a:solidFill>
                  <a:srgbClr val="FFFF00"/>
                </a:solidFill>
                <a:latin typeface="+mn-lt"/>
                <a:ea typeface="+mj-ea"/>
              </a:rPr>
              <a:t>I/O</a:t>
            </a:r>
            <a:r>
              <a:rPr lang="zh-CN" altLang="en-US" sz="2800" b="1" dirty="0">
                <a:solidFill>
                  <a:srgbClr val="FFFF00"/>
                </a:solidFill>
                <a:latin typeface="+mn-lt"/>
                <a:ea typeface="+mj-ea"/>
              </a:rPr>
              <a:t>流类库操纵符</a:t>
            </a:r>
            <a:endParaRPr lang="zh-CN" altLang="en-US" sz="2800" b="1" dirty="0">
              <a:solidFill>
                <a:srgbClr val="FFFF00"/>
              </a:solidFill>
              <a:latin typeface="+mn-lt"/>
              <a:ea typeface="+mj-ea"/>
            </a:endParaRPr>
          </a:p>
        </p:txBody>
      </p:sp>
      <p:sp>
        <p:nvSpPr>
          <p:cNvPr id="96284" name="TextBox 8"/>
          <p:cNvSpPr txBox="1">
            <a:spLocks noChangeArrowheads="1"/>
          </p:cNvSpPr>
          <p:nvPr/>
        </p:nvSpPr>
        <p:spPr bwMode="auto">
          <a:xfrm>
            <a:off x="571500" y="5771034"/>
            <a:ext cx="77866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r>
              <a:rPr lang="zh-CN" altLang="en-US" b="1" dirty="0">
                <a:latin typeface="+mn-lt"/>
                <a:ea typeface="+mj-ea"/>
              </a:rPr>
              <a:t>例</a:t>
            </a:r>
            <a:r>
              <a:rPr lang="en-US" altLang="zh-CN" b="1" dirty="0" smtClean="0">
                <a:latin typeface="+mn-lt"/>
                <a:ea typeface="+mj-ea"/>
              </a:rPr>
              <a:t>:        </a:t>
            </a:r>
            <a:r>
              <a:rPr lang="en-US" altLang="zh-CN" b="1" dirty="0" err="1" smtClean="0">
                <a:latin typeface="+mn-lt"/>
                <a:ea typeface="+mj-ea"/>
              </a:rPr>
              <a:t>cout</a:t>
            </a:r>
            <a:r>
              <a:rPr lang="en-US" altLang="zh-CN" b="1" dirty="0" smtClean="0">
                <a:latin typeface="+mn-lt"/>
                <a:ea typeface="+mj-ea"/>
              </a:rPr>
              <a:t> </a:t>
            </a:r>
            <a:r>
              <a:rPr lang="en-US" altLang="zh-CN" b="1" dirty="0">
                <a:latin typeface="+mn-lt"/>
                <a:ea typeface="+mj-ea"/>
              </a:rPr>
              <a:t>&lt;&lt; </a:t>
            </a:r>
            <a:r>
              <a:rPr lang="en-US" altLang="zh-CN" b="1" dirty="0" err="1">
                <a:latin typeface="+mn-lt"/>
                <a:ea typeface="+mj-ea"/>
              </a:rPr>
              <a:t>setw</a:t>
            </a:r>
            <a:r>
              <a:rPr lang="en-US" altLang="zh-CN" b="1" dirty="0">
                <a:latin typeface="+mn-lt"/>
                <a:ea typeface="+mj-ea"/>
              </a:rPr>
              <a:t>(5) &lt;&lt; </a:t>
            </a:r>
            <a:r>
              <a:rPr lang="en-US" altLang="zh-CN" b="1" dirty="0" err="1">
                <a:latin typeface="+mn-lt"/>
                <a:ea typeface="+mj-ea"/>
              </a:rPr>
              <a:t>setprecision</a:t>
            </a:r>
            <a:r>
              <a:rPr lang="en-US" altLang="zh-CN" b="1" dirty="0">
                <a:latin typeface="+mn-lt"/>
                <a:ea typeface="+mj-ea"/>
              </a:rPr>
              <a:t>(3) &lt;&lt; 3.1415;</a:t>
            </a:r>
            <a:endParaRPr lang="zh-CN" altLang="en-US" b="1" dirty="0">
              <a:latin typeface="+mn-lt"/>
              <a:ea typeface="+mj-ea"/>
            </a:endParaRPr>
          </a:p>
        </p:txBody>
      </p:sp>
    </p:spTree>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bwMode="auto">
          <a:xfrm>
            <a:off x="431032" y="2420888"/>
            <a:ext cx="8712968"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SzPct val="200000"/>
              <a:buFont typeface="+mj-lt"/>
              <a:buAutoNum type="arabicPeriod" startAt="4"/>
            </a:pPr>
            <a:r>
              <a:rPr lang="zh-CN" altLang="en-US" sz="6600" b="1" dirty="0" smtClean="0">
                <a:ea typeface="华文彩云" panose="02010800040101010101" pitchFamily="2" charset="-122"/>
              </a:rPr>
              <a:t>算法</a:t>
            </a:r>
            <a:r>
              <a:rPr lang="zh-CN" altLang="en-US" sz="4000" b="1" dirty="0">
                <a:ea typeface="华文彩云" panose="02010800040101010101" pitchFamily="2" charset="-122"/>
              </a:rPr>
              <a:t>の</a:t>
            </a:r>
            <a:r>
              <a:rPr lang="zh-CN" altLang="en-US" sz="4000" b="1" dirty="0" smtClean="0">
                <a:ea typeface="华文彩云" panose="02010800040101010101" pitchFamily="2" charset="-122"/>
              </a:rPr>
              <a:t>基本控制结构</a:t>
            </a:r>
            <a:endParaRPr lang="zh-CN" altLang="en-US" sz="9600" dirty="0"/>
          </a:p>
        </p:txBody>
      </p:sp>
    </p:spTree>
  </p:cSld>
  <p:clrMapOvr>
    <a:masterClrMapping/>
  </p:clrMapOvr>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457200" y="116632"/>
            <a:ext cx="8229600" cy="1139825"/>
          </a:xfrm>
          <a:prstGeom prst="rect">
            <a:avLst/>
          </a:prstGeom>
        </p:spPr>
        <p:txBody>
          <a:bodyPr>
            <a:noAutofit/>
          </a:bodyPr>
          <a:lstStyle/>
          <a:p>
            <a:pPr fontAlgn="auto">
              <a:spcAft>
                <a:spcPts val="0"/>
              </a:spcAft>
            </a:pPr>
            <a:r>
              <a:rPr lang="en-US" altLang="zh-CN"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2.4.1 </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用</a:t>
            </a:r>
            <a:r>
              <a:rPr lang="en-US" altLang="zh-CN"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if</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语句实现选择结构</a:t>
            </a:r>
            <a:endPar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endParaRPr>
          </a:p>
          <a:p>
            <a:pPr fontAlgn="auto">
              <a:spcAft>
                <a:spcPts val="0"/>
              </a:spcAft>
            </a:pPr>
            <a:r>
              <a:rPr lang="en-US" altLang="zh-CN"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a:t>
            </a:r>
            <a:r>
              <a:rPr lang="zh-CN" altLang="en-US"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单分支</a:t>
            </a:r>
            <a:endPar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endParaRPr>
          </a:p>
        </p:txBody>
      </p:sp>
      <p:sp>
        <p:nvSpPr>
          <p:cNvPr id="73731" name="Rectangle 3"/>
          <p:cNvSpPr>
            <a:spLocks noChangeArrowheads="1"/>
          </p:cNvSpPr>
          <p:nvPr/>
        </p:nvSpPr>
        <p:spPr bwMode="auto">
          <a:xfrm>
            <a:off x="1007044" y="1417638"/>
            <a:ext cx="7705725" cy="5323730"/>
          </a:xfrm>
          <a:prstGeom prst="rect">
            <a:avLst/>
          </a:prstGeom>
          <a:noFill/>
          <a:ln w="9525">
            <a:noFill/>
            <a:miter lim="800000"/>
          </a:ln>
        </p:spPr>
        <p:txBody>
          <a:bodyPr/>
          <a:lstStyle>
            <a:lvl1pPr marL="342900" indent="-342900"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spcBef>
                <a:spcPct val="0"/>
              </a:spcBef>
              <a:spcAft>
                <a:spcPct val="0"/>
              </a:spcAft>
              <a:buClr>
                <a:schemeClr val="tx2"/>
              </a:buClr>
              <a:buSzPct val="80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spcBef>
                <a:spcPct val="0"/>
              </a:spcBef>
              <a:spcAft>
                <a:spcPct val="0"/>
              </a:spcAft>
              <a:buClr>
                <a:schemeClr val="tx2"/>
              </a:buClr>
              <a:buSzPct val="80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spcBef>
                <a:spcPct val="0"/>
              </a:spcBef>
              <a:spcAft>
                <a:spcPct val="0"/>
              </a:spcAft>
              <a:buClr>
                <a:schemeClr val="tx2"/>
              </a:buClr>
              <a:buSzPct val="80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spcBef>
                <a:spcPct val="0"/>
              </a:spcBef>
              <a:spcAft>
                <a:spcPct val="0"/>
              </a:spcAft>
              <a:buClr>
                <a:schemeClr val="tx2"/>
              </a:buClr>
              <a:buSzPct val="80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marL="0" indent="0" algn="l" eaLnBrk="1" hangingPunct="1">
              <a:spcBef>
                <a:spcPct val="50000"/>
              </a:spcBef>
            </a:pPr>
            <a:r>
              <a:rPr lang="en-US" altLang="zh-CN" sz="2400" dirty="0" smtClean="0"/>
              <a:t>if</a:t>
            </a:r>
            <a:r>
              <a:rPr lang="zh-CN" altLang="en-US" sz="2400" dirty="0"/>
              <a:t>语句用于在程序中有条件地执行某一语句序列，它有</a:t>
            </a:r>
            <a:r>
              <a:rPr lang="zh-CN" altLang="en-US" sz="2400" dirty="0" smtClean="0"/>
              <a:t>如下单分支和双分支两种</a:t>
            </a:r>
            <a:r>
              <a:rPr lang="zh-CN" altLang="en-US" sz="2400" dirty="0"/>
              <a:t>基本语法</a:t>
            </a:r>
            <a:r>
              <a:rPr lang="zh-CN" altLang="en-US" sz="2400" dirty="0" smtClean="0"/>
              <a:t>格式。</a:t>
            </a:r>
            <a:endParaRPr lang="en-US" altLang="zh-CN" sz="2400" dirty="0" smtClean="0"/>
          </a:p>
          <a:p>
            <a:pPr marL="0" indent="0" algn="l" eaLnBrk="1" hangingPunct="1">
              <a:spcBef>
                <a:spcPct val="50000"/>
              </a:spcBef>
            </a:pPr>
            <a:r>
              <a:rPr lang="zh-CN" altLang="en-US" sz="2400" dirty="0" smtClean="0"/>
              <a:t>单分支形式如下所示：</a:t>
            </a:r>
            <a:endParaRPr lang="zh-CN" altLang="en-US" sz="2400" dirty="0"/>
          </a:p>
          <a:p>
            <a:pPr algn="just" eaLnBrk="1" hangingPunct="1">
              <a:spcBef>
                <a:spcPct val="50000"/>
              </a:spcBef>
            </a:pPr>
            <a:r>
              <a:rPr lang="zh-CN" altLang="en-US" sz="2800" dirty="0">
                <a:solidFill>
                  <a:srgbClr val="FFFFFF"/>
                </a:solidFill>
                <a:ea typeface="楷体_GB2312" pitchFamily="49" charset="-122"/>
              </a:rPr>
              <a:t>  	</a:t>
            </a:r>
            <a:r>
              <a:rPr lang="en-US" altLang="zh-CN" sz="2400" dirty="0">
                <a:solidFill>
                  <a:srgbClr val="FFFF00"/>
                </a:solidFill>
              </a:rPr>
              <a:t>if (</a:t>
            </a:r>
            <a:r>
              <a:rPr lang="zh-CN" altLang="en-US" sz="2400" dirty="0">
                <a:solidFill>
                  <a:srgbClr val="FFFF00"/>
                </a:solidFill>
              </a:rPr>
              <a:t>条件表达式</a:t>
            </a:r>
            <a:r>
              <a:rPr lang="en-US" altLang="zh-CN" sz="2400" dirty="0">
                <a:solidFill>
                  <a:srgbClr val="FFFF00"/>
                </a:solidFill>
              </a:rPr>
              <a:t>) </a:t>
            </a:r>
            <a:r>
              <a:rPr lang="en-US" altLang="zh-CN" sz="2400" dirty="0" smtClean="0">
                <a:solidFill>
                  <a:srgbClr val="FFFF00"/>
                </a:solidFill>
              </a:rPr>
              <a:t> </a:t>
            </a:r>
            <a:r>
              <a:rPr lang="zh-CN" altLang="en-US" sz="2400" dirty="0" smtClean="0">
                <a:solidFill>
                  <a:srgbClr val="FFFF00"/>
                </a:solidFill>
              </a:rPr>
              <a:t>单条语句</a:t>
            </a:r>
            <a:r>
              <a:rPr lang="en-US" altLang="zh-CN" sz="2400" dirty="0" smtClean="0">
                <a:solidFill>
                  <a:srgbClr val="FFFF00"/>
                </a:solidFill>
              </a:rPr>
              <a:t>;</a:t>
            </a:r>
            <a:endParaRPr lang="en-US" altLang="zh-CN" sz="2400" dirty="0" smtClean="0">
              <a:solidFill>
                <a:srgbClr val="FFFF00"/>
              </a:solidFill>
            </a:endParaRPr>
          </a:p>
          <a:p>
            <a:pPr algn="just" eaLnBrk="1" hangingPunct="1">
              <a:spcBef>
                <a:spcPct val="50000"/>
              </a:spcBef>
            </a:pPr>
            <a:r>
              <a:rPr lang="zh-CN" altLang="en-US" sz="2400" dirty="0" smtClean="0"/>
              <a:t>或者：</a:t>
            </a:r>
            <a:endParaRPr lang="en-US" altLang="zh-CN" sz="2400" dirty="0"/>
          </a:p>
          <a:p>
            <a:pPr algn="just" eaLnBrk="1" hangingPunct="1">
              <a:spcBef>
                <a:spcPct val="50000"/>
              </a:spcBef>
            </a:pPr>
            <a:r>
              <a:rPr lang="en-US" altLang="zh-CN" sz="2400" dirty="0">
                <a:solidFill>
                  <a:srgbClr val="FFFF00"/>
                </a:solidFill>
              </a:rPr>
              <a:t>	  if (</a:t>
            </a:r>
            <a:r>
              <a:rPr lang="zh-CN" altLang="en-US" sz="2400" dirty="0">
                <a:solidFill>
                  <a:srgbClr val="FFFF00"/>
                </a:solidFill>
              </a:rPr>
              <a:t>条件表达式</a:t>
            </a:r>
            <a:r>
              <a:rPr lang="en-US" altLang="zh-CN" sz="2400" dirty="0">
                <a:solidFill>
                  <a:srgbClr val="FFFF00"/>
                </a:solidFill>
              </a:rPr>
              <a:t>)</a:t>
            </a:r>
            <a:endParaRPr lang="en-US" altLang="zh-CN" sz="2400" dirty="0">
              <a:solidFill>
                <a:srgbClr val="FFFF00"/>
              </a:solidFill>
            </a:endParaRPr>
          </a:p>
          <a:p>
            <a:pPr algn="just" eaLnBrk="1" hangingPunct="1">
              <a:spcBef>
                <a:spcPct val="50000"/>
              </a:spcBef>
            </a:pPr>
            <a:r>
              <a:rPr lang="en-US" altLang="zh-CN" sz="2400" dirty="0">
                <a:solidFill>
                  <a:srgbClr val="FFFF00"/>
                </a:solidFill>
              </a:rPr>
              <a:t>	  {</a:t>
            </a:r>
            <a:endParaRPr lang="en-US" altLang="zh-CN" sz="2400" dirty="0">
              <a:solidFill>
                <a:srgbClr val="FFFF00"/>
              </a:solidFill>
            </a:endParaRPr>
          </a:p>
          <a:p>
            <a:pPr algn="just" eaLnBrk="1" hangingPunct="1">
              <a:spcBef>
                <a:spcPct val="50000"/>
              </a:spcBef>
            </a:pPr>
            <a:r>
              <a:rPr lang="en-US" altLang="zh-CN" sz="2400" dirty="0">
                <a:solidFill>
                  <a:srgbClr val="FFFF00"/>
                </a:solidFill>
              </a:rPr>
              <a:t>	      </a:t>
            </a:r>
            <a:r>
              <a:rPr lang="zh-CN" altLang="en-US" sz="2400" dirty="0">
                <a:solidFill>
                  <a:srgbClr val="FFFF00"/>
                </a:solidFill>
              </a:rPr>
              <a:t>语句序列</a:t>
            </a:r>
            <a:r>
              <a:rPr lang="en-US" altLang="zh-CN" sz="2400" dirty="0">
                <a:solidFill>
                  <a:srgbClr val="FFFF00"/>
                </a:solidFill>
              </a:rPr>
              <a:t>;  </a:t>
            </a:r>
            <a:endParaRPr lang="en-US" altLang="zh-CN" sz="2400" dirty="0">
              <a:solidFill>
                <a:srgbClr val="FFFF00"/>
              </a:solidFill>
            </a:endParaRPr>
          </a:p>
          <a:p>
            <a:pPr algn="just" eaLnBrk="1" hangingPunct="1">
              <a:spcBef>
                <a:spcPct val="50000"/>
              </a:spcBef>
            </a:pPr>
            <a:r>
              <a:rPr lang="en-US" altLang="zh-CN" sz="2400" dirty="0">
                <a:solidFill>
                  <a:srgbClr val="FFFF00"/>
                </a:solidFill>
              </a:rPr>
              <a:t>	  };</a:t>
            </a:r>
            <a:endParaRPr lang="en-US" altLang="zh-CN" sz="2400" dirty="0">
              <a:solidFill>
                <a:srgbClr val="FFFF00"/>
              </a:solidFill>
            </a:endParaRPr>
          </a:p>
          <a:p>
            <a:pPr marL="0" indent="0" algn="l" eaLnBrk="1" hangingPunct="1">
              <a:lnSpc>
                <a:spcPct val="120000"/>
              </a:lnSpc>
              <a:spcBef>
                <a:spcPct val="50000"/>
              </a:spcBef>
              <a:buClr>
                <a:srgbClr val="00B0F0"/>
              </a:buClr>
            </a:pPr>
            <a:endParaRPr lang="zh-CN" altLang="en-US" sz="2400" dirty="0"/>
          </a:p>
        </p:txBody>
      </p:sp>
      <p:grpSp>
        <p:nvGrpSpPr>
          <p:cNvPr id="24" name="组合 23"/>
          <p:cNvGrpSpPr/>
          <p:nvPr/>
        </p:nvGrpSpPr>
        <p:grpSpPr>
          <a:xfrm>
            <a:off x="5866606" y="2276078"/>
            <a:ext cx="2595563" cy="3889055"/>
            <a:chOff x="5866606" y="2276078"/>
            <a:chExt cx="2595563" cy="3889055"/>
          </a:xfrm>
        </p:grpSpPr>
        <p:grpSp>
          <p:nvGrpSpPr>
            <p:cNvPr id="7" name="Group 27"/>
            <p:cNvGrpSpPr/>
            <p:nvPr/>
          </p:nvGrpSpPr>
          <p:grpSpPr bwMode="auto">
            <a:xfrm>
              <a:off x="6016362" y="4941170"/>
              <a:ext cx="1728788" cy="1223963"/>
              <a:chOff x="4468" y="3067"/>
              <a:chExt cx="726" cy="771"/>
            </a:xfrm>
          </p:grpSpPr>
          <p:sp>
            <p:nvSpPr>
              <p:cNvPr id="19" name="Rectangle 28"/>
              <p:cNvSpPr>
                <a:spLocks noChangeArrowheads="1"/>
              </p:cNvSpPr>
              <p:nvPr/>
            </p:nvSpPr>
            <p:spPr bwMode="auto">
              <a:xfrm>
                <a:off x="4468" y="3067"/>
                <a:ext cx="724" cy="771"/>
              </a:xfrm>
              <a:prstGeom prst="rect">
                <a:avLst/>
              </a:prstGeom>
              <a:solidFill>
                <a:schemeClr val="accent1">
                  <a:alpha val="50195"/>
                </a:schemeClr>
              </a:solidFill>
              <a:ln w="9525">
                <a:solidFill>
                  <a:schemeClr val="tx1"/>
                </a:solidFill>
                <a:miter lim="800000"/>
                <a:tailEnd type="none" w="sm" len="sm"/>
              </a:ln>
            </p:spPr>
            <p:txBody>
              <a:bodyPr wrap="none" anchor="t"/>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1200" b="1" dirty="0" smtClean="0">
                    <a:latin typeface="Times New Roman" panose="02020603050405020304" pitchFamily="18" charset="0"/>
                  </a:rPr>
                  <a:t>   条件表达式 </a:t>
                </a:r>
                <a:endParaRPr lang="en-US" altLang="zh-CN" sz="1200" b="1" dirty="0" smtClean="0">
                  <a:latin typeface="Times New Roman" panose="02020603050405020304" pitchFamily="18" charset="0"/>
                </a:endParaRPr>
              </a:p>
              <a:p>
                <a:pPr eaLnBrk="1" hangingPunct="1">
                  <a:spcBef>
                    <a:spcPct val="0"/>
                  </a:spcBef>
                  <a:buClrTx/>
                  <a:buSzTx/>
                  <a:buFontTx/>
                  <a:buNone/>
                </a:pPr>
                <a:r>
                  <a:rPr lang="en-US" altLang="zh-CN" sz="1200" b="1" dirty="0" smtClean="0">
                    <a:latin typeface="Times New Roman" panose="02020603050405020304" pitchFamily="18" charset="0"/>
                  </a:rPr>
                  <a:t>Y                             </a:t>
                </a:r>
                <a:r>
                  <a:rPr lang="en-US" altLang="zh-CN" sz="1200" b="1" dirty="0">
                    <a:latin typeface="Times New Roman" panose="02020603050405020304" pitchFamily="18" charset="0"/>
                  </a:rPr>
                  <a:t>N   </a:t>
                </a:r>
                <a:endParaRPr lang="en-US" altLang="zh-CN" sz="1200" b="1" dirty="0">
                  <a:latin typeface="Times New Roman" panose="02020603050405020304" pitchFamily="18" charset="0"/>
                </a:endParaRPr>
              </a:p>
              <a:p>
                <a:pPr eaLnBrk="1" hangingPunct="1">
                  <a:spcBef>
                    <a:spcPct val="0"/>
                  </a:spcBef>
                  <a:buClrTx/>
                  <a:buSzTx/>
                  <a:buFontTx/>
                  <a:buNone/>
                </a:pPr>
                <a:endParaRPr lang="en-US" altLang="zh-CN" sz="1200" dirty="0">
                  <a:solidFill>
                    <a:srgbClr val="000000"/>
                  </a:solidFill>
                  <a:latin typeface="Times New Roman" panose="02020603050405020304" pitchFamily="18" charset="0"/>
                </a:endParaRPr>
              </a:p>
              <a:p>
                <a:pPr algn="l" eaLnBrk="1" hangingPunct="1">
                  <a:spcBef>
                    <a:spcPct val="0"/>
                  </a:spcBef>
                  <a:buClrTx/>
                  <a:buSzTx/>
                  <a:buFontTx/>
                  <a:buNone/>
                </a:pPr>
                <a:r>
                  <a:rPr lang="zh-CN" altLang="en-US" sz="1200" b="1" dirty="0">
                    <a:latin typeface="Times New Roman" panose="02020603050405020304" pitchFamily="18" charset="0"/>
                  </a:rPr>
                  <a:t>单条语句</a:t>
                </a:r>
                <a:endParaRPr lang="en-US" altLang="zh-CN" sz="1200" b="1" dirty="0">
                  <a:latin typeface="Times New Roman" panose="02020603050405020304" pitchFamily="18" charset="0"/>
                </a:endParaRPr>
              </a:p>
              <a:p>
                <a:pPr algn="l" eaLnBrk="1" hangingPunct="1">
                  <a:spcBef>
                    <a:spcPct val="0"/>
                  </a:spcBef>
                  <a:buClrTx/>
                  <a:buSzTx/>
                  <a:buFontTx/>
                  <a:buNone/>
                </a:pPr>
                <a:r>
                  <a:rPr lang="zh-CN" altLang="en-US" sz="1200" b="1" dirty="0">
                    <a:latin typeface="Times New Roman" panose="02020603050405020304" pitchFamily="18" charset="0"/>
                  </a:rPr>
                  <a:t>或</a:t>
                </a:r>
                <a:endParaRPr lang="en-US" altLang="zh-CN" sz="1200" b="1" dirty="0">
                  <a:latin typeface="Times New Roman" panose="02020603050405020304" pitchFamily="18" charset="0"/>
                </a:endParaRPr>
              </a:p>
              <a:p>
                <a:pPr algn="l" eaLnBrk="1" hangingPunct="1">
                  <a:spcBef>
                    <a:spcPct val="0"/>
                  </a:spcBef>
                  <a:buClrTx/>
                  <a:buSzTx/>
                  <a:buFontTx/>
                  <a:buNone/>
                </a:pPr>
                <a:r>
                  <a:rPr lang="zh-CN" altLang="en-US" sz="1200" b="1" dirty="0">
                    <a:latin typeface="Times New Roman" panose="02020603050405020304" pitchFamily="18" charset="0"/>
                  </a:rPr>
                  <a:t>语句序列</a:t>
                </a:r>
                <a:endParaRPr lang="en-US" altLang="zh-CN" sz="1200" b="1" dirty="0">
                  <a:latin typeface="Times New Roman" panose="02020603050405020304" pitchFamily="18" charset="0"/>
                </a:endParaRPr>
              </a:p>
              <a:p>
                <a:pPr algn="l" eaLnBrk="1" hangingPunct="1">
                  <a:spcBef>
                    <a:spcPct val="0"/>
                  </a:spcBef>
                  <a:buClrTx/>
                  <a:buSzTx/>
                  <a:buFontTx/>
                  <a:buNone/>
                </a:pPr>
                <a:r>
                  <a:rPr lang="en-US" altLang="zh-CN" sz="1200" dirty="0" smtClean="0">
                    <a:solidFill>
                      <a:srgbClr val="000000"/>
                    </a:solidFill>
                    <a:latin typeface="Times New Roman" panose="02020603050405020304" pitchFamily="18" charset="0"/>
                  </a:rPr>
                  <a:t>             </a:t>
                </a:r>
                <a:endParaRPr lang="en-US" altLang="zh-CN" sz="1200" dirty="0">
                  <a:solidFill>
                    <a:srgbClr val="000000"/>
                  </a:solidFill>
                  <a:latin typeface="Times New Roman" panose="02020603050405020304" pitchFamily="18" charset="0"/>
                </a:endParaRPr>
              </a:p>
            </p:txBody>
          </p:sp>
          <p:sp>
            <p:nvSpPr>
              <p:cNvPr id="20" name="Line 29"/>
              <p:cNvSpPr>
                <a:spLocks noChangeShapeType="1"/>
              </p:cNvSpPr>
              <p:nvPr/>
            </p:nvSpPr>
            <p:spPr bwMode="auto">
              <a:xfrm>
                <a:off x="4468" y="3392"/>
                <a:ext cx="724" cy="1"/>
              </a:xfrm>
              <a:prstGeom prst="line">
                <a:avLst/>
              </a:prstGeom>
              <a:noFill/>
              <a:ln w="9525">
                <a:solidFill>
                  <a:schemeClr val="tx1"/>
                </a:solidFill>
                <a:round/>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30"/>
              <p:cNvSpPr>
                <a:spLocks noChangeShapeType="1"/>
              </p:cNvSpPr>
              <p:nvPr/>
            </p:nvSpPr>
            <p:spPr bwMode="auto">
              <a:xfrm>
                <a:off x="4468" y="3067"/>
                <a:ext cx="362" cy="329"/>
              </a:xfrm>
              <a:prstGeom prst="line">
                <a:avLst/>
              </a:prstGeom>
              <a:noFill/>
              <a:ln w="9525">
                <a:solidFill>
                  <a:schemeClr val="tx1"/>
                </a:solidFill>
                <a:round/>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31"/>
              <p:cNvSpPr>
                <a:spLocks noChangeShapeType="1"/>
              </p:cNvSpPr>
              <p:nvPr/>
            </p:nvSpPr>
            <p:spPr bwMode="auto">
              <a:xfrm flipV="1">
                <a:off x="4832" y="3067"/>
                <a:ext cx="362" cy="329"/>
              </a:xfrm>
              <a:prstGeom prst="line">
                <a:avLst/>
              </a:prstGeom>
              <a:noFill/>
              <a:ln w="9525">
                <a:solidFill>
                  <a:schemeClr val="tx1"/>
                </a:solidFill>
                <a:round/>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32"/>
              <p:cNvSpPr>
                <a:spLocks noChangeShapeType="1"/>
              </p:cNvSpPr>
              <p:nvPr/>
            </p:nvSpPr>
            <p:spPr bwMode="auto">
              <a:xfrm>
                <a:off x="4832" y="3399"/>
                <a:ext cx="1" cy="439"/>
              </a:xfrm>
              <a:prstGeom prst="line">
                <a:avLst/>
              </a:prstGeom>
              <a:noFill/>
              <a:ln w="9525">
                <a:solidFill>
                  <a:schemeClr val="tx1"/>
                </a:solidFill>
                <a:round/>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 name="Group 46"/>
            <p:cNvGrpSpPr/>
            <p:nvPr/>
          </p:nvGrpSpPr>
          <p:grpSpPr bwMode="auto">
            <a:xfrm>
              <a:off x="5866606" y="2276078"/>
              <a:ext cx="2595563" cy="2305050"/>
              <a:chOff x="3082" y="980"/>
              <a:chExt cx="1084" cy="1452"/>
            </a:xfrm>
          </p:grpSpPr>
          <p:sp>
            <p:nvSpPr>
              <p:cNvPr id="9" name="AutoShape 33"/>
              <p:cNvSpPr>
                <a:spLocks noChangeArrowheads="1"/>
              </p:cNvSpPr>
              <p:nvPr/>
            </p:nvSpPr>
            <p:spPr bwMode="auto">
              <a:xfrm>
                <a:off x="3223" y="1234"/>
                <a:ext cx="499" cy="253"/>
              </a:xfrm>
              <a:prstGeom prst="diamond">
                <a:avLst/>
              </a:prstGeom>
              <a:solidFill>
                <a:schemeClr val="accent1">
                  <a:alpha val="50195"/>
                </a:schemeClr>
              </a:solidFill>
              <a:ln w="12700">
                <a:solidFill>
                  <a:schemeClr val="tx1"/>
                </a:solidFill>
                <a:miter lim="800000"/>
              </a:ln>
            </p:spPr>
            <p:txBody>
              <a:bodyPr wrap="none" anchor="ctr" anchorCtr="1"/>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1200" b="1" dirty="0" smtClean="0">
                    <a:latin typeface="Times New Roman" panose="02020603050405020304" pitchFamily="18" charset="0"/>
                  </a:rPr>
                  <a:t>条件表达式</a:t>
                </a:r>
                <a:endParaRPr lang="en-US" altLang="zh-CN" sz="1200" b="1" dirty="0">
                  <a:latin typeface="Times New Roman" panose="02020603050405020304" pitchFamily="18" charset="0"/>
                </a:endParaRPr>
              </a:p>
            </p:txBody>
          </p:sp>
          <p:sp>
            <p:nvSpPr>
              <p:cNvPr id="10" name="Rectangle 34"/>
              <p:cNvSpPr>
                <a:spLocks noChangeArrowheads="1"/>
              </p:cNvSpPr>
              <p:nvPr/>
            </p:nvSpPr>
            <p:spPr bwMode="auto">
              <a:xfrm>
                <a:off x="3740" y="1636"/>
                <a:ext cx="426" cy="427"/>
              </a:xfrm>
              <a:prstGeom prst="rect">
                <a:avLst/>
              </a:prstGeom>
              <a:solidFill>
                <a:schemeClr val="accent1">
                  <a:alpha val="50195"/>
                </a:schemeClr>
              </a:solidFill>
              <a:ln w="12700">
                <a:solidFill>
                  <a:schemeClr val="tx1"/>
                </a:solidFill>
                <a:miter lim="800000"/>
              </a:ln>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en-US" altLang="zh-CN" sz="1200" b="1" dirty="0">
                    <a:latin typeface="Times New Roman" panose="02020603050405020304" pitchFamily="18" charset="0"/>
                  </a:rPr>
                  <a:t> </a:t>
                </a:r>
                <a:r>
                  <a:rPr kumimoji="1" lang="zh-CN" altLang="en-US" sz="1200" b="1" dirty="0" smtClean="0">
                    <a:latin typeface="Times New Roman" panose="02020603050405020304" pitchFamily="18" charset="0"/>
                  </a:rPr>
                  <a:t>单条语句</a:t>
                </a:r>
                <a:endParaRPr kumimoji="1" lang="en-US" altLang="zh-CN" sz="1200" b="1" dirty="0" smtClean="0">
                  <a:latin typeface="Times New Roman" panose="02020603050405020304" pitchFamily="18" charset="0"/>
                </a:endParaRPr>
              </a:p>
              <a:p>
                <a:pPr eaLnBrk="1" hangingPunct="1">
                  <a:spcBef>
                    <a:spcPct val="0"/>
                  </a:spcBef>
                  <a:buClrTx/>
                  <a:buSzTx/>
                  <a:buFontTx/>
                  <a:buNone/>
                </a:pPr>
                <a:r>
                  <a:rPr lang="zh-CN" altLang="en-US" sz="1200" b="1" dirty="0" smtClean="0">
                    <a:latin typeface="Times New Roman" panose="02020603050405020304" pitchFamily="18" charset="0"/>
                  </a:rPr>
                  <a:t>或</a:t>
                </a:r>
                <a:endParaRPr lang="en-US" altLang="zh-CN" sz="1200" b="1" dirty="0" smtClean="0">
                  <a:latin typeface="Times New Roman" panose="02020603050405020304" pitchFamily="18" charset="0"/>
                </a:endParaRPr>
              </a:p>
              <a:p>
                <a:pPr eaLnBrk="1" hangingPunct="1">
                  <a:spcBef>
                    <a:spcPct val="0"/>
                  </a:spcBef>
                  <a:buClrTx/>
                  <a:buSzTx/>
                  <a:buFontTx/>
                  <a:buNone/>
                </a:pPr>
                <a:r>
                  <a:rPr kumimoji="1" lang="zh-CN" altLang="en-US" sz="1200" b="1" dirty="0">
                    <a:latin typeface="Times New Roman" panose="02020603050405020304" pitchFamily="18" charset="0"/>
                  </a:rPr>
                  <a:t>语句序列</a:t>
                </a:r>
                <a:endParaRPr kumimoji="1" lang="en-US" altLang="zh-CN" sz="1200" b="1" dirty="0">
                  <a:latin typeface="Times New Roman" panose="02020603050405020304" pitchFamily="18" charset="0"/>
                </a:endParaRPr>
              </a:p>
            </p:txBody>
          </p:sp>
          <p:sp>
            <p:nvSpPr>
              <p:cNvPr id="11" name="Line 36"/>
              <p:cNvSpPr>
                <a:spLocks noChangeShapeType="1"/>
              </p:cNvSpPr>
              <p:nvPr/>
            </p:nvSpPr>
            <p:spPr bwMode="auto">
              <a:xfrm>
                <a:off x="3953" y="2063"/>
                <a:ext cx="1" cy="145"/>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37"/>
              <p:cNvSpPr>
                <a:spLocks noChangeShapeType="1"/>
              </p:cNvSpPr>
              <p:nvPr/>
            </p:nvSpPr>
            <p:spPr bwMode="auto">
              <a:xfrm>
                <a:off x="3091" y="2227"/>
                <a:ext cx="863"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38"/>
              <p:cNvSpPr>
                <a:spLocks noChangeShapeType="1"/>
              </p:cNvSpPr>
              <p:nvPr/>
            </p:nvSpPr>
            <p:spPr bwMode="auto">
              <a:xfrm>
                <a:off x="3523" y="2230"/>
                <a:ext cx="0" cy="202"/>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Text Box 39"/>
              <p:cNvSpPr txBox="1">
                <a:spLocks noChangeArrowheads="1"/>
              </p:cNvSpPr>
              <p:nvPr/>
            </p:nvSpPr>
            <p:spPr bwMode="auto">
              <a:xfrm>
                <a:off x="3755" y="1336"/>
                <a:ext cx="17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1200" b="1" dirty="0">
                    <a:latin typeface="Times New Roman" panose="02020603050405020304" pitchFamily="18" charset="0"/>
                  </a:rPr>
                  <a:t>Y</a:t>
                </a:r>
                <a:endParaRPr lang="en-US" altLang="zh-CN" sz="1200" b="1" dirty="0">
                  <a:latin typeface="Times New Roman" panose="02020603050405020304" pitchFamily="18" charset="0"/>
                </a:endParaRPr>
              </a:p>
            </p:txBody>
          </p:sp>
          <p:sp>
            <p:nvSpPr>
              <p:cNvPr id="15" name="Text Box 40"/>
              <p:cNvSpPr txBox="1">
                <a:spLocks noChangeArrowheads="1"/>
              </p:cNvSpPr>
              <p:nvPr/>
            </p:nvSpPr>
            <p:spPr bwMode="auto">
              <a:xfrm>
                <a:off x="3082" y="1348"/>
                <a:ext cx="17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1200" b="1" dirty="0">
                    <a:latin typeface="Times New Roman" panose="02020603050405020304" pitchFamily="18" charset="0"/>
                  </a:rPr>
                  <a:t>N</a:t>
                </a:r>
                <a:endParaRPr lang="en-US" altLang="zh-CN" sz="1200" b="1" dirty="0">
                  <a:latin typeface="Times New Roman" panose="02020603050405020304" pitchFamily="18" charset="0"/>
                </a:endParaRPr>
              </a:p>
            </p:txBody>
          </p:sp>
          <p:sp>
            <p:nvSpPr>
              <p:cNvPr id="16" name="Line 41"/>
              <p:cNvSpPr>
                <a:spLocks noChangeShapeType="1"/>
              </p:cNvSpPr>
              <p:nvPr/>
            </p:nvSpPr>
            <p:spPr bwMode="auto">
              <a:xfrm>
                <a:off x="3456" y="980"/>
                <a:ext cx="1" cy="254"/>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17" name="AutoShape 42"/>
              <p:cNvCxnSpPr>
                <a:cxnSpLocks noChangeShapeType="1"/>
                <a:stCxn id="9" idx="1"/>
                <a:endCxn id="12" idx="0"/>
              </p:cNvCxnSpPr>
              <p:nvPr/>
            </p:nvCxnSpPr>
            <p:spPr bwMode="auto">
              <a:xfrm rot="10800000" flipV="1">
                <a:off x="3091" y="1361"/>
                <a:ext cx="132" cy="866"/>
              </a:xfrm>
              <a:prstGeom prst="bentConnector2">
                <a:avLst/>
              </a:prstGeom>
              <a:noFill/>
              <a:ln w="9525">
                <a:solidFill>
                  <a:schemeClr val="tx1"/>
                </a:solidFill>
                <a:miter lim="800000"/>
              </a:ln>
              <a:extLst>
                <a:ext uri="{909E8E84-426E-40DD-AFC4-6F175D3DCCD1}">
                  <a14:hiddenFill xmlns:a14="http://schemas.microsoft.com/office/drawing/2010/main">
                    <a:noFill/>
                  </a14:hiddenFill>
                </a:ext>
              </a:extLst>
            </p:spPr>
          </p:cxnSp>
          <p:cxnSp>
            <p:nvCxnSpPr>
              <p:cNvPr id="18" name="AutoShape 43"/>
              <p:cNvCxnSpPr>
                <a:cxnSpLocks noChangeShapeType="1"/>
                <a:stCxn id="9" idx="3"/>
                <a:endCxn id="10" idx="0"/>
              </p:cNvCxnSpPr>
              <p:nvPr/>
            </p:nvCxnSpPr>
            <p:spPr bwMode="auto">
              <a:xfrm>
                <a:off x="3722" y="1361"/>
                <a:ext cx="231" cy="276"/>
              </a:xfrm>
              <a:prstGeom prst="bentConnector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grpSp>
      </p:grpSp>
    </p:spTree>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179512" y="1893505"/>
            <a:ext cx="5616624"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50000"/>
              </a:lnSpc>
              <a:spcBef>
                <a:spcPct val="50000"/>
              </a:spcBef>
            </a:pPr>
            <a:r>
              <a:rPr lang="en-US" altLang="zh-CN" b="1" dirty="0" smtClean="0">
                <a:solidFill>
                  <a:srgbClr val="FFFFFF"/>
                </a:solidFill>
                <a:latin typeface="+mn-lt"/>
                <a:ea typeface="华文楷体" panose="02010600040101010101" pitchFamily="2" charset="-122"/>
              </a:rPr>
              <a:t>if</a:t>
            </a:r>
            <a:r>
              <a:rPr lang="zh-CN" altLang="en-US" b="1" dirty="0" smtClean="0">
                <a:solidFill>
                  <a:srgbClr val="FFFFFF"/>
                </a:solidFill>
                <a:latin typeface="+mn-lt"/>
                <a:ea typeface="华文楷体" panose="02010600040101010101" pitchFamily="2" charset="-122"/>
              </a:rPr>
              <a:t>语句双分支形式如下所示：</a:t>
            </a:r>
            <a:endParaRPr lang="zh-CN" altLang="en-US" b="1" dirty="0">
              <a:solidFill>
                <a:srgbClr val="FFFFFF"/>
              </a:solidFill>
              <a:latin typeface="+mn-lt"/>
              <a:ea typeface="华文楷体" panose="02010600040101010101" pitchFamily="2" charset="-122"/>
            </a:endParaRPr>
          </a:p>
          <a:p>
            <a:pPr algn="l" eaLnBrk="1" hangingPunct="1">
              <a:lnSpc>
                <a:spcPct val="150000"/>
              </a:lnSpc>
              <a:spcBef>
                <a:spcPct val="50000"/>
              </a:spcBef>
            </a:pPr>
            <a:r>
              <a:rPr lang="zh-CN" altLang="en-US" b="1" dirty="0">
                <a:solidFill>
                  <a:srgbClr val="FFFFFF"/>
                </a:solidFill>
                <a:latin typeface="+mn-lt"/>
                <a:ea typeface="华文楷体" panose="02010600040101010101" pitchFamily="2" charset="-122"/>
              </a:rPr>
              <a:t>	</a:t>
            </a:r>
            <a:r>
              <a:rPr lang="en-US" altLang="zh-CN" b="1" dirty="0">
                <a:solidFill>
                  <a:srgbClr val="FFFF00"/>
                </a:solidFill>
                <a:latin typeface="+mn-lt"/>
                <a:ea typeface="华文楷体" panose="02010600040101010101" pitchFamily="2" charset="-122"/>
              </a:rPr>
              <a:t>if (</a:t>
            </a:r>
            <a:r>
              <a:rPr lang="zh-CN" altLang="en-US" b="1" dirty="0">
                <a:solidFill>
                  <a:srgbClr val="FFFF00"/>
                </a:solidFill>
                <a:latin typeface="+mn-lt"/>
                <a:ea typeface="华文楷体" panose="02010600040101010101" pitchFamily="2" charset="-122"/>
              </a:rPr>
              <a:t>条件表达式</a:t>
            </a:r>
            <a:r>
              <a:rPr lang="en-US" altLang="zh-CN" b="1" dirty="0">
                <a:solidFill>
                  <a:srgbClr val="FFFF00"/>
                </a:solidFill>
                <a:latin typeface="+mn-lt"/>
                <a:ea typeface="华文楷体" panose="02010600040101010101" pitchFamily="2" charset="-122"/>
              </a:rPr>
              <a:t>)</a:t>
            </a:r>
            <a:endParaRPr lang="en-US" altLang="zh-CN" b="1" dirty="0">
              <a:solidFill>
                <a:srgbClr val="FFFF00"/>
              </a:solidFill>
              <a:latin typeface="+mn-lt"/>
              <a:ea typeface="华文楷体" panose="02010600040101010101" pitchFamily="2" charset="-122"/>
            </a:endParaRPr>
          </a:p>
          <a:p>
            <a:pPr algn="l" eaLnBrk="1" hangingPunct="1">
              <a:lnSpc>
                <a:spcPct val="150000"/>
              </a:lnSpc>
              <a:spcBef>
                <a:spcPct val="50000"/>
              </a:spcBef>
            </a:pPr>
            <a:r>
              <a:rPr lang="en-US" altLang="zh-CN" b="1" dirty="0">
                <a:solidFill>
                  <a:srgbClr val="FFFF00"/>
                </a:solidFill>
                <a:latin typeface="+mn-lt"/>
                <a:ea typeface="华文楷体" panose="02010600040101010101" pitchFamily="2" charset="-122"/>
              </a:rPr>
              <a:t>	</a:t>
            </a:r>
            <a:r>
              <a:rPr lang="en-US" altLang="zh-CN" b="1" dirty="0" smtClean="0">
                <a:solidFill>
                  <a:srgbClr val="FFFF00"/>
                </a:solidFill>
                <a:latin typeface="+mn-lt"/>
                <a:ea typeface="华文楷体" panose="02010600040101010101" pitchFamily="2" charset="-122"/>
              </a:rPr>
              <a:t>         </a:t>
            </a:r>
            <a:r>
              <a:rPr lang="zh-CN" altLang="en-US" b="1" dirty="0" smtClean="0">
                <a:solidFill>
                  <a:srgbClr val="FFFF00"/>
                </a:solidFill>
                <a:latin typeface="+mn-lt"/>
                <a:ea typeface="华文楷体" panose="02010600040101010101" pitchFamily="2" charset="-122"/>
              </a:rPr>
              <a:t>单条语句</a:t>
            </a:r>
            <a:r>
              <a:rPr lang="en-US" altLang="zh-CN" b="1" dirty="0" smtClean="0">
                <a:solidFill>
                  <a:srgbClr val="FFFF00"/>
                </a:solidFill>
                <a:latin typeface="+mn-lt"/>
                <a:ea typeface="华文楷体" panose="02010600040101010101" pitchFamily="2" charset="-122"/>
              </a:rPr>
              <a:t>1</a:t>
            </a:r>
            <a:r>
              <a:rPr lang="zh-CN" altLang="en-US" b="1" dirty="0" smtClean="0">
                <a:solidFill>
                  <a:srgbClr val="FFFF00"/>
                </a:solidFill>
                <a:latin typeface="+mn-lt"/>
                <a:ea typeface="华文楷体" panose="02010600040101010101" pitchFamily="2" charset="-122"/>
              </a:rPr>
              <a:t>  或者  复合语句</a:t>
            </a:r>
            <a:r>
              <a:rPr lang="en-US" altLang="zh-CN" b="1" dirty="0" smtClean="0">
                <a:solidFill>
                  <a:srgbClr val="FFFF00"/>
                </a:solidFill>
                <a:latin typeface="+mn-lt"/>
                <a:ea typeface="华文楷体" panose="02010600040101010101" pitchFamily="2" charset="-122"/>
              </a:rPr>
              <a:t>1</a:t>
            </a:r>
            <a:endParaRPr lang="en-US" altLang="zh-CN" b="1" dirty="0">
              <a:solidFill>
                <a:srgbClr val="FFFF00"/>
              </a:solidFill>
              <a:latin typeface="+mn-lt"/>
              <a:ea typeface="华文楷体" panose="02010600040101010101" pitchFamily="2" charset="-122"/>
            </a:endParaRPr>
          </a:p>
          <a:p>
            <a:pPr algn="l" eaLnBrk="1" hangingPunct="1">
              <a:lnSpc>
                <a:spcPct val="150000"/>
              </a:lnSpc>
              <a:spcBef>
                <a:spcPct val="50000"/>
              </a:spcBef>
            </a:pPr>
            <a:r>
              <a:rPr lang="en-US" altLang="zh-CN" b="1" dirty="0">
                <a:solidFill>
                  <a:srgbClr val="FFFF00"/>
                </a:solidFill>
                <a:latin typeface="+mn-lt"/>
                <a:ea typeface="华文楷体" panose="02010600040101010101" pitchFamily="2" charset="-122"/>
              </a:rPr>
              <a:t>	else</a:t>
            </a:r>
            <a:endParaRPr lang="en-US" altLang="zh-CN" b="1" dirty="0">
              <a:solidFill>
                <a:srgbClr val="FFFF00"/>
              </a:solidFill>
              <a:latin typeface="+mn-lt"/>
              <a:ea typeface="华文楷体" panose="02010600040101010101" pitchFamily="2" charset="-122"/>
            </a:endParaRPr>
          </a:p>
          <a:p>
            <a:pPr algn="l" eaLnBrk="1" hangingPunct="1">
              <a:lnSpc>
                <a:spcPct val="150000"/>
              </a:lnSpc>
              <a:spcBef>
                <a:spcPct val="50000"/>
              </a:spcBef>
            </a:pPr>
            <a:r>
              <a:rPr lang="en-US" altLang="zh-CN" b="1" dirty="0">
                <a:solidFill>
                  <a:srgbClr val="FFFF00"/>
                </a:solidFill>
                <a:latin typeface="+mn-lt"/>
                <a:ea typeface="华文楷体" panose="02010600040101010101" pitchFamily="2" charset="-122"/>
              </a:rPr>
              <a:t>	</a:t>
            </a:r>
            <a:r>
              <a:rPr lang="en-US" altLang="zh-CN" b="1" dirty="0" smtClean="0">
                <a:solidFill>
                  <a:srgbClr val="FFFF00"/>
                </a:solidFill>
                <a:latin typeface="+mn-lt"/>
                <a:ea typeface="华文楷体" panose="02010600040101010101" pitchFamily="2" charset="-122"/>
              </a:rPr>
              <a:t>          </a:t>
            </a:r>
            <a:r>
              <a:rPr lang="zh-CN" altLang="en-US" b="1" dirty="0" smtClean="0">
                <a:solidFill>
                  <a:srgbClr val="FFFF00"/>
                </a:solidFill>
                <a:latin typeface="+mn-lt"/>
                <a:ea typeface="华文楷体" panose="02010600040101010101" pitchFamily="2" charset="-122"/>
              </a:rPr>
              <a:t>单条语句</a:t>
            </a:r>
            <a:r>
              <a:rPr lang="en-US" altLang="zh-CN" b="1" dirty="0" smtClean="0">
                <a:solidFill>
                  <a:srgbClr val="FFFF00"/>
                </a:solidFill>
                <a:latin typeface="+mn-lt"/>
                <a:ea typeface="华文楷体" panose="02010600040101010101" pitchFamily="2" charset="-122"/>
              </a:rPr>
              <a:t>2</a:t>
            </a:r>
            <a:r>
              <a:rPr lang="zh-CN" altLang="en-US" b="1" dirty="0" smtClean="0">
                <a:solidFill>
                  <a:srgbClr val="FFFF00"/>
                </a:solidFill>
                <a:latin typeface="+mn-lt"/>
                <a:ea typeface="华文楷体" panose="02010600040101010101" pitchFamily="2" charset="-122"/>
              </a:rPr>
              <a:t>  或者 复合语句</a:t>
            </a:r>
            <a:r>
              <a:rPr lang="en-US" altLang="zh-CN" b="1" dirty="0" smtClean="0">
                <a:solidFill>
                  <a:srgbClr val="FFFF00"/>
                </a:solidFill>
                <a:latin typeface="+mn-lt"/>
                <a:ea typeface="华文楷体" panose="02010600040101010101" pitchFamily="2" charset="-122"/>
              </a:rPr>
              <a:t>2</a:t>
            </a:r>
            <a:endParaRPr lang="en-US" altLang="zh-CN" b="1" dirty="0">
              <a:solidFill>
                <a:srgbClr val="FFFF00"/>
              </a:solidFill>
              <a:latin typeface="+mn-lt"/>
              <a:ea typeface="华文楷体" panose="02010600040101010101" pitchFamily="2" charset="-122"/>
            </a:endParaRPr>
          </a:p>
        </p:txBody>
      </p:sp>
      <p:sp>
        <p:nvSpPr>
          <p:cNvPr id="3" name="矩形 2"/>
          <p:cNvSpPr/>
          <p:nvPr/>
        </p:nvSpPr>
        <p:spPr>
          <a:xfrm>
            <a:off x="2152518" y="313922"/>
            <a:ext cx="6019882" cy="646331"/>
          </a:xfrm>
          <a:prstGeom prst="rect">
            <a:avLst/>
          </a:prstGeom>
        </p:spPr>
        <p:txBody>
          <a:bodyPr>
            <a:noAutofit/>
          </a:bodyPr>
          <a:lstStyle/>
          <a:p>
            <a:pPr fontAlgn="auto">
              <a:spcAft>
                <a:spcPts val="0"/>
              </a:spcAft>
            </a:pPr>
            <a:r>
              <a:rPr lang="en-US" altLang="zh-CN" sz="3600" b="1" i="1" dirty="0">
                <a:solidFill>
                  <a:srgbClr val="FFFFFF"/>
                </a:solidFill>
                <a:effectLst>
                  <a:outerShdw blurRad="38100" dist="38100" dir="2700000" algn="tl">
                    <a:srgbClr val="000000"/>
                  </a:outerShdw>
                </a:effectLst>
                <a:ea typeface="隶书" panose="02010509060101010101" pitchFamily="49" charset="-122"/>
              </a:rPr>
              <a:t>2.4.1 </a:t>
            </a:r>
            <a:r>
              <a:rPr lang="zh-CN" altLang="en-US" sz="3600" b="1" i="1" dirty="0">
                <a:solidFill>
                  <a:srgbClr val="FFFFFF"/>
                </a:solidFill>
                <a:effectLst>
                  <a:outerShdw blurRad="38100" dist="38100" dir="2700000" algn="tl">
                    <a:srgbClr val="000000"/>
                  </a:outerShdw>
                </a:effectLst>
                <a:ea typeface="隶书" panose="02010509060101010101" pitchFamily="49" charset="-122"/>
              </a:rPr>
              <a:t>用</a:t>
            </a:r>
            <a:r>
              <a:rPr lang="en-US" altLang="zh-CN" sz="3600" b="1" i="1" dirty="0">
                <a:solidFill>
                  <a:srgbClr val="FFFFFF"/>
                </a:solidFill>
                <a:effectLst>
                  <a:outerShdw blurRad="38100" dist="38100" dir="2700000" algn="tl">
                    <a:srgbClr val="000000"/>
                  </a:outerShdw>
                </a:effectLst>
                <a:ea typeface="隶书" panose="02010509060101010101" pitchFamily="49" charset="-122"/>
              </a:rPr>
              <a:t>if</a:t>
            </a:r>
            <a:r>
              <a:rPr lang="zh-CN" altLang="en-US" sz="3600" b="1" i="1" dirty="0">
                <a:solidFill>
                  <a:srgbClr val="FFFFFF"/>
                </a:solidFill>
                <a:effectLst>
                  <a:outerShdw blurRad="38100" dist="38100" dir="2700000" algn="tl">
                    <a:srgbClr val="000000"/>
                  </a:outerShdw>
                </a:effectLst>
                <a:ea typeface="隶书" panose="02010509060101010101" pitchFamily="49" charset="-122"/>
              </a:rPr>
              <a:t>语句实现选择结构</a:t>
            </a:r>
            <a:endParaRPr lang="zh-CN" altLang="en-US" sz="3600" b="1" i="1" dirty="0">
              <a:solidFill>
                <a:srgbClr val="FFFFFF"/>
              </a:solidFill>
              <a:effectLst>
                <a:outerShdw blurRad="38100" dist="38100" dir="2700000" algn="tl">
                  <a:srgbClr val="000000"/>
                </a:outerShdw>
              </a:effectLst>
              <a:ea typeface="隶书" panose="02010509060101010101" pitchFamily="49" charset="-122"/>
            </a:endParaRPr>
          </a:p>
          <a:p>
            <a:pPr fontAlgn="auto">
              <a:spcAft>
                <a:spcPts val="0"/>
              </a:spcAft>
            </a:pPr>
            <a:r>
              <a:rPr lang="en-US" altLang="zh-CN"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a:t>
            </a:r>
            <a:r>
              <a:rPr lang="zh-CN" altLang="en-US"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双分支</a:t>
            </a:r>
            <a:endPar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endParaRPr>
          </a:p>
        </p:txBody>
      </p:sp>
      <p:grpSp>
        <p:nvGrpSpPr>
          <p:cNvPr id="8" name="Group 36"/>
          <p:cNvGrpSpPr/>
          <p:nvPr/>
        </p:nvGrpSpPr>
        <p:grpSpPr bwMode="auto">
          <a:xfrm>
            <a:off x="6012160" y="4293716"/>
            <a:ext cx="2368150" cy="1583556"/>
            <a:chOff x="292" y="2251"/>
            <a:chExt cx="910" cy="967"/>
          </a:xfrm>
        </p:grpSpPr>
        <p:sp>
          <p:nvSpPr>
            <p:cNvPr id="9" name="Rectangle 30"/>
            <p:cNvSpPr>
              <a:spLocks noChangeArrowheads="1"/>
            </p:cNvSpPr>
            <p:nvPr/>
          </p:nvSpPr>
          <p:spPr bwMode="auto">
            <a:xfrm>
              <a:off x="292" y="2251"/>
              <a:ext cx="907" cy="963"/>
            </a:xfrm>
            <a:prstGeom prst="rect">
              <a:avLst/>
            </a:prstGeom>
            <a:solidFill>
              <a:schemeClr val="accent1">
                <a:alpha val="50195"/>
              </a:schemeClr>
            </a:solidFill>
            <a:ln w="9525">
              <a:solidFill>
                <a:schemeClr val="tx1"/>
              </a:solidFill>
              <a:miter lim="800000"/>
              <a:tailEnd type="none" w="sm" len="sm"/>
            </a:ln>
          </p:spPr>
          <p:txBody>
            <a:bodyPr wrap="none" anchor="t"/>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0"/>
                </a:spcBef>
                <a:buClrTx/>
                <a:buSzTx/>
                <a:buFontTx/>
                <a:buNone/>
              </a:pPr>
              <a:r>
                <a:rPr lang="en-US" altLang="zh-CN" sz="1400" b="1" dirty="0">
                  <a:latin typeface="Times New Roman" panose="02020603050405020304" pitchFamily="18" charset="0"/>
                </a:rPr>
                <a:t>                  </a:t>
              </a:r>
              <a:r>
                <a:rPr lang="zh-CN" altLang="en-US" sz="1400" b="1" dirty="0" smtClean="0">
                  <a:latin typeface="Times New Roman" panose="02020603050405020304" pitchFamily="18" charset="0"/>
                </a:rPr>
                <a:t>条件表达式</a:t>
              </a:r>
              <a:endParaRPr lang="en-US" altLang="zh-CN" sz="1400" b="1" dirty="0" smtClean="0">
                <a:latin typeface="Times New Roman" panose="02020603050405020304" pitchFamily="18" charset="0"/>
              </a:endParaRPr>
            </a:p>
            <a:p>
              <a:pPr algn="l" eaLnBrk="1" hangingPunct="1">
                <a:spcBef>
                  <a:spcPct val="0"/>
                </a:spcBef>
                <a:buClrTx/>
                <a:buSzTx/>
                <a:buFontTx/>
                <a:buNone/>
              </a:pPr>
              <a:endParaRPr lang="en-US" altLang="zh-CN" sz="1400" b="1" dirty="0">
                <a:latin typeface="Times New Roman" panose="02020603050405020304" pitchFamily="18" charset="0"/>
              </a:endParaRPr>
            </a:p>
            <a:p>
              <a:pPr eaLnBrk="1" hangingPunct="1">
                <a:spcBef>
                  <a:spcPct val="0"/>
                </a:spcBef>
                <a:buClrTx/>
                <a:buSzTx/>
                <a:buFontTx/>
                <a:buNone/>
              </a:pPr>
              <a:r>
                <a:rPr lang="en-US" altLang="zh-CN" sz="1400" b="1" dirty="0">
                  <a:latin typeface="Times New Roman" panose="02020603050405020304" pitchFamily="18" charset="0"/>
                </a:rPr>
                <a:t>Y                                         N  </a:t>
              </a:r>
              <a:endParaRPr lang="en-US" altLang="zh-CN" sz="1400" b="1" dirty="0">
                <a:latin typeface="Times New Roman" panose="02020603050405020304" pitchFamily="18" charset="0"/>
              </a:endParaRPr>
            </a:p>
            <a:p>
              <a:pPr eaLnBrk="1" hangingPunct="1">
                <a:spcBef>
                  <a:spcPct val="0"/>
                </a:spcBef>
                <a:buClrTx/>
                <a:buSzTx/>
                <a:buFontTx/>
                <a:buNone/>
              </a:pPr>
              <a:endParaRPr lang="en-US" altLang="zh-CN" sz="1100" b="1" dirty="0">
                <a:latin typeface="Times New Roman" panose="02020603050405020304" pitchFamily="18" charset="0"/>
              </a:endParaRPr>
            </a:p>
            <a:p>
              <a:pPr algn="l" eaLnBrk="1" hangingPunct="1">
                <a:spcBef>
                  <a:spcPct val="0"/>
                </a:spcBef>
                <a:buClrTx/>
                <a:buSzTx/>
                <a:buFontTx/>
                <a:buNone/>
              </a:pPr>
              <a:r>
                <a:rPr lang="zh-CN" altLang="en-US" sz="1600" b="1" dirty="0" smtClean="0">
                  <a:latin typeface="+mn-ea"/>
                  <a:ea typeface="+mn-ea"/>
                </a:rPr>
                <a:t>单条语句</a:t>
              </a:r>
              <a:r>
                <a:rPr lang="en-US" altLang="zh-CN" sz="1600" b="1" dirty="0" smtClean="0">
                  <a:latin typeface="+mn-ea"/>
                  <a:ea typeface="+mn-ea"/>
                </a:rPr>
                <a:t>1   </a:t>
              </a:r>
              <a:r>
                <a:rPr lang="zh-CN" altLang="en-US" sz="1600" b="1" dirty="0" smtClean="0">
                  <a:latin typeface="+mn-ea"/>
                  <a:ea typeface="+mn-ea"/>
                </a:rPr>
                <a:t>单条语句</a:t>
              </a:r>
              <a:r>
                <a:rPr lang="en-US" altLang="zh-CN" sz="1600" b="1" dirty="0" smtClean="0">
                  <a:latin typeface="+mn-ea"/>
                  <a:ea typeface="+mn-ea"/>
                </a:rPr>
                <a:t>2</a:t>
              </a:r>
              <a:endParaRPr lang="en-US" altLang="zh-CN" sz="1600" b="1" dirty="0" smtClean="0">
                <a:latin typeface="+mn-ea"/>
                <a:ea typeface="+mn-ea"/>
              </a:endParaRPr>
            </a:p>
            <a:p>
              <a:pPr algn="l" eaLnBrk="1" hangingPunct="1">
                <a:spcBef>
                  <a:spcPct val="0"/>
                </a:spcBef>
                <a:buClrTx/>
                <a:buSzTx/>
                <a:buFontTx/>
                <a:buNone/>
              </a:pPr>
              <a:r>
                <a:rPr lang="zh-CN" altLang="en-US" sz="1600" b="1" dirty="0" smtClean="0">
                  <a:latin typeface="+mn-ea"/>
                  <a:ea typeface="+mn-ea"/>
                </a:rPr>
                <a:t>或           或</a:t>
              </a:r>
              <a:endParaRPr lang="en-US" altLang="zh-CN" sz="1600" b="1" dirty="0" smtClean="0">
                <a:latin typeface="+mn-ea"/>
                <a:ea typeface="+mn-ea"/>
              </a:endParaRPr>
            </a:p>
            <a:p>
              <a:pPr algn="l" eaLnBrk="1" hangingPunct="1">
                <a:spcBef>
                  <a:spcPct val="0"/>
                </a:spcBef>
                <a:buClrTx/>
                <a:buSzTx/>
                <a:buFontTx/>
                <a:buNone/>
              </a:pPr>
              <a:r>
                <a:rPr lang="zh-CN" altLang="en-US" sz="1600" b="1" dirty="0" smtClean="0">
                  <a:latin typeface="+mn-ea"/>
                  <a:ea typeface="+mn-ea"/>
                </a:rPr>
                <a:t>复合语句</a:t>
              </a:r>
              <a:r>
                <a:rPr lang="en-US" altLang="zh-CN" sz="1600" b="1" dirty="0" smtClean="0">
                  <a:latin typeface="+mn-ea"/>
                  <a:ea typeface="+mn-ea"/>
                </a:rPr>
                <a:t>1   </a:t>
              </a:r>
              <a:r>
                <a:rPr lang="zh-CN" altLang="en-US" sz="1600" b="1" dirty="0" smtClean="0">
                  <a:latin typeface="+mn-ea"/>
                  <a:ea typeface="+mn-ea"/>
                </a:rPr>
                <a:t>复合语句</a:t>
              </a:r>
              <a:r>
                <a:rPr lang="en-US" altLang="zh-CN" sz="1600" dirty="0" smtClean="0">
                  <a:latin typeface="+mn-ea"/>
                  <a:ea typeface="+mn-ea"/>
                </a:rPr>
                <a:t>2</a:t>
              </a:r>
              <a:endParaRPr lang="en-US" altLang="zh-CN" sz="1600" dirty="0">
                <a:latin typeface="+mn-ea"/>
                <a:ea typeface="+mn-ea"/>
              </a:endParaRPr>
            </a:p>
          </p:txBody>
        </p:sp>
        <p:sp>
          <p:nvSpPr>
            <p:cNvPr id="10" name="Line 31"/>
            <p:cNvSpPr>
              <a:spLocks noChangeShapeType="1"/>
            </p:cNvSpPr>
            <p:nvPr/>
          </p:nvSpPr>
          <p:spPr bwMode="auto">
            <a:xfrm>
              <a:off x="292" y="2713"/>
              <a:ext cx="907" cy="1"/>
            </a:xfrm>
            <a:prstGeom prst="line">
              <a:avLst/>
            </a:prstGeom>
            <a:noFill/>
            <a:ln w="9525">
              <a:solidFill>
                <a:schemeClr val="tx1"/>
              </a:solidFill>
              <a:round/>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32"/>
            <p:cNvSpPr>
              <a:spLocks noChangeShapeType="1"/>
            </p:cNvSpPr>
            <p:nvPr/>
          </p:nvSpPr>
          <p:spPr bwMode="auto">
            <a:xfrm>
              <a:off x="292" y="2251"/>
              <a:ext cx="454" cy="468"/>
            </a:xfrm>
            <a:prstGeom prst="line">
              <a:avLst/>
            </a:prstGeom>
            <a:noFill/>
            <a:ln w="9525">
              <a:solidFill>
                <a:schemeClr val="tx1"/>
              </a:solidFill>
              <a:round/>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33"/>
            <p:cNvSpPr>
              <a:spLocks noChangeShapeType="1"/>
            </p:cNvSpPr>
            <p:nvPr/>
          </p:nvSpPr>
          <p:spPr bwMode="auto">
            <a:xfrm flipV="1">
              <a:off x="748" y="2251"/>
              <a:ext cx="454" cy="468"/>
            </a:xfrm>
            <a:prstGeom prst="line">
              <a:avLst/>
            </a:prstGeom>
            <a:noFill/>
            <a:ln w="9525">
              <a:solidFill>
                <a:schemeClr val="tx1"/>
              </a:solidFill>
              <a:round/>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34"/>
            <p:cNvSpPr>
              <a:spLocks noChangeShapeType="1"/>
            </p:cNvSpPr>
            <p:nvPr/>
          </p:nvSpPr>
          <p:spPr bwMode="auto">
            <a:xfrm>
              <a:off x="748" y="2723"/>
              <a:ext cx="1" cy="495"/>
            </a:xfrm>
            <a:prstGeom prst="line">
              <a:avLst/>
            </a:prstGeom>
            <a:noFill/>
            <a:ln w="9525">
              <a:solidFill>
                <a:schemeClr val="tx1"/>
              </a:solidFill>
              <a:round/>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4" name="Group 39"/>
          <p:cNvGrpSpPr/>
          <p:nvPr/>
        </p:nvGrpSpPr>
        <p:grpSpPr bwMode="auto">
          <a:xfrm>
            <a:off x="5497252" y="1517005"/>
            <a:ext cx="3384550" cy="2305050"/>
            <a:chOff x="1383" y="2232"/>
            <a:chExt cx="1613" cy="1924"/>
          </a:xfrm>
        </p:grpSpPr>
        <p:sp>
          <p:nvSpPr>
            <p:cNvPr id="15" name="AutoShape 16"/>
            <p:cNvSpPr>
              <a:spLocks noChangeArrowheads="1"/>
            </p:cNvSpPr>
            <p:nvPr/>
          </p:nvSpPr>
          <p:spPr bwMode="auto">
            <a:xfrm>
              <a:off x="1791" y="2568"/>
              <a:ext cx="681" cy="336"/>
            </a:xfrm>
            <a:prstGeom prst="diamond">
              <a:avLst/>
            </a:prstGeom>
            <a:solidFill>
              <a:schemeClr val="accent1">
                <a:alpha val="50195"/>
              </a:schemeClr>
            </a:solidFill>
            <a:ln w="12700">
              <a:solidFill>
                <a:schemeClr val="tx1"/>
              </a:solidFill>
              <a:miter lim="800000"/>
            </a:ln>
          </p:spPr>
          <p:txBody>
            <a:bodyPr wrap="none" anchor="ctr" anchorCtr="1"/>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1200" b="1" dirty="0" smtClean="0">
                  <a:latin typeface="Times New Roman" panose="02020603050405020304" pitchFamily="18" charset="0"/>
                </a:rPr>
                <a:t>条件表达式</a:t>
              </a:r>
              <a:endParaRPr lang="en-US" altLang="zh-CN" sz="1200" b="1" dirty="0">
                <a:latin typeface="Times New Roman" panose="02020603050405020304" pitchFamily="18" charset="0"/>
              </a:endParaRPr>
            </a:p>
          </p:txBody>
        </p:sp>
        <p:sp>
          <p:nvSpPr>
            <p:cNvPr id="16" name="Rectangle 20"/>
            <p:cNvSpPr>
              <a:spLocks noChangeArrowheads="1"/>
            </p:cNvSpPr>
            <p:nvPr/>
          </p:nvSpPr>
          <p:spPr bwMode="auto">
            <a:xfrm>
              <a:off x="1383" y="3107"/>
              <a:ext cx="446" cy="683"/>
            </a:xfrm>
            <a:prstGeom prst="rect">
              <a:avLst/>
            </a:prstGeom>
            <a:solidFill>
              <a:schemeClr val="accent1">
                <a:alpha val="50195"/>
              </a:schemeClr>
            </a:solidFill>
            <a:ln w="12700">
              <a:solidFill>
                <a:schemeClr val="tx1"/>
              </a:solidFill>
              <a:miter lim="800000"/>
            </a:ln>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200" b="1" dirty="0" smtClean="0">
                  <a:latin typeface="Times New Roman" panose="02020603050405020304" pitchFamily="18" charset="0"/>
                </a:rPr>
                <a:t>单条语句</a:t>
              </a:r>
              <a:r>
                <a:rPr lang="en-US" altLang="zh-CN" sz="1200" b="1" dirty="0" smtClean="0">
                  <a:latin typeface="Times New Roman" panose="02020603050405020304" pitchFamily="18" charset="0"/>
                </a:rPr>
                <a:t>1</a:t>
              </a:r>
              <a:endParaRPr lang="en-US" altLang="zh-CN" sz="1200" b="1" dirty="0" smtClean="0">
                <a:latin typeface="Times New Roman" panose="02020603050405020304" pitchFamily="18" charset="0"/>
              </a:endParaRPr>
            </a:p>
            <a:p>
              <a:pPr algn="ctr" eaLnBrk="1" hangingPunct="1">
                <a:spcBef>
                  <a:spcPct val="0"/>
                </a:spcBef>
                <a:buClrTx/>
                <a:buSzTx/>
                <a:buFontTx/>
                <a:buNone/>
              </a:pPr>
              <a:r>
                <a:rPr kumimoji="1" lang="zh-CN" altLang="en-US" sz="1200" b="1" dirty="0" smtClean="0">
                  <a:latin typeface="Times New Roman" panose="02020603050405020304" pitchFamily="18" charset="0"/>
                </a:rPr>
                <a:t>或</a:t>
              </a:r>
              <a:endParaRPr kumimoji="1" lang="en-US" altLang="zh-CN" sz="1200" b="1" dirty="0" smtClean="0">
                <a:latin typeface="Times New Roman" panose="02020603050405020304" pitchFamily="18" charset="0"/>
              </a:endParaRPr>
            </a:p>
            <a:p>
              <a:pPr algn="ctr" eaLnBrk="1" hangingPunct="1">
                <a:spcBef>
                  <a:spcPct val="0"/>
                </a:spcBef>
                <a:buClrTx/>
                <a:buSzTx/>
                <a:buFontTx/>
                <a:buNone/>
              </a:pPr>
              <a:r>
                <a:rPr lang="zh-CN" altLang="en-US" sz="1200" b="1" dirty="0" smtClean="0">
                  <a:latin typeface="Times New Roman" panose="02020603050405020304" pitchFamily="18" charset="0"/>
                </a:rPr>
                <a:t>复合语句</a:t>
              </a:r>
              <a:r>
                <a:rPr lang="en-US" altLang="zh-CN" sz="1200" b="1" dirty="0" smtClean="0">
                  <a:latin typeface="Times New Roman" panose="02020603050405020304" pitchFamily="18" charset="0"/>
                </a:rPr>
                <a:t>1</a:t>
              </a:r>
              <a:endParaRPr kumimoji="1" lang="en-US" altLang="zh-CN" sz="1050" b="1" dirty="0">
                <a:latin typeface="Times New Roman" panose="02020603050405020304" pitchFamily="18" charset="0"/>
              </a:endParaRPr>
            </a:p>
          </p:txBody>
        </p:sp>
        <p:sp>
          <p:nvSpPr>
            <p:cNvPr id="17" name="Rectangle 22"/>
            <p:cNvSpPr>
              <a:spLocks noChangeArrowheads="1"/>
            </p:cNvSpPr>
            <p:nvPr/>
          </p:nvSpPr>
          <p:spPr bwMode="auto">
            <a:xfrm>
              <a:off x="2608" y="3107"/>
              <a:ext cx="388" cy="606"/>
            </a:xfrm>
            <a:prstGeom prst="rect">
              <a:avLst/>
            </a:prstGeom>
            <a:solidFill>
              <a:schemeClr val="accent1">
                <a:alpha val="50195"/>
              </a:schemeClr>
            </a:solidFill>
            <a:ln w="12700">
              <a:solidFill>
                <a:schemeClr val="tx1"/>
              </a:solidFill>
              <a:miter lim="800000"/>
            </a:ln>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1200" b="1" dirty="0" smtClean="0">
                  <a:latin typeface="Times New Roman" panose="02020603050405020304" pitchFamily="18" charset="0"/>
                </a:rPr>
                <a:t>单条语句</a:t>
              </a:r>
              <a:r>
                <a:rPr kumimoji="1" lang="en-US" altLang="zh-CN" sz="1200" b="1" dirty="0" smtClean="0">
                  <a:latin typeface="Times New Roman" panose="02020603050405020304" pitchFamily="18" charset="0"/>
                </a:rPr>
                <a:t>2</a:t>
              </a:r>
              <a:endParaRPr kumimoji="1" lang="en-US" altLang="zh-CN" sz="1200" b="1" dirty="0" smtClean="0">
                <a:latin typeface="Times New Roman" panose="02020603050405020304" pitchFamily="18" charset="0"/>
              </a:endParaRPr>
            </a:p>
            <a:p>
              <a:pPr eaLnBrk="1" hangingPunct="1">
                <a:spcBef>
                  <a:spcPct val="0"/>
                </a:spcBef>
                <a:buClrTx/>
                <a:buSzTx/>
                <a:buFontTx/>
                <a:buNone/>
              </a:pPr>
              <a:r>
                <a:rPr lang="zh-CN" altLang="en-US" sz="1200" b="1" dirty="0" smtClean="0">
                  <a:latin typeface="Times New Roman" panose="02020603050405020304" pitchFamily="18" charset="0"/>
                </a:rPr>
                <a:t>或</a:t>
              </a:r>
              <a:endParaRPr lang="en-US" altLang="zh-CN" sz="1200" b="1" dirty="0" smtClean="0">
                <a:latin typeface="Times New Roman" panose="02020603050405020304" pitchFamily="18" charset="0"/>
              </a:endParaRPr>
            </a:p>
            <a:p>
              <a:pPr eaLnBrk="1" hangingPunct="1">
                <a:spcBef>
                  <a:spcPct val="0"/>
                </a:spcBef>
                <a:buClrTx/>
                <a:buSzTx/>
                <a:buFontTx/>
                <a:buNone/>
              </a:pPr>
              <a:r>
                <a:rPr kumimoji="1" lang="zh-CN" altLang="en-US" sz="1200" b="1" dirty="0" smtClean="0">
                  <a:latin typeface="Times New Roman" panose="02020603050405020304" pitchFamily="18" charset="0"/>
                </a:rPr>
                <a:t>复合语句</a:t>
              </a:r>
              <a:r>
                <a:rPr kumimoji="1" lang="en-US" altLang="zh-CN" sz="1200" b="1" dirty="0" smtClean="0">
                  <a:latin typeface="Times New Roman" panose="02020603050405020304" pitchFamily="18" charset="0"/>
                </a:rPr>
                <a:t>2</a:t>
              </a:r>
              <a:endParaRPr kumimoji="1" lang="en-US" altLang="zh-CN" sz="1200" b="1" dirty="0">
                <a:latin typeface="Times New Roman" panose="02020603050405020304" pitchFamily="18" charset="0"/>
              </a:endParaRPr>
            </a:p>
          </p:txBody>
        </p:sp>
        <p:sp>
          <p:nvSpPr>
            <p:cNvPr id="18" name="Line 23"/>
            <p:cNvSpPr>
              <a:spLocks noChangeShapeType="1"/>
            </p:cNvSpPr>
            <p:nvPr/>
          </p:nvSpPr>
          <p:spPr bwMode="auto">
            <a:xfrm>
              <a:off x="1611" y="3790"/>
              <a:ext cx="0" cy="115"/>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24"/>
            <p:cNvSpPr>
              <a:spLocks noChangeShapeType="1"/>
            </p:cNvSpPr>
            <p:nvPr/>
          </p:nvSpPr>
          <p:spPr bwMode="auto">
            <a:xfrm>
              <a:off x="2790" y="3713"/>
              <a:ext cx="0" cy="146"/>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25"/>
            <p:cNvSpPr>
              <a:spLocks noChangeShapeType="1"/>
            </p:cNvSpPr>
            <p:nvPr/>
          </p:nvSpPr>
          <p:spPr bwMode="auto">
            <a:xfrm>
              <a:off x="1610" y="3884"/>
              <a:ext cx="1179"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27"/>
            <p:cNvSpPr>
              <a:spLocks noChangeShapeType="1"/>
            </p:cNvSpPr>
            <p:nvPr/>
          </p:nvSpPr>
          <p:spPr bwMode="auto">
            <a:xfrm>
              <a:off x="2200" y="3888"/>
              <a:ext cx="0" cy="268"/>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Text Box 28"/>
            <p:cNvSpPr txBox="1">
              <a:spLocks noChangeArrowheads="1"/>
            </p:cNvSpPr>
            <p:nvPr/>
          </p:nvSpPr>
          <p:spPr bwMode="auto">
            <a:xfrm>
              <a:off x="2518" y="2704"/>
              <a:ext cx="239"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1200" b="1" smtClean="0">
                  <a:latin typeface="Times New Roman" panose="02020603050405020304" pitchFamily="18" charset="0"/>
                </a:rPr>
                <a:t>N</a:t>
              </a:r>
              <a:endParaRPr lang="en-US" altLang="zh-CN" sz="1200" b="1">
                <a:latin typeface="Times New Roman" panose="02020603050405020304" pitchFamily="18" charset="0"/>
              </a:endParaRPr>
            </a:p>
          </p:txBody>
        </p:sp>
        <p:sp>
          <p:nvSpPr>
            <p:cNvPr id="23" name="Text Box 29"/>
            <p:cNvSpPr txBox="1">
              <a:spLocks noChangeArrowheads="1"/>
            </p:cNvSpPr>
            <p:nvPr/>
          </p:nvSpPr>
          <p:spPr bwMode="auto">
            <a:xfrm>
              <a:off x="1598" y="2720"/>
              <a:ext cx="239"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1200" b="1" dirty="0" smtClean="0">
                  <a:latin typeface="Times New Roman" panose="02020603050405020304" pitchFamily="18" charset="0"/>
                </a:rPr>
                <a:t>Y</a:t>
              </a:r>
              <a:endParaRPr lang="en-US" altLang="zh-CN" sz="1200" b="1" dirty="0">
                <a:latin typeface="Times New Roman" panose="02020603050405020304" pitchFamily="18" charset="0"/>
              </a:endParaRPr>
            </a:p>
          </p:txBody>
        </p:sp>
        <p:sp>
          <p:nvSpPr>
            <p:cNvPr id="24" name="Line 35"/>
            <p:cNvSpPr>
              <a:spLocks noChangeShapeType="1"/>
            </p:cNvSpPr>
            <p:nvPr/>
          </p:nvSpPr>
          <p:spPr bwMode="auto">
            <a:xfrm>
              <a:off x="2109" y="2232"/>
              <a:ext cx="1" cy="336"/>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25" name="AutoShape 37"/>
            <p:cNvCxnSpPr>
              <a:cxnSpLocks noChangeShapeType="1"/>
              <a:stCxn id="15" idx="1"/>
              <a:endCxn id="16" idx="0"/>
            </p:cNvCxnSpPr>
            <p:nvPr/>
          </p:nvCxnSpPr>
          <p:spPr bwMode="auto">
            <a:xfrm rot="10800000" flipV="1">
              <a:off x="1606" y="2736"/>
              <a:ext cx="185" cy="371"/>
            </a:xfrm>
            <a:prstGeom prst="bentConnector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26" name="AutoShape 38"/>
            <p:cNvCxnSpPr>
              <a:cxnSpLocks noChangeShapeType="1"/>
              <a:stCxn id="15" idx="3"/>
              <a:endCxn id="17" idx="0"/>
            </p:cNvCxnSpPr>
            <p:nvPr/>
          </p:nvCxnSpPr>
          <p:spPr bwMode="auto">
            <a:xfrm>
              <a:off x="2472" y="2736"/>
              <a:ext cx="330" cy="371"/>
            </a:xfrm>
            <a:prstGeom prst="bentConnector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grpSp>
    </p:spTree>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内容占位符 2"/>
          <p:cNvSpPr>
            <a:spLocks noGrp="1"/>
          </p:cNvSpPr>
          <p:nvPr>
            <p:ph idx="1"/>
          </p:nvPr>
        </p:nvSpPr>
        <p:spPr>
          <a:xfrm>
            <a:off x="457200" y="1714500"/>
            <a:ext cx="8435280" cy="4954860"/>
          </a:xfrm>
          <a:solidFill>
            <a:schemeClr val="tx1"/>
          </a:solidFill>
        </p:spPr>
        <p:txBody>
          <a:bodyPr/>
          <a:lstStyle/>
          <a:p>
            <a:pPr>
              <a:spcBef>
                <a:spcPts val="0"/>
              </a:spcBef>
              <a:buFont typeface="Georgia" panose="02040502050405020303" pitchFamily="18" charset="0"/>
              <a:buNone/>
            </a:pPr>
            <a:r>
              <a:rPr lang="en-US" altLang="zh-CN" sz="2000" b="1" dirty="0" smtClean="0">
                <a:solidFill>
                  <a:srgbClr val="000000"/>
                </a:solidFill>
              </a:rPr>
              <a:t>//2_2.cpp</a:t>
            </a:r>
            <a:endParaRPr lang="en-US" altLang="zh-CN" sz="2000" b="1" dirty="0" smtClean="0">
              <a:solidFill>
                <a:srgbClr val="000000"/>
              </a:solidFill>
            </a:endParaRPr>
          </a:p>
          <a:p>
            <a:pPr>
              <a:spcBef>
                <a:spcPts val="0"/>
              </a:spcBef>
              <a:buFont typeface="Georgia" panose="02040502050405020303" pitchFamily="18" charset="0"/>
              <a:buNone/>
            </a:pPr>
            <a:r>
              <a:rPr lang="en-US" altLang="zh-CN" sz="2000" b="1" dirty="0" smtClean="0">
                <a:solidFill>
                  <a:srgbClr val="000000"/>
                </a:solidFill>
              </a:rPr>
              <a:t>#include &lt;</a:t>
            </a:r>
            <a:r>
              <a:rPr lang="en-US" altLang="zh-CN" sz="2000" b="1" dirty="0" err="1" smtClean="0">
                <a:solidFill>
                  <a:srgbClr val="000000"/>
                </a:solidFill>
              </a:rPr>
              <a:t>iostream</a:t>
            </a:r>
            <a:r>
              <a:rPr lang="en-US" altLang="zh-CN" sz="2000" b="1" dirty="0" smtClean="0">
                <a:solidFill>
                  <a:srgbClr val="000000"/>
                </a:solidFill>
              </a:rPr>
              <a:t>&gt;</a:t>
            </a:r>
            <a:endParaRPr lang="en-US" altLang="zh-CN" sz="2000" b="1" dirty="0" smtClean="0">
              <a:solidFill>
                <a:srgbClr val="000000"/>
              </a:solidFill>
            </a:endParaRPr>
          </a:p>
          <a:p>
            <a:pPr>
              <a:spcBef>
                <a:spcPts val="0"/>
              </a:spcBef>
              <a:buFont typeface="Georgia" panose="02040502050405020303" pitchFamily="18" charset="0"/>
              <a:buNone/>
            </a:pPr>
            <a:r>
              <a:rPr lang="en-US" altLang="zh-CN" sz="2000" b="1" dirty="0" smtClean="0">
                <a:solidFill>
                  <a:srgbClr val="000000"/>
                </a:solidFill>
              </a:rPr>
              <a:t>using namespace </a:t>
            </a:r>
            <a:r>
              <a:rPr lang="en-US" altLang="zh-CN" sz="2000" b="1" dirty="0" err="1" smtClean="0">
                <a:solidFill>
                  <a:srgbClr val="000000"/>
                </a:solidFill>
              </a:rPr>
              <a:t>std</a:t>
            </a:r>
            <a:r>
              <a:rPr lang="en-US" altLang="zh-CN" sz="2000" b="1" dirty="0" smtClean="0">
                <a:solidFill>
                  <a:srgbClr val="000000"/>
                </a:solidFill>
              </a:rPr>
              <a:t>;</a:t>
            </a:r>
            <a:endParaRPr lang="en-US" altLang="zh-CN" sz="2000" b="1" dirty="0" smtClean="0">
              <a:solidFill>
                <a:srgbClr val="000000"/>
              </a:solidFill>
            </a:endParaRPr>
          </a:p>
          <a:p>
            <a:pPr>
              <a:spcBef>
                <a:spcPts val="0"/>
              </a:spcBef>
              <a:buFont typeface="Georgia" panose="02040502050405020303" pitchFamily="18" charset="0"/>
              <a:buNone/>
            </a:pPr>
            <a:r>
              <a:rPr lang="en-US" altLang="zh-CN" sz="2000" b="1" dirty="0" err="1" smtClean="0">
                <a:solidFill>
                  <a:srgbClr val="000000"/>
                </a:solidFill>
              </a:rPr>
              <a:t>int</a:t>
            </a:r>
            <a:r>
              <a:rPr lang="en-US" altLang="zh-CN" sz="2000" b="1" dirty="0" smtClean="0">
                <a:solidFill>
                  <a:srgbClr val="000000"/>
                </a:solidFill>
              </a:rPr>
              <a:t> main() {</a:t>
            </a:r>
            <a:endParaRPr lang="en-US" altLang="zh-CN" sz="2000" b="1" dirty="0" smtClean="0">
              <a:solidFill>
                <a:srgbClr val="000000"/>
              </a:solidFill>
            </a:endParaRPr>
          </a:p>
          <a:p>
            <a:pPr>
              <a:spcBef>
                <a:spcPts val="0"/>
              </a:spcBef>
              <a:buFont typeface="Georgia" panose="02040502050405020303" pitchFamily="18" charset="0"/>
              <a:buNone/>
            </a:pPr>
            <a:r>
              <a:rPr lang="en-US" altLang="zh-CN" sz="2000" b="1" dirty="0" smtClean="0">
                <a:solidFill>
                  <a:srgbClr val="000000"/>
                </a:solidFill>
              </a:rPr>
              <a:t>	</a:t>
            </a:r>
            <a:r>
              <a:rPr lang="en-US" altLang="zh-CN" sz="2000" b="1" dirty="0" err="1" smtClean="0">
                <a:solidFill>
                  <a:srgbClr val="000000"/>
                </a:solidFill>
              </a:rPr>
              <a:t>int</a:t>
            </a:r>
            <a:r>
              <a:rPr lang="en-US" altLang="zh-CN" sz="2000" b="1" dirty="0" smtClean="0">
                <a:solidFill>
                  <a:srgbClr val="000000"/>
                </a:solidFill>
              </a:rPr>
              <a:t> year;</a:t>
            </a:r>
            <a:endParaRPr lang="en-US" altLang="zh-CN" sz="2000" b="1" dirty="0" smtClean="0">
              <a:solidFill>
                <a:srgbClr val="000000"/>
              </a:solidFill>
            </a:endParaRPr>
          </a:p>
          <a:p>
            <a:pPr>
              <a:spcBef>
                <a:spcPts val="0"/>
              </a:spcBef>
              <a:buFont typeface="Georgia" panose="02040502050405020303" pitchFamily="18" charset="0"/>
              <a:buNone/>
            </a:pPr>
            <a:r>
              <a:rPr lang="en-US" altLang="zh-CN" sz="2000" b="1" dirty="0" smtClean="0">
                <a:solidFill>
                  <a:srgbClr val="000000"/>
                </a:solidFill>
              </a:rPr>
              <a:t>	bool </a:t>
            </a:r>
            <a:r>
              <a:rPr lang="en-US" altLang="zh-CN" sz="2000" b="1" dirty="0" err="1" smtClean="0">
                <a:solidFill>
                  <a:srgbClr val="000000"/>
                </a:solidFill>
              </a:rPr>
              <a:t>isLeapYear</a:t>
            </a:r>
            <a:r>
              <a:rPr lang="en-US" altLang="zh-CN" sz="2000" b="1" dirty="0" smtClean="0">
                <a:solidFill>
                  <a:srgbClr val="000000"/>
                </a:solidFill>
              </a:rPr>
              <a:t>;	</a:t>
            </a:r>
            <a:endParaRPr lang="en-US" altLang="zh-CN" sz="2000" b="1" dirty="0" smtClean="0">
              <a:solidFill>
                <a:srgbClr val="000000"/>
              </a:solidFill>
            </a:endParaRPr>
          </a:p>
          <a:p>
            <a:pPr>
              <a:spcBef>
                <a:spcPts val="0"/>
              </a:spcBef>
              <a:buFont typeface="Georgia" panose="02040502050405020303" pitchFamily="18" charset="0"/>
              <a:buNone/>
            </a:pPr>
            <a:r>
              <a:rPr lang="en-US" altLang="zh-CN" sz="2000" b="1" dirty="0" smtClean="0">
                <a:solidFill>
                  <a:srgbClr val="000000"/>
                </a:solidFill>
              </a:rPr>
              <a:t>	</a:t>
            </a:r>
            <a:r>
              <a:rPr lang="en-US" altLang="zh-CN" sz="2000" b="1" dirty="0" err="1" smtClean="0">
                <a:solidFill>
                  <a:srgbClr val="000000"/>
                </a:solidFill>
              </a:rPr>
              <a:t>cout</a:t>
            </a:r>
            <a:r>
              <a:rPr lang="en-US" altLang="zh-CN" sz="2000" b="1" dirty="0" smtClean="0">
                <a:solidFill>
                  <a:srgbClr val="000000"/>
                </a:solidFill>
              </a:rPr>
              <a:t> &lt;&lt; "Enter the year: ";</a:t>
            </a:r>
            <a:endParaRPr lang="en-US" altLang="zh-CN" sz="2000" b="1" dirty="0" smtClean="0">
              <a:solidFill>
                <a:srgbClr val="000000"/>
              </a:solidFill>
            </a:endParaRPr>
          </a:p>
          <a:p>
            <a:pPr>
              <a:spcBef>
                <a:spcPts val="0"/>
              </a:spcBef>
              <a:buFont typeface="Georgia" panose="02040502050405020303" pitchFamily="18" charset="0"/>
              <a:buNone/>
            </a:pPr>
            <a:r>
              <a:rPr lang="en-US" altLang="zh-CN" sz="2000" b="1" dirty="0" smtClean="0">
                <a:solidFill>
                  <a:srgbClr val="000000"/>
                </a:solidFill>
              </a:rPr>
              <a:t>	</a:t>
            </a:r>
            <a:r>
              <a:rPr lang="en-US" altLang="zh-CN" sz="2000" b="1" dirty="0" err="1" smtClean="0">
                <a:solidFill>
                  <a:srgbClr val="000000"/>
                </a:solidFill>
              </a:rPr>
              <a:t>cin</a:t>
            </a:r>
            <a:r>
              <a:rPr lang="en-US" altLang="zh-CN" sz="2000" b="1" dirty="0" smtClean="0">
                <a:solidFill>
                  <a:srgbClr val="000000"/>
                </a:solidFill>
              </a:rPr>
              <a:t> &gt;&gt; year;</a:t>
            </a:r>
            <a:endParaRPr lang="en-US" altLang="zh-CN" sz="2000" b="1" dirty="0" smtClean="0">
              <a:solidFill>
                <a:srgbClr val="000000"/>
              </a:solidFill>
            </a:endParaRPr>
          </a:p>
          <a:p>
            <a:pPr>
              <a:spcBef>
                <a:spcPts val="0"/>
              </a:spcBef>
              <a:buFont typeface="Georgia" panose="02040502050405020303" pitchFamily="18" charset="0"/>
              <a:buNone/>
            </a:pPr>
            <a:r>
              <a:rPr lang="en-US" altLang="zh-CN" sz="2000" b="1" dirty="0" smtClean="0">
                <a:solidFill>
                  <a:srgbClr val="000000"/>
                </a:solidFill>
              </a:rPr>
              <a:t>	</a:t>
            </a:r>
            <a:r>
              <a:rPr lang="en-US" altLang="zh-CN" sz="2000" b="1" dirty="0" err="1" smtClean="0">
                <a:solidFill>
                  <a:srgbClr val="000000"/>
                </a:solidFill>
              </a:rPr>
              <a:t>isLeapYear</a:t>
            </a:r>
            <a:r>
              <a:rPr lang="en-US" altLang="zh-CN" sz="2000" b="1" dirty="0" smtClean="0">
                <a:solidFill>
                  <a:srgbClr val="000000"/>
                </a:solidFill>
              </a:rPr>
              <a:t> = ((year % 4 == 0 &amp;&amp; year % 100 != 0) || (year % 400 == 0));</a:t>
            </a:r>
            <a:endParaRPr lang="en-US" altLang="zh-CN" sz="2000" b="1" dirty="0" smtClean="0">
              <a:solidFill>
                <a:srgbClr val="000000"/>
              </a:solidFill>
            </a:endParaRPr>
          </a:p>
          <a:p>
            <a:pPr>
              <a:spcBef>
                <a:spcPts val="0"/>
              </a:spcBef>
              <a:buFont typeface="Georgia" panose="02040502050405020303" pitchFamily="18" charset="0"/>
              <a:buNone/>
            </a:pPr>
            <a:r>
              <a:rPr lang="en-US" altLang="zh-CN" sz="2000" b="1" dirty="0" smtClean="0">
                <a:solidFill>
                  <a:srgbClr val="000000"/>
                </a:solidFill>
              </a:rPr>
              <a:t>	if (</a:t>
            </a:r>
            <a:r>
              <a:rPr lang="en-US" altLang="zh-CN" sz="2000" b="1" dirty="0" err="1" smtClean="0">
                <a:solidFill>
                  <a:srgbClr val="000000"/>
                </a:solidFill>
              </a:rPr>
              <a:t>isLeapYear</a:t>
            </a:r>
            <a:r>
              <a:rPr lang="en-US" altLang="zh-CN" sz="2000" b="1" dirty="0" smtClean="0">
                <a:solidFill>
                  <a:srgbClr val="000000"/>
                </a:solidFill>
              </a:rPr>
              <a:t>)</a:t>
            </a:r>
            <a:endParaRPr lang="en-US" altLang="zh-CN" sz="2000" b="1" dirty="0" smtClean="0">
              <a:solidFill>
                <a:srgbClr val="000000"/>
              </a:solidFill>
            </a:endParaRPr>
          </a:p>
          <a:p>
            <a:pPr>
              <a:spcBef>
                <a:spcPts val="0"/>
              </a:spcBef>
              <a:buFont typeface="Georgia" panose="02040502050405020303" pitchFamily="18" charset="0"/>
              <a:buNone/>
            </a:pPr>
            <a:r>
              <a:rPr lang="en-US" altLang="zh-CN" sz="2000" b="1" dirty="0" smtClean="0">
                <a:solidFill>
                  <a:srgbClr val="000000"/>
                </a:solidFill>
              </a:rPr>
              <a:t>		</a:t>
            </a:r>
            <a:r>
              <a:rPr lang="en-US" altLang="zh-CN" sz="2000" b="1" dirty="0" err="1" smtClean="0">
                <a:solidFill>
                  <a:srgbClr val="000000"/>
                </a:solidFill>
              </a:rPr>
              <a:t>cout</a:t>
            </a:r>
            <a:r>
              <a:rPr lang="en-US" altLang="zh-CN" sz="2000" b="1" dirty="0" smtClean="0">
                <a:solidFill>
                  <a:srgbClr val="000000"/>
                </a:solidFill>
              </a:rPr>
              <a:t> &lt;&lt; year &lt;&lt; " is a leap year" &lt;&lt; </a:t>
            </a:r>
            <a:r>
              <a:rPr lang="en-US" altLang="zh-CN" sz="2000" b="1" dirty="0" err="1" smtClean="0">
                <a:solidFill>
                  <a:srgbClr val="000000"/>
                </a:solidFill>
              </a:rPr>
              <a:t>endl</a:t>
            </a:r>
            <a:r>
              <a:rPr lang="en-US" altLang="zh-CN" sz="2000" b="1" dirty="0" smtClean="0">
                <a:solidFill>
                  <a:srgbClr val="000000"/>
                </a:solidFill>
              </a:rPr>
              <a:t>;</a:t>
            </a:r>
            <a:endParaRPr lang="en-US" altLang="zh-CN" sz="2000" b="1" dirty="0" smtClean="0">
              <a:solidFill>
                <a:srgbClr val="000000"/>
              </a:solidFill>
            </a:endParaRPr>
          </a:p>
          <a:p>
            <a:pPr>
              <a:spcBef>
                <a:spcPts val="0"/>
              </a:spcBef>
              <a:buFont typeface="Georgia" panose="02040502050405020303" pitchFamily="18" charset="0"/>
              <a:buNone/>
            </a:pPr>
            <a:r>
              <a:rPr lang="en-US" altLang="zh-CN" sz="2000" b="1" dirty="0" smtClean="0">
                <a:solidFill>
                  <a:srgbClr val="000000"/>
                </a:solidFill>
              </a:rPr>
              <a:t>	else</a:t>
            </a:r>
            <a:endParaRPr lang="en-US" altLang="zh-CN" sz="2000" b="1" dirty="0" smtClean="0">
              <a:solidFill>
                <a:srgbClr val="000000"/>
              </a:solidFill>
            </a:endParaRPr>
          </a:p>
          <a:p>
            <a:pPr>
              <a:spcBef>
                <a:spcPts val="0"/>
              </a:spcBef>
              <a:buFont typeface="Georgia" panose="02040502050405020303" pitchFamily="18" charset="0"/>
              <a:buNone/>
            </a:pPr>
            <a:r>
              <a:rPr lang="en-US" altLang="zh-CN" sz="2000" b="1" dirty="0" smtClean="0">
                <a:solidFill>
                  <a:srgbClr val="000000"/>
                </a:solidFill>
              </a:rPr>
              <a:t>		</a:t>
            </a:r>
            <a:r>
              <a:rPr lang="en-US" altLang="zh-CN" sz="2000" b="1" dirty="0" err="1" smtClean="0">
                <a:solidFill>
                  <a:srgbClr val="000000"/>
                </a:solidFill>
              </a:rPr>
              <a:t>cout</a:t>
            </a:r>
            <a:r>
              <a:rPr lang="en-US" altLang="zh-CN" sz="2000" b="1" dirty="0" smtClean="0">
                <a:solidFill>
                  <a:srgbClr val="000000"/>
                </a:solidFill>
              </a:rPr>
              <a:t> &lt;&lt; year &lt;&lt; " is not a leap year" &lt;&lt; </a:t>
            </a:r>
            <a:r>
              <a:rPr lang="en-US" altLang="zh-CN" sz="2000" b="1" dirty="0" err="1" smtClean="0">
                <a:solidFill>
                  <a:srgbClr val="000000"/>
                </a:solidFill>
              </a:rPr>
              <a:t>endl</a:t>
            </a:r>
            <a:r>
              <a:rPr lang="en-US" altLang="zh-CN" sz="2000" b="1" dirty="0" smtClean="0">
                <a:solidFill>
                  <a:srgbClr val="000000"/>
                </a:solidFill>
              </a:rPr>
              <a:t>;</a:t>
            </a:r>
            <a:endParaRPr lang="en-US" altLang="zh-CN" sz="2000" b="1" dirty="0" smtClean="0">
              <a:solidFill>
                <a:srgbClr val="000000"/>
              </a:solidFill>
            </a:endParaRPr>
          </a:p>
          <a:p>
            <a:pPr>
              <a:spcBef>
                <a:spcPts val="0"/>
              </a:spcBef>
              <a:buFont typeface="Georgia" panose="02040502050405020303" pitchFamily="18" charset="0"/>
              <a:buNone/>
            </a:pPr>
            <a:r>
              <a:rPr lang="en-US" altLang="zh-CN" sz="2000" b="1" dirty="0" smtClean="0">
                <a:solidFill>
                  <a:srgbClr val="000000"/>
                </a:solidFill>
              </a:rPr>
              <a:t> </a:t>
            </a:r>
            <a:endParaRPr lang="en-US" altLang="zh-CN" sz="2000" b="1" dirty="0" smtClean="0">
              <a:solidFill>
                <a:srgbClr val="000000"/>
              </a:solidFill>
            </a:endParaRPr>
          </a:p>
          <a:p>
            <a:pPr>
              <a:spcBef>
                <a:spcPts val="0"/>
              </a:spcBef>
              <a:buFont typeface="Georgia" panose="02040502050405020303" pitchFamily="18" charset="0"/>
              <a:buNone/>
            </a:pPr>
            <a:r>
              <a:rPr lang="en-US" altLang="zh-CN" sz="2000" b="1" dirty="0" smtClean="0">
                <a:solidFill>
                  <a:srgbClr val="000000"/>
                </a:solidFill>
              </a:rPr>
              <a:t>	return 0;</a:t>
            </a:r>
            <a:endParaRPr lang="en-US" altLang="zh-CN" sz="2000" b="1" dirty="0" smtClean="0">
              <a:solidFill>
                <a:srgbClr val="000000"/>
              </a:solidFill>
            </a:endParaRPr>
          </a:p>
          <a:p>
            <a:pPr>
              <a:spcBef>
                <a:spcPts val="0"/>
              </a:spcBef>
              <a:buFont typeface="Georgia" panose="02040502050405020303" pitchFamily="18" charset="0"/>
              <a:buNone/>
            </a:pPr>
            <a:r>
              <a:rPr lang="en-US" altLang="zh-CN" sz="2000" b="1" dirty="0" smtClean="0">
                <a:solidFill>
                  <a:srgbClr val="000000"/>
                </a:solidFill>
              </a:rPr>
              <a:t>}</a:t>
            </a:r>
            <a:endParaRPr lang="en-US" altLang="zh-CN" sz="2000" b="1" dirty="0" smtClean="0">
              <a:solidFill>
                <a:srgbClr val="000000"/>
              </a:solidFill>
            </a:endParaRPr>
          </a:p>
        </p:txBody>
      </p:sp>
      <p:sp>
        <p:nvSpPr>
          <p:cNvPr id="97285" name="标题 1"/>
          <p:cNvSpPr>
            <a:spLocks noGrp="1"/>
          </p:cNvSpPr>
          <p:nvPr>
            <p:ph type="title"/>
          </p:nvPr>
        </p:nvSpPr>
        <p:spPr>
          <a:xfrm>
            <a:off x="3635375" y="1700213"/>
            <a:ext cx="5257105" cy="865187"/>
          </a:xfrm>
          <a:solidFill>
            <a:schemeClr val="bg1"/>
          </a:solidFill>
        </p:spPr>
        <p:txBody>
          <a:bodyPr anchor="ctr"/>
          <a:lstStyle/>
          <a:p>
            <a:r>
              <a:rPr lang="zh-CN" altLang="en-US" sz="2400" b="1" dirty="0" smtClean="0"/>
              <a:t>例</a:t>
            </a:r>
            <a:r>
              <a:rPr lang="en-US" altLang="zh-CN" sz="2400" b="1" dirty="0" smtClean="0"/>
              <a:t>2-2</a:t>
            </a:r>
            <a:r>
              <a:rPr lang="zh-CN" altLang="en-US" sz="2400" b="1" dirty="0" smtClean="0"/>
              <a:t>输入一个年份，判断是否闰年</a:t>
            </a:r>
            <a:endParaRPr lang="zh-CN" altLang="en-US" sz="2400" b="1" dirty="0" smtClean="0"/>
          </a:p>
        </p:txBody>
      </p:sp>
      <p:sp>
        <p:nvSpPr>
          <p:cNvPr id="6" name="标题 1"/>
          <p:cNvSpPr txBox="1"/>
          <p:nvPr/>
        </p:nvSpPr>
        <p:spPr bwMode="auto">
          <a:xfrm>
            <a:off x="457200" y="260648"/>
            <a:ext cx="8229600" cy="1066800"/>
          </a:xfrm>
          <a:prstGeom prst="rect">
            <a:avLst/>
          </a:prstGeom>
        </p:spPr>
        <p:txBody>
          <a:bodyPr>
            <a:noAutofit/>
          </a:bodyPr>
          <a:lstStyle>
            <a:defPPr>
              <a:defRPr lang="zh-CN"/>
            </a:defPPr>
            <a:lvl1pPr fontAlgn="auto">
              <a:spcAft>
                <a:spcPts val="0"/>
              </a:spcAft>
              <a:defRPr sz="3600" b="1" i="1">
                <a:solidFill>
                  <a:srgbClr val="FFFFFF"/>
                </a:solidFill>
                <a:effectLst>
                  <a:outerShdw blurRad="38100" dist="38100" dir="2700000" algn="tl">
                    <a:srgbClr val="000000"/>
                  </a:outerShdw>
                </a:effectLst>
                <a:latin typeface="+mj-lt"/>
                <a:ea typeface="隶书" panose="02010509060101010101" pitchFamily="49" charset="-122"/>
                <a:cs typeface="+mj-cs"/>
              </a:defRPr>
            </a:lvl1pPr>
          </a:lstStyle>
          <a:p>
            <a:r>
              <a:rPr lang="en-US" altLang="zh-CN" dirty="0"/>
              <a:t>2.4.1 </a:t>
            </a:r>
            <a:r>
              <a:rPr lang="zh-CN" altLang="en-US" dirty="0"/>
              <a:t>用</a:t>
            </a:r>
            <a:r>
              <a:rPr lang="en-US" altLang="zh-CN" dirty="0"/>
              <a:t>if</a:t>
            </a:r>
            <a:r>
              <a:rPr lang="zh-CN" altLang="en-US" dirty="0"/>
              <a:t>语句实现选择结构</a:t>
            </a:r>
            <a:endParaRPr lang="zh-CN" altLang="en-US" dirty="0"/>
          </a:p>
        </p:txBody>
      </p:sp>
    </p:spTree>
  </p:cSld>
  <p:clrMapOvr>
    <a:masterClrMapping/>
  </p:clrMapOv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Autofit/>
          </a:bodyPr>
          <a:lstStyle/>
          <a:p>
            <a:pPr algn="ctr" fontAlgn="auto">
              <a:spcAft>
                <a:spcPts val="0"/>
              </a:spcAft>
            </a:pPr>
            <a:r>
              <a:rPr lang="en-US" altLang="zh-CN" b="1" dirty="0" smtClean="0">
                <a:solidFill>
                  <a:srgbClr val="FFFFFF"/>
                </a:solidFill>
                <a:ea typeface="隶书" panose="02010509060101010101" pitchFamily="49" charset="-122"/>
              </a:rPr>
              <a:t>2.4.2</a:t>
            </a:r>
            <a:r>
              <a:rPr lang="zh-CN" altLang="en-US" b="1" dirty="0" smtClean="0">
                <a:solidFill>
                  <a:srgbClr val="FFFFFF"/>
                </a:solidFill>
                <a:ea typeface="隶书" panose="02010509060101010101" pitchFamily="49" charset="-122"/>
              </a:rPr>
              <a:t>、多重选择结构</a:t>
            </a:r>
            <a:r>
              <a:rPr lang="en-US" altLang="zh-CN" b="1" dirty="0" smtClean="0">
                <a:solidFill>
                  <a:srgbClr val="FFFFFF"/>
                </a:solidFill>
                <a:ea typeface="隶书" panose="02010509060101010101" pitchFamily="49" charset="-122"/>
              </a:rPr>
              <a:t>——</a:t>
            </a:r>
            <a:r>
              <a:rPr lang="zh-CN" altLang="en-US" b="1" dirty="0" smtClean="0">
                <a:solidFill>
                  <a:srgbClr val="FFFFFF"/>
                </a:solidFill>
                <a:ea typeface="隶书" panose="02010509060101010101" pitchFamily="49" charset="-122"/>
              </a:rPr>
              <a:t>嵌套</a:t>
            </a:r>
            <a:r>
              <a:rPr lang="zh-CN" altLang="en-US" b="1" dirty="0">
                <a:solidFill>
                  <a:srgbClr val="FFFFFF"/>
                </a:solidFill>
                <a:ea typeface="隶书" panose="02010509060101010101" pitchFamily="49" charset="-122"/>
              </a:rPr>
              <a:t>的</a:t>
            </a:r>
            <a:r>
              <a:rPr lang="en-US" altLang="zh-CN" b="1" dirty="0" smtClean="0">
                <a:solidFill>
                  <a:srgbClr val="FFFFFF"/>
                </a:solidFill>
                <a:ea typeface="隶书" panose="02010509060101010101" pitchFamily="49" charset="-122"/>
              </a:rPr>
              <a:t>if</a:t>
            </a:r>
            <a:r>
              <a:rPr lang="zh-CN" altLang="en-US" b="1" dirty="0">
                <a:solidFill>
                  <a:srgbClr val="FFFFFF"/>
                </a:solidFill>
                <a:ea typeface="隶书" panose="02010509060101010101" pitchFamily="49" charset="-122"/>
              </a:rPr>
              <a:t>语句</a:t>
            </a:r>
            <a:endParaRPr lang="zh-CN" altLang="en-US" b="1" dirty="0">
              <a:solidFill>
                <a:srgbClr val="FFFFFF"/>
              </a:solidFill>
              <a:ea typeface="隶书" panose="02010509060101010101" pitchFamily="49" charset="-122"/>
            </a:endParaRPr>
          </a:p>
        </p:txBody>
      </p:sp>
      <p:sp>
        <p:nvSpPr>
          <p:cNvPr id="16387" name="Rectangle 4"/>
          <p:cNvSpPr>
            <a:spLocks noChangeArrowheads="1"/>
          </p:cNvSpPr>
          <p:nvPr/>
        </p:nvSpPr>
        <p:spPr bwMode="auto">
          <a:xfrm>
            <a:off x="1331913" y="1557338"/>
            <a:ext cx="3095625" cy="3889375"/>
          </a:xfrm>
          <a:prstGeom prst="rect">
            <a:avLst/>
          </a:prstGeom>
          <a:noFill/>
          <a:ln w="28575">
            <a:solidFill>
              <a:srgbClr val="000066"/>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0"/>
              </a:spcBef>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if(</a:t>
            </a:r>
            <a:r>
              <a:rPr lang="zh-CN" altLang="en-US" sz="2400" b="1">
                <a:latin typeface="Times New Roman" panose="02020603050405020304" pitchFamily="18" charset="0"/>
                <a:ea typeface="华文楷体" panose="02010600040101010101" pitchFamily="2" charset="-122"/>
              </a:rPr>
              <a:t>表达式</a:t>
            </a:r>
            <a:r>
              <a:rPr lang="en-US" altLang="zh-CN" sz="2400" b="1">
                <a:latin typeface="Times New Roman" panose="02020603050405020304" pitchFamily="18" charset="0"/>
                <a:ea typeface="华文楷体" panose="02010600040101010101" pitchFamily="2" charset="-122"/>
              </a:rPr>
              <a:t>1)</a:t>
            </a:r>
            <a:endParaRPr lang="en-US" altLang="zh-CN" sz="2400" b="1">
              <a:latin typeface="Times New Roman" panose="02020603050405020304" pitchFamily="18" charset="0"/>
              <a:ea typeface="华文楷体" panose="02010600040101010101" pitchFamily="2" charset="-122"/>
            </a:endParaRPr>
          </a:p>
          <a:p>
            <a:pPr algn="l" eaLnBrk="1" hangingPunct="1">
              <a:spcBef>
                <a:spcPct val="0"/>
              </a:spcBef>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      if(</a:t>
            </a:r>
            <a:r>
              <a:rPr lang="zh-CN" altLang="en-US" sz="2400" b="1">
                <a:latin typeface="Times New Roman" panose="02020603050405020304" pitchFamily="18" charset="0"/>
                <a:ea typeface="华文楷体" panose="02010600040101010101" pitchFamily="2" charset="-122"/>
              </a:rPr>
              <a:t>表达式</a:t>
            </a:r>
            <a:r>
              <a:rPr lang="en-US" altLang="zh-CN" sz="2400" b="1">
                <a:latin typeface="Times New Roman" panose="02020603050405020304" pitchFamily="18" charset="0"/>
                <a:ea typeface="华文楷体" panose="02010600040101010101" pitchFamily="2" charset="-122"/>
              </a:rPr>
              <a:t>2)</a:t>
            </a:r>
            <a:endParaRPr lang="en-US" altLang="zh-CN" sz="2400" b="1">
              <a:latin typeface="Times New Roman" panose="02020603050405020304" pitchFamily="18" charset="0"/>
              <a:ea typeface="华文楷体" panose="02010600040101010101" pitchFamily="2" charset="-122"/>
            </a:endParaRPr>
          </a:p>
          <a:p>
            <a:pPr algn="l" eaLnBrk="1" hangingPunct="1">
              <a:spcBef>
                <a:spcPct val="0"/>
              </a:spcBef>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   	  </a:t>
            </a:r>
            <a:r>
              <a:rPr lang="zh-CN" altLang="en-US" sz="2400" b="1">
                <a:latin typeface="Times New Roman" panose="02020603050405020304" pitchFamily="18" charset="0"/>
                <a:ea typeface="华文楷体" panose="02010600040101010101" pitchFamily="2" charset="-122"/>
              </a:rPr>
              <a:t>语句</a:t>
            </a:r>
            <a:r>
              <a:rPr lang="en-US" altLang="zh-CN" sz="2400" b="1">
                <a:latin typeface="Times New Roman" panose="02020603050405020304" pitchFamily="18" charset="0"/>
                <a:ea typeface="华文楷体" panose="02010600040101010101" pitchFamily="2" charset="-122"/>
              </a:rPr>
              <a:t>1</a:t>
            </a:r>
            <a:endParaRPr lang="en-US" altLang="zh-CN" sz="2400" b="1">
              <a:latin typeface="Times New Roman" panose="02020603050405020304" pitchFamily="18" charset="0"/>
              <a:ea typeface="华文楷体" panose="02010600040101010101" pitchFamily="2" charset="-122"/>
            </a:endParaRPr>
          </a:p>
          <a:p>
            <a:pPr algn="l" eaLnBrk="1" hangingPunct="1">
              <a:spcBef>
                <a:spcPct val="0"/>
              </a:spcBef>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      else</a:t>
            </a:r>
            <a:endParaRPr lang="en-US" altLang="zh-CN" sz="2400" b="1">
              <a:latin typeface="Times New Roman" panose="02020603050405020304" pitchFamily="18" charset="0"/>
              <a:ea typeface="华文楷体" panose="02010600040101010101" pitchFamily="2" charset="-122"/>
            </a:endParaRPr>
          </a:p>
          <a:p>
            <a:pPr algn="l" eaLnBrk="1" hangingPunct="1">
              <a:spcBef>
                <a:spcPct val="0"/>
              </a:spcBef>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 	  </a:t>
            </a:r>
            <a:r>
              <a:rPr lang="zh-CN" altLang="en-US" sz="2400" b="1">
                <a:latin typeface="Times New Roman" panose="02020603050405020304" pitchFamily="18" charset="0"/>
                <a:ea typeface="华文楷体" panose="02010600040101010101" pitchFamily="2" charset="-122"/>
              </a:rPr>
              <a:t>语句</a:t>
            </a:r>
            <a:r>
              <a:rPr lang="en-US" altLang="zh-CN" sz="2400" b="1">
                <a:latin typeface="Times New Roman" panose="02020603050405020304" pitchFamily="18" charset="0"/>
                <a:ea typeface="华文楷体" panose="02010600040101010101" pitchFamily="2" charset="-122"/>
              </a:rPr>
              <a:t>2</a:t>
            </a:r>
            <a:endParaRPr lang="en-US" altLang="zh-CN" sz="2400" b="1">
              <a:latin typeface="Times New Roman" panose="02020603050405020304" pitchFamily="18" charset="0"/>
              <a:ea typeface="华文楷体" panose="02010600040101010101" pitchFamily="2" charset="-122"/>
            </a:endParaRPr>
          </a:p>
          <a:p>
            <a:pPr algn="l" eaLnBrk="1" hangingPunct="1">
              <a:spcBef>
                <a:spcPct val="0"/>
              </a:spcBef>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else	</a:t>
            </a:r>
            <a:endParaRPr lang="en-US" altLang="zh-CN" sz="2400" b="1">
              <a:latin typeface="Times New Roman" panose="02020603050405020304" pitchFamily="18" charset="0"/>
              <a:ea typeface="华文楷体" panose="02010600040101010101" pitchFamily="2" charset="-122"/>
            </a:endParaRPr>
          </a:p>
          <a:p>
            <a:pPr algn="l" eaLnBrk="1" hangingPunct="1">
              <a:spcBef>
                <a:spcPct val="0"/>
              </a:spcBef>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      if(</a:t>
            </a:r>
            <a:r>
              <a:rPr lang="zh-CN" altLang="en-US" sz="2400" b="1">
                <a:latin typeface="Times New Roman" panose="02020603050405020304" pitchFamily="18" charset="0"/>
                <a:ea typeface="华文楷体" panose="02010600040101010101" pitchFamily="2" charset="-122"/>
              </a:rPr>
              <a:t>表达式</a:t>
            </a:r>
            <a:r>
              <a:rPr lang="en-US" altLang="zh-CN" sz="2400" b="1">
                <a:latin typeface="Times New Roman" panose="02020603050405020304" pitchFamily="18" charset="0"/>
                <a:ea typeface="华文楷体" panose="02010600040101010101" pitchFamily="2" charset="-122"/>
              </a:rPr>
              <a:t>3)</a:t>
            </a:r>
            <a:endParaRPr lang="en-US" altLang="zh-CN" sz="2400" b="1">
              <a:latin typeface="Times New Roman" panose="02020603050405020304" pitchFamily="18" charset="0"/>
              <a:ea typeface="华文楷体" panose="02010600040101010101" pitchFamily="2" charset="-122"/>
            </a:endParaRPr>
          </a:p>
          <a:p>
            <a:pPr algn="l" eaLnBrk="1" hangingPunct="1">
              <a:spcBef>
                <a:spcPct val="0"/>
              </a:spcBef>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    	  </a:t>
            </a:r>
            <a:r>
              <a:rPr lang="zh-CN" altLang="en-US" sz="2400" b="1">
                <a:latin typeface="Times New Roman" panose="02020603050405020304" pitchFamily="18" charset="0"/>
                <a:ea typeface="华文楷体" panose="02010600040101010101" pitchFamily="2" charset="-122"/>
              </a:rPr>
              <a:t>语句</a:t>
            </a:r>
            <a:r>
              <a:rPr lang="en-US" altLang="zh-CN" sz="2400" b="1">
                <a:latin typeface="Times New Roman" panose="02020603050405020304" pitchFamily="18" charset="0"/>
                <a:ea typeface="华文楷体" panose="02010600040101010101" pitchFamily="2" charset="-122"/>
              </a:rPr>
              <a:t>3</a:t>
            </a:r>
            <a:endParaRPr lang="en-US" altLang="zh-CN" sz="2400" b="1">
              <a:latin typeface="Times New Roman" panose="02020603050405020304" pitchFamily="18" charset="0"/>
              <a:ea typeface="华文楷体" panose="02010600040101010101" pitchFamily="2" charset="-122"/>
            </a:endParaRPr>
          </a:p>
          <a:p>
            <a:pPr algn="l" eaLnBrk="1" hangingPunct="1">
              <a:spcBef>
                <a:spcPct val="0"/>
              </a:spcBef>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     else</a:t>
            </a:r>
            <a:endParaRPr lang="en-US" altLang="zh-CN" sz="2400" b="1">
              <a:latin typeface="Times New Roman" panose="02020603050405020304" pitchFamily="18" charset="0"/>
              <a:ea typeface="华文楷体" panose="02010600040101010101" pitchFamily="2" charset="-122"/>
            </a:endParaRPr>
          </a:p>
          <a:p>
            <a:pPr algn="l" eaLnBrk="1" hangingPunct="1">
              <a:spcBef>
                <a:spcPct val="0"/>
              </a:spcBef>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	  </a:t>
            </a:r>
            <a:r>
              <a:rPr lang="zh-CN" altLang="en-US" sz="2400" b="1">
                <a:latin typeface="Times New Roman" panose="02020603050405020304" pitchFamily="18" charset="0"/>
                <a:ea typeface="华文楷体" panose="02010600040101010101" pitchFamily="2" charset="-122"/>
              </a:rPr>
              <a:t>语句</a:t>
            </a:r>
            <a:r>
              <a:rPr lang="en-US" altLang="zh-CN" sz="2400" b="1">
                <a:latin typeface="Times New Roman" panose="02020603050405020304" pitchFamily="18" charset="0"/>
                <a:ea typeface="华文楷体" panose="02010600040101010101" pitchFamily="2" charset="-122"/>
              </a:rPr>
              <a:t>4</a:t>
            </a:r>
            <a:endParaRPr lang="en-US" altLang="zh-CN" sz="2400" b="1">
              <a:latin typeface="Times New Roman" panose="02020603050405020304" pitchFamily="18" charset="0"/>
              <a:ea typeface="华文楷体" panose="02010600040101010101" pitchFamily="2" charset="-122"/>
            </a:endParaRPr>
          </a:p>
        </p:txBody>
      </p:sp>
      <p:sp>
        <p:nvSpPr>
          <p:cNvPr id="16388" name="Text Box 25"/>
          <p:cNvSpPr txBox="1">
            <a:spLocks noChangeArrowheads="1"/>
          </p:cNvSpPr>
          <p:nvPr/>
        </p:nvSpPr>
        <p:spPr bwMode="auto">
          <a:xfrm>
            <a:off x="287363" y="1831182"/>
            <a:ext cx="611188"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SzPct val="75000"/>
              <a:buFont typeface="Wingdings" panose="05000000000000000000" pitchFamily="2" charset="2"/>
              <a:buNone/>
            </a:pPr>
            <a:r>
              <a:rPr lang="zh-CN" altLang="en-US" sz="3200" b="1" i="1" dirty="0">
                <a:solidFill>
                  <a:srgbClr val="FFFF00"/>
                </a:solidFill>
                <a:latin typeface="Times New Roman" panose="02020603050405020304" pitchFamily="18" charset="0"/>
                <a:ea typeface="华文楷体" panose="02010600040101010101" pitchFamily="2" charset="-122"/>
              </a:rPr>
              <a:t>嵌套</a:t>
            </a:r>
            <a:r>
              <a:rPr lang="en-US" altLang="zh-CN" sz="3200" b="1" i="1" dirty="0">
                <a:solidFill>
                  <a:srgbClr val="FFFF00"/>
                </a:solidFill>
                <a:latin typeface="Times New Roman" panose="02020603050405020304" pitchFamily="18" charset="0"/>
                <a:ea typeface="华文楷体" panose="02010600040101010101" pitchFamily="2" charset="-122"/>
              </a:rPr>
              <a:t>if</a:t>
            </a:r>
            <a:r>
              <a:rPr lang="zh-CN" altLang="en-US" sz="3200" b="1" i="1" dirty="0">
                <a:solidFill>
                  <a:srgbClr val="FFFF00"/>
                </a:solidFill>
                <a:latin typeface="Times New Roman" panose="02020603050405020304" pitchFamily="18" charset="0"/>
                <a:ea typeface="华文楷体" panose="02010600040101010101" pitchFamily="2" charset="-122"/>
              </a:rPr>
              <a:t>实例一</a:t>
            </a:r>
            <a:endParaRPr lang="zh-CN" altLang="en-US" sz="3200" b="1" i="1" dirty="0">
              <a:solidFill>
                <a:srgbClr val="FFFF00"/>
              </a:solidFill>
              <a:latin typeface="Times New Roman" panose="02020603050405020304" pitchFamily="18" charset="0"/>
              <a:ea typeface="华文楷体" panose="02010600040101010101" pitchFamily="2" charset="-122"/>
            </a:endParaRPr>
          </a:p>
        </p:txBody>
      </p:sp>
      <p:grpSp>
        <p:nvGrpSpPr>
          <p:cNvPr id="16389" name="Group 47"/>
          <p:cNvGrpSpPr/>
          <p:nvPr/>
        </p:nvGrpSpPr>
        <p:grpSpPr bwMode="auto">
          <a:xfrm>
            <a:off x="4787900" y="1341438"/>
            <a:ext cx="4356100" cy="4392612"/>
            <a:chOff x="3016" y="1117"/>
            <a:chExt cx="2744" cy="2767"/>
          </a:xfrm>
        </p:grpSpPr>
        <p:sp>
          <p:nvSpPr>
            <p:cNvPr id="16391" name="AutoShape 12"/>
            <p:cNvSpPr>
              <a:spLocks noChangeArrowheads="1"/>
            </p:cNvSpPr>
            <p:nvPr/>
          </p:nvSpPr>
          <p:spPr bwMode="auto">
            <a:xfrm>
              <a:off x="3732" y="1371"/>
              <a:ext cx="1053" cy="253"/>
            </a:xfrm>
            <a:prstGeom prst="diamond">
              <a:avLst/>
            </a:prstGeom>
            <a:solidFill>
              <a:schemeClr val="accent1">
                <a:alpha val="50195"/>
              </a:schemeClr>
            </a:solidFill>
            <a:ln w="12700">
              <a:solidFill>
                <a:schemeClr val="tx1"/>
              </a:solidFill>
              <a:miter lim="800000"/>
            </a:ln>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  </a:t>
              </a:r>
              <a:r>
                <a:rPr lang="zh-CN" altLang="en-US" sz="1600" b="1">
                  <a:latin typeface="Times New Roman" panose="02020603050405020304" pitchFamily="18" charset="0"/>
                </a:rPr>
                <a:t>表达式</a:t>
              </a:r>
              <a:r>
                <a:rPr lang="en-US" altLang="zh-CN" sz="1600" b="1">
                  <a:latin typeface="Times New Roman" panose="02020603050405020304" pitchFamily="18" charset="0"/>
                </a:rPr>
                <a:t>1</a:t>
              </a:r>
              <a:endParaRPr lang="en-US" altLang="zh-CN" sz="1600" b="1">
                <a:latin typeface="Times New Roman" panose="02020603050405020304" pitchFamily="18" charset="0"/>
              </a:endParaRPr>
            </a:p>
          </p:txBody>
        </p:sp>
        <p:sp>
          <p:nvSpPr>
            <p:cNvPr id="16392" name="Text Box 19"/>
            <p:cNvSpPr txBox="1">
              <a:spLocks noChangeArrowheads="1"/>
            </p:cNvSpPr>
            <p:nvPr/>
          </p:nvSpPr>
          <p:spPr bwMode="auto">
            <a:xfrm>
              <a:off x="4785" y="1480"/>
              <a:ext cx="369" cy="173"/>
            </a:xfrm>
            <a:prstGeom prst="rect">
              <a:avLst/>
            </a:prstGeom>
            <a:noFill/>
            <a:ln w="12700">
              <a:no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1200" b="1">
                  <a:latin typeface="Times New Roman" panose="02020603050405020304" pitchFamily="18" charset="0"/>
                </a:rPr>
                <a:t>Y</a:t>
              </a:r>
              <a:endParaRPr lang="en-US" altLang="zh-CN" sz="1200" b="1">
                <a:latin typeface="Times New Roman" panose="02020603050405020304" pitchFamily="18" charset="0"/>
              </a:endParaRPr>
            </a:p>
          </p:txBody>
        </p:sp>
        <p:sp>
          <p:nvSpPr>
            <p:cNvPr id="16393" name="Text Box 20"/>
            <p:cNvSpPr txBox="1">
              <a:spLocks noChangeArrowheads="1"/>
            </p:cNvSpPr>
            <p:nvPr/>
          </p:nvSpPr>
          <p:spPr bwMode="auto">
            <a:xfrm>
              <a:off x="3515" y="1480"/>
              <a:ext cx="369" cy="173"/>
            </a:xfrm>
            <a:prstGeom prst="rect">
              <a:avLst/>
            </a:prstGeom>
            <a:noFill/>
            <a:ln w="12700">
              <a:no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1200" b="1">
                  <a:latin typeface="Times New Roman" panose="02020603050405020304" pitchFamily="18" charset="0"/>
                </a:rPr>
                <a:t>N</a:t>
              </a:r>
              <a:endParaRPr lang="en-US" altLang="zh-CN" sz="1200" b="1">
                <a:latin typeface="Times New Roman" panose="02020603050405020304" pitchFamily="18" charset="0"/>
              </a:endParaRPr>
            </a:p>
          </p:txBody>
        </p:sp>
        <p:sp>
          <p:nvSpPr>
            <p:cNvPr id="16394" name="Line 21"/>
            <p:cNvSpPr>
              <a:spLocks noChangeShapeType="1"/>
            </p:cNvSpPr>
            <p:nvPr/>
          </p:nvSpPr>
          <p:spPr bwMode="auto">
            <a:xfrm>
              <a:off x="4271" y="1117"/>
              <a:ext cx="2" cy="254"/>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b="1"/>
            </a:p>
          </p:txBody>
        </p:sp>
        <p:cxnSp>
          <p:nvCxnSpPr>
            <p:cNvPr id="16395" name="AutoShape 22"/>
            <p:cNvCxnSpPr>
              <a:cxnSpLocks noChangeShapeType="1"/>
              <a:stCxn id="16391" idx="1"/>
              <a:endCxn id="16399" idx="0"/>
            </p:cNvCxnSpPr>
            <p:nvPr/>
          </p:nvCxnSpPr>
          <p:spPr bwMode="auto">
            <a:xfrm rot="10800000" flipV="1">
              <a:off x="3669" y="1498"/>
              <a:ext cx="63" cy="344"/>
            </a:xfrm>
            <a:prstGeom prst="bentConnector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16396" name="AutoShape 23"/>
            <p:cNvCxnSpPr>
              <a:cxnSpLocks noChangeShapeType="1"/>
              <a:stCxn id="16391" idx="3"/>
              <a:endCxn id="16397" idx="0"/>
            </p:cNvCxnSpPr>
            <p:nvPr/>
          </p:nvCxnSpPr>
          <p:spPr bwMode="auto">
            <a:xfrm>
              <a:off x="4785" y="1498"/>
              <a:ext cx="119" cy="344"/>
            </a:xfrm>
            <a:prstGeom prst="bentConnector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16397" name="AutoShape 26"/>
            <p:cNvSpPr>
              <a:spLocks noChangeArrowheads="1"/>
            </p:cNvSpPr>
            <p:nvPr/>
          </p:nvSpPr>
          <p:spPr bwMode="auto">
            <a:xfrm>
              <a:off x="4377" y="1842"/>
              <a:ext cx="1053" cy="253"/>
            </a:xfrm>
            <a:prstGeom prst="diamond">
              <a:avLst/>
            </a:prstGeom>
            <a:solidFill>
              <a:schemeClr val="accent1">
                <a:alpha val="50195"/>
              </a:schemeClr>
            </a:solidFill>
            <a:ln w="12700">
              <a:solidFill>
                <a:schemeClr val="tx1"/>
              </a:solidFill>
              <a:miter lim="800000"/>
            </a:ln>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  </a:t>
              </a:r>
              <a:r>
                <a:rPr lang="zh-CN" altLang="en-US" sz="1600" b="1">
                  <a:latin typeface="Times New Roman" panose="02020603050405020304" pitchFamily="18" charset="0"/>
                </a:rPr>
                <a:t>表达式</a:t>
              </a:r>
              <a:r>
                <a:rPr lang="en-US" altLang="zh-CN" sz="1600" b="1">
                  <a:latin typeface="Times New Roman" panose="02020603050405020304" pitchFamily="18" charset="0"/>
                </a:rPr>
                <a:t>2</a:t>
              </a:r>
              <a:endParaRPr lang="en-US" altLang="zh-CN" sz="1600" b="1">
                <a:latin typeface="Times New Roman" panose="02020603050405020304" pitchFamily="18" charset="0"/>
              </a:endParaRPr>
            </a:p>
          </p:txBody>
        </p:sp>
        <p:sp>
          <p:nvSpPr>
            <p:cNvPr id="16398" name="Rectangle 27"/>
            <p:cNvSpPr>
              <a:spLocks noChangeArrowheads="1"/>
            </p:cNvSpPr>
            <p:nvPr/>
          </p:nvSpPr>
          <p:spPr bwMode="auto">
            <a:xfrm>
              <a:off x="5329" y="2341"/>
              <a:ext cx="303" cy="816"/>
            </a:xfrm>
            <a:prstGeom prst="rect">
              <a:avLst/>
            </a:prstGeom>
            <a:solidFill>
              <a:schemeClr val="accent1">
                <a:alpha val="50195"/>
              </a:schemeClr>
            </a:solidFill>
            <a:ln w="12700">
              <a:solidFill>
                <a:schemeClr val="tx1"/>
              </a:solidFill>
              <a:miter lim="800000"/>
            </a:ln>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1600" b="1">
                  <a:latin typeface="Times New Roman" panose="02020603050405020304" pitchFamily="18" charset="0"/>
                  <a:ea typeface="宋体-18030" pitchFamily="49" charset="-122"/>
                </a:rPr>
                <a:t>语</a:t>
              </a:r>
              <a:endParaRPr kumimoji="1" lang="zh-CN" altLang="en-US" sz="1600" b="1">
                <a:latin typeface="Times New Roman" panose="02020603050405020304" pitchFamily="18" charset="0"/>
                <a:ea typeface="宋体-18030" pitchFamily="49" charset="-122"/>
              </a:endParaRPr>
            </a:p>
            <a:p>
              <a:pPr algn="ctr" eaLnBrk="1" hangingPunct="1">
                <a:spcBef>
                  <a:spcPct val="0"/>
                </a:spcBef>
                <a:buClrTx/>
                <a:buSzTx/>
                <a:buFontTx/>
                <a:buNone/>
              </a:pPr>
              <a:r>
                <a:rPr kumimoji="1" lang="zh-CN" altLang="en-US" sz="1600" b="1">
                  <a:latin typeface="Times New Roman" panose="02020603050405020304" pitchFamily="18" charset="0"/>
                  <a:ea typeface="宋体-18030" pitchFamily="49" charset="-122"/>
                </a:rPr>
                <a:t>句</a:t>
              </a:r>
              <a:endParaRPr kumimoji="1" lang="zh-CN" altLang="en-US" sz="1600" b="1">
                <a:latin typeface="Times New Roman" panose="02020603050405020304" pitchFamily="18" charset="0"/>
                <a:ea typeface="宋体-18030" pitchFamily="49" charset="-122"/>
              </a:endParaRPr>
            </a:p>
            <a:p>
              <a:pPr algn="ctr" eaLnBrk="1" hangingPunct="1">
                <a:spcBef>
                  <a:spcPct val="0"/>
                </a:spcBef>
                <a:buClrTx/>
                <a:buSzTx/>
                <a:buFontTx/>
                <a:buNone/>
              </a:pPr>
              <a:r>
                <a:rPr kumimoji="1" lang="en-US" altLang="zh-CN" sz="1600" b="1">
                  <a:latin typeface="Times New Roman" panose="02020603050405020304" pitchFamily="18" charset="0"/>
                  <a:ea typeface="宋体-18030" pitchFamily="49" charset="-122"/>
                </a:rPr>
                <a:t>1 </a:t>
              </a:r>
              <a:endParaRPr kumimoji="1" lang="en-US" altLang="zh-CN" sz="1600" b="1">
                <a:latin typeface="Times New Roman" panose="02020603050405020304" pitchFamily="18" charset="0"/>
                <a:ea typeface="宋体-18030" pitchFamily="49" charset="-122"/>
              </a:endParaRPr>
            </a:p>
          </p:txBody>
        </p:sp>
        <p:sp>
          <p:nvSpPr>
            <p:cNvPr id="16399" name="AutoShape 28"/>
            <p:cNvSpPr>
              <a:spLocks noChangeArrowheads="1"/>
            </p:cNvSpPr>
            <p:nvPr/>
          </p:nvSpPr>
          <p:spPr bwMode="auto">
            <a:xfrm>
              <a:off x="3142" y="1842"/>
              <a:ext cx="1053" cy="253"/>
            </a:xfrm>
            <a:prstGeom prst="diamond">
              <a:avLst/>
            </a:prstGeom>
            <a:solidFill>
              <a:schemeClr val="accent1">
                <a:alpha val="50195"/>
              </a:schemeClr>
            </a:solidFill>
            <a:ln w="12700">
              <a:solidFill>
                <a:schemeClr val="tx1"/>
              </a:solidFill>
              <a:miter lim="800000"/>
            </a:ln>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  </a:t>
              </a:r>
              <a:r>
                <a:rPr lang="zh-CN" altLang="en-US" sz="1600" b="1">
                  <a:latin typeface="Times New Roman" panose="02020603050405020304" pitchFamily="18" charset="0"/>
                </a:rPr>
                <a:t>表达式</a:t>
              </a:r>
              <a:r>
                <a:rPr lang="en-US" altLang="zh-CN" sz="1600" b="1">
                  <a:latin typeface="Times New Roman" panose="02020603050405020304" pitchFamily="18" charset="0"/>
                </a:rPr>
                <a:t>3</a:t>
              </a:r>
              <a:endParaRPr lang="en-US" altLang="zh-CN" sz="1600" b="1">
                <a:latin typeface="Times New Roman" panose="02020603050405020304" pitchFamily="18" charset="0"/>
              </a:endParaRPr>
            </a:p>
          </p:txBody>
        </p:sp>
        <p:sp>
          <p:nvSpPr>
            <p:cNvPr id="16400" name="Rectangle 32"/>
            <p:cNvSpPr>
              <a:spLocks noChangeArrowheads="1"/>
            </p:cNvSpPr>
            <p:nvPr/>
          </p:nvSpPr>
          <p:spPr bwMode="auto">
            <a:xfrm>
              <a:off x="4332" y="2341"/>
              <a:ext cx="303" cy="816"/>
            </a:xfrm>
            <a:prstGeom prst="rect">
              <a:avLst/>
            </a:prstGeom>
            <a:solidFill>
              <a:schemeClr val="accent1">
                <a:alpha val="50195"/>
              </a:schemeClr>
            </a:solidFill>
            <a:ln w="12700">
              <a:solidFill>
                <a:schemeClr val="tx1"/>
              </a:solidFill>
              <a:miter lim="800000"/>
            </a:ln>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1600" b="1">
                  <a:latin typeface="Times New Roman" panose="02020603050405020304" pitchFamily="18" charset="0"/>
                  <a:ea typeface="宋体-18030" pitchFamily="49" charset="-122"/>
                </a:rPr>
                <a:t>语</a:t>
              </a:r>
              <a:endParaRPr kumimoji="1" lang="zh-CN" altLang="en-US" sz="1600" b="1">
                <a:latin typeface="Times New Roman" panose="02020603050405020304" pitchFamily="18" charset="0"/>
                <a:ea typeface="宋体-18030" pitchFamily="49" charset="-122"/>
              </a:endParaRPr>
            </a:p>
            <a:p>
              <a:pPr algn="ctr" eaLnBrk="1" hangingPunct="1">
                <a:spcBef>
                  <a:spcPct val="0"/>
                </a:spcBef>
                <a:buClrTx/>
                <a:buSzTx/>
                <a:buFontTx/>
                <a:buNone/>
              </a:pPr>
              <a:r>
                <a:rPr kumimoji="1" lang="zh-CN" altLang="en-US" sz="1600" b="1">
                  <a:latin typeface="Times New Roman" panose="02020603050405020304" pitchFamily="18" charset="0"/>
                  <a:ea typeface="宋体-18030" pitchFamily="49" charset="-122"/>
                </a:rPr>
                <a:t>句</a:t>
              </a:r>
              <a:endParaRPr kumimoji="1" lang="zh-CN" altLang="en-US" sz="1600" b="1">
                <a:latin typeface="Times New Roman" panose="02020603050405020304" pitchFamily="18" charset="0"/>
                <a:ea typeface="宋体-18030" pitchFamily="49" charset="-122"/>
              </a:endParaRPr>
            </a:p>
            <a:p>
              <a:pPr algn="ctr" eaLnBrk="1" hangingPunct="1">
                <a:spcBef>
                  <a:spcPct val="0"/>
                </a:spcBef>
                <a:buClrTx/>
                <a:buSzTx/>
                <a:buFontTx/>
                <a:buNone/>
              </a:pPr>
              <a:r>
                <a:rPr kumimoji="1" lang="en-US" altLang="zh-CN" sz="1600" b="1">
                  <a:latin typeface="Times New Roman" panose="02020603050405020304" pitchFamily="18" charset="0"/>
                  <a:ea typeface="宋体-18030" pitchFamily="49" charset="-122"/>
                </a:rPr>
                <a:t>2 </a:t>
              </a:r>
              <a:endParaRPr kumimoji="1" lang="en-US" altLang="zh-CN" sz="1600" b="1">
                <a:latin typeface="Times New Roman" panose="02020603050405020304" pitchFamily="18" charset="0"/>
                <a:ea typeface="宋体-18030" pitchFamily="49" charset="-122"/>
              </a:endParaRPr>
            </a:p>
          </p:txBody>
        </p:sp>
        <p:sp>
          <p:nvSpPr>
            <p:cNvPr id="16401" name="Rectangle 33"/>
            <p:cNvSpPr>
              <a:spLocks noChangeArrowheads="1"/>
            </p:cNvSpPr>
            <p:nvPr/>
          </p:nvSpPr>
          <p:spPr bwMode="auto">
            <a:xfrm>
              <a:off x="3923" y="2341"/>
              <a:ext cx="303" cy="816"/>
            </a:xfrm>
            <a:prstGeom prst="rect">
              <a:avLst/>
            </a:prstGeom>
            <a:solidFill>
              <a:schemeClr val="accent1">
                <a:alpha val="50195"/>
              </a:schemeClr>
            </a:solidFill>
            <a:ln w="12700">
              <a:solidFill>
                <a:schemeClr val="tx1"/>
              </a:solidFill>
              <a:miter lim="800000"/>
            </a:ln>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1600" b="1">
                  <a:latin typeface="Times New Roman" panose="02020603050405020304" pitchFamily="18" charset="0"/>
                  <a:ea typeface="宋体-18030" pitchFamily="49" charset="-122"/>
                </a:rPr>
                <a:t>语</a:t>
              </a:r>
              <a:endParaRPr kumimoji="1" lang="zh-CN" altLang="en-US" sz="1600" b="1">
                <a:latin typeface="Times New Roman" panose="02020603050405020304" pitchFamily="18" charset="0"/>
                <a:ea typeface="宋体-18030" pitchFamily="49" charset="-122"/>
              </a:endParaRPr>
            </a:p>
            <a:p>
              <a:pPr algn="ctr" eaLnBrk="1" hangingPunct="1">
                <a:spcBef>
                  <a:spcPct val="0"/>
                </a:spcBef>
                <a:buClrTx/>
                <a:buSzTx/>
                <a:buFontTx/>
                <a:buNone/>
              </a:pPr>
              <a:r>
                <a:rPr kumimoji="1" lang="zh-CN" altLang="en-US" sz="1600" b="1">
                  <a:latin typeface="Times New Roman" panose="02020603050405020304" pitchFamily="18" charset="0"/>
                  <a:ea typeface="宋体-18030" pitchFamily="49" charset="-122"/>
                </a:rPr>
                <a:t>句</a:t>
              </a:r>
              <a:endParaRPr kumimoji="1" lang="zh-CN" altLang="en-US" sz="1600" b="1">
                <a:latin typeface="Times New Roman" panose="02020603050405020304" pitchFamily="18" charset="0"/>
                <a:ea typeface="宋体-18030" pitchFamily="49" charset="-122"/>
              </a:endParaRPr>
            </a:p>
            <a:p>
              <a:pPr algn="ctr" eaLnBrk="1" hangingPunct="1">
                <a:spcBef>
                  <a:spcPct val="0"/>
                </a:spcBef>
                <a:buClrTx/>
                <a:buSzTx/>
                <a:buFontTx/>
                <a:buNone/>
              </a:pPr>
              <a:r>
                <a:rPr kumimoji="1" lang="en-US" altLang="zh-CN" sz="1600" b="1">
                  <a:latin typeface="Times New Roman" panose="02020603050405020304" pitchFamily="18" charset="0"/>
                  <a:ea typeface="宋体-18030" pitchFamily="49" charset="-122"/>
                </a:rPr>
                <a:t>3</a:t>
              </a:r>
              <a:endParaRPr kumimoji="1" lang="en-US" altLang="zh-CN" sz="1600" b="1">
                <a:latin typeface="Times New Roman" panose="02020603050405020304" pitchFamily="18" charset="0"/>
                <a:ea typeface="宋体-18030" pitchFamily="49" charset="-122"/>
              </a:endParaRPr>
            </a:p>
          </p:txBody>
        </p:sp>
        <p:sp>
          <p:nvSpPr>
            <p:cNvPr id="16402" name="Rectangle 34"/>
            <p:cNvSpPr>
              <a:spLocks noChangeArrowheads="1"/>
            </p:cNvSpPr>
            <p:nvPr/>
          </p:nvSpPr>
          <p:spPr bwMode="auto">
            <a:xfrm>
              <a:off x="3016" y="2341"/>
              <a:ext cx="303" cy="816"/>
            </a:xfrm>
            <a:prstGeom prst="rect">
              <a:avLst/>
            </a:prstGeom>
            <a:solidFill>
              <a:schemeClr val="accent1">
                <a:alpha val="50195"/>
              </a:schemeClr>
            </a:solidFill>
            <a:ln w="12700">
              <a:solidFill>
                <a:schemeClr val="tx1"/>
              </a:solidFill>
              <a:miter lim="800000"/>
            </a:ln>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1600" b="1">
                  <a:latin typeface="Times New Roman" panose="02020603050405020304" pitchFamily="18" charset="0"/>
                  <a:ea typeface="宋体-18030" pitchFamily="49" charset="-122"/>
                </a:rPr>
                <a:t>语</a:t>
              </a:r>
              <a:endParaRPr kumimoji="1" lang="zh-CN" altLang="en-US" sz="1600" b="1">
                <a:latin typeface="Times New Roman" panose="02020603050405020304" pitchFamily="18" charset="0"/>
                <a:ea typeface="宋体-18030" pitchFamily="49" charset="-122"/>
              </a:endParaRPr>
            </a:p>
            <a:p>
              <a:pPr algn="ctr" eaLnBrk="1" hangingPunct="1">
                <a:spcBef>
                  <a:spcPct val="0"/>
                </a:spcBef>
                <a:buClrTx/>
                <a:buSzTx/>
                <a:buFontTx/>
                <a:buNone/>
              </a:pPr>
              <a:r>
                <a:rPr kumimoji="1" lang="zh-CN" altLang="en-US" sz="1600" b="1">
                  <a:latin typeface="Times New Roman" panose="02020603050405020304" pitchFamily="18" charset="0"/>
                  <a:ea typeface="宋体-18030" pitchFamily="49" charset="-122"/>
                </a:rPr>
                <a:t>句</a:t>
              </a:r>
              <a:endParaRPr kumimoji="1" lang="zh-CN" altLang="en-US" sz="1600" b="1">
                <a:latin typeface="Times New Roman" panose="02020603050405020304" pitchFamily="18" charset="0"/>
                <a:ea typeface="宋体-18030" pitchFamily="49" charset="-122"/>
              </a:endParaRPr>
            </a:p>
            <a:p>
              <a:pPr algn="ctr" eaLnBrk="1" hangingPunct="1">
                <a:spcBef>
                  <a:spcPct val="0"/>
                </a:spcBef>
                <a:buClrTx/>
                <a:buSzTx/>
                <a:buFontTx/>
                <a:buNone/>
              </a:pPr>
              <a:r>
                <a:rPr kumimoji="1" lang="en-US" altLang="zh-CN" sz="1600" b="1">
                  <a:latin typeface="Times New Roman" panose="02020603050405020304" pitchFamily="18" charset="0"/>
                  <a:ea typeface="宋体-18030" pitchFamily="49" charset="-122"/>
                </a:rPr>
                <a:t>4</a:t>
              </a:r>
              <a:endParaRPr kumimoji="1" lang="en-US" altLang="zh-CN" sz="1600" b="1">
                <a:latin typeface="Times New Roman" panose="02020603050405020304" pitchFamily="18" charset="0"/>
                <a:ea typeface="宋体-18030" pitchFamily="49" charset="-122"/>
              </a:endParaRPr>
            </a:p>
          </p:txBody>
        </p:sp>
        <p:sp>
          <p:nvSpPr>
            <p:cNvPr id="16403" name="Text Box 35"/>
            <p:cNvSpPr txBox="1">
              <a:spLocks noChangeArrowheads="1"/>
            </p:cNvSpPr>
            <p:nvPr/>
          </p:nvSpPr>
          <p:spPr bwMode="auto">
            <a:xfrm>
              <a:off x="5391" y="2069"/>
              <a:ext cx="369" cy="173"/>
            </a:xfrm>
            <a:prstGeom prst="rect">
              <a:avLst/>
            </a:prstGeom>
            <a:noFill/>
            <a:ln w="12700">
              <a:no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1200" b="1">
                  <a:latin typeface="Times New Roman" panose="02020603050405020304" pitchFamily="18" charset="0"/>
                </a:rPr>
                <a:t>Y</a:t>
              </a:r>
              <a:endParaRPr lang="en-US" altLang="zh-CN" sz="1200" b="1">
                <a:latin typeface="Times New Roman" panose="02020603050405020304" pitchFamily="18" charset="0"/>
              </a:endParaRPr>
            </a:p>
          </p:txBody>
        </p:sp>
        <p:cxnSp>
          <p:nvCxnSpPr>
            <p:cNvPr id="16404" name="AutoShape 36"/>
            <p:cNvCxnSpPr>
              <a:cxnSpLocks noChangeShapeType="1"/>
              <a:stCxn id="16397" idx="3"/>
              <a:endCxn id="16398" idx="0"/>
            </p:cNvCxnSpPr>
            <p:nvPr/>
          </p:nvCxnSpPr>
          <p:spPr bwMode="auto">
            <a:xfrm>
              <a:off x="5430" y="1969"/>
              <a:ext cx="51" cy="372"/>
            </a:xfrm>
            <a:prstGeom prst="bentConnector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16405" name="AutoShape 37"/>
            <p:cNvCxnSpPr>
              <a:cxnSpLocks noChangeShapeType="1"/>
              <a:stCxn id="16399" idx="3"/>
              <a:endCxn id="16401" idx="0"/>
            </p:cNvCxnSpPr>
            <p:nvPr/>
          </p:nvCxnSpPr>
          <p:spPr bwMode="auto">
            <a:xfrm flipH="1">
              <a:off x="4075" y="1969"/>
              <a:ext cx="120" cy="372"/>
            </a:xfrm>
            <a:prstGeom prst="bentConnector4">
              <a:avLst>
                <a:gd name="adj1" fmla="val -50000"/>
                <a:gd name="adj2" fmla="val 66667"/>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16406" name="AutoShape 38"/>
            <p:cNvCxnSpPr>
              <a:cxnSpLocks noChangeShapeType="1"/>
              <a:stCxn id="16397" idx="1"/>
              <a:endCxn id="16400" idx="0"/>
            </p:cNvCxnSpPr>
            <p:nvPr/>
          </p:nvCxnSpPr>
          <p:spPr bwMode="auto">
            <a:xfrm rot="10800000" flipH="1" flipV="1">
              <a:off x="4377" y="1969"/>
              <a:ext cx="107" cy="372"/>
            </a:xfrm>
            <a:prstGeom prst="bentConnector4">
              <a:avLst>
                <a:gd name="adj1" fmla="val -57944"/>
                <a:gd name="adj2" fmla="val 66935"/>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16407" name="AutoShape 39"/>
            <p:cNvCxnSpPr>
              <a:cxnSpLocks noChangeShapeType="1"/>
              <a:stCxn id="16399" idx="1"/>
              <a:endCxn id="16402" idx="0"/>
            </p:cNvCxnSpPr>
            <p:nvPr/>
          </p:nvCxnSpPr>
          <p:spPr bwMode="auto">
            <a:xfrm rot="10800000" flipH="1" flipV="1">
              <a:off x="3142" y="1969"/>
              <a:ext cx="26" cy="372"/>
            </a:xfrm>
            <a:prstGeom prst="bentConnector4">
              <a:avLst>
                <a:gd name="adj1" fmla="val -553847"/>
                <a:gd name="adj2" fmla="val 66935"/>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16408" name="Text Box 40"/>
            <p:cNvSpPr txBox="1">
              <a:spLocks noChangeArrowheads="1"/>
            </p:cNvSpPr>
            <p:nvPr/>
          </p:nvSpPr>
          <p:spPr bwMode="auto">
            <a:xfrm>
              <a:off x="3969" y="2069"/>
              <a:ext cx="369" cy="173"/>
            </a:xfrm>
            <a:prstGeom prst="rect">
              <a:avLst/>
            </a:prstGeom>
            <a:noFill/>
            <a:ln w="12700">
              <a:no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1200" b="1">
                  <a:latin typeface="Times New Roman" panose="02020603050405020304" pitchFamily="18" charset="0"/>
                </a:rPr>
                <a:t>Y</a:t>
              </a:r>
              <a:endParaRPr lang="en-US" altLang="zh-CN" sz="1200" b="1">
                <a:latin typeface="Times New Roman" panose="02020603050405020304" pitchFamily="18" charset="0"/>
              </a:endParaRPr>
            </a:p>
          </p:txBody>
        </p:sp>
        <p:sp>
          <p:nvSpPr>
            <p:cNvPr id="16409" name="Text Box 41"/>
            <p:cNvSpPr txBox="1">
              <a:spLocks noChangeArrowheads="1"/>
            </p:cNvSpPr>
            <p:nvPr/>
          </p:nvSpPr>
          <p:spPr bwMode="auto">
            <a:xfrm>
              <a:off x="4332" y="2024"/>
              <a:ext cx="369" cy="173"/>
            </a:xfrm>
            <a:prstGeom prst="rect">
              <a:avLst/>
            </a:prstGeom>
            <a:noFill/>
            <a:ln w="12700">
              <a:no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1200" b="1">
                  <a:latin typeface="Times New Roman" panose="02020603050405020304" pitchFamily="18" charset="0"/>
                </a:rPr>
                <a:t>N</a:t>
              </a:r>
              <a:endParaRPr lang="en-US" altLang="zh-CN" sz="1200" b="1">
                <a:latin typeface="Times New Roman" panose="02020603050405020304" pitchFamily="18" charset="0"/>
              </a:endParaRPr>
            </a:p>
          </p:txBody>
        </p:sp>
        <p:sp>
          <p:nvSpPr>
            <p:cNvPr id="16410" name="Text Box 42"/>
            <p:cNvSpPr txBox="1">
              <a:spLocks noChangeArrowheads="1"/>
            </p:cNvSpPr>
            <p:nvPr/>
          </p:nvSpPr>
          <p:spPr bwMode="auto">
            <a:xfrm>
              <a:off x="3016" y="2024"/>
              <a:ext cx="369" cy="173"/>
            </a:xfrm>
            <a:prstGeom prst="rect">
              <a:avLst/>
            </a:prstGeom>
            <a:noFill/>
            <a:ln w="12700">
              <a:no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1200" b="1">
                  <a:latin typeface="Times New Roman" panose="02020603050405020304" pitchFamily="18" charset="0"/>
                </a:rPr>
                <a:t>N</a:t>
              </a:r>
              <a:endParaRPr lang="en-US" altLang="zh-CN" sz="1200" b="1">
                <a:latin typeface="Times New Roman" panose="02020603050405020304" pitchFamily="18" charset="0"/>
              </a:endParaRPr>
            </a:p>
          </p:txBody>
        </p:sp>
        <p:cxnSp>
          <p:nvCxnSpPr>
            <p:cNvPr id="16411" name="AutoShape 43"/>
            <p:cNvCxnSpPr>
              <a:cxnSpLocks noChangeShapeType="1"/>
              <a:stCxn id="16402" idx="2"/>
            </p:cNvCxnSpPr>
            <p:nvPr/>
          </p:nvCxnSpPr>
          <p:spPr bwMode="auto">
            <a:xfrm rot="16200000" flipH="1">
              <a:off x="3605" y="2720"/>
              <a:ext cx="364" cy="1238"/>
            </a:xfrm>
            <a:prstGeom prst="bentConnector2">
              <a:avLst/>
            </a:prstGeom>
            <a:noFill/>
            <a:ln w="9525">
              <a:solidFill>
                <a:schemeClr val="tx1"/>
              </a:solidFill>
              <a:miter lim="800000"/>
            </a:ln>
            <a:extLst>
              <a:ext uri="{909E8E84-426E-40DD-AFC4-6F175D3DCCD1}">
                <a14:hiddenFill xmlns:a14="http://schemas.microsoft.com/office/drawing/2010/main">
                  <a:noFill/>
                </a14:hiddenFill>
              </a:ext>
            </a:extLst>
          </p:spPr>
        </p:cxnSp>
        <p:cxnSp>
          <p:nvCxnSpPr>
            <p:cNvPr id="16412" name="AutoShape 44"/>
            <p:cNvCxnSpPr>
              <a:cxnSpLocks noChangeShapeType="1"/>
              <a:stCxn id="16401" idx="2"/>
            </p:cNvCxnSpPr>
            <p:nvPr/>
          </p:nvCxnSpPr>
          <p:spPr bwMode="auto">
            <a:xfrm rot="16200000" flipH="1">
              <a:off x="3885" y="3347"/>
              <a:ext cx="727" cy="347"/>
            </a:xfrm>
            <a:prstGeom prst="bentConnector3">
              <a:avLst>
                <a:gd name="adj1" fmla="val 51167"/>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16413" name="AutoShape 45"/>
            <p:cNvCxnSpPr>
              <a:cxnSpLocks noChangeShapeType="1"/>
              <a:stCxn id="16400" idx="2"/>
            </p:cNvCxnSpPr>
            <p:nvPr/>
          </p:nvCxnSpPr>
          <p:spPr bwMode="auto">
            <a:xfrm rot="5400000">
              <a:off x="4089" y="3490"/>
              <a:ext cx="727" cy="62"/>
            </a:xfrm>
            <a:prstGeom prst="bentConnector3">
              <a:avLst>
                <a:gd name="adj1" fmla="val 49931"/>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16414" name="AutoShape 46"/>
            <p:cNvCxnSpPr>
              <a:cxnSpLocks noChangeShapeType="1"/>
              <a:stCxn id="16398" idx="2"/>
            </p:cNvCxnSpPr>
            <p:nvPr/>
          </p:nvCxnSpPr>
          <p:spPr bwMode="auto">
            <a:xfrm rot="5400000">
              <a:off x="4725" y="2764"/>
              <a:ext cx="364" cy="1149"/>
            </a:xfrm>
            <a:prstGeom prst="bentConnector2">
              <a:avLst/>
            </a:prstGeom>
            <a:noFill/>
            <a:ln w="9525">
              <a:solidFill>
                <a:schemeClr val="tx1"/>
              </a:solidFill>
              <a:miter lim="800000"/>
            </a:ln>
            <a:extLst>
              <a:ext uri="{909E8E84-426E-40DD-AFC4-6F175D3DCCD1}">
                <a14:hiddenFill xmlns:a14="http://schemas.microsoft.com/office/drawing/2010/main">
                  <a:noFill/>
                </a14:hiddenFill>
              </a:ext>
            </a:extLst>
          </p:spPr>
        </p:cxnSp>
      </p:grpSp>
    </p:spTree>
  </p:cSld>
  <p:clrMapOvr>
    <a:masterClrMapping/>
  </p:clrMapOvr>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p:cNvSpPr>
            <a:spLocks noGrp="1"/>
          </p:cNvSpPr>
          <p:nvPr>
            <p:ph type="title"/>
          </p:nvPr>
        </p:nvSpPr>
        <p:spPr/>
        <p:txBody>
          <a:bodyPr>
            <a:noAutofit/>
          </a:bodyPr>
          <a:lstStyle/>
          <a:p>
            <a:pPr algn="ctr" fontAlgn="auto">
              <a:spcAft>
                <a:spcPts val="0"/>
              </a:spcAft>
            </a:pPr>
            <a:r>
              <a:rPr lang="en-US" altLang="zh-CN" b="1" dirty="0">
                <a:solidFill>
                  <a:srgbClr val="FFFFFF"/>
                </a:solidFill>
                <a:ea typeface="隶书" panose="02010509060101010101" pitchFamily="49" charset="-122"/>
              </a:rPr>
              <a:t>2.4.2 </a:t>
            </a:r>
            <a:r>
              <a:rPr lang="zh-CN" altLang="en-US" b="1" dirty="0">
                <a:solidFill>
                  <a:srgbClr val="FFFFFF"/>
                </a:solidFill>
                <a:ea typeface="隶书" panose="02010509060101010101" pitchFamily="49" charset="-122"/>
              </a:rPr>
              <a:t>多重选择结构</a:t>
            </a:r>
            <a:r>
              <a:rPr lang="en-US" altLang="zh-CN" b="1" dirty="0">
                <a:solidFill>
                  <a:srgbClr val="FFFFFF"/>
                </a:solidFill>
                <a:ea typeface="隶书" panose="02010509060101010101" pitchFamily="49" charset="-122"/>
              </a:rPr>
              <a:t>——</a:t>
            </a:r>
            <a:r>
              <a:rPr lang="zh-CN" altLang="en-US" b="1" dirty="0">
                <a:solidFill>
                  <a:srgbClr val="FFFFFF"/>
                </a:solidFill>
                <a:ea typeface="隶书" panose="02010509060101010101" pitchFamily="49" charset="-122"/>
              </a:rPr>
              <a:t>嵌套的</a:t>
            </a:r>
            <a:r>
              <a:rPr lang="en-US" altLang="zh-CN" b="1" dirty="0">
                <a:solidFill>
                  <a:srgbClr val="FFFFFF"/>
                </a:solidFill>
                <a:ea typeface="隶书" panose="02010509060101010101" pitchFamily="49" charset="-122"/>
              </a:rPr>
              <a:t>if</a:t>
            </a:r>
            <a:r>
              <a:rPr lang="zh-CN" altLang="en-US" b="1" dirty="0">
                <a:solidFill>
                  <a:srgbClr val="FFFFFF"/>
                </a:solidFill>
                <a:ea typeface="隶书" panose="02010509060101010101" pitchFamily="49" charset="-122"/>
              </a:rPr>
              <a:t>结构</a:t>
            </a:r>
            <a:endParaRPr lang="zh-CN" altLang="en-US" b="1" dirty="0">
              <a:solidFill>
                <a:srgbClr val="FFFFFF"/>
              </a:solidFill>
              <a:ea typeface="隶书" panose="02010509060101010101" pitchFamily="49" charset="-122"/>
            </a:endParaRPr>
          </a:p>
        </p:txBody>
      </p:sp>
      <p:sp>
        <p:nvSpPr>
          <p:cNvPr id="7" name="内容占位符 11"/>
          <p:cNvSpPr>
            <a:spLocks noGrp="1"/>
          </p:cNvSpPr>
          <p:nvPr>
            <p:ph idx="1"/>
          </p:nvPr>
        </p:nvSpPr>
        <p:spPr>
          <a:solidFill>
            <a:schemeClr val="tx1"/>
          </a:solidFill>
        </p:spPr>
        <p:txBody>
          <a:bodyPr>
            <a:normAutofit fontScale="62500" lnSpcReduction="20000"/>
          </a:bodyPr>
          <a:lstStyle/>
          <a:p>
            <a:pPr eaLnBrk="1" hangingPunct="1">
              <a:lnSpc>
                <a:spcPct val="90000"/>
              </a:lnSpc>
              <a:buFont typeface="Wingdings" panose="05000000000000000000" pitchFamily="2" charset="2"/>
              <a:buNone/>
              <a:tabLst>
                <a:tab pos="633095" algn="l"/>
                <a:tab pos="899795" algn="l"/>
              </a:tabLst>
              <a:defRPr/>
            </a:pPr>
            <a:r>
              <a:rPr lang="en-US" altLang="zh-CN" b="1" dirty="0" smtClean="0">
                <a:solidFill>
                  <a:srgbClr val="000000"/>
                </a:solidFill>
              </a:rPr>
              <a:t>#include&lt;</a:t>
            </a:r>
            <a:r>
              <a:rPr lang="en-US" altLang="zh-CN" b="1" dirty="0" err="1" smtClean="0">
                <a:solidFill>
                  <a:srgbClr val="000000"/>
                </a:solidFill>
              </a:rPr>
              <a:t>iostream</a:t>
            </a:r>
            <a:r>
              <a:rPr lang="en-US" altLang="zh-CN" b="1" dirty="0" smtClean="0">
                <a:solidFill>
                  <a:srgbClr val="000000"/>
                </a:solidFill>
              </a:rPr>
              <a:t>&gt;</a:t>
            </a:r>
            <a:endParaRPr lang="en-US" altLang="zh-CN" b="1" dirty="0" smtClean="0">
              <a:solidFill>
                <a:srgbClr val="000000"/>
              </a:solidFill>
            </a:endParaRPr>
          </a:p>
          <a:p>
            <a:pPr eaLnBrk="1" hangingPunct="1">
              <a:lnSpc>
                <a:spcPct val="90000"/>
              </a:lnSpc>
              <a:buFont typeface="Wingdings" panose="05000000000000000000" pitchFamily="2" charset="2"/>
              <a:buNone/>
              <a:tabLst>
                <a:tab pos="633095" algn="l"/>
                <a:tab pos="899795" algn="l"/>
              </a:tabLst>
              <a:defRPr/>
            </a:pPr>
            <a:r>
              <a:rPr lang="en-US" altLang="zh-CN" b="1" dirty="0" smtClean="0">
                <a:solidFill>
                  <a:srgbClr val="000000"/>
                </a:solidFill>
              </a:rPr>
              <a:t>using namespace std;</a:t>
            </a:r>
            <a:endParaRPr lang="en-US" altLang="zh-CN" b="1" dirty="0" smtClean="0">
              <a:solidFill>
                <a:srgbClr val="000000"/>
              </a:solidFill>
            </a:endParaRPr>
          </a:p>
          <a:p>
            <a:pPr eaLnBrk="1" hangingPunct="1">
              <a:lnSpc>
                <a:spcPct val="90000"/>
              </a:lnSpc>
              <a:buFont typeface="Wingdings" panose="05000000000000000000" pitchFamily="2" charset="2"/>
              <a:buNone/>
              <a:tabLst>
                <a:tab pos="633095" algn="l"/>
                <a:tab pos="899795" algn="l"/>
              </a:tabLst>
              <a:defRPr/>
            </a:pPr>
            <a:r>
              <a:rPr lang="en-US" altLang="zh-CN" b="1" dirty="0" err="1" smtClean="0">
                <a:solidFill>
                  <a:srgbClr val="000000"/>
                </a:solidFill>
              </a:rPr>
              <a:t>int</a:t>
            </a:r>
            <a:r>
              <a:rPr lang="en-US" altLang="zh-CN" b="1" dirty="0" smtClean="0">
                <a:solidFill>
                  <a:srgbClr val="000000"/>
                </a:solidFill>
              </a:rPr>
              <a:t> main() {</a:t>
            </a:r>
            <a:endParaRPr lang="en-US" altLang="zh-CN" b="1" dirty="0" smtClean="0">
              <a:solidFill>
                <a:srgbClr val="000000"/>
              </a:solidFill>
            </a:endParaRPr>
          </a:p>
          <a:p>
            <a:pPr eaLnBrk="1" hangingPunct="1">
              <a:lnSpc>
                <a:spcPct val="90000"/>
              </a:lnSpc>
              <a:buFont typeface="Wingdings" panose="05000000000000000000" pitchFamily="2" charset="2"/>
              <a:buNone/>
              <a:tabLst>
                <a:tab pos="633095" algn="l"/>
                <a:tab pos="899795" algn="l"/>
              </a:tabLst>
              <a:defRPr/>
            </a:pPr>
            <a:r>
              <a:rPr lang="en-US" altLang="zh-CN" b="1" dirty="0" smtClean="0">
                <a:solidFill>
                  <a:srgbClr val="000000"/>
                </a:solidFill>
              </a:rPr>
              <a:t>	</a:t>
            </a:r>
            <a:r>
              <a:rPr lang="en-US" altLang="zh-CN" b="1" dirty="0" err="1" smtClean="0">
                <a:solidFill>
                  <a:srgbClr val="000000"/>
                </a:solidFill>
              </a:rPr>
              <a:t>int</a:t>
            </a:r>
            <a:r>
              <a:rPr lang="en-US" altLang="zh-CN" b="1" dirty="0" smtClean="0">
                <a:solidFill>
                  <a:srgbClr val="000000"/>
                </a:solidFill>
              </a:rPr>
              <a:t> x, y;</a:t>
            </a:r>
            <a:endParaRPr lang="en-US" altLang="zh-CN" b="1" dirty="0" smtClean="0">
              <a:solidFill>
                <a:srgbClr val="000000"/>
              </a:solidFill>
            </a:endParaRPr>
          </a:p>
          <a:p>
            <a:pPr eaLnBrk="1" hangingPunct="1">
              <a:lnSpc>
                <a:spcPct val="90000"/>
              </a:lnSpc>
              <a:buFont typeface="Wingdings" panose="05000000000000000000" pitchFamily="2" charset="2"/>
              <a:buNone/>
              <a:tabLst>
                <a:tab pos="633095" algn="l"/>
                <a:tab pos="899795" algn="l"/>
              </a:tabLst>
              <a:defRPr/>
            </a:pPr>
            <a:r>
              <a:rPr lang="en-US" altLang="zh-CN" b="1" dirty="0" smtClean="0">
                <a:solidFill>
                  <a:srgbClr val="000000"/>
                </a:solidFill>
              </a:rPr>
              <a:t>	</a:t>
            </a:r>
            <a:r>
              <a:rPr lang="en-US" altLang="zh-CN" b="1" dirty="0" err="1" smtClean="0">
                <a:solidFill>
                  <a:srgbClr val="000000"/>
                </a:solidFill>
              </a:rPr>
              <a:t>cout</a:t>
            </a:r>
            <a:r>
              <a:rPr lang="en-US" altLang="zh-CN" b="1" dirty="0" smtClean="0">
                <a:solidFill>
                  <a:srgbClr val="000000"/>
                </a:solidFill>
              </a:rPr>
              <a:t> &lt;&lt; "Enter x and y:";</a:t>
            </a:r>
            <a:endParaRPr lang="en-US" altLang="zh-CN" b="1" dirty="0" smtClean="0">
              <a:solidFill>
                <a:srgbClr val="000000"/>
              </a:solidFill>
            </a:endParaRPr>
          </a:p>
          <a:p>
            <a:pPr eaLnBrk="1" hangingPunct="1">
              <a:lnSpc>
                <a:spcPct val="90000"/>
              </a:lnSpc>
              <a:buFont typeface="Wingdings" panose="05000000000000000000" pitchFamily="2" charset="2"/>
              <a:buNone/>
              <a:tabLst>
                <a:tab pos="633095" algn="l"/>
                <a:tab pos="899795" algn="l"/>
              </a:tabLst>
              <a:defRPr/>
            </a:pPr>
            <a:r>
              <a:rPr lang="en-US" altLang="zh-CN" b="1" dirty="0" smtClean="0">
                <a:solidFill>
                  <a:srgbClr val="000000"/>
                </a:solidFill>
              </a:rPr>
              <a:t>	</a:t>
            </a:r>
            <a:r>
              <a:rPr lang="en-US" altLang="zh-CN" b="1" dirty="0" err="1" smtClean="0">
                <a:solidFill>
                  <a:srgbClr val="000000"/>
                </a:solidFill>
              </a:rPr>
              <a:t>cin</a:t>
            </a:r>
            <a:r>
              <a:rPr lang="en-US" altLang="zh-CN" b="1" dirty="0" smtClean="0">
                <a:solidFill>
                  <a:srgbClr val="000000"/>
                </a:solidFill>
              </a:rPr>
              <a:t> &gt;&gt; x &gt;&gt; y;</a:t>
            </a:r>
            <a:endParaRPr lang="en-US" altLang="zh-CN" b="1" dirty="0" smtClean="0">
              <a:solidFill>
                <a:srgbClr val="000000"/>
              </a:solidFill>
            </a:endParaRPr>
          </a:p>
          <a:p>
            <a:pPr eaLnBrk="1" hangingPunct="1">
              <a:lnSpc>
                <a:spcPct val="90000"/>
              </a:lnSpc>
              <a:buFont typeface="Wingdings" panose="05000000000000000000" pitchFamily="2" charset="2"/>
              <a:buNone/>
              <a:tabLst>
                <a:tab pos="633095" algn="l"/>
                <a:tab pos="899795" algn="l"/>
              </a:tabLst>
              <a:defRPr/>
            </a:pPr>
            <a:r>
              <a:rPr lang="en-US" altLang="zh-CN" b="1" dirty="0" smtClean="0">
                <a:solidFill>
                  <a:srgbClr val="000000"/>
                </a:solidFill>
              </a:rPr>
              <a:t>	if (x != y)</a:t>
            </a:r>
            <a:endParaRPr lang="en-US" altLang="zh-CN" b="1" dirty="0" smtClean="0">
              <a:solidFill>
                <a:srgbClr val="000000"/>
              </a:solidFill>
            </a:endParaRPr>
          </a:p>
          <a:p>
            <a:pPr eaLnBrk="1" hangingPunct="1">
              <a:lnSpc>
                <a:spcPct val="90000"/>
              </a:lnSpc>
              <a:buFont typeface="Wingdings" panose="05000000000000000000" pitchFamily="2" charset="2"/>
              <a:buNone/>
              <a:tabLst>
                <a:tab pos="633095" algn="l"/>
                <a:tab pos="899795" algn="l"/>
              </a:tabLst>
              <a:defRPr/>
            </a:pPr>
            <a:r>
              <a:rPr lang="en-US" altLang="zh-CN" b="1" dirty="0" smtClean="0">
                <a:solidFill>
                  <a:srgbClr val="000000"/>
                </a:solidFill>
              </a:rPr>
              <a:t>		if (x &gt; y)</a:t>
            </a:r>
            <a:endParaRPr lang="en-US" altLang="zh-CN" b="1" dirty="0" smtClean="0">
              <a:solidFill>
                <a:srgbClr val="000000"/>
              </a:solidFill>
            </a:endParaRPr>
          </a:p>
          <a:p>
            <a:pPr eaLnBrk="1" hangingPunct="1">
              <a:lnSpc>
                <a:spcPct val="90000"/>
              </a:lnSpc>
              <a:buFont typeface="Wingdings" panose="05000000000000000000" pitchFamily="2" charset="2"/>
              <a:buNone/>
              <a:tabLst>
                <a:tab pos="633095" algn="l"/>
                <a:tab pos="899795" algn="l"/>
              </a:tabLst>
              <a:defRPr/>
            </a:pPr>
            <a:r>
              <a:rPr lang="en-US" altLang="zh-CN" b="1" dirty="0" smtClean="0">
                <a:solidFill>
                  <a:srgbClr val="000000"/>
                </a:solidFill>
              </a:rPr>
              <a:t>			</a:t>
            </a:r>
            <a:r>
              <a:rPr lang="en-US" altLang="zh-CN" b="1" dirty="0" err="1" smtClean="0">
                <a:solidFill>
                  <a:srgbClr val="000000"/>
                </a:solidFill>
              </a:rPr>
              <a:t>cout</a:t>
            </a:r>
            <a:r>
              <a:rPr lang="en-US" altLang="zh-CN" b="1" dirty="0" smtClean="0">
                <a:solidFill>
                  <a:srgbClr val="000000"/>
                </a:solidFill>
              </a:rPr>
              <a:t> &lt;&lt; "x &gt; y" &lt;&lt; </a:t>
            </a:r>
            <a:r>
              <a:rPr lang="en-US" altLang="zh-CN" b="1" dirty="0" err="1" smtClean="0">
                <a:solidFill>
                  <a:srgbClr val="000000"/>
                </a:solidFill>
              </a:rPr>
              <a:t>endl</a:t>
            </a:r>
            <a:r>
              <a:rPr lang="en-US" altLang="zh-CN" b="1" dirty="0" smtClean="0">
                <a:solidFill>
                  <a:srgbClr val="000000"/>
                </a:solidFill>
              </a:rPr>
              <a:t>;</a:t>
            </a:r>
            <a:endParaRPr lang="en-US" altLang="zh-CN" b="1" dirty="0" smtClean="0">
              <a:solidFill>
                <a:srgbClr val="000000"/>
              </a:solidFill>
            </a:endParaRPr>
          </a:p>
          <a:p>
            <a:pPr eaLnBrk="1" hangingPunct="1">
              <a:lnSpc>
                <a:spcPct val="90000"/>
              </a:lnSpc>
              <a:buFont typeface="Wingdings" panose="05000000000000000000" pitchFamily="2" charset="2"/>
              <a:buNone/>
              <a:tabLst>
                <a:tab pos="633095" algn="l"/>
                <a:tab pos="899795" algn="l"/>
              </a:tabLst>
              <a:defRPr/>
            </a:pPr>
            <a:r>
              <a:rPr lang="en-US" altLang="zh-CN" b="1" dirty="0" smtClean="0">
                <a:solidFill>
                  <a:srgbClr val="000000"/>
                </a:solidFill>
              </a:rPr>
              <a:t>		else</a:t>
            </a:r>
            <a:endParaRPr lang="en-US" altLang="zh-CN" b="1" dirty="0" smtClean="0">
              <a:solidFill>
                <a:srgbClr val="000000"/>
              </a:solidFill>
            </a:endParaRPr>
          </a:p>
          <a:p>
            <a:pPr eaLnBrk="1" hangingPunct="1">
              <a:lnSpc>
                <a:spcPct val="90000"/>
              </a:lnSpc>
              <a:buFont typeface="Wingdings" panose="05000000000000000000" pitchFamily="2" charset="2"/>
              <a:buNone/>
              <a:tabLst>
                <a:tab pos="633095" algn="l"/>
                <a:tab pos="899795" algn="l"/>
              </a:tabLst>
              <a:defRPr/>
            </a:pPr>
            <a:r>
              <a:rPr lang="en-US" altLang="zh-CN" b="1" dirty="0" smtClean="0">
                <a:solidFill>
                  <a:srgbClr val="000000"/>
                </a:solidFill>
              </a:rPr>
              <a:t>			</a:t>
            </a:r>
            <a:r>
              <a:rPr lang="en-US" altLang="zh-CN" b="1" dirty="0" err="1" smtClean="0">
                <a:solidFill>
                  <a:srgbClr val="000000"/>
                </a:solidFill>
              </a:rPr>
              <a:t>cout</a:t>
            </a:r>
            <a:r>
              <a:rPr lang="en-US" altLang="zh-CN" b="1" dirty="0" smtClean="0">
                <a:solidFill>
                  <a:srgbClr val="000000"/>
                </a:solidFill>
              </a:rPr>
              <a:t> &lt;&lt; "x &lt; y" &lt;&lt; </a:t>
            </a:r>
            <a:r>
              <a:rPr lang="en-US" altLang="zh-CN" b="1" dirty="0" err="1" smtClean="0">
                <a:solidFill>
                  <a:srgbClr val="000000"/>
                </a:solidFill>
              </a:rPr>
              <a:t>endl</a:t>
            </a:r>
            <a:r>
              <a:rPr lang="en-US" altLang="zh-CN" b="1" dirty="0" smtClean="0">
                <a:solidFill>
                  <a:srgbClr val="000000"/>
                </a:solidFill>
              </a:rPr>
              <a:t>;</a:t>
            </a:r>
            <a:endParaRPr lang="en-US" altLang="zh-CN" b="1" dirty="0" smtClean="0">
              <a:solidFill>
                <a:srgbClr val="000000"/>
              </a:solidFill>
            </a:endParaRPr>
          </a:p>
          <a:p>
            <a:pPr eaLnBrk="1" hangingPunct="1">
              <a:lnSpc>
                <a:spcPct val="90000"/>
              </a:lnSpc>
              <a:buFont typeface="Wingdings" panose="05000000000000000000" pitchFamily="2" charset="2"/>
              <a:buNone/>
              <a:tabLst>
                <a:tab pos="633095" algn="l"/>
                <a:tab pos="899795" algn="l"/>
              </a:tabLst>
              <a:defRPr/>
            </a:pPr>
            <a:r>
              <a:rPr lang="en-US" altLang="zh-CN" b="1" dirty="0" smtClean="0">
                <a:solidFill>
                  <a:srgbClr val="000000"/>
                </a:solidFill>
              </a:rPr>
              <a:t>	else</a:t>
            </a:r>
            <a:endParaRPr lang="en-US" altLang="zh-CN" b="1" dirty="0" smtClean="0">
              <a:solidFill>
                <a:srgbClr val="000000"/>
              </a:solidFill>
            </a:endParaRPr>
          </a:p>
          <a:p>
            <a:pPr eaLnBrk="1" hangingPunct="1">
              <a:lnSpc>
                <a:spcPct val="90000"/>
              </a:lnSpc>
              <a:buFont typeface="Wingdings" panose="05000000000000000000" pitchFamily="2" charset="2"/>
              <a:buNone/>
              <a:tabLst>
                <a:tab pos="633095" algn="l"/>
                <a:tab pos="899795" algn="l"/>
              </a:tabLst>
              <a:defRPr/>
            </a:pPr>
            <a:r>
              <a:rPr lang="en-US" altLang="zh-CN" b="1" dirty="0" smtClean="0">
                <a:solidFill>
                  <a:srgbClr val="000000"/>
                </a:solidFill>
              </a:rPr>
              <a:t>		</a:t>
            </a:r>
            <a:r>
              <a:rPr lang="en-US" altLang="zh-CN" b="1" dirty="0" err="1" smtClean="0">
                <a:solidFill>
                  <a:srgbClr val="000000"/>
                </a:solidFill>
              </a:rPr>
              <a:t>cout</a:t>
            </a:r>
            <a:r>
              <a:rPr lang="en-US" altLang="zh-CN" b="1" dirty="0" smtClean="0">
                <a:solidFill>
                  <a:srgbClr val="000000"/>
                </a:solidFill>
              </a:rPr>
              <a:t> &lt;&lt; "x = y" &lt;&lt; </a:t>
            </a:r>
            <a:r>
              <a:rPr lang="en-US" altLang="zh-CN" b="1" dirty="0" err="1" smtClean="0">
                <a:solidFill>
                  <a:srgbClr val="000000"/>
                </a:solidFill>
              </a:rPr>
              <a:t>endl</a:t>
            </a:r>
            <a:r>
              <a:rPr lang="en-US" altLang="zh-CN" b="1" dirty="0" smtClean="0">
                <a:solidFill>
                  <a:srgbClr val="000000"/>
                </a:solidFill>
              </a:rPr>
              <a:t>;</a:t>
            </a:r>
            <a:endParaRPr lang="en-US" altLang="zh-CN" b="1" dirty="0" smtClean="0">
              <a:solidFill>
                <a:srgbClr val="000000"/>
              </a:solidFill>
            </a:endParaRPr>
          </a:p>
          <a:p>
            <a:pPr eaLnBrk="1" hangingPunct="1">
              <a:lnSpc>
                <a:spcPct val="90000"/>
              </a:lnSpc>
              <a:buFont typeface="Wingdings" panose="05000000000000000000" pitchFamily="2" charset="2"/>
              <a:buNone/>
              <a:tabLst>
                <a:tab pos="633095" algn="l"/>
                <a:tab pos="899795" algn="l"/>
              </a:tabLst>
              <a:defRPr/>
            </a:pPr>
            <a:r>
              <a:rPr lang="en-US" altLang="zh-CN" b="1" dirty="0" smtClean="0">
                <a:solidFill>
                  <a:srgbClr val="000000"/>
                </a:solidFill>
              </a:rPr>
              <a:t>	return 0;</a:t>
            </a:r>
            <a:endParaRPr lang="en-US" altLang="zh-CN" b="1" dirty="0" smtClean="0">
              <a:solidFill>
                <a:srgbClr val="000000"/>
              </a:solidFill>
            </a:endParaRPr>
          </a:p>
          <a:p>
            <a:pPr eaLnBrk="1" hangingPunct="1">
              <a:lnSpc>
                <a:spcPct val="90000"/>
              </a:lnSpc>
              <a:buFont typeface="Wingdings" panose="05000000000000000000" pitchFamily="2" charset="2"/>
              <a:buNone/>
              <a:tabLst>
                <a:tab pos="633095" algn="l"/>
                <a:tab pos="899795" algn="l"/>
              </a:tabLst>
              <a:defRPr/>
            </a:pPr>
            <a:r>
              <a:rPr lang="en-US" altLang="zh-CN" b="1" dirty="0" smtClean="0">
                <a:solidFill>
                  <a:srgbClr val="000000"/>
                </a:solidFill>
              </a:rPr>
              <a:t>}</a:t>
            </a:r>
            <a:endParaRPr lang="en-US" altLang="zh-CN" b="1" dirty="0" smtClean="0">
              <a:solidFill>
                <a:srgbClr val="000000"/>
              </a:solidFill>
            </a:endParaRPr>
          </a:p>
        </p:txBody>
      </p:sp>
      <p:sp>
        <p:nvSpPr>
          <p:cNvPr id="6" name="TextBox 5"/>
          <p:cNvSpPr txBox="1"/>
          <p:nvPr/>
        </p:nvSpPr>
        <p:spPr>
          <a:xfrm>
            <a:off x="4211265" y="1773238"/>
            <a:ext cx="4321175" cy="830262"/>
          </a:xfrm>
          <a:prstGeom prst="rect">
            <a:avLst/>
          </a:prstGeom>
          <a:solidFill>
            <a:schemeClr val="bg1"/>
          </a:solidFill>
        </p:spPr>
        <p:txBody>
          <a:bodyPr>
            <a:spAutoFit/>
          </a:bodyPr>
          <a:lstStyle/>
          <a:p>
            <a:pPr algn="l">
              <a:defRPr/>
            </a:pPr>
            <a:r>
              <a:rPr lang="zh-CN" altLang="en-US" b="1" dirty="0">
                <a:latin typeface="+mj-lt"/>
                <a:ea typeface="+mj-ea"/>
                <a:cs typeface="+mj-cs"/>
              </a:rPr>
              <a:t>例</a:t>
            </a:r>
            <a:r>
              <a:rPr lang="en-US" altLang="zh-CN" b="1" dirty="0">
                <a:latin typeface="+mj-lt"/>
                <a:ea typeface="+mj-ea"/>
                <a:cs typeface="+mj-cs"/>
              </a:rPr>
              <a:t>2-3</a:t>
            </a:r>
            <a:r>
              <a:rPr lang="zh-CN" altLang="en-US" b="1" dirty="0">
                <a:latin typeface="+mj-lt"/>
                <a:ea typeface="+mj-ea"/>
                <a:cs typeface="+mj-cs"/>
              </a:rPr>
              <a:t>：输入两个整数，比较两个数的大小。</a:t>
            </a:r>
            <a:endParaRPr lang="en-US" altLang="zh-CN" b="1" dirty="0">
              <a:latin typeface="+mj-lt"/>
              <a:ea typeface="+mj-ea"/>
              <a:cs typeface="+mj-cs"/>
            </a:endParaRPr>
          </a:p>
        </p:txBody>
      </p:sp>
      <p:sp>
        <p:nvSpPr>
          <p:cNvPr id="8" name="内容占位符 6"/>
          <p:cNvSpPr txBox="1"/>
          <p:nvPr/>
        </p:nvSpPr>
        <p:spPr>
          <a:xfrm>
            <a:off x="5917257" y="2761803"/>
            <a:ext cx="2592288" cy="3403501"/>
          </a:xfrm>
          <a:prstGeom prst="rect">
            <a:avLst/>
          </a:prstGeom>
          <a:solidFill>
            <a:srgbClr val="000000"/>
          </a:solidFill>
        </p:spPr>
        <p:txBody>
          <a:bodyPr>
            <a:normAutofit/>
          </a:bodyPr>
          <a:lstStyle>
            <a:lvl1pPr marL="342900" indent="-342900" algn="l" rtl="0" fontAlgn="base">
              <a:spcBef>
                <a:spcPct val="20000"/>
              </a:spcBef>
              <a:spcAft>
                <a:spcPct val="0"/>
              </a:spcAft>
              <a:buClr>
                <a:schemeClr val="tx2"/>
              </a:buClr>
              <a:buSzPct val="75000"/>
              <a:buFont typeface="Monotype Sorts" pitchFamily="2" charset="2"/>
              <a:buChar char="u"/>
              <a:defRPr kumimoji="1" sz="3200" kern="12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Font typeface="Monotype Sorts" pitchFamily="2" charset="2"/>
              <a:buChar char="u"/>
              <a:defRPr kumimoji="1"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SzPct val="62000"/>
              <a:buFont typeface="Monotype Sorts" pitchFamily="2" charset="2"/>
              <a:buChar char="u"/>
              <a:defRPr kumimoji="1" sz="2400" kern="1200">
                <a:solidFill>
                  <a:schemeClr val="tx1"/>
                </a:solidFill>
                <a:latin typeface="+mn-lt"/>
                <a:ea typeface="+mn-ea"/>
                <a:cs typeface="+mn-cs"/>
              </a:defRPr>
            </a:lvl3pPr>
            <a:lvl4pPr marL="1600200" indent="-228600" algn="l" rtl="0" fontAlgn="base">
              <a:spcBef>
                <a:spcPct val="20000"/>
              </a:spcBef>
              <a:spcAft>
                <a:spcPct val="0"/>
              </a:spcAft>
              <a:buClr>
                <a:schemeClr val="tx1"/>
              </a:buClr>
              <a:buSzPct val="62000"/>
              <a:buFont typeface="Monotype Sorts" pitchFamily="2" charset="2"/>
              <a:buChar char="u"/>
              <a:defRPr kumimoji="1"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SzPct val="62000"/>
              <a:buFont typeface="Monotype Sorts" pitchFamily="2" charset="2"/>
              <a:buChar char="u"/>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defRPr/>
            </a:pPr>
            <a:r>
              <a:rPr lang="zh-CN" altLang="en-US" sz="2000" b="1" dirty="0" smtClean="0">
                <a:ea typeface="+mj-ea"/>
              </a:rPr>
              <a:t>运行结果</a:t>
            </a:r>
            <a:r>
              <a:rPr lang="en-US" altLang="zh-CN" sz="2000" b="1" dirty="0" smtClean="0">
                <a:ea typeface="+mj-ea"/>
              </a:rPr>
              <a:t>1</a:t>
            </a:r>
            <a:r>
              <a:rPr lang="zh-CN" altLang="en-US" sz="2000" b="1" dirty="0" smtClean="0">
                <a:ea typeface="+mj-ea"/>
              </a:rPr>
              <a:t>：</a:t>
            </a:r>
            <a:endParaRPr lang="zh-CN" altLang="en-US" sz="2000" b="1" dirty="0" smtClean="0">
              <a:ea typeface="+mj-ea"/>
            </a:endParaRPr>
          </a:p>
          <a:p>
            <a:pPr marL="0" indent="0">
              <a:buFont typeface="Wingdings" panose="05000000000000000000" pitchFamily="2" charset="2"/>
              <a:buNone/>
              <a:defRPr/>
            </a:pPr>
            <a:r>
              <a:rPr lang="en-US" altLang="zh-CN" sz="2000" b="1" dirty="0" smtClean="0">
                <a:ea typeface="+mj-ea"/>
              </a:rPr>
              <a:t>Enter x and y:5 8</a:t>
            </a:r>
            <a:endParaRPr lang="en-US" altLang="zh-CN" sz="2000" b="1" dirty="0" smtClean="0">
              <a:ea typeface="+mj-ea"/>
            </a:endParaRPr>
          </a:p>
          <a:p>
            <a:pPr marL="0" indent="0">
              <a:buFont typeface="Wingdings" panose="05000000000000000000" pitchFamily="2" charset="2"/>
              <a:buNone/>
              <a:defRPr/>
            </a:pPr>
            <a:r>
              <a:rPr lang="en-US" altLang="zh-CN" sz="2000" b="1" dirty="0" smtClean="0">
                <a:ea typeface="+mj-ea"/>
              </a:rPr>
              <a:t>x &lt; y</a:t>
            </a:r>
            <a:endParaRPr lang="en-US" altLang="zh-CN" sz="2000" b="1" dirty="0" smtClean="0">
              <a:ea typeface="+mj-ea"/>
            </a:endParaRPr>
          </a:p>
          <a:p>
            <a:pPr marL="0" indent="0">
              <a:buFont typeface="Wingdings" panose="05000000000000000000" pitchFamily="2" charset="2"/>
              <a:buNone/>
              <a:defRPr/>
            </a:pPr>
            <a:r>
              <a:rPr lang="zh-CN" altLang="en-US" sz="2000" b="1" dirty="0" smtClean="0">
                <a:ea typeface="+mj-ea"/>
              </a:rPr>
              <a:t>运行结果</a:t>
            </a:r>
            <a:r>
              <a:rPr lang="en-US" altLang="zh-CN" sz="2000" b="1" dirty="0" smtClean="0">
                <a:ea typeface="+mj-ea"/>
              </a:rPr>
              <a:t>2</a:t>
            </a:r>
            <a:r>
              <a:rPr lang="zh-CN" altLang="en-US" sz="2000" b="1" dirty="0" smtClean="0">
                <a:ea typeface="+mj-ea"/>
              </a:rPr>
              <a:t>：</a:t>
            </a:r>
            <a:endParaRPr lang="zh-CN" altLang="en-US" sz="2000" b="1" dirty="0" smtClean="0">
              <a:ea typeface="+mj-ea"/>
            </a:endParaRPr>
          </a:p>
          <a:p>
            <a:pPr marL="0" indent="0">
              <a:buFont typeface="Wingdings" panose="05000000000000000000" pitchFamily="2" charset="2"/>
              <a:buNone/>
              <a:defRPr/>
            </a:pPr>
            <a:r>
              <a:rPr lang="en-US" altLang="zh-CN" sz="2000" b="1" dirty="0" smtClean="0">
                <a:ea typeface="+mj-ea"/>
              </a:rPr>
              <a:t>Enter x and y:8 8</a:t>
            </a:r>
            <a:endParaRPr lang="en-US" altLang="zh-CN" sz="2000" b="1" dirty="0" smtClean="0">
              <a:ea typeface="+mj-ea"/>
            </a:endParaRPr>
          </a:p>
          <a:p>
            <a:pPr marL="0" indent="0">
              <a:buFont typeface="Wingdings" panose="05000000000000000000" pitchFamily="2" charset="2"/>
              <a:buNone/>
              <a:defRPr/>
            </a:pPr>
            <a:r>
              <a:rPr lang="en-US" altLang="zh-CN" sz="2000" b="1" dirty="0" smtClean="0">
                <a:ea typeface="+mj-ea"/>
              </a:rPr>
              <a:t>x = y</a:t>
            </a:r>
            <a:endParaRPr lang="en-US" altLang="zh-CN" sz="2000" b="1" dirty="0" smtClean="0">
              <a:ea typeface="+mj-ea"/>
            </a:endParaRPr>
          </a:p>
          <a:p>
            <a:pPr marL="0" indent="0">
              <a:buFont typeface="Wingdings" panose="05000000000000000000" pitchFamily="2" charset="2"/>
              <a:buNone/>
              <a:defRPr/>
            </a:pPr>
            <a:r>
              <a:rPr lang="zh-CN" altLang="en-US" sz="2000" b="1" dirty="0" smtClean="0">
                <a:ea typeface="+mj-ea"/>
              </a:rPr>
              <a:t>运行结果</a:t>
            </a:r>
            <a:r>
              <a:rPr lang="en-US" altLang="zh-CN" sz="2000" b="1" dirty="0" smtClean="0">
                <a:ea typeface="+mj-ea"/>
              </a:rPr>
              <a:t>3</a:t>
            </a:r>
            <a:r>
              <a:rPr lang="zh-CN" altLang="en-US" sz="2000" b="1" dirty="0" smtClean="0">
                <a:ea typeface="+mj-ea"/>
              </a:rPr>
              <a:t>：</a:t>
            </a:r>
            <a:endParaRPr lang="zh-CN" altLang="en-US" sz="2000" b="1" dirty="0" smtClean="0">
              <a:ea typeface="+mj-ea"/>
            </a:endParaRPr>
          </a:p>
          <a:p>
            <a:pPr marL="0" indent="0">
              <a:buFont typeface="Wingdings" panose="05000000000000000000" pitchFamily="2" charset="2"/>
              <a:buNone/>
              <a:defRPr/>
            </a:pPr>
            <a:r>
              <a:rPr lang="en-US" altLang="zh-CN" sz="2000" b="1" dirty="0" smtClean="0">
                <a:ea typeface="+mj-ea"/>
              </a:rPr>
              <a:t>Enter x and y:12 8</a:t>
            </a:r>
            <a:endParaRPr lang="en-US" altLang="zh-CN" sz="2000" b="1" dirty="0" smtClean="0">
              <a:ea typeface="+mj-ea"/>
            </a:endParaRPr>
          </a:p>
          <a:p>
            <a:pPr marL="0" indent="0">
              <a:buFont typeface="Wingdings" panose="05000000000000000000" pitchFamily="2" charset="2"/>
              <a:buNone/>
              <a:defRPr/>
            </a:pPr>
            <a:r>
              <a:rPr lang="en-US" altLang="zh-CN" sz="2000" b="1" dirty="0" smtClean="0">
                <a:ea typeface="+mj-ea"/>
              </a:rPr>
              <a:t>x &gt; y</a:t>
            </a:r>
            <a:endParaRPr lang="en-US" altLang="zh-CN" sz="2000" b="1" dirty="0" smtClean="0">
              <a:ea typeface="+mj-ea"/>
            </a:endParaRPr>
          </a:p>
        </p:txBody>
      </p:sp>
    </p:spTree>
  </p:cSld>
  <p:clrMapOvr>
    <a:masterClrMapping/>
  </p:clrMapOvr>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11188" y="0"/>
            <a:ext cx="8034337" cy="1143000"/>
          </a:xfrm>
        </p:spPr>
        <p:txBody>
          <a:bodyPr>
            <a:noAutofit/>
          </a:bodyPr>
          <a:lstStyle/>
          <a:p>
            <a:pPr algn="ctr" fontAlgn="auto">
              <a:spcAft>
                <a:spcPts val="0"/>
              </a:spcAft>
            </a:pPr>
            <a:r>
              <a:rPr lang="en-US" altLang="zh-CN" b="1" dirty="0">
                <a:solidFill>
                  <a:srgbClr val="FFFFFF"/>
                </a:solidFill>
                <a:ea typeface="隶书" panose="02010509060101010101" pitchFamily="49" charset="-122"/>
              </a:rPr>
              <a:t>2.4.2 </a:t>
            </a:r>
            <a:r>
              <a:rPr lang="zh-CN" altLang="en-US" b="1" dirty="0">
                <a:solidFill>
                  <a:srgbClr val="FFFFFF"/>
                </a:solidFill>
                <a:ea typeface="隶书" panose="02010509060101010101" pitchFamily="49" charset="-122"/>
              </a:rPr>
              <a:t>多重选择结构</a:t>
            </a:r>
            <a:r>
              <a:rPr lang="en-US" altLang="zh-CN" b="1" dirty="0">
                <a:solidFill>
                  <a:srgbClr val="FFFFFF"/>
                </a:solidFill>
                <a:ea typeface="隶书" panose="02010509060101010101" pitchFamily="49" charset="-122"/>
              </a:rPr>
              <a:t>——</a:t>
            </a:r>
            <a:r>
              <a:rPr lang="zh-CN" altLang="en-US" b="1" dirty="0">
                <a:solidFill>
                  <a:srgbClr val="FFFFFF"/>
                </a:solidFill>
                <a:ea typeface="隶书" panose="02010509060101010101" pitchFamily="49" charset="-122"/>
              </a:rPr>
              <a:t>嵌套的</a:t>
            </a:r>
            <a:r>
              <a:rPr lang="en-US" altLang="zh-CN" b="1" dirty="0">
                <a:solidFill>
                  <a:srgbClr val="FFFFFF"/>
                </a:solidFill>
                <a:ea typeface="隶书" panose="02010509060101010101" pitchFamily="49" charset="-122"/>
              </a:rPr>
              <a:t>if</a:t>
            </a:r>
            <a:r>
              <a:rPr lang="zh-CN" altLang="en-US" b="1" dirty="0">
                <a:solidFill>
                  <a:srgbClr val="FFFFFF"/>
                </a:solidFill>
                <a:ea typeface="隶书" panose="02010509060101010101" pitchFamily="49" charset="-122"/>
              </a:rPr>
              <a:t>结构</a:t>
            </a:r>
            <a:endParaRPr lang="zh-CN" altLang="en-US" b="1" dirty="0">
              <a:solidFill>
                <a:srgbClr val="FFFFFF"/>
              </a:solidFill>
              <a:ea typeface="隶书" panose="02010509060101010101" pitchFamily="49" charset="-122"/>
            </a:endParaRPr>
          </a:p>
        </p:txBody>
      </p:sp>
      <p:sp>
        <p:nvSpPr>
          <p:cNvPr id="17411" name="Rectangle 3"/>
          <p:cNvSpPr>
            <a:spLocks noChangeArrowheads="1"/>
          </p:cNvSpPr>
          <p:nvPr/>
        </p:nvSpPr>
        <p:spPr bwMode="auto">
          <a:xfrm>
            <a:off x="1258888" y="1341438"/>
            <a:ext cx="3095625" cy="2519362"/>
          </a:xfrm>
          <a:prstGeom prst="rect">
            <a:avLst/>
          </a:prstGeom>
          <a:solidFill>
            <a:schemeClr val="bg1"/>
          </a:solidFill>
          <a:ln w="28575">
            <a:solidFill>
              <a:srgbClr val="000066"/>
            </a:solidFill>
            <a:miter lim="800000"/>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0"/>
              </a:spcBef>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if(</a:t>
            </a:r>
            <a:r>
              <a:rPr lang="zh-CN" altLang="en-US" sz="2400" b="1">
                <a:latin typeface="Times New Roman" panose="02020603050405020304" pitchFamily="18" charset="0"/>
                <a:ea typeface="华文楷体" panose="02010600040101010101" pitchFamily="2" charset="-122"/>
              </a:rPr>
              <a:t>表达式</a:t>
            </a:r>
            <a:r>
              <a:rPr lang="en-US" altLang="zh-CN" sz="2400" b="1">
                <a:latin typeface="Times New Roman" panose="02020603050405020304" pitchFamily="18" charset="0"/>
                <a:ea typeface="华文楷体" panose="02010600040101010101" pitchFamily="2" charset="-122"/>
              </a:rPr>
              <a:t>1)</a:t>
            </a:r>
            <a:endParaRPr lang="en-US" altLang="zh-CN" sz="2400" b="1">
              <a:latin typeface="Times New Roman" panose="02020603050405020304" pitchFamily="18" charset="0"/>
              <a:ea typeface="华文楷体" panose="02010600040101010101" pitchFamily="2" charset="-122"/>
            </a:endParaRPr>
          </a:p>
          <a:p>
            <a:pPr algn="l" eaLnBrk="1" hangingPunct="1">
              <a:spcBef>
                <a:spcPct val="0"/>
              </a:spcBef>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      if(</a:t>
            </a:r>
            <a:r>
              <a:rPr lang="zh-CN" altLang="en-US" sz="2400" b="1">
                <a:latin typeface="Times New Roman" panose="02020603050405020304" pitchFamily="18" charset="0"/>
                <a:ea typeface="华文楷体" panose="02010600040101010101" pitchFamily="2" charset="-122"/>
              </a:rPr>
              <a:t>表达式</a:t>
            </a:r>
            <a:r>
              <a:rPr lang="en-US" altLang="zh-CN" sz="2400" b="1">
                <a:latin typeface="Times New Roman" panose="02020603050405020304" pitchFamily="18" charset="0"/>
                <a:ea typeface="华文楷体" panose="02010600040101010101" pitchFamily="2" charset="-122"/>
              </a:rPr>
              <a:t>2)</a:t>
            </a:r>
            <a:endParaRPr lang="en-US" altLang="zh-CN" sz="2400" b="1">
              <a:latin typeface="Times New Roman" panose="02020603050405020304" pitchFamily="18" charset="0"/>
              <a:ea typeface="华文楷体" panose="02010600040101010101" pitchFamily="2" charset="-122"/>
            </a:endParaRPr>
          </a:p>
          <a:p>
            <a:pPr algn="l" eaLnBrk="1" hangingPunct="1">
              <a:spcBef>
                <a:spcPct val="0"/>
              </a:spcBef>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   	  </a:t>
            </a:r>
            <a:r>
              <a:rPr lang="zh-CN" altLang="en-US" sz="2400" b="1">
                <a:latin typeface="Times New Roman" panose="02020603050405020304" pitchFamily="18" charset="0"/>
                <a:ea typeface="华文楷体" panose="02010600040101010101" pitchFamily="2" charset="-122"/>
              </a:rPr>
              <a:t>语句</a:t>
            </a:r>
            <a:r>
              <a:rPr lang="en-US" altLang="zh-CN" sz="2400" b="1">
                <a:latin typeface="Times New Roman" panose="02020603050405020304" pitchFamily="18" charset="0"/>
                <a:ea typeface="华文楷体" panose="02010600040101010101" pitchFamily="2" charset="-122"/>
              </a:rPr>
              <a:t>1</a:t>
            </a:r>
            <a:endParaRPr lang="en-US" altLang="zh-CN" sz="2400" b="1">
              <a:latin typeface="Times New Roman" panose="02020603050405020304" pitchFamily="18" charset="0"/>
              <a:ea typeface="华文楷体" panose="02010600040101010101" pitchFamily="2" charset="-122"/>
            </a:endParaRPr>
          </a:p>
          <a:p>
            <a:pPr algn="l" eaLnBrk="1" hangingPunct="1">
              <a:spcBef>
                <a:spcPct val="0"/>
              </a:spcBef>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a:t>
            </a:r>
            <a:endParaRPr lang="en-US" altLang="zh-CN" sz="2400" b="1">
              <a:latin typeface="Times New Roman" panose="02020603050405020304" pitchFamily="18" charset="0"/>
              <a:ea typeface="华文楷体" panose="02010600040101010101" pitchFamily="2" charset="-122"/>
            </a:endParaRPr>
          </a:p>
          <a:p>
            <a:pPr algn="l" eaLnBrk="1" hangingPunct="1">
              <a:spcBef>
                <a:spcPct val="0"/>
              </a:spcBef>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else</a:t>
            </a:r>
            <a:endParaRPr lang="en-US" altLang="zh-CN" sz="2400" b="1">
              <a:latin typeface="Times New Roman" panose="02020603050405020304" pitchFamily="18" charset="0"/>
              <a:ea typeface="华文楷体" panose="02010600040101010101" pitchFamily="2" charset="-122"/>
            </a:endParaRPr>
          </a:p>
          <a:p>
            <a:pPr algn="l" eaLnBrk="1" hangingPunct="1">
              <a:spcBef>
                <a:spcPct val="0"/>
              </a:spcBef>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 	  </a:t>
            </a:r>
            <a:r>
              <a:rPr lang="zh-CN" altLang="en-US" sz="2400" b="1">
                <a:latin typeface="Times New Roman" panose="02020603050405020304" pitchFamily="18" charset="0"/>
                <a:ea typeface="华文楷体" panose="02010600040101010101" pitchFamily="2" charset="-122"/>
              </a:rPr>
              <a:t>语句</a:t>
            </a:r>
            <a:r>
              <a:rPr lang="en-US" altLang="zh-CN" sz="2400" b="1">
                <a:latin typeface="Times New Roman" panose="02020603050405020304" pitchFamily="18" charset="0"/>
                <a:ea typeface="华文楷体" panose="02010600040101010101" pitchFamily="2" charset="-122"/>
              </a:rPr>
              <a:t>2</a:t>
            </a:r>
            <a:endParaRPr lang="en-US" altLang="zh-CN" sz="2400" b="1">
              <a:latin typeface="Times New Roman" panose="02020603050405020304" pitchFamily="18" charset="0"/>
              <a:ea typeface="华文楷体" panose="02010600040101010101" pitchFamily="2" charset="-122"/>
            </a:endParaRPr>
          </a:p>
        </p:txBody>
      </p:sp>
      <p:sp>
        <p:nvSpPr>
          <p:cNvPr id="17412" name="Text Box 4"/>
          <p:cNvSpPr txBox="1">
            <a:spLocks noChangeArrowheads="1"/>
          </p:cNvSpPr>
          <p:nvPr/>
        </p:nvSpPr>
        <p:spPr bwMode="auto">
          <a:xfrm>
            <a:off x="305594" y="1725614"/>
            <a:ext cx="611188"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SzPct val="75000"/>
              <a:buFont typeface="Wingdings" panose="05000000000000000000" pitchFamily="2" charset="2"/>
              <a:buNone/>
            </a:pPr>
            <a:r>
              <a:rPr lang="zh-CN" altLang="en-US" sz="3200" b="1" i="1">
                <a:solidFill>
                  <a:srgbClr val="FFFF00"/>
                </a:solidFill>
                <a:latin typeface="Times New Roman" panose="02020603050405020304" pitchFamily="18" charset="0"/>
                <a:ea typeface="华文楷体" panose="02010600040101010101" pitchFamily="2" charset="-122"/>
              </a:rPr>
              <a:t>嵌套</a:t>
            </a:r>
            <a:r>
              <a:rPr lang="en-US" altLang="zh-CN" sz="3200" b="1" i="1">
                <a:solidFill>
                  <a:srgbClr val="FFFF00"/>
                </a:solidFill>
                <a:latin typeface="Times New Roman" panose="02020603050405020304" pitchFamily="18" charset="0"/>
                <a:ea typeface="华文楷体" panose="02010600040101010101" pitchFamily="2" charset="-122"/>
              </a:rPr>
              <a:t>if</a:t>
            </a:r>
            <a:r>
              <a:rPr lang="zh-CN" altLang="en-US" sz="3200" b="1" i="1">
                <a:solidFill>
                  <a:srgbClr val="FFFF00"/>
                </a:solidFill>
                <a:latin typeface="Times New Roman" panose="02020603050405020304" pitchFamily="18" charset="0"/>
                <a:ea typeface="华文楷体" panose="02010600040101010101" pitchFamily="2" charset="-122"/>
              </a:rPr>
              <a:t>实例二</a:t>
            </a:r>
            <a:endParaRPr lang="zh-CN" altLang="en-US" sz="3200" b="1" i="1">
              <a:solidFill>
                <a:srgbClr val="FFFF00"/>
              </a:solidFill>
              <a:latin typeface="Times New Roman" panose="02020603050405020304" pitchFamily="18" charset="0"/>
              <a:ea typeface="华文楷体" panose="02010600040101010101" pitchFamily="2" charset="-122"/>
            </a:endParaRPr>
          </a:p>
        </p:txBody>
      </p:sp>
      <p:sp>
        <p:nvSpPr>
          <p:cNvPr id="17413" name="Rectangle 30"/>
          <p:cNvSpPr>
            <a:spLocks noChangeArrowheads="1"/>
          </p:cNvSpPr>
          <p:nvPr/>
        </p:nvSpPr>
        <p:spPr bwMode="auto">
          <a:xfrm>
            <a:off x="1258888" y="4365625"/>
            <a:ext cx="3095625" cy="1944688"/>
          </a:xfrm>
          <a:prstGeom prst="rect">
            <a:avLst/>
          </a:prstGeom>
          <a:noFill/>
          <a:ln w="28575">
            <a:solidFill>
              <a:srgbClr val="000066"/>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0"/>
              </a:spcBef>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if(</a:t>
            </a:r>
            <a:r>
              <a:rPr lang="zh-CN" altLang="en-US" sz="2400" b="1">
                <a:latin typeface="Times New Roman" panose="02020603050405020304" pitchFamily="18" charset="0"/>
                <a:ea typeface="华文楷体" panose="02010600040101010101" pitchFamily="2" charset="-122"/>
              </a:rPr>
              <a:t>表达式</a:t>
            </a:r>
            <a:r>
              <a:rPr lang="en-US" altLang="zh-CN" sz="2400" b="1">
                <a:latin typeface="Times New Roman" panose="02020603050405020304" pitchFamily="18" charset="0"/>
                <a:ea typeface="华文楷体" panose="02010600040101010101" pitchFamily="2" charset="-122"/>
              </a:rPr>
              <a:t>1)</a:t>
            </a:r>
            <a:endParaRPr lang="en-US" altLang="zh-CN" sz="2400" b="1">
              <a:latin typeface="Times New Roman" panose="02020603050405020304" pitchFamily="18" charset="0"/>
              <a:ea typeface="华文楷体" panose="02010600040101010101" pitchFamily="2" charset="-122"/>
            </a:endParaRPr>
          </a:p>
          <a:p>
            <a:pPr algn="l" eaLnBrk="1" hangingPunct="1">
              <a:spcBef>
                <a:spcPct val="0"/>
              </a:spcBef>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      if(</a:t>
            </a:r>
            <a:r>
              <a:rPr lang="zh-CN" altLang="en-US" sz="2400" b="1">
                <a:latin typeface="Times New Roman" panose="02020603050405020304" pitchFamily="18" charset="0"/>
                <a:ea typeface="华文楷体" panose="02010600040101010101" pitchFamily="2" charset="-122"/>
              </a:rPr>
              <a:t>表达式</a:t>
            </a:r>
            <a:r>
              <a:rPr lang="en-US" altLang="zh-CN" sz="2400" b="1">
                <a:latin typeface="Times New Roman" panose="02020603050405020304" pitchFamily="18" charset="0"/>
                <a:ea typeface="华文楷体" panose="02010600040101010101" pitchFamily="2" charset="-122"/>
              </a:rPr>
              <a:t>2)</a:t>
            </a:r>
            <a:endParaRPr lang="en-US" altLang="zh-CN" sz="2400" b="1">
              <a:latin typeface="Times New Roman" panose="02020603050405020304" pitchFamily="18" charset="0"/>
              <a:ea typeface="华文楷体" panose="02010600040101010101" pitchFamily="2" charset="-122"/>
            </a:endParaRPr>
          </a:p>
          <a:p>
            <a:pPr algn="l" eaLnBrk="1" hangingPunct="1">
              <a:spcBef>
                <a:spcPct val="0"/>
              </a:spcBef>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   	  </a:t>
            </a:r>
            <a:r>
              <a:rPr lang="zh-CN" altLang="en-US" sz="2400" b="1">
                <a:latin typeface="Times New Roman" panose="02020603050405020304" pitchFamily="18" charset="0"/>
                <a:ea typeface="华文楷体" panose="02010600040101010101" pitchFamily="2" charset="-122"/>
              </a:rPr>
              <a:t>语句</a:t>
            </a:r>
            <a:r>
              <a:rPr lang="en-US" altLang="zh-CN" sz="2400" b="1">
                <a:latin typeface="Times New Roman" panose="02020603050405020304" pitchFamily="18" charset="0"/>
                <a:ea typeface="华文楷体" panose="02010600040101010101" pitchFamily="2" charset="-122"/>
              </a:rPr>
              <a:t>1</a:t>
            </a:r>
            <a:endParaRPr lang="en-US" altLang="zh-CN" sz="2400" b="1">
              <a:latin typeface="Times New Roman" panose="02020603050405020304" pitchFamily="18" charset="0"/>
              <a:ea typeface="华文楷体" panose="02010600040101010101" pitchFamily="2" charset="-122"/>
            </a:endParaRPr>
          </a:p>
          <a:p>
            <a:pPr algn="l" eaLnBrk="1" hangingPunct="1">
              <a:spcBef>
                <a:spcPct val="0"/>
              </a:spcBef>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      else</a:t>
            </a:r>
            <a:endParaRPr lang="en-US" altLang="zh-CN" sz="2400" b="1">
              <a:latin typeface="Times New Roman" panose="02020603050405020304" pitchFamily="18" charset="0"/>
              <a:ea typeface="华文楷体" panose="02010600040101010101" pitchFamily="2" charset="-122"/>
            </a:endParaRPr>
          </a:p>
          <a:p>
            <a:pPr algn="l" eaLnBrk="1" hangingPunct="1">
              <a:spcBef>
                <a:spcPct val="0"/>
              </a:spcBef>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 	  </a:t>
            </a:r>
            <a:r>
              <a:rPr lang="zh-CN" altLang="en-US" sz="2400" b="1">
                <a:latin typeface="Times New Roman" panose="02020603050405020304" pitchFamily="18" charset="0"/>
                <a:ea typeface="华文楷体" panose="02010600040101010101" pitchFamily="2" charset="-122"/>
              </a:rPr>
              <a:t>语句</a:t>
            </a:r>
            <a:r>
              <a:rPr lang="en-US" altLang="zh-CN" sz="2400" b="1">
                <a:latin typeface="Times New Roman" panose="02020603050405020304" pitchFamily="18" charset="0"/>
                <a:ea typeface="华文楷体" panose="02010600040101010101" pitchFamily="2" charset="-122"/>
              </a:rPr>
              <a:t>2</a:t>
            </a:r>
            <a:endParaRPr lang="en-US" altLang="zh-CN" sz="2400" b="1">
              <a:latin typeface="Times New Roman" panose="02020603050405020304" pitchFamily="18" charset="0"/>
              <a:ea typeface="华文楷体" panose="02010600040101010101" pitchFamily="2" charset="-122"/>
            </a:endParaRPr>
          </a:p>
        </p:txBody>
      </p:sp>
      <p:grpSp>
        <p:nvGrpSpPr>
          <p:cNvPr id="17414" name="Group 49"/>
          <p:cNvGrpSpPr/>
          <p:nvPr/>
        </p:nvGrpSpPr>
        <p:grpSpPr bwMode="auto">
          <a:xfrm>
            <a:off x="4787902" y="981075"/>
            <a:ext cx="4537076" cy="2995613"/>
            <a:chOff x="3016" y="1044"/>
            <a:chExt cx="2858" cy="1887"/>
          </a:xfrm>
        </p:grpSpPr>
        <p:sp>
          <p:nvSpPr>
            <p:cNvPr id="17432" name="Line 9"/>
            <p:cNvSpPr>
              <a:spLocks noChangeShapeType="1"/>
            </p:cNvSpPr>
            <p:nvPr/>
          </p:nvSpPr>
          <p:spPr bwMode="auto">
            <a:xfrm>
              <a:off x="4241" y="1044"/>
              <a:ext cx="2" cy="254"/>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7433" name="Group 48"/>
            <p:cNvGrpSpPr/>
            <p:nvPr/>
          </p:nvGrpSpPr>
          <p:grpSpPr bwMode="auto">
            <a:xfrm>
              <a:off x="3016" y="1280"/>
              <a:ext cx="2858" cy="1651"/>
              <a:chOff x="3016" y="1235"/>
              <a:chExt cx="2858" cy="1651"/>
            </a:xfrm>
          </p:grpSpPr>
          <p:sp>
            <p:nvSpPr>
              <p:cNvPr id="17434" name="AutoShape 6"/>
              <p:cNvSpPr>
                <a:spLocks noChangeArrowheads="1"/>
              </p:cNvSpPr>
              <p:nvPr/>
            </p:nvSpPr>
            <p:spPr bwMode="auto">
              <a:xfrm>
                <a:off x="3732" y="1235"/>
                <a:ext cx="1053" cy="253"/>
              </a:xfrm>
              <a:prstGeom prst="diamond">
                <a:avLst/>
              </a:prstGeom>
              <a:solidFill>
                <a:schemeClr val="accent1">
                  <a:alpha val="50195"/>
                </a:schemeClr>
              </a:solidFill>
              <a:ln w="12700">
                <a:solidFill>
                  <a:schemeClr val="tx1"/>
                </a:solidFill>
                <a:miter lim="800000"/>
              </a:ln>
            </p:spPr>
            <p:txBody>
              <a:bodyPr wrap="none" anchor="ctr"/>
              <a:lstStyle/>
              <a:p>
                <a:r>
                  <a:rPr lang="en-US" altLang="zh-CN" sz="1600" b="1" dirty="0">
                    <a:ea typeface="宋体-18030" pitchFamily="49" charset="-122"/>
                  </a:rPr>
                  <a:t>  </a:t>
                </a:r>
                <a:r>
                  <a:rPr lang="zh-CN" altLang="en-US" sz="1600" b="1" dirty="0">
                    <a:ea typeface="宋体-18030" pitchFamily="49" charset="-122"/>
                  </a:rPr>
                  <a:t>表达式</a:t>
                </a:r>
                <a:r>
                  <a:rPr lang="en-US" altLang="zh-CN" sz="1600" b="1" dirty="0">
                    <a:ea typeface="宋体-18030" pitchFamily="49" charset="-122"/>
                  </a:rPr>
                  <a:t>1</a:t>
                </a:r>
                <a:endParaRPr lang="en-US" altLang="zh-CN" sz="1600" b="1" dirty="0">
                  <a:ea typeface="宋体-18030" pitchFamily="49" charset="-122"/>
                </a:endParaRPr>
              </a:p>
            </p:txBody>
          </p:sp>
          <p:sp>
            <p:nvSpPr>
              <p:cNvPr id="17435" name="Text Box 7"/>
              <p:cNvSpPr txBox="1">
                <a:spLocks noChangeArrowheads="1"/>
              </p:cNvSpPr>
              <p:nvPr/>
            </p:nvSpPr>
            <p:spPr bwMode="auto">
              <a:xfrm>
                <a:off x="4785" y="1344"/>
                <a:ext cx="36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1200" b="1">
                    <a:latin typeface="Times New Roman" panose="02020603050405020304" pitchFamily="18" charset="0"/>
                  </a:rPr>
                  <a:t>Y</a:t>
                </a:r>
                <a:endParaRPr lang="en-US" altLang="zh-CN" sz="1200" b="1">
                  <a:latin typeface="Times New Roman" panose="02020603050405020304" pitchFamily="18" charset="0"/>
                </a:endParaRPr>
              </a:p>
            </p:txBody>
          </p:sp>
          <p:sp>
            <p:nvSpPr>
              <p:cNvPr id="17436" name="Text Box 8"/>
              <p:cNvSpPr txBox="1">
                <a:spLocks noChangeArrowheads="1"/>
              </p:cNvSpPr>
              <p:nvPr/>
            </p:nvSpPr>
            <p:spPr bwMode="auto">
              <a:xfrm>
                <a:off x="3515" y="1344"/>
                <a:ext cx="36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1200" b="1">
                    <a:latin typeface="Times New Roman" panose="02020603050405020304" pitchFamily="18" charset="0"/>
                  </a:rPr>
                  <a:t>N</a:t>
                </a:r>
                <a:endParaRPr lang="en-US" altLang="zh-CN" sz="1200" b="1">
                  <a:latin typeface="Times New Roman" panose="02020603050405020304" pitchFamily="18" charset="0"/>
                </a:endParaRPr>
              </a:p>
            </p:txBody>
          </p:sp>
          <p:cxnSp>
            <p:nvCxnSpPr>
              <p:cNvPr id="17437" name="AutoShape 10"/>
              <p:cNvCxnSpPr>
                <a:cxnSpLocks noChangeShapeType="1"/>
                <a:stCxn id="17434" idx="1"/>
                <a:endCxn id="17446" idx="0"/>
              </p:cNvCxnSpPr>
              <p:nvPr/>
            </p:nvCxnSpPr>
            <p:spPr bwMode="auto">
              <a:xfrm rot="10800000" flipV="1">
                <a:off x="3395" y="1362"/>
                <a:ext cx="337" cy="571"/>
              </a:xfrm>
              <a:prstGeom prst="bentConnector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17438" name="AutoShape 11"/>
              <p:cNvCxnSpPr>
                <a:cxnSpLocks noChangeShapeType="1"/>
                <a:stCxn id="17434" idx="3"/>
                <a:endCxn id="17439" idx="0"/>
              </p:cNvCxnSpPr>
              <p:nvPr/>
            </p:nvCxnSpPr>
            <p:spPr bwMode="auto">
              <a:xfrm>
                <a:off x="4785" y="1362"/>
                <a:ext cx="119" cy="344"/>
              </a:xfrm>
              <a:prstGeom prst="bentConnector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17439" name="AutoShape 12"/>
              <p:cNvSpPr>
                <a:spLocks noChangeArrowheads="1"/>
              </p:cNvSpPr>
              <p:nvPr/>
            </p:nvSpPr>
            <p:spPr bwMode="auto">
              <a:xfrm>
                <a:off x="4377" y="1706"/>
                <a:ext cx="1053" cy="253"/>
              </a:xfrm>
              <a:prstGeom prst="diamond">
                <a:avLst/>
              </a:prstGeom>
              <a:solidFill>
                <a:schemeClr val="accent1">
                  <a:alpha val="50195"/>
                </a:schemeClr>
              </a:solidFill>
              <a:ln w="12700">
                <a:solidFill>
                  <a:schemeClr val="tx1"/>
                </a:solidFill>
                <a:miter lim="800000"/>
              </a:ln>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b="1" dirty="0">
                    <a:latin typeface="Times New Roman" panose="02020603050405020304" pitchFamily="18" charset="0"/>
                  </a:rPr>
                  <a:t>  </a:t>
                </a:r>
                <a:r>
                  <a:rPr lang="zh-CN" altLang="en-US" sz="1600" b="1" dirty="0">
                    <a:latin typeface="Times New Roman" panose="02020603050405020304" pitchFamily="18" charset="0"/>
                  </a:rPr>
                  <a:t>表达式</a:t>
                </a:r>
                <a:r>
                  <a:rPr lang="en-US" altLang="zh-CN" sz="1600" b="1" dirty="0">
                    <a:latin typeface="Times New Roman" panose="02020603050405020304" pitchFamily="18" charset="0"/>
                  </a:rPr>
                  <a:t>2</a:t>
                </a:r>
                <a:endParaRPr lang="en-US" altLang="zh-CN" sz="1600" b="1" dirty="0">
                  <a:latin typeface="Times New Roman" panose="02020603050405020304" pitchFamily="18" charset="0"/>
                </a:endParaRPr>
              </a:p>
            </p:txBody>
          </p:sp>
          <p:sp>
            <p:nvSpPr>
              <p:cNvPr id="17440" name="Rectangle 13"/>
              <p:cNvSpPr>
                <a:spLocks noChangeArrowheads="1"/>
              </p:cNvSpPr>
              <p:nvPr/>
            </p:nvSpPr>
            <p:spPr bwMode="auto">
              <a:xfrm>
                <a:off x="4921" y="2205"/>
                <a:ext cx="711" cy="363"/>
              </a:xfrm>
              <a:prstGeom prst="rect">
                <a:avLst/>
              </a:prstGeom>
              <a:solidFill>
                <a:schemeClr val="accent1">
                  <a:alpha val="50195"/>
                </a:schemeClr>
              </a:solidFill>
              <a:ln w="12700">
                <a:solidFill>
                  <a:schemeClr val="tx1"/>
                </a:solidFill>
                <a:miter lim="800000"/>
              </a:ln>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1600" b="1">
                    <a:latin typeface="Times New Roman" panose="02020603050405020304" pitchFamily="18" charset="0"/>
                    <a:ea typeface="宋体-18030" pitchFamily="49" charset="-122"/>
                  </a:rPr>
                  <a:t>语句</a:t>
                </a:r>
                <a:r>
                  <a:rPr kumimoji="1" lang="en-US" altLang="zh-CN" sz="1600" b="1">
                    <a:latin typeface="Times New Roman" panose="02020603050405020304" pitchFamily="18" charset="0"/>
                    <a:ea typeface="宋体-18030" pitchFamily="49" charset="-122"/>
                  </a:rPr>
                  <a:t>1 </a:t>
                </a:r>
                <a:endParaRPr kumimoji="1" lang="en-US" altLang="zh-CN" sz="1600" b="1">
                  <a:latin typeface="Times New Roman" panose="02020603050405020304" pitchFamily="18" charset="0"/>
                  <a:ea typeface="宋体-18030" pitchFamily="49" charset="-122"/>
                </a:endParaRPr>
              </a:p>
            </p:txBody>
          </p:sp>
          <p:sp>
            <p:nvSpPr>
              <p:cNvPr id="17441" name="Text Box 18"/>
              <p:cNvSpPr txBox="1">
                <a:spLocks noChangeArrowheads="1"/>
              </p:cNvSpPr>
              <p:nvPr/>
            </p:nvSpPr>
            <p:spPr bwMode="auto">
              <a:xfrm>
                <a:off x="5505" y="1933"/>
                <a:ext cx="36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1200" b="1">
                    <a:latin typeface="Times New Roman" panose="02020603050405020304" pitchFamily="18" charset="0"/>
                  </a:rPr>
                  <a:t>Y</a:t>
                </a:r>
                <a:endParaRPr lang="en-US" altLang="zh-CN" sz="1200" b="1">
                  <a:latin typeface="Times New Roman" panose="02020603050405020304" pitchFamily="18" charset="0"/>
                </a:endParaRPr>
              </a:p>
            </p:txBody>
          </p:sp>
          <p:cxnSp>
            <p:nvCxnSpPr>
              <p:cNvPr id="17442" name="AutoShape 19"/>
              <p:cNvCxnSpPr>
                <a:cxnSpLocks noChangeShapeType="1"/>
                <a:stCxn id="17439" idx="3"/>
                <a:endCxn id="17440" idx="0"/>
              </p:cNvCxnSpPr>
              <p:nvPr/>
            </p:nvCxnSpPr>
            <p:spPr bwMode="auto">
              <a:xfrm flipH="1">
                <a:off x="5277" y="1833"/>
                <a:ext cx="153" cy="372"/>
              </a:xfrm>
              <a:prstGeom prst="bentConnector4">
                <a:avLst>
                  <a:gd name="adj1" fmla="val -93463"/>
                  <a:gd name="adj2" fmla="val 66667"/>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17443" name="AutoShape 21"/>
              <p:cNvCxnSpPr>
                <a:cxnSpLocks noChangeShapeType="1"/>
                <a:stCxn id="17439" idx="1"/>
              </p:cNvCxnSpPr>
              <p:nvPr/>
            </p:nvCxnSpPr>
            <p:spPr bwMode="auto">
              <a:xfrm rot="10800000" flipV="1">
                <a:off x="4195" y="1833"/>
                <a:ext cx="182" cy="1053"/>
              </a:xfrm>
              <a:prstGeom prst="bentConnector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17444" name="Text Box 24"/>
              <p:cNvSpPr txBox="1">
                <a:spLocks noChangeArrowheads="1"/>
              </p:cNvSpPr>
              <p:nvPr/>
            </p:nvSpPr>
            <p:spPr bwMode="auto">
              <a:xfrm>
                <a:off x="4332" y="1888"/>
                <a:ext cx="36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1200" b="1">
                    <a:latin typeface="Times New Roman" panose="02020603050405020304" pitchFamily="18" charset="0"/>
                  </a:rPr>
                  <a:t>N</a:t>
                </a:r>
                <a:endParaRPr lang="en-US" altLang="zh-CN" sz="1200" b="1">
                  <a:latin typeface="Times New Roman" panose="02020603050405020304" pitchFamily="18" charset="0"/>
                </a:endParaRPr>
              </a:p>
            </p:txBody>
          </p:sp>
          <p:cxnSp>
            <p:nvCxnSpPr>
              <p:cNvPr id="17445" name="AutoShape 29"/>
              <p:cNvCxnSpPr>
                <a:cxnSpLocks noChangeShapeType="1"/>
                <a:stCxn id="17440" idx="2"/>
              </p:cNvCxnSpPr>
              <p:nvPr/>
            </p:nvCxnSpPr>
            <p:spPr bwMode="auto">
              <a:xfrm rot="5400000">
                <a:off x="4577" y="2096"/>
                <a:ext cx="228" cy="1172"/>
              </a:xfrm>
              <a:prstGeom prst="bentConnector2">
                <a:avLst/>
              </a:prstGeom>
              <a:noFill/>
              <a:ln w="9525">
                <a:solidFill>
                  <a:schemeClr val="tx1"/>
                </a:solidFill>
                <a:miter lim="800000"/>
              </a:ln>
              <a:extLst>
                <a:ext uri="{909E8E84-426E-40DD-AFC4-6F175D3DCCD1}">
                  <a14:hiddenFill xmlns:a14="http://schemas.microsoft.com/office/drawing/2010/main">
                    <a:noFill/>
                  </a14:hiddenFill>
                </a:ext>
              </a:extLst>
            </p:spPr>
          </p:cxnSp>
          <p:sp>
            <p:nvSpPr>
              <p:cNvPr id="17446" name="Rectangle 31"/>
              <p:cNvSpPr>
                <a:spLocks noChangeArrowheads="1"/>
              </p:cNvSpPr>
              <p:nvPr/>
            </p:nvSpPr>
            <p:spPr bwMode="auto">
              <a:xfrm>
                <a:off x="3016" y="1933"/>
                <a:ext cx="757" cy="318"/>
              </a:xfrm>
              <a:prstGeom prst="rect">
                <a:avLst/>
              </a:prstGeom>
              <a:solidFill>
                <a:schemeClr val="accent1">
                  <a:alpha val="50195"/>
                </a:schemeClr>
              </a:solidFill>
              <a:ln w="12700">
                <a:solidFill>
                  <a:schemeClr val="tx1"/>
                </a:solidFill>
                <a:miter lim="800000"/>
              </a:ln>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1600" b="1">
                    <a:latin typeface="Times New Roman" panose="02020603050405020304" pitchFamily="18" charset="0"/>
                    <a:ea typeface="宋体-18030" pitchFamily="49" charset="-122"/>
                  </a:rPr>
                  <a:t>语句</a:t>
                </a:r>
                <a:r>
                  <a:rPr kumimoji="1" lang="en-US" altLang="zh-CN" sz="1600" b="1">
                    <a:latin typeface="Times New Roman" panose="02020603050405020304" pitchFamily="18" charset="0"/>
                    <a:ea typeface="宋体-18030" pitchFamily="49" charset="-122"/>
                  </a:rPr>
                  <a:t>2 </a:t>
                </a:r>
                <a:endParaRPr kumimoji="1" lang="en-US" altLang="zh-CN" sz="1600" b="1">
                  <a:latin typeface="Times New Roman" panose="02020603050405020304" pitchFamily="18" charset="0"/>
                  <a:ea typeface="宋体-18030" pitchFamily="49" charset="-122"/>
                </a:endParaRPr>
              </a:p>
            </p:txBody>
          </p:sp>
          <p:cxnSp>
            <p:nvCxnSpPr>
              <p:cNvPr id="17447" name="AutoShape 32"/>
              <p:cNvCxnSpPr>
                <a:cxnSpLocks noChangeShapeType="1"/>
                <a:stCxn id="17446" idx="2"/>
              </p:cNvCxnSpPr>
              <p:nvPr/>
            </p:nvCxnSpPr>
            <p:spPr bwMode="auto">
              <a:xfrm rot="16200000" flipH="1">
                <a:off x="3546" y="2100"/>
                <a:ext cx="544" cy="846"/>
              </a:xfrm>
              <a:prstGeom prst="bentConnector2">
                <a:avLst/>
              </a:prstGeom>
              <a:noFill/>
              <a:ln w="9525">
                <a:solidFill>
                  <a:schemeClr val="tx1"/>
                </a:solidFill>
                <a:miter lim="800000"/>
              </a:ln>
              <a:extLst>
                <a:ext uri="{909E8E84-426E-40DD-AFC4-6F175D3DCCD1}">
                  <a14:hiddenFill xmlns:a14="http://schemas.microsoft.com/office/drawing/2010/main">
                    <a:noFill/>
                  </a14:hiddenFill>
                </a:ext>
              </a:extLst>
            </p:spPr>
          </p:cxnSp>
        </p:grpSp>
      </p:grpSp>
      <p:sp>
        <p:nvSpPr>
          <p:cNvPr id="17415" name="Line 50"/>
          <p:cNvSpPr>
            <a:spLocks noChangeShapeType="1"/>
          </p:cNvSpPr>
          <p:nvPr/>
        </p:nvSpPr>
        <p:spPr bwMode="auto">
          <a:xfrm>
            <a:off x="916782" y="3976688"/>
            <a:ext cx="8227218" cy="28575"/>
          </a:xfrm>
          <a:prstGeom prst="line">
            <a:avLst/>
          </a:prstGeom>
          <a:noFill/>
          <a:ln w="28575">
            <a:solidFill>
              <a:srgbClr val="000066"/>
            </a:solidFill>
            <a:prstDash val="sysDot"/>
            <a:round/>
          </a:ln>
          <a:extLst>
            <a:ext uri="{909E8E84-426E-40DD-AFC4-6F175D3DCCD1}">
              <a14:hiddenFill xmlns:a14="http://schemas.microsoft.com/office/drawing/2010/main">
                <a:noFill/>
              </a14:hiddenFill>
            </a:ext>
          </a:extLst>
        </p:spPr>
        <p:txBody>
          <a:bodyPr lIns="0" rIns="0"/>
          <a:lstStyle/>
          <a:p>
            <a:endParaRPr lang="zh-CN" altLang="en-US"/>
          </a:p>
        </p:txBody>
      </p:sp>
      <p:grpSp>
        <p:nvGrpSpPr>
          <p:cNvPr id="17416" name="Group 54"/>
          <p:cNvGrpSpPr/>
          <p:nvPr/>
        </p:nvGrpSpPr>
        <p:grpSpPr bwMode="auto">
          <a:xfrm>
            <a:off x="5219700" y="4005263"/>
            <a:ext cx="3360738" cy="2736850"/>
            <a:chOff x="3515" y="2976"/>
            <a:chExt cx="2117" cy="1724"/>
          </a:xfrm>
        </p:grpSpPr>
        <p:sp>
          <p:nvSpPr>
            <p:cNvPr id="17417" name="AutoShape 33"/>
            <p:cNvSpPr>
              <a:spLocks noChangeArrowheads="1"/>
            </p:cNvSpPr>
            <p:nvPr/>
          </p:nvSpPr>
          <p:spPr bwMode="auto">
            <a:xfrm>
              <a:off x="3732" y="3158"/>
              <a:ext cx="1053" cy="253"/>
            </a:xfrm>
            <a:prstGeom prst="diamond">
              <a:avLst/>
            </a:prstGeom>
            <a:solidFill>
              <a:schemeClr val="accent1">
                <a:alpha val="50195"/>
              </a:schemeClr>
            </a:solidFill>
            <a:ln w="12700">
              <a:solidFill>
                <a:schemeClr val="tx1"/>
              </a:solidFill>
              <a:miter lim="800000"/>
            </a:ln>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b="1" dirty="0">
                  <a:latin typeface="Times New Roman" panose="02020603050405020304" pitchFamily="18" charset="0"/>
                </a:rPr>
                <a:t>  </a:t>
              </a:r>
              <a:r>
                <a:rPr lang="zh-CN" altLang="en-US" sz="1600" b="1" dirty="0">
                  <a:latin typeface="Times New Roman" panose="02020603050405020304" pitchFamily="18" charset="0"/>
                </a:rPr>
                <a:t>表达式</a:t>
              </a:r>
              <a:r>
                <a:rPr lang="en-US" altLang="zh-CN" sz="1600" b="1" dirty="0">
                  <a:latin typeface="Times New Roman" panose="02020603050405020304" pitchFamily="18" charset="0"/>
                </a:rPr>
                <a:t>1</a:t>
              </a:r>
              <a:endParaRPr lang="en-US" altLang="zh-CN" sz="1600" b="1" dirty="0">
                <a:latin typeface="Times New Roman" panose="02020603050405020304" pitchFamily="18" charset="0"/>
              </a:endParaRPr>
            </a:p>
          </p:txBody>
        </p:sp>
        <p:sp>
          <p:nvSpPr>
            <p:cNvPr id="17418" name="Text Box 34"/>
            <p:cNvSpPr txBox="1">
              <a:spLocks noChangeArrowheads="1"/>
            </p:cNvSpPr>
            <p:nvPr/>
          </p:nvSpPr>
          <p:spPr bwMode="auto">
            <a:xfrm>
              <a:off x="4785" y="3267"/>
              <a:ext cx="36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1200" b="1">
                  <a:latin typeface="Times New Roman" panose="02020603050405020304" pitchFamily="18" charset="0"/>
                </a:rPr>
                <a:t>Y</a:t>
              </a:r>
              <a:endParaRPr lang="en-US" altLang="zh-CN" sz="1200" b="1">
                <a:latin typeface="Times New Roman" panose="02020603050405020304" pitchFamily="18" charset="0"/>
              </a:endParaRPr>
            </a:p>
          </p:txBody>
        </p:sp>
        <p:sp>
          <p:nvSpPr>
            <p:cNvPr id="17419" name="Text Box 35"/>
            <p:cNvSpPr txBox="1">
              <a:spLocks noChangeArrowheads="1"/>
            </p:cNvSpPr>
            <p:nvPr/>
          </p:nvSpPr>
          <p:spPr bwMode="auto">
            <a:xfrm>
              <a:off x="3515" y="3267"/>
              <a:ext cx="36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1200" b="1">
                  <a:latin typeface="Times New Roman" panose="02020603050405020304" pitchFamily="18" charset="0"/>
                </a:rPr>
                <a:t>N</a:t>
              </a:r>
              <a:endParaRPr lang="en-US" altLang="zh-CN" sz="1200" b="1">
                <a:latin typeface="Times New Roman" panose="02020603050405020304" pitchFamily="18" charset="0"/>
              </a:endParaRPr>
            </a:p>
          </p:txBody>
        </p:sp>
        <p:sp>
          <p:nvSpPr>
            <p:cNvPr id="17420" name="Line 36"/>
            <p:cNvSpPr>
              <a:spLocks noChangeShapeType="1"/>
            </p:cNvSpPr>
            <p:nvPr/>
          </p:nvSpPr>
          <p:spPr bwMode="auto">
            <a:xfrm flipH="1">
              <a:off x="4255" y="2976"/>
              <a:ext cx="13" cy="182"/>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17421" name="AutoShape 37"/>
            <p:cNvCxnSpPr>
              <a:cxnSpLocks noChangeShapeType="1"/>
              <a:stCxn id="17417" idx="1"/>
            </p:cNvCxnSpPr>
            <p:nvPr/>
          </p:nvCxnSpPr>
          <p:spPr bwMode="auto">
            <a:xfrm rot="10800000" flipH="1" flipV="1">
              <a:off x="3732" y="3285"/>
              <a:ext cx="600" cy="1415"/>
            </a:xfrm>
            <a:prstGeom prst="bentConnector4">
              <a:avLst>
                <a:gd name="adj1" fmla="val -24000"/>
                <a:gd name="adj2" fmla="val 8791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17422" name="AutoShape 38"/>
            <p:cNvCxnSpPr>
              <a:cxnSpLocks noChangeShapeType="1"/>
              <a:stCxn id="17417" idx="3"/>
              <a:endCxn id="17423" idx="0"/>
            </p:cNvCxnSpPr>
            <p:nvPr/>
          </p:nvCxnSpPr>
          <p:spPr bwMode="auto">
            <a:xfrm flipH="1">
              <a:off x="4677" y="3285"/>
              <a:ext cx="108" cy="236"/>
            </a:xfrm>
            <a:prstGeom prst="bentConnector4">
              <a:avLst>
                <a:gd name="adj1" fmla="val -132407"/>
                <a:gd name="adj2" fmla="val 76273"/>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17423" name="AutoShape 39"/>
            <p:cNvSpPr>
              <a:spLocks noChangeArrowheads="1"/>
            </p:cNvSpPr>
            <p:nvPr/>
          </p:nvSpPr>
          <p:spPr bwMode="auto">
            <a:xfrm>
              <a:off x="4150" y="3521"/>
              <a:ext cx="1053" cy="253"/>
            </a:xfrm>
            <a:prstGeom prst="diamond">
              <a:avLst/>
            </a:prstGeom>
            <a:solidFill>
              <a:schemeClr val="accent1">
                <a:alpha val="50195"/>
              </a:schemeClr>
            </a:solidFill>
            <a:ln w="12700">
              <a:solidFill>
                <a:schemeClr val="tx1"/>
              </a:solidFill>
              <a:miter lim="800000"/>
            </a:ln>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  </a:t>
              </a:r>
              <a:r>
                <a:rPr lang="zh-CN" altLang="en-US" sz="1600" b="1">
                  <a:latin typeface="Times New Roman" panose="02020603050405020304" pitchFamily="18" charset="0"/>
                </a:rPr>
                <a:t>表达式</a:t>
              </a:r>
              <a:r>
                <a:rPr lang="en-US" altLang="zh-CN" sz="1600" b="1">
                  <a:latin typeface="Times New Roman" panose="02020603050405020304" pitchFamily="18" charset="0"/>
                </a:rPr>
                <a:t>2</a:t>
              </a:r>
              <a:endParaRPr lang="en-US" altLang="zh-CN" sz="1600" b="1">
                <a:latin typeface="Times New Roman" panose="02020603050405020304" pitchFamily="18" charset="0"/>
              </a:endParaRPr>
            </a:p>
          </p:txBody>
        </p:sp>
        <p:sp>
          <p:nvSpPr>
            <p:cNvPr id="17424" name="Rectangle 40"/>
            <p:cNvSpPr>
              <a:spLocks noChangeArrowheads="1"/>
            </p:cNvSpPr>
            <p:nvPr/>
          </p:nvSpPr>
          <p:spPr bwMode="auto">
            <a:xfrm>
              <a:off x="4921" y="3929"/>
              <a:ext cx="711" cy="363"/>
            </a:xfrm>
            <a:prstGeom prst="rect">
              <a:avLst/>
            </a:prstGeom>
            <a:solidFill>
              <a:schemeClr val="accent1">
                <a:alpha val="50195"/>
              </a:schemeClr>
            </a:solidFill>
            <a:ln w="12700">
              <a:solidFill>
                <a:schemeClr val="tx1"/>
              </a:solidFill>
              <a:miter lim="800000"/>
            </a:ln>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1600" b="1">
                  <a:latin typeface="Times New Roman" panose="02020603050405020304" pitchFamily="18" charset="0"/>
                  <a:ea typeface="宋体-18030" pitchFamily="49" charset="-122"/>
                </a:rPr>
                <a:t>语句</a:t>
              </a:r>
              <a:r>
                <a:rPr kumimoji="1" lang="en-US" altLang="zh-CN" sz="1600" b="1">
                  <a:latin typeface="Times New Roman" panose="02020603050405020304" pitchFamily="18" charset="0"/>
                  <a:ea typeface="宋体-18030" pitchFamily="49" charset="-122"/>
                </a:rPr>
                <a:t>1 </a:t>
              </a:r>
              <a:endParaRPr kumimoji="1" lang="en-US" altLang="zh-CN" sz="1600" b="1">
                <a:latin typeface="Times New Roman" panose="02020603050405020304" pitchFamily="18" charset="0"/>
                <a:ea typeface="宋体-18030" pitchFamily="49" charset="-122"/>
              </a:endParaRPr>
            </a:p>
          </p:txBody>
        </p:sp>
        <p:sp>
          <p:nvSpPr>
            <p:cNvPr id="17425" name="Text Box 41"/>
            <p:cNvSpPr txBox="1">
              <a:spLocks noChangeArrowheads="1"/>
            </p:cNvSpPr>
            <p:nvPr/>
          </p:nvSpPr>
          <p:spPr bwMode="auto">
            <a:xfrm>
              <a:off x="5239" y="3657"/>
              <a:ext cx="36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1200" b="1">
                  <a:latin typeface="Times New Roman" panose="02020603050405020304" pitchFamily="18" charset="0"/>
                </a:rPr>
                <a:t>Y</a:t>
              </a:r>
              <a:endParaRPr lang="en-US" altLang="zh-CN" sz="1200" b="1">
                <a:latin typeface="Times New Roman" panose="02020603050405020304" pitchFamily="18" charset="0"/>
              </a:endParaRPr>
            </a:p>
          </p:txBody>
        </p:sp>
        <p:cxnSp>
          <p:nvCxnSpPr>
            <p:cNvPr id="17426" name="AutoShape 42"/>
            <p:cNvCxnSpPr>
              <a:cxnSpLocks noChangeShapeType="1"/>
              <a:stCxn id="17423" idx="3"/>
              <a:endCxn id="17424" idx="0"/>
            </p:cNvCxnSpPr>
            <p:nvPr/>
          </p:nvCxnSpPr>
          <p:spPr bwMode="auto">
            <a:xfrm>
              <a:off x="5203" y="3648"/>
              <a:ext cx="74" cy="281"/>
            </a:xfrm>
            <a:prstGeom prst="bentConnector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17427" name="AutoShape 43"/>
            <p:cNvCxnSpPr>
              <a:cxnSpLocks noChangeShapeType="1"/>
              <a:stCxn id="17423" idx="1"/>
              <a:endCxn id="17430" idx="0"/>
            </p:cNvCxnSpPr>
            <p:nvPr/>
          </p:nvCxnSpPr>
          <p:spPr bwMode="auto">
            <a:xfrm rot="10800000" flipH="1" flipV="1">
              <a:off x="4150" y="3648"/>
              <a:ext cx="62" cy="354"/>
            </a:xfrm>
            <a:prstGeom prst="bentConnector4">
              <a:avLst>
                <a:gd name="adj1" fmla="val -232259"/>
                <a:gd name="adj2" fmla="val 67796"/>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17428" name="Text Box 44"/>
            <p:cNvSpPr txBox="1">
              <a:spLocks noChangeArrowheads="1"/>
            </p:cNvSpPr>
            <p:nvPr/>
          </p:nvSpPr>
          <p:spPr bwMode="auto">
            <a:xfrm>
              <a:off x="3872" y="3521"/>
              <a:ext cx="36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1200" b="1">
                  <a:latin typeface="Times New Roman" panose="02020603050405020304" pitchFamily="18" charset="0"/>
                </a:rPr>
                <a:t>N</a:t>
              </a:r>
              <a:endParaRPr lang="en-US" altLang="zh-CN" sz="1200" b="1">
                <a:latin typeface="Times New Roman" panose="02020603050405020304" pitchFamily="18" charset="0"/>
              </a:endParaRPr>
            </a:p>
          </p:txBody>
        </p:sp>
        <p:cxnSp>
          <p:nvCxnSpPr>
            <p:cNvPr id="17429" name="AutoShape 45"/>
            <p:cNvCxnSpPr>
              <a:cxnSpLocks noChangeShapeType="1"/>
              <a:stCxn id="17424" idx="2"/>
            </p:cNvCxnSpPr>
            <p:nvPr/>
          </p:nvCxnSpPr>
          <p:spPr bwMode="auto">
            <a:xfrm rot="5400000">
              <a:off x="4572" y="3825"/>
              <a:ext cx="237" cy="1172"/>
            </a:xfrm>
            <a:prstGeom prst="bentConnector2">
              <a:avLst/>
            </a:prstGeom>
            <a:noFill/>
            <a:ln w="9525">
              <a:solidFill>
                <a:schemeClr val="tx1"/>
              </a:solidFill>
              <a:miter lim="800000"/>
            </a:ln>
            <a:extLst>
              <a:ext uri="{909E8E84-426E-40DD-AFC4-6F175D3DCCD1}">
                <a14:hiddenFill xmlns:a14="http://schemas.microsoft.com/office/drawing/2010/main">
                  <a:noFill/>
                </a14:hiddenFill>
              </a:ext>
            </a:extLst>
          </p:spPr>
        </p:cxnSp>
        <p:sp>
          <p:nvSpPr>
            <p:cNvPr id="17430" name="Rectangle 51"/>
            <p:cNvSpPr>
              <a:spLocks noChangeArrowheads="1"/>
            </p:cNvSpPr>
            <p:nvPr/>
          </p:nvSpPr>
          <p:spPr bwMode="auto">
            <a:xfrm>
              <a:off x="3833" y="4002"/>
              <a:ext cx="757" cy="318"/>
            </a:xfrm>
            <a:prstGeom prst="rect">
              <a:avLst/>
            </a:prstGeom>
            <a:solidFill>
              <a:schemeClr val="accent1">
                <a:alpha val="50195"/>
              </a:schemeClr>
            </a:solidFill>
            <a:ln w="12700">
              <a:solidFill>
                <a:schemeClr val="tx1"/>
              </a:solidFill>
              <a:miter lim="800000"/>
            </a:ln>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1600" b="1">
                  <a:latin typeface="Times New Roman" panose="02020603050405020304" pitchFamily="18" charset="0"/>
                  <a:ea typeface="宋体-18030" pitchFamily="49" charset="-122"/>
                </a:rPr>
                <a:t>语句</a:t>
              </a:r>
              <a:r>
                <a:rPr kumimoji="1" lang="en-US" altLang="zh-CN" sz="1600" b="1">
                  <a:latin typeface="Times New Roman" panose="02020603050405020304" pitchFamily="18" charset="0"/>
                  <a:ea typeface="宋体-18030" pitchFamily="49" charset="-122"/>
                </a:rPr>
                <a:t>2 </a:t>
              </a:r>
              <a:endParaRPr kumimoji="1" lang="en-US" altLang="zh-CN" sz="1600" b="1">
                <a:latin typeface="Times New Roman" panose="02020603050405020304" pitchFamily="18" charset="0"/>
                <a:ea typeface="宋体-18030" pitchFamily="49" charset="-122"/>
              </a:endParaRPr>
            </a:p>
          </p:txBody>
        </p:sp>
        <p:cxnSp>
          <p:nvCxnSpPr>
            <p:cNvPr id="17431" name="AutoShape 53"/>
            <p:cNvCxnSpPr>
              <a:cxnSpLocks noChangeShapeType="1"/>
              <a:stCxn id="17430" idx="2"/>
            </p:cNvCxnSpPr>
            <p:nvPr/>
          </p:nvCxnSpPr>
          <p:spPr bwMode="auto">
            <a:xfrm rot="16200000" flipH="1">
              <a:off x="4172" y="4360"/>
              <a:ext cx="199" cy="120"/>
            </a:xfrm>
            <a:prstGeom prst="bentConnector3">
              <a:avLst>
                <a:gd name="adj1" fmla="val 49750"/>
              </a:avLst>
            </a:prstGeom>
            <a:noFill/>
            <a:ln w="9525">
              <a:solidFill>
                <a:schemeClr val="tx1"/>
              </a:solidFill>
              <a:miter lim="800000"/>
            </a:ln>
            <a:extLst>
              <a:ext uri="{909E8E84-426E-40DD-AFC4-6F175D3DCCD1}">
                <a14:hiddenFill xmlns:a14="http://schemas.microsoft.com/office/drawing/2010/main">
                  <a:noFill/>
                </a14:hiddenFill>
              </a:ext>
            </a:extLst>
          </p:spPr>
        </p:cxnSp>
      </p:grpSp>
    </p:spTree>
  </p:cSld>
  <p:clrMapOvr>
    <a:masterClrMapping/>
  </p:clrMapOvr>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971600" y="1412776"/>
            <a:ext cx="7315200"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dirty="0" smtClean="0">
                <a:solidFill>
                  <a:srgbClr val="FFFF00"/>
                </a:solidFill>
                <a:latin typeface="+mn-lt"/>
                <a:ea typeface="华文楷体" panose="02010600040101010101" pitchFamily="2" charset="-122"/>
              </a:rPr>
              <a:t>if</a:t>
            </a:r>
            <a:r>
              <a:rPr lang="en-US" altLang="zh-CN" sz="2800" b="1" dirty="0">
                <a:solidFill>
                  <a:srgbClr val="FFFF00"/>
                </a:solidFill>
                <a:latin typeface="+mn-lt"/>
                <a:ea typeface="华文楷体" panose="02010600040101010101" pitchFamily="2" charset="-122"/>
              </a:rPr>
              <a:t>...else if</a:t>
            </a:r>
            <a:r>
              <a:rPr lang="zh-CN" altLang="en-US" sz="2800" b="1" dirty="0">
                <a:solidFill>
                  <a:srgbClr val="FFFF00"/>
                </a:solidFill>
                <a:latin typeface="+mn-lt"/>
                <a:ea typeface="华文楷体" panose="02010600040101010101" pitchFamily="2" charset="-122"/>
              </a:rPr>
              <a:t>语句</a:t>
            </a:r>
            <a:endParaRPr lang="zh-CN" altLang="en-US" sz="2800" b="1" dirty="0">
              <a:solidFill>
                <a:srgbClr val="FFFF00"/>
              </a:solidFill>
              <a:latin typeface="+mn-lt"/>
              <a:ea typeface="华文楷体" panose="02010600040101010101" pitchFamily="2" charset="-122"/>
            </a:endParaRPr>
          </a:p>
          <a:p>
            <a:pPr algn="l" eaLnBrk="1" hangingPunct="1">
              <a:spcBef>
                <a:spcPct val="50000"/>
              </a:spcBef>
            </a:pPr>
            <a:r>
              <a:rPr lang="zh-CN" altLang="en-US" sz="2800" b="1" dirty="0">
                <a:solidFill>
                  <a:srgbClr val="FFFFFF"/>
                </a:solidFill>
                <a:latin typeface="+mn-lt"/>
                <a:ea typeface="华文楷体" panose="02010600040101010101" pitchFamily="2" charset="-122"/>
              </a:rPr>
              <a:t>      </a:t>
            </a:r>
            <a:r>
              <a:rPr lang="en-US" altLang="zh-CN" sz="2800" b="1" dirty="0">
                <a:solidFill>
                  <a:srgbClr val="FFFFFF"/>
                </a:solidFill>
                <a:latin typeface="+mn-lt"/>
                <a:ea typeface="华文楷体" panose="02010600040101010101" pitchFamily="2" charset="-122"/>
              </a:rPr>
              <a:t>if...else if</a:t>
            </a:r>
            <a:r>
              <a:rPr lang="zh-CN" altLang="en-US" sz="2800" b="1" dirty="0">
                <a:solidFill>
                  <a:srgbClr val="FFFFFF"/>
                </a:solidFill>
                <a:latin typeface="+mn-lt"/>
                <a:ea typeface="华文楷体" panose="02010600040101010101" pitchFamily="2" charset="-122"/>
              </a:rPr>
              <a:t>语句用于进行多重判断，其语法形式如下：</a:t>
            </a:r>
            <a:endParaRPr lang="zh-CN" altLang="en-US" sz="2800" b="1" dirty="0">
              <a:solidFill>
                <a:srgbClr val="FFFFFF"/>
              </a:solidFill>
              <a:latin typeface="+mn-lt"/>
              <a:ea typeface="华文楷体" panose="02010600040101010101" pitchFamily="2" charset="-122"/>
            </a:endParaRPr>
          </a:p>
          <a:p>
            <a:pPr algn="l" eaLnBrk="1" hangingPunct="1">
              <a:spcBef>
                <a:spcPct val="50000"/>
              </a:spcBef>
            </a:pPr>
            <a:r>
              <a:rPr lang="zh-CN" altLang="en-US" b="1" dirty="0">
                <a:solidFill>
                  <a:srgbClr val="FFFFFF"/>
                </a:solidFill>
                <a:latin typeface="+mn-lt"/>
                <a:ea typeface="华文楷体" panose="02010600040101010101" pitchFamily="2" charset="-122"/>
              </a:rPr>
              <a:t>	</a:t>
            </a:r>
            <a:r>
              <a:rPr lang="en-US" altLang="zh-CN" b="1" dirty="0">
                <a:solidFill>
                  <a:srgbClr val="FFFFFF"/>
                </a:solidFill>
                <a:latin typeface="+mn-lt"/>
                <a:ea typeface="华文楷体" panose="02010600040101010101" pitchFamily="2" charset="-122"/>
              </a:rPr>
              <a:t>if (</a:t>
            </a:r>
            <a:r>
              <a:rPr lang="zh-CN" altLang="en-US" b="1" dirty="0">
                <a:solidFill>
                  <a:srgbClr val="FFFFFF"/>
                </a:solidFill>
                <a:latin typeface="+mn-lt"/>
                <a:ea typeface="华文楷体" panose="02010600040101010101" pitchFamily="2" charset="-122"/>
              </a:rPr>
              <a:t>条件表达式</a:t>
            </a:r>
            <a:r>
              <a:rPr lang="en-US" altLang="zh-CN" b="1" dirty="0">
                <a:solidFill>
                  <a:srgbClr val="FFFFFF"/>
                </a:solidFill>
                <a:latin typeface="+mn-lt"/>
                <a:ea typeface="华文楷体" panose="02010600040101010101" pitchFamily="2" charset="-122"/>
              </a:rPr>
              <a:t>1) </a:t>
            </a:r>
            <a:r>
              <a:rPr lang="zh-CN" altLang="en-US" b="1" dirty="0">
                <a:solidFill>
                  <a:srgbClr val="FFFFFF"/>
                </a:solidFill>
                <a:latin typeface="+mn-lt"/>
                <a:ea typeface="华文楷体" panose="02010600040101010101" pitchFamily="2" charset="-122"/>
              </a:rPr>
              <a:t>语句</a:t>
            </a:r>
            <a:r>
              <a:rPr lang="en-US" altLang="zh-CN" b="1" dirty="0">
                <a:solidFill>
                  <a:srgbClr val="FFFFFF"/>
                </a:solidFill>
                <a:latin typeface="+mn-lt"/>
                <a:ea typeface="华文楷体" panose="02010600040101010101" pitchFamily="2" charset="-122"/>
              </a:rPr>
              <a:t>1;</a:t>
            </a:r>
            <a:endParaRPr lang="en-US" altLang="zh-CN" b="1" dirty="0">
              <a:solidFill>
                <a:srgbClr val="FFFFFF"/>
              </a:solidFill>
              <a:latin typeface="+mn-lt"/>
              <a:ea typeface="华文楷体" panose="02010600040101010101" pitchFamily="2" charset="-122"/>
            </a:endParaRPr>
          </a:p>
          <a:p>
            <a:pPr algn="l" eaLnBrk="1" hangingPunct="1">
              <a:spcBef>
                <a:spcPct val="50000"/>
              </a:spcBef>
            </a:pPr>
            <a:r>
              <a:rPr lang="en-US" altLang="zh-CN" b="1" dirty="0">
                <a:solidFill>
                  <a:srgbClr val="FFFFFF"/>
                </a:solidFill>
                <a:latin typeface="+mn-lt"/>
                <a:ea typeface="华文楷体" panose="02010600040101010101" pitchFamily="2" charset="-122"/>
              </a:rPr>
              <a:t>	else if (</a:t>
            </a:r>
            <a:r>
              <a:rPr lang="zh-CN" altLang="en-US" b="1" dirty="0">
                <a:solidFill>
                  <a:srgbClr val="FFFFFF"/>
                </a:solidFill>
                <a:latin typeface="+mn-lt"/>
                <a:ea typeface="华文楷体" panose="02010600040101010101" pitchFamily="2" charset="-122"/>
              </a:rPr>
              <a:t>条件表达式</a:t>
            </a:r>
            <a:r>
              <a:rPr lang="en-US" altLang="zh-CN" b="1" dirty="0">
                <a:solidFill>
                  <a:srgbClr val="FFFFFF"/>
                </a:solidFill>
                <a:latin typeface="+mn-lt"/>
                <a:ea typeface="华文楷体" panose="02010600040101010101" pitchFamily="2" charset="-122"/>
              </a:rPr>
              <a:t>2) </a:t>
            </a:r>
            <a:r>
              <a:rPr lang="zh-CN" altLang="en-US" b="1" dirty="0">
                <a:solidFill>
                  <a:srgbClr val="FFFFFF"/>
                </a:solidFill>
                <a:latin typeface="+mn-lt"/>
                <a:ea typeface="华文楷体" panose="02010600040101010101" pitchFamily="2" charset="-122"/>
              </a:rPr>
              <a:t>语句</a:t>
            </a:r>
            <a:r>
              <a:rPr lang="en-US" altLang="zh-CN" b="1" dirty="0">
                <a:solidFill>
                  <a:srgbClr val="FFFFFF"/>
                </a:solidFill>
                <a:latin typeface="+mn-lt"/>
                <a:ea typeface="华文楷体" panose="02010600040101010101" pitchFamily="2" charset="-122"/>
              </a:rPr>
              <a:t>2;</a:t>
            </a:r>
            <a:endParaRPr lang="en-US" altLang="zh-CN" b="1" dirty="0">
              <a:solidFill>
                <a:srgbClr val="FFFFFF"/>
              </a:solidFill>
              <a:latin typeface="+mn-lt"/>
              <a:ea typeface="华文楷体" panose="02010600040101010101" pitchFamily="2" charset="-122"/>
            </a:endParaRPr>
          </a:p>
          <a:p>
            <a:pPr algn="l" eaLnBrk="1" hangingPunct="1">
              <a:spcBef>
                <a:spcPct val="50000"/>
              </a:spcBef>
            </a:pPr>
            <a:r>
              <a:rPr lang="en-US" altLang="zh-CN" b="1" dirty="0">
                <a:solidFill>
                  <a:srgbClr val="FFFFFF"/>
                </a:solidFill>
                <a:latin typeface="+mn-lt"/>
                <a:ea typeface="华文楷体" panose="02010600040101010101" pitchFamily="2" charset="-122"/>
              </a:rPr>
              <a:t>	  …</a:t>
            </a:r>
            <a:endParaRPr lang="en-US" altLang="zh-CN" b="1" dirty="0">
              <a:solidFill>
                <a:srgbClr val="FFFFFF"/>
              </a:solidFill>
              <a:latin typeface="+mn-lt"/>
              <a:ea typeface="华文楷体" panose="02010600040101010101" pitchFamily="2" charset="-122"/>
            </a:endParaRPr>
          </a:p>
          <a:p>
            <a:pPr algn="l" eaLnBrk="1" hangingPunct="1">
              <a:spcBef>
                <a:spcPct val="50000"/>
              </a:spcBef>
            </a:pPr>
            <a:r>
              <a:rPr lang="en-US" altLang="zh-CN" b="1" dirty="0">
                <a:solidFill>
                  <a:srgbClr val="FFFFFF"/>
                </a:solidFill>
                <a:latin typeface="+mn-lt"/>
                <a:ea typeface="华文楷体" panose="02010600040101010101" pitchFamily="2" charset="-122"/>
              </a:rPr>
              <a:t>	else if (</a:t>
            </a:r>
            <a:r>
              <a:rPr lang="zh-CN" altLang="en-US" b="1" dirty="0">
                <a:solidFill>
                  <a:srgbClr val="FFFFFF"/>
                </a:solidFill>
                <a:latin typeface="+mn-lt"/>
                <a:ea typeface="华文楷体" panose="02010600040101010101" pitchFamily="2" charset="-122"/>
              </a:rPr>
              <a:t>条件表达式</a:t>
            </a:r>
            <a:r>
              <a:rPr lang="en-US" altLang="zh-CN" b="1" dirty="0">
                <a:solidFill>
                  <a:srgbClr val="FFFFFF"/>
                </a:solidFill>
                <a:latin typeface="+mn-lt"/>
                <a:ea typeface="华文楷体" panose="02010600040101010101" pitchFamily="2" charset="-122"/>
              </a:rPr>
              <a:t>n) </a:t>
            </a:r>
            <a:r>
              <a:rPr lang="zh-CN" altLang="en-US" b="1" dirty="0">
                <a:solidFill>
                  <a:srgbClr val="FFFFFF"/>
                </a:solidFill>
                <a:latin typeface="+mn-lt"/>
                <a:ea typeface="华文楷体" panose="02010600040101010101" pitchFamily="2" charset="-122"/>
              </a:rPr>
              <a:t>语句</a:t>
            </a:r>
            <a:r>
              <a:rPr lang="en-US" altLang="zh-CN" b="1" dirty="0">
                <a:solidFill>
                  <a:srgbClr val="FFFFFF"/>
                </a:solidFill>
                <a:latin typeface="+mn-lt"/>
                <a:ea typeface="华文楷体" panose="02010600040101010101" pitchFamily="2" charset="-122"/>
              </a:rPr>
              <a:t>n;</a:t>
            </a:r>
            <a:endParaRPr lang="en-US" altLang="zh-CN" b="1" dirty="0">
              <a:solidFill>
                <a:srgbClr val="FFFFFF"/>
              </a:solidFill>
              <a:latin typeface="+mn-lt"/>
              <a:ea typeface="华文楷体" panose="02010600040101010101" pitchFamily="2" charset="-122"/>
            </a:endParaRPr>
          </a:p>
          <a:p>
            <a:pPr algn="l" eaLnBrk="1" hangingPunct="1">
              <a:spcBef>
                <a:spcPct val="50000"/>
              </a:spcBef>
            </a:pPr>
            <a:r>
              <a:rPr lang="en-US" altLang="zh-CN" b="1" dirty="0">
                <a:solidFill>
                  <a:srgbClr val="FFFFFF"/>
                </a:solidFill>
                <a:latin typeface="+mn-lt"/>
                <a:ea typeface="华文楷体" panose="02010600040101010101" pitchFamily="2" charset="-122"/>
              </a:rPr>
              <a:t>	else  </a:t>
            </a:r>
            <a:r>
              <a:rPr lang="zh-CN" altLang="en-US" b="1" dirty="0">
                <a:solidFill>
                  <a:srgbClr val="FFFFFF"/>
                </a:solidFill>
                <a:latin typeface="+mn-lt"/>
                <a:ea typeface="华文楷体" panose="02010600040101010101" pitchFamily="2" charset="-122"/>
              </a:rPr>
              <a:t>语句</a:t>
            </a:r>
            <a:r>
              <a:rPr lang="en-US" altLang="zh-CN" b="1" dirty="0">
                <a:solidFill>
                  <a:srgbClr val="FFFFFF"/>
                </a:solidFill>
                <a:latin typeface="+mn-lt"/>
                <a:ea typeface="华文楷体" panose="02010600040101010101" pitchFamily="2" charset="-122"/>
              </a:rPr>
              <a:t>n+1;</a:t>
            </a:r>
            <a:endParaRPr lang="en-US" altLang="zh-CN" b="1" dirty="0">
              <a:solidFill>
                <a:srgbClr val="FFFFFF"/>
              </a:solidFill>
              <a:latin typeface="+mn-lt"/>
              <a:ea typeface="华文楷体" panose="02010600040101010101" pitchFamily="2" charset="-122"/>
            </a:endParaRPr>
          </a:p>
        </p:txBody>
      </p:sp>
      <p:sp>
        <p:nvSpPr>
          <p:cNvPr id="3" name="矩形 2"/>
          <p:cNvSpPr/>
          <p:nvPr/>
        </p:nvSpPr>
        <p:spPr>
          <a:xfrm>
            <a:off x="827584" y="333858"/>
            <a:ext cx="7992887" cy="646331"/>
          </a:xfrm>
          <a:prstGeom prst="rect">
            <a:avLst/>
          </a:prstGeom>
        </p:spPr>
        <p:txBody>
          <a:bodyPr>
            <a:noAutofit/>
          </a:bodyPr>
          <a:lstStyle/>
          <a:p>
            <a:pPr fontAlgn="auto">
              <a:spcAft>
                <a:spcPts val="0"/>
              </a:spcAft>
            </a:pPr>
            <a:r>
              <a:rPr lang="en-US" altLang="zh-CN" sz="3600" b="1" i="1" dirty="0">
                <a:solidFill>
                  <a:srgbClr val="FFFFFF"/>
                </a:solidFill>
                <a:effectLst>
                  <a:outerShdw blurRad="38100" dist="38100" dir="2700000" algn="tl">
                    <a:srgbClr val="000000"/>
                  </a:outerShdw>
                </a:effectLst>
                <a:ea typeface="隶书" panose="02010509060101010101" pitchFamily="49" charset="-122"/>
              </a:rPr>
              <a:t>2.4.2 </a:t>
            </a:r>
            <a:r>
              <a:rPr lang="zh-CN" altLang="en-US" sz="3600" b="1" i="1" dirty="0">
                <a:solidFill>
                  <a:srgbClr val="FFFFFF"/>
                </a:solidFill>
                <a:effectLst>
                  <a:outerShdw blurRad="38100" dist="38100" dir="2700000" algn="tl">
                    <a:srgbClr val="000000"/>
                  </a:outerShdw>
                </a:effectLst>
                <a:ea typeface="隶书" panose="02010509060101010101" pitchFamily="49" charset="-122"/>
              </a:rPr>
              <a:t>多重选择结构</a:t>
            </a:r>
            <a:r>
              <a:rPr lang="en-US" altLang="zh-CN" sz="3600" b="1" i="1" dirty="0">
                <a:solidFill>
                  <a:srgbClr val="FFFFFF"/>
                </a:solidFill>
                <a:effectLst>
                  <a:outerShdw blurRad="38100" dist="38100" dir="2700000" algn="tl">
                    <a:srgbClr val="000000"/>
                  </a:outerShdw>
                </a:effectLst>
                <a:ea typeface="隶书" panose="02010509060101010101" pitchFamily="49" charset="-122"/>
              </a:rPr>
              <a:t>—— </a:t>
            </a:r>
            <a:r>
              <a:rPr lang="en-US" altLang="zh-CN"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if…else if</a:t>
            </a:r>
            <a:r>
              <a:rPr lang="zh-CN" altLang="en-US"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语句</a:t>
            </a:r>
            <a:endPar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endParaRPr>
          </a:p>
        </p:txBody>
      </p:sp>
    </p:spTree>
  </p:cSld>
  <p:clrMapOvr>
    <a:masterClrMapping/>
  </p:clrMapOvr>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611560" y="1124744"/>
            <a:ext cx="83058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ts val="0"/>
              </a:spcBef>
            </a:pPr>
            <a:r>
              <a:rPr lang="en-US" altLang="zh-CN" b="1" dirty="0" smtClean="0">
                <a:solidFill>
                  <a:srgbClr val="FFFFFF"/>
                </a:solidFill>
                <a:latin typeface="+mn-lt"/>
                <a:ea typeface="华文楷体" panose="02010600040101010101" pitchFamily="2" charset="-122"/>
              </a:rPr>
              <a:t>【</a:t>
            </a:r>
            <a:r>
              <a:rPr lang="zh-CN" altLang="en-US" b="1" dirty="0">
                <a:solidFill>
                  <a:srgbClr val="FFFFFF"/>
                </a:solidFill>
                <a:latin typeface="+mn-lt"/>
                <a:ea typeface="华文楷体" panose="02010600040101010101" pitchFamily="2" charset="-122"/>
              </a:rPr>
              <a:t>例</a:t>
            </a:r>
            <a:r>
              <a:rPr lang="en-US" altLang="zh-CN" b="1" dirty="0">
                <a:solidFill>
                  <a:srgbClr val="FFFFFF"/>
                </a:solidFill>
                <a:latin typeface="+mn-lt"/>
                <a:ea typeface="华文楷体" panose="02010600040101010101" pitchFamily="2" charset="-122"/>
              </a:rPr>
              <a:t>】  </a:t>
            </a:r>
            <a:r>
              <a:rPr lang="zh-CN" altLang="en-US" b="1" dirty="0">
                <a:solidFill>
                  <a:srgbClr val="FFFFFF"/>
                </a:solidFill>
                <a:latin typeface="+mn-lt"/>
                <a:ea typeface="华文楷体" panose="02010600040101010101" pitchFamily="2" charset="-122"/>
              </a:rPr>
              <a:t>以下程序将用户输入的分数转换成等级：</a:t>
            </a:r>
            <a:r>
              <a:rPr lang="en-US" altLang="zh-CN" b="1" dirty="0">
                <a:solidFill>
                  <a:srgbClr val="FFFFFF"/>
                </a:solidFill>
                <a:latin typeface="+mn-lt"/>
                <a:ea typeface="华文楷体" panose="02010600040101010101" pitchFamily="2" charset="-122"/>
              </a:rPr>
              <a:t>A</a:t>
            </a:r>
            <a:r>
              <a:rPr lang="zh-CN" altLang="en-US" b="1" dirty="0">
                <a:solidFill>
                  <a:srgbClr val="FFFFFF"/>
                </a:solidFill>
                <a:latin typeface="+mn-lt"/>
                <a:ea typeface="华文楷体" panose="02010600040101010101" pitchFamily="2" charset="-122"/>
              </a:rPr>
              <a:t>（≥</a:t>
            </a:r>
            <a:r>
              <a:rPr lang="en-US" altLang="zh-CN" b="1" dirty="0">
                <a:solidFill>
                  <a:srgbClr val="FFFFFF"/>
                </a:solidFill>
                <a:latin typeface="+mn-lt"/>
                <a:ea typeface="华文楷体" panose="02010600040101010101" pitchFamily="2" charset="-122"/>
              </a:rPr>
              <a:t>90</a:t>
            </a:r>
            <a:r>
              <a:rPr lang="zh-CN" altLang="en-US" b="1" dirty="0">
                <a:solidFill>
                  <a:srgbClr val="FFFFFF"/>
                </a:solidFill>
                <a:latin typeface="+mn-lt"/>
                <a:ea typeface="华文楷体" panose="02010600040101010101" pitchFamily="2" charset="-122"/>
              </a:rPr>
              <a:t>），</a:t>
            </a:r>
            <a:r>
              <a:rPr lang="en-US" altLang="zh-CN" b="1" dirty="0">
                <a:solidFill>
                  <a:srgbClr val="FFFFFF"/>
                </a:solidFill>
                <a:latin typeface="+mn-lt"/>
                <a:ea typeface="华文楷体" panose="02010600040101010101" pitchFamily="2" charset="-122"/>
              </a:rPr>
              <a:t>B</a:t>
            </a:r>
            <a:r>
              <a:rPr lang="zh-CN" altLang="en-US" b="1" dirty="0">
                <a:solidFill>
                  <a:srgbClr val="FFFFFF"/>
                </a:solidFill>
                <a:latin typeface="+mn-lt"/>
                <a:ea typeface="华文楷体" panose="02010600040101010101" pitchFamily="2" charset="-122"/>
              </a:rPr>
              <a:t>（</a:t>
            </a:r>
            <a:r>
              <a:rPr lang="en-US" altLang="zh-CN" b="1" dirty="0">
                <a:solidFill>
                  <a:srgbClr val="FFFFFF"/>
                </a:solidFill>
                <a:latin typeface="+mn-lt"/>
                <a:ea typeface="华文楷体" panose="02010600040101010101" pitchFamily="2" charset="-122"/>
              </a:rPr>
              <a:t>80</a:t>
            </a:r>
            <a:r>
              <a:rPr lang="zh-CN" altLang="en-US" b="1" dirty="0">
                <a:solidFill>
                  <a:srgbClr val="FFFFFF"/>
                </a:solidFill>
                <a:latin typeface="+mn-lt"/>
                <a:ea typeface="华文楷体" panose="02010600040101010101" pitchFamily="2" charset="-122"/>
              </a:rPr>
              <a:t>～</a:t>
            </a:r>
            <a:r>
              <a:rPr lang="en-US" altLang="zh-CN" b="1" dirty="0">
                <a:solidFill>
                  <a:srgbClr val="FFFFFF"/>
                </a:solidFill>
                <a:latin typeface="+mn-lt"/>
                <a:ea typeface="华文楷体" panose="02010600040101010101" pitchFamily="2" charset="-122"/>
              </a:rPr>
              <a:t>89</a:t>
            </a:r>
            <a:r>
              <a:rPr lang="zh-CN" altLang="en-US" b="1" dirty="0">
                <a:solidFill>
                  <a:srgbClr val="FFFFFF"/>
                </a:solidFill>
                <a:latin typeface="+mn-lt"/>
                <a:ea typeface="华文楷体" panose="02010600040101010101" pitchFamily="2" charset="-122"/>
              </a:rPr>
              <a:t>），</a:t>
            </a:r>
            <a:r>
              <a:rPr lang="en-US" altLang="zh-CN" b="1" dirty="0">
                <a:solidFill>
                  <a:srgbClr val="FFFFFF"/>
                </a:solidFill>
                <a:latin typeface="+mn-lt"/>
                <a:ea typeface="华文楷体" panose="02010600040101010101" pitchFamily="2" charset="-122"/>
              </a:rPr>
              <a:t>C</a:t>
            </a:r>
            <a:r>
              <a:rPr lang="zh-CN" altLang="en-US" b="1" dirty="0">
                <a:solidFill>
                  <a:srgbClr val="FFFFFF"/>
                </a:solidFill>
                <a:latin typeface="+mn-lt"/>
                <a:ea typeface="华文楷体" panose="02010600040101010101" pitchFamily="2" charset="-122"/>
              </a:rPr>
              <a:t>（</a:t>
            </a:r>
            <a:r>
              <a:rPr lang="en-US" altLang="zh-CN" b="1" dirty="0">
                <a:solidFill>
                  <a:srgbClr val="FFFFFF"/>
                </a:solidFill>
                <a:latin typeface="+mn-lt"/>
                <a:ea typeface="华文楷体" panose="02010600040101010101" pitchFamily="2" charset="-122"/>
              </a:rPr>
              <a:t>70</a:t>
            </a:r>
            <a:r>
              <a:rPr lang="zh-CN" altLang="en-US" b="1" dirty="0">
                <a:solidFill>
                  <a:srgbClr val="FFFFFF"/>
                </a:solidFill>
                <a:latin typeface="+mn-lt"/>
                <a:ea typeface="华文楷体" panose="02010600040101010101" pitchFamily="2" charset="-122"/>
              </a:rPr>
              <a:t>～</a:t>
            </a:r>
            <a:r>
              <a:rPr lang="en-US" altLang="zh-CN" b="1" dirty="0">
                <a:solidFill>
                  <a:srgbClr val="FFFFFF"/>
                </a:solidFill>
                <a:latin typeface="+mn-lt"/>
                <a:ea typeface="华文楷体" panose="02010600040101010101" pitchFamily="2" charset="-122"/>
              </a:rPr>
              <a:t>79</a:t>
            </a:r>
            <a:r>
              <a:rPr lang="zh-CN" altLang="en-US" b="1" dirty="0">
                <a:solidFill>
                  <a:srgbClr val="FFFFFF"/>
                </a:solidFill>
                <a:latin typeface="+mn-lt"/>
                <a:ea typeface="华文楷体" panose="02010600040101010101" pitchFamily="2" charset="-122"/>
              </a:rPr>
              <a:t>），</a:t>
            </a:r>
            <a:r>
              <a:rPr lang="en-US" altLang="zh-CN" b="1" dirty="0">
                <a:solidFill>
                  <a:srgbClr val="FFFFFF"/>
                </a:solidFill>
                <a:latin typeface="+mn-lt"/>
                <a:ea typeface="华文楷体" panose="02010600040101010101" pitchFamily="2" charset="-122"/>
              </a:rPr>
              <a:t>D</a:t>
            </a:r>
            <a:r>
              <a:rPr lang="zh-CN" altLang="en-US" b="1" dirty="0">
                <a:solidFill>
                  <a:srgbClr val="FFFFFF"/>
                </a:solidFill>
                <a:latin typeface="+mn-lt"/>
                <a:ea typeface="华文楷体" panose="02010600040101010101" pitchFamily="2" charset="-122"/>
              </a:rPr>
              <a:t>（</a:t>
            </a:r>
            <a:r>
              <a:rPr lang="en-US" altLang="zh-CN" b="1" dirty="0">
                <a:solidFill>
                  <a:srgbClr val="FFFFFF"/>
                </a:solidFill>
                <a:latin typeface="+mn-lt"/>
                <a:ea typeface="华文楷体" panose="02010600040101010101" pitchFamily="2" charset="-122"/>
              </a:rPr>
              <a:t>60</a:t>
            </a:r>
            <a:r>
              <a:rPr lang="zh-CN" altLang="en-US" b="1" dirty="0">
                <a:solidFill>
                  <a:srgbClr val="FFFFFF"/>
                </a:solidFill>
                <a:latin typeface="+mn-lt"/>
                <a:ea typeface="华文楷体" panose="02010600040101010101" pitchFamily="2" charset="-122"/>
              </a:rPr>
              <a:t>～</a:t>
            </a:r>
            <a:r>
              <a:rPr lang="en-US" altLang="zh-CN" b="1" dirty="0">
                <a:solidFill>
                  <a:srgbClr val="FFFFFF"/>
                </a:solidFill>
                <a:latin typeface="+mn-lt"/>
                <a:ea typeface="华文楷体" panose="02010600040101010101" pitchFamily="2" charset="-122"/>
              </a:rPr>
              <a:t>69</a:t>
            </a:r>
            <a:r>
              <a:rPr lang="zh-CN" altLang="en-US" b="1" dirty="0">
                <a:solidFill>
                  <a:srgbClr val="FFFFFF"/>
                </a:solidFill>
                <a:latin typeface="+mn-lt"/>
                <a:ea typeface="华文楷体" panose="02010600040101010101" pitchFamily="2" charset="-122"/>
              </a:rPr>
              <a:t>），</a:t>
            </a:r>
            <a:r>
              <a:rPr lang="en-US" altLang="zh-CN" b="1" dirty="0">
                <a:solidFill>
                  <a:srgbClr val="FFFFFF"/>
                </a:solidFill>
                <a:latin typeface="+mn-lt"/>
                <a:ea typeface="华文楷体" panose="02010600040101010101" pitchFamily="2" charset="-122"/>
              </a:rPr>
              <a:t>E</a:t>
            </a:r>
            <a:r>
              <a:rPr lang="zh-CN" altLang="en-US" b="1" dirty="0">
                <a:solidFill>
                  <a:srgbClr val="FFFFFF"/>
                </a:solidFill>
                <a:latin typeface="+mn-lt"/>
                <a:ea typeface="华文楷体" panose="02010600040101010101" pitchFamily="2" charset="-122"/>
              </a:rPr>
              <a:t>（＜</a:t>
            </a:r>
            <a:r>
              <a:rPr lang="en-US" altLang="zh-CN" b="1" dirty="0">
                <a:solidFill>
                  <a:srgbClr val="FFFFFF"/>
                </a:solidFill>
                <a:latin typeface="+mn-lt"/>
                <a:ea typeface="华文楷体" panose="02010600040101010101" pitchFamily="2" charset="-122"/>
              </a:rPr>
              <a:t>60</a:t>
            </a:r>
            <a:r>
              <a:rPr lang="zh-CN" altLang="en-US" b="1" dirty="0">
                <a:solidFill>
                  <a:srgbClr val="FFFFFF"/>
                </a:solidFill>
                <a:latin typeface="+mn-lt"/>
                <a:ea typeface="华文楷体" panose="02010600040101010101" pitchFamily="2" charset="-122"/>
              </a:rPr>
              <a:t>）。</a:t>
            </a:r>
            <a:endParaRPr lang="zh-CN" altLang="en-US" b="1" dirty="0">
              <a:solidFill>
                <a:srgbClr val="FFFFFF"/>
              </a:solidFill>
              <a:latin typeface="+mn-lt"/>
              <a:ea typeface="华文楷体" panose="02010600040101010101" pitchFamily="2" charset="-122"/>
            </a:endParaRPr>
          </a:p>
          <a:p>
            <a:pPr algn="just" eaLnBrk="1" hangingPunct="1">
              <a:spcBef>
                <a:spcPts val="0"/>
              </a:spcBef>
            </a:pPr>
            <a:r>
              <a:rPr lang="zh-CN" altLang="en-US" b="1" dirty="0">
                <a:solidFill>
                  <a:srgbClr val="FFFFFF"/>
                </a:solidFill>
                <a:latin typeface="+mn-lt"/>
                <a:ea typeface="华文楷体" panose="02010600040101010101" pitchFamily="2" charset="-122"/>
              </a:rPr>
              <a:t>	</a:t>
            </a:r>
            <a:r>
              <a:rPr lang="en-US" altLang="zh-CN" b="1" dirty="0">
                <a:solidFill>
                  <a:srgbClr val="FFFFFF"/>
                </a:solidFill>
                <a:latin typeface="+mn-lt"/>
                <a:ea typeface="华文楷体" panose="02010600040101010101" pitchFamily="2" charset="-122"/>
              </a:rPr>
              <a:t>#include &lt;</a:t>
            </a:r>
            <a:r>
              <a:rPr lang="en-US" altLang="zh-CN" b="1" dirty="0" err="1" smtClean="0">
                <a:solidFill>
                  <a:srgbClr val="FFFFFF"/>
                </a:solidFill>
                <a:latin typeface="+mn-lt"/>
                <a:ea typeface="华文楷体" panose="02010600040101010101" pitchFamily="2" charset="-122"/>
              </a:rPr>
              <a:t>iostream</a:t>
            </a:r>
            <a:r>
              <a:rPr lang="en-US" altLang="zh-CN" b="1" dirty="0" smtClean="0">
                <a:solidFill>
                  <a:srgbClr val="FFFFFF"/>
                </a:solidFill>
                <a:latin typeface="+mn-lt"/>
                <a:ea typeface="华文楷体" panose="02010600040101010101" pitchFamily="2" charset="-122"/>
              </a:rPr>
              <a:t>&gt;</a:t>
            </a:r>
            <a:endParaRPr lang="en-US" altLang="zh-CN" b="1" dirty="0" smtClean="0">
              <a:solidFill>
                <a:srgbClr val="FFFFFF"/>
              </a:solidFill>
              <a:latin typeface="+mn-lt"/>
              <a:ea typeface="华文楷体" panose="02010600040101010101" pitchFamily="2" charset="-122"/>
            </a:endParaRPr>
          </a:p>
          <a:p>
            <a:pPr algn="just" eaLnBrk="1" hangingPunct="1">
              <a:spcBef>
                <a:spcPts val="0"/>
              </a:spcBef>
            </a:pPr>
            <a:r>
              <a:rPr lang="en-US" altLang="zh-CN" b="1" dirty="0" smtClean="0">
                <a:solidFill>
                  <a:srgbClr val="FFFFFF"/>
                </a:solidFill>
                <a:latin typeface="+mn-lt"/>
                <a:ea typeface="华文楷体" panose="02010600040101010101" pitchFamily="2" charset="-122"/>
              </a:rPr>
              <a:t>            using namespace </a:t>
            </a:r>
            <a:r>
              <a:rPr lang="en-US" altLang="zh-CN" b="1" dirty="0" err="1" smtClean="0">
                <a:solidFill>
                  <a:srgbClr val="FFFFFF"/>
                </a:solidFill>
                <a:latin typeface="+mn-lt"/>
                <a:ea typeface="华文楷体" panose="02010600040101010101" pitchFamily="2" charset="-122"/>
              </a:rPr>
              <a:t>std</a:t>
            </a:r>
            <a:r>
              <a:rPr lang="en-US" altLang="zh-CN" b="1" dirty="0" smtClean="0">
                <a:solidFill>
                  <a:srgbClr val="FFFFFF"/>
                </a:solidFill>
                <a:latin typeface="+mn-lt"/>
                <a:ea typeface="华文楷体" panose="02010600040101010101" pitchFamily="2" charset="-122"/>
              </a:rPr>
              <a:t>;</a:t>
            </a:r>
            <a:endParaRPr lang="en-US" altLang="zh-CN" b="1" dirty="0">
              <a:solidFill>
                <a:srgbClr val="FFFFFF"/>
              </a:solidFill>
              <a:latin typeface="+mn-lt"/>
              <a:ea typeface="华文楷体" panose="02010600040101010101" pitchFamily="2" charset="-122"/>
            </a:endParaRPr>
          </a:p>
          <a:p>
            <a:pPr algn="just" eaLnBrk="1" hangingPunct="1">
              <a:spcBef>
                <a:spcPts val="0"/>
              </a:spcBef>
            </a:pPr>
            <a:r>
              <a:rPr lang="en-US" altLang="zh-CN" b="1" dirty="0">
                <a:solidFill>
                  <a:srgbClr val="FFFFFF"/>
                </a:solidFill>
                <a:latin typeface="+mn-lt"/>
                <a:ea typeface="华文楷体" panose="02010600040101010101" pitchFamily="2" charset="-122"/>
              </a:rPr>
              <a:t>	</a:t>
            </a:r>
            <a:r>
              <a:rPr lang="en-US" altLang="zh-CN" b="1" dirty="0" err="1" smtClean="0">
                <a:solidFill>
                  <a:srgbClr val="FFFFFF"/>
                </a:solidFill>
                <a:latin typeface="+mn-lt"/>
                <a:ea typeface="华文楷体" panose="02010600040101010101" pitchFamily="2" charset="-122"/>
              </a:rPr>
              <a:t>int</a:t>
            </a:r>
            <a:r>
              <a:rPr lang="en-US" altLang="zh-CN" b="1" dirty="0" smtClean="0">
                <a:solidFill>
                  <a:srgbClr val="FFFFFF"/>
                </a:solidFill>
                <a:latin typeface="+mn-lt"/>
                <a:ea typeface="华文楷体" panose="02010600040101010101" pitchFamily="2" charset="-122"/>
              </a:rPr>
              <a:t> </a:t>
            </a:r>
            <a:r>
              <a:rPr lang="en-US" altLang="zh-CN" b="1" dirty="0">
                <a:solidFill>
                  <a:srgbClr val="FFFFFF"/>
                </a:solidFill>
                <a:latin typeface="+mn-lt"/>
                <a:ea typeface="华文楷体" panose="02010600040101010101" pitchFamily="2" charset="-122"/>
              </a:rPr>
              <a:t>main()</a:t>
            </a:r>
            <a:endParaRPr lang="en-US" altLang="zh-CN" b="1" dirty="0">
              <a:solidFill>
                <a:srgbClr val="FFFFFF"/>
              </a:solidFill>
              <a:latin typeface="+mn-lt"/>
              <a:ea typeface="华文楷体" panose="02010600040101010101" pitchFamily="2" charset="-122"/>
            </a:endParaRPr>
          </a:p>
          <a:p>
            <a:pPr algn="just" eaLnBrk="1" hangingPunct="1">
              <a:spcBef>
                <a:spcPts val="0"/>
              </a:spcBef>
            </a:pPr>
            <a:r>
              <a:rPr lang="en-US" altLang="zh-CN" b="1" dirty="0">
                <a:solidFill>
                  <a:srgbClr val="FFFFFF"/>
                </a:solidFill>
                <a:latin typeface="+mn-lt"/>
                <a:ea typeface="华文楷体" panose="02010600040101010101" pitchFamily="2" charset="-122"/>
              </a:rPr>
              <a:t>	{</a:t>
            </a:r>
            <a:endParaRPr lang="en-US" altLang="zh-CN" b="1" dirty="0">
              <a:solidFill>
                <a:srgbClr val="FFFFFF"/>
              </a:solidFill>
              <a:latin typeface="+mn-lt"/>
              <a:ea typeface="华文楷体" panose="02010600040101010101" pitchFamily="2" charset="-122"/>
            </a:endParaRPr>
          </a:p>
          <a:p>
            <a:pPr algn="just" eaLnBrk="1" hangingPunct="1">
              <a:spcBef>
                <a:spcPts val="0"/>
              </a:spcBef>
            </a:pPr>
            <a:r>
              <a:rPr lang="en-US" altLang="zh-CN" b="1" dirty="0">
                <a:solidFill>
                  <a:srgbClr val="FFFFFF"/>
                </a:solidFill>
                <a:latin typeface="+mn-lt"/>
                <a:ea typeface="华文楷体" panose="02010600040101010101" pitchFamily="2" charset="-122"/>
              </a:rPr>
              <a:t>	    float x;</a:t>
            </a:r>
            <a:endParaRPr lang="en-US" altLang="zh-CN" b="1" dirty="0">
              <a:solidFill>
                <a:srgbClr val="FFFFFF"/>
              </a:solidFill>
              <a:latin typeface="+mn-lt"/>
              <a:ea typeface="华文楷体" panose="02010600040101010101" pitchFamily="2" charset="-122"/>
            </a:endParaRPr>
          </a:p>
          <a:p>
            <a:pPr algn="just" eaLnBrk="1" hangingPunct="1">
              <a:spcBef>
                <a:spcPts val="0"/>
              </a:spcBef>
            </a:pPr>
            <a:r>
              <a:rPr lang="en-US" altLang="zh-CN" b="1" dirty="0">
                <a:solidFill>
                  <a:srgbClr val="FFFFFF"/>
                </a:solidFill>
                <a:latin typeface="+mn-lt"/>
                <a:ea typeface="华文楷体" panose="02010600040101010101" pitchFamily="2" charset="-122"/>
              </a:rPr>
              <a:t>	    </a:t>
            </a:r>
            <a:r>
              <a:rPr lang="en-US" altLang="zh-CN" b="1" dirty="0" err="1">
                <a:solidFill>
                  <a:srgbClr val="FFFFFF"/>
                </a:solidFill>
                <a:latin typeface="+mn-lt"/>
                <a:ea typeface="华文楷体" panose="02010600040101010101" pitchFamily="2" charset="-122"/>
              </a:rPr>
              <a:t>cout</a:t>
            </a:r>
            <a:r>
              <a:rPr lang="en-US" altLang="zh-CN" b="1" dirty="0">
                <a:solidFill>
                  <a:srgbClr val="FFFFFF"/>
                </a:solidFill>
                <a:latin typeface="+mn-lt"/>
                <a:ea typeface="华文楷体" panose="02010600040101010101" pitchFamily="2" charset="-122"/>
              </a:rPr>
              <a:t> &lt;&lt; "</a:t>
            </a:r>
            <a:r>
              <a:rPr lang="zh-CN" altLang="en-US" b="1" dirty="0">
                <a:solidFill>
                  <a:srgbClr val="FFFFFF"/>
                </a:solidFill>
                <a:latin typeface="+mn-lt"/>
                <a:ea typeface="华文楷体" panose="02010600040101010101" pitchFamily="2" charset="-122"/>
              </a:rPr>
              <a:t>分数</a:t>
            </a:r>
            <a:r>
              <a:rPr lang="en-US" altLang="zh-CN" b="1" dirty="0">
                <a:solidFill>
                  <a:srgbClr val="FFFFFF"/>
                </a:solidFill>
                <a:latin typeface="+mn-lt"/>
                <a:ea typeface="华文楷体" panose="02010600040101010101" pitchFamily="2" charset="-122"/>
              </a:rPr>
              <a:t>: ";</a:t>
            </a:r>
            <a:r>
              <a:rPr lang="en-US" altLang="zh-CN" b="1" dirty="0" err="1">
                <a:solidFill>
                  <a:srgbClr val="FFFFFF"/>
                </a:solidFill>
                <a:latin typeface="+mn-lt"/>
                <a:ea typeface="华文楷体" panose="02010600040101010101" pitchFamily="2" charset="-122"/>
              </a:rPr>
              <a:t>cin</a:t>
            </a:r>
            <a:r>
              <a:rPr lang="en-US" altLang="zh-CN" b="1" dirty="0">
                <a:solidFill>
                  <a:srgbClr val="FFFFFF"/>
                </a:solidFill>
                <a:latin typeface="+mn-lt"/>
                <a:ea typeface="华文楷体" panose="02010600040101010101" pitchFamily="2" charset="-122"/>
              </a:rPr>
              <a:t> &gt;&gt; x;</a:t>
            </a:r>
            <a:endParaRPr lang="en-US" altLang="zh-CN" b="1" dirty="0">
              <a:solidFill>
                <a:srgbClr val="FFFFFF"/>
              </a:solidFill>
              <a:latin typeface="+mn-lt"/>
              <a:ea typeface="华文楷体" panose="02010600040101010101" pitchFamily="2" charset="-122"/>
            </a:endParaRPr>
          </a:p>
          <a:p>
            <a:pPr algn="just" eaLnBrk="1" hangingPunct="1">
              <a:spcBef>
                <a:spcPts val="0"/>
              </a:spcBef>
            </a:pPr>
            <a:r>
              <a:rPr lang="en-US" altLang="zh-CN" b="1" dirty="0">
                <a:solidFill>
                  <a:srgbClr val="FFFFFF"/>
                </a:solidFill>
                <a:latin typeface="+mn-lt"/>
                <a:ea typeface="华文楷体" panose="02010600040101010101" pitchFamily="2" charset="-122"/>
              </a:rPr>
              <a:t>	    if (x&gt;=90)  </a:t>
            </a:r>
            <a:r>
              <a:rPr lang="en-US" altLang="zh-CN" b="1" dirty="0" err="1">
                <a:solidFill>
                  <a:srgbClr val="FFFFFF"/>
                </a:solidFill>
                <a:latin typeface="+mn-lt"/>
                <a:ea typeface="华文楷体" panose="02010600040101010101" pitchFamily="2" charset="-122"/>
              </a:rPr>
              <a:t>cout</a:t>
            </a:r>
            <a:r>
              <a:rPr lang="en-US" altLang="zh-CN" b="1" dirty="0">
                <a:solidFill>
                  <a:srgbClr val="FFFFFF"/>
                </a:solidFill>
                <a:latin typeface="+mn-lt"/>
                <a:ea typeface="华文楷体" panose="02010600040101010101" pitchFamily="2" charset="-122"/>
              </a:rPr>
              <a:t> &lt;&lt; "A" &lt;&lt; </a:t>
            </a:r>
            <a:r>
              <a:rPr lang="en-US" altLang="zh-CN" b="1" dirty="0" err="1">
                <a:solidFill>
                  <a:srgbClr val="FFFFFF"/>
                </a:solidFill>
                <a:latin typeface="+mn-lt"/>
                <a:ea typeface="华文楷体" panose="02010600040101010101" pitchFamily="2" charset="-122"/>
              </a:rPr>
              <a:t>endl</a:t>
            </a:r>
            <a:r>
              <a:rPr lang="en-US" altLang="zh-CN" b="1" dirty="0">
                <a:solidFill>
                  <a:srgbClr val="FFFFFF"/>
                </a:solidFill>
                <a:latin typeface="+mn-lt"/>
                <a:ea typeface="华文楷体" panose="02010600040101010101" pitchFamily="2" charset="-122"/>
              </a:rPr>
              <a:t>;</a:t>
            </a:r>
            <a:endParaRPr lang="en-US" altLang="zh-CN" b="1" dirty="0">
              <a:solidFill>
                <a:srgbClr val="FFFFFF"/>
              </a:solidFill>
              <a:latin typeface="+mn-lt"/>
              <a:ea typeface="华文楷体" panose="02010600040101010101" pitchFamily="2" charset="-122"/>
            </a:endParaRPr>
          </a:p>
          <a:p>
            <a:pPr algn="just" eaLnBrk="1" hangingPunct="1">
              <a:spcBef>
                <a:spcPts val="0"/>
              </a:spcBef>
            </a:pPr>
            <a:r>
              <a:rPr lang="en-US" altLang="zh-CN" b="1" dirty="0">
                <a:solidFill>
                  <a:srgbClr val="FFFFFF"/>
                </a:solidFill>
                <a:latin typeface="+mn-lt"/>
                <a:ea typeface="华文楷体" panose="02010600040101010101" pitchFamily="2" charset="-122"/>
              </a:rPr>
              <a:t>	    else if (x&gt;=80)  </a:t>
            </a:r>
            <a:r>
              <a:rPr lang="en-US" altLang="zh-CN" b="1" dirty="0" err="1">
                <a:solidFill>
                  <a:srgbClr val="FFFFFF"/>
                </a:solidFill>
                <a:latin typeface="+mn-lt"/>
                <a:ea typeface="华文楷体" panose="02010600040101010101" pitchFamily="2" charset="-122"/>
              </a:rPr>
              <a:t>cout</a:t>
            </a:r>
            <a:r>
              <a:rPr lang="en-US" altLang="zh-CN" b="1" dirty="0">
                <a:solidFill>
                  <a:srgbClr val="FFFFFF"/>
                </a:solidFill>
                <a:latin typeface="+mn-lt"/>
                <a:ea typeface="华文楷体" panose="02010600040101010101" pitchFamily="2" charset="-122"/>
              </a:rPr>
              <a:t> &lt;&lt; "B" &lt;&lt; </a:t>
            </a:r>
            <a:r>
              <a:rPr lang="en-US" altLang="zh-CN" b="1" dirty="0" err="1">
                <a:solidFill>
                  <a:srgbClr val="FFFFFF"/>
                </a:solidFill>
                <a:latin typeface="+mn-lt"/>
                <a:ea typeface="华文楷体" panose="02010600040101010101" pitchFamily="2" charset="-122"/>
              </a:rPr>
              <a:t>endl</a:t>
            </a:r>
            <a:r>
              <a:rPr lang="en-US" altLang="zh-CN" b="1" dirty="0">
                <a:solidFill>
                  <a:srgbClr val="FFFFFF"/>
                </a:solidFill>
                <a:latin typeface="+mn-lt"/>
                <a:ea typeface="华文楷体" panose="02010600040101010101" pitchFamily="2" charset="-122"/>
              </a:rPr>
              <a:t>;</a:t>
            </a:r>
            <a:endParaRPr lang="en-US" altLang="zh-CN" b="1" dirty="0">
              <a:solidFill>
                <a:srgbClr val="FFFFFF"/>
              </a:solidFill>
              <a:latin typeface="+mn-lt"/>
              <a:ea typeface="华文楷体" panose="02010600040101010101" pitchFamily="2" charset="-122"/>
            </a:endParaRPr>
          </a:p>
          <a:p>
            <a:pPr algn="just" eaLnBrk="1" hangingPunct="1">
              <a:spcBef>
                <a:spcPts val="0"/>
              </a:spcBef>
            </a:pPr>
            <a:r>
              <a:rPr lang="en-US" altLang="zh-CN" b="1" dirty="0">
                <a:solidFill>
                  <a:srgbClr val="FFFFFF"/>
                </a:solidFill>
                <a:latin typeface="+mn-lt"/>
                <a:ea typeface="华文楷体" panose="02010600040101010101" pitchFamily="2" charset="-122"/>
              </a:rPr>
              <a:t>	    else if (x&gt;=70)  </a:t>
            </a:r>
            <a:r>
              <a:rPr lang="en-US" altLang="zh-CN" b="1" dirty="0" err="1">
                <a:solidFill>
                  <a:srgbClr val="FFFFFF"/>
                </a:solidFill>
                <a:latin typeface="+mn-lt"/>
                <a:ea typeface="华文楷体" panose="02010600040101010101" pitchFamily="2" charset="-122"/>
              </a:rPr>
              <a:t>cout</a:t>
            </a:r>
            <a:r>
              <a:rPr lang="en-US" altLang="zh-CN" b="1" dirty="0">
                <a:solidFill>
                  <a:srgbClr val="FFFFFF"/>
                </a:solidFill>
                <a:latin typeface="+mn-lt"/>
                <a:ea typeface="华文楷体" panose="02010600040101010101" pitchFamily="2" charset="-122"/>
              </a:rPr>
              <a:t> &lt;&lt; "C" &lt;&lt; </a:t>
            </a:r>
            <a:r>
              <a:rPr lang="en-US" altLang="zh-CN" b="1" dirty="0" err="1">
                <a:solidFill>
                  <a:srgbClr val="FFFFFF"/>
                </a:solidFill>
                <a:latin typeface="+mn-lt"/>
                <a:ea typeface="华文楷体" panose="02010600040101010101" pitchFamily="2" charset="-122"/>
              </a:rPr>
              <a:t>endl</a:t>
            </a:r>
            <a:r>
              <a:rPr lang="en-US" altLang="zh-CN" b="1" dirty="0">
                <a:solidFill>
                  <a:srgbClr val="FFFFFF"/>
                </a:solidFill>
                <a:latin typeface="+mn-lt"/>
                <a:ea typeface="华文楷体" panose="02010600040101010101" pitchFamily="2" charset="-122"/>
              </a:rPr>
              <a:t>;</a:t>
            </a:r>
            <a:endParaRPr lang="en-US" altLang="zh-CN" b="1" dirty="0">
              <a:solidFill>
                <a:srgbClr val="FFFFFF"/>
              </a:solidFill>
              <a:latin typeface="+mn-lt"/>
              <a:ea typeface="华文楷体" panose="02010600040101010101" pitchFamily="2" charset="-122"/>
            </a:endParaRPr>
          </a:p>
          <a:p>
            <a:pPr algn="just" eaLnBrk="1" hangingPunct="1">
              <a:spcBef>
                <a:spcPts val="0"/>
              </a:spcBef>
            </a:pPr>
            <a:r>
              <a:rPr lang="en-US" altLang="zh-CN" b="1" dirty="0">
                <a:solidFill>
                  <a:srgbClr val="FFFFFF"/>
                </a:solidFill>
                <a:latin typeface="+mn-lt"/>
                <a:ea typeface="华文楷体" panose="02010600040101010101" pitchFamily="2" charset="-122"/>
              </a:rPr>
              <a:t>	    else if (x&gt;=60)  </a:t>
            </a:r>
            <a:r>
              <a:rPr lang="en-US" altLang="zh-CN" b="1" dirty="0" err="1">
                <a:solidFill>
                  <a:srgbClr val="FFFFFF"/>
                </a:solidFill>
                <a:latin typeface="+mn-lt"/>
                <a:ea typeface="华文楷体" panose="02010600040101010101" pitchFamily="2" charset="-122"/>
              </a:rPr>
              <a:t>cout</a:t>
            </a:r>
            <a:r>
              <a:rPr lang="en-US" altLang="zh-CN" b="1" dirty="0">
                <a:solidFill>
                  <a:srgbClr val="FFFFFF"/>
                </a:solidFill>
                <a:latin typeface="+mn-lt"/>
                <a:ea typeface="华文楷体" panose="02010600040101010101" pitchFamily="2" charset="-122"/>
              </a:rPr>
              <a:t> &lt;&lt; "D" &lt;&lt; </a:t>
            </a:r>
            <a:r>
              <a:rPr lang="en-US" altLang="zh-CN" b="1" dirty="0" err="1">
                <a:solidFill>
                  <a:srgbClr val="FFFFFF"/>
                </a:solidFill>
                <a:latin typeface="+mn-lt"/>
                <a:ea typeface="华文楷体" panose="02010600040101010101" pitchFamily="2" charset="-122"/>
              </a:rPr>
              <a:t>endl</a:t>
            </a:r>
            <a:r>
              <a:rPr lang="en-US" altLang="zh-CN" b="1" dirty="0">
                <a:solidFill>
                  <a:srgbClr val="FFFFFF"/>
                </a:solidFill>
                <a:latin typeface="+mn-lt"/>
                <a:ea typeface="华文楷体" panose="02010600040101010101" pitchFamily="2" charset="-122"/>
              </a:rPr>
              <a:t>;</a:t>
            </a:r>
            <a:endParaRPr lang="en-US" altLang="zh-CN" b="1" dirty="0">
              <a:solidFill>
                <a:srgbClr val="FFFFFF"/>
              </a:solidFill>
              <a:latin typeface="+mn-lt"/>
              <a:ea typeface="华文楷体" panose="02010600040101010101" pitchFamily="2" charset="-122"/>
            </a:endParaRPr>
          </a:p>
          <a:p>
            <a:pPr algn="just" eaLnBrk="1" hangingPunct="1">
              <a:spcBef>
                <a:spcPts val="0"/>
              </a:spcBef>
            </a:pPr>
            <a:r>
              <a:rPr lang="en-US" altLang="zh-CN" b="1" dirty="0">
                <a:solidFill>
                  <a:srgbClr val="FFFFFF"/>
                </a:solidFill>
                <a:latin typeface="+mn-lt"/>
                <a:ea typeface="华文楷体" panose="02010600040101010101" pitchFamily="2" charset="-122"/>
              </a:rPr>
              <a:t>	    else  </a:t>
            </a:r>
            <a:r>
              <a:rPr lang="en-US" altLang="zh-CN" b="1" dirty="0" err="1">
                <a:solidFill>
                  <a:srgbClr val="FFFFFF"/>
                </a:solidFill>
                <a:latin typeface="+mn-lt"/>
                <a:ea typeface="华文楷体" panose="02010600040101010101" pitchFamily="2" charset="-122"/>
              </a:rPr>
              <a:t>cout</a:t>
            </a:r>
            <a:r>
              <a:rPr lang="en-US" altLang="zh-CN" b="1" dirty="0">
                <a:solidFill>
                  <a:srgbClr val="FFFFFF"/>
                </a:solidFill>
                <a:latin typeface="+mn-lt"/>
                <a:ea typeface="华文楷体" panose="02010600040101010101" pitchFamily="2" charset="-122"/>
              </a:rPr>
              <a:t> &lt;&lt; "E" &lt;&lt; </a:t>
            </a:r>
            <a:r>
              <a:rPr lang="en-US" altLang="zh-CN" b="1" dirty="0" err="1">
                <a:solidFill>
                  <a:srgbClr val="FFFFFF"/>
                </a:solidFill>
                <a:latin typeface="+mn-lt"/>
                <a:ea typeface="华文楷体" panose="02010600040101010101" pitchFamily="2" charset="-122"/>
              </a:rPr>
              <a:t>endl</a:t>
            </a:r>
            <a:r>
              <a:rPr lang="en-US" altLang="zh-CN" b="1" dirty="0" smtClean="0">
                <a:solidFill>
                  <a:srgbClr val="FFFFFF"/>
                </a:solidFill>
                <a:latin typeface="+mn-lt"/>
                <a:ea typeface="华文楷体" panose="02010600040101010101" pitchFamily="2" charset="-122"/>
              </a:rPr>
              <a:t>;</a:t>
            </a:r>
            <a:endParaRPr lang="en-US" altLang="zh-CN" b="1" dirty="0" smtClean="0">
              <a:solidFill>
                <a:srgbClr val="FFFFFF"/>
              </a:solidFill>
              <a:latin typeface="+mn-lt"/>
              <a:ea typeface="华文楷体" panose="02010600040101010101" pitchFamily="2" charset="-122"/>
            </a:endParaRPr>
          </a:p>
          <a:p>
            <a:pPr algn="just" eaLnBrk="1" hangingPunct="1">
              <a:spcBef>
                <a:spcPts val="0"/>
              </a:spcBef>
            </a:pPr>
            <a:r>
              <a:rPr lang="en-US" altLang="zh-CN" b="1" dirty="0">
                <a:solidFill>
                  <a:srgbClr val="FFFFFF"/>
                </a:solidFill>
                <a:latin typeface="+mn-lt"/>
                <a:ea typeface="华文楷体" panose="02010600040101010101" pitchFamily="2" charset="-122"/>
              </a:rPr>
              <a:t> </a:t>
            </a:r>
            <a:r>
              <a:rPr lang="en-US" altLang="zh-CN" b="1" dirty="0" smtClean="0">
                <a:solidFill>
                  <a:srgbClr val="FFFFFF"/>
                </a:solidFill>
                <a:latin typeface="+mn-lt"/>
                <a:ea typeface="华文楷体" panose="02010600040101010101" pitchFamily="2" charset="-122"/>
              </a:rPr>
              <a:t>               return 0;</a:t>
            </a:r>
            <a:endParaRPr lang="en-US" altLang="zh-CN" b="1" dirty="0">
              <a:solidFill>
                <a:srgbClr val="FFFFFF"/>
              </a:solidFill>
              <a:latin typeface="+mn-lt"/>
              <a:ea typeface="华文楷体" panose="02010600040101010101" pitchFamily="2" charset="-122"/>
            </a:endParaRPr>
          </a:p>
          <a:p>
            <a:pPr algn="just" eaLnBrk="1" hangingPunct="1">
              <a:spcBef>
                <a:spcPts val="0"/>
              </a:spcBef>
            </a:pPr>
            <a:r>
              <a:rPr lang="en-US" altLang="zh-CN" b="1" dirty="0">
                <a:solidFill>
                  <a:srgbClr val="FFFFFF"/>
                </a:solidFill>
                <a:latin typeface="+mn-lt"/>
                <a:ea typeface="华文楷体" panose="02010600040101010101" pitchFamily="2" charset="-122"/>
              </a:rPr>
              <a:t>	}</a:t>
            </a:r>
            <a:endParaRPr lang="en-US" altLang="zh-CN" b="1" dirty="0">
              <a:solidFill>
                <a:srgbClr val="FFFFFF"/>
              </a:solidFill>
              <a:latin typeface="+mn-lt"/>
              <a:ea typeface="华文楷体" panose="02010600040101010101" pitchFamily="2" charset="-122"/>
            </a:endParaRPr>
          </a:p>
        </p:txBody>
      </p:sp>
      <p:sp>
        <p:nvSpPr>
          <p:cNvPr id="4" name="矩形 3"/>
          <p:cNvSpPr/>
          <p:nvPr/>
        </p:nvSpPr>
        <p:spPr>
          <a:xfrm>
            <a:off x="811014" y="333857"/>
            <a:ext cx="7992887" cy="646331"/>
          </a:xfrm>
          <a:prstGeom prst="rect">
            <a:avLst/>
          </a:prstGeom>
        </p:spPr>
        <p:txBody>
          <a:bodyPr>
            <a:noAutofit/>
          </a:bodyPr>
          <a:lstStyle/>
          <a:p>
            <a:pPr fontAlgn="auto">
              <a:spcAft>
                <a:spcPts val="0"/>
              </a:spcAft>
            </a:pPr>
            <a:r>
              <a:rPr lang="en-US" altLang="zh-CN" sz="3600" b="1" i="1" dirty="0">
                <a:solidFill>
                  <a:srgbClr val="FFFFFF"/>
                </a:solidFill>
                <a:effectLst>
                  <a:outerShdw blurRad="38100" dist="38100" dir="2700000" algn="tl">
                    <a:srgbClr val="000000"/>
                  </a:outerShdw>
                </a:effectLst>
                <a:ea typeface="隶书" panose="02010509060101010101" pitchFamily="49" charset="-122"/>
              </a:rPr>
              <a:t>2.4.2 </a:t>
            </a:r>
            <a:r>
              <a:rPr lang="zh-CN" altLang="en-US" sz="3600" b="1" i="1" dirty="0">
                <a:solidFill>
                  <a:srgbClr val="FFFFFF"/>
                </a:solidFill>
                <a:effectLst>
                  <a:outerShdw blurRad="38100" dist="38100" dir="2700000" algn="tl">
                    <a:srgbClr val="000000"/>
                  </a:outerShdw>
                </a:effectLst>
                <a:ea typeface="隶书" panose="02010509060101010101" pitchFamily="49" charset="-122"/>
              </a:rPr>
              <a:t>多重选择结构</a:t>
            </a:r>
            <a:r>
              <a:rPr lang="en-US" altLang="zh-CN" sz="3600" b="1" i="1" dirty="0">
                <a:solidFill>
                  <a:srgbClr val="FFFFFF"/>
                </a:solidFill>
                <a:effectLst>
                  <a:outerShdw blurRad="38100" dist="38100" dir="2700000" algn="tl">
                    <a:srgbClr val="000000"/>
                  </a:outerShdw>
                </a:effectLst>
                <a:ea typeface="隶书" panose="02010509060101010101" pitchFamily="49" charset="-122"/>
              </a:rPr>
              <a:t>—— </a:t>
            </a:r>
            <a:r>
              <a:rPr lang="en-US" altLang="zh-CN"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if…else if</a:t>
            </a:r>
            <a:r>
              <a:rPr lang="zh-CN" altLang="en-US"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语句</a:t>
            </a:r>
            <a:endPar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endParaRPr>
          </a:p>
        </p:txBody>
      </p:sp>
    </p:spTree>
  </p:cSld>
  <p:clrMapOvr>
    <a:masterClrMapping/>
  </p:clrMapOvr>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4"/>
          <p:cNvSpPr>
            <a:spLocks noChangeArrowheads="1"/>
          </p:cNvSpPr>
          <p:nvPr/>
        </p:nvSpPr>
        <p:spPr bwMode="auto">
          <a:xfrm>
            <a:off x="251520" y="1916113"/>
            <a:ext cx="4608513" cy="4176712"/>
          </a:xfrm>
          <a:prstGeom prst="rect">
            <a:avLst/>
          </a:prstGeom>
          <a:noFill/>
          <a:ln w="28575">
            <a:solidFill>
              <a:srgbClr val="000066"/>
            </a:solidFill>
            <a:miter lim="800000"/>
          </a:ln>
          <a:extLst>
            <a:ext uri="{909E8E84-426E-40DD-AFC4-6F175D3DCCD1}">
              <a14:hiddenFill xmlns:a14="http://schemas.microsoft.com/office/drawing/2010/main">
                <a:solidFill>
                  <a:srgbClr val="FFFFFF"/>
                </a:solidFill>
              </a14:hiddenFill>
            </a:ext>
          </a:extLst>
        </p:spPr>
        <p:txBody>
          <a:bodyPr/>
          <a:lstStyle>
            <a:lvl1pPr marL="476250" indent="-4762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rPr>
              <a:t>switch(expression){</a:t>
            </a:r>
            <a:endParaRPr lang="en-US" altLang="zh-CN" sz="2000" b="1">
              <a:latin typeface="Times New Roman" panose="02020603050405020304" pitchFamily="18" charset="0"/>
              <a:ea typeface="华文楷体" panose="02010600040101010101" pitchFamily="2" charset="-122"/>
            </a:endParaRPr>
          </a:p>
          <a:p>
            <a:pPr algn="l" eaLnBrk="1" hangingPunct="1">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rPr>
              <a:t>	case constant1:</a:t>
            </a:r>
            <a:endParaRPr lang="en-US" altLang="zh-CN" sz="2000" b="1">
              <a:latin typeface="Times New Roman" panose="02020603050405020304" pitchFamily="18" charset="0"/>
              <a:ea typeface="华文楷体" panose="02010600040101010101" pitchFamily="2" charset="-122"/>
            </a:endParaRPr>
          </a:p>
          <a:p>
            <a:pPr algn="l" eaLnBrk="1" hangingPunct="1">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rPr>
              <a:t>			statement sequence</a:t>
            </a:r>
            <a:endParaRPr lang="en-US" altLang="zh-CN" sz="2000" b="1">
              <a:latin typeface="Times New Roman" panose="02020603050405020304" pitchFamily="18" charset="0"/>
              <a:ea typeface="华文楷体" panose="02010600040101010101" pitchFamily="2" charset="-122"/>
            </a:endParaRPr>
          </a:p>
          <a:p>
            <a:pPr algn="l" eaLnBrk="1" hangingPunct="1">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rPr>
              <a:t>			break;</a:t>
            </a:r>
            <a:endParaRPr lang="en-US" altLang="zh-CN" sz="2000" b="1">
              <a:latin typeface="Times New Roman" panose="02020603050405020304" pitchFamily="18" charset="0"/>
              <a:ea typeface="华文楷体" panose="02010600040101010101" pitchFamily="2" charset="-122"/>
            </a:endParaRPr>
          </a:p>
          <a:p>
            <a:pPr algn="l" eaLnBrk="1" hangingPunct="1">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rPr>
              <a:t>	case constant2:</a:t>
            </a:r>
            <a:endParaRPr lang="en-US" altLang="zh-CN" sz="2000" b="1">
              <a:latin typeface="Times New Roman" panose="02020603050405020304" pitchFamily="18" charset="0"/>
              <a:ea typeface="华文楷体" panose="02010600040101010101" pitchFamily="2" charset="-122"/>
            </a:endParaRPr>
          </a:p>
          <a:p>
            <a:pPr algn="l" eaLnBrk="1" hangingPunct="1">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rPr>
              <a:t>			statement sequence</a:t>
            </a:r>
            <a:endParaRPr lang="en-US" altLang="zh-CN" sz="2000" b="1">
              <a:latin typeface="Times New Roman" panose="02020603050405020304" pitchFamily="18" charset="0"/>
              <a:ea typeface="华文楷体" panose="02010600040101010101" pitchFamily="2" charset="-122"/>
            </a:endParaRPr>
          </a:p>
          <a:p>
            <a:pPr algn="l" eaLnBrk="1" hangingPunct="1">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rPr>
              <a:t>			break;</a:t>
            </a:r>
            <a:endParaRPr lang="en-US" altLang="zh-CN" sz="2000" b="1">
              <a:latin typeface="Times New Roman" panose="02020603050405020304" pitchFamily="18" charset="0"/>
              <a:ea typeface="华文楷体" panose="02010600040101010101" pitchFamily="2" charset="-122"/>
            </a:endParaRPr>
          </a:p>
          <a:p>
            <a:pPr algn="l" eaLnBrk="1" hangingPunct="1">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rPr>
              <a:t>	……</a:t>
            </a:r>
            <a:endParaRPr lang="en-US" altLang="zh-CN" sz="2000" b="1">
              <a:latin typeface="Times New Roman" panose="02020603050405020304" pitchFamily="18" charset="0"/>
              <a:ea typeface="华文楷体" panose="02010600040101010101" pitchFamily="2" charset="-122"/>
            </a:endParaRPr>
          </a:p>
          <a:p>
            <a:pPr algn="l" eaLnBrk="1" hangingPunct="1">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rPr>
              <a:t>	default:</a:t>
            </a:r>
            <a:endParaRPr lang="en-US" altLang="zh-CN" sz="2000" b="1">
              <a:latin typeface="Times New Roman" panose="02020603050405020304" pitchFamily="18" charset="0"/>
              <a:ea typeface="华文楷体" panose="02010600040101010101" pitchFamily="2" charset="-122"/>
            </a:endParaRPr>
          </a:p>
          <a:p>
            <a:pPr algn="l" eaLnBrk="1" hangingPunct="1">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rPr>
              <a:t>			statement sequence</a:t>
            </a:r>
            <a:endParaRPr lang="en-US" altLang="zh-CN" sz="2000" b="1">
              <a:latin typeface="Times New Roman" panose="02020603050405020304" pitchFamily="18" charset="0"/>
              <a:ea typeface="华文楷体" panose="02010600040101010101" pitchFamily="2" charset="-122"/>
            </a:endParaRPr>
          </a:p>
          <a:p>
            <a:pPr algn="l" eaLnBrk="1" hangingPunct="1">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rPr>
              <a:t>}</a:t>
            </a:r>
            <a:endParaRPr lang="en-US" altLang="zh-CN" sz="2000" b="1">
              <a:latin typeface="Times New Roman" panose="02020603050405020304" pitchFamily="18" charset="0"/>
              <a:ea typeface="华文楷体" panose="02010600040101010101" pitchFamily="2" charset="-122"/>
            </a:endParaRPr>
          </a:p>
        </p:txBody>
      </p:sp>
      <p:sp>
        <p:nvSpPr>
          <p:cNvPr id="192536" name="Rectangle 24"/>
          <p:cNvSpPr>
            <a:spLocks noChangeArrowheads="1"/>
          </p:cNvSpPr>
          <p:nvPr/>
        </p:nvSpPr>
        <p:spPr bwMode="auto">
          <a:xfrm>
            <a:off x="5076057" y="1417639"/>
            <a:ext cx="4067944" cy="5035698"/>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a:lstStyle>
            <a:lvl1pPr marL="476250" indent="-4762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Font typeface="Wingdings" panose="05000000000000000000" pitchFamily="2" charset="2"/>
              <a:buAutoNum type="arabicPeriod"/>
            </a:pPr>
            <a:r>
              <a:rPr lang="en-US" altLang="zh-CN" sz="2000" b="1" dirty="0" smtClean="0">
                <a:solidFill>
                  <a:srgbClr val="FFFF00"/>
                </a:solidFill>
                <a:latin typeface="Times New Roman" panose="02020603050405020304" pitchFamily="18" charset="0"/>
                <a:ea typeface="华文楷体" panose="02010600040101010101" pitchFamily="2" charset="-122"/>
              </a:rPr>
              <a:t>break</a:t>
            </a:r>
            <a:r>
              <a:rPr lang="zh-CN" altLang="en-US" sz="2000" b="1" dirty="0" smtClean="0">
                <a:solidFill>
                  <a:srgbClr val="FFFF00"/>
                </a:solidFill>
                <a:latin typeface="Times New Roman" panose="02020603050405020304" pitchFamily="18" charset="0"/>
                <a:ea typeface="华文楷体" panose="02010600040101010101" pitchFamily="2" charset="-122"/>
              </a:rPr>
              <a:t>：</a:t>
            </a:r>
            <a:r>
              <a:rPr lang="zh-CN" altLang="en-US" sz="2000" b="1" dirty="0" smtClean="0">
                <a:latin typeface="Times New Roman" panose="02020603050405020304" pitchFamily="18" charset="0"/>
                <a:ea typeface="华文楷体" panose="02010600040101010101" pitchFamily="2" charset="-122"/>
              </a:rPr>
              <a:t>跳出</a:t>
            </a:r>
            <a:r>
              <a:rPr lang="en-US" altLang="zh-CN" sz="2000" b="1" dirty="0" smtClean="0">
                <a:latin typeface="Times New Roman" panose="02020603050405020304" pitchFamily="18" charset="0"/>
                <a:ea typeface="华文楷体" panose="02010600040101010101" pitchFamily="2" charset="-122"/>
              </a:rPr>
              <a:t>case</a:t>
            </a:r>
            <a:r>
              <a:rPr lang="zh-CN" altLang="en-US" sz="2000" b="1" dirty="0" smtClean="0">
                <a:latin typeface="Times New Roman" panose="02020603050405020304" pitchFamily="18" charset="0"/>
                <a:ea typeface="华文楷体" panose="02010600040101010101" pitchFamily="2" charset="-122"/>
              </a:rPr>
              <a:t>分支的跳转语句，</a:t>
            </a:r>
            <a:r>
              <a:rPr lang="zh-CN" altLang="en-US" sz="2000" b="1" dirty="0" smtClean="0">
                <a:solidFill>
                  <a:srgbClr val="FFFF00"/>
                </a:solidFill>
                <a:latin typeface="Times New Roman" panose="02020603050405020304" pitchFamily="18" charset="0"/>
                <a:ea typeface="华文楷体" panose="02010600040101010101" pitchFamily="2" charset="-122"/>
              </a:rPr>
              <a:t>必不可少。</a:t>
            </a:r>
            <a:endParaRPr lang="en-US" altLang="zh-CN" sz="2000" b="1" dirty="0" smtClean="0">
              <a:solidFill>
                <a:srgbClr val="FFFF00"/>
              </a:solidFill>
              <a:latin typeface="Times New Roman" panose="02020603050405020304" pitchFamily="18" charset="0"/>
              <a:ea typeface="华文楷体" panose="02010600040101010101" pitchFamily="2" charset="-122"/>
            </a:endParaRPr>
          </a:p>
          <a:p>
            <a:pPr algn="l">
              <a:spcBef>
                <a:spcPct val="50000"/>
              </a:spcBef>
              <a:buFont typeface="Wingdings" panose="05000000000000000000" pitchFamily="2" charset="2"/>
              <a:buAutoNum type="arabicPeriod" startAt="3"/>
            </a:pPr>
            <a:r>
              <a:rPr lang="en-US" altLang="zh-CN" sz="2000" b="1" dirty="0">
                <a:solidFill>
                  <a:srgbClr val="FFFF00"/>
                </a:solidFill>
                <a:latin typeface="Times New Roman" panose="02020603050405020304" pitchFamily="18" charset="0"/>
                <a:ea typeface="华文楷体" panose="02010600040101010101" pitchFamily="2" charset="-122"/>
              </a:rPr>
              <a:t>expression</a:t>
            </a:r>
            <a:r>
              <a:rPr lang="zh-CN" altLang="en-US" sz="2000" b="1" dirty="0" smtClean="0">
                <a:solidFill>
                  <a:srgbClr val="FFFF00"/>
                </a:solidFill>
                <a:latin typeface="Times New Roman" panose="02020603050405020304" pitchFamily="18" charset="0"/>
                <a:ea typeface="华文楷体" panose="02010600040101010101" pitchFamily="2" charset="-122"/>
              </a:rPr>
              <a:t>：</a:t>
            </a:r>
            <a:r>
              <a:rPr lang="zh-CN" altLang="en-US" sz="2000" b="1" dirty="0" smtClean="0">
                <a:latin typeface="Times New Roman" panose="02020603050405020304" pitchFamily="18" charset="0"/>
                <a:ea typeface="华文楷体" panose="02010600040101010101" pitchFamily="2" charset="-122"/>
              </a:rPr>
              <a:t>字符型、枚举类型或</a:t>
            </a:r>
            <a:r>
              <a:rPr lang="zh-CN" altLang="en-US" sz="2000" b="1" dirty="0">
                <a:latin typeface="Times New Roman" panose="02020603050405020304" pitchFamily="18" charset="0"/>
                <a:ea typeface="华文楷体" panose="02010600040101010101" pitchFamily="2" charset="-122"/>
              </a:rPr>
              <a:t>整型表达式；</a:t>
            </a:r>
            <a:endParaRPr lang="zh-CN" altLang="en-US" sz="2000" b="1" dirty="0">
              <a:latin typeface="Times New Roman" panose="02020603050405020304" pitchFamily="18" charset="0"/>
              <a:ea typeface="华文楷体" panose="02010600040101010101" pitchFamily="2" charset="-122"/>
            </a:endParaRPr>
          </a:p>
          <a:p>
            <a:pPr algn="l">
              <a:spcBef>
                <a:spcPct val="50000"/>
              </a:spcBef>
              <a:buFont typeface="Wingdings" panose="05000000000000000000" pitchFamily="2" charset="2"/>
              <a:buAutoNum type="arabicPeriod" startAt="3"/>
            </a:pPr>
            <a:r>
              <a:rPr lang="en-US" altLang="zh-CN" sz="2000" b="1" dirty="0">
                <a:solidFill>
                  <a:srgbClr val="FFFF00"/>
                </a:solidFill>
                <a:latin typeface="Times New Roman" panose="02020603050405020304" pitchFamily="18" charset="0"/>
                <a:ea typeface="华文楷体" panose="02010600040101010101" pitchFamily="2" charset="-122"/>
              </a:rPr>
              <a:t>case constant</a:t>
            </a:r>
            <a:r>
              <a:rPr lang="zh-CN" altLang="en-US" sz="2000" b="1" dirty="0">
                <a:solidFill>
                  <a:srgbClr val="FFFF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华文楷体" panose="02010600040101010101" pitchFamily="2" charset="-122"/>
              </a:rPr>
              <a:t>case</a:t>
            </a:r>
            <a:r>
              <a:rPr lang="zh-CN" altLang="en-US" sz="2000" b="1" dirty="0">
                <a:latin typeface="Times New Roman" panose="02020603050405020304" pitchFamily="18" charset="0"/>
                <a:ea typeface="华文楷体" panose="02010600040101010101" pitchFamily="2" charset="-122"/>
              </a:rPr>
              <a:t>后面只能为常量表达式</a:t>
            </a:r>
            <a:r>
              <a:rPr lang="zh-CN" altLang="en-US" sz="2000" b="1" dirty="0" smtClean="0">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各个</a:t>
            </a:r>
            <a:r>
              <a:rPr lang="en-US" altLang="zh-CN" sz="2000" b="1" dirty="0">
                <a:latin typeface="Times New Roman" panose="02020603050405020304" pitchFamily="18" charset="0"/>
                <a:ea typeface="华文楷体" panose="02010600040101010101" pitchFamily="2" charset="-122"/>
              </a:rPr>
              <a:t>case</a:t>
            </a:r>
            <a:r>
              <a:rPr lang="zh-CN" altLang="en-US" sz="2000" b="1" dirty="0">
                <a:latin typeface="Times New Roman" panose="02020603050405020304" pitchFamily="18" charset="0"/>
                <a:ea typeface="华文楷体" panose="02010600040101010101" pitchFamily="2" charset="-122"/>
              </a:rPr>
              <a:t>常量必须各异。</a:t>
            </a:r>
            <a:endParaRPr lang="zh-CN" altLang="en-US" sz="2000" b="1" dirty="0">
              <a:latin typeface="Times New Roman" panose="02020603050405020304" pitchFamily="18" charset="0"/>
              <a:ea typeface="华文楷体" panose="02010600040101010101" pitchFamily="2" charset="-122"/>
            </a:endParaRPr>
          </a:p>
          <a:p>
            <a:pPr algn="l">
              <a:spcBef>
                <a:spcPct val="50000"/>
              </a:spcBef>
              <a:buFont typeface="Wingdings" panose="05000000000000000000" pitchFamily="2" charset="2"/>
              <a:buAutoNum type="arabicPeriod" startAt="3"/>
            </a:pPr>
            <a:r>
              <a:rPr lang="zh-CN" altLang="en-US" sz="2000" b="1" dirty="0">
                <a:latin typeface="Times New Roman" panose="02020603050405020304" pitchFamily="18" charset="0"/>
                <a:ea typeface="华文楷体" panose="02010600040101010101" pitchFamily="2" charset="-122"/>
              </a:rPr>
              <a:t>当表达式的值与</a:t>
            </a:r>
            <a:r>
              <a:rPr lang="en-US" altLang="zh-CN" sz="2000" b="1" dirty="0">
                <a:latin typeface="Times New Roman" panose="02020603050405020304" pitchFamily="18" charset="0"/>
                <a:ea typeface="华文楷体" panose="02010600040101010101" pitchFamily="2" charset="-122"/>
              </a:rPr>
              <a:t>case</a:t>
            </a:r>
            <a:r>
              <a:rPr lang="zh-CN" altLang="en-US" sz="2000" b="1" dirty="0">
                <a:latin typeface="Times New Roman" panose="02020603050405020304" pitchFamily="18" charset="0"/>
                <a:ea typeface="华文楷体" panose="02010600040101010101" pitchFamily="2" charset="-122"/>
              </a:rPr>
              <a:t>后面的常量表达式值相等时就执行此</a:t>
            </a:r>
            <a:r>
              <a:rPr lang="en-US" altLang="zh-CN" sz="2000" b="1" dirty="0">
                <a:latin typeface="Times New Roman" panose="02020603050405020304" pitchFamily="18" charset="0"/>
                <a:ea typeface="华文楷体" panose="02010600040101010101" pitchFamily="2" charset="-122"/>
              </a:rPr>
              <a:t>case</a:t>
            </a:r>
            <a:r>
              <a:rPr lang="zh-CN" altLang="en-US" sz="2000" b="1" dirty="0">
                <a:latin typeface="Times New Roman" panose="02020603050405020304" pitchFamily="18" charset="0"/>
                <a:ea typeface="华文楷体" panose="02010600040101010101" pitchFamily="2" charset="-122"/>
              </a:rPr>
              <a:t>后面的</a:t>
            </a:r>
            <a:r>
              <a:rPr lang="zh-CN" altLang="en-US" sz="2000" b="1" dirty="0" smtClean="0">
                <a:latin typeface="Times New Roman" panose="02020603050405020304" pitchFamily="18" charset="0"/>
                <a:ea typeface="华文楷体" panose="02010600040101010101" pitchFamily="2" charset="-122"/>
              </a:rPr>
              <a:t>语句。</a:t>
            </a:r>
            <a:endParaRPr lang="en-US" altLang="zh-CN" sz="2000" b="1" dirty="0" smtClean="0">
              <a:latin typeface="Times New Roman" panose="02020603050405020304" pitchFamily="18" charset="0"/>
              <a:ea typeface="华文楷体" panose="02010600040101010101" pitchFamily="2" charset="-122"/>
            </a:endParaRPr>
          </a:p>
          <a:p>
            <a:pPr algn="l">
              <a:spcBef>
                <a:spcPct val="50000"/>
              </a:spcBef>
              <a:buFont typeface="Wingdings" panose="05000000000000000000" pitchFamily="2" charset="2"/>
              <a:buAutoNum type="arabicPeriod" startAt="3"/>
            </a:pPr>
            <a:r>
              <a:rPr lang="en-US" altLang="zh-CN" sz="2000" b="1" dirty="0" smtClean="0">
                <a:latin typeface="Times New Roman" panose="02020603050405020304" pitchFamily="18" charset="0"/>
                <a:ea typeface="华文楷体" panose="02010600040101010101" pitchFamily="2" charset="-122"/>
              </a:rPr>
              <a:t>case</a:t>
            </a:r>
            <a:r>
              <a:rPr lang="zh-CN" altLang="en-US" sz="2000" b="1" dirty="0" smtClean="0">
                <a:latin typeface="Times New Roman" panose="02020603050405020304" pitchFamily="18" charset="0"/>
                <a:ea typeface="华文楷体" panose="02010600040101010101" pitchFamily="2" charset="-122"/>
              </a:rPr>
              <a:t>只能</a:t>
            </a:r>
            <a:r>
              <a:rPr lang="zh-CN" altLang="en-US" sz="2000" b="1" dirty="0">
                <a:latin typeface="Times New Roman" panose="02020603050405020304" pitchFamily="18" charset="0"/>
                <a:ea typeface="华文楷体" panose="02010600040101010101" pitchFamily="2" charset="-122"/>
              </a:rPr>
              <a:t>判断相等。遇第一个相等的</a:t>
            </a:r>
            <a:r>
              <a:rPr lang="en-US" altLang="zh-CN" sz="2000" b="1" dirty="0">
                <a:latin typeface="Times New Roman" panose="02020603050405020304" pitchFamily="18" charset="0"/>
                <a:ea typeface="华文楷体" panose="02010600040101010101" pitchFamily="2" charset="-122"/>
              </a:rPr>
              <a:t>case</a:t>
            </a:r>
            <a:r>
              <a:rPr lang="zh-CN" altLang="en-US" sz="2000" b="1" dirty="0">
                <a:latin typeface="Times New Roman" panose="02020603050405020304" pitchFamily="18" charset="0"/>
                <a:ea typeface="华文楷体" panose="02010600040101010101" pitchFamily="2" charset="-122"/>
              </a:rPr>
              <a:t>常量分支之后，顺序向下执行，不再进行相等与否的判断</a:t>
            </a:r>
            <a:r>
              <a:rPr lang="zh-CN" altLang="en-US" sz="2000" b="1" dirty="0" smtClean="0">
                <a:latin typeface="Times New Roman" panose="02020603050405020304" pitchFamily="18" charset="0"/>
                <a:ea typeface="华文楷体" panose="02010600040101010101" pitchFamily="2" charset="-122"/>
              </a:rPr>
              <a:t>。</a:t>
            </a:r>
            <a:endParaRPr lang="zh-CN" altLang="en-US" sz="2000" b="1" dirty="0">
              <a:latin typeface="Times New Roman" panose="02020603050405020304" pitchFamily="18" charset="0"/>
              <a:ea typeface="华文楷体" panose="02010600040101010101" pitchFamily="2" charset="-122"/>
            </a:endParaRPr>
          </a:p>
        </p:txBody>
      </p:sp>
      <p:sp>
        <p:nvSpPr>
          <p:cNvPr id="6" name="Rectangle 2"/>
          <p:cNvSpPr>
            <a:spLocks noChangeArrowheads="1"/>
          </p:cNvSpPr>
          <p:nvPr/>
        </p:nvSpPr>
        <p:spPr bwMode="auto">
          <a:xfrm>
            <a:off x="457200" y="277813"/>
            <a:ext cx="8229600" cy="1139825"/>
          </a:xfrm>
          <a:prstGeom prst="rect">
            <a:avLst/>
          </a:prstGeom>
        </p:spPr>
        <p:txBody>
          <a:bodyPr>
            <a:noAutofit/>
          </a:bodyPr>
          <a:lstStyle/>
          <a:p>
            <a:pPr fontAlgn="auto">
              <a:spcAft>
                <a:spcPts val="0"/>
              </a:spcAft>
            </a:pPr>
            <a:r>
              <a:rPr lang="en-US" altLang="zh-CN" sz="3600" b="1" i="1" dirty="0">
                <a:solidFill>
                  <a:srgbClr val="FFFFFF"/>
                </a:solidFill>
                <a:effectLst>
                  <a:outerShdw blurRad="38100" dist="38100" dir="2700000" algn="tl">
                    <a:srgbClr val="000000"/>
                  </a:outerShdw>
                </a:effectLst>
                <a:ea typeface="隶书" panose="02010509060101010101" pitchFamily="49" charset="-122"/>
              </a:rPr>
              <a:t>2.4.2 </a:t>
            </a:r>
            <a:r>
              <a:rPr lang="zh-CN" altLang="en-US" sz="3600" b="1" i="1" dirty="0">
                <a:solidFill>
                  <a:srgbClr val="FFFFFF"/>
                </a:solidFill>
                <a:effectLst>
                  <a:outerShdw blurRad="38100" dist="38100" dir="2700000" algn="tl">
                    <a:srgbClr val="000000"/>
                  </a:outerShdw>
                </a:effectLst>
                <a:ea typeface="隶书" panose="02010509060101010101" pitchFamily="49" charset="-122"/>
              </a:rPr>
              <a:t>多重选择结构</a:t>
            </a:r>
            <a:r>
              <a:rPr lang="en-US" altLang="zh-CN" sz="3600" b="1" i="1" dirty="0">
                <a:solidFill>
                  <a:srgbClr val="FFFFFF"/>
                </a:solidFill>
                <a:effectLst>
                  <a:outerShdw blurRad="38100" dist="38100" dir="2700000" algn="tl">
                    <a:srgbClr val="000000"/>
                  </a:outerShdw>
                </a:effectLst>
                <a:ea typeface="隶书" panose="02010509060101010101" pitchFamily="49" charset="-122"/>
              </a:rPr>
              <a:t>——</a:t>
            </a:r>
            <a:r>
              <a:rPr lang="en-US" altLang="zh-CN"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 </a:t>
            </a:r>
            <a:r>
              <a:rPr lang="en-US" altLang="zh-CN"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switch</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语句</a:t>
            </a:r>
            <a:endPar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2536"/>
                                        </p:tgtEl>
                                        <p:attrNameLst>
                                          <p:attrName>style.visibility</p:attrName>
                                        </p:attrNameLst>
                                      </p:cBhvr>
                                      <p:to>
                                        <p:strVal val="visible"/>
                                      </p:to>
                                    </p:set>
                                    <p:animEffect transition="in" filter="blinds(horizontal)">
                                      <p:cBhvr>
                                        <p:cTn id="7" dur="500"/>
                                        <p:tgtEl>
                                          <p:spTgt spid="1925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36"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755576" y="1360094"/>
            <a:ext cx="8077200" cy="5152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indent="-457200" algn="just" eaLnBrk="1" hangingPunct="1">
              <a:lnSpc>
                <a:spcPct val="90000"/>
              </a:lnSpc>
              <a:spcBef>
                <a:spcPct val="50000"/>
              </a:spcBef>
              <a:buClr>
                <a:srgbClr val="00B0F0"/>
              </a:buClr>
              <a:buFont typeface="Wingdings" panose="05000000000000000000" pitchFamily="2" charset="2"/>
              <a:buChar char="u"/>
            </a:pPr>
            <a:r>
              <a:rPr lang="zh-CN" altLang="en-US" b="1" dirty="0" smtClean="0">
                <a:solidFill>
                  <a:srgbClr val="FFFFFF"/>
                </a:solidFill>
                <a:latin typeface="+mn-lt"/>
                <a:ea typeface="华文楷体" panose="02010600040101010101" pitchFamily="2" charset="-122"/>
              </a:rPr>
              <a:t>每个</a:t>
            </a:r>
            <a:r>
              <a:rPr lang="en-US" altLang="zh-CN" b="1" dirty="0">
                <a:solidFill>
                  <a:srgbClr val="FFFFFF"/>
                </a:solidFill>
                <a:latin typeface="+mn-lt"/>
                <a:ea typeface="华文楷体" panose="02010600040101010101" pitchFamily="2" charset="-122"/>
              </a:rPr>
              <a:t>case</a:t>
            </a:r>
            <a:r>
              <a:rPr lang="zh-CN" altLang="en-US" b="1" dirty="0">
                <a:solidFill>
                  <a:srgbClr val="FFFFFF"/>
                </a:solidFill>
                <a:latin typeface="+mn-lt"/>
                <a:ea typeface="华文楷体" panose="02010600040101010101" pitchFamily="2" charset="-122"/>
              </a:rPr>
              <a:t>语句只是一个入口标号，并不能确定执行的终止点，因此每个</a:t>
            </a:r>
            <a:r>
              <a:rPr lang="en-US" altLang="zh-CN" b="1" dirty="0">
                <a:solidFill>
                  <a:srgbClr val="FFFFFF"/>
                </a:solidFill>
                <a:latin typeface="+mn-lt"/>
                <a:ea typeface="华文楷体" panose="02010600040101010101" pitchFamily="2" charset="-122"/>
              </a:rPr>
              <a:t>case</a:t>
            </a:r>
            <a:r>
              <a:rPr lang="zh-CN" altLang="en-US" b="1" dirty="0">
                <a:solidFill>
                  <a:srgbClr val="FFFFFF"/>
                </a:solidFill>
                <a:latin typeface="+mn-lt"/>
                <a:ea typeface="华文楷体" panose="02010600040101010101" pitchFamily="2" charset="-122"/>
              </a:rPr>
              <a:t>分支的最后应该加</a:t>
            </a:r>
            <a:r>
              <a:rPr lang="en-US" altLang="zh-CN" b="1" dirty="0">
                <a:solidFill>
                  <a:srgbClr val="FFFFFF"/>
                </a:solidFill>
                <a:latin typeface="+mn-lt"/>
                <a:ea typeface="华文楷体" panose="02010600040101010101" pitchFamily="2" charset="-122"/>
              </a:rPr>
              <a:t>break</a:t>
            </a:r>
            <a:r>
              <a:rPr lang="zh-CN" altLang="en-US" b="1" dirty="0">
                <a:solidFill>
                  <a:srgbClr val="FFFFFF"/>
                </a:solidFill>
                <a:latin typeface="+mn-lt"/>
                <a:ea typeface="华文楷体" panose="02010600040101010101" pitchFamily="2" charset="-122"/>
              </a:rPr>
              <a:t>语句，用来结束整个</a:t>
            </a:r>
            <a:r>
              <a:rPr lang="en-US" altLang="zh-CN" b="1" dirty="0">
                <a:solidFill>
                  <a:srgbClr val="FFFFFF"/>
                </a:solidFill>
                <a:latin typeface="+mn-lt"/>
                <a:ea typeface="华文楷体" panose="02010600040101010101" pitchFamily="2" charset="-122"/>
              </a:rPr>
              <a:t>switch</a:t>
            </a:r>
            <a:r>
              <a:rPr lang="zh-CN" altLang="en-US" b="1" dirty="0">
                <a:solidFill>
                  <a:srgbClr val="FFFFFF"/>
                </a:solidFill>
                <a:latin typeface="+mn-lt"/>
                <a:ea typeface="华文楷体" panose="02010600040101010101" pitchFamily="2" charset="-122"/>
              </a:rPr>
              <a:t>结构，否则会从入口点开始一直执行到</a:t>
            </a:r>
            <a:r>
              <a:rPr lang="en-US" altLang="zh-CN" b="1" dirty="0">
                <a:solidFill>
                  <a:srgbClr val="FFFFFF"/>
                </a:solidFill>
                <a:latin typeface="+mn-lt"/>
                <a:ea typeface="华文楷体" panose="02010600040101010101" pitchFamily="2" charset="-122"/>
              </a:rPr>
              <a:t>switch</a:t>
            </a:r>
            <a:r>
              <a:rPr lang="zh-CN" altLang="en-US" b="1" dirty="0">
                <a:solidFill>
                  <a:srgbClr val="FFFFFF"/>
                </a:solidFill>
                <a:latin typeface="+mn-lt"/>
                <a:ea typeface="华文楷体" panose="02010600040101010101" pitchFamily="2" charset="-122"/>
              </a:rPr>
              <a:t>结构的结束点。</a:t>
            </a:r>
            <a:endParaRPr lang="zh-CN" altLang="en-US" b="1" dirty="0">
              <a:solidFill>
                <a:srgbClr val="FFFFFF"/>
              </a:solidFill>
              <a:latin typeface="+mn-lt"/>
              <a:ea typeface="华文楷体" panose="02010600040101010101" pitchFamily="2" charset="-122"/>
            </a:endParaRPr>
          </a:p>
          <a:p>
            <a:pPr marL="457200" indent="-457200" algn="just" eaLnBrk="1" hangingPunct="1">
              <a:lnSpc>
                <a:spcPct val="90000"/>
              </a:lnSpc>
              <a:spcBef>
                <a:spcPct val="50000"/>
              </a:spcBef>
              <a:buClr>
                <a:srgbClr val="00B0F0"/>
              </a:buClr>
              <a:buFont typeface="Wingdings" panose="05000000000000000000" pitchFamily="2" charset="2"/>
              <a:buChar char="u"/>
            </a:pPr>
            <a:r>
              <a:rPr lang="zh-CN" altLang="en-US" b="1" dirty="0" smtClean="0">
                <a:solidFill>
                  <a:srgbClr val="FFFFFF"/>
                </a:solidFill>
                <a:latin typeface="+mn-lt"/>
                <a:ea typeface="华文楷体" panose="02010600040101010101" pitchFamily="2" charset="-122"/>
              </a:rPr>
              <a:t>当若干</a:t>
            </a:r>
            <a:r>
              <a:rPr lang="zh-CN" altLang="en-US" b="1" dirty="0">
                <a:solidFill>
                  <a:srgbClr val="FFFFFF"/>
                </a:solidFill>
                <a:latin typeface="+mn-lt"/>
                <a:ea typeface="华文楷体" panose="02010600040101010101" pitchFamily="2" charset="-122"/>
              </a:rPr>
              <a:t>分支需要执行相同操作时，可以使多个</a:t>
            </a:r>
            <a:r>
              <a:rPr lang="en-US" altLang="zh-CN" b="1" dirty="0">
                <a:solidFill>
                  <a:srgbClr val="FFFFFF"/>
                </a:solidFill>
                <a:latin typeface="+mn-lt"/>
                <a:ea typeface="华文楷体" panose="02010600040101010101" pitchFamily="2" charset="-122"/>
              </a:rPr>
              <a:t>case</a:t>
            </a:r>
            <a:r>
              <a:rPr lang="zh-CN" altLang="en-US" b="1" dirty="0">
                <a:solidFill>
                  <a:srgbClr val="FFFFFF"/>
                </a:solidFill>
                <a:latin typeface="+mn-lt"/>
                <a:ea typeface="华文楷体" panose="02010600040101010101" pitchFamily="2" charset="-122"/>
              </a:rPr>
              <a:t>分支共用一组语句。</a:t>
            </a:r>
            <a:endParaRPr lang="zh-CN" altLang="en-US" b="1" dirty="0">
              <a:solidFill>
                <a:srgbClr val="FFFFFF"/>
              </a:solidFill>
              <a:latin typeface="+mn-lt"/>
              <a:ea typeface="华文楷体" panose="02010600040101010101" pitchFamily="2" charset="-122"/>
            </a:endParaRPr>
          </a:p>
          <a:p>
            <a:pPr algn="just" eaLnBrk="1" hangingPunct="1">
              <a:lnSpc>
                <a:spcPct val="80000"/>
              </a:lnSpc>
              <a:spcBef>
                <a:spcPct val="50000"/>
              </a:spcBef>
            </a:pPr>
            <a:r>
              <a:rPr lang="zh-CN" altLang="en-US" b="1" dirty="0">
                <a:solidFill>
                  <a:srgbClr val="FFFFFF"/>
                </a:solidFill>
                <a:latin typeface="+mn-lt"/>
                <a:ea typeface="华文楷体" panose="02010600040101010101" pitchFamily="2" charset="-122"/>
              </a:rPr>
              <a:t>        如：</a:t>
            </a:r>
            <a:endParaRPr lang="zh-CN" altLang="en-US" b="1" dirty="0">
              <a:solidFill>
                <a:srgbClr val="FFFFFF"/>
              </a:solidFill>
              <a:latin typeface="+mn-lt"/>
              <a:ea typeface="华文楷体" panose="02010600040101010101" pitchFamily="2" charset="-122"/>
            </a:endParaRPr>
          </a:p>
          <a:p>
            <a:pPr algn="just" eaLnBrk="1" hangingPunct="1">
              <a:lnSpc>
                <a:spcPct val="80000"/>
              </a:lnSpc>
              <a:spcBef>
                <a:spcPct val="50000"/>
              </a:spcBef>
            </a:pPr>
            <a:r>
              <a:rPr lang="zh-CN" altLang="en-US" b="1" dirty="0">
                <a:solidFill>
                  <a:srgbClr val="FFFFFF"/>
                </a:solidFill>
                <a:latin typeface="+mn-lt"/>
                <a:ea typeface="华文楷体" panose="02010600040101010101" pitchFamily="2" charset="-122"/>
              </a:rPr>
              <a:t>         	</a:t>
            </a:r>
            <a:r>
              <a:rPr lang="en-US" altLang="zh-CN" b="1" dirty="0">
                <a:solidFill>
                  <a:srgbClr val="FFFFFF"/>
                </a:solidFill>
                <a:latin typeface="+mn-lt"/>
                <a:ea typeface="华文楷体" panose="02010600040101010101" pitchFamily="2" charset="-122"/>
              </a:rPr>
              <a:t>case  1:</a:t>
            </a:r>
            <a:endParaRPr lang="en-US" altLang="zh-CN" b="1" dirty="0">
              <a:solidFill>
                <a:srgbClr val="FFFFFF"/>
              </a:solidFill>
              <a:latin typeface="+mn-lt"/>
              <a:ea typeface="华文楷体" panose="02010600040101010101" pitchFamily="2" charset="-122"/>
            </a:endParaRPr>
          </a:p>
          <a:p>
            <a:pPr algn="just" eaLnBrk="1" hangingPunct="1">
              <a:lnSpc>
                <a:spcPct val="80000"/>
              </a:lnSpc>
              <a:spcBef>
                <a:spcPct val="50000"/>
              </a:spcBef>
            </a:pPr>
            <a:r>
              <a:rPr lang="en-US" altLang="zh-CN" b="1" dirty="0">
                <a:solidFill>
                  <a:srgbClr val="FFFFFF"/>
                </a:solidFill>
                <a:latin typeface="+mn-lt"/>
                <a:ea typeface="华文楷体" panose="02010600040101010101" pitchFamily="2" charset="-122"/>
              </a:rPr>
              <a:t>	case </a:t>
            </a:r>
            <a:r>
              <a:rPr lang="en-US" altLang="zh-CN" b="1" dirty="0" smtClean="0">
                <a:solidFill>
                  <a:srgbClr val="FFFFFF"/>
                </a:solidFill>
                <a:latin typeface="+mn-lt"/>
                <a:ea typeface="华文楷体" panose="02010600040101010101" pitchFamily="2" charset="-122"/>
              </a:rPr>
              <a:t>2:cout&lt;&lt;“</a:t>
            </a:r>
            <a:r>
              <a:rPr lang="en-US" altLang="zh-CN" b="1" dirty="0">
                <a:solidFill>
                  <a:srgbClr val="FFFFFF"/>
                </a:solidFill>
                <a:latin typeface="+mn-lt"/>
                <a:ea typeface="华文楷体" panose="02010600040101010101" pitchFamily="2" charset="-122"/>
              </a:rPr>
              <a:t>case1</a:t>
            </a:r>
            <a:r>
              <a:rPr lang="zh-CN" altLang="en-US" b="1" dirty="0">
                <a:solidFill>
                  <a:srgbClr val="FFFFFF"/>
                </a:solidFill>
                <a:latin typeface="+mn-lt"/>
                <a:ea typeface="华文楷体" panose="02010600040101010101" pitchFamily="2" charset="-122"/>
              </a:rPr>
              <a:t>和</a:t>
            </a:r>
            <a:r>
              <a:rPr lang="en-US" altLang="zh-CN" b="1" dirty="0" smtClean="0">
                <a:solidFill>
                  <a:srgbClr val="FFFFFF"/>
                </a:solidFill>
                <a:latin typeface="+mn-lt"/>
                <a:ea typeface="华文楷体" panose="02010600040101010101" pitchFamily="2" charset="-122"/>
              </a:rPr>
              <a:t>2”&lt;&lt;</a:t>
            </a:r>
            <a:r>
              <a:rPr lang="en-US" altLang="zh-CN" b="1" dirty="0" err="1" smtClean="0">
                <a:solidFill>
                  <a:srgbClr val="FFFFFF"/>
                </a:solidFill>
                <a:latin typeface="+mn-lt"/>
                <a:ea typeface="华文楷体" panose="02010600040101010101" pitchFamily="2" charset="-122"/>
              </a:rPr>
              <a:t>endl</a:t>
            </a:r>
            <a:r>
              <a:rPr lang="en-US" altLang="zh-CN" b="1" dirty="0" smtClean="0">
                <a:solidFill>
                  <a:srgbClr val="FFFFFF"/>
                </a:solidFill>
                <a:latin typeface="+mn-lt"/>
                <a:ea typeface="华文楷体" panose="02010600040101010101" pitchFamily="2" charset="-122"/>
              </a:rPr>
              <a:t>;</a:t>
            </a:r>
            <a:endParaRPr lang="en-US" altLang="zh-CN" b="1" dirty="0">
              <a:solidFill>
                <a:srgbClr val="FFFFFF"/>
              </a:solidFill>
              <a:latin typeface="+mn-lt"/>
              <a:ea typeface="华文楷体" panose="02010600040101010101" pitchFamily="2" charset="-122"/>
            </a:endParaRPr>
          </a:p>
          <a:p>
            <a:pPr algn="l" eaLnBrk="1" hangingPunct="1">
              <a:lnSpc>
                <a:spcPct val="80000"/>
              </a:lnSpc>
              <a:spcBef>
                <a:spcPct val="50000"/>
              </a:spcBef>
            </a:pPr>
            <a:r>
              <a:rPr lang="en-US" altLang="zh-CN" b="1" dirty="0">
                <a:solidFill>
                  <a:srgbClr val="CC9900"/>
                </a:solidFill>
                <a:latin typeface="+mn-lt"/>
                <a:ea typeface="华文楷体" panose="02010600040101010101" pitchFamily="2" charset="-122"/>
              </a:rPr>
              <a:t>       </a:t>
            </a:r>
            <a:r>
              <a:rPr lang="zh-CN" altLang="en-US" b="1" dirty="0">
                <a:solidFill>
                  <a:srgbClr val="FFFF00"/>
                </a:solidFill>
                <a:latin typeface="+mn-lt"/>
                <a:ea typeface="华文楷体" panose="02010600040101010101" pitchFamily="2" charset="-122"/>
              </a:rPr>
              <a:t>注意：可以使用</a:t>
            </a:r>
            <a:r>
              <a:rPr lang="en-US" altLang="zh-CN" b="1" dirty="0">
                <a:solidFill>
                  <a:srgbClr val="FFFF00"/>
                </a:solidFill>
                <a:latin typeface="+mn-lt"/>
                <a:ea typeface="华文楷体" panose="02010600040101010101" pitchFamily="2" charset="-122"/>
              </a:rPr>
              <a:t>break</a:t>
            </a:r>
            <a:r>
              <a:rPr lang="zh-CN" altLang="en-US" b="1" dirty="0">
                <a:solidFill>
                  <a:srgbClr val="FFFF00"/>
                </a:solidFill>
                <a:latin typeface="+mn-lt"/>
                <a:ea typeface="华文楷体" panose="02010600040101010101" pitchFamily="2" charset="-122"/>
              </a:rPr>
              <a:t>退出</a:t>
            </a:r>
            <a:r>
              <a:rPr lang="en-US" altLang="zh-CN" b="1" dirty="0">
                <a:solidFill>
                  <a:srgbClr val="FFFF00"/>
                </a:solidFill>
                <a:latin typeface="+mn-lt"/>
                <a:ea typeface="华文楷体" panose="02010600040101010101" pitchFamily="2" charset="-122"/>
              </a:rPr>
              <a:t>switch</a:t>
            </a:r>
            <a:r>
              <a:rPr lang="zh-CN" altLang="en-US" b="1" dirty="0">
                <a:solidFill>
                  <a:srgbClr val="FFFF00"/>
                </a:solidFill>
                <a:latin typeface="+mn-lt"/>
                <a:ea typeface="华文楷体" panose="02010600040101010101" pitchFamily="2" charset="-122"/>
              </a:rPr>
              <a:t>语句的执行。如：</a:t>
            </a:r>
            <a:endParaRPr lang="zh-CN" altLang="en-US" b="1" dirty="0">
              <a:solidFill>
                <a:srgbClr val="FFFF00"/>
              </a:solidFill>
              <a:latin typeface="+mn-lt"/>
              <a:ea typeface="华文楷体" panose="02010600040101010101" pitchFamily="2" charset="-122"/>
            </a:endParaRPr>
          </a:p>
          <a:p>
            <a:pPr algn="l" eaLnBrk="1" hangingPunct="1">
              <a:lnSpc>
                <a:spcPct val="80000"/>
              </a:lnSpc>
              <a:spcBef>
                <a:spcPct val="50000"/>
              </a:spcBef>
            </a:pPr>
            <a:r>
              <a:rPr lang="zh-CN" altLang="en-US" b="1" dirty="0">
                <a:solidFill>
                  <a:srgbClr val="FFFF00"/>
                </a:solidFill>
                <a:latin typeface="+mn-lt"/>
                <a:ea typeface="华文楷体" panose="02010600040101010101" pitchFamily="2" charset="-122"/>
              </a:rPr>
              <a:t>      </a:t>
            </a:r>
            <a:r>
              <a:rPr lang="zh-CN" altLang="en-US" b="1" dirty="0" smtClean="0">
                <a:solidFill>
                  <a:srgbClr val="FFFF00"/>
                </a:solidFill>
                <a:latin typeface="+mn-lt"/>
                <a:ea typeface="华文楷体" panose="02010600040101010101" pitchFamily="2" charset="-122"/>
              </a:rPr>
              <a:t> </a:t>
            </a:r>
            <a:r>
              <a:rPr lang="en-US" altLang="zh-CN" b="1" dirty="0">
                <a:solidFill>
                  <a:srgbClr val="FFFF00"/>
                </a:solidFill>
                <a:latin typeface="+mn-lt"/>
                <a:ea typeface="华文楷体" panose="02010600040101010101" pitchFamily="2" charset="-122"/>
              </a:rPr>
              <a:t>case </a:t>
            </a:r>
            <a:r>
              <a:rPr lang="en-US" altLang="zh-CN" b="1" dirty="0" smtClean="0">
                <a:solidFill>
                  <a:srgbClr val="FFFF00"/>
                </a:solidFill>
                <a:latin typeface="+mn-lt"/>
                <a:ea typeface="华文楷体" panose="02010600040101010101" pitchFamily="2" charset="-122"/>
              </a:rPr>
              <a:t>1:cout&lt;&lt;“case1”&lt;&lt;</a:t>
            </a:r>
            <a:r>
              <a:rPr lang="en-US" altLang="zh-CN" b="1" dirty="0" err="1" smtClean="0">
                <a:solidFill>
                  <a:srgbClr val="FFFF00"/>
                </a:solidFill>
                <a:latin typeface="+mn-lt"/>
                <a:ea typeface="华文楷体" panose="02010600040101010101" pitchFamily="2" charset="-122"/>
              </a:rPr>
              <a:t>endl</a:t>
            </a:r>
            <a:r>
              <a:rPr lang="en-US" altLang="zh-CN" b="1" dirty="0" smtClean="0">
                <a:solidFill>
                  <a:srgbClr val="FFFF00"/>
                </a:solidFill>
                <a:latin typeface="+mn-lt"/>
                <a:ea typeface="华文楷体" panose="02010600040101010101" pitchFamily="2" charset="-122"/>
              </a:rPr>
              <a:t>;  break</a:t>
            </a:r>
            <a:r>
              <a:rPr lang="en-US" altLang="zh-CN" b="1" dirty="0">
                <a:solidFill>
                  <a:srgbClr val="FFFF00"/>
                </a:solidFill>
                <a:latin typeface="+mn-lt"/>
                <a:ea typeface="华文楷体" panose="02010600040101010101" pitchFamily="2" charset="-122"/>
              </a:rPr>
              <a:t>;</a:t>
            </a:r>
            <a:endParaRPr lang="en-US" altLang="zh-CN" b="1" dirty="0">
              <a:solidFill>
                <a:srgbClr val="FFFF00"/>
              </a:solidFill>
              <a:latin typeface="+mn-lt"/>
              <a:ea typeface="华文楷体" panose="02010600040101010101" pitchFamily="2" charset="-122"/>
            </a:endParaRPr>
          </a:p>
          <a:p>
            <a:pPr algn="l" eaLnBrk="1" hangingPunct="1">
              <a:lnSpc>
                <a:spcPct val="80000"/>
              </a:lnSpc>
              <a:spcBef>
                <a:spcPct val="50000"/>
              </a:spcBef>
            </a:pPr>
            <a:r>
              <a:rPr lang="en-US" altLang="zh-CN" b="1" dirty="0" smtClean="0">
                <a:solidFill>
                  <a:srgbClr val="FFFF00"/>
                </a:solidFill>
                <a:latin typeface="+mn-lt"/>
                <a:ea typeface="华文楷体" panose="02010600040101010101" pitchFamily="2" charset="-122"/>
              </a:rPr>
              <a:t>       case </a:t>
            </a:r>
            <a:r>
              <a:rPr lang="en-US" altLang="zh-CN" b="1" dirty="0">
                <a:solidFill>
                  <a:srgbClr val="FFFF00"/>
                </a:solidFill>
                <a:latin typeface="+mn-lt"/>
                <a:ea typeface="华文楷体" panose="02010600040101010101" pitchFamily="2" charset="-122"/>
              </a:rPr>
              <a:t>2: </a:t>
            </a:r>
            <a:r>
              <a:rPr lang="en-US" altLang="zh-CN" b="1" dirty="0" err="1" smtClean="0">
                <a:solidFill>
                  <a:srgbClr val="FFFF00"/>
                </a:solidFill>
                <a:latin typeface="+mn-lt"/>
                <a:ea typeface="华文楷体" panose="02010600040101010101" pitchFamily="2" charset="-122"/>
              </a:rPr>
              <a:t>cout</a:t>
            </a:r>
            <a:r>
              <a:rPr lang="en-US" altLang="zh-CN" b="1" dirty="0" smtClean="0">
                <a:solidFill>
                  <a:srgbClr val="FFFF00"/>
                </a:solidFill>
                <a:latin typeface="+mn-lt"/>
                <a:ea typeface="华文楷体" panose="02010600040101010101" pitchFamily="2" charset="-122"/>
              </a:rPr>
              <a:t>&lt;&lt;“case2”&lt;&lt;</a:t>
            </a:r>
            <a:r>
              <a:rPr lang="en-US" altLang="zh-CN" b="1" dirty="0" err="1" smtClean="0">
                <a:solidFill>
                  <a:srgbClr val="FFFF00"/>
                </a:solidFill>
                <a:latin typeface="+mn-lt"/>
                <a:ea typeface="华文楷体" panose="02010600040101010101" pitchFamily="2" charset="-122"/>
              </a:rPr>
              <a:t>endl</a:t>
            </a:r>
            <a:r>
              <a:rPr lang="en-US" altLang="zh-CN" dirty="0" smtClean="0">
                <a:solidFill>
                  <a:srgbClr val="FFFF00"/>
                </a:solidFill>
                <a:latin typeface="+mn-lt"/>
                <a:ea typeface="华文楷体" panose="02010600040101010101" pitchFamily="2" charset="-122"/>
              </a:rPr>
              <a:t> </a:t>
            </a:r>
            <a:r>
              <a:rPr lang="en-US" altLang="zh-CN" dirty="0">
                <a:solidFill>
                  <a:srgbClr val="FFFF00"/>
                </a:solidFill>
                <a:latin typeface="+mn-lt"/>
                <a:ea typeface="华文楷体" panose="02010600040101010101" pitchFamily="2" charset="-122"/>
              </a:rPr>
              <a:t>;</a:t>
            </a:r>
            <a:endParaRPr lang="en-US" altLang="zh-CN" dirty="0">
              <a:solidFill>
                <a:srgbClr val="FFFF00"/>
              </a:solidFill>
              <a:latin typeface="+mn-lt"/>
              <a:ea typeface="华文楷体" panose="02010600040101010101" pitchFamily="2" charset="-122"/>
            </a:endParaRPr>
          </a:p>
        </p:txBody>
      </p:sp>
      <p:sp>
        <p:nvSpPr>
          <p:cNvPr id="3" name="Rectangle 2"/>
          <p:cNvSpPr>
            <a:spLocks noChangeArrowheads="1"/>
          </p:cNvSpPr>
          <p:nvPr/>
        </p:nvSpPr>
        <p:spPr bwMode="auto">
          <a:xfrm>
            <a:off x="457200" y="188640"/>
            <a:ext cx="8229600" cy="1139825"/>
          </a:xfrm>
          <a:prstGeom prst="rect">
            <a:avLst/>
          </a:prstGeom>
        </p:spPr>
        <p:txBody>
          <a:bodyPr>
            <a:noAutofit/>
          </a:bodyPr>
          <a:lstStyle/>
          <a:p>
            <a:pPr fontAlgn="auto">
              <a:spcAft>
                <a:spcPts val="0"/>
              </a:spcAft>
            </a:pPr>
            <a:r>
              <a:rPr lang="en-US" altLang="zh-CN" sz="3600" b="1" i="1" dirty="0">
                <a:solidFill>
                  <a:srgbClr val="FFFFFF"/>
                </a:solidFill>
                <a:effectLst>
                  <a:outerShdw blurRad="38100" dist="38100" dir="2700000" algn="tl">
                    <a:srgbClr val="000000"/>
                  </a:outerShdw>
                </a:effectLst>
                <a:ea typeface="隶书" panose="02010509060101010101" pitchFamily="49" charset="-122"/>
              </a:rPr>
              <a:t>2.4.2 </a:t>
            </a:r>
            <a:r>
              <a:rPr lang="zh-CN" altLang="en-US" sz="3600" b="1" i="1" dirty="0">
                <a:solidFill>
                  <a:srgbClr val="FFFFFF"/>
                </a:solidFill>
                <a:effectLst>
                  <a:outerShdw blurRad="38100" dist="38100" dir="2700000" algn="tl">
                    <a:srgbClr val="000000"/>
                  </a:outerShdw>
                </a:effectLst>
                <a:ea typeface="隶书" panose="02010509060101010101" pitchFamily="49" charset="-122"/>
              </a:rPr>
              <a:t>多重选择结构</a:t>
            </a:r>
            <a:r>
              <a:rPr lang="en-US" altLang="zh-CN" sz="3600" b="1" i="1" dirty="0">
                <a:solidFill>
                  <a:srgbClr val="FFFFFF"/>
                </a:solidFill>
                <a:effectLst>
                  <a:outerShdw blurRad="38100" dist="38100" dir="2700000" algn="tl">
                    <a:srgbClr val="000000"/>
                  </a:outerShdw>
                </a:effectLst>
                <a:ea typeface="隶书" panose="02010509060101010101" pitchFamily="49" charset="-122"/>
              </a:rPr>
              <a:t>—— </a:t>
            </a:r>
            <a:r>
              <a:rPr lang="en-US" altLang="zh-CN"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switch</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语句</a:t>
            </a:r>
            <a:endPar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endParaRPr>
          </a:p>
        </p:txBody>
      </p:sp>
    </p:spTree>
  </p:cSld>
  <p:clrMapOvr>
    <a:masterClrMapping/>
  </p:clrMapOvr>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ChangeArrowheads="1"/>
          </p:cNvSpPr>
          <p:nvPr/>
        </p:nvSpPr>
        <p:spPr bwMode="auto">
          <a:xfrm>
            <a:off x="812800" y="2205038"/>
            <a:ext cx="8137525" cy="4536330"/>
          </a:xfrm>
          <a:prstGeom prst="rect">
            <a:avLst/>
          </a:prstGeom>
          <a:solidFill>
            <a:schemeClr val="tx1"/>
          </a:solidFill>
          <a:ln w="9525">
            <a:solidFill>
              <a:srgbClr val="008000"/>
            </a:solidFill>
            <a:miter lim="800000"/>
          </a:ln>
        </p:spPr>
        <p:txBody>
          <a:bodyPr/>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75000"/>
              </a:lnSpc>
              <a:spcBef>
                <a:spcPct val="0"/>
              </a:spcBef>
              <a:buFont typeface="Wingdings" panose="05000000000000000000" pitchFamily="2" charset="2"/>
              <a:buNone/>
            </a:pPr>
            <a:r>
              <a:rPr lang="en-US" altLang="zh-CN" sz="1900" b="1" dirty="0" smtClean="0">
                <a:solidFill>
                  <a:srgbClr val="000000"/>
                </a:solidFill>
                <a:latin typeface="Times New Roman" panose="02020603050405020304" pitchFamily="18" charset="0"/>
                <a:ea typeface="华文楷体" panose="02010600040101010101" pitchFamily="2" charset="-122"/>
              </a:rPr>
              <a:t>//break</a:t>
            </a:r>
            <a:r>
              <a:rPr lang="zh-CN" altLang="en-US" sz="1900" b="1" dirty="0">
                <a:solidFill>
                  <a:srgbClr val="000000"/>
                </a:solidFill>
                <a:latin typeface="Times New Roman" panose="02020603050405020304" pitchFamily="18" charset="0"/>
                <a:ea typeface="华文楷体" panose="02010600040101010101" pitchFamily="2" charset="-122"/>
              </a:rPr>
              <a:t>语句在</a:t>
            </a:r>
            <a:r>
              <a:rPr lang="en-US" altLang="zh-CN" sz="1900" b="1" dirty="0">
                <a:solidFill>
                  <a:srgbClr val="000000"/>
                </a:solidFill>
                <a:latin typeface="Times New Roman" panose="02020603050405020304" pitchFamily="18" charset="0"/>
                <a:ea typeface="华文楷体" panose="02010600040101010101" pitchFamily="2" charset="-122"/>
              </a:rPr>
              <a:t>switch</a:t>
            </a:r>
            <a:r>
              <a:rPr lang="zh-CN" altLang="en-US" sz="1900" b="1" dirty="0">
                <a:solidFill>
                  <a:srgbClr val="000000"/>
                </a:solidFill>
                <a:latin typeface="Times New Roman" panose="02020603050405020304" pitchFamily="18" charset="0"/>
                <a:ea typeface="华文楷体" panose="02010600040101010101" pitchFamily="2" charset="-122"/>
              </a:rPr>
              <a:t>中的应用，错误版本</a:t>
            </a:r>
            <a:r>
              <a:rPr lang="zh-CN" altLang="en-US" sz="1900" b="1" dirty="0" smtClean="0">
                <a:solidFill>
                  <a:srgbClr val="000000"/>
                </a:solidFill>
                <a:latin typeface="Times New Roman" panose="02020603050405020304" pitchFamily="18" charset="0"/>
                <a:ea typeface="华文楷体" panose="02010600040101010101" pitchFamily="2" charset="-122"/>
              </a:rPr>
              <a:t>。</a:t>
            </a:r>
            <a:endParaRPr lang="en-US" altLang="zh-CN" sz="19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1900" b="1" dirty="0">
                <a:solidFill>
                  <a:srgbClr val="000000"/>
                </a:solidFill>
                <a:latin typeface="Times New Roman" panose="02020603050405020304" pitchFamily="18" charset="0"/>
                <a:ea typeface="华文楷体" panose="02010600040101010101" pitchFamily="2" charset="-122"/>
              </a:rPr>
              <a:t>#include </a:t>
            </a:r>
            <a:r>
              <a:rPr lang="en-US" altLang="zh-CN" sz="1900" b="1" dirty="0" smtClean="0">
                <a:solidFill>
                  <a:srgbClr val="000000"/>
                </a:solidFill>
                <a:latin typeface="Times New Roman" panose="02020603050405020304" pitchFamily="18" charset="0"/>
                <a:ea typeface="华文楷体" panose="02010600040101010101" pitchFamily="2" charset="-122"/>
              </a:rPr>
              <a:t>&lt;</a:t>
            </a:r>
            <a:r>
              <a:rPr lang="en-US" altLang="zh-CN" sz="1900" b="1" dirty="0" err="1">
                <a:solidFill>
                  <a:srgbClr val="000000"/>
                </a:solidFill>
                <a:latin typeface="Times New Roman" panose="02020603050405020304" pitchFamily="18" charset="0"/>
                <a:ea typeface="华文楷体" panose="02010600040101010101" pitchFamily="2" charset="-122"/>
              </a:rPr>
              <a:t>iostream</a:t>
            </a:r>
            <a:r>
              <a:rPr lang="en-US" altLang="zh-CN" sz="1900" b="1" dirty="0" smtClean="0">
                <a:solidFill>
                  <a:srgbClr val="000000"/>
                </a:solidFill>
                <a:latin typeface="Times New Roman" panose="02020603050405020304" pitchFamily="18" charset="0"/>
                <a:ea typeface="华文楷体" panose="02010600040101010101" pitchFamily="2" charset="-122"/>
              </a:rPr>
              <a:t>&gt;</a:t>
            </a:r>
            <a:endParaRPr lang="en-US" altLang="zh-CN" sz="19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1900" b="1" dirty="0" smtClean="0">
                <a:solidFill>
                  <a:srgbClr val="000000"/>
                </a:solidFill>
                <a:latin typeface="Times New Roman" panose="02020603050405020304" pitchFamily="18" charset="0"/>
                <a:ea typeface="华文楷体" panose="02010600040101010101" pitchFamily="2" charset="-122"/>
              </a:rPr>
              <a:t>using namespace </a:t>
            </a:r>
            <a:r>
              <a:rPr lang="en-US" altLang="zh-CN" sz="1900" b="1" dirty="0" err="1" smtClean="0">
                <a:solidFill>
                  <a:srgbClr val="000000"/>
                </a:solidFill>
                <a:latin typeface="Times New Roman" panose="02020603050405020304" pitchFamily="18" charset="0"/>
                <a:ea typeface="华文楷体" panose="02010600040101010101" pitchFamily="2" charset="-122"/>
              </a:rPr>
              <a:t>std</a:t>
            </a:r>
            <a:r>
              <a:rPr lang="en-US" altLang="zh-CN" sz="1900" b="1" dirty="0" smtClean="0">
                <a:solidFill>
                  <a:srgbClr val="000000"/>
                </a:solidFill>
                <a:latin typeface="Times New Roman" panose="02020603050405020304" pitchFamily="18" charset="0"/>
                <a:ea typeface="华文楷体" panose="02010600040101010101" pitchFamily="2" charset="-122"/>
              </a:rPr>
              <a:t>;</a:t>
            </a:r>
            <a:endParaRPr lang="en-US" altLang="zh-CN" sz="19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endParaRPr lang="en-US" altLang="zh-CN" sz="19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1900" b="1" dirty="0" err="1">
                <a:solidFill>
                  <a:srgbClr val="000000"/>
                </a:solidFill>
                <a:latin typeface="Times New Roman" panose="02020603050405020304" pitchFamily="18" charset="0"/>
                <a:ea typeface="华文楷体" panose="02010600040101010101" pitchFamily="2" charset="-122"/>
              </a:rPr>
              <a:t>int</a:t>
            </a:r>
            <a:r>
              <a:rPr lang="en-US" altLang="zh-CN" sz="1900" b="1" dirty="0">
                <a:solidFill>
                  <a:srgbClr val="000000"/>
                </a:solidFill>
                <a:latin typeface="Times New Roman" panose="02020603050405020304" pitchFamily="18" charset="0"/>
                <a:ea typeface="华文楷体" panose="02010600040101010101" pitchFamily="2" charset="-122"/>
              </a:rPr>
              <a:t>  main(void)</a:t>
            </a:r>
            <a:endParaRPr lang="en-US" altLang="zh-CN" sz="19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1900" b="1" dirty="0">
                <a:solidFill>
                  <a:srgbClr val="000000"/>
                </a:solidFill>
                <a:latin typeface="Times New Roman" panose="02020603050405020304" pitchFamily="18" charset="0"/>
                <a:ea typeface="华文楷体" panose="02010600040101010101" pitchFamily="2" charset="-122"/>
              </a:rPr>
              <a:t>{ 	</a:t>
            </a:r>
            <a:endParaRPr lang="en-US" altLang="zh-CN" sz="19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1900" b="1" dirty="0">
                <a:solidFill>
                  <a:srgbClr val="000000"/>
                </a:solidFill>
                <a:latin typeface="Times New Roman" panose="02020603050405020304" pitchFamily="18" charset="0"/>
                <a:ea typeface="华文楷体" panose="02010600040101010101" pitchFamily="2" charset="-122"/>
              </a:rPr>
              <a:t>        </a:t>
            </a:r>
            <a:r>
              <a:rPr lang="en-US" altLang="zh-CN" sz="1900" b="1" dirty="0" err="1">
                <a:solidFill>
                  <a:srgbClr val="000000"/>
                </a:solidFill>
                <a:latin typeface="Times New Roman" panose="02020603050405020304" pitchFamily="18" charset="0"/>
                <a:ea typeface="华文楷体" panose="02010600040101010101" pitchFamily="2" charset="-122"/>
              </a:rPr>
              <a:t>int</a:t>
            </a:r>
            <a:r>
              <a:rPr lang="en-US" altLang="zh-CN" sz="1900" b="1" dirty="0">
                <a:solidFill>
                  <a:srgbClr val="000000"/>
                </a:solidFill>
                <a:latin typeface="Times New Roman" panose="02020603050405020304" pitchFamily="18" charset="0"/>
                <a:ea typeface="华文楷体" panose="02010600040101010101" pitchFamily="2" charset="-122"/>
              </a:rPr>
              <a:t> x;</a:t>
            </a:r>
            <a:endParaRPr lang="en-US" altLang="zh-CN" sz="19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endParaRPr lang="en-US" altLang="zh-CN" sz="19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1900" b="1" dirty="0">
                <a:solidFill>
                  <a:srgbClr val="000000"/>
                </a:solidFill>
                <a:latin typeface="Times New Roman" panose="02020603050405020304" pitchFamily="18" charset="0"/>
                <a:ea typeface="华文楷体" panose="02010600040101010101" pitchFamily="2" charset="-122"/>
              </a:rPr>
              <a:t>  	  </a:t>
            </a:r>
            <a:r>
              <a:rPr lang="en-US" altLang="zh-CN" sz="1900" b="1" dirty="0" err="1" smtClean="0">
                <a:solidFill>
                  <a:srgbClr val="000000"/>
                </a:solidFill>
                <a:latin typeface="Times New Roman" panose="02020603050405020304" pitchFamily="18" charset="0"/>
                <a:ea typeface="华文楷体" panose="02010600040101010101" pitchFamily="2" charset="-122"/>
              </a:rPr>
              <a:t>cin</a:t>
            </a:r>
            <a:r>
              <a:rPr lang="en-US" altLang="zh-CN" sz="1900" b="1" dirty="0" smtClean="0">
                <a:solidFill>
                  <a:srgbClr val="000000"/>
                </a:solidFill>
                <a:latin typeface="Times New Roman" panose="02020603050405020304" pitchFamily="18" charset="0"/>
                <a:ea typeface="华文楷体" panose="02010600040101010101" pitchFamily="2" charset="-122"/>
              </a:rPr>
              <a:t>&gt;&gt;x;</a:t>
            </a:r>
            <a:endParaRPr lang="en-US" altLang="zh-CN" sz="19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endParaRPr lang="en-US" altLang="zh-CN" sz="19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1900" b="1" dirty="0">
                <a:solidFill>
                  <a:srgbClr val="000000"/>
                </a:solidFill>
                <a:latin typeface="Times New Roman" panose="02020603050405020304" pitchFamily="18" charset="0"/>
                <a:ea typeface="华文楷体" panose="02010600040101010101" pitchFamily="2" charset="-122"/>
              </a:rPr>
              <a:t>  	  switch(x) { </a:t>
            </a:r>
            <a:endParaRPr lang="en-US" altLang="zh-CN" sz="19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1900" b="1" dirty="0">
                <a:solidFill>
                  <a:srgbClr val="000000"/>
                </a:solidFill>
                <a:latin typeface="Times New Roman" panose="02020603050405020304" pitchFamily="18" charset="0"/>
                <a:ea typeface="华文楷体" panose="02010600040101010101" pitchFamily="2" charset="-122"/>
              </a:rPr>
              <a:t>              case 5:  </a:t>
            </a:r>
            <a:r>
              <a:rPr lang="en-US" altLang="zh-CN" sz="1900" b="1" dirty="0" err="1" smtClean="0">
                <a:solidFill>
                  <a:srgbClr val="000000"/>
                </a:solidFill>
                <a:latin typeface="Times New Roman" panose="02020603050405020304" pitchFamily="18" charset="0"/>
                <a:ea typeface="华文楷体" panose="02010600040101010101" pitchFamily="2" charset="-122"/>
              </a:rPr>
              <a:t>cout</a:t>
            </a:r>
            <a:r>
              <a:rPr lang="en-US" altLang="zh-CN" sz="1900" b="1" dirty="0" smtClean="0">
                <a:solidFill>
                  <a:srgbClr val="000000"/>
                </a:solidFill>
                <a:latin typeface="Times New Roman" panose="02020603050405020304" pitchFamily="18" charset="0"/>
                <a:ea typeface="华文楷体" panose="02010600040101010101" pitchFamily="2" charset="-122"/>
              </a:rPr>
              <a:t>&lt;&lt;“</a:t>
            </a:r>
            <a:r>
              <a:rPr lang="en-US" altLang="zh-CN" sz="1900" b="1" dirty="0">
                <a:solidFill>
                  <a:srgbClr val="000000"/>
                </a:solidFill>
                <a:latin typeface="Times New Roman" panose="02020603050405020304" pitchFamily="18" charset="0"/>
                <a:ea typeface="华文楷体" panose="02010600040101010101" pitchFamily="2" charset="-122"/>
              </a:rPr>
              <a:t>excellent</a:t>
            </a:r>
            <a:r>
              <a:rPr lang="en-US" altLang="zh-CN" sz="1900" b="1" dirty="0" smtClean="0">
                <a:solidFill>
                  <a:srgbClr val="000000"/>
                </a:solidFill>
                <a:latin typeface="Times New Roman" panose="02020603050405020304" pitchFamily="18" charset="0"/>
                <a:ea typeface="华文楷体" panose="02010600040101010101" pitchFamily="2" charset="-122"/>
              </a:rPr>
              <a:t>”;</a:t>
            </a:r>
            <a:endParaRPr lang="en-US" altLang="zh-CN" sz="19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1900" b="1" dirty="0">
                <a:solidFill>
                  <a:srgbClr val="000000"/>
                </a:solidFill>
                <a:latin typeface="Times New Roman" panose="02020603050405020304" pitchFamily="18" charset="0"/>
                <a:ea typeface="华文楷体" panose="02010600040101010101" pitchFamily="2" charset="-122"/>
              </a:rPr>
              <a:t>   	        case 4:  </a:t>
            </a:r>
            <a:r>
              <a:rPr lang="en-US" altLang="zh-CN" sz="1900" b="1" dirty="0" err="1" smtClean="0">
                <a:solidFill>
                  <a:srgbClr val="000000"/>
                </a:solidFill>
                <a:latin typeface="Times New Roman" panose="02020603050405020304" pitchFamily="18" charset="0"/>
                <a:ea typeface="华文楷体" panose="02010600040101010101" pitchFamily="2" charset="-122"/>
              </a:rPr>
              <a:t>cout</a:t>
            </a:r>
            <a:r>
              <a:rPr lang="en-US" altLang="zh-CN" sz="1900" b="1" dirty="0" smtClean="0">
                <a:solidFill>
                  <a:srgbClr val="000000"/>
                </a:solidFill>
                <a:latin typeface="Times New Roman" panose="02020603050405020304" pitchFamily="18" charset="0"/>
                <a:ea typeface="华文楷体" panose="02010600040101010101" pitchFamily="2" charset="-122"/>
              </a:rPr>
              <a:t>&lt;&lt;“Good”;</a:t>
            </a:r>
            <a:r>
              <a:rPr lang="en-US" altLang="zh-CN" sz="1900" b="1" dirty="0">
                <a:solidFill>
                  <a:srgbClr val="000000"/>
                </a:solidFill>
                <a:latin typeface="Times New Roman" panose="02020603050405020304" pitchFamily="18" charset="0"/>
                <a:ea typeface="华文楷体" panose="02010600040101010101" pitchFamily="2" charset="-122"/>
              </a:rPr>
              <a:t>	</a:t>
            </a:r>
            <a:endParaRPr lang="en-US" altLang="zh-CN" sz="19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1900" b="1" dirty="0">
                <a:solidFill>
                  <a:srgbClr val="000000"/>
                </a:solidFill>
                <a:latin typeface="Times New Roman" panose="02020603050405020304" pitchFamily="18" charset="0"/>
                <a:ea typeface="华文楷体" panose="02010600040101010101" pitchFamily="2" charset="-122"/>
              </a:rPr>
              <a:t>    	        case 3:  </a:t>
            </a:r>
            <a:r>
              <a:rPr lang="en-US" altLang="zh-CN" sz="1900" b="1" dirty="0" err="1" smtClean="0">
                <a:solidFill>
                  <a:srgbClr val="000000"/>
                </a:solidFill>
                <a:latin typeface="Times New Roman" panose="02020603050405020304" pitchFamily="18" charset="0"/>
                <a:ea typeface="华文楷体" panose="02010600040101010101" pitchFamily="2" charset="-122"/>
              </a:rPr>
              <a:t>cout</a:t>
            </a:r>
            <a:r>
              <a:rPr lang="en-US" altLang="zh-CN" sz="1900" b="1" dirty="0" smtClean="0">
                <a:solidFill>
                  <a:srgbClr val="000000"/>
                </a:solidFill>
                <a:latin typeface="Times New Roman" panose="02020603050405020304" pitchFamily="18" charset="0"/>
                <a:ea typeface="华文楷体" panose="02010600040101010101" pitchFamily="2" charset="-122"/>
              </a:rPr>
              <a:t>&lt;&lt;“Pass”;</a:t>
            </a:r>
            <a:endParaRPr lang="en-US" altLang="zh-CN" sz="19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1900" b="1" dirty="0">
                <a:solidFill>
                  <a:srgbClr val="000000"/>
                </a:solidFill>
                <a:latin typeface="Times New Roman" panose="02020603050405020304" pitchFamily="18" charset="0"/>
                <a:ea typeface="华文楷体" panose="02010600040101010101" pitchFamily="2" charset="-122"/>
              </a:rPr>
              <a:t>    	        case 2:  </a:t>
            </a:r>
            <a:r>
              <a:rPr lang="en-US" altLang="zh-CN" sz="1900" b="1" dirty="0" err="1" smtClean="0">
                <a:solidFill>
                  <a:srgbClr val="000000"/>
                </a:solidFill>
                <a:latin typeface="Times New Roman" panose="02020603050405020304" pitchFamily="18" charset="0"/>
                <a:ea typeface="华文楷体" panose="02010600040101010101" pitchFamily="2" charset="-122"/>
              </a:rPr>
              <a:t>cout</a:t>
            </a:r>
            <a:r>
              <a:rPr lang="en-US" altLang="zh-CN" sz="1900" b="1" dirty="0" smtClean="0">
                <a:solidFill>
                  <a:srgbClr val="000000"/>
                </a:solidFill>
                <a:latin typeface="Times New Roman" panose="02020603050405020304" pitchFamily="18" charset="0"/>
                <a:ea typeface="华文楷体" panose="02010600040101010101" pitchFamily="2" charset="-122"/>
              </a:rPr>
              <a:t>&lt;&lt;“Fail”; </a:t>
            </a:r>
            <a:endParaRPr lang="en-US" altLang="zh-CN" sz="19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1900" b="1" dirty="0">
                <a:solidFill>
                  <a:srgbClr val="000000"/>
                </a:solidFill>
                <a:latin typeface="Times New Roman" panose="02020603050405020304" pitchFamily="18" charset="0"/>
                <a:ea typeface="华文楷体" panose="02010600040101010101" pitchFamily="2" charset="-122"/>
              </a:rPr>
              <a:t>              default: </a:t>
            </a:r>
            <a:r>
              <a:rPr lang="en-US" altLang="zh-CN" sz="1900" b="1" dirty="0" err="1" smtClean="0">
                <a:solidFill>
                  <a:srgbClr val="000000"/>
                </a:solidFill>
                <a:latin typeface="Times New Roman" panose="02020603050405020304" pitchFamily="18" charset="0"/>
                <a:ea typeface="华文楷体" panose="02010600040101010101" pitchFamily="2" charset="-122"/>
              </a:rPr>
              <a:t>cout</a:t>
            </a:r>
            <a:r>
              <a:rPr lang="en-US" altLang="zh-CN" sz="1900" b="1" dirty="0" smtClean="0">
                <a:solidFill>
                  <a:srgbClr val="000000"/>
                </a:solidFill>
                <a:latin typeface="Times New Roman" panose="02020603050405020304" pitchFamily="18" charset="0"/>
                <a:ea typeface="华文楷体" panose="02010600040101010101" pitchFamily="2" charset="-122"/>
              </a:rPr>
              <a:t>&lt;&lt;“Poor”;</a:t>
            </a:r>
            <a:endParaRPr lang="en-US" altLang="zh-CN" sz="19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1900" b="1" dirty="0">
                <a:solidFill>
                  <a:srgbClr val="000000"/>
                </a:solidFill>
                <a:latin typeface="Times New Roman" panose="02020603050405020304" pitchFamily="18" charset="0"/>
                <a:ea typeface="华文楷体" panose="02010600040101010101" pitchFamily="2" charset="-122"/>
              </a:rPr>
              <a:t>         }</a:t>
            </a:r>
            <a:endParaRPr lang="en-US" altLang="zh-CN" sz="19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endParaRPr lang="en-US" altLang="zh-CN" sz="1900" b="1" dirty="0" smtClean="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1900" b="1" dirty="0">
                <a:solidFill>
                  <a:srgbClr val="000000"/>
                </a:solidFill>
                <a:latin typeface="Times New Roman" panose="02020603050405020304" pitchFamily="18" charset="0"/>
                <a:ea typeface="华文楷体" panose="02010600040101010101" pitchFamily="2" charset="-122"/>
              </a:rPr>
              <a:t> </a:t>
            </a:r>
            <a:r>
              <a:rPr lang="en-US" altLang="zh-CN" sz="1900" b="1" dirty="0" smtClean="0">
                <a:solidFill>
                  <a:srgbClr val="000000"/>
                </a:solidFill>
                <a:latin typeface="Times New Roman" panose="02020603050405020304" pitchFamily="18" charset="0"/>
                <a:ea typeface="华文楷体" panose="02010600040101010101" pitchFamily="2" charset="-122"/>
              </a:rPr>
              <a:t>       return </a:t>
            </a:r>
            <a:r>
              <a:rPr lang="en-US" altLang="zh-CN" sz="1900" b="1" dirty="0">
                <a:solidFill>
                  <a:srgbClr val="000000"/>
                </a:solidFill>
                <a:latin typeface="Times New Roman" panose="02020603050405020304" pitchFamily="18" charset="0"/>
                <a:ea typeface="华文楷体" panose="02010600040101010101" pitchFamily="2" charset="-122"/>
              </a:rPr>
              <a:t>0;</a:t>
            </a:r>
            <a:endParaRPr lang="en-US" altLang="zh-CN" sz="19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1900" b="1" dirty="0">
                <a:solidFill>
                  <a:srgbClr val="000000"/>
                </a:solidFill>
                <a:latin typeface="Times New Roman" panose="02020603050405020304" pitchFamily="18" charset="0"/>
                <a:ea typeface="华文楷体" panose="02010600040101010101" pitchFamily="2" charset="-122"/>
              </a:rPr>
              <a:t> </a:t>
            </a:r>
            <a:r>
              <a:rPr lang="en-US" altLang="zh-CN" sz="1900" b="1" dirty="0" smtClean="0">
                <a:solidFill>
                  <a:srgbClr val="000000"/>
                </a:solidFill>
                <a:latin typeface="Times New Roman" panose="02020603050405020304" pitchFamily="18" charset="0"/>
                <a:ea typeface="华文楷体" panose="02010600040101010101" pitchFamily="2" charset="-122"/>
              </a:rPr>
              <a:t>}</a:t>
            </a:r>
            <a:r>
              <a:rPr lang="en-US" altLang="zh-CN" sz="1900" b="1" dirty="0">
                <a:solidFill>
                  <a:srgbClr val="000000"/>
                </a:solidFill>
                <a:latin typeface="Times New Roman" panose="02020603050405020304" pitchFamily="18" charset="0"/>
                <a:ea typeface="华文楷体" panose="02010600040101010101" pitchFamily="2" charset="-122"/>
              </a:rPr>
              <a:t>	</a:t>
            </a:r>
            <a:endParaRPr lang="en-US" altLang="zh-CN" sz="1900" b="1" dirty="0">
              <a:solidFill>
                <a:srgbClr val="000000"/>
              </a:solidFill>
              <a:latin typeface="Times New Roman" panose="02020603050405020304" pitchFamily="18" charset="0"/>
              <a:ea typeface="华文楷体" panose="02010600040101010101" pitchFamily="2" charset="-122"/>
            </a:endParaRPr>
          </a:p>
        </p:txBody>
      </p:sp>
      <p:sp>
        <p:nvSpPr>
          <p:cNvPr id="193541" name="Rectangle 5"/>
          <p:cNvSpPr>
            <a:spLocks noChangeArrowheads="1"/>
          </p:cNvSpPr>
          <p:nvPr/>
        </p:nvSpPr>
        <p:spPr bwMode="auto">
          <a:xfrm>
            <a:off x="5795963" y="4149725"/>
            <a:ext cx="2376487" cy="792163"/>
          </a:xfrm>
          <a:prstGeom prst="rect">
            <a:avLst/>
          </a:prstGeom>
          <a:solidFill>
            <a:srgbClr val="000000"/>
          </a:solidFill>
          <a:ln w="9525" algn="ctr">
            <a:solidFill>
              <a:schemeClr val="tx1"/>
            </a:solidFill>
            <a:miter lim="800000"/>
          </a:ln>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0"/>
              </a:spcBef>
              <a:buClrTx/>
              <a:buSzTx/>
              <a:buFontTx/>
              <a:buNone/>
            </a:pPr>
            <a:r>
              <a:rPr lang="en-US" altLang="zh-CN" sz="2600" b="1">
                <a:latin typeface="Arial" panose="020B0604020202020204" pitchFamily="34" charset="0"/>
              </a:rPr>
              <a:t>3</a:t>
            </a:r>
            <a:r>
              <a:rPr lang="en-US" altLang="zh-CN" sz="2600" b="1">
                <a:latin typeface="宋体" panose="02010600030101010101" pitchFamily="2" charset="-122"/>
              </a:rPr>
              <a:t>↙</a:t>
            </a:r>
            <a:endParaRPr lang="en-US" altLang="zh-CN" sz="2600" b="1">
              <a:latin typeface="宋体" panose="02010600030101010101" pitchFamily="2" charset="-122"/>
            </a:endParaRPr>
          </a:p>
          <a:p>
            <a:pPr algn="l" eaLnBrk="1" hangingPunct="1">
              <a:spcBef>
                <a:spcPct val="0"/>
              </a:spcBef>
              <a:buClrTx/>
              <a:buSzTx/>
              <a:buFontTx/>
              <a:buNone/>
            </a:pPr>
            <a:r>
              <a:rPr lang="en-US" altLang="zh-CN" sz="2600" b="1">
                <a:latin typeface="Arial" panose="020B0604020202020204" pitchFamily="34" charset="0"/>
              </a:rPr>
              <a:t>PassFailPoor</a:t>
            </a:r>
            <a:endParaRPr lang="en-US" altLang="zh-CN" sz="2600" b="1">
              <a:latin typeface="Arial" panose="020B0604020202020204" pitchFamily="34" charset="0"/>
            </a:endParaRPr>
          </a:p>
        </p:txBody>
      </p:sp>
      <p:sp>
        <p:nvSpPr>
          <p:cNvPr id="193542" name="AutoShape 6"/>
          <p:cNvSpPr>
            <a:spLocks noChangeArrowheads="1"/>
          </p:cNvSpPr>
          <p:nvPr/>
        </p:nvSpPr>
        <p:spPr bwMode="auto">
          <a:xfrm>
            <a:off x="6300788" y="3141663"/>
            <a:ext cx="1368425" cy="576262"/>
          </a:xfrm>
          <a:prstGeom prst="cloudCallout">
            <a:avLst>
              <a:gd name="adj1" fmla="val 50926"/>
              <a:gd name="adj2" fmla="val 107574"/>
            </a:avLst>
          </a:prstGeom>
          <a:solidFill>
            <a:schemeClr val="accent1"/>
          </a:solidFill>
          <a:ln w="9525">
            <a:solidFill>
              <a:schemeClr val="tx1"/>
            </a:solidFill>
            <a:round/>
          </a:ln>
        </p:spPr>
        <p:txBody>
          <a:bodyPr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600" b="1" dirty="0">
                <a:latin typeface="Arial" panose="020B0604020202020204" pitchFamily="34" charset="0"/>
              </a:rPr>
              <a:t>Why?</a:t>
            </a:r>
            <a:endParaRPr lang="en-US" altLang="zh-CN" sz="2600" b="1" dirty="0">
              <a:latin typeface="Arial" panose="020B0604020202020204" pitchFamily="34" charset="0"/>
            </a:endParaRPr>
          </a:p>
        </p:txBody>
      </p:sp>
      <p:sp>
        <p:nvSpPr>
          <p:cNvPr id="27654" name="Rectangle 8"/>
          <p:cNvSpPr>
            <a:spLocks noChangeArrowheads="1"/>
          </p:cNvSpPr>
          <p:nvPr/>
        </p:nvSpPr>
        <p:spPr bwMode="auto">
          <a:xfrm>
            <a:off x="827088" y="1628775"/>
            <a:ext cx="8101012" cy="576263"/>
          </a:xfrm>
          <a:prstGeom prst="rect">
            <a:avLst/>
          </a:prstGeom>
          <a:solidFill>
            <a:srgbClr val="ECECEC"/>
          </a:solidFill>
          <a:ln w="9525">
            <a:solidFill>
              <a:srgbClr val="008080"/>
            </a:solidFill>
            <a:miter lim="800000"/>
          </a:ln>
        </p:spPr>
        <p:txBody>
          <a:bodyPr lIns="0" rIns="0"/>
          <a:lstStyle>
            <a:lvl1pPr marL="17462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Clr>
                <a:srgbClr val="000099"/>
              </a:buClr>
              <a:buFont typeface="Wingdings" panose="05000000000000000000" pitchFamily="2" charset="2"/>
              <a:buNone/>
            </a:pPr>
            <a:r>
              <a:rPr lang="zh-CN" altLang="en-US" sz="2800" b="1" dirty="0" smtClean="0">
                <a:solidFill>
                  <a:srgbClr val="CC0000"/>
                </a:solidFill>
                <a:latin typeface="Times New Roman" panose="02020603050405020304" pitchFamily="18" charset="0"/>
                <a:ea typeface="华文楷体" panose="02010600040101010101" pitchFamily="2" charset="-122"/>
              </a:rPr>
              <a:t>补充例题：</a:t>
            </a:r>
            <a:r>
              <a:rPr lang="en-US" altLang="zh-CN" sz="2800" b="1" dirty="0">
                <a:solidFill>
                  <a:srgbClr val="CC0000"/>
                </a:solidFill>
                <a:latin typeface="Times New Roman" panose="02020603050405020304" pitchFamily="18" charset="0"/>
                <a:ea typeface="华文楷体" panose="02010600040101010101" pitchFamily="2" charset="-122"/>
              </a:rPr>
              <a:t>switch</a:t>
            </a:r>
            <a:r>
              <a:rPr lang="zh-CN" altLang="en-US" sz="2800" b="1" dirty="0">
                <a:solidFill>
                  <a:srgbClr val="CC0000"/>
                </a:solidFill>
                <a:latin typeface="Times New Roman" panose="02020603050405020304" pitchFamily="18" charset="0"/>
                <a:ea typeface="华文楷体" panose="02010600040101010101" pitchFamily="2" charset="-122"/>
              </a:rPr>
              <a:t>语句使用错误范例</a:t>
            </a:r>
            <a:r>
              <a:rPr lang="zh-CN" altLang="en-US" sz="2800" b="1" dirty="0" smtClean="0">
                <a:solidFill>
                  <a:srgbClr val="CC0000"/>
                </a:solidFill>
                <a:latin typeface="Times New Roman" panose="02020603050405020304" pitchFamily="18" charset="0"/>
                <a:ea typeface="华文楷体" panose="02010600040101010101" pitchFamily="2" charset="-122"/>
              </a:rPr>
              <a:t>。</a:t>
            </a:r>
            <a:endParaRPr lang="zh-CN" altLang="en-US" sz="2000" b="1" dirty="0">
              <a:latin typeface="Times New Roman" panose="02020603050405020304" pitchFamily="18" charset="0"/>
              <a:ea typeface="华文楷体" panose="02010600040101010101" pitchFamily="2" charset="-122"/>
            </a:endParaRPr>
          </a:p>
        </p:txBody>
      </p:sp>
      <p:sp>
        <p:nvSpPr>
          <p:cNvPr id="7" name="Rectangle 2"/>
          <p:cNvSpPr>
            <a:spLocks noChangeArrowheads="1"/>
          </p:cNvSpPr>
          <p:nvPr/>
        </p:nvSpPr>
        <p:spPr bwMode="auto">
          <a:xfrm>
            <a:off x="457200" y="277813"/>
            <a:ext cx="8229600" cy="1139825"/>
          </a:xfrm>
          <a:prstGeom prst="rect">
            <a:avLst/>
          </a:prstGeom>
        </p:spPr>
        <p:txBody>
          <a:bodyPr>
            <a:noAutofit/>
          </a:bodyPr>
          <a:lstStyle/>
          <a:p>
            <a:pPr fontAlgn="auto">
              <a:spcAft>
                <a:spcPts val="0"/>
              </a:spcAft>
            </a:pPr>
            <a:r>
              <a:rPr lang="en-US" altLang="zh-CN" sz="3600" b="1" i="1" dirty="0">
                <a:solidFill>
                  <a:srgbClr val="FFFFFF"/>
                </a:solidFill>
                <a:effectLst>
                  <a:outerShdw blurRad="38100" dist="38100" dir="2700000" algn="tl">
                    <a:srgbClr val="000000"/>
                  </a:outerShdw>
                </a:effectLst>
                <a:ea typeface="隶书" panose="02010509060101010101" pitchFamily="49" charset="-122"/>
              </a:rPr>
              <a:t>2.4.2 </a:t>
            </a:r>
            <a:r>
              <a:rPr lang="zh-CN" altLang="en-US" sz="3600" b="1" i="1" dirty="0">
                <a:solidFill>
                  <a:srgbClr val="FFFFFF"/>
                </a:solidFill>
                <a:effectLst>
                  <a:outerShdw blurRad="38100" dist="38100" dir="2700000" algn="tl">
                    <a:srgbClr val="000000"/>
                  </a:outerShdw>
                </a:effectLst>
                <a:ea typeface="隶书" panose="02010509060101010101" pitchFamily="49" charset="-122"/>
              </a:rPr>
              <a:t>多重选择结构</a:t>
            </a:r>
            <a:r>
              <a:rPr lang="en-US" altLang="zh-CN" sz="3600" b="1" i="1" dirty="0">
                <a:solidFill>
                  <a:srgbClr val="FFFFFF"/>
                </a:solidFill>
                <a:effectLst>
                  <a:outerShdw blurRad="38100" dist="38100" dir="2700000" algn="tl">
                    <a:srgbClr val="000000"/>
                  </a:outerShdw>
                </a:effectLst>
                <a:ea typeface="隶书" panose="02010509060101010101" pitchFamily="49" charset="-122"/>
              </a:rPr>
              <a:t>——</a:t>
            </a:r>
            <a:r>
              <a:rPr lang="en-US" altLang="zh-CN"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 </a:t>
            </a:r>
            <a:r>
              <a:rPr lang="en-US" altLang="zh-CN"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switch</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语句</a:t>
            </a:r>
            <a:endPar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3541"/>
                                        </p:tgtEl>
                                        <p:attrNameLst>
                                          <p:attrName>style.visibility</p:attrName>
                                        </p:attrNameLst>
                                      </p:cBhvr>
                                      <p:to>
                                        <p:strVal val="visible"/>
                                      </p:to>
                                    </p:set>
                                    <p:animEffect transition="in" filter="blinds(horizontal)">
                                      <p:cBhvr>
                                        <p:cTn id="7" dur="500"/>
                                        <p:tgtEl>
                                          <p:spTgt spid="19354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3542"/>
                                        </p:tgtEl>
                                        <p:attrNameLst>
                                          <p:attrName>style.visibility</p:attrName>
                                        </p:attrNameLst>
                                      </p:cBhvr>
                                      <p:to>
                                        <p:strVal val="visible"/>
                                      </p:to>
                                    </p:set>
                                    <p:animEffect transition="in" filter="blinds(horizontal)">
                                      <p:cBhvr>
                                        <p:cTn id="12" dur="500"/>
                                        <p:tgtEl>
                                          <p:spTgt spid="193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1" grpId="0" animBg="1"/>
      <p:bldP spid="193542"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827088" y="2205038"/>
            <a:ext cx="8137525" cy="4464322"/>
          </a:xfrm>
          <a:prstGeom prst="rect">
            <a:avLst/>
          </a:prstGeom>
          <a:solidFill>
            <a:schemeClr val="tx1"/>
          </a:solidFill>
          <a:ln w="9525">
            <a:solidFill>
              <a:srgbClr val="008000"/>
            </a:solidFill>
            <a:miter lim="800000"/>
          </a:ln>
        </p:spPr>
        <p:txBody>
          <a:bodyPr/>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75000"/>
              </a:lnSpc>
              <a:spcBef>
                <a:spcPct val="0"/>
              </a:spcBef>
              <a:buFont typeface="Wingdings" panose="05000000000000000000" pitchFamily="2" charset="2"/>
              <a:buNone/>
            </a:pPr>
            <a:r>
              <a:rPr lang="en-US" altLang="zh-CN" sz="2000" b="1" dirty="0" smtClean="0">
                <a:solidFill>
                  <a:srgbClr val="000000"/>
                </a:solidFill>
                <a:latin typeface="Times New Roman" panose="02020603050405020304" pitchFamily="18" charset="0"/>
                <a:ea typeface="华文楷体" panose="02010600040101010101" pitchFamily="2" charset="-122"/>
              </a:rPr>
              <a:t>//break</a:t>
            </a:r>
            <a:r>
              <a:rPr lang="zh-CN" altLang="en-US" sz="2000" b="1" dirty="0">
                <a:solidFill>
                  <a:srgbClr val="000000"/>
                </a:solidFill>
                <a:latin typeface="Times New Roman" panose="02020603050405020304" pitchFamily="18" charset="0"/>
                <a:ea typeface="华文楷体" panose="02010600040101010101" pitchFamily="2" charset="-122"/>
              </a:rPr>
              <a:t>语句在</a:t>
            </a:r>
            <a:r>
              <a:rPr lang="en-US" altLang="zh-CN" sz="2000" b="1" dirty="0">
                <a:solidFill>
                  <a:srgbClr val="000000"/>
                </a:solidFill>
                <a:latin typeface="Times New Roman" panose="02020603050405020304" pitchFamily="18" charset="0"/>
                <a:ea typeface="华文楷体" panose="02010600040101010101" pitchFamily="2" charset="-122"/>
              </a:rPr>
              <a:t>switch</a:t>
            </a:r>
            <a:r>
              <a:rPr lang="zh-CN" altLang="en-US" sz="2000" b="1" dirty="0">
                <a:solidFill>
                  <a:srgbClr val="000000"/>
                </a:solidFill>
                <a:latin typeface="Times New Roman" panose="02020603050405020304" pitchFamily="18" charset="0"/>
                <a:ea typeface="华文楷体" panose="02010600040101010101" pitchFamily="2" charset="-122"/>
              </a:rPr>
              <a:t>中的应用，正确版本</a:t>
            </a:r>
            <a:r>
              <a:rPr lang="zh-CN" altLang="en-US" sz="2000" b="1" dirty="0" smtClean="0">
                <a:solidFill>
                  <a:srgbClr val="000000"/>
                </a:solidFill>
                <a:latin typeface="Times New Roman" panose="02020603050405020304" pitchFamily="18" charset="0"/>
                <a:ea typeface="华文楷体" panose="02010600040101010101" pitchFamily="2" charset="-122"/>
              </a:rPr>
              <a:t>。</a:t>
            </a:r>
            <a:endParaRPr lang="en-US" altLang="zh-CN" sz="2000" b="1" dirty="0" smtClean="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2000" b="1" dirty="0" smtClean="0">
                <a:solidFill>
                  <a:srgbClr val="000000"/>
                </a:solidFill>
                <a:latin typeface="Times New Roman" panose="02020603050405020304" pitchFamily="18" charset="0"/>
                <a:ea typeface="华文楷体" panose="02010600040101010101" pitchFamily="2" charset="-122"/>
              </a:rPr>
              <a:t>#include &lt;</a:t>
            </a:r>
            <a:r>
              <a:rPr lang="en-US" altLang="zh-CN" sz="2000" b="1" dirty="0" err="1" smtClean="0">
                <a:solidFill>
                  <a:srgbClr val="000000"/>
                </a:solidFill>
                <a:latin typeface="Times New Roman" panose="02020603050405020304" pitchFamily="18" charset="0"/>
                <a:ea typeface="华文楷体" panose="02010600040101010101" pitchFamily="2" charset="-122"/>
              </a:rPr>
              <a:t>iostream</a:t>
            </a:r>
            <a:r>
              <a:rPr lang="en-US" altLang="zh-CN" sz="2000" b="1" dirty="0" smtClean="0">
                <a:solidFill>
                  <a:srgbClr val="000000"/>
                </a:solidFill>
                <a:latin typeface="Times New Roman" panose="02020603050405020304" pitchFamily="18" charset="0"/>
                <a:ea typeface="华文楷体" panose="02010600040101010101" pitchFamily="2" charset="-122"/>
              </a:rPr>
              <a:t>&gt;</a:t>
            </a:r>
            <a:endParaRPr lang="en-US" altLang="zh-CN" sz="2000" b="1" dirty="0" smtClean="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2000" b="1" dirty="0" smtClean="0">
                <a:solidFill>
                  <a:srgbClr val="000000"/>
                </a:solidFill>
                <a:latin typeface="Times New Roman" panose="02020603050405020304" pitchFamily="18" charset="0"/>
                <a:ea typeface="华文楷体" panose="02010600040101010101" pitchFamily="2" charset="-122"/>
              </a:rPr>
              <a:t>using namespace </a:t>
            </a:r>
            <a:r>
              <a:rPr lang="en-US" altLang="zh-CN" sz="2000" b="1" dirty="0" err="1" smtClean="0">
                <a:solidFill>
                  <a:srgbClr val="000000"/>
                </a:solidFill>
                <a:latin typeface="Times New Roman" panose="02020603050405020304" pitchFamily="18" charset="0"/>
                <a:ea typeface="华文楷体" panose="02010600040101010101" pitchFamily="2" charset="-122"/>
              </a:rPr>
              <a:t>std</a:t>
            </a:r>
            <a:r>
              <a:rPr lang="en-US" altLang="zh-CN" sz="2000" b="1" dirty="0" smtClean="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endParaRPr lang="en-US" altLang="zh-CN" sz="20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main(void)</a:t>
            </a:r>
            <a:endParaRPr lang="en-US" altLang="zh-CN" sz="20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x</a:t>
            </a:r>
            <a:r>
              <a:rPr lang="en-US" altLang="zh-CN" sz="2000" b="1" dirty="0" smtClean="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smtClean="0">
                <a:solidFill>
                  <a:srgbClr val="000000"/>
                </a:solidFill>
                <a:latin typeface="Times New Roman" panose="02020603050405020304" pitchFamily="18" charset="0"/>
                <a:ea typeface="华文楷体" panose="02010600040101010101" pitchFamily="2" charset="-122"/>
              </a:rPr>
              <a:t>cin</a:t>
            </a:r>
            <a:r>
              <a:rPr lang="en-US" altLang="zh-CN" sz="2000" b="1" dirty="0" smtClean="0">
                <a:solidFill>
                  <a:srgbClr val="000000"/>
                </a:solidFill>
                <a:latin typeface="Times New Roman" panose="02020603050405020304" pitchFamily="18" charset="0"/>
                <a:ea typeface="华文楷体" panose="02010600040101010101" pitchFamily="2" charset="-122"/>
              </a:rPr>
              <a:t>&gt;&gt;x;</a:t>
            </a:r>
            <a:endParaRPr lang="en-US" altLang="zh-CN" sz="20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endParaRPr lang="en-US" altLang="zh-CN" sz="20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2000" b="1" dirty="0">
                <a:solidFill>
                  <a:srgbClr val="000000"/>
                </a:solidFill>
                <a:latin typeface="Times New Roman" panose="02020603050405020304" pitchFamily="18" charset="0"/>
                <a:ea typeface="华文楷体" panose="02010600040101010101" pitchFamily="2" charset="-122"/>
              </a:rPr>
              <a:t>  	  switch(x) { </a:t>
            </a:r>
            <a:endParaRPr lang="en-US" altLang="zh-CN" sz="20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2000" b="1" dirty="0">
                <a:solidFill>
                  <a:srgbClr val="000000"/>
                </a:solidFill>
                <a:latin typeface="Times New Roman" panose="02020603050405020304" pitchFamily="18" charset="0"/>
                <a:ea typeface="华文楷体" panose="02010600040101010101" pitchFamily="2" charset="-122"/>
              </a:rPr>
              <a:t>              case 5:  </a:t>
            </a:r>
            <a:r>
              <a:rPr lang="en-US" altLang="zh-CN" sz="2000" b="1" dirty="0" err="1" smtClean="0">
                <a:solidFill>
                  <a:srgbClr val="000000"/>
                </a:solidFill>
                <a:latin typeface="Times New Roman" panose="02020603050405020304" pitchFamily="18" charset="0"/>
                <a:ea typeface="华文楷体" panose="02010600040101010101" pitchFamily="2" charset="-122"/>
              </a:rPr>
              <a:t>cout</a:t>
            </a:r>
            <a:r>
              <a:rPr lang="en-US" altLang="zh-CN" sz="2000" b="1" dirty="0" smtClean="0">
                <a:solidFill>
                  <a:srgbClr val="000000"/>
                </a:solidFill>
                <a:latin typeface="Times New Roman" panose="02020603050405020304" pitchFamily="18" charset="0"/>
                <a:ea typeface="华文楷体" panose="02010600040101010101" pitchFamily="2" charset="-122"/>
              </a:rPr>
              <a:t>&lt;&lt;“</a:t>
            </a:r>
            <a:r>
              <a:rPr lang="en-US" altLang="zh-CN" sz="2000" b="1" dirty="0">
                <a:solidFill>
                  <a:srgbClr val="000000"/>
                </a:solidFill>
                <a:latin typeface="Times New Roman" panose="02020603050405020304" pitchFamily="18" charset="0"/>
                <a:ea typeface="华文楷体" panose="02010600040101010101" pitchFamily="2" charset="-122"/>
              </a:rPr>
              <a:t>excellent</a:t>
            </a:r>
            <a:r>
              <a:rPr lang="en-US" altLang="zh-CN" sz="2000" b="1" dirty="0" smtClean="0">
                <a:solidFill>
                  <a:srgbClr val="000000"/>
                </a:solidFill>
                <a:latin typeface="Times New Roman" panose="02020603050405020304" pitchFamily="18" charset="0"/>
                <a:ea typeface="华文楷体" panose="02010600040101010101" pitchFamily="2" charset="-122"/>
              </a:rPr>
              <a:t>”;   break</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2000" b="1" dirty="0">
                <a:solidFill>
                  <a:srgbClr val="000000"/>
                </a:solidFill>
                <a:latin typeface="Times New Roman" panose="02020603050405020304" pitchFamily="18" charset="0"/>
                <a:ea typeface="华文楷体" panose="02010600040101010101" pitchFamily="2" charset="-122"/>
              </a:rPr>
              <a:t>   	        case 4:  </a:t>
            </a:r>
            <a:r>
              <a:rPr lang="en-US" altLang="zh-CN" sz="2000" b="1" dirty="0" err="1" smtClean="0">
                <a:solidFill>
                  <a:srgbClr val="000000"/>
                </a:solidFill>
                <a:latin typeface="Times New Roman" panose="02020603050405020304" pitchFamily="18" charset="0"/>
                <a:ea typeface="华文楷体" panose="02010600040101010101" pitchFamily="2" charset="-122"/>
              </a:rPr>
              <a:t>cout</a:t>
            </a:r>
            <a:r>
              <a:rPr lang="en-US" altLang="zh-CN" sz="2000" b="1" dirty="0" smtClean="0">
                <a:solidFill>
                  <a:srgbClr val="000000"/>
                </a:solidFill>
                <a:latin typeface="Times New Roman" panose="02020603050405020304" pitchFamily="18" charset="0"/>
                <a:ea typeface="华文楷体" panose="02010600040101010101" pitchFamily="2" charset="-122"/>
              </a:rPr>
              <a:t>&lt;&lt;“Good”;    	     break</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2000" b="1" dirty="0">
                <a:solidFill>
                  <a:srgbClr val="000000"/>
                </a:solidFill>
                <a:latin typeface="Times New Roman" panose="02020603050405020304" pitchFamily="18" charset="0"/>
                <a:ea typeface="华文楷体" panose="02010600040101010101" pitchFamily="2" charset="-122"/>
              </a:rPr>
              <a:t>    	        case 3:  </a:t>
            </a:r>
            <a:r>
              <a:rPr lang="en-US" altLang="zh-CN" sz="2000" b="1" dirty="0" err="1" smtClean="0">
                <a:solidFill>
                  <a:srgbClr val="000000"/>
                </a:solidFill>
                <a:latin typeface="Times New Roman" panose="02020603050405020304" pitchFamily="18" charset="0"/>
                <a:ea typeface="华文楷体" panose="02010600040101010101" pitchFamily="2" charset="-122"/>
              </a:rPr>
              <a:t>cout</a:t>
            </a:r>
            <a:r>
              <a:rPr lang="en-US" altLang="zh-CN" sz="2000" b="1" dirty="0" smtClean="0">
                <a:solidFill>
                  <a:srgbClr val="000000"/>
                </a:solidFill>
                <a:latin typeface="Times New Roman" panose="02020603050405020304" pitchFamily="18" charset="0"/>
                <a:ea typeface="华文楷体" panose="02010600040101010101" pitchFamily="2" charset="-122"/>
              </a:rPr>
              <a:t>&lt;&lt;“Pass”; 	     break</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2000" b="1" dirty="0">
                <a:solidFill>
                  <a:srgbClr val="000000"/>
                </a:solidFill>
                <a:latin typeface="Times New Roman" panose="02020603050405020304" pitchFamily="18" charset="0"/>
                <a:ea typeface="华文楷体" panose="02010600040101010101" pitchFamily="2" charset="-122"/>
              </a:rPr>
              <a:t>    	        case 2:  </a:t>
            </a:r>
            <a:r>
              <a:rPr lang="en-US" altLang="zh-CN" sz="2000" b="1" dirty="0" err="1" smtClean="0">
                <a:solidFill>
                  <a:srgbClr val="000000"/>
                </a:solidFill>
                <a:latin typeface="Times New Roman" panose="02020603050405020304" pitchFamily="18" charset="0"/>
                <a:ea typeface="华文楷体" panose="02010600040101010101" pitchFamily="2" charset="-122"/>
              </a:rPr>
              <a:t>cout</a:t>
            </a:r>
            <a:r>
              <a:rPr lang="en-US" altLang="zh-CN" sz="2000" b="1" dirty="0" smtClean="0">
                <a:solidFill>
                  <a:srgbClr val="000000"/>
                </a:solidFill>
                <a:latin typeface="Times New Roman" panose="02020603050405020304" pitchFamily="18" charset="0"/>
                <a:ea typeface="华文楷体" panose="02010600040101010101" pitchFamily="2" charset="-122"/>
              </a:rPr>
              <a:t>&lt;&lt;“Fail”;            break</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smtClean="0">
                <a:solidFill>
                  <a:srgbClr val="000000"/>
                </a:solidFill>
                <a:latin typeface="Times New Roman" panose="02020603050405020304" pitchFamily="18" charset="0"/>
                <a:ea typeface="华文楷体" panose="02010600040101010101" pitchFamily="2" charset="-122"/>
              </a:rPr>
              <a:t>default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smtClean="0">
                <a:solidFill>
                  <a:srgbClr val="000000"/>
                </a:solidFill>
                <a:latin typeface="Times New Roman" panose="02020603050405020304" pitchFamily="18" charset="0"/>
                <a:ea typeface="华文楷体" panose="02010600040101010101" pitchFamily="2" charset="-122"/>
              </a:rPr>
              <a:t>cout</a:t>
            </a:r>
            <a:r>
              <a:rPr lang="en-US" altLang="zh-CN" sz="2000" b="1" dirty="0" smtClean="0">
                <a:solidFill>
                  <a:srgbClr val="000000"/>
                </a:solidFill>
                <a:latin typeface="Times New Roman" panose="02020603050405020304" pitchFamily="18" charset="0"/>
                <a:ea typeface="华文楷体" panose="02010600040101010101" pitchFamily="2" charset="-122"/>
              </a:rPr>
              <a:t>&lt;&lt;“Poor”;</a:t>
            </a:r>
            <a:endParaRPr lang="en-US" altLang="zh-CN" sz="20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smtClean="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endParaRPr lang="en-US" altLang="zh-CN" sz="20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smtClean="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return 0;</a:t>
            </a:r>
            <a:endParaRPr lang="en-US" altLang="zh-CN" sz="2000" b="1" dirty="0">
              <a:solidFill>
                <a:srgbClr val="000000"/>
              </a:solidFill>
              <a:latin typeface="Times New Roman" panose="02020603050405020304" pitchFamily="18" charset="0"/>
              <a:ea typeface="华文楷体" panose="02010600040101010101" pitchFamily="2" charset="-122"/>
            </a:endParaRPr>
          </a:p>
          <a:p>
            <a:pPr algn="l" eaLnBrk="1" hangingPunct="1">
              <a:lnSpc>
                <a:spcPct val="75000"/>
              </a:lnSpc>
              <a:spcBef>
                <a:spcPct val="0"/>
              </a:spcBef>
              <a:buFont typeface="Wingdings" panose="05000000000000000000" pitchFamily="2" charset="2"/>
              <a:buNone/>
            </a:pPr>
            <a:r>
              <a:rPr lang="en-US" altLang="zh-CN" sz="2000" b="1" dirty="0" smtClean="0">
                <a:solidFill>
                  <a:srgbClr val="000000"/>
                </a:solidFill>
                <a:latin typeface="Times New Roman" panose="02020603050405020304" pitchFamily="18" charset="0"/>
                <a:ea typeface="华文楷体" panose="02010600040101010101" pitchFamily="2" charset="-122"/>
              </a:rPr>
              <a:t>}</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196611" name="Rectangle 3"/>
          <p:cNvSpPr>
            <a:spLocks noChangeArrowheads="1"/>
          </p:cNvSpPr>
          <p:nvPr/>
        </p:nvSpPr>
        <p:spPr bwMode="auto">
          <a:xfrm>
            <a:off x="6559550" y="4221163"/>
            <a:ext cx="2376488" cy="792162"/>
          </a:xfrm>
          <a:prstGeom prst="rect">
            <a:avLst/>
          </a:prstGeom>
          <a:solidFill>
            <a:srgbClr val="000000"/>
          </a:solidFill>
          <a:ln w="9525" algn="ctr">
            <a:solidFill>
              <a:schemeClr val="tx1"/>
            </a:solidFill>
            <a:miter lim="800000"/>
          </a:ln>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0"/>
              </a:spcBef>
              <a:buClrTx/>
              <a:buSzTx/>
              <a:buFontTx/>
              <a:buNone/>
            </a:pPr>
            <a:r>
              <a:rPr lang="en-US" altLang="zh-CN" sz="2600" b="1">
                <a:latin typeface="Arial" panose="020B0604020202020204" pitchFamily="34" charset="0"/>
              </a:rPr>
              <a:t>3</a:t>
            </a:r>
            <a:r>
              <a:rPr lang="en-US" altLang="zh-CN" sz="2600" b="1">
                <a:latin typeface="宋体" panose="02010600030101010101" pitchFamily="2" charset="-122"/>
              </a:rPr>
              <a:t>↙</a:t>
            </a:r>
            <a:endParaRPr lang="en-US" altLang="zh-CN" sz="2600" b="1">
              <a:latin typeface="宋体" panose="02010600030101010101" pitchFamily="2" charset="-122"/>
            </a:endParaRPr>
          </a:p>
          <a:p>
            <a:pPr algn="l" eaLnBrk="1" hangingPunct="1">
              <a:spcBef>
                <a:spcPct val="0"/>
              </a:spcBef>
              <a:buClrTx/>
              <a:buSzTx/>
              <a:buFontTx/>
              <a:buNone/>
            </a:pPr>
            <a:r>
              <a:rPr lang="en-US" altLang="zh-CN" sz="2600" b="1">
                <a:latin typeface="Arial" panose="020B0604020202020204" pitchFamily="34" charset="0"/>
              </a:rPr>
              <a:t>Pass</a:t>
            </a:r>
            <a:endParaRPr lang="en-US" altLang="zh-CN" sz="2600" b="1">
              <a:latin typeface="Arial" panose="020B0604020202020204" pitchFamily="34" charset="0"/>
            </a:endParaRPr>
          </a:p>
        </p:txBody>
      </p:sp>
      <p:sp>
        <p:nvSpPr>
          <p:cNvPr id="28677" name="Rectangle 6"/>
          <p:cNvSpPr>
            <a:spLocks noChangeArrowheads="1"/>
          </p:cNvSpPr>
          <p:nvPr/>
        </p:nvSpPr>
        <p:spPr bwMode="auto">
          <a:xfrm>
            <a:off x="827088" y="1268413"/>
            <a:ext cx="8101012" cy="935037"/>
          </a:xfrm>
          <a:prstGeom prst="rect">
            <a:avLst/>
          </a:prstGeom>
          <a:solidFill>
            <a:srgbClr val="ECECEC"/>
          </a:solidFill>
          <a:ln w="9525">
            <a:solidFill>
              <a:srgbClr val="008080"/>
            </a:solidFill>
            <a:miter lim="800000"/>
          </a:ln>
        </p:spPr>
        <p:txBody>
          <a:bodyPr lIns="0" rIns="0"/>
          <a:lstStyle>
            <a:lvl1pPr marL="17462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Clr>
                <a:srgbClr val="000099"/>
              </a:buClr>
              <a:buFont typeface="Wingdings" panose="05000000000000000000" pitchFamily="2" charset="2"/>
              <a:buNone/>
            </a:pPr>
            <a:r>
              <a:rPr lang="zh-CN" altLang="en-US" sz="2800" b="1" dirty="0" smtClean="0">
                <a:solidFill>
                  <a:srgbClr val="CC0000"/>
                </a:solidFill>
                <a:latin typeface="Times New Roman" panose="02020603050405020304" pitchFamily="18" charset="0"/>
                <a:ea typeface="华文楷体" panose="02010600040101010101" pitchFamily="2" charset="-122"/>
              </a:rPr>
              <a:t>例题：</a:t>
            </a:r>
            <a:r>
              <a:rPr lang="en-US" altLang="zh-CN" sz="2800" b="1" dirty="0">
                <a:solidFill>
                  <a:srgbClr val="CC0000"/>
                </a:solidFill>
                <a:latin typeface="Times New Roman" panose="02020603050405020304" pitchFamily="18" charset="0"/>
                <a:ea typeface="华文楷体" panose="02010600040101010101" pitchFamily="2" charset="-122"/>
              </a:rPr>
              <a:t>switch</a:t>
            </a:r>
            <a:r>
              <a:rPr lang="zh-CN" altLang="en-US" sz="2800" b="1" dirty="0">
                <a:solidFill>
                  <a:srgbClr val="CC0000"/>
                </a:solidFill>
                <a:latin typeface="Times New Roman" panose="02020603050405020304" pitchFamily="18" charset="0"/>
                <a:ea typeface="华文楷体" panose="02010600040101010101" pitchFamily="2" charset="-122"/>
              </a:rPr>
              <a:t>语句正确使用</a:t>
            </a:r>
            <a:r>
              <a:rPr lang="zh-CN" altLang="en-US" sz="2800" b="1" dirty="0" smtClean="0">
                <a:solidFill>
                  <a:srgbClr val="CC0000"/>
                </a:solidFill>
                <a:latin typeface="Times New Roman" panose="02020603050405020304" pitchFamily="18" charset="0"/>
                <a:ea typeface="华文楷体" panose="02010600040101010101" pitchFamily="2" charset="-122"/>
              </a:rPr>
              <a:t>范例。</a:t>
            </a:r>
            <a:endParaRPr lang="zh-CN" altLang="en-US" sz="2400" b="1" dirty="0">
              <a:latin typeface="Times New Roman" panose="02020603050405020304" pitchFamily="18" charset="0"/>
              <a:ea typeface="华文楷体" panose="02010600040101010101" pitchFamily="2" charset="-122"/>
            </a:endParaRPr>
          </a:p>
        </p:txBody>
      </p:sp>
      <p:sp>
        <p:nvSpPr>
          <p:cNvPr id="6" name="Rectangle 2"/>
          <p:cNvSpPr>
            <a:spLocks noChangeArrowheads="1"/>
          </p:cNvSpPr>
          <p:nvPr/>
        </p:nvSpPr>
        <p:spPr bwMode="auto">
          <a:xfrm>
            <a:off x="457200" y="277813"/>
            <a:ext cx="8229600" cy="1139825"/>
          </a:xfrm>
          <a:prstGeom prst="rect">
            <a:avLst/>
          </a:prstGeom>
        </p:spPr>
        <p:txBody>
          <a:bodyPr>
            <a:noAutofit/>
          </a:bodyPr>
          <a:lstStyle/>
          <a:p>
            <a:pPr fontAlgn="auto">
              <a:spcAft>
                <a:spcPts val="0"/>
              </a:spcAft>
            </a:pPr>
            <a:r>
              <a:rPr lang="en-US" altLang="zh-CN" sz="3600" b="1" i="1" dirty="0">
                <a:solidFill>
                  <a:srgbClr val="FFFFFF"/>
                </a:solidFill>
                <a:effectLst>
                  <a:outerShdw blurRad="38100" dist="38100" dir="2700000" algn="tl">
                    <a:srgbClr val="000000"/>
                  </a:outerShdw>
                </a:effectLst>
                <a:ea typeface="隶书" panose="02010509060101010101" pitchFamily="49" charset="-122"/>
              </a:rPr>
              <a:t>2.4.2 </a:t>
            </a:r>
            <a:r>
              <a:rPr lang="zh-CN" altLang="en-US" sz="3600" b="1" i="1" dirty="0">
                <a:solidFill>
                  <a:srgbClr val="FFFFFF"/>
                </a:solidFill>
                <a:effectLst>
                  <a:outerShdw blurRad="38100" dist="38100" dir="2700000" algn="tl">
                    <a:srgbClr val="000000"/>
                  </a:outerShdw>
                </a:effectLst>
                <a:ea typeface="隶书" panose="02010509060101010101" pitchFamily="49" charset="-122"/>
              </a:rPr>
              <a:t>多重选择结构</a:t>
            </a:r>
            <a:r>
              <a:rPr lang="en-US" altLang="zh-CN" sz="3600" b="1" i="1" dirty="0">
                <a:solidFill>
                  <a:srgbClr val="FFFFFF"/>
                </a:solidFill>
                <a:effectLst>
                  <a:outerShdw blurRad="38100" dist="38100" dir="2700000" algn="tl">
                    <a:srgbClr val="000000"/>
                  </a:outerShdw>
                </a:effectLst>
                <a:ea typeface="隶书" panose="02010509060101010101" pitchFamily="49" charset="-122"/>
              </a:rPr>
              <a:t>——</a:t>
            </a:r>
            <a:r>
              <a:rPr lang="en-US" altLang="zh-CN"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 </a:t>
            </a:r>
            <a:r>
              <a:rPr lang="en-US" altLang="zh-CN"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switch</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语句</a:t>
            </a:r>
            <a:endPar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6611"/>
                                        </p:tgtEl>
                                        <p:attrNameLst>
                                          <p:attrName>style.visibility</p:attrName>
                                        </p:attrNameLst>
                                      </p:cBhvr>
                                      <p:to>
                                        <p:strVal val="visible"/>
                                      </p:to>
                                    </p:set>
                                    <p:animEffect transition="in" filter="blinds(horizontal)">
                                      <p:cBhvr>
                                        <p:cTn id="7" dur="500"/>
                                        <p:tgtEl>
                                          <p:spTgt spid="196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1"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内容占位符 2"/>
          <p:cNvSpPr>
            <a:spLocks noGrp="1"/>
          </p:cNvSpPr>
          <p:nvPr>
            <p:ph idx="1"/>
          </p:nvPr>
        </p:nvSpPr>
        <p:spPr>
          <a:xfrm>
            <a:off x="1259632" y="2564904"/>
            <a:ext cx="6966545" cy="1152128"/>
          </a:xfrm>
        </p:spPr>
        <p:txBody>
          <a:bodyPr/>
          <a:lstStyle/>
          <a:p>
            <a:pPr marL="0" indent="0" eaLnBrk="1" hangingPunct="1">
              <a:buNone/>
            </a:pPr>
            <a:r>
              <a:rPr lang="zh-CN" altLang="en-US" b="1" dirty="0" smtClean="0">
                <a:ea typeface="+mj-ea"/>
              </a:rPr>
              <a:t>例</a:t>
            </a:r>
            <a:r>
              <a:rPr lang="en-US" altLang="zh-CN" b="1" dirty="0" smtClean="0">
                <a:ea typeface="+mj-ea"/>
              </a:rPr>
              <a:t>2-4</a:t>
            </a:r>
            <a:r>
              <a:rPr lang="zh-CN" altLang="en-US" b="1" dirty="0" smtClean="0">
                <a:ea typeface="+mj-ea"/>
              </a:rPr>
              <a:t>：</a:t>
            </a:r>
            <a:r>
              <a:rPr lang="en-US" altLang="zh-CN" b="1" dirty="0" smtClean="0">
                <a:ea typeface="+mj-ea"/>
              </a:rPr>
              <a:t> </a:t>
            </a:r>
            <a:r>
              <a:rPr lang="zh-CN" altLang="en-US" b="1" dirty="0" smtClean="0">
                <a:ea typeface="+mj-ea"/>
              </a:rPr>
              <a:t>输入一个</a:t>
            </a:r>
            <a:r>
              <a:rPr lang="en-US" altLang="zh-CN" b="1" dirty="0" smtClean="0">
                <a:ea typeface="+mj-ea"/>
              </a:rPr>
              <a:t>0~6</a:t>
            </a:r>
            <a:r>
              <a:rPr lang="zh-CN" altLang="en-US" b="1" dirty="0" smtClean="0">
                <a:ea typeface="+mj-ea"/>
              </a:rPr>
              <a:t>的整数，转换成星期输出。</a:t>
            </a:r>
            <a:endParaRPr lang="zh-CN" altLang="en-US" sz="2800" b="1" dirty="0" smtClean="0">
              <a:ea typeface="+mj-ea"/>
            </a:endParaRPr>
          </a:p>
        </p:txBody>
      </p:sp>
      <p:sp>
        <p:nvSpPr>
          <p:cNvPr id="6" name="Rectangle 2"/>
          <p:cNvSpPr>
            <a:spLocks noChangeArrowheads="1"/>
          </p:cNvSpPr>
          <p:nvPr/>
        </p:nvSpPr>
        <p:spPr bwMode="auto">
          <a:xfrm>
            <a:off x="457200" y="277813"/>
            <a:ext cx="8229600" cy="1139825"/>
          </a:xfrm>
          <a:prstGeom prst="rect">
            <a:avLst/>
          </a:prstGeom>
        </p:spPr>
        <p:txBody>
          <a:bodyPr>
            <a:noAutofit/>
          </a:bodyPr>
          <a:lstStyle/>
          <a:p>
            <a:pPr fontAlgn="auto">
              <a:spcAft>
                <a:spcPts val="0"/>
              </a:spcAft>
            </a:pPr>
            <a:r>
              <a:rPr lang="en-US" altLang="zh-CN" sz="3600" b="1" i="1" dirty="0">
                <a:solidFill>
                  <a:srgbClr val="FFFFFF"/>
                </a:solidFill>
                <a:effectLst>
                  <a:outerShdw blurRad="38100" dist="38100" dir="2700000" algn="tl">
                    <a:srgbClr val="000000"/>
                  </a:outerShdw>
                </a:effectLst>
                <a:ea typeface="隶书" panose="02010509060101010101" pitchFamily="49" charset="-122"/>
              </a:rPr>
              <a:t>2.4.2 </a:t>
            </a:r>
            <a:r>
              <a:rPr lang="zh-CN" altLang="en-US" sz="3600" b="1" i="1" dirty="0">
                <a:solidFill>
                  <a:srgbClr val="FFFFFF"/>
                </a:solidFill>
                <a:effectLst>
                  <a:outerShdw blurRad="38100" dist="38100" dir="2700000" algn="tl">
                    <a:srgbClr val="000000"/>
                  </a:outerShdw>
                </a:effectLst>
                <a:ea typeface="隶书" panose="02010509060101010101" pitchFamily="49" charset="-122"/>
              </a:rPr>
              <a:t>多重选择结构</a:t>
            </a:r>
            <a:r>
              <a:rPr lang="en-US" altLang="zh-CN" sz="3600" b="1" i="1" dirty="0">
                <a:solidFill>
                  <a:srgbClr val="FFFFFF"/>
                </a:solidFill>
                <a:effectLst>
                  <a:outerShdw blurRad="38100" dist="38100" dir="2700000" algn="tl">
                    <a:srgbClr val="000000"/>
                  </a:outerShdw>
                </a:effectLst>
                <a:ea typeface="隶书" panose="02010509060101010101" pitchFamily="49" charset="-122"/>
              </a:rPr>
              <a:t>——</a:t>
            </a:r>
            <a:r>
              <a:rPr lang="en-US" altLang="zh-CN"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 </a:t>
            </a:r>
            <a:r>
              <a:rPr lang="en-US" altLang="zh-CN"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switch</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语句</a:t>
            </a:r>
            <a:endPar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endParaRPr>
          </a:p>
        </p:txBody>
      </p:sp>
    </p:spTree>
  </p:cSld>
  <p:clrMapOvr>
    <a:masterClrMapping/>
  </p:clrMapOvr>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8" name="内容占位符 11"/>
          <p:cNvSpPr txBox="1"/>
          <p:nvPr/>
        </p:nvSpPr>
        <p:spPr bwMode="auto">
          <a:xfrm>
            <a:off x="71438" y="642938"/>
            <a:ext cx="9001125" cy="5929312"/>
          </a:xfrm>
          <a:prstGeom prst="rect">
            <a:avLst/>
          </a:prstGeom>
          <a:solidFill>
            <a:schemeClr val="tx1"/>
          </a:solidFill>
          <a:ln>
            <a:noFill/>
          </a:ln>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l" eaLnBrk="1" hangingPunct="1">
              <a:lnSpc>
                <a:spcPct val="80000"/>
              </a:lnSpc>
              <a:buFont typeface="Wingdings" panose="05000000000000000000" pitchFamily="2" charset="2"/>
              <a:buNone/>
            </a:pPr>
            <a:r>
              <a:rPr lang="zh-CN" altLang="en-US" b="1" noProof="1">
                <a:solidFill>
                  <a:srgbClr val="000000"/>
                </a:solidFill>
                <a:latin typeface="+mn-lt"/>
              </a:rPr>
              <a:t>#</a:t>
            </a:r>
            <a:r>
              <a:rPr lang="en-US" altLang="zh-CN" b="1" noProof="1">
                <a:solidFill>
                  <a:srgbClr val="000000"/>
                </a:solidFill>
                <a:latin typeface="+mn-lt"/>
              </a:rPr>
              <a:t>include &lt;iostream&gt;</a:t>
            </a:r>
            <a:endParaRPr lang="en-US" altLang="zh-CN" b="1" noProof="1">
              <a:solidFill>
                <a:srgbClr val="000000"/>
              </a:solidFill>
              <a:latin typeface="+mn-lt"/>
            </a:endParaRPr>
          </a:p>
          <a:p>
            <a:pPr algn="l" eaLnBrk="1" hangingPunct="1">
              <a:lnSpc>
                <a:spcPct val="80000"/>
              </a:lnSpc>
              <a:buFont typeface="Wingdings" panose="05000000000000000000" pitchFamily="2" charset="2"/>
              <a:buNone/>
            </a:pPr>
            <a:r>
              <a:rPr lang="en-US" altLang="zh-CN" b="1">
                <a:solidFill>
                  <a:srgbClr val="000000"/>
                </a:solidFill>
                <a:latin typeface="+mn-lt"/>
              </a:rPr>
              <a:t>using namespace std;</a:t>
            </a:r>
            <a:endParaRPr lang="en-US" altLang="zh-CN" b="1" noProof="1">
              <a:solidFill>
                <a:srgbClr val="000000"/>
              </a:solidFill>
              <a:latin typeface="+mn-lt"/>
            </a:endParaRPr>
          </a:p>
          <a:p>
            <a:pPr algn="l" eaLnBrk="1" hangingPunct="1">
              <a:lnSpc>
                <a:spcPct val="80000"/>
              </a:lnSpc>
              <a:buFont typeface="Wingdings" panose="05000000000000000000" pitchFamily="2" charset="2"/>
              <a:buNone/>
            </a:pPr>
            <a:r>
              <a:rPr lang="en-US" altLang="zh-CN" b="1" noProof="1">
                <a:solidFill>
                  <a:srgbClr val="000000"/>
                </a:solidFill>
                <a:latin typeface="+mn-lt"/>
              </a:rPr>
              <a:t>int main()</a:t>
            </a:r>
            <a:r>
              <a:rPr lang="en-US" altLang="zh-CN" b="1">
                <a:solidFill>
                  <a:srgbClr val="000000"/>
                </a:solidFill>
                <a:latin typeface="+mn-lt"/>
              </a:rPr>
              <a:t> </a:t>
            </a:r>
            <a:r>
              <a:rPr lang="en-US" altLang="zh-CN" b="1" noProof="1">
                <a:solidFill>
                  <a:srgbClr val="000000"/>
                </a:solidFill>
                <a:latin typeface="+mn-lt"/>
              </a:rPr>
              <a:t>{</a:t>
            </a:r>
            <a:endParaRPr lang="en-US" altLang="zh-CN" b="1">
              <a:solidFill>
                <a:srgbClr val="000000"/>
              </a:solidFill>
              <a:latin typeface="+mn-lt"/>
            </a:endParaRPr>
          </a:p>
          <a:p>
            <a:pPr algn="l" eaLnBrk="1" hangingPunct="1">
              <a:lnSpc>
                <a:spcPct val="80000"/>
              </a:lnSpc>
              <a:buFont typeface="Wingdings" panose="05000000000000000000" pitchFamily="2" charset="2"/>
              <a:buNone/>
            </a:pPr>
            <a:r>
              <a:rPr lang="en-US" altLang="zh-CN" b="1" noProof="1">
                <a:solidFill>
                  <a:srgbClr val="000000"/>
                </a:solidFill>
                <a:latin typeface="+mn-lt"/>
              </a:rPr>
              <a:t>     int day;</a:t>
            </a:r>
            <a:endParaRPr lang="en-US" altLang="zh-CN" b="1" noProof="1">
              <a:solidFill>
                <a:srgbClr val="000000"/>
              </a:solidFill>
              <a:latin typeface="+mn-lt"/>
            </a:endParaRPr>
          </a:p>
          <a:p>
            <a:pPr algn="l" eaLnBrk="1" hangingPunct="1">
              <a:lnSpc>
                <a:spcPct val="80000"/>
              </a:lnSpc>
              <a:buFont typeface="Wingdings" panose="05000000000000000000" pitchFamily="2" charset="2"/>
              <a:buNone/>
            </a:pPr>
            <a:r>
              <a:rPr lang="en-US" altLang="zh-CN" b="1" noProof="1">
                <a:solidFill>
                  <a:srgbClr val="000000"/>
                </a:solidFill>
                <a:latin typeface="+mn-lt"/>
              </a:rPr>
              <a:t>     cin &gt;&gt; day;</a:t>
            </a:r>
            <a:endParaRPr lang="en-US" altLang="zh-CN" b="1" noProof="1">
              <a:solidFill>
                <a:srgbClr val="000000"/>
              </a:solidFill>
              <a:latin typeface="+mn-lt"/>
            </a:endParaRPr>
          </a:p>
          <a:p>
            <a:pPr algn="l" eaLnBrk="1" hangingPunct="1">
              <a:lnSpc>
                <a:spcPct val="80000"/>
              </a:lnSpc>
              <a:buFont typeface="Wingdings" panose="05000000000000000000" pitchFamily="2" charset="2"/>
              <a:buNone/>
            </a:pPr>
            <a:r>
              <a:rPr lang="en-US" altLang="zh-CN" b="1" noProof="1">
                <a:solidFill>
                  <a:srgbClr val="000000"/>
                </a:solidFill>
                <a:latin typeface="+mn-lt"/>
              </a:rPr>
              <a:t>     switch (day)</a:t>
            </a:r>
            <a:r>
              <a:rPr lang="en-US" altLang="zh-CN" b="1">
                <a:solidFill>
                  <a:srgbClr val="000000"/>
                </a:solidFill>
                <a:latin typeface="+mn-lt"/>
              </a:rPr>
              <a:t> </a:t>
            </a:r>
            <a:r>
              <a:rPr lang="en-US" altLang="zh-CN" b="1" noProof="1">
                <a:solidFill>
                  <a:srgbClr val="000000"/>
                </a:solidFill>
                <a:latin typeface="+mn-lt"/>
              </a:rPr>
              <a:t>{</a:t>
            </a:r>
            <a:endParaRPr lang="en-US" altLang="zh-CN" b="1">
              <a:solidFill>
                <a:srgbClr val="000000"/>
              </a:solidFill>
              <a:latin typeface="+mn-lt"/>
            </a:endParaRPr>
          </a:p>
          <a:p>
            <a:pPr algn="l" eaLnBrk="1" hangingPunct="1">
              <a:lnSpc>
                <a:spcPct val="80000"/>
              </a:lnSpc>
              <a:buFont typeface="Wingdings" panose="05000000000000000000" pitchFamily="2" charset="2"/>
              <a:buNone/>
            </a:pPr>
            <a:r>
              <a:rPr lang="en-US" altLang="zh-CN" b="1">
                <a:solidFill>
                  <a:srgbClr val="000000"/>
                </a:solidFill>
                <a:latin typeface="+mn-lt"/>
              </a:rPr>
              <a:t>     </a:t>
            </a:r>
            <a:r>
              <a:rPr lang="en-US" altLang="zh-CN" b="1" noProof="1">
                <a:solidFill>
                  <a:srgbClr val="000000"/>
                </a:solidFill>
                <a:latin typeface="+mn-lt"/>
              </a:rPr>
              <a:t>case 0:</a:t>
            </a:r>
            <a:r>
              <a:rPr lang="en-US" altLang="zh-CN" b="1">
                <a:solidFill>
                  <a:srgbClr val="000000"/>
                </a:solidFill>
                <a:latin typeface="+mn-lt"/>
              </a:rPr>
              <a:t> </a:t>
            </a:r>
            <a:r>
              <a:rPr lang="en-US" altLang="zh-CN" b="1" noProof="1">
                <a:solidFill>
                  <a:srgbClr val="000000"/>
                </a:solidFill>
                <a:latin typeface="+mn-lt"/>
              </a:rPr>
              <a:t>cout</a:t>
            </a:r>
            <a:r>
              <a:rPr lang="en-US" altLang="zh-CN" b="1">
                <a:solidFill>
                  <a:srgbClr val="000000"/>
                </a:solidFill>
                <a:latin typeface="+mn-lt"/>
              </a:rPr>
              <a:t> </a:t>
            </a:r>
            <a:r>
              <a:rPr lang="en-US" altLang="zh-CN" b="1" noProof="1">
                <a:solidFill>
                  <a:srgbClr val="000000"/>
                </a:solidFill>
                <a:latin typeface="+mn-lt"/>
              </a:rPr>
              <a:t>&lt;&lt;</a:t>
            </a:r>
            <a:r>
              <a:rPr lang="en-US" altLang="zh-CN" b="1">
                <a:solidFill>
                  <a:srgbClr val="000000"/>
                </a:solidFill>
                <a:latin typeface="+mn-lt"/>
              </a:rPr>
              <a:t> </a:t>
            </a:r>
            <a:r>
              <a:rPr lang="en-US" altLang="zh-CN" b="1" noProof="1">
                <a:solidFill>
                  <a:srgbClr val="000000"/>
                </a:solidFill>
                <a:latin typeface="+mn-lt"/>
              </a:rPr>
              <a:t>"Sunday"</a:t>
            </a:r>
            <a:r>
              <a:rPr lang="en-US" altLang="zh-CN" b="1">
                <a:solidFill>
                  <a:srgbClr val="000000"/>
                </a:solidFill>
                <a:latin typeface="+mn-lt"/>
              </a:rPr>
              <a:t> </a:t>
            </a:r>
            <a:r>
              <a:rPr lang="en-US" altLang="zh-CN" b="1" noProof="1">
                <a:solidFill>
                  <a:srgbClr val="000000"/>
                </a:solidFill>
                <a:latin typeface="+mn-lt"/>
              </a:rPr>
              <a:t>&lt;&lt;</a:t>
            </a:r>
            <a:r>
              <a:rPr lang="en-US" altLang="zh-CN" b="1">
                <a:solidFill>
                  <a:srgbClr val="000000"/>
                </a:solidFill>
                <a:latin typeface="+mn-lt"/>
              </a:rPr>
              <a:t> </a:t>
            </a:r>
            <a:r>
              <a:rPr lang="en-US" altLang="zh-CN" b="1" noProof="1">
                <a:solidFill>
                  <a:srgbClr val="000000"/>
                </a:solidFill>
                <a:latin typeface="+mn-lt"/>
              </a:rPr>
              <a:t>endl;</a:t>
            </a:r>
            <a:r>
              <a:rPr lang="en-US" altLang="zh-CN" b="1">
                <a:solidFill>
                  <a:srgbClr val="000000"/>
                </a:solidFill>
                <a:latin typeface="+mn-lt"/>
              </a:rPr>
              <a:t> </a:t>
            </a:r>
            <a:r>
              <a:rPr lang="en-US" altLang="zh-CN" b="1" noProof="1">
                <a:solidFill>
                  <a:srgbClr val="000000"/>
                </a:solidFill>
                <a:latin typeface="+mn-lt"/>
              </a:rPr>
              <a:t>break;</a:t>
            </a:r>
            <a:endParaRPr lang="en-US" altLang="zh-CN" b="1">
              <a:solidFill>
                <a:srgbClr val="000000"/>
              </a:solidFill>
              <a:latin typeface="+mn-lt"/>
            </a:endParaRPr>
          </a:p>
          <a:p>
            <a:pPr algn="l" eaLnBrk="1" hangingPunct="1">
              <a:lnSpc>
                <a:spcPct val="80000"/>
              </a:lnSpc>
              <a:buFont typeface="Wingdings" panose="05000000000000000000" pitchFamily="2" charset="2"/>
              <a:buNone/>
            </a:pPr>
            <a:r>
              <a:rPr lang="en-US" altLang="zh-CN" b="1">
                <a:solidFill>
                  <a:srgbClr val="000000"/>
                </a:solidFill>
                <a:latin typeface="+mn-lt"/>
              </a:rPr>
              <a:t>     </a:t>
            </a:r>
            <a:r>
              <a:rPr lang="en-US" altLang="zh-CN" b="1" noProof="1">
                <a:solidFill>
                  <a:srgbClr val="000000"/>
                </a:solidFill>
                <a:latin typeface="+mn-lt"/>
              </a:rPr>
              <a:t>case 1:</a:t>
            </a:r>
            <a:r>
              <a:rPr lang="en-US" altLang="zh-CN" b="1">
                <a:solidFill>
                  <a:srgbClr val="000000"/>
                </a:solidFill>
                <a:latin typeface="+mn-lt"/>
              </a:rPr>
              <a:t> </a:t>
            </a:r>
            <a:r>
              <a:rPr lang="en-US" altLang="zh-CN" b="1" noProof="1">
                <a:solidFill>
                  <a:srgbClr val="000000"/>
                </a:solidFill>
                <a:latin typeface="+mn-lt"/>
              </a:rPr>
              <a:t>cout</a:t>
            </a:r>
            <a:r>
              <a:rPr lang="en-US" altLang="zh-CN" b="1">
                <a:solidFill>
                  <a:srgbClr val="000000"/>
                </a:solidFill>
                <a:latin typeface="+mn-lt"/>
              </a:rPr>
              <a:t> </a:t>
            </a:r>
            <a:r>
              <a:rPr lang="en-US" altLang="zh-CN" b="1" noProof="1">
                <a:solidFill>
                  <a:srgbClr val="000000"/>
                </a:solidFill>
                <a:latin typeface="+mn-lt"/>
              </a:rPr>
              <a:t>&lt;&lt;</a:t>
            </a:r>
            <a:r>
              <a:rPr lang="en-US" altLang="zh-CN" b="1">
                <a:solidFill>
                  <a:srgbClr val="000000"/>
                </a:solidFill>
                <a:latin typeface="+mn-lt"/>
              </a:rPr>
              <a:t> </a:t>
            </a:r>
            <a:r>
              <a:rPr lang="en-US" altLang="zh-CN" b="1" noProof="1">
                <a:solidFill>
                  <a:srgbClr val="000000"/>
                </a:solidFill>
                <a:latin typeface="+mn-lt"/>
              </a:rPr>
              <a:t>"Monday"</a:t>
            </a:r>
            <a:r>
              <a:rPr lang="en-US" altLang="zh-CN" b="1">
                <a:solidFill>
                  <a:srgbClr val="000000"/>
                </a:solidFill>
                <a:latin typeface="+mn-lt"/>
              </a:rPr>
              <a:t> </a:t>
            </a:r>
            <a:r>
              <a:rPr lang="en-US" altLang="zh-CN" b="1" noProof="1">
                <a:solidFill>
                  <a:srgbClr val="000000"/>
                </a:solidFill>
                <a:latin typeface="+mn-lt"/>
              </a:rPr>
              <a:t>&lt;&lt;</a:t>
            </a:r>
            <a:r>
              <a:rPr lang="en-US" altLang="zh-CN" b="1">
                <a:solidFill>
                  <a:srgbClr val="000000"/>
                </a:solidFill>
                <a:latin typeface="+mn-lt"/>
              </a:rPr>
              <a:t> </a:t>
            </a:r>
            <a:r>
              <a:rPr lang="en-US" altLang="zh-CN" b="1" noProof="1">
                <a:solidFill>
                  <a:srgbClr val="000000"/>
                </a:solidFill>
                <a:latin typeface="+mn-lt"/>
              </a:rPr>
              <a:t>endl;</a:t>
            </a:r>
            <a:r>
              <a:rPr lang="en-US" altLang="zh-CN" b="1">
                <a:solidFill>
                  <a:srgbClr val="000000"/>
                </a:solidFill>
                <a:latin typeface="+mn-lt"/>
              </a:rPr>
              <a:t> </a:t>
            </a:r>
            <a:r>
              <a:rPr lang="en-US" altLang="zh-CN" b="1" noProof="1">
                <a:solidFill>
                  <a:srgbClr val="000000"/>
                </a:solidFill>
                <a:latin typeface="+mn-lt"/>
              </a:rPr>
              <a:t>break;</a:t>
            </a:r>
            <a:endParaRPr lang="en-US" altLang="zh-CN" b="1">
              <a:solidFill>
                <a:srgbClr val="000000"/>
              </a:solidFill>
              <a:latin typeface="+mn-lt"/>
            </a:endParaRPr>
          </a:p>
          <a:p>
            <a:pPr algn="l" eaLnBrk="1" hangingPunct="1">
              <a:lnSpc>
                <a:spcPct val="80000"/>
              </a:lnSpc>
              <a:buFont typeface="Wingdings" panose="05000000000000000000" pitchFamily="2" charset="2"/>
              <a:buNone/>
            </a:pPr>
            <a:r>
              <a:rPr lang="en-US" altLang="zh-CN" b="1">
                <a:solidFill>
                  <a:srgbClr val="000000"/>
                </a:solidFill>
                <a:latin typeface="+mn-lt"/>
              </a:rPr>
              <a:t>     </a:t>
            </a:r>
            <a:r>
              <a:rPr lang="en-US" altLang="zh-CN" b="1" noProof="1">
                <a:solidFill>
                  <a:srgbClr val="000000"/>
                </a:solidFill>
                <a:latin typeface="+mn-lt"/>
              </a:rPr>
              <a:t>case 2:</a:t>
            </a:r>
            <a:r>
              <a:rPr lang="en-US" altLang="zh-CN" b="1">
                <a:solidFill>
                  <a:srgbClr val="000000"/>
                </a:solidFill>
                <a:latin typeface="+mn-lt"/>
              </a:rPr>
              <a:t> </a:t>
            </a:r>
            <a:r>
              <a:rPr lang="en-US" altLang="zh-CN" b="1" noProof="1">
                <a:solidFill>
                  <a:srgbClr val="000000"/>
                </a:solidFill>
                <a:latin typeface="+mn-lt"/>
              </a:rPr>
              <a:t>cout</a:t>
            </a:r>
            <a:r>
              <a:rPr lang="en-US" altLang="zh-CN" b="1">
                <a:solidFill>
                  <a:srgbClr val="000000"/>
                </a:solidFill>
                <a:latin typeface="+mn-lt"/>
              </a:rPr>
              <a:t> </a:t>
            </a:r>
            <a:r>
              <a:rPr lang="en-US" altLang="zh-CN" b="1" noProof="1">
                <a:solidFill>
                  <a:srgbClr val="000000"/>
                </a:solidFill>
                <a:latin typeface="+mn-lt"/>
              </a:rPr>
              <a:t>&lt;&lt;</a:t>
            </a:r>
            <a:r>
              <a:rPr lang="en-US" altLang="zh-CN" b="1">
                <a:solidFill>
                  <a:srgbClr val="000000"/>
                </a:solidFill>
                <a:latin typeface="+mn-lt"/>
              </a:rPr>
              <a:t> </a:t>
            </a:r>
            <a:r>
              <a:rPr lang="en-US" altLang="zh-CN" b="1" noProof="1">
                <a:solidFill>
                  <a:srgbClr val="000000"/>
                </a:solidFill>
                <a:latin typeface="+mn-lt"/>
              </a:rPr>
              <a:t>"Tuesday"</a:t>
            </a:r>
            <a:r>
              <a:rPr lang="en-US" altLang="zh-CN" b="1">
                <a:solidFill>
                  <a:srgbClr val="000000"/>
                </a:solidFill>
                <a:latin typeface="+mn-lt"/>
              </a:rPr>
              <a:t> </a:t>
            </a:r>
            <a:r>
              <a:rPr lang="en-US" altLang="zh-CN" b="1" noProof="1">
                <a:solidFill>
                  <a:srgbClr val="000000"/>
                </a:solidFill>
                <a:latin typeface="+mn-lt"/>
              </a:rPr>
              <a:t>&lt;&lt;</a:t>
            </a:r>
            <a:r>
              <a:rPr lang="en-US" altLang="zh-CN" b="1">
                <a:solidFill>
                  <a:srgbClr val="000000"/>
                </a:solidFill>
                <a:latin typeface="+mn-lt"/>
              </a:rPr>
              <a:t> </a:t>
            </a:r>
            <a:r>
              <a:rPr lang="en-US" altLang="zh-CN" b="1" noProof="1">
                <a:solidFill>
                  <a:srgbClr val="000000"/>
                </a:solidFill>
                <a:latin typeface="+mn-lt"/>
              </a:rPr>
              <a:t>endl;</a:t>
            </a:r>
            <a:r>
              <a:rPr lang="en-US" altLang="zh-CN" b="1">
                <a:solidFill>
                  <a:srgbClr val="000000"/>
                </a:solidFill>
                <a:latin typeface="+mn-lt"/>
              </a:rPr>
              <a:t> </a:t>
            </a:r>
            <a:r>
              <a:rPr lang="en-US" altLang="zh-CN" b="1" noProof="1">
                <a:solidFill>
                  <a:srgbClr val="000000"/>
                </a:solidFill>
                <a:latin typeface="+mn-lt"/>
              </a:rPr>
              <a:t>break;</a:t>
            </a:r>
            <a:endParaRPr lang="en-US" altLang="zh-CN" b="1">
              <a:solidFill>
                <a:srgbClr val="000000"/>
              </a:solidFill>
              <a:latin typeface="+mn-lt"/>
            </a:endParaRPr>
          </a:p>
          <a:p>
            <a:pPr algn="l" eaLnBrk="1" hangingPunct="1">
              <a:lnSpc>
                <a:spcPct val="80000"/>
              </a:lnSpc>
              <a:buFont typeface="Wingdings" panose="05000000000000000000" pitchFamily="2" charset="2"/>
              <a:buNone/>
            </a:pPr>
            <a:r>
              <a:rPr lang="en-US" altLang="zh-CN" b="1">
                <a:solidFill>
                  <a:srgbClr val="000000"/>
                </a:solidFill>
                <a:latin typeface="+mn-lt"/>
              </a:rPr>
              <a:t>     </a:t>
            </a:r>
            <a:r>
              <a:rPr lang="en-US" altLang="zh-CN" b="1" noProof="1">
                <a:solidFill>
                  <a:srgbClr val="000000"/>
                </a:solidFill>
                <a:latin typeface="+mn-lt"/>
              </a:rPr>
              <a:t>case 3: cout</a:t>
            </a:r>
            <a:r>
              <a:rPr lang="en-US" altLang="zh-CN" b="1">
                <a:solidFill>
                  <a:srgbClr val="000000"/>
                </a:solidFill>
                <a:latin typeface="+mn-lt"/>
              </a:rPr>
              <a:t> </a:t>
            </a:r>
            <a:r>
              <a:rPr lang="en-US" altLang="zh-CN" b="1" noProof="1">
                <a:solidFill>
                  <a:srgbClr val="000000"/>
                </a:solidFill>
                <a:latin typeface="+mn-lt"/>
              </a:rPr>
              <a:t>&lt;&lt;</a:t>
            </a:r>
            <a:r>
              <a:rPr lang="en-US" altLang="zh-CN" b="1">
                <a:solidFill>
                  <a:srgbClr val="000000"/>
                </a:solidFill>
                <a:latin typeface="+mn-lt"/>
              </a:rPr>
              <a:t> </a:t>
            </a:r>
            <a:r>
              <a:rPr lang="en-US" altLang="zh-CN" b="1" noProof="1">
                <a:solidFill>
                  <a:srgbClr val="000000"/>
                </a:solidFill>
                <a:latin typeface="+mn-lt"/>
              </a:rPr>
              <a:t>"Wednesday"</a:t>
            </a:r>
            <a:r>
              <a:rPr lang="en-US" altLang="zh-CN" b="1">
                <a:solidFill>
                  <a:srgbClr val="000000"/>
                </a:solidFill>
                <a:latin typeface="+mn-lt"/>
              </a:rPr>
              <a:t> </a:t>
            </a:r>
            <a:r>
              <a:rPr lang="en-US" altLang="zh-CN" b="1" noProof="1">
                <a:solidFill>
                  <a:srgbClr val="000000"/>
                </a:solidFill>
                <a:latin typeface="+mn-lt"/>
              </a:rPr>
              <a:t>&lt;&lt;</a:t>
            </a:r>
            <a:r>
              <a:rPr lang="en-US" altLang="zh-CN" b="1">
                <a:solidFill>
                  <a:srgbClr val="000000"/>
                </a:solidFill>
                <a:latin typeface="+mn-lt"/>
              </a:rPr>
              <a:t> </a:t>
            </a:r>
            <a:r>
              <a:rPr lang="en-US" altLang="zh-CN" b="1" noProof="1">
                <a:solidFill>
                  <a:srgbClr val="000000"/>
                </a:solidFill>
                <a:latin typeface="+mn-lt"/>
              </a:rPr>
              <a:t>endl;</a:t>
            </a:r>
            <a:r>
              <a:rPr lang="en-US" altLang="zh-CN" b="1">
                <a:solidFill>
                  <a:srgbClr val="000000"/>
                </a:solidFill>
                <a:latin typeface="+mn-lt"/>
              </a:rPr>
              <a:t> </a:t>
            </a:r>
            <a:r>
              <a:rPr lang="en-US" altLang="zh-CN" b="1" noProof="1">
                <a:solidFill>
                  <a:srgbClr val="000000"/>
                </a:solidFill>
                <a:latin typeface="+mn-lt"/>
              </a:rPr>
              <a:t>break;</a:t>
            </a:r>
            <a:endParaRPr lang="en-US" altLang="zh-CN" b="1" noProof="1">
              <a:solidFill>
                <a:srgbClr val="000000"/>
              </a:solidFill>
              <a:latin typeface="+mn-lt"/>
            </a:endParaRPr>
          </a:p>
          <a:p>
            <a:pPr algn="l" eaLnBrk="1" hangingPunct="1">
              <a:lnSpc>
                <a:spcPct val="80000"/>
              </a:lnSpc>
              <a:buFont typeface="Wingdings" panose="05000000000000000000" pitchFamily="2" charset="2"/>
              <a:buNone/>
            </a:pPr>
            <a:r>
              <a:rPr lang="en-US" altLang="zh-CN" b="1">
                <a:solidFill>
                  <a:srgbClr val="000000"/>
                </a:solidFill>
                <a:latin typeface="+mn-lt"/>
              </a:rPr>
              <a:t>     </a:t>
            </a:r>
            <a:r>
              <a:rPr lang="en-US" altLang="zh-CN" b="1" noProof="1">
                <a:solidFill>
                  <a:srgbClr val="000000"/>
                </a:solidFill>
                <a:latin typeface="+mn-lt"/>
              </a:rPr>
              <a:t>case 4:</a:t>
            </a:r>
            <a:r>
              <a:rPr lang="en-US" altLang="zh-CN" b="1">
                <a:solidFill>
                  <a:srgbClr val="000000"/>
                </a:solidFill>
                <a:latin typeface="+mn-lt"/>
              </a:rPr>
              <a:t> </a:t>
            </a:r>
            <a:r>
              <a:rPr lang="en-US" altLang="zh-CN" b="1" noProof="1">
                <a:solidFill>
                  <a:srgbClr val="000000"/>
                </a:solidFill>
                <a:latin typeface="+mn-lt"/>
              </a:rPr>
              <a:t>cout</a:t>
            </a:r>
            <a:r>
              <a:rPr lang="en-US" altLang="zh-CN" b="1">
                <a:solidFill>
                  <a:srgbClr val="000000"/>
                </a:solidFill>
                <a:latin typeface="+mn-lt"/>
              </a:rPr>
              <a:t> </a:t>
            </a:r>
            <a:r>
              <a:rPr lang="en-US" altLang="zh-CN" b="1" noProof="1">
                <a:solidFill>
                  <a:srgbClr val="000000"/>
                </a:solidFill>
                <a:latin typeface="+mn-lt"/>
              </a:rPr>
              <a:t>&lt;&lt;</a:t>
            </a:r>
            <a:r>
              <a:rPr lang="en-US" altLang="zh-CN" b="1">
                <a:solidFill>
                  <a:srgbClr val="000000"/>
                </a:solidFill>
                <a:latin typeface="+mn-lt"/>
              </a:rPr>
              <a:t> </a:t>
            </a:r>
            <a:r>
              <a:rPr lang="en-US" altLang="zh-CN" b="1" noProof="1">
                <a:solidFill>
                  <a:srgbClr val="000000"/>
                </a:solidFill>
                <a:latin typeface="+mn-lt"/>
              </a:rPr>
              <a:t>"Thursday"</a:t>
            </a:r>
            <a:r>
              <a:rPr lang="en-US" altLang="zh-CN" b="1">
                <a:solidFill>
                  <a:srgbClr val="000000"/>
                </a:solidFill>
                <a:latin typeface="+mn-lt"/>
              </a:rPr>
              <a:t> </a:t>
            </a:r>
            <a:r>
              <a:rPr lang="en-US" altLang="zh-CN" b="1" noProof="1">
                <a:solidFill>
                  <a:srgbClr val="000000"/>
                </a:solidFill>
                <a:latin typeface="+mn-lt"/>
              </a:rPr>
              <a:t>&lt;&lt;</a:t>
            </a:r>
            <a:r>
              <a:rPr lang="en-US" altLang="zh-CN" b="1">
                <a:solidFill>
                  <a:srgbClr val="000000"/>
                </a:solidFill>
                <a:latin typeface="+mn-lt"/>
              </a:rPr>
              <a:t> </a:t>
            </a:r>
            <a:r>
              <a:rPr lang="en-US" altLang="zh-CN" b="1" noProof="1">
                <a:solidFill>
                  <a:srgbClr val="000000"/>
                </a:solidFill>
                <a:latin typeface="+mn-lt"/>
              </a:rPr>
              <a:t>endl;</a:t>
            </a:r>
            <a:r>
              <a:rPr lang="en-US" altLang="zh-CN" b="1">
                <a:solidFill>
                  <a:srgbClr val="000000"/>
                </a:solidFill>
                <a:latin typeface="+mn-lt"/>
              </a:rPr>
              <a:t> </a:t>
            </a:r>
            <a:r>
              <a:rPr lang="en-US" altLang="zh-CN" b="1" noProof="1">
                <a:solidFill>
                  <a:srgbClr val="000000"/>
                </a:solidFill>
                <a:latin typeface="+mn-lt"/>
              </a:rPr>
              <a:t>break;</a:t>
            </a:r>
            <a:endParaRPr lang="en-US" altLang="zh-CN" b="1" noProof="1">
              <a:solidFill>
                <a:srgbClr val="000000"/>
              </a:solidFill>
              <a:latin typeface="+mn-lt"/>
            </a:endParaRPr>
          </a:p>
          <a:p>
            <a:pPr algn="l" eaLnBrk="1" hangingPunct="1">
              <a:lnSpc>
                <a:spcPct val="80000"/>
              </a:lnSpc>
              <a:buFont typeface="Wingdings" panose="05000000000000000000" pitchFamily="2" charset="2"/>
              <a:buNone/>
            </a:pPr>
            <a:r>
              <a:rPr lang="en-US" altLang="zh-CN" b="1">
                <a:solidFill>
                  <a:srgbClr val="000000"/>
                </a:solidFill>
                <a:latin typeface="+mn-lt"/>
              </a:rPr>
              <a:t>     </a:t>
            </a:r>
            <a:r>
              <a:rPr lang="en-US" altLang="zh-CN" b="1" noProof="1">
                <a:solidFill>
                  <a:srgbClr val="000000"/>
                </a:solidFill>
                <a:latin typeface="+mn-lt"/>
              </a:rPr>
              <a:t>case 5:</a:t>
            </a:r>
            <a:r>
              <a:rPr lang="en-US" altLang="zh-CN" b="1">
                <a:solidFill>
                  <a:srgbClr val="000000"/>
                </a:solidFill>
                <a:latin typeface="+mn-lt"/>
              </a:rPr>
              <a:t> </a:t>
            </a:r>
            <a:r>
              <a:rPr lang="en-US" altLang="zh-CN" b="1" noProof="1">
                <a:solidFill>
                  <a:srgbClr val="000000"/>
                </a:solidFill>
                <a:latin typeface="+mn-lt"/>
              </a:rPr>
              <a:t>cout</a:t>
            </a:r>
            <a:r>
              <a:rPr lang="en-US" altLang="zh-CN" b="1">
                <a:solidFill>
                  <a:srgbClr val="000000"/>
                </a:solidFill>
                <a:latin typeface="+mn-lt"/>
              </a:rPr>
              <a:t> </a:t>
            </a:r>
            <a:r>
              <a:rPr lang="en-US" altLang="zh-CN" b="1" noProof="1">
                <a:solidFill>
                  <a:srgbClr val="000000"/>
                </a:solidFill>
                <a:latin typeface="+mn-lt"/>
              </a:rPr>
              <a:t>&lt;&lt;</a:t>
            </a:r>
            <a:r>
              <a:rPr lang="en-US" altLang="zh-CN" b="1">
                <a:solidFill>
                  <a:srgbClr val="000000"/>
                </a:solidFill>
                <a:latin typeface="+mn-lt"/>
              </a:rPr>
              <a:t> </a:t>
            </a:r>
            <a:r>
              <a:rPr lang="en-US" altLang="zh-CN" b="1" noProof="1">
                <a:solidFill>
                  <a:srgbClr val="000000"/>
                </a:solidFill>
                <a:latin typeface="+mn-lt"/>
              </a:rPr>
              <a:t>"Friday"</a:t>
            </a:r>
            <a:r>
              <a:rPr lang="en-US" altLang="zh-CN" b="1">
                <a:solidFill>
                  <a:srgbClr val="000000"/>
                </a:solidFill>
                <a:latin typeface="+mn-lt"/>
              </a:rPr>
              <a:t> </a:t>
            </a:r>
            <a:r>
              <a:rPr lang="en-US" altLang="zh-CN" b="1" noProof="1">
                <a:solidFill>
                  <a:srgbClr val="000000"/>
                </a:solidFill>
                <a:latin typeface="+mn-lt"/>
              </a:rPr>
              <a:t>&lt;&lt;</a:t>
            </a:r>
            <a:r>
              <a:rPr lang="en-US" altLang="zh-CN" b="1">
                <a:solidFill>
                  <a:srgbClr val="000000"/>
                </a:solidFill>
                <a:latin typeface="+mn-lt"/>
              </a:rPr>
              <a:t> </a:t>
            </a:r>
            <a:r>
              <a:rPr lang="en-US" altLang="zh-CN" b="1" noProof="1">
                <a:solidFill>
                  <a:srgbClr val="000000"/>
                </a:solidFill>
                <a:latin typeface="+mn-lt"/>
              </a:rPr>
              <a:t>endl;</a:t>
            </a:r>
            <a:r>
              <a:rPr lang="en-US" altLang="zh-CN" b="1">
                <a:solidFill>
                  <a:srgbClr val="000000"/>
                </a:solidFill>
                <a:latin typeface="+mn-lt"/>
              </a:rPr>
              <a:t> </a:t>
            </a:r>
            <a:r>
              <a:rPr lang="en-US" altLang="zh-CN" b="1" noProof="1">
                <a:solidFill>
                  <a:srgbClr val="000000"/>
                </a:solidFill>
                <a:latin typeface="+mn-lt"/>
              </a:rPr>
              <a:t>break;</a:t>
            </a:r>
            <a:endParaRPr lang="en-US" altLang="zh-CN" b="1" noProof="1">
              <a:solidFill>
                <a:srgbClr val="000000"/>
              </a:solidFill>
              <a:latin typeface="+mn-lt"/>
            </a:endParaRPr>
          </a:p>
          <a:p>
            <a:pPr algn="l" eaLnBrk="1" hangingPunct="1">
              <a:lnSpc>
                <a:spcPct val="80000"/>
              </a:lnSpc>
              <a:buFont typeface="Wingdings" panose="05000000000000000000" pitchFamily="2" charset="2"/>
              <a:buNone/>
            </a:pPr>
            <a:r>
              <a:rPr lang="en-US" altLang="zh-CN" b="1">
                <a:solidFill>
                  <a:srgbClr val="000000"/>
                </a:solidFill>
                <a:latin typeface="+mn-lt"/>
              </a:rPr>
              <a:t>     </a:t>
            </a:r>
            <a:r>
              <a:rPr lang="en-US" altLang="zh-CN" b="1" noProof="1">
                <a:solidFill>
                  <a:srgbClr val="000000"/>
                </a:solidFill>
                <a:latin typeface="+mn-lt"/>
              </a:rPr>
              <a:t>case 6:</a:t>
            </a:r>
            <a:r>
              <a:rPr lang="en-US" altLang="zh-CN" b="1">
                <a:solidFill>
                  <a:srgbClr val="000000"/>
                </a:solidFill>
                <a:latin typeface="+mn-lt"/>
              </a:rPr>
              <a:t> </a:t>
            </a:r>
            <a:r>
              <a:rPr lang="en-US" altLang="zh-CN" b="1" noProof="1">
                <a:solidFill>
                  <a:srgbClr val="000000"/>
                </a:solidFill>
                <a:latin typeface="+mn-lt"/>
              </a:rPr>
              <a:t>cout</a:t>
            </a:r>
            <a:r>
              <a:rPr lang="en-US" altLang="zh-CN" b="1">
                <a:solidFill>
                  <a:srgbClr val="000000"/>
                </a:solidFill>
                <a:latin typeface="+mn-lt"/>
              </a:rPr>
              <a:t> </a:t>
            </a:r>
            <a:r>
              <a:rPr lang="en-US" altLang="zh-CN" b="1" noProof="1">
                <a:solidFill>
                  <a:srgbClr val="000000"/>
                </a:solidFill>
                <a:latin typeface="+mn-lt"/>
              </a:rPr>
              <a:t>&lt;&lt;</a:t>
            </a:r>
            <a:r>
              <a:rPr lang="en-US" altLang="zh-CN" b="1">
                <a:solidFill>
                  <a:srgbClr val="000000"/>
                </a:solidFill>
                <a:latin typeface="+mn-lt"/>
              </a:rPr>
              <a:t> </a:t>
            </a:r>
            <a:r>
              <a:rPr lang="en-US" altLang="zh-CN" b="1" noProof="1">
                <a:solidFill>
                  <a:srgbClr val="000000"/>
                </a:solidFill>
                <a:latin typeface="+mn-lt"/>
              </a:rPr>
              <a:t>"Saturday"</a:t>
            </a:r>
            <a:r>
              <a:rPr lang="en-US" altLang="zh-CN" b="1">
                <a:solidFill>
                  <a:srgbClr val="000000"/>
                </a:solidFill>
                <a:latin typeface="+mn-lt"/>
              </a:rPr>
              <a:t> </a:t>
            </a:r>
            <a:r>
              <a:rPr lang="en-US" altLang="zh-CN" b="1" noProof="1">
                <a:solidFill>
                  <a:srgbClr val="000000"/>
                </a:solidFill>
                <a:latin typeface="+mn-lt"/>
              </a:rPr>
              <a:t>&lt;&lt;</a:t>
            </a:r>
            <a:r>
              <a:rPr lang="en-US" altLang="zh-CN" b="1">
                <a:solidFill>
                  <a:srgbClr val="000000"/>
                </a:solidFill>
                <a:latin typeface="+mn-lt"/>
              </a:rPr>
              <a:t> </a:t>
            </a:r>
            <a:r>
              <a:rPr lang="en-US" altLang="zh-CN" b="1" noProof="1">
                <a:solidFill>
                  <a:srgbClr val="000000"/>
                </a:solidFill>
                <a:latin typeface="+mn-lt"/>
              </a:rPr>
              <a:t>endl;</a:t>
            </a:r>
            <a:r>
              <a:rPr lang="en-US" altLang="zh-CN" b="1">
                <a:solidFill>
                  <a:srgbClr val="000000"/>
                </a:solidFill>
                <a:latin typeface="+mn-lt"/>
              </a:rPr>
              <a:t> </a:t>
            </a:r>
            <a:r>
              <a:rPr lang="en-US" altLang="zh-CN" b="1" noProof="1">
                <a:solidFill>
                  <a:srgbClr val="000000"/>
                </a:solidFill>
                <a:latin typeface="+mn-lt"/>
              </a:rPr>
              <a:t>break;</a:t>
            </a:r>
            <a:endParaRPr lang="en-US" altLang="zh-CN" b="1" noProof="1">
              <a:solidFill>
                <a:srgbClr val="000000"/>
              </a:solidFill>
              <a:latin typeface="+mn-lt"/>
            </a:endParaRPr>
          </a:p>
          <a:p>
            <a:pPr algn="l" eaLnBrk="1" hangingPunct="1">
              <a:lnSpc>
                <a:spcPct val="80000"/>
              </a:lnSpc>
              <a:buFont typeface="Wingdings" panose="05000000000000000000" pitchFamily="2" charset="2"/>
              <a:buNone/>
            </a:pPr>
            <a:r>
              <a:rPr lang="en-US" altLang="zh-CN" b="1">
                <a:solidFill>
                  <a:srgbClr val="000000"/>
                </a:solidFill>
                <a:latin typeface="+mn-lt"/>
              </a:rPr>
              <a:t>     </a:t>
            </a:r>
            <a:r>
              <a:rPr lang="en-US" altLang="zh-CN" b="1" noProof="1">
                <a:solidFill>
                  <a:srgbClr val="000000"/>
                </a:solidFill>
                <a:latin typeface="+mn-lt"/>
              </a:rPr>
              <a:t>default:</a:t>
            </a:r>
            <a:endParaRPr lang="en-US" altLang="zh-CN" b="1">
              <a:solidFill>
                <a:srgbClr val="000000"/>
              </a:solidFill>
              <a:latin typeface="+mn-lt"/>
            </a:endParaRPr>
          </a:p>
          <a:p>
            <a:pPr algn="l" eaLnBrk="1" hangingPunct="1">
              <a:lnSpc>
                <a:spcPct val="80000"/>
              </a:lnSpc>
              <a:buFont typeface="Wingdings" panose="05000000000000000000" pitchFamily="2" charset="2"/>
              <a:buNone/>
            </a:pPr>
            <a:r>
              <a:rPr lang="en-US" altLang="zh-CN" b="1">
                <a:solidFill>
                  <a:srgbClr val="000000"/>
                </a:solidFill>
                <a:latin typeface="+mn-lt"/>
              </a:rPr>
              <a:t>        </a:t>
            </a:r>
            <a:r>
              <a:rPr lang="en-US" altLang="zh-CN" b="1" noProof="1">
                <a:solidFill>
                  <a:srgbClr val="000000"/>
                </a:solidFill>
                <a:latin typeface="+mn-lt"/>
              </a:rPr>
              <a:t>cout&lt;&lt;"Day out of range Sunday .. Saturday"</a:t>
            </a:r>
            <a:endParaRPr lang="en-US" altLang="zh-CN" b="1">
              <a:solidFill>
                <a:srgbClr val="000000"/>
              </a:solidFill>
              <a:latin typeface="+mn-lt"/>
            </a:endParaRPr>
          </a:p>
          <a:p>
            <a:pPr algn="l" eaLnBrk="1" hangingPunct="1">
              <a:lnSpc>
                <a:spcPct val="80000"/>
              </a:lnSpc>
              <a:buFont typeface="Wingdings" panose="05000000000000000000" pitchFamily="2" charset="2"/>
              <a:buNone/>
            </a:pPr>
            <a:r>
              <a:rPr lang="en-US" altLang="zh-CN" b="1">
                <a:solidFill>
                  <a:srgbClr val="000000"/>
                </a:solidFill>
                <a:latin typeface="+mn-lt"/>
              </a:rPr>
              <a:t>             </a:t>
            </a:r>
            <a:r>
              <a:rPr lang="en-US" altLang="zh-CN" b="1" noProof="1">
                <a:solidFill>
                  <a:srgbClr val="000000"/>
                </a:solidFill>
                <a:latin typeface="+mn-lt"/>
              </a:rPr>
              <a:t>&lt;&lt;</a:t>
            </a:r>
            <a:r>
              <a:rPr lang="en-US" altLang="zh-CN" b="1">
                <a:solidFill>
                  <a:srgbClr val="000000"/>
                </a:solidFill>
                <a:latin typeface="+mn-lt"/>
              </a:rPr>
              <a:t> </a:t>
            </a:r>
            <a:r>
              <a:rPr lang="en-US" altLang="zh-CN" b="1" noProof="1">
                <a:solidFill>
                  <a:srgbClr val="000000"/>
                </a:solidFill>
                <a:latin typeface="+mn-lt"/>
              </a:rPr>
              <a:t>endl;</a:t>
            </a:r>
            <a:endParaRPr lang="en-US" altLang="zh-CN" b="1" noProof="1">
              <a:solidFill>
                <a:srgbClr val="000000"/>
              </a:solidFill>
              <a:latin typeface="+mn-lt"/>
            </a:endParaRPr>
          </a:p>
          <a:p>
            <a:pPr algn="l" eaLnBrk="1" hangingPunct="1">
              <a:lnSpc>
                <a:spcPct val="80000"/>
              </a:lnSpc>
              <a:buFont typeface="Wingdings" panose="05000000000000000000" pitchFamily="2" charset="2"/>
              <a:buNone/>
            </a:pPr>
            <a:r>
              <a:rPr lang="en-US" altLang="zh-CN" b="1">
                <a:solidFill>
                  <a:srgbClr val="000000"/>
                </a:solidFill>
                <a:latin typeface="+mn-lt"/>
              </a:rPr>
              <a:t>        </a:t>
            </a:r>
            <a:r>
              <a:rPr lang="en-US" altLang="zh-CN" b="1" noProof="1">
                <a:solidFill>
                  <a:srgbClr val="000000"/>
                </a:solidFill>
                <a:latin typeface="+mn-lt"/>
              </a:rPr>
              <a:t>break;</a:t>
            </a:r>
            <a:endParaRPr lang="en-US" altLang="zh-CN" b="1" noProof="1">
              <a:solidFill>
                <a:srgbClr val="000000"/>
              </a:solidFill>
              <a:latin typeface="+mn-lt"/>
            </a:endParaRPr>
          </a:p>
          <a:p>
            <a:pPr algn="l" eaLnBrk="1" hangingPunct="1">
              <a:lnSpc>
                <a:spcPct val="80000"/>
              </a:lnSpc>
              <a:buFont typeface="Wingdings" panose="05000000000000000000" pitchFamily="2" charset="2"/>
              <a:buNone/>
            </a:pPr>
            <a:r>
              <a:rPr lang="en-US" altLang="zh-CN" b="1" noProof="1">
                <a:solidFill>
                  <a:srgbClr val="000000"/>
                </a:solidFill>
                <a:latin typeface="+mn-lt"/>
              </a:rPr>
              <a:t>     }</a:t>
            </a:r>
            <a:endParaRPr lang="en-US" altLang="zh-CN" b="1">
              <a:solidFill>
                <a:srgbClr val="000000"/>
              </a:solidFill>
              <a:latin typeface="+mn-lt"/>
            </a:endParaRPr>
          </a:p>
          <a:p>
            <a:pPr algn="l" eaLnBrk="1" hangingPunct="1">
              <a:lnSpc>
                <a:spcPct val="80000"/>
              </a:lnSpc>
              <a:buFont typeface="Wingdings" panose="05000000000000000000" pitchFamily="2" charset="2"/>
              <a:buNone/>
            </a:pPr>
            <a:r>
              <a:rPr lang="en-US" altLang="zh-CN" b="1">
                <a:solidFill>
                  <a:srgbClr val="000000"/>
                </a:solidFill>
                <a:latin typeface="+mn-lt"/>
              </a:rPr>
              <a:t>     return 0;</a:t>
            </a:r>
            <a:endParaRPr lang="en-US" altLang="zh-CN" b="1" noProof="1">
              <a:solidFill>
                <a:srgbClr val="000000"/>
              </a:solidFill>
              <a:latin typeface="+mn-lt"/>
            </a:endParaRPr>
          </a:p>
          <a:p>
            <a:pPr algn="l" eaLnBrk="1" hangingPunct="1">
              <a:lnSpc>
                <a:spcPct val="80000"/>
              </a:lnSpc>
              <a:buFont typeface="Wingdings" panose="05000000000000000000" pitchFamily="2" charset="2"/>
              <a:buNone/>
            </a:pPr>
            <a:r>
              <a:rPr lang="en-US" altLang="zh-CN" b="1" noProof="1">
                <a:solidFill>
                  <a:srgbClr val="000000"/>
                </a:solidFill>
                <a:latin typeface="+mn-lt"/>
              </a:rPr>
              <a:t>}</a:t>
            </a:r>
            <a:endParaRPr lang="en-US" altLang="zh-CN" b="1">
              <a:solidFill>
                <a:srgbClr val="000000"/>
              </a:solidFill>
              <a:latin typeface="+mn-lt"/>
            </a:endParaRPr>
          </a:p>
        </p:txBody>
      </p:sp>
      <p:sp>
        <p:nvSpPr>
          <p:cNvPr id="103429" name="标题 1"/>
          <p:cNvSpPr>
            <a:spLocks noGrp="1"/>
          </p:cNvSpPr>
          <p:nvPr>
            <p:ph type="title"/>
          </p:nvPr>
        </p:nvSpPr>
        <p:spPr>
          <a:xfrm>
            <a:off x="6315075" y="642938"/>
            <a:ext cx="2757488" cy="1066800"/>
          </a:xfrm>
          <a:solidFill>
            <a:schemeClr val="bg1"/>
          </a:solidFill>
        </p:spPr>
        <p:txBody>
          <a:bodyPr/>
          <a:lstStyle/>
          <a:p>
            <a:pPr eaLnBrk="1" hangingPunct="1"/>
            <a:r>
              <a:rPr lang="zh-CN" altLang="en-US" dirty="0" smtClean="0"/>
              <a:t>例</a:t>
            </a:r>
            <a:r>
              <a:rPr lang="en-US" altLang="zh-CN" dirty="0" smtClean="0"/>
              <a:t>2-4</a:t>
            </a:r>
            <a:r>
              <a:rPr lang="zh-CN" altLang="en-US" dirty="0" smtClean="0"/>
              <a:t>（续）</a:t>
            </a:r>
            <a:endParaRPr lang="zh-CN" altLang="en-US" dirty="0" smtClean="0"/>
          </a:p>
        </p:txBody>
      </p:sp>
    </p:spTree>
  </p:cSld>
  <p:clrMapOvr>
    <a:masterClrMapping/>
  </p:clrMapOvr>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noAutofit/>
          </a:bodyPr>
          <a:lstStyle/>
          <a:p>
            <a:pPr algn="ctr" fontAlgn="auto">
              <a:spcAft>
                <a:spcPts val="0"/>
              </a:spcAft>
            </a:pPr>
            <a:r>
              <a:rPr lang="en-US" altLang="zh-CN" b="1" dirty="0" smtClean="0">
                <a:solidFill>
                  <a:srgbClr val="FFFFFF"/>
                </a:solidFill>
                <a:latin typeface="Times New Roman" panose="02020603050405020304" pitchFamily="18" charset="0"/>
                <a:ea typeface="隶书" panose="02010509060101010101" pitchFamily="49" charset="-122"/>
                <a:cs typeface="+mn-cs"/>
              </a:rPr>
              <a:t>2.4.3</a:t>
            </a:r>
            <a:r>
              <a:rPr lang="zh-CN" altLang="en-US" b="1" dirty="0" smtClean="0">
                <a:solidFill>
                  <a:srgbClr val="FFFFFF"/>
                </a:solidFill>
                <a:latin typeface="Times New Roman" panose="02020603050405020304" pitchFamily="18" charset="0"/>
                <a:ea typeface="隶书" panose="02010509060101010101" pitchFamily="49" charset="-122"/>
                <a:cs typeface="+mn-cs"/>
              </a:rPr>
              <a:t>、循环结构</a:t>
            </a:r>
            <a:r>
              <a:rPr lang="en-US" altLang="zh-CN" b="1" dirty="0" smtClean="0">
                <a:solidFill>
                  <a:srgbClr val="FFFFFF"/>
                </a:solidFill>
                <a:latin typeface="Times New Roman" panose="02020603050405020304" pitchFamily="18" charset="0"/>
                <a:ea typeface="隶书" panose="02010509060101010101" pitchFamily="49" charset="-122"/>
                <a:cs typeface="+mn-cs"/>
              </a:rPr>
              <a:t>——while</a:t>
            </a:r>
            <a:r>
              <a:rPr lang="zh-CN" altLang="en-US" b="1" dirty="0">
                <a:solidFill>
                  <a:srgbClr val="FFFFFF"/>
                </a:solidFill>
                <a:latin typeface="Times New Roman" panose="02020603050405020304" pitchFamily="18" charset="0"/>
                <a:ea typeface="隶书" panose="02010509060101010101" pitchFamily="49" charset="-122"/>
                <a:cs typeface="+mn-cs"/>
              </a:rPr>
              <a:t>语句</a:t>
            </a:r>
            <a:endParaRPr lang="zh-CN" altLang="en-US" b="1" dirty="0">
              <a:solidFill>
                <a:srgbClr val="FFFFFF"/>
              </a:solidFill>
              <a:latin typeface="Times New Roman" panose="02020603050405020304" pitchFamily="18" charset="0"/>
              <a:ea typeface="隶书" panose="02010509060101010101" pitchFamily="49" charset="-122"/>
              <a:cs typeface="+mn-cs"/>
            </a:endParaRPr>
          </a:p>
        </p:txBody>
      </p:sp>
      <p:sp>
        <p:nvSpPr>
          <p:cNvPr id="39939" name="Rectangle 3"/>
          <p:cNvSpPr>
            <a:spLocks noChangeArrowheads="1"/>
          </p:cNvSpPr>
          <p:nvPr/>
        </p:nvSpPr>
        <p:spPr bwMode="auto">
          <a:xfrm>
            <a:off x="2051050" y="1700213"/>
            <a:ext cx="5545138" cy="1223962"/>
          </a:xfrm>
          <a:prstGeom prst="rect">
            <a:avLst/>
          </a:prstGeom>
          <a:noFill/>
          <a:ln w="28575">
            <a:solidFill>
              <a:srgbClr val="000066"/>
            </a:solidFill>
            <a:miter lim="800000"/>
          </a:ln>
          <a:extLst>
            <a:ext uri="{909E8E84-426E-40DD-AFC4-6F175D3DCCD1}">
              <a14:hiddenFill xmlns:a14="http://schemas.microsoft.com/office/drawing/2010/main">
                <a:solidFill>
                  <a:srgbClr val="FFFFFF"/>
                </a:solidFill>
              </a14:hiddenFill>
            </a:ext>
          </a:extLst>
        </p:spPr>
        <p:txBody>
          <a:bodyPr/>
          <a:lstStyle>
            <a:lvl1pPr marL="1263650" indent="-4762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90000"/>
              </a:lnSpc>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initialization;    </a:t>
            </a:r>
            <a:endParaRPr lang="en-US" altLang="zh-CN" sz="2400" b="1">
              <a:latin typeface="Times New Roman" panose="02020603050405020304" pitchFamily="18" charset="0"/>
              <a:ea typeface="华文楷体" panose="02010600040101010101" pitchFamily="2" charset="-122"/>
            </a:endParaRPr>
          </a:p>
          <a:p>
            <a:pPr algn="l" eaLnBrk="1" hangingPunct="1">
              <a:lnSpc>
                <a:spcPct val="90000"/>
              </a:lnSpc>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while(condition)</a:t>
            </a:r>
            <a:endParaRPr lang="en-US" altLang="zh-CN" sz="2400" b="1">
              <a:latin typeface="Times New Roman" panose="02020603050405020304" pitchFamily="18" charset="0"/>
              <a:ea typeface="华文楷体" panose="02010600040101010101" pitchFamily="2" charset="-122"/>
            </a:endParaRPr>
          </a:p>
          <a:p>
            <a:pPr algn="l" eaLnBrk="1" hangingPunct="1">
              <a:lnSpc>
                <a:spcPct val="90000"/>
              </a:lnSpc>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		statement;</a:t>
            </a:r>
            <a:endParaRPr lang="en-US" altLang="zh-CN" sz="2400" b="1">
              <a:latin typeface="Times New Roman" panose="02020603050405020304" pitchFamily="18" charset="0"/>
              <a:ea typeface="华文楷体" panose="02010600040101010101" pitchFamily="2" charset="-122"/>
            </a:endParaRPr>
          </a:p>
        </p:txBody>
      </p:sp>
      <p:sp>
        <p:nvSpPr>
          <p:cNvPr id="39940" name="Rectangle 4"/>
          <p:cNvSpPr>
            <a:spLocks noChangeArrowheads="1"/>
          </p:cNvSpPr>
          <p:nvPr/>
        </p:nvSpPr>
        <p:spPr bwMode="auto">
          <a:xfrm>
            <a:off x="5219700" y="2997200"/>
            <a:ext cx="3529013" cy="338455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a:lstStyle>
            <a:lvl1pPr marL="476250" indent="-4762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Font typeface="Wingdings" panose="05000000000000000000" pitchFamily="2" charset="2"/>
              <a:buAutoNum type="arabicPeriod"/>
            </a:pPr>
            <a:r>
              <a:rPr lang="en-US" altLang="zh-CN" sz="2400" b="1" dirty="0">
                <a:solidFill>
                  <a:srgbClr val="FFFF00"/>
                </a:solidFill>
                <a:latin typeface="Times New Roman" panose="02020603050405020304" pitchFamily="18" charset="0"/>
                <a:ea typeface="华文楷体" panose="02010600040101010101" pitchFamily="2" charset="-122"/>
              </a:rPr>
              <a:t>initialization</a:t>
            </a:r>
            <a:r>
              <a:rPr lang="zh-CN" altLang="en-US" sz="2400" b="1" dirty="0">
                <a:solidFill>
                  <a:srgbClr val="FFFF00"/>
                </a:solidFill>
                <a:latin typeface="Times New Roman" panose="02020603050405020304" pitchFamily="18" charset="0"/>
                <a:ea typeface="华文楷体" panose="02010600040101010101" pitchFamily="2" charset="-122"/>
              </a:rPr>
              <a:t>：</a:t>
            </a:r>
            <a:r>
              <a:rPr lang="zh-CN" altLang="en-US" sz="2400" b="1" dirty="0">
                <a:latin typeface="Times New Roman" panose="02020603050405020304" pitchFamily="18" charset="0"/>
                <a:ea typeface="华文楷体" panose="02010600040101010101" pitchFamily="2" charset="-122"/>
              </a:rPr>
              <a:t>初始化，一般为赋值语句；</a:t>
            </a:r>
            <a:endParaRPr lang="zh-CN" altLang="en-US" sz="2400" b="1" dirty="0">
              <a:latin typeface="Times New Roman" panose="02020603050405020304" pitchFamily="18" charset="0"/>
              <a:ea typeface="华文楷体" panose="02010600040101010101" pitchFamily="2" charset="-122"/>
            </a:endParaRPr>
          </a:p>
          <a:p>
            <a:pPr algn="l" eaLnBrk="1" hangingPunct="1">
              <a:spcBef>
                <a:spcPct val="50000"/>
              </a:spcBef>
              <a:buFont typeface="Wingdings" panose="05000000000000000000" pitchFamily="2" charset="2"/>
              <a:buAutoNum type="arabicPeriod"/>
            </a:pPr>
            <a:r>
              <a:rPr lang="en-US" altLang="zh-CN" sz="2400" b="1" dirty="0">
                <a:solidFill>
                  <a:srgbClr val="FFFF00"/>
                </a:solidFill>
                <a:latin typeface="Times New Roman" panose="02020603050405020304" pitchFamily="18" charset="0"/>
                <a:ea typeface="华文楷体" panose="02010600040101010101" pitchFamily="2" charset="-122"/>
              </a:rPr>
              <a:t>condition</a:t>
            </a:r>
            <a:r>
              <a:rPr lang="zh-CN" altLang="en-US" sz="2400" b="1" dirty="0">
                <a:solidFill>
                  <a:srgbClr val="FFFF00"/>
                </a:solidFill>
                <a:latin typeface="Times New Roman" panose="02020603050405020304" pitchFamily="18" charset="0"/>
                <a:ea typeface="华文楷体" panose="02010600040101010101" pitchFamily="2" charset="-122"/>
              </a:rPr>
              <a:t>：</a:t>
            </a:r>
            <a:r>
              <a:rPr lang="zh-CN" altLang="en-US" sz="2400" b="1" dirty="0">
                <a:latin typeface="Times New Roman" panose="02020603050405020304" pitchFamily="18" charset="0"/>
                <a:ea typeface="华文楷体" panose="02010600040101010101" pitchFamily="2" charset="-122"/>
              </a:rPr>
              <a:t>循环条件，</a:t>
            </a:r>
            <a:r>
              <a:rPr lang="zh-CN" altLang="en-US" sz="2400" b="1" dirty="0">
                <a:solidFill>
                  <a:srgbClr val="FFFF00"/>
                </a:solidFill>
                <a:latin typeface="Times New Roman" panose="02020603050405020304" pitchFamily="18" charset="0"/>
                <a:ea typeface="华文楷体" panose="02010600040101010101" pitchFamily="2" charset="-122"/>
              </a:rPr>
              <a:t>循环一直执行直到条件为假为止</a:t>
            </a:r>
            <a:r>
              <a:rPr lang="zh-CN" altLang="en-US" sz="2400" b="1" dirty="0">
                <a:latin typeface="Times New Roman" panose="02020603050405020304" pitchFamily="18" charset="0"/>
                <a:ea typeface="华文楷体" panose="02010600040101010101" pitchFamily="2" charset="-122"/>
              </a:rPr>
              <a:t>；</a:t>
            </a:r>
            <a:endParaRPr lang="zh-CN" altLang="en-US" sz="2400" b="1" dirty="0">
              <a:latin typeface="Times New Roman" panose="02020603050405020304" pitchFamily="18" charset="0"/>
              <a:ea typeface="华文楷体" panose="02010600040101010101" pitchFamily="2" charset="-122"/>
            </a:endParaRPr>
          </a:p>
          <a:p>
            <a:pPr algn="l" eaLnBrk="1" hangingPunct="1">
              <a:spcBef>
                <a:spcPct val="50000"/>
              </a:spcBef>
              <a:buFont typeface="Wingdings" panose="05000000000000000000" pitchFamily="2" charset="2"/>
              <a:buAutoNum type="arabicPeriod"/>
            </a:pPr>
            <a:r>
              <a:rPr lang="en-US" altLang="zh-CN" sz="2400" b="1" dirty="0">
                <a:solidFill>
                  <a:srgbClr val="FFFF00"/>
                </a:solidFill>
                <a:latin typeface="Times New Roman" panose="02020603050405020304" pitchFamily="18" charset="0"/>
                <a:ea typeface="华文楷体" panose="02010600040101010101" pitchFamily="2" charset="-122"/>
              </a:rPr>
              <a:t>statement</a:t>
            </a:r>
            <a:r>
              <a:rPr lang="zh-CN" altLang="en-US" sz="2400" b="1" dirty="0">
                <a:solidFill>
                  <a:srgbClr val="FFFF00"/>
                </a:solidFill>
                <a:latin typeface="Times New Roman" panose="02020603050405020304" pitchFamily="18" charset="0"/>
                <a:ea typeface="华文楷体" panose="02010600040101010101" pitchFamily="2" charset="-122"/>
              </a:rPr>
              <a:t>：</a:t>
            </a:r>
            <a:r>
              <a:rPr lang="zh-CN" altLang="en-US" sz="2400" b="1" dirty="0">
                <a:latin typeface="Times New Roman" panose="02020603050405020304" pitchFamily="18" charset="0"/>
                <a:ea typeface="华文楷体" panose="02010600040101010101" pitchFamily="2" charset="-122"/>
              </a:rPr>
              <a:t>循环体，单个语句、块语句、空语句；</a:t>
            </a:r>
            <a:endParaRPr lang="zh-CN" altLang="en-US" sz="2400" b="1" dirty="0">
              <a:latin typeface="Times New Roman" panose="02020603050405020304" pitchFamily="18" charset="0"/>
              <a:ea typeface="华文楷体" panose="02010600040101010101" pitchFamily="2" charset="-122"/>
            </a:endParaRPr>
          </a:p>
        </p:txBody>
      </p:sp>
      <p:grpSp>
        <p:nvGrpSpPr>
          <p:cNvPr id="39941" name="Group 24"/>
          <p:cNvGrpSpPr/>
          <p:nvPr/>
        </p:nvGrpSpPr>
        <p:grpSpPr bwMode="auto">
          <a:xfrm>
            <a:off x="395288" y="3186113"/>
            <a:ext cx="4176712" cy="2906712"/>
            <a:chOff x="295" y="1979"/>
            <a:chExt cx="2631" cy="1831"/>
          </a:xfrm>
        </p:grpSpPr>
        <p:sp>
          <p:nvSpPr>
            <p:cNvPr id="39942" name="AutoShape 6"/>
            <p:cNvSpPr>
              <a:spLocks noChangeArrowheads="1"/>
            </p:cNvSpPr>
            <p:nvPr/>
          </p:nvSpPr>
          <p:spPr bwMode="auto">
            <a:xfrm>
              <a:off x="693" y="2379"/>
              <a:ext cx="1644" cy="200"/>
            </a:xfrm>
            <a:prstGeom prst="flowChartDecision">
              <a:avLst/>
            </a:prstGeom>
            <a:solidFill>
              <a:schemeClr val="accent1"/>
            </a:solidFill>
            <a:ln w="9525">
              <a:solidFill>
                <a:schemeClr val="tx1"/>
              </a:solidFill>
              <a:miter lim="800000"/>
            </a:ln>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en-US" altLang="zh-CN" sz="1600">
                  <a:latin typeface="Times New Roman" panose="02020603050405020304" pitchFamily="18" charset="0"/>
                  <a:ea typeface="华文楷体" panose="02010600040101010101" pitchFamily="2" charset="-122"/>
                </a:rPr>
                <a:t>condition</a:t>
              </a:r>
              <a:endParaRPr kumimoji="1" lang="en-US" altLang="zh-CN" sz="1600">
                <a:latin typeface="Times New Roman" panose="02020603050405020304" pitchFamily="18" charset="0"/>
                <a:ea typeface="华文楷体" panose="02010600040101010101" pitchFamily="2" charset="-122"/>
              </a:endParaRPr>
            </a:p>
          </p:txBody>
        </p:sp>
        <p:sp>
          <p:nvSpPr>
            <p:cNvPr id="39943" name="Text Box 7"/>
            <p:cNvSpPr txBox="1">
              <a:spLocks noChangeArrowheads="1"/>
            </p:cNvSpPr>
            <p:nvPr/>
          </p:nvSpPr>
          <p:spPr bwMode="auto">
            <a:xfrm>
              <a:off x="1125" y="1979"/>
              <a:ext cx="862" cy="218"/>
            </a:xfrm>
            <a:prstGeom prst="rect">
              <a:avLst/>
            </a:prstGeom>
            <a:solidFill>
              <a:schemeClr val="accent1"/>
            </a:solidFill>
            <a:ln w="9525">
              <a:solidFill>
                <a:schemeClr val="tx1"/>
              </a:solidFill>
              <a:miter lim="800000"/>
            </a:ln>
          </p:spPr>
          <p:txBody>
            <a:bodyPr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en-US" altLang="zh-CN" sz="1600">
                  <a:latin typeface="Times New Roman" panose="02020603050405020304" pitchFamily="18" charset="0"/>
                  <a:ea typeface="华文楷体" panose="02010600040101010101" pitchFamily="2" charset="-122"/>
                </a:rPr>
                <a:t>initialization</a:t>
              </a:r>
              <a:endParaRPr kumimoji="1" lang="en-US" altLang="zh-CN" sz="1600">
                <a:latin typeface="Times New Roman" panose="02020603050405020304" pitchFamily="18" charset="0"/>
                <a:ea typeface="华文楷体" panose="02010600040101010101" pitchFamily="2" charset="-122"/>
              </a:endParaRPr>
            </a:p>
          </p:txBody>
        </p:sp>
        <p:sp>
          <p:nvSpPr>
            <p:cNvPr id="39944" name="Text Box 8"/>
            <p:cNvSpPr txBox="1">
              <a:spLocks noChangeArrowheads="1"/>
            </p:cNvSpPr>
            <p:nvPr/>
          </p:nvSpPr>
          <p:spPr bwMode="auto">
            <a:xfrm>
              <a:off x="1111" y="2812"/>
              <a:ext cx="835" cy="218"/>
            </a:xfrm>
            <a:prstGeom prst="rect">
              <a:avLst/>
            </a:prstGeom>
            <a:solidFill>
              <a:schemeClr val="accent1"/>
            </a:solidFill>
            <a:ln w="9525">
              <a:solidFill>
                <a:schemeClr val="tx1"/>
              </a:solidFill>
              <a:miter lim="800000"/>
            </a:ln>
          </p:spPr>
          <p:txBody>
            <a:bodyPr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en-US" altLang="zh-CN" sz="1600">
                  <a:latin typeface="Times New Roman" panose="02020603050405020304" pitchFamily="18" charset="0"/>
                  <a:ea typeface="华文楷体" panose="02010600040101010101" pitchFamily="2" charset="-122"/>
                </a:rPr>
                <a:t>statement</a:t>
              </a:r>
              <a:endParaRPr kumimoji="1" lang="en-US" altLang="zh-CN" sz="1600">
                <a:latin typeface="Times New Roman" panose="02020603050405020304" pitchFamily="18" charset="0"/>
                <a:ea typeface="华文楷体" panose="02010600040101010101" pitchFamily="2" charset="-122"/>
              </a:endParaRPr>
            </a:p>
          </p:txBody>
        </p:sp>
        <p:sp>
          <p:nvSpPr>
            <p:cNvPr id="39945" name="Text Box 10"/>
            <p:cNvSpPr txBox="1">
              <a:spLocks noChangeArrowheads="1"/>
            </p:cNvSpPr>
            <p:nvPr/>
          </p:nvSpPr>
          <p:spPr bwMode="auto">
            <a:xfrm>
              <a:off x="1164" y="3592"/>
              <a:ext cx="1310" cy="218"/>
            </a:xfrm>
            <a:prstGeom prst="rect">
              <a:avLst/>
            </a:prstGeom>
            <a:solidFill>
              <a:schemeClr val="accent1"/>
            </a:solidFill>
            <a:ln w="9525">
              <a:solidFill>
                <a:schemeClr val="tx1"/>
              </a:solidFill>
              <a:miter lim="800000"/>
            </a:ln>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en-US" altLang="zh-CN" sz="1600">
                  <a:latin typeface="Times New Roman" panose="02020603050405020304" pitchFamily="18" charset="0"/>
                  <a:ea typeface="华文楷体" panose="02010600040101010101" pitchFamily="2" charset="-122"/>
                </a:rPr>
                <a:t>while</a:t>
              </a:r>
              <a:r>
                <a:rPr kumimoji="1" lang="zh-CN" altLang="en-US" sz="1600">
                  <a:latin typeface="Times New Roman" panose="02020603050405020304" pitchFamily="18" charset="0"/>
                  <a:ea typeface="华文楷体" panose="02010600040101010101" pitchFamily="2" charset="-122"/>
                </a:rPr>
                <a:t>循环下面的语句</a:t>
              </a:r>
              <a:endParaRPr kumimoji="1" lang="zh-CN" altLang="en-US" sz="1600">
                <a:latin typeface="Times New Roman" panose="02020603050405020304" pitchFamily="18" charset="0"/>
                <a:ea typeface="华文楷体" panose="02010600040101010101" pitchFamily="2" charset="-122"/>
              </a:endParaRPr>
            </a:p>
          </p:txBody>
        </p:sp>
        <p:sp>
          <p:nvSpPr>
            <p:cNvPr id="39946" name="Line 11"/>
            <p:cNvSpPr>
              <a:spLocks noChangeShapeType="1"/>
            </p:cNvSpPr>
            <p:nvPr/>
          </p:nvSpPr>
          <p:spPr bwMode="auto">
            <a:xfrm>
              <a:off x="1524" y="2191"/>
              <a:ext cx="0" cy="2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7" name="Line 12"/>
            <p:cNvSpPr>
              <a:spLocks noChangeShapeType="1"/>
            </p:cNvSpPr>
            <p:nvPr/>
          </p:nvSpPr>
          <p:spPr bwMode="auto">
            <a:xfrm>
              <a:off x="1524" y="2594"/>
              <a:ext cx="0" cy="24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8" name="Line 14"/>
            <p:cNvSpPr>
              <a:spLocks noChangeShapeType="1"/>
            </p:cNvSpPr>
            <p:nvPr/>
          </p:nvSpPr>
          <p:spPr bwMode="auto">
            <a:xfrm>
              <a:off x="1519" y="3022"/>
              <a:ext cx="5" cy="37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9" name="Line 15"/>
            <p:cNvSpPr>
              <a:spLocks noChangeShapeType="1"/>
            </p:cNvSpPr>
            <p:nvPr/>
          </p:nvSpPr>
          <p:spPr bwMode="auto">
            <a:xfrm flipH="1">
              <a:off x="295" y="3401"/>
              <a:ext cx="122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50" name="Line 16"/>
            <p:cNvSpPr>
              <a:spLocks noChangeShapeType="1"/>
            </p:cNvSpPr>
            <p:nvPr/>
          </p:nvSpPr>
          <p:spPr bwMode="auto">
            <a:xfrm flipV="1">
              <a:off x="295" y="2217"/>
              <a:ext cx="16" cy="11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51" name="Line 17"/>
            <p:cNvSpPr>
              <a:spLocks noChangeShapeType="1"/>
            </p:cNvSpPr>
            <p:nvPr/>
          </p:nvSpPr>
          <p:spPr bwMode="auto">
            <a:xfrm>
              <a:off x="311" y="2230"/>
              <a:ext cx="117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52" name="Line 18"/>
            <p:cNvSpPr>
              <a:spLocks noChangeShapeType="1"/>
            </p:cNvSpPr>
            <p:nvPr/>
          </p:nvSpPr>
          <p:spPr bwMode="auto">
            <a:xfrm>
              <a:off x="2321" y="2487"/>
              <a:ext cx="59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53" name="Line 19"/>
            <p:cNvSpPr>
              <a:spLocks noChangeShapeType="1"/>
            </p:cNvSpPr>
            <p:nvPr/>
          </p:nvSpPr>
          <p:spPr bwMode="auto">
            <a:xfrm>
              <a:off x="2919" y="2487"/>
              <a:ext cx="7" cy="99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54" name="Line 20"/>
            <p:cNvSpPr>
              <a:spLocks noChangeShapeType="1"/>
            </p:cNvSpPr>
            <p:nvPr/>
          </p:nvSpPr>
          <p:spPr bwMode="auto">
            <a:xfrm flipH="1" flipV="1">
              <a:off x="1837" y="3475"/>
              <a:ext cx="1079" cy="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55" name="Line 21"/>
            <p:cNvSpPr>
              <a:spLocks noChangeShapeType="1"/>
            </p:cNvSpPr>
            <p:nvPr/>
          </p:nvSpPr>
          <p:spPr bwMode="auto">
            <a:xfrm>
              <a:off x="1856" y="3482"/>
              <a:ext cx="0" cy="12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56" name="Text Box 22"/>
            <p:cNvSpPr txBox="1">
              <a:spLocks noChangeArrowheads="1"/>
            </p:cNvSpPr>
            <p:nvPr/>
          </p:nvSpPr>
          <p:spPr bwMode="auto">
            <a:xfrm>
              <a:off x="1578" y="2573"/>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en-US" altLang="zh-CN" sz="1600">
                  <a:latin typeface="Times New Roman" panose="02020603050405020304" pitchFamily="18" charset="0"/>
                  <a:ea typeface="华文楷体" panose="02010600040101010101" pitchFamily="2" charset="-122"/>
                </a:rPr>
                <a:t>T</a:t>
              </a:r>
              <a:endParaRPr kumimoji="1" lang="en-US" altLang="zh-CN" sz="1600">
                <a:latin typeface="Times New Roman" panose="02020603050405020304" pitchFamily="18" charset="0"/>
                <a:ea typeface="华文楷体" panose="02010600040101010101" pitchFamily="2" charset="-122"/>
              </a:endParaRPr>
            </a:p>
          </p:txBody>
        </p:sp>
        <p:sp>
          <p:nvSpPr>
            <p:cNvPr id="39957" name="Text Box 23"/>
            <p:cNvSpPr txBox="1">
              <a:spLocks noChangeArrowheads="1"/>
            </p:cNvSpPr>
            <p:nvPr/>
          </p:nvSpPr>
          <p:spPr bwMode="auto">
            <a:xfrm>
              <a:off x="2566" y="2269"/>
              <a:ext cx="14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en-US" altLang="zh-CN" sz="1200">
                  <a:latin typeface="Times New Roman" panose="02020603050405020304" pitchFamily="18" charset="0"/>
                  <a:ea typeface="华文楷体" panose="02010600040101010101" pitchFamily="2" charset="-122"/>
                </a:rPr>
                <a:t>F</a:t>
              </a:r>
              <a:endParaRPr kumimoji="1" lang="en-US" altLang="zh-CN" sz="1200">
                <a:latin typeface="Times New Roman" panose="02020603050405020304" pitchFamily="18" charset="0"/>
                <a:ea typeface="华文楷体" panose="02010600040101010101" pitchFamily="2" charset="-122"/>
              </a:endParaRPr>
            </a:p>
          </p:txBody>
        </p:sp>
      </p:grpSp>
    </p:spTree>
  </p:cSld>
  <p:clrMapOvr>
    <a:masterClrMapping/>
  </p:clrMapOvr>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p:cNvSpPr>
            <a:spLocks noGrp="1"/>
          </p:cNvSpPr>
          <p:nvPr>
            <p:ph type="title"/>
          </p:nvPr>
        </p:nvSpPr>
        <p:spPr>
          <a:xfrm>
            <a:off x="457200" y="576263"/>
            <a:ext cx="8229600" cy="1196975"/>
          </a:xfrm>
        </p:spPr>
        <p:txBody>
          <a:bodyPr>
            <a:noAutofit/>
          </a:bodyPr>
          <a:lstStyle/>
          <a:p>
            <a:pPr algn="ctr" fontAlgn="auto">
              <a:spcAft>
                <a:spcPts val="0"/>
              </a:spcAft>
            </a:pPr>
            <a:r>
              <a:rPr lang="en-US" altLang="zh-CN" b="1" dirty="0">
                <a:solidFill>
                  <a:srgbClr val="FFFFFF"/>
                </a:solidFill>
                <a:latin typeface="Times New Roman" panose="02020603050405020304" pitchFamily="18" charset="0"/>
                <a:ea typeface="隶书" panose="02010509060101010101" pitchFamily="49" charset="-122"/>
                <a:cs typeface="+mn-cs"/>
              </a:rPr>
              <a:t>2.4.3 </a:t>
            </a:r>
            <a:r>
              <a:rPr lang="zh-CN" altLang="en-US" b="1" dirty="0">
                <a:solidFill>
                  <a:srgbClr val="FFFFFF"/>
                </a:solidFill>
                <a:latin typeface="Times New Roman" panose="02020603050405020304" pitchFamily="18" charset="0"/>
                <a:ea typeface="隶书" panose="02010509060101010101" pitchFamily="49" charset="-122"/>
                <a:cs typeface="+mn-cs"/>
              </a:rPr>
              <a:t>循环</a:t>
            </a:r>
            <a:r>
              <a:rPr lang="zh-CN" altLang="en-US" b="1" dirty="0" smtClean="0">
                <a:solidFill>
                  <a:srgbClr val="FFFFFF"/>
                </a:solidFill>
                <a:latin typeface="Times New Roman" panose="02020603050405020304" pitchFamily="18" charset="0"/>
                <a:ea typeface="隶书" panose="02010509060101010101" pitchFamily="49" charset="-122"/>
                <a:cs typeface="+mn-cs"/>
              </a:rPr>
              <a:t>结构</a:t>
            </a:r>
            <a:r>
              <a:rPr lang="en-US" altLang="zh-CN" b="1" dirty="0" smtClean="0">
                <a:solidFill>
                  <a:srgbClr val="FFFFFF"/>
                </a:solidFill>
                <a:latin typeface="Times New Roman" panose="02020603050405020304" pitchFamily="18" charset="0"/>
                <a:ea typeface="隶书" panose="02010509060101010101" pitchFamily="49" charset="-122"/>
                <a:cs typeface="+mn-cs"/>
              </a:rPr>
              <a:t> </a:t>
            </a:r>
            <a:r>
              <a:rPr lang="en-US" altLang="zh-CN" b="1" dirty="0">
                <a:solidFill>
                  <a:srgbClr val="FFFFFF"/>
                </a:solidFill>
                <a:latin typeface="Times New Roman" panose="02020603050405020304" pitchFamily="18" charset="0"/>
                <a:ea typeface="隶书" panose="02010509060101010101" pitchFamily="49" charset="-122"/>
                <a:cs typeface="+mn-cs"/>
              </a:rPr>
              <a:t>——while</a:t>
            </a:r>
            <a:r>
              <a:rPr lang="zh-CN" altLang="en-US" b="1" dirty="0">
                <a:solidFill>
                  <a:srgbClr val="FFFFFF"/>
                </a:solidFill>
                <a:latin typeface="Times New Roman" panose="02020603050405020304" pitchFamily="18" charset="0"/>
                <a:ea typeface="隶书" panose="02010509060101010101" pitchFamily="49" charset="-122"/>
                <a:cs typeface="+mn-cs"/>
              </a:rPr>
              <a:t>语句</a:t>
            </a:r>
            <a:endParaRPr lang="zh-CN" altLang="en-US" b="1" dirty="0">
              <a:solidFill>
                <a:srgbClr val="FFFFFF"/>
              </a:solidFill>
              <a:latin typeface="Times New Roman" panose="02020603050405020304" pitchFamily="18" charset="0"/>
              <a:ea typeface="隶书" panose="02010509060101010101" pitchFamily="49" charset="-122"/>
              <a:cs typeface="+mn-cs"/>
            </a:endParaRPr>
          </a:p>
        </p:txBody>
      </p:sp>
      <p:sp>
        <p:nvSpPr>
          <p:cNvPr id="6" name="Rectangle 3"/>
          <p:cNvSpPr txBox="1">
            <a:spLocks noChangeArrowheads="1"/>
          </p:cNvSpPr>
          <p:nvPr/>
        </p:nvSpPr>
        <p:spPr bwMode="auto">
          <a:xfrm>
            <a:off x="611560" y="2564904"/>
            <a:ext cx="8175823" cy="1861939"/>
          </a:xfrm>
          <a:prstGeom prst="rect">
            <a:avLst/>
          </a:prstGeom>
          <a:noFill/>
          <a:ln w="9525">
            <a:noFill/>
            <a:miter lim="800000"/>
          </a:ln>
        </p:spPr>
        <p:txBody>
          <a:bodyPr/>
          <a:lstStyle/>
          <a:p>
            <a:pPr marL="109220" algn="l">
              <a:spcBef>
                <a:spcPts val="300"/>
              </a:spcBef>
              <a:spcAft>
                <a:spcPts val="1200"/>
              </a:spcAft>
              <a:buClr>
                <a:srgbClr val="A04DA3"/>
              </a:buClr>
              <a:defRPr/>
            </a:pPr>
            <a:r>
              <a:rPr lang="zh-CN" altLang="en-US" b="1" dirty="0">
                <a:latin typeface="+mn-lt"/>
                <a:ea typeface="+mj-ea"/>
              </a:rPr>
              <a:t>例</a:t>
            </a:r>
            <a:r>
              <a:rPr lang="en-US" altLang="zh-CN" b="1" dirty="0">
                <a:latin typeface="+mn-lt"/>
                <a:ea typeface="+mj-ea"/>
              </a:rPr>
              <a:t>2-5  </a:t>
            </a:r>
            <a:r>
              <a:rPr lang="zh-CN" altLang="en-US" b="1" dirty="0">
                <a:latin typeface="+mn-lt"/>
                <a:ea typeface="+mj-ea"/>
              </a:rPr>
              <a:t>求自然数</a:t>
            </a:r>
            <a:r>
              <a:rPr lang="en-US" altLang="zh-CN" b="1" dirty="0" smtClean="0">
                <a:latin typeface="+mn-lt"/>
                <a:ea typeface="+mj-ea"/>
              </a:rPr>
              <a:t>1~10</a:t>
            </a:r>
            <a:r>
              <a:rPr lang="zh-CN" altLang="en-US" b="1" dirty="0">
                <a:latin typeface="+mn-lt"/>
                <a:ea typeface="+mj-ea"/>
              </a:rPr>
              <a:t>之</a:t>
            </a:r>
            <a:r>
              <a:rPr lang="zh-CN" altLang="en-US" b="1" dirty="0" smtClean="0">
                <a:latin typeface="+mn-lt"/>
                <a:ea typeface="+mj-ea"/>
              </a:rPr>
              <a:t>和</a:t>
            </a:r>
            <a:endParaRPr lang="en-US" altLang="zh-CN" b="1" dirty="0" smtClean="0">
              <a:latin typeface="+mn-lt"/>
              <a:ea typeface="+mj-ea"/>
            </a:endParaRPr>
          </a:p>
          <a:p>
            <a:pPr marL="109220" algn="l">
              <a:spcBef>
                <a:spcPts val="300"/>
              </a:spcBef>
              <a:spcAft>
                <a:spcPts val="1200"/>
              </a:spcAft>
              <a:buClr>
                <a:srgbClr val="A04DA3"/>
              </a:buClr>
              <a:defRPr/>
            </a:pPr>
            <a:r>
              <a:rPr lang="zh-CN" altLang="en-US" b="1" dirty="0" smtClean="0">
                <a:latin typeface="+mn-lt"/>
                <a:ea typeface="+mj-ea"/>
              </a:rPr>
              <a:t>分析</a:t>
            </a:r>
            <a:r>
              <a:rPr lang="zh-CN" altLang="en-US" b="1" dirty="0">
                <a:latin typeface="+mn-lt"/>
                <a:ea typeface="+mj-ea"/>
              </a:rPr>
              <a:t>：本题需要用累加算法，累加过程是一个循环过程，可以用</a:t>
            </a:r>
            <a:r>
              <a:rPr lang="en-US" altLang="zh-CN" b="1" dirty="0">
                <a:latin typeface="+mn-lt"/>
                <a:ea typeface="+mj-ea"/>
              </a:rPr>
              <a:t>while</a:t>
            </a:r>
            <a:r>
              <a:rPr lang="zh-CN" altLang="en-US" b="1" dirty="0">
                <a:latin typeface="+mn-lt"/>
                <a:ea typeface="+mj-ea"/>
              </a:rPr>
              <a:t>语句实现。</a:t>
            </a:r>
            <a:endParaRPr lang="zh-CN" altLang="en-US" b="1" dirty="0">
              <a:latin typeface="+mn-lt"/>
              <a:ea typeface="+mj-ea"/>
            </a:endParaRPr>
          </a:p>
        </p:txBody>
      </p:sp>
    </p:spTree>
  </p:cSld>
  <p:clrMapOvr>
    <a:masterClrMapping/>
  </p:clrMapOvr>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
          <p:cNvSpPr>
            <a:spLocks noGrp="1"/>
          </p:cNvSpPr>
          <p:nvPr>
            <p:ph type="title"/>
          </p:nvPr>
        </p:nvSpPr>
        <p:spPr/>
        <p:txBody>
          <a:bodyPr>
            <a:noAutofit/>
          </a:bodyPr>
          <a:lstStyle/>
          <a:p>
            <a:pPr algn="ctr" fontAlgn="auto">
              <a:spcAft>
                <a:spcPts val="0"/>
              </a:spcAft>
            </a:pPr>
            <a:r>
              <a:rPr lang="zh-CN" altLang="en-US" b="1">
                <a:solidFill>
                  <a:srgbClr val="FFFFFF"/>
                </a:solidFill>
                <a:latin typeface="Times New Roman" panose="02020603050405020304" pitchFamily="18" charset="0"/>
                <a:ea typeface="隶书" panose="02010509060101010101" pitchFamily="49" charset="-122"/>
                <a:cs typeface="+mn-cs"/>
              </a:rPr>
              <a:t>例</a:t>
            </a:r>
            <a:r>
              <a:rPr lang="en-US" altLang="zh-CN" b="1">
                <a:solidFill>
                  <a:srgbClr val="FFFFFF"/>
                </a:solidFill>
                <a:latin typeface="Times New Roman" panose="02020603050405020304" pitchFamily="18" charset="0"/>
                <a:ea typeface="隶书" panose="02010509060101010101" pitchFamily="49" charset="-122"/>
                <a:cs typeface="+mn-cs"/>
              </a:rPr>
              <a:t>2-5</a:t>
            </a:r>
            <a:r>
              <a:rPr lang="zh-CN" altLang="en-US" b="1">
                <a:solidFill>
                  <a:srgbClr val="FFFFFF"/>
                </a:solidFill>
                <a:latin typeface="Times New Roman" panose="02020603050405020304" pitchFamily="18" charset="0"/>
                <a:ea typeface="隶书" panose="02010509060101010101" pitchFamily="49" charset="-122"/>
                <a:cs typeface="+mn-cs"/>
              </a:rPr>
              <a:t>（续）</a:t>
            </a:r>
            <a:endParaRPr lang="zh-CN" altLang="en-US" b="1">
              <a:solidFill>
                <a:srgbClr val="FFFFFF"/>
              </a:solidFill>
              <a:latin typeface="Times New Roman" panose="02020603050405020304" pitchFamily="18" charset="0"/>
              <a:ea typeface="隶书" panose="02010509060101010101" pitchFamily="49" charset="-122"/>
              <a:cs typeface="+mn-cs"/>
            </a:endParaRPr>
          </a:p>
        </p:txBody>
      </p:sp>
      <p:sp>
        <p:nvSpPr>
          <p:cNvPr id="6" name="内容占位符 11"/>
          <p:cNvSpPr>
            <a:spLocks noGrp="1"/>
          </p:cNvSpPr>
          <p:nvPr>
            <p:ph idx="1"/>
          </p:nvPr>
        </p:nvSpPr>
        <p:spPr>
          <a:xfrm>
            <a:off x="645071" y="1340768"/>
            <a:ext cx="7886700" cy="5032375"/>
          </a:xfrm>
          <a:solidFill>
            <a:schemeClr val="tx1"/>
          </a:solidFill>
        </p:spPr>
        <p:txBody>
          <a:bodyPr>
            <a:noAutofit/>
          </a:bodyPr>
          <a:lstStyle/>
          <a:p>
            <a:pPr eaLnBrk="1" hangingPunct="1">
              <a:buFont typeface="Wingdings" panose="05000000000000000000" pitchFamily="2" charset="2"/>
              <a:buNone/>
              <a:defRPr/>
            </a:pPr>
            <a:r>
              <a:rPr lang="en-US" altLang="zh-CN" sz="2400" b="1" dirty="0" smtClean="0">
                <a:solidFill>
                  <a:srgbClr val="000000"/>
                </a:solidFill>
              </a:rPr>
              <a:t>#include &lt;</a:t>
            </a:r>
            <a:r>
              <a:rPr lang="en-US" altLang="zh-CN" sz="2400" b="1" dirty="0" err="1" smtClean="0">
                <a:solidFill>
                  <a:srgbClr val="000000"/>
                </a:solidFill>
              </a:rPr>
              <a:t>iostream</a:t>
            </a:r>
            <a:r>
              <a:rPr lang="en-US" altLang="zh-CN" sz="2400" b="1" dirty="0" smtClean="0">
                <a:solidFill>
                  <a:srgbClr val="000000"/>
                </a:solidFill>
              </a:rPr>
              <a:t>&gt;</a:t>
            </a:r>
            <a:endParaRPr lang="en-US" altLang="zh-CN" sz="2400" b="1" dirty="0" smtClean="0">
              <a:solidFill>
                <a:srgbClr val="000000"/>
              </a:solidFill>
            </a:endParaRPr>
          </a:p>
          <a:p>
            <a:pPr eaLnBrk="1" hangingPunct="1">
              <a:buFont typeface="Wingdings" panose="05000000000000000000" pitchFamily="2" charset="2"/>
              <a:buNone/>
              <a:defRPr/>
            </a:pPr>
            <a:r>
              <a:rPr lang="en-US" altLang="zh-CN" sz="2400" b="1" dirty="0" smtClean="0">
                <a:solidFill>
                  <a:srgbClr val="000000"/>
                </a:solidFill>
              </a:rPr>
              <a:t>using namespace std;</a:t>
            </a:r>
            <a:endParaRPr lang="en-US" altLang="zh-CN" sz="2400" b="1" dirty="0" smtClean="0">
              <a:solidFill>
                <a:srgbClr val="000000"/>
              </a:solidFill>
            </a:endParaRPr>
          </a:p>
          <a:p>
            <a:pPr eaLnBrk="1" hangingPunct="1">
              <a:buFont typeface="Wingdings" panose="05000000000000000000" pitchFamily="2" charset="2"/>
              <a:buNone/>
              <a:defRPr/>
            </a:pPr>
            <a:r>
              <a:rPr lang="en-US" altLang="zh-CN" sz="2400" b="1" dirty="0" err="1" smtClean="0">
                <a:solidFill>
                  <a:srgbClr val="000000"/>
                </a:solidFill>
              </a:rPr>
              <a:t>int</a:t>
            </a:r>
            <a:r>
              <a:rPr lang="en-US" altLang="zh-CN" sz="2400" b="1" dirty="0" smtClean="0">
                <a:solidFill>
                  <a:srgbClr val="000000"/>
                </a:solidFill>
              </a:rPr>
              <a:t> main() {</a:t>
            </a:r>
            <a:endParaRPr lang="en-US" altLang="zh-CN" sz="2400" b="1" dirty="0" smtClean="0">
              <a:solidFill>
                <a:srgbClr val="000000"/>
              </a:solidFill>
            </a:endParaRPr>
          </a:p>
          <a:p>
            <a:pPr eaLnBrk="1" hangingPunct="1">
              <a:buFont typeface="Wingdings" panose="05000000000000000000" pitchFamily="2" charset="2"/>
              <a:buNone/>
              <a:defRPr/>
            </a:pPr>
            <a:r>
              <a:rPr lang="en-US" altLang="zh-CN" sz="2400" b="1" dirty="0" smtClean="0">
                <a:solidFill>
                  <a:srgbClr val="000000"/>
                </a:solidFill>
              </a:rPr>
              <a:t>  </a:t>
            </a:r>
            <a:r>
              <a:rPr lang="en-US" altLang="zh-CN" sz="2400" b="1" dirty="0" err="1" smtClean="0">
                <a:solidFill>
                  <a:srgbClr val="000000"/>
                </a:solidFill>
              </a:rPr>
              <a:t>int</a:t>
            </a:r>
            <a:r>
              <a:rPr lang="en-US" altLang="zh-CN" sz="2400" b="1" dirty="0" smtClean="0">
                <a:solidFill>
                  <a:srgbClr val="000000"/>
                </a:solidFill>
              </a:rPr>
              <a:t> </a:t>
            </a:r>
            <a:r>
              <a:rPr lang="en-US" altLang="zh-CN" sz="2400" b="1" dirty="0" err="1" smtClean="0">
                <a:solidFill>
                  <a:srgbClr val="000000"/>
                </a:solidFill>
              </a:rPr>
              <a:t>i</a:t>
            </a:r>
            <a:r>
              <a:rPr lang="en-US" altLang="zh-CN" sz="2400" b="1" dirty="0" smtClean="0">
                <a:solidFill>
                  <a:srgbClr val="000000"/>
                </a:solidFill>
              </a:rPr>
              <a:t> = 1, sum = 0;</a:t>
            </a:r>
            <a:endParaRPr lang="en-US" altLang="zh-CN" sz="2400" b="1" dirty="0" smtClean="0">
              <a:solidFill>
                <a:srgbClr val="000000"/>
              </a:solidFill>
            </a:endParaRPr>
          </a:p>
          <a:p>
            <a:pPr eaLnBrk="1" hangingPunct="1">
              <a:buFont typeface="Wingdings" panose="05000000000000000000" pitchFamily="2" charset="2"/>
              <a:buNone/>
              <a:defRPr/>
            </a:pPr>
            <a:r>
              <a:rPr lang="en-US" altLang="zh-CN" sz="2400" b="1" dirty="0" smtClean="0">
                <a:solidFill>
                  <a:srgbClr val="000000"/>
                </a:solidFill>
              </a:rPr>
              <a:t>  while (</a:t>
            </a:r>
            <a:r>
              <a:rPr lang="en-US" altLang="zh-CN" sz="2400" b="1" dirty="0" err="1" smtClean="0">
                <a:solidFill>
                  <a:srgbClr val="000000"/>
                </a:solidFill>
              </a:rPr>
              <a:t>i</a:t>
            </a:r>
            <a:r>
              <a:rPr lang="en-US" altLang="zh-CN" sz="2400" b="1" dirty="0" smtClean="0">
                <a:solidFill>
                  <a:srgbClr val="000000"/>
                </a:solidFill>
              </a:rPr>
              <a:t> &lt;= 10) {</a:t>
            </a:r>
            <a:endParaRPr lang="en-US" altLang="zh-CN" sz="2400" b="1" dirty="0" smtClean="0">
              <a:solidFill>
                <a:srgbClr val="000000"/>
              </a:solidFill>
            </a:endParaRPr>
          </a:p>
          <a:p>
            <a:pPr eaLnBrk="1" hangingPunct="1">
              <a:buFont typeface="Wingdings" panose="05000000000000000000" pitchFamily="2" charset="2"/>
              <a:buNone/>
              <a:defRPr/>
            </a:pPr>
            <a:r>
              <a:rPr lang="en-US" altLang="zh-CN" sz="2400" b="1" dirty="0" smtClean="0">
                <a:solidFill>
                  <a:srgbClr val="000000"/>
                </a:solidFill>
              </a:rPr>
              <a:t>      sum += </a:t>
            </a:r>
            <a:r>
              <a:rPr lang="en-US" altLang="zh-CN" sz="2400" b="1" dirty="0" err="1" smtClean="0">
                <a:solidFill>
                  <a:srgbClr val="000000"/>
                </a:solidFill>
              </a:rPr>
              <a:t>i</a:t>
            </a:r>
            <a:r>
              <a:rPr lang="en-US" altLang="zh-CN" sz="2400" b="1" dirty="0" smtClean="0">
                <a:solidFill>
                  <a:srgbClr val="000000"/>
                </a:solidFill>
              </a:rPr>
              <a:t>;  //</a:t>
            </a:r>
            <a:r>
              <a:rPr lang="zh-CN" altLang="en-US" sz="2400" b="1" dirty="0" smtClean="0">
                <a:solidFill>
                  <a:srgbClr val="000000"/>
                </a:solidFill>
              </a:rPr>
              <a:t>相当于</a:t>
            </a:r>
            <a:r>
              <a:rPr lang="en-US" altLang="zh-CN" sz="2400" b="1" dirty="0" smtClean="0">
                <a:solidFill>
                  <a:srgbClr val="000000"/>
                </a:solidFill>
              </a:rPr>
              <a:t>sum = sum + </a:t>
            </a:r>
            <a:r>
              <a:rPr lang="en-US" altLang="zh-CN" sz="2400" b="1" dirty="0" err="1" smtClean="0">
                <a:solidFill>
                  <a:srgbClr val="000000"/>
                </a:solidFill>
              </a:rPr>
              <a:t>i</a:t>
            </a:r>
            <a:r>
              <a:rPr lang="en-US" altLang="zh-CN" sz="2400" b="1" dirty="0" smtClean="0">
                <a:solidFill>
                  <a:srgbClr val="000000"/>
                </a:solidFill>
              </a:rPr>
              <a:t>;</a:t>
            </a:r>
            <a:endParaRPr lang="en-US" altLang="zh-CN" sz="2400" b="1" dirty="0" smtClean="0">
              <a:solidFill>
                <a:srgbClr val="000000"/>
              </a:solidFill>
            </a:endParaRPr>
          </a:p>
          <a:p>
            <a:pPr eaLnBrk="1" hangingPunct="1">
              <a:buFont typeface="Wingdings" panose="05000000000000000000" pitchFamily="2" charset="2"/>
              <a:buNone/>
              <a:defRPr/>
            </a:pPr>
            <a:r>
              <a:rPr lang="en-US" altLang="zh-CN" sz="2400" b="1" dirty="0" smtClean="0">
                <a:solidFill>
                  <a:srgbClr val="000000"/>
                </a:solidFill>
              </a:rPr>
              <a:t>      </a:t>
            </a:r>
            <a:r>
              <a:rPr lang="en-US" altLang="zh-CN" sz="2400" b="1" dirty="0" err="1" smtClean="0">
                <a:solidFill>
                  <a:srgbClr val="000000"/>
                </a:solidFill>
              </a:rPr>
              <a:t>i</a:t>
            </a:r>
            <a:r>
              <a:rPr lang="en-US" altLang="zh-CN" sz="2400" b="1" dirty="0" smtClean="0">
                <a:solidFill>
                  <a:srgbClr val="000000"/>
                </a:solidFill>
              </a:rPr>
              <a:t>++;</a:t>
            </a:r>
            <a:endParaRPr lang="en-US" altLang="zh-CN" sz="2400" b="1" dirty="0" smtClean="0">
              <a:solidFill>
                <a:srgbClr val="000000"/>
              </a:solidFill>
            </a:endParaRPr>
          </a:p>
          <a:p>
            <a:pPr eaLnBrk="1" hangingPunct="1">
              <a:buFont typeface="Wingdings" panose="05000000000000000000" pitchFamily="2" charset="2"/>
              <a:buNone/>
              <a:defRPr/>
            </a:pPr>
            <a:r>
              <a:rPr lang="en-US" altLang="zh-CN" sz="2400" b="1" dirty="0" smtClean="0">
                <a:solidFill>
                  <a:srgbClr val="000000"/>
                </a:solidFill>
              </a:rPr>
              <a:t>  }</a:t>
            </a:r>
            <a:endParaRPr lang="en-US" altLang="zh-CN" sz="2400" b="1" dirty="0" smtClean="0">
              <a:solidFill>
                <a:srgbClr val="000000"/>
              </a:solidFill>
            </a:endParaRPr>
          </a:p>
          <a:p>
            <a:pPr eaLnBrk="1" hangingPunct="1">
              <a:buFont typeface="Wingdings" panose="05000000000000000000" pitchFamily="2" charset="2"/>
              <a:buNone/>
              <a:defRPr/>
            </a:pPr>
            <a:r>
              <a:rPr lang="en-US" altLang="zh-CN" sz="2400" b="1" dirty="0" smtClean="0">
                <a:solidFill>
                  <a:srgbClr val="000000"/>
                </a:solidFill>
              </a:rPr>
              <a:t>  </a:t>
            </a:r>
            <a:r>
              <a:rPr lang="en-US" altLang="zh-CN" sz="2400" b="1" dirty="0" err="1" smtClean="0">
                <a:solidFill>
                  <a:srgbClr val="000000"/>
                </a:solidFill>
              </a:rPr>
              <a:t>cout</a:t>
            </a:r>
            <a:r>
              <a:rPr lang="en-US" altLang="zh-CN" sz="2400" b="1" dirty="0" smtClean="0">
                <a:solidFill>
                  <a:srgbClr val="000000"/>
                </a:solidFill>
              </a:rPr>
              <a:t> &lt;&lt; "sum = " &lt;&lt; sum &lt;&lt; </a:t>
            </a:r>
            <a:r>
              <a:rPr lang="en-US" altLang="zh-CN" sz="2400" b="1" dirty="0" err="1" smtClean="0">
                <a:solidFill>
                  <a:srgbClr val="000000"/>
                </a:solidFill>
              </a:rPr>
              <a:t>endl</a:t>
            </a:r>
            <a:r>
              <a:rPr lang="en-US" altLang="zh-CN" sz="2400" b="1" dirty="0" smtClean="0">
                <a:solidFill>
                  <a:srgbClr val="000000"/>
                </a:solidFill>
              </a:rPr>
              <a:t>;</a:t>
            </a:r>
            <a:endParaRPr lang="en-US" altLang="zh-CN" sz="2400" b="1" dirty="0" smtClean="0">
              <a:solidFill>
                <a:srgbClr val="000000"/>
              </a:solidFill>
            </a:endParaRPr>
          </a:p>
          <a:p>
            <a:pPr eaLnBrk="1" hangingPunct="1">
              <a:buFont typeface="Wingdings" panose="05000000000000000000" pitchFamily="2" charset="2"/>
              <a:buNone/>
              <a:defRPr/>
            </a:pPr>
            <a:r>
              <a:rPr lang="en-US" altLang="zh-CN" sz="2400" b="1" dirty="0">
                <a:solidFill>
                  <a:srgbClr val="000000"/>
                </a:solidFill>
              </a:rPr>
              <a:t> </a:t>
            </a:r>
            <a:r>
              <a:rPr lang="en-US" altLang="zh-CN" sz="2400" b="1" dirty="0" smtClean="0">
                <a:solidFill>
                  <a:srgbClr val="000000"/>
                </a:solidFill>
              </a:rPr>
              <a:t> return 0;</a:t>
            </a:r>
            <a:endParaRPr lang="en-US" altLang="zh-CN" sz="2400" b="1" dirty="0" smtClean="0">
              <a:solidFill>
                <a:srgbClr val="000000"/>
              </a:solidFill>
            </a:endParaRPr>
          </a:p>
          <a:p>
            <a:pPr eaLnBrk="1" hangingPunct="1">
              <a:buFont typeface="Wingdings" panose="05000000000000000000" pitchFamily="2" charset="2"/>
              <a:buNone/>
              <a:defRPr/>
            </a:pPr>
            <a:r>
              <a:rPr lang="en-US" altLang="zh-CN" sz="2400" b="1" dirty="0" smtClean="0">
                <a:solidFill>
                  <a:srgbClr val="000000"/>
                </a:solidFill>
              </a:rPr>
              <a:t>}</a:t>
            </a:r>
            <a:endParaRPr lang="zh-CN" altLang="en-US" sz="2400" b="1" dirty="0">
              <a:solidFill>
                <a:srgbClr val="000000"/>
              </a:solidFill>
            </a:endParaRPr>
          </a:p>
        </p:txBody>
      </p:sp>
      <p:sp>
        <p:nvSpPr>
          <p:cNvPr id="8" name="Rectangle 5"/>
          <p:cNvSpPr txBox="1">
            <a:spLocks noChangeArrowheads="1"/>
          </p:cNvSpPr>
          <p:nvPr/>
        </p:nvSpPr>
        <p:spPr>
          <a:xfrm>
            <a:off x="6444208" y="5162128"/>
            <a:ext cx="2087563" cy="1219200"/>
          </a:xfrm>
          <a:prstGeom prst="rect">
            <a:avLst/>
          </a:prstGeom>
          <a:solidFill>
            <a:srgbClr val="000000"/>
          </a:solidFill>
        </p:spPr>
        <p:txBody>
          <a:bodyPr/>
          <a:lstStyle/>
          <a:p>
            <a:pPr marL="365125" indent="-255905" algn="l">
              <a:spcBef>
                <a:spcPts val="300"/>
              </a:spcBef>
              <a:buClr>
                <a:srgbClr val="A04DA3"/>
              </a:buClr>
              <a:buFont typeface="Wingdings" panose="05000000000000000000" pitchFamily="2" charset="2"/>
              <a:buNone/>
              <a:defRPr/>
            </a:pPr>
            <a:r>
              <a:rPr kumimoji="0" lang="zh-CN" altLang="en-US" dirty="0">
                <a:latin typeface="+mn-lt"/>
                <a:ea typeface="+mj-ea"/>
              </a:rPr>
              <a:t>运行结果：</a:t>
            </a:r>
            <a:endParaRPr kumimoji="0" lang="zh-CN" altLang="en-US" dirty="0">
              <a:latin typeface="+mn-lt"/>
              <a:ea typeface="+mj-ea"/>
            </a:endParaRPr>
          </a:p>
          <a:p>
            <a:pPr marL="365125" indent="-255905" algn="l">
              <a:spcBef>
                <a:spcPts val="300"/>
              </a:spcBef>
              <a:buClr>
                <a:srgbClr val="A04DA3"/>
              </a:buClr>
              <a:buFont typeface="Wingdings" panose="05000000000000000000" pitchFamily="2" charset="2"/>
              <a:buNone/>
              <a:defRPr/>
            </a:pPr>
            <a:r>
              <a:rPr kumimoji="0" lang="en-US" altLang="zh-CN" dirty="0">
                <a:latin typeface="+mn-lt"/>
                <a:ea typeface="+mj-ea"/>
              </a:rPr>
              <a:t>sum = 55</a:t>
            </a:r>
            <a:endParaRPr kumimoji="0" lang="en-US" altLang="zh-CN" sz="2800" dirty="0">
              <a:latin typeface="+mn-lt"/>
              <a:ea typeface="+mj-ea"/>
            </a:endParaRPr>
          </a:p>
        </p:txBody>
      </p:sp>
    </p:spTree>
  </p:cSld>
  <p:clrMapOvr>
    <a:masterClrMapping/>
  </p:clrMapOvr>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algn="ctr" eaLnBrk="1" hangingPunct="1"/>
            <a:r>
              <a:rPr lang="en-US" altLang="zh-CN" b="1" dirty="0">
                <a:solidFill>
                  <a:srgbClr val="FFFFFF"/>
                </a:solidFill>
                <a:ea typeface="隶书" panose="02010509060101010101" pitchFamily="49" charset="-122"/>
              </a:rPr>
              <a:t>2.4.3 </a:t>
            </a:r>
            <a:r>
              <a:rPr lang="zh-CN" altLang="en-US" b="1" dirty="0">
                <a:solidFill>
                  <a:srgbClr val="FFFFFF"/>
                </a:solidFill>
                <a:ea typeface="隶书" panose="02010509060101010101" pitchFamily="49" charset="-122"/>
              </a:rPr>
              <a:t>循环结构 </a:t>
            </a:r>
            <a:r>
              <a:rPr lang="en-US" altLang="zh-CN" b="1" dirty="0">
                <a:solidFill>
                  <a:srgbClr val="FFFFFF"/>
                </a:solidFill>
                <a:ea typeface="隶书" panose="02010509060101010101" pitchFamily="49" charset="-122"/>
              </a:rPr>
              <a:t>—— </a:t>
            </a:r>
            <a:r>
              <a:rPr lang="en-US" altLang="zh-CN" b="1" dirty="0" smtClean="0">
                <a:latin typeface="Times New Roman" panose="02020603050405020304" pitchFamily="18" charset="0"/>
                <a:ea typeface="隶书" panose="02010509060101010101" pitchFamily="49" charset="-122"/>
              </a:rPr>
              <a:t>do-while</a:t>
            </a:r>
            <a:r>
              <a:rPr lang="zh-CN" altLang="en-US" b="1" dirty="0" smtClean="0">
                <a:latin typeface="Times New Roman" panose="02020603050405020304" pitchFamily="18" charset="0"/>
                <a:ea typeface="隶书" panose="02010509060101010101" pitchFamily="49" charset="-122"/>
              </a:rPr>
              <a:t>语句</a:t>
            </a:r>
            <a:endParaRPr lang="zh-CN" altLang="en-US" b="1" dirty="0" smtClean="0">
              <a:solidFill>
                <a:srgbClr val="0000CC"/>
              </a:solidFill>
              <a:latin typeface="Times New Roman" panose="02020603050405020304" pitchFamily="18" charset="0"/>
              <a:ea typeface="隶书" panose="02010509060101010101" pitchFamily="49" charset="-122"/>
            </a:endParaRPr>
          </a:p>
        </p:txBody>
      </p:sp>
      <p:sp>
        <p:nvSpPr>
          <p:cNvPr id="46083" name="Rectangle 3"/>
          <p:cNvSpPr>
            <a:spLocks noChangeArrowheads="1"/>
          </p:cNvSpPr>
          <p:nvPr/>
        </p:nvSpPr>
        <p:spPr bwMode="auto">
          <a:xfrm>
            <a:off x="1258888" y="1916113"/>
            <a:ext cx="3025775" cy="2233612"/>
          </a:xfrm>
          <a:prstGeom prst="rect">
            <a:avLst/>
          </a:prstGeom>
          <a:noFill/>
          <a:ln w="28575">
            <a:solidFill>
              <a:srgbClr val="000066"/>
            </a:solidFill>
            <a:miter lim="800000"/>
          </a:ln>
          <a:extLst>
            <a:ext uri="{909E8E84-426E-40DD-AFC4-6F175D3DCCD1}">
              <a14:hiddenFill xmlns:a14="http://schemas.microsoft.com/office/drawing/2010/main">
                <a:solidFill>
                  <a:srgbClr val="FFFFFF"/>
                </a:solidFill>
              </a14:hiddenFill>
            </a:ext>
          </a:extLst>
        </p:spPr>
        <p:txBody>
          <a:bodyPr/>
          <a:lstStyle>
            <a:lvl1pPr marL="476250" indent="-4762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120000"/>
              </a:lnSpc>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initialization; </a:t>
            </a:r>
            <a:endParaRPr lang="en-US" altLang="zh-CN" sz="2400" b="1">
              <a:latin typeface="Times New Roman" panose="02020603050405020304" pitchFamily="18" charset="0"/>
              <a:ea typeface="华文楷体" panose="02010600040101010101" pitchFamily="2" charset="-122"/>
            </a:endParaRPr>
          </a:p>
          <a:p>
            <a:pPr algn="l" eaLnBrk="1" hangingPunct="1">
              <a:lnSpc>
                <a:spcPct val="120000"/>
              </a:lnSpc>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do{</a:t>
            </a:r>
            <a:endParaRPr lang="en-US" altLang="zh-CN" sz="2400" b="1">
              <a:latin typeface="Times New Roman" panose="02020603050405020304" pitchFamily="18" charset="0"/>
              <a:ea typeface="华文楷体" panose="02010600040101010101" pitchFamily="2" charset="-122"/>
            </a:endParaRPr>
          </a:p>
          <a:p>
            <a:pPr algn="l" eaLnBrk="1" hangingPunct="1">
              <a:lnSpc>
                <a:spcPct val="120000"/>
              </a:lnSpc>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   statement sequence</a:t>
            </a:r>
            <a:endParaRPr lang="en-US" altLang="zh-CN" sz="2400" b="1">
              <a:latin typeface="Times New Roman" panose="02020603050405020304" pitchFamily="18" charset="0"/>
              <a:ea typeface="华文楷体" panose="02010600040101010101" pitchFamily="2" charset="-122"/>
            </a:endParaRPr>
          </a:p>
          <a:p>
            <a:pPr algn="l" eaLnBrk="1" hangingPunct="1">
              <a:lnSpc>
                <a:spcPct val="120000"/>
              </a:lnSpc>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}while(condition);</a:t>
            </a:r>
            <a:endParaRPr lang="en-US" altLang="zh-CN" sz="2400" b="1">
              <a:latin typeface="Times New Roman" panose="02020603050405020304" pitchFamily="18" charset="0"/>
              <a:ea typeface="华文楷体" panose="02010600040101010101" pitchFamily="2" charset="-122"/>
            </a:endParaRPr>
          </a:p>
        </p:txBody>
      </p:sp>
      <p:sp>
        <p:nvSpPr>
          <p:cNvPr id="46084" name="Rectangle 4"/>
          <p:cNvSpPr>
            <a:spLocks noChangeArrowheads="1"/>
          </p:cNvSpPr>
          <p:nvPr/>
        </p:nvSpPr>
        <p:spPr bwMode="auto">
          <a:xfrm>
            <a:off x="468313" y="4724400"/>
            <a:ext cx="8424862" cy="158492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a:lstStyle>
            <a:lvl1pPr marL="476250" indent="-4762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Font typeface="Wingdings" panose="05000000000000000000" pitchFamily="2" charset="2"/>
              <a:buAutoNum type="arabicPeriod"/>
            </a:pPr>
            <a:r>
              <a:rPr lang="en-US" altLang="zh-CN" sz="2400" b="1" dirty="0">
                <a:solidFill>
                  <a:srgbClr val="FFFF00"/>
                </a:solidFill>
                <a:latin typeface="Times New Roman" panose="02020603050405020304" pitchFamily="18" charset="0"/>
                <a:ea typeface="华文楷体" panose="02010600040101010101" pitchFamily="2" charset="-122"/>
              </a:rPr>
              <a:t>initialization</a:t>
            </a:r>
            <a:r>
              <a:rPr lang="zh-CN" altLang="en-US" sz="2400" b="1" dirty="0">
                <a:solidFill>
                  <a:srgbClr val="FFFF00"/>
                </a:solidFill>
                <a:latin typeface="Times New Roman" panose="02020603050405020304" pitchFamily="18" charset="0"/>
                <a:ea typeface="华文楷体" panose="02010600040101010101" pitchFamily="2" charset="-122"/>
              </a:rPr>
              <a:t>：</a:t>
            </a:r>
            <a:r>
              <a:rPr lang="zh-CN" altLang="en-US" sz="2400" b="1" dirty="0">
                <a:latin typeface="Times New Roman" panose="02020603050405020304" pitchFamily="18" charset="0"/>
                <a:ea typeface="华文楷体" panose="02010600040101010101" pitchFamily="2" charset="-122"/>
              </a:rPr>
              <a:t>初始化，一般为赋值语句；</a:t>
            </a:r>
            <a:endParaRPr lang="zh-CN" altLang="en-US" sz="2400" b="1" dirty="0">
              <a:latin typeface="Times New Roman" panose="02020603050405020304" pitchFamily="18" charset="0"/>
              <a:ea typeface="华文楷体" panose="02010600040101010101" pitchFamily="2" charset="-122"/>
            </a:endParaRPr>
          </a:p>
          <a:p>
            <a:pPr algn="l" eaLnBrk="1" hangingPunct="1">
              <a:spcBef>
                <a:spcPct val="50000"/>
              </a:spcBef>
              <a:buFont typeface="Wingdings" panose="05000000000000000000" pitchFamily="2" charset="2"/>
              <a:buAutoNum type="arabicPeriod"/>
            </a:pPr>
            <a:r>
              <a:rPr lang="en-US" altLang="zh-CN" sz="2400" b="1" dirty="0">
                <a:solidFill>
                  <a:srgbClr val="FFFF00"/>
                </a:solidFill>
                <a:latin typeface="Times New Roman" panose="02020603050405020304" pitchFamily="18" charset="0"/>
                <a:ea typeface="华文楷体" panose="02010600040101010101" pitchFamily="2" charset="-122"/>
              </a:rPr>
              <a:t>condition</a:t>
            </a:r>
            <a:r>
              <a:rPr lang="zh-CN" altLang="en-US" sz="2400" b="1" dirty="0">
                <a:solidFill>
                  <a:srgbClr val="FFFF00"/>
                </a:solidFill>
                <a:latin typeface="Times New Roman" panose="02020603050405020304" pitchFamily="18" charset="0"/>
                <a:ea typeface="华文楷体" panose="02010600040101010101" pitchFamily="2" charset="-122"/>
              </a:rPr>
              <a:t>：</a:t>
            </a:r>
            <a:r>
              <a:rPr lang="zh-CN" altLang="en-US" sz="2400" b="1" dirty="0">
                <a:latin typeface="Times New Roman" panose="02020603050405020304" pitchFamily="18" charset="0"/>
                <a:ea typeface="华文楷体" panose="02010600040101010101" pitchFamily="2" charset="-122"/>
              </a:rPr>
              <a:t>循环条件，</a:t>
            </a:r>
            <a:r>
              <a:rPr lang="zh-CN" altLang="en-US" sz="2400" b="1" dirty="0">
                <a:solidFill>
                  <a:srgbClr val="FFFF00"/>
                </a:solidFill>
                <a:latin typeface="Times New Roman" panose="02020603050405020304" pitchFamily="18" charset="0"/>
                <a:ea typeface="华文楷体" panose="02010600040101010101" pitchFamily="2" charset="-122"/>
              </a:rPr>
              <a:t>循环一直执行直到条件为假为止</a:t>
            </a:r>
            <a:r>
              <a:rPr lang="zh-CN" altLang="en-US" sz="2400" b="1" dirty="0">
                <a:latin typeface="Times New Roman" panose="02020603050405020304" pitchFamily="18" charset="0"/>
                <a:ea typeface="华文楷体" panose="02010600040101010101" pitchFamily="2" charset="-122"/>
              </a:rPr>
              <a:t>；</a:t>
            </a:r>
            <a:endParaRPr lang="zh-CN" altLang="en-US" sz="2400" b="1" dirty="0">
              <a:latin typeface="Times New Roman" panose="02020603050405020304" pitchFamily="18" charset="0"/>
              <a:ea typeface="华文楷体" panose="02010600040101010101" pitchFamily="2" charset="-122"/>
            </a:endParaRPr>
          </a:p>
          <a:p>
            <a:pPr algn="l" eaLnBrk="1" hangingPunct="1">
              <a:spcBef>
                <a:spcPct val="50000"/>
              </a:spcBef>
              <a:buFont typeface="Wingdings" panose="05000000000000000000" pitchFamily="2" charset="2"/>
              <a:buAutoNum type="arabicPeriod"/>
            </a:pPr>
            <a:r>
              <a:rPr lang="en-US" altLang="zh-CN" sz="2400" b="1" dirty="0">
                <a:solidFill>
                  <a:srgbClr val="FFFF00"/>
                </a:solidFill>
                <a:latin typeface="Times New Roman" panose="02020603050405020304" pitchFamily="18" charset="0"/>
                <a:ea typeface="华文楷体" panose="02010600040101010101" pitchFamily="2" charset="-122"/>
              </a:rPr>
              <a:t>statement sequence</a:t>
            </a:r>
            <a:r>
              <a:rPr lang="zh-CN" altLang="en-US" sz="2400" b="1" dirty="0">
                <a:solidFill>
                  <a:srgbClr val="FFFF00"/>
                </a:solidFill>
                <a:latin typeface="Times New Roman" panose="02020603050405020304" pitchFamily="18" charset="0"/>
                <a:ea typeface="华文楷体" panose="02010600040101010101" pitchFamily="2" charset="-122"/>
              </a:rPr>
              <a:t>：</a:t>
            </a:r>
            <a:r>
              <a:rPr lang="zh-CN" altLang="en-US" sz="2400" b="1" dirty="0">
                <a:latin typeface="Times New Roman" panose="02020603050405020304" pitchFamily="18" charset="0"/>
                <a:ea typeface="华文楷体" panose="02010600040101010101" pitchFamily="2" charset="-122"/>
              </a:rPr>
              <a:t>循环体，语句序列；</a:t>
            </a:r>
            <a:endParaRPr lang="zh-CN" altLang="en-US" sz="2400" b="1" dirty="0">
              <a:latin typeface="Times New Roman" panose="02020603050405020304" pitchFamily="18" charset="0"/>
              <a:ea typeface="华文楷体" panose="02010600040101010101" pitchFamily="2" charset="-122"/>
            </a:endParaRPr>
          </a:p>
        </p:txBody>
      </p:sp>
      <p:grpSp>
        <p:nvGrpSpPr>
          <p:cNvPr id="46085" name="Group 25"/>
          <p:cNvGrpSpPr/>
          <p:nvPr/>
        </p:nvGrpSpPr>
        <p:grpSpPr bwMode="auto">
          <a:xfrm>
            <a:off x="5382838" y="1858963"/>
            <a:ext cx="3365874" cy="2433637"/>
            <a:chOff x="3216" y="981"/>
            <a:chExt cx="1716" cy="1533"/>
          </a:xfrm>
        </p:grpSpPr>
        <p:sp>
          <p:nvSpPr>
            <p:cNvPr id="46086" name="AutoShape 6"/>
            <p:cNvSpPr>
              <a:spLocks noChangeArrowheads="1"/>
            </p:cNvSpPr>
            <p:nvPr/>
          </p:nvSpPr>
          <p:spPr bwMode="auto">
            <a:xfrm>
              <a:off x="3288" y="2024"/>
              <a:ext cx="1644" cy="200"/>
            </a:xfrm>
            <a:prstGeom prst="flowChartDecision">
              <a:avLst/>
            </a:prstGeom>
            <a:solidFill>
              <a:schemeClr val="accent1"/>
            </a:solidFill>
            <a:ln w="9525">
              <a:solidFill>
                <a:schemeClr val="tx1"/>
              </a:solidFill>
              <a:miter lim="800000"/>
            </a:ln>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en-US" altLang="zh-CN" sz="1600" b="1">
                  <a:latin typeface="Times New Roman" panose="02020603050405020304" pitchFamily="18" charset="0"/>
                  <a:ea typeface="华文楷体" panose="02010600040101010101" pitchFamily="2" charset="-122"/>
                </a:rPr>
                <a:t>condition</a:t>
              </a:r>
              <a:endParaRPr kumimoji="1" lang="en-US" altLang="zh-CN" sz="1600" b="1">
                <a:latin typeface="Times New Roman" panose="02020603050405020304" pitchFamily="18" charset="0"/>
                <a:ea typeface="华文楷体" panose="02010600040101010101" pitchFamily="2" charset="-122"/>
              </a:endParaRPr>
            </a:p>
          </p:txBody>
        </p:sp>
        <p:sp>
          <p:nvSpPr>
            <p:cNvPr id="46087" name="Text Box 7"/>
            <p:cNvSpPr txBox="1">
              <a:spLocks noChangeArrowheads="1"/>
            </p:cNvSpPr>
            <p:nvPr/>
          </p:nvSpPr>
          <p:spPr bwMode="auto">
            <a:xfrm>
              <a:off x="3755" y="981"/>
              <a:ext cx="862" cy="218"/>
            </a:xfrm>
            <a:prstGeom prst="rect">
              <a:avLst/>
            </a:prstGeom>
            <a:solidFill>
              <a:schemeClr val="accent1"/>
            </a:solidFill>
            <a:ln w="9525">
              <a:solidFill>
                <a:schemeClr val="tx1"/>
              </a:solidFill>
              <a:miter lim="800000"/>
            </a:ln>
          </p:spPr>
          <p:txBody>
            <a:bodyPr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en-US" altLang="zh-CN" sz="1600" b="1">
                  <a:latin typeface="Times New Roman" panose="02020603050405020304" pitchFamily="18" charset="0"/>
                  <a:ea typeface="华文楷体" panose="02010600040101010101" pitchFamily="2" charset="-122"/>
                </a:rPr>
                <a:t>initialization</a:t>
              </a:r>
              <a:endParaRPr kumimoji="1" lang="en-US" altLang="zh-CN" sz="1600" b="1">
                <a:latin typeface="Times New Roman" panose="02020603050405020304" pitchFamily="18" charset="0"/>
                <a:ea typeface="华文楷体" panose="02010600040101010101" pitchFamily="2" charset="-122"/>
              </a:endParaRPr>
            </a:p>
          </p:txBody>
        </p:sp>
        <p:sp>
          <p:nvSpPr>
            <p:cNvPr id="46088" name="Text Box 8"/>
            <p:cNvSpPr txBox="1">
              <a:spLocks noChangeArrowheads="1"/>
            </p:cNvSpPr>
            <p:nvPr/>
          </p:nvSpPr>
          <p:spPr bwMode="auto">
            <a:xfrm>
              <a:off x="3741" y="1345"/>
              <a:ext cx="835" cy="372"/>
            </a:xfrm>
            <a:prstGeom prst="rect">
              <a:avLst/>
            </a:prstGeom>
            <a:solidFill>
              <a:schemeClr val="accent1"/>
            </a:solidFill>
            <a:ln w="9525">
              <a:solidFill>
                <a:schemeClr val="tx1"/>
              </a:solidFill>
              <a:miter lim="800000"/>
            </a:ln>
          </p:spPr>
          <p:txBody>
            <a:bodyPr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en-US" altLang="zh-CN" sz="1600" b="1">
                  <a:latin typeface="Times New Roman" panose="02020603050405020304" pitchFamily="18" charset="0"/>
                  <a:ea typeface="华文楷体" panose="02010600040101010101" pitchFamily="2" charset="-122"/>
                </a:rPr>
                <a:t>statement sequence</a:t>
              </a:r>
              <a:endParaRPr kumimoji="1" lang="en-US" altLang="zh-CN" sz="1600" b="1">
                <a:latin typeface="Times New Roman" panose="02020603050405020304" pitchFamily="18" charset="0"/>
                <a:ea typeface="华文楷体" panose="02010600040101010101" pitchFamily="2" charset="-122"/>
              </a:endParaRPr>
            </a:p>
          </p:txBody>
        </p:sp>
        <p:sp>
          <p:nvSpPr>
            <p:cNvPr id="46089" name="Line 11"/>
            <p:cNvSpPr>
              <a:spLocks noChangeShapeType="1"/>
            </p:cNvSpPr>
            <p:nvPr/>
          </p:nvSpPr>
          <p:spPr bwMode="auto">
            <a:xfrm>
              <a:off x="4154" y="1193"/>
              <a:ext cx="0" cy="2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6090" name="Line 12"/>
            <p:cNvSpPr>
              <a:spLocks noChangeShapeType="1"/>
            </p:cNvSpPr>
            <p:nvPr/>
          </p:nvSpPr>
          <p:spPr bwMode="auto">
            <a:xfrm>
              <a:off x="4109" y="2205"/>
              <a:ext cx="0" cy="24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6091" name="Line 14"/>
            <p:cNvSpPr>
              <a:spLocks noChangeShapeType="1"/>
            </p:cNvSpPr>
            <p:nvPr/>
          </p:nvSpPr>
          <p:spPr bwMode="auto">
            <a:xfrm>
              <a:off x="4150" y="1661"/>
              <a:ext cx="4" cy="34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6092" name="Text Box 22"/>
            <p:cNvSpPr txBox="1">
              <a:spLocks noChangeArrowheads="1"/>
            </p:cNvSpPr>
            <p:nvPr/>
          </p:nvSpPr>
          <p:spPr bwMode="auto">
            <a:xfrm>
              <a:off x="3216" y="1796"/>
              <a:ext cx="16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en-US" altLang="zh-CN" sz="1600" b="1">
                  <a:latin typeface="Times New Roman" panose="02020603050405020304" pitchFamily="18" charset="0"/>
                  <a:ea typeface="华文楷体" panose="02010600040101010101" pitchFamily="2" charset="-122"/>
                </a:rPr>
                <a:t>T</a:t>
              </a:r>
              <a:endParaRPr kumimoji="1" lang="en-US" altLang="zh-CN" sz="1600" b="1">
                <a:latin typeface="Times New Roman" panose="02020603050405020304" pitchFamily="18" charset="0"/>
                <a:ea typeface="华文楷体" panose="02010600040101010101" pitchFamily="2" charset="-122"/>
              </a:endParaRPr>
            </a:p>
          </p:txBody>
        </p:sp>
        <p:sp>
          <p:nvSpPr>
            <p:cNvPr id="46093" name="Text Box 23"/>
            <p:cNvSpPr txBox="1">
              <a:spLocks noChangeArrowheads="1"/>
            </p:cNvSpPr>
            <p:nvPr/>
          </p:nvSpPr>
          <p:spPr bwMode="auto">
            <a:xfrm>
              <a:off x="4195" y="2341"/>
              <a:ext cx="14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en-US" altLang="zh-CN" sz="1200" b="1">
                  <a:latin typeface="Times New Roman" panose="02020603050405020304" pitchFamily="18" charset="0"/>
                  <a:ea typeface="华文楷体" panose="02010600040101010101" pitchFamily="2" charset="-122"/>
                </a:rPr>
                <a:t>F</a:t>
              </a:r>
              <a:endParaRPr kumimoji="1" lang="en-US" altLang="zh-CN" sz="1200" b="1">
                <a:latin typeface="Times New Roman" panose="02020603050405020304" pitchFamily="18" charset="0"/>
                <a:ea typeface="华文楷体" panose="02010600040101010101" pitchFamily="2" charset="-122"/>
              </a:endParaRPr>
            </a:p>
          </p:txBody>
        </p:sp>
        <p:cxnSp>
          <p:nvCxnSpPr>
            <p:cNvPr id="46094" name="AutoShape 24"/>
            <p:cNvCxnSpPr>
              <a:cxnSpLocks noChangeShapeType="1"/>
              <a:stCxn id="46086" idx="1"/>
            </p:cNvCxnSpPr>
            <p:nvPr/>
          </p:nvCxnSpPr>
          <p:spPr bwMode="auto">
            <a:xfrm rot="10800000" flipH="1">
              <a:off x="3288" y="1298"/>
              <a:ext cx="861" cy="826"/>
            </a:xfrm>
            <a:prstGeom prst="bentConnector3">
              <a:avLst>
                <a:gd name="adj1" fmla="val -16727"/>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grpSp>
    </p:spTree>
  </p:cSld>
  <p:clrMapOvr>
    <a:masterClrMapping/>
  </p:clrMapOvr>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11"/>
          <p:cNvSpPr>
            <a:spLocks noGrp="1"/>
          </p:cNvSpPr>
          <p:nvPr>
            <p:ph idx="1"/>
          </p:nvPr>
        </p:nvSpPr>
        <p:spPr>
          <a:xfrm>
            <a:off x="428625" y="1357313"/>
            <a:ext cx="8229600" cy="5500687"/>
          </a:xfrm>
          <a:solidFill>
            <a:schemeClr val="tx1"/>
          </a:solidFill>
        </p:spPr>
        <p:txBody>
          <a:bodyPr>
            <a:noAutofit/>
          </a:bodyPr>
          <a:lstStyle/>
          <a:p>
            <a:pPr eaLnBrk="1" hangingPunct="1">
              <a:buFont typeface="Wingdings" panose="05000000000000000000" pitchFamily="2" charset="2"/>
              <a:buNone/>
              <a:defRPr/>
            </a:pPr>
            <a:r>
              <a:rPr lang="zh-CN" altLang="en-US" sz="2000" b="1" noProof="1" smtClean="0">
                <a:solidFill>
                  <a:srgbClr val="000000"/>
                </a:solidFill>
                <a:ea typeface="+mj-ea"/>
              </a:rPr>
              <a:t>#</a:t>
            </a:r>
            <a:r>
              <a:rPr lang="en-US" altLang="zh-CN" sz="2000" b="1" noProof="1" smtClean="0">
                <a:solidFill>
                  <a:srgbClr val="000000"/>
                </a:solidFill>
                <a:ea typeface="+mj-ea"/>
              </a:rPr>
              <a:t>include &lt;iostream&gt;</a:t>
            </a:r>
            <a:endParaRPr lang="en-US" altLang="zh-CN" sz="2000" b="1" dirty="0" smtClean="0">
              <a:solidFill>
                <a:srgbClr val="000000"/>
              </a:solidFill>
              <a:ea typeface="+mj-ea"/>
            </a:endParaRPr>
          </a:p>
          <a:p>
            <a:pPr eaLnBrk="1" hangingPunct="1">
              <a:buFont typeface="Wingdings" panose="05000000000000000000" pitchFamily="2" charset="2"/>
              <a:buNone/>
              <a:defRPr/>
            </a:pPr>
            <a:r>
              <a:rPr lang="en-US" altLang="zh-CN" sz="2000" b="1" noProof="1" smtClean="0">
                <a:solidFill>
                  <a:srgbClr val="000000"/>
                </a:solidFill>
                <a:ea typeface="+mj-ea"/>
              </a:rPr>
              <a:t>using namespace std;</a:t>
            </a:r>
            <a:endParaRPr lang="en-US" altLang="zh-CN" sz="2000" b="1" noProof="1" smtClean="0">
              <a:solidFill>
                <a:srgbClr val="000000"/>
              </a:solidFill>
              <a:ea typeface="+mj-ea"/>
            </a:endParaRPr>
          </a:p>
          <a:p>
            <a:pPr eaLnBrk="1" hangingPunct="1">
              <a:buFont typeface="Wingdings" panose="05000000000000000000" pitchFamily="2" charset="2"/>
              <a:buNone/>
              <a:defRPr/>
            </a:pPr>
            <a:r>
              <a:rPr lang="en-US" altLang="zh-CN" sz="2000" b="1" noProof="1" smtClean="0">
                <a:solidFill>
                  <a:srgbClr val="000000"/>
                </a:solidFill>
                <a:ea typeface="+mj-ea"/>
              </a:rPr>
              <a:t>int main()</a:t>
            </a:r>
            <a:r>
              <a:rPr lang="en-US" altLang="zh-CN" sz="2000" b="1" dirty="0" smtClean="0">
                <a:solidFill>
                  <a:srgbClr val="000000"/>
                </a:solidFill>
                <a:ea typeface="+mj-ea"/>
              </a:rPr>
              <a:t> </a:t>
            </a:r>
            <a:r>
              <a:rPr lang="en-US" altLang="zh-CN" sz="2000" b="1" noProof="1" smtClean="0">
                <a:solidFill>
                  <a:srgbClr val="000000"/>
                </a:solidFill>
                <a:ea typeface="+mj-ea"/>
              </a:rPr>
              <a:t>{</a:t>
            </a:r>
            <a:endParaRPr lang="en-US" altLang="zh-CN" sz="2000" b="1" noProof="1" smtClean="0">
              <a:solidFill>
                <a:srgbClr val="000000"/>
              </a:solidFill>
              <a:ea typeface="+mj-ea"/>
            </a:endParaRPr>
          </a:p>
          <a:p>
            <a:pPr eaLnBrk="1" hangingPunct="1">
              <a:buFont typeface="Wingdings" panose="05000000000000000000" pitchFamily="2" charset="2"/>
              <a:buNone/>
              <a:defRPr/>
            </a:pPr>
            <a:r>
              <a:rPr lang="en-US" altLang="zh-CN" sz="2000" b="1" noProof="1" smtClean="0">
                <a:solidFill>
                  <a:srgbClr val="000000"/>
                </a:solidFill>
                <a:ea typeface="+mj-ea"/>
              </a:rPr>
              <a:t>	int n, right_digit, newnum = 0; </a:t>
            </a:r>
            <a:endParaRPr lang="en-US" altLang="zh-CN" sz="2000" b="1" noProof="1" smtClean="0">
              <a:solidFill>
                <a:srgbClr val="000000"/>
              </a:solidFill>
              <a:ea typeface="+mj-ea"/>
            </a:endParaRPr>
          </a:p>
          <a:p>
            <a:pPr eaLnBrk="1" hangingPunct="1">
              <a:buFont typeface="Wingdings" panose="05000000000000000000" pitchFamily="2" charset="2"/>
              <a:buNone/>
              <a:defRPr/>
            </a:pPr>
            <a:r>
              <a:rPr lang="en-US" altLang="zh-CN" sz="2000" b="1" noProof="1" smtClean="0">
                <a:solidFill>
                  <a:srgbClr val="000000"/>
                </a:solidFill>
                <a:ea typeface="+mj-ea"/>
              </a:rPr>
              <a:t>	cout &lt;&lt; "Enter the number: ";</a:t>
            </a:r>
            <a:endParaRPr lang="en-US" altLang="zh-CN" sz="2000" b="1" noProof="1" smtClean="0">
              <a:solidFill>
                <a:srgbClr val="000000"/>
              </a:solidFill>
              <a:ea typeface="+mj-ea"/>
            </a:endParaRPr>
          </a:p>
          <a:p>
            <a:pPr eaLnBrk="1" hangingPunct="1">
              <a:buFont typeface="Wingdings" panose="05000000000000000000" pitchFamily="2" charset="2"/>
              <a:buNone/>
              <a:defRPr/>
            </a:pPr>
            <a:r>
              <a:rPr lang="en-US" altLang="zh-CN" sz="2000" b="1" noProof="1" smtClean="0">
                <a:solidFill>
                  <a:srgbClr val="000000"/>
                </a:solidFill>
                <a:ea typeface="+mj-ea"/>
              </a:rPr>
              <a:t>	cin &gt;&gt; n;	</a:t>
            </a:r>
            <a:endParaRPr lang="en-US" altLang="zh-CN" sz="2000" b="1" noProof="1" smtClean="0">
              <a:solidFill>
                <a:srgbClr val="000000"/>
              </a:solidFill>
              <a:ea typeface="+mj-ea"/>
            </a:endParaRPr>
          </a:p>
          <a:p>
            <a:pPr eaLnBrk="1" hangingPunct="1">
              <a:buFont typeface="Wingdings" panose="05000000000000000000" pitchFamily="2" charset="2"/>
              <a:buNone/>
              <a:defRPr/>
            </a:pPr>
            <a:r>
              <a:rPr lang="en-US" altLang="zh-CN" sz="2000" b="1" noProof="1" smtClean="0">
                <a:solidFill>
                  <a:srgbClr val="000000"/>
                </a:solidFill>
                <a:ea typeface="+mj-ea"/>
              </a:rPr>
              <a:t>	cout &lt;&lt; "The number in reverse order is  ";</a:t>
            </a:r>
            <a:endParaRPr lang="en-US" altLang="zh-CN" sz="2000" b="1" noProof="1" smtClean="0">
              <a:solidFill>
                <a:srgbClr val="000000"/>
              </a:solidFill>
              <a:ea typeface="+mj-ea"/>
            </a:endParaRPr>
          </a:p>
          <a:p>
            <a:pPr eaLnBrk="1" hangingPunct="1">
              <a:buFont typeface="Wingdings" panose="05000000000000000000" pitchFamily="2" charset="2"/>
              <a:buNone/>
              <a:defRPr/>
            </a:pPr>
            <a:r>
              <a:rPr lang="en-US" altLang="zh-CN" sz="2000" b="1" noProof="1" smtClean="0">
                <a:solidFill>
                  <a:srgbClr val="000000"/>
                </a:solidFill>
                <a:ea typeface="+mj-ea"/>
              </a:rPr>
              <a:t>	do</a:t>
            </a:r>
            <a:r>
              <a:rPr lang="en-US" altLang="zh-CN" sz="2000" b="1" dirty="0" smtClean="0">
                <a:solidFill>
                  <a:srgbClr val="000000"/>
                </a:solidFill>
                <a:ea typeface="+mj-ea"/>
              </a:rPr>
              <a:t> </a:t>
            </a:r>
            <a:r>
              <a:rPr lang="en-US" altLang="zh-CN" sz="2000" b="1" noProof="1" smtClean="0">
                <a:solidFill>
                  <a:srgbClr val="000000"/>
                </a:solidFill>
                <a:ea typeface="+mj-ea"/>
              </a:rPr>
              <a:t>{</a:t>
            </a:r>
            <a:endParaRPr lang="en-US" altLang="zh-CN" sz="2000" b="1" noProof="1" smtClean="0">
              <a:solidFill>
                <a:srgbClr val="000000"/>
              </a:solidFill>
              <a:ea typeface="+mj-ea"/>
            </a:endParaRPr>
          </a:p>
          <a:p>
            <a:pPr eaLnBrk="1" hangingPunct="1">
              <a:buFont typeface="Wingdings" panose="05000000000000000000" pitchFamily="2" charset="2"/>
              <a:buNone/>
              <a:defRPr/>
            </a:pPr>
            <a:r>
              <a:rPr lang="en-US" altLang="zh-CN" sz="2000" b="1" noProof="1" smtClean="0">
                <a:solidFill>
                  <a:srgbClr val="000000"/>
                </a:solidFill>
                <a:ea typeface="+mj-ea"/>
              </a:rPr>
              <a:t>		right_digit = n % 10;</a:t>
            </a:r>
            <a:endParaRPr lang="en-US" altLang="zh-CN" sz="2000" b="1" noProof="1" smtClean="0">
              <a:solidFill>
                <a:srgbClr val="000000"/>
              </a:solidFill>
              <a:ea typeface="+mj-ea"/>
            </a:endParaRPr>
          </a:p>
          <a:p>
            <a:pPr eaLnBrk="1" hangingPunct="1">
              <a:buFont typeface="Wingdings" panose="05000000000000000000" pitchFamily="2" charset="2"/>
              <a:buNone/>
              <a:defRPr/>
            </a:pPr>
            <a:r>
              <a:rPr lang="en-US" altLang="zh-CN" sz="2000" b="1" noProof="1" smtClean="0">
                <a:solidFill>
                  <a:srgbClr val="000000"/>
                </a:solidFill>
                <a:ea typeface="+mj-ea"/>
              </a:rPr>
              <a:t>		cout &lt;&lt; right_digit;</a:t>
            </a:r>
            <a:endParaRPr lang="en-US" altLang="zh-CN" sz="2000" b="1" noProof="1" smtClean="0">
              <a:solidFill>
                <a:srgbClr val="000000"/>
              </a:solidFill>
              <a:ea typeface="+mj-ea"/>
            </a:endParaRPr>
          </a:p>
          <a:p>
            <a:pPr eaLnBrk="1" hangingPunct="1">
              <a:buFont typeface="Wingdings" panose="05000000000000000000" pitchFamily="2" charset="2"/>
              <a:buNone/>
              <a:defRPr/>
            </a:pPr>
            <a:r>
              <a:rPr lang="en-US" altLang="zh-CN" sz="2000" b="1" noProof="1" smtClean="0">
                <a:solidFill>
                  <a:srgbClr val="000000"/>
                </a:solidFill>
                <a:ea typeface="+mj-ea"/>
              </a:rPr>
              <a:t>		n /= 10;</a:t>
            </a:r>
            <a:r>
              <a:rPr lang="en-US" altLang="zh-CN" sz="2000" b="1" dirty="0" smtClean="0">
                <a:solidFill>
                  <a:srgbClr val="000000"/>
                </a:solidFill>
                <a:ea typeface="+mj-ea"/>
              </a:rPr>
              <a:t>  //</a:t>
            </a:r>
            <a:r>
              <a:rPr lang="zh-CN" altLang="en-US" sz="2000" b="1" dirty="0" smtClean="0">
                <a:solidFill>
                  <a:srgbClr val="000000"/>
                </a:solidFill>
                <a:ea typeface="+mj-ea"/>
              </a:rPr>
              <a:t>相当于</a:t>
            </a:r>
            <a:r>
              <a:rPr lang="en-US" altLang="zh-CN" sz="2000" b="1" dirty="0" smtClean="0">
                <a:solidFill>
                  <a:srgbClr val="000000"/>
                </a:solidFill>
                <a:ea typeface="+mj-ea"/>
              </a:rPr>
              <a:t>n=n/10</a:t>
            </a:r>
            <a:endParaRPr lang="en-US" altLang="zh-CN" sz="2000" b="1" noProof="1" smtClean="0">
              <a:solidFill>
                <a:srgbClr val="000000"/>
              </a:solidFill>
              <a:ea typeface="+mj-ea"/>
            </a:endParaRPr>
          </a:p>
          <a:p>
            <a:pPr eaLnBrk="1" hangingPunct="1">
              <a:buFont typeface="Wingdings" panose="05000000000000000000" pitchFamily="2" charset="2"/>
              <a:buNone/>
              <a:defRPr/>
            </a:pPr>
            <a:r>
              <a:rPr lang="en-US" altLang="zh-CN" sz="2000" b="1" noProof="1" smtClean="0">
                <a:solidFill>
                  <a:srgbClr val="000000"/>
                </a:solidFill>
                <a:ea typeface="+mj-ea"/>
              </a:rPr>
              <a:t>	} while (n != 0);</a:t>
            </a:r>
            <a:endParaRPr lang="en-US" altLang="zh-CN" sz="2000" b="1" noProof="1" smtClean="0">
              <a:solidFill>
                <a:srgbClr val="000000"/>
              </a:solidFill>
              <a:ea typeface="+mj-ea"/>
            </a:endParaRPr>
          </a:p>
          <a:p>
            <a:pPr eaLnBrk="1" hangingPunct="1">
              <a:buFont typeface="Wingdings" panose="05000000000000000000" pitchFamily="2" charset="2"/>
              <a:buNone/>
              <a:defRPr/>
            </a:pPr>
            <a:r>
              <a:rPr lang="en-US" altLang="zh-CN" sz="2000" b="1" dirty="0" smtClean="0">
                <a:solidFill>
                  <a:srgbClr val="000000"/>
                </a:solidFill>
                <a:ea typeface="+mj-ea"/>
              </a:rPr>
              <a:t>    </a:t>
            </a:r>
            <a:r>
              <a:rPr lang="en-US" altLang="zh-CN" sz="2000" b="1" dirty="0" err="1" smtClean="0">
                <a:solidFill>
                  <a:srgbClr val="000000"/>
                </a:solidFill>
                <a:ea typeface="+mj-ea"/>
              </a:rPr>
              <a:t>cout</a:t>
            </a:r>
            <a:r>
              <a:rPr lang="en-US" altLang="zh-CN" sz="2000" b="1" dirty="0" smtClean="0">
                <a:solidFill>
                  <a:srgbClr val="000000"/>
                </a:solidFill>
                <a:ea typeface="+mj-ea"/>
              </a:rPr>
              <a:t> &lt;&lt; </a:t>
            </a:r>
            <a:r>
              <a:rPr lang="en-US" altLang="zh-CN" sz="2000" b="1" dirty="0" err="1" smtClean="0">
                <a:solidFill>
                  <a:srgbClr val="000000"/>
                </a:solidFill>
                <a:ea typeface="+mj-ea"/>
              </a:rPr>
              <a:t>endl</a:t>
            </a:r>
            <a:r>
              <a:rPr lang="en-US" altLang="zh-CN" sz="2000" b="1" dirty="0" smtClean="0">
                <a:solidFill>
                  <a:srgbClr val="000000"/>
                </a:solidFill>
                <a:ea typeface="+mj-ea"/>
              </a:rPr>
              <a:t>;</a:t>
            </a:r>
            <a:endParaRPr lang="en-US" altLang="zh-CN" sz="2000" b="1" dirty="0" smtClean="0">
              <a:solidFill>
                <a:srgbClr val="000000"/>
              </a:solidFill>
              <a:ea typeface="+mj-ea"/>
            </a:endParaRPr>
          </a:p>
          <a:p>
            <a:pPr eaLnBrk="1" hangingPunct="1">
              <a:buFont typeface="Wingdings" panose="05000000000000000000" pitchFamily="2" charset="2"/>
              <a:buNone/>
              <a:defRPr/>
            </a:pPr>
            <a:r>
              <a:rPr lang="en-US" altLang="zh-CN" sz="2000" b="1" dirty="0">
                <a:solidFill>
                  <a:srgbClr val="000000"/>
                </a:solidFill>
                <a:ea typeface="+mj-ea"/>
              </a:rPr>
              <a:t> </a:t>
            </a:r>
            <a:r>
              <a:rPr lang="en-US" altLang="zh-CN" sz="2000" b="1" dirty="0" smtClean="0">
                <a:solidFill>
                  <a:srgbClr val="000000"/>
                </a:solidFill>
                <a:ea typeface="+mj-ea"/>
              </a:rPr>
              <a:t>   return 0;</a:t>
            </a:r>
            <a:endParaRPr lang="en-US" altLang="zh-CN" sz="2000" b="1" noProof="1" smtClean="0">
              <a:solidFill>
                <a:srgbClr val="000000"/>
              </a:solidFill>
              <a:ea typeface="+mj-ea"/>
            </a:endParaRPr>
          </a:p>
          <a:p>
            <a:pPr eaLnBrk="1" hangingPunct="1">
              <a:buFont typeface="Wingdings" panose="05000000000000000000" pitchFamily="2" charset="2"/>
              <a:buNone/>
              <a:defRPr/>
            </a:pPr>
            <a:r>
              <a:rPr lang="en-US" altLang="zh-CN" sz="2000" b="1" noProof="1" smtClean="0">
                <a:solidFill>
                  <a:srgbClr val="000000"/>
                </a:solidFill>
                <a:ea typeface="+mj-ea"/>
              </a:rPr>
              <a:t>}</a:t>
            </a:r>
            <a:endParaRPr lang="en-US" altLang="zh-CN" sz="2000" b="1" dirty="0" smtClean="0">
              <a:solidFill>
                <a:srgbClr val="000000"/>
              </a:solidFill>
              <a:ea typeface="+mj-ea"/>
            </a:endParaRPr>
          </a:p>
        </p:txBody>
      </p:sp>
      <p:sp>
        <p:nvSpPr>
          <p:cNvPr id="7" name="TextBox 6"/>
          <p:cNvSpPr txBox="1"/>
          <p:nvPr/>
        </p:nvSpPr>
        <p:spPr>
          <a:xfrm>
            <a:off x="3924300" y="1341438"/>
            <a:ext cx="4751388" cy="954087"/>
          </a:xfrm>
          <a:prstGeom prst="rect">
            <a:avLst/>
          </a:prstGeom>
          <a:solidFill>
            <a:schemeClr val="bg1"/>
          </a:solidFill>
        </p:spPr>
        <p:txBody>
          <a:bodyPr>
            <a:spAutoFit/>
          </a:bodyPr>
          <a:lstStyle/>
          <a:p>
            <a:pPr algn="l">
              <a:defRPr/>
            </a:pPr>
            <a:r>
              <a:rPr lang="zh-CN" altLang="en-US" sz="2800" b="1" noProof="1">
                <a:latin typeface="+mj-lt"/>
                <a:ea typeface="+mj-ea"/>
                <a:cs typeface="+mj-cs"/>
              </a:rPr>
              <a:t>例</a:t>
            </a:r>
            <a:r>
              <a:rPr lang="en-US" altLang="zh-CN" sz="2800" b="1" noProof="1">
                <a:latin typeface="+mj-lt"/>
                <a:ea typeface="+mj-ea"/>
                <a:cs typeface="+mj-cs"/>
              </a:rPr>
              <a:t>2-6</a:t>
            </a:r>
            <a:r>
              <a:rPr lang="zh-CN" altLang="en-US" sz="2800" b="1" noProof="1">
                <a:latin typeface="+mj-lt"/>
                <a:ea typeface="+mj-ea"/>
                <a:cs typeface="+mj-cs"/>
              </a:rPr>
              <a:t>：输入一个数，将各位数字翻转后输出</a:t>
            </a:r>
            <a:endParaRPr lang="en-US" altLang="zh-CN" sz="2800" b="1" noProof="1">
              <a:latin typeface="+mj-lt"/>
              <a:ea typeface="+mj-ea"/>
              <a:cs typeface="+mj-cs"/>
            </a:endParaRPr>
          </a:p>
        </p:txBody>
      </p:sp>
      <p:sp>
        <p:nvSpPr>
          <p:cNvPr id="8" name="Rectangle 2"/>
          <p:cNvSpPr>
            <a:spLocks noGrp="1" noChangeArrowheads="1"/>
          </p:cNvSpPr>
          <p:nvPr>
            <p:ph type="title"/>
          </p:nvPr>
        </p:nvSpPr>
        <p:spPr>
          <a:xfrm>
            <a:off x="628650" y="365129"/>
            <a:ext cx="7886700" cy="1325563"/>
          </a:xfrm>
        </p:spPr>
        <p:txBody>
          <a:bodyPr/>
          <a:lstStyle/>
          <a:p>
            <a:pPr algn="ctr" eaLnBrk="1" hangingPunct="1"/>
            <a:r>
              <a:rPr lang="en-US" altLang="zh-CN" b="1" dirty="0">
                <a:solidFill>
                  <a:srgbClr val="FFFFFF"/>
                </a:solidFill>
                <a:ea typeface="隶书" panose="02010509060101010101" pitchFamily="49" charset="-122"/>
              </a:rPr>
              <a:t>2.4.3 </a:t>
            </a:r>
            <a:r>
              <a:rPr lang="zh-CN" altLang="en-US" b="1" dirty="0">
                <a:solidFill>
                  <a:srgbClr val="FFFFFF"/>
                </a:solidFill>
                <a:ea typeface="隶书" panose="02010509060101010101" pitchFamily="49" charset="-122"/>
              </a:rPr>
              <a:t>循环结构 </a:t>
            </a:r>
            <a:r>
              <a:rPr lang="en-US" altLang="zh-CN" b="1" dirty="0">
                <a:solidFill>
                  <a:srgbClr val="FFFFFF"/>
                </a:solidFill>
                <a:ea typeface="隶书" panose="02010509060101010101" pitchFamily="49" charset="-122"/>
              </a:rPr>
              <a:t>—— </a:t>
            </a:r>
            <a:r>
              <a:rPr lang="en-US" altLang="zh-CN" b="1" dirty="0" smtClean="0">
                <a:latin typeface="Times New Roman" panose="02020603050405020304" pitchFamily="18" charset="0"/>
                <a:ea typeface="隶书" panose="02010509060101010101" pitchFamily="49" charset="-122"/>
              </a:rPr>
              <a:t>do-while</a:t>
            </a:r>
            <a:r>
              <a:rPr lang="zh-CN" altLang="en-US" b="1" dirty="0" smtClean="0">
                <a:latin typeface="Times New Roman" panose="02020603050405020304" pitchFamily="18" charset="0"/>
                <a:ea typeface="隶书" panose="02010509060101010101" pitchFamily="49" charset="-122"/>
              </a:rPr>
              <a:t>语句</a:t>
            </a:r>
            <a:endParaRPr lang="zh-CN" altLang="en-US" b="1" dirty="0" smtClean="0">
              <a:solidFill>
                <a:srgbClr val="0000CC"/>
              </a:solidFill>
              <a:latin typeface="Times New Roman" panose="02020603050405020304" pitchFamily="18" charset="0"/>
              <a:ea typeface="隶书" panose="02010509060101010101" pitchFamily="49" charset="-122"/>
            </a:endParaRPr>
          </a:p>
        </p:txBody>
      </p:sp>
      <p:sp>
        <p:nvSpPr>
          <p:cNvPr id="9" name="内容占位符 6"/>
          <p:cNvSpPr txBox="1"/>
          <p:nvPr/>
        </p:nvSpPr>
        <p:spPr>
          <a:xfrm>
            <a:off x="4283968" y="5406182"/>
            <a:ext cx="4860032" cy="1451818"/>
          </a:xfrm>
          <a:prstGeom prst="rect">
            <a:avLst/>
          </a:prstGeom>
          <a:solidFill>
            <a:srgbClr val="000000"/>
          </a:solidFill>
        </p:spPr>
        <p:txBody>
          <a:bodyPr>
            <a:noAutofit/>
          </a:bodyPr>
          <a:lstStyle>
            <a:lvl1pPr marL="342900" indent="-342900" algn="l" rtl="0" fontAlgn="base">
              <a:spcBef>
                <a:spcPct val="20000"/>
              </a:spcBef>
              <a:spcAft>
                <a:spcPct val="0"/>
              </a:spcAft>
              <a:buClr>
                <a:schemeClr val="tx2"/>
              </a:buClr>
              <a:buSzPct val="75000"/>
              <a:buFont typeface="Monotype Sorts" pitchFamily="2" charset="2"/>
              <a:buChar char="u"/>
              <a:defRPr kumimoji="1" sz="3200" kern="12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Font typeface="Monotype Sorts" pitchFamily="2" charset="2"/>
              <a:buChar char="u"/>
              <a:defRPr kumimoji="1"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SzPct val="62000"/>
              <a:buFont typeface="Monotype Sorts" pitchFamily="2" charset="2"/>
              <a:buChar char="u"/>
              <a:defRPr kumimoji="1" sz="2400" kern="1200">
                <a:solidFill>
                  <a:schemeClr val="tx1"/>
                </a:solidFill>
                <a:latin typeface="+mn-lt"/>
                <a:ea typeface="+mn-ea"/>
                <a:cs typeface="+mn-cs"/>
              </a:defRPr>
            </a:lvl3pPr>
            <a:lvl4pPr marL="1600200" indent="-228600" algn="l" rtl="0" fontAlgn="base">
              <a:spcBef>
                <a:spcPct val="20000"/>
              </a:spcBef>
              <a:spcAft>
                <a:spcPct val="0"/>
              </a:spcAft>
              <a:buClr>
                <a:schemeClr val="tx1"/>
              </a:buClr>
              <a:buSzPct val="62000"/>
              <a:buFont typeface="Monotype Sorts" pitchFamily="2" charset="2"/>
              <a:buChar char="u"/>
              <a:defRPr kumimoji="1"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SzPct val="62000"/>
              <a:buFont typeface="Monotype Sorts" pitchFamily="2" charset="2"/>
              <a:buChar char="u"/>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5760" indent="-255905" fontAlgn="auto">
              <a:spcAft>
                <a:spcPts val="0"/>
              </a:spcAft>
              <a:buClr>
                <a:schemeClr val="accent3"/>
              </a:buClr>
              <a:buFont typeface="Georgia" panose="02040502050405020303"/>
              <a:buNone/>
              <a:defRPr/>
            </a:pPr>
            <a:r>
              <a:rPr lang="zh-CN" altLang="en-US" sz="2400" dirty="0" smtClean="0">
                <a:ea typeface="+mj-ea"/>
              </a:rPr>
              <a:t>运行结果：</a:t>
            </a:r>
            <a:endParaRPr lang="en-US" altLang="zh-CN" sz="2400" dirty="0" smtClean="0">
              <a:ea typeface="+mj-ea"/>
            </a:endParaRPr>
          </a:p>
          <a:p>
            <a:pPr>
              <a:buFont typeface="Wingdings" panose="05000000000000000000" pitchFamily="2" charset="2"/>
              <a:buNone/>
              <a:defRPr/>
            </a:pPr>
            <a:r>
              <a:rPr lang="en-US" altLang="zh-CN" sz="2400" noProof="1" smtClean="0">
                <a:ea typeface="+mj-ea"/>
              </a:rPr>
              <a:t>Enter the number: 365</a:t>
            </a:r>
            <a:endParaRPr lang="en-US" altLang="zh-CN" sz="2400" noProof="1" smtClean="0">
              <a:ea typeface="+mj-ea"/>
            </a:endParaRPr>
          </a:p>
          <a:p>
            <a:pPr>
              <a:buFont typeface="Wingdings" panose="05000000000000000000" pitchFamily="2" charset="2"/>
              <a:buNone/>
              <a:defRPr/>
            </a:pPr>
            <a:r>
              <a:rPr lang="en-US" altLang="zh-CN" sz="2400" noProof="1" smtClean="0">
                <a:ea typeface="+mj-ea"/>
              </a:rPr>
              <a:t>The number in reverse order is  563</a:t>
            </a:r>
            <a:endParaRPr lang="en-US" altLang="zh-CN" sz="2400" noProof="1" smtClean="0">
              <a:ea typeface="+mj-ea"/>
            </a:endParaRPr>
          </a:p>
        </p:txBody>
      </p:sp>
    </p:spTree>
  </p:cSld>
  <p:clrMapOvr>
    <a:masterClrMapping/>
  </p:clrMapOvr>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内容占位符 2"/>
          <p:cNvSpPr>
            <a:spLocks noGrp="1"/>
          </p:cNvSpPr>
          <p:nvPr>
            <p:ph idx="1"/>
          </p:nvPr>
        </p:nvSpPr>
        <p:spPr>
          <a:xfrm>
            <a:off x="467544" y="1052736"/>
            <a:ext cx="8229600" cy="5400600"/>
          </a:xfrm>
          <a:solidFill>
            <a:schemeClr val="tx1"/>
          </a:solidFill>
        </p:spPr>
        <p:txBody>
          <a:bodyPr/>
          <a:lstStyle/>
          <a:p>
            <a:pPr>
              <a:buFont typeface="Georgia" panose="02040502050405020303" pitchFamily="18" charset="0"/>
              <a:buNone/>
            </a:pPr>
            <a:r>
              <a:rPr lang="en-US" altLang="zh-CN" sz="2400" b="1" smtClean="0">
                <a:solidFill>
                  <a:srgbClr val="000000"/>
                </a:solidFill>
              </a:rPr>
              <a:t>//2_7.cpp</a:t>
            </a:r>
            <a:endParaRPr lang="en-US" altLang="zh-CN" sz="2400" b="1" smtClean="0">
              <a:solidFill>
                <a:srgbClr val="000000"/>
              </a:solidFill>
            </a:endParaRPr>
          </a:p>
          <a:p>
            <a:pPr>
              <a:buFont typeface="Georgia" panose="02040502050405020303" pitchFamily="18" charset="0"/>
              <a:buNone/>
            </a:pPr>
            <a:r>
              <a:rPr lang="en-US" altLang="zh-CN" sz="2400" b="1" smtClean="0">
                <a:solidFill>
                  <a:srgbClr val="000000"/>
                </a:solidFill>
              </a:rPr>
              <a:t>#include &lt;iostream&gt;</a:t>
            </a:r>
            <a:endParaRPr lang="en-US" altLang="zh-CN" sz="2400" b="1" smtClean="0">
              <a:solidFill>
                <a:srgbClr val="000000"/>
              </a:solidFill>
            </a:endParaRPr>
          </a:p>
          <a:p>
            <a:pPr>
              <a:buFont typeface="Georgia" panose="02040502050405020303" pitchFamily="18" charset="0"/>
              <a:buNone/>
            </a:pPr>
            <a:r>
              <a:rPr lang="en-US" altLang="zh-CN" sz="2400" b="1" smtClean="0">
                <a:solidFill>
                  <a:srgbClr val="000000"/>
                </a:solidFill>
              </a:rPr>
              <a:t>using namespace std;</a:t>
            </a:r>
            <a:endParaRPr lang="en-US" altLang="zh-CN" sz="2400" b="1" smtClean="0">
              <a:solidFill>
                <a:srgbClr val="000000"/>
              </a:solidFill>
            </a:endParaRPr>
          </a:p>
          <a:p>
            <a:pPr>
              <a:buFont typeface="Georgia" panose="02040502050405020303" pitchFamily="18" charset="0"/>
              <a:buNone/>
            </a:pPr>
            <a:r>
              <a:rPr lang="en-US" altLang="zh-CN" sz="2400" b="1" smtClean="0">
                <a:solidFill>
                  <a:srgbClr val="000000"/>
                </a:solidFill>
              </a:rPr>
              <a:t>int main() {</a:t>
            </a:r>
            <a:endParaRPr lang="en-US" altLang="zh-CN" sz="2400" b="1" smtClean="0">
              <a:solidFill>
                <a:srgbClr val="000000"/>
              </a:solidFill>
            </a:endParaRPr>
          </a:p>
          <a:p>
            <a:pPr>
              <a:buFont typeface="Georgia" panose="02040502050405020303" pitchFamily="18" charset="0"/>
              <a:buNone/>
            </a:pPr>
            <a:r>
              <a:rPr lang="en-US" altLang="zh-CN" sz="2400" b="1" smtClean="0">
                <a:solidFill>
                  <a:srgbClr val="000000"/>
                </a:solidFill>
              </a:rPr>
              <a:t>	int i = 1, sum = 0;</a:t>
            </a:r>
            <a:endParaRPr lang="en-US" altLang="zh-CN" sz="2400" b="1" smtClean="0">
              <a:solidFill>
                <a:srgbClr val="000000"/>
              </a:solidFill>
            </a:endParaRPr>
          </a:p>
          <a:p>
            <a:pPr>
              <a:buFont typeface="Georgia" panose="02040502050405020303" pitchFamily="18" charset="0"/>
              <a:buNone/>
            </a:pPr>
            <a:r>
              <a:rPr lang="en-US" altLang="zh-CN" sz="2400" b="1" smtClean="0">
                <a:solidFill>
                  <a:srgbClr val="000000"/>
                </a:solidFill>
              </a:rPr>
              <a:t>	do {</a:t>
            </a:r>
            <a:endParaRPr lang="en-US" altLang="zh-CN" sz="2400" b="1" smtClean="0">
              <a:solidFill>
                <a:srgbClr val="000000"/>
              </a:solidFill>
            </a:endParaRPr>
          </a:p>
          <a:p>
            <a:pPr>
              <a:buFont typeface="Georgia" panose="02040502050405020303" pitchFamily="18" charset="0"/>
              <a:buNone/>
            </a:pPr>
            <a:r>
              <a:rPr lang="en-US" altLang="zh-CN" sz="2400" b="1" smtClean="0">
                <a:solidFill>
                  <a:srgbClr val="000000"/>
                </a:solidFill>
              </a:rPr>
              <a:t>		sum += i;</a:t>
            </a:r>
            <a:endParaRPr lang="en-US" altLang="zh-CN" sz="2400" b="1" smtClean="0">
              <a:solidFill>
                <a:srgbClr val="000000"/>
              </a:solidFill>
            </a:endParaRPr>
          </a:p>
          <a:p>
            <a:pPr>
              <a:buFont typeface="Georgia" panose="02040502050405020303" pitchFamily="18" charset="0"/>
              <a:buNone/>
            </a:pPr>
            <a:r>
              <a:rPr lang="en-US" altLang="zh-CN" sz="2400" b="1" smtClean="0">
                <a:solidFill>
                  <a:srgbClr val="000000"/>
                </a:solidFill>
              </a:rPr>
              <a:t>		i++;</a:t>
            </a:r>
            <a:endParaRPr lang="en-US" altLang="zh-CN" sz="2400" b="1" smtClean="0">
              <a:solidFill>
                <a:srgbClr val="000000"/>
              </a:solidFill>
            </a:endParaRPr>
          </a:p>
          <a:p>
            <a:pPr>
              <a:buFont typeface="Georgia" panose="02040502050405020303" pitchFamily="18" charset="0"/>
              <a:buNone/>
            </a:pPr>
            <a:r>
              <a:rPr lang="en-US" altLang="zh-CN" sz="2400" b="1" smtClean="0">
                <a:solidFill>
                  <a:srgbClr val="000000"/>
                </a:solidFill>
              </a:rPr>
              <a:t>	} while (i &lt;= 10);</a:t>
            </a:r>
            <a:endParaRPr lang="en-US" altLang="zh-CN" sz="2400" b="1" smtClean="0">
              <a:solidFill>
                <a:srgbClr val="000000"/>
              </a:solidFill>
            </a:endParaRPr>
          </a:p>
          <a:p>
            <a:pPr>
              <a:buFont typeface="Georgia" panose="02040502050405020303" pitchFamily="18" charset="0"/>
              <a:buNone/>
            </a:pPr>
            <a:r>
              <a:rPr lang="en-US" altLang="zh-CN" sz="2400" b="1" smtClean="0">
                <a:solidFill>
                  <a:srgbClr val="000000"/>
                </a:solidFill>
              </a:rPr>
              <a:t>	cout &lt;&lt; "sum = " &lt;&lt; sum &lt;&lt; endl;</a:t>
            </a:r>
            <a:endParaRPr lang="en-US" altLang="zh-CN" sz="2400" b="1" smtClean="0">
              <a:solidFill>
                <a:srgbClr val="000000"/>
              </a:solidFill>
            </a:endParaRPr>
          </a:p>
          <a:p>
            <a:pPr>
              <a:buFont typeface="Georgia" panose="02040502050405020303" pitchFamily="18" charset="0"/>
              <a:buNone/>
            </a:pPr>
            <a:r>
              <a:rPr lang="en-US" altLang="zh-CN" sz="2400" b="1" smtClean="0">
                <a:solidFill>
                  <a:srgbClr val="000000"/>
                </a:solidFill>
              </a:rPr>
              <a:t>	return 0;</a:t>
            </a:r>
            <a:endParaRPr lang="en-US" altLang="zh-CN" sz="2400" b="1" smtClean="0">
              <a:solidFill>
                <a:srgbClr val="000000"/>
              </a:solidFill>
            </a:endParaRPr>
          </a:p>
          <a:p>
            <a:pPr>
              <a:buFont typeface="Georgia" panose="02040502050405020303" pitchFamily="18" charset="0"/>
              <a:buNone/>
            </a:pPr>
            <a:r>
              <a:rPr lang="en-US" altLang="zh-CN" sz="2400" b="1" smtClean="0">
                <a:solidFill>
                  <a:srgbClr val="000000"/>
                </a:solidFill>
              </a:rPr>
              <a:t>}</a:t>
            </a:r>
            <a:endParaRPr lang="en-US" altLang="zh-CN" sz="2400" b="1" smtClean="0">
              <a:solidFill>
                <a:srgbClr val="000000"/>
              </a:solidFill>
            </a:endParaRPr>
          </a:p>
        </p:txBody>
      </p:sp>
      <p:sp>
        <p:nvSpPr>
          <p:cNvPr id="112642" name="标题 1"/>
          <p:cNvSpPr>
            <a:spLocks noGrp="1"/>
          </p:cNvSpPr>
          <p:nvPr>
            <p:ph type="title"/>
          </p:nvPr>
        </p:nvSpPr>
        <p:spPr>
          <a:xfrm>
            <a:off x="4427984" y="1052736"/>
            <a:ext cx="4303390" cy="954107"/>
          </a:xfrm>
          <a:solidFill>
            <a:schemeClr val="bg1"/>
          </a:solidFill>
        </p:spPr>
        <p:txBody>
          <a:bodyPr wrap="square">
            <a:spAutoFit/>
          </a:bodyPr>
          <a:lstStyle/>
          <a:p>
            <a:r>
              <a:rPr lang="zh-CN" altLang="en-US" sz="2800" b="1" dirty="0"/>
              <a:t>例</a:t>
            </a:r>
            <a:r>
              <a:rPr lang="en-US" altLang="zh-CN" sz="2800" b="1" dirty="0"/>
              <a:t>2-7</a:t>
            </a:r>
            <a:r>
              <a:rPr lang="zh-CN" altLang="en-US" sz="2800" b="1" dirty="0"/>
              <a:t>用</a:t>
            </a:r>
            <a:r>
              <a:rPr lang="en-US" altLang="zh-CN" sz="2800" b="1" dirty="0"/>
              <a:t>do-while</a:t>
            </a:r>
            <a:r>
              <a:rPr lang="zh-CN" altLang="en-US" sz="2800" b="1" dirty="0"/>
              <a:t>语句编程，求自然数</a:t>
            </a:r>
            <a:r>
              <a:rPr lang="en-US" altLang="zh-CN" sz="2800" b="1" dirty="0"/>
              <a:t>1~10</a:t>
            </a:r>
            <a:r>
              <a:rPr lang="zh-CN" altLang="en-US" sz="2800" b="1" dirty="0"/>
              <a:t>之和</a:t>
            </a:r>
            <a:endParaRPr lang="zh-CN" altLang="en-US" sz="2800" b="1" dirty="0"/>
          </a:p>
        </p:txBody>
      </p:sp>
    </p:spTree>
  </p:cSld>
  <p:clrMapOvr>
    <a:masterClrMapping/>
  </p:clrMapOvr>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p:cNvSpPr>
            <a:spLocks noGrp="1"/>
          </p:cNvSpPr>
          <p:nvPr>
            <p:ph type="title"/>
          </p:nvPr>
        </p:nvSpPr>
        <p:spPr/>
        <p:txBody>
          <a:bodyPr/>
          <a:lstStyle/>
          <a:p>
            <a:pPr eaLnBrk="1" hangingPunct="1"/>
            <a:r>
              <a:rPr lang="zh-CN" altLang="en-US" dirty="0" smtClean="0">
                <a:solidFill>
                  <a:srgbClr val="FFFF00"/>
                </a:solidFill>
              </a:rPr>
              <a:t>对比下面的程序</a:t>
            </a:r>
            <a:endParaRPr lang="zh-CN" altLang="en-US" dirty="0" smtClean="0">
              <a:solidFill>
                <a:srgbClr val="FFFF00"/>
              </a:solidFill>
            </a:endParaRPr>
          </a:p>
        </p:txBody>
      </p:sp>
      <p:sp>
        <p:nvSpPr>
          <p:cNvPr id="7" name="Rectangle 3"/>
          <p:cNvSpPr txBox="1">
            <a:spLocks noChangeArrowheads="1"/>
          </p:cNvSpPr>
          <p:nvPr/>
        </p:nvSpPr>
        <p:spPr bwMode="auto">
          <a:xfrm>
            <a:off x="571500" y="1524000"/>
            <a:ext cx="4114800" cy="5334000"/>
          </a:xfrm>
          <a:prstGeom prst="rect">
            <a:avLst/>
          </a:prstGeom>
          <a:noFill/>
          <a:ln w="9525">
            <a:noFill/>
            <a:miter lim="800000"/>
          </a:ln>
        </p:spPr>
        <p:txBody>
          <a:bodyPr/>
          <a:lstStyle/>
          <a:p>
            <a:pPr algn="l">
              <a:lnSpc>
                <a:spcPct val="80000"/>
              </a:lnSpc>
              <a:spcBef>
                <a:spcPts val="300"/>
              </a:spcBef>
              <a:buClr>
                <a:srgbClr val="A04DA3"/>
              </a:buClr>
              <a:buFont typeface="Wingdings" panose="05000000000000000000" pitchFamily="2" charset="2"/>
              <a:buNone/>
              <a:defRPr/>
            </a:pPr>
            <a:r>
              <a:rPr kumimoji="0" lang="zh-CN" altLang="en-US" b="1" dirty="0">
                <a:latin typeface="+mn-lt"/>
                <a:ea typeface="+mj-ea"/>
              </a:rPr>
              <a:t>程序</a:t>
            </a:r>
            <a:r>
              <a:rPr kumimoji="0" lang="en-US" altLang="zh-CN" b="1" dirty="0">
                <a:latin typeface="+mn-lt"/>
                <a:ea typeface="+mj-ea"/>
              </a:rPr>
              <a:t>1</a:t>
            </a:r>
            <a:r>
              <a:rPr kumimoji="0" lang="zh-CN" altLang="en-US" b="1" dirty="0">
                <a:latin typeface="+mn-lt"/>
                <a:ea typeface="+mj-ea"/>
              </a:rPr>
              <a:t>：</a:t>
            </a:r>
            <a:endParaRPr kumimoji="0" lang="zh-CN" altLang="en-US"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a:latin typeface="+mn-lt"/>
                <a:ea typeface="+mj-ea"/>
              </a:rPr>
              <a:t>#include &lt;</a:t>
            </a:r>
            <a:r>
              <a:rPr kumimoji="0" lang="en-US" altLang="zh-CN" b="1" dirty="0" err="1">
                <a:latin typeface="+mn-lt"/>
                <a:ea typeface="+mj-ea"/>
              </a:rPr>
              <a:t>iostream</a:t>
            </a:r>
            <a:r>
              <a:rPr kumimoji="0" lang="en-US" altLang="zh-CN" b="1" dirty="0">
                <a:latin typeface="+mn-lt"/>
                <a:ea typeface="+mj-ea"/>
              </a:rPr>
              <a:t>&gt;</a:t>
            </a:r>
            <a:endParaRPr kumimoji="0" lang="en-US" altLang="zh-CN"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a:latin typeface="+mn-lt"/>
                <a:ea typeface="+mj-ea"/>
              </a:rPr>
              <a:t>using namespace std;</a:t>
            </a:r>
            <a:endParaRPr kumimoji="0" lang="en-US" altLang="zh-CN"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err="1">
                <a:latin typeface="+mn-lt"/>
                <a:ea typeface="+mj-ea"/>
              </a:rPr>
              <a:t>int</a:t>
            </a:r>
            <a:r>
              <a:rPr kumimoji="0" lang="en-US" altLang="zh-CN" b="1" dirty="0">
                <a:latin typeface="+mn-lt"/>
                <a:ea typeface="+mj-ea"/>
              </a:rPr>
              <a:t> main() {</a:t>
            </a:r>
            <a:endParaRPr kumimoji="0" lang="en-US" altLang="zh-CN"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a:latin typeface="+mn-lt"/>
                <a:ea typeface="+mj-ea"/>
              </a:rPr>
              <a:t>  </a:t>
            </a:r>
            <a:r>
              <a:rPr kumimoji="0" lang="en-US" altLang="zh-CN" b="1" dirty="0" err="1">
                <a:latin typeface="+mn-lt"/>
                <a:ea typeface="+mj-ea"/>
              </a:rPr>
              <a:t>int</a:t>
            </a:r>
            <a:r>
              <a:rPr kumimoji="0" lang="en-US" altLang="zh-CN" b="1" dirty="0">
                <a:latin typeface="+mn-lt"/>
                <a:ea typeface="+mj-ea"/>
              </a:rPr>
              <a:t> </a:t>
            </a:r>
            <a:r>
              <a:rPr kumimoji="0" lang="en-US" altLang="zh-CN" b="1" dirty="0" err="1">
                <a:latin typeface="+mn-lt"/>
                <a:ea typeface="+mj-ea"/>
              </a:rPr>
              <a:t>i</a:t>
            </a:r>
            <a:r>
              <a:rPr kumimoji="0" lang="en-US" altLang="zh-CN" b="1" dirty="0">
                <a:latin typeface="+mn-lt"/>
                <a:ea typeface="+mj-ea"/>
              </a:rPr>
              <a:t>, sum = 0;</a:t>
            </a:r>
            <a:endParaRPr kumimoji="0" lang="en-US" altLang="zh-CN"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a:latin typeface="+mn-lt"/>
                <a:ea typeface="+mj-ea"/>
              </a:rPr>
              <a:t>  </a:t>
            </a:r>
            <a:r>
              <a:rPr kumimoji="0" lang="en-US" altLang="zh-CN" b="1" dirty="0" err="1">
                <a:latin typeface="+mn-lt"/>
                <a:ea typeface="+mj-ea"/>
              </a:rPr>
              <a:t>cin</a:t>
            </a:r>
            <a:r>
              <a:rPr kumimoji="0" lang="en-US" altLang="zh-CN" b="1" dirty="0">
                <a:latin typeface="+mn-lt"/>
                <a:ea typeface="+mj-ea"/>
              </a:rPr>
              <a:t> &gt;&gt; </a:t>
            </a:r>
            <a:r>
              <a:rPr kumimoji="0" lang="en-US" altLang="zh-CN" b="1" dirty="0" err="1">
                <a:latin typeface="+mn-lt"/>
                <a:ea typeface="+mj-ea"/>
              </a:rPr>
              <a:t>i</a:t>
            </a:r>
            <a:r>
              <a:rPr kumimoji="0" lang="en-US" altLang="zh-CN" b="1" dirty="0">
                <a:latin typeface="+mn-lt"/>
                <a:ea typeface="+mj-ea"/>
              </a:rPr>
              <a:t>;</a:t>
            </a:r>
            <a:endParaRPr kumimoji="0" lang="en-US" altLang="zh-CN"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a:latin typeface="+mn-lt"/>
                <a:ea typeface="+mj-ea"/>
              </a:rPr>
              <a:t>  while (</a:t>
            </a:r>
            <a:r>
              <a:rPr kumimoji="0" lang="en-US" altLang="zh-CN" b="1" dirty="0" err="1">
                <a:latin typeface="+mn-lt"/>
                <a:ea typeface="+mj-ea"/>
              </a:rPr>
              <a:t>i</a:t>
            </a:r>
            <a:r>
              <a:rPr kumimoji="0" lang="en-US" altLang="zh-CN" b="1" dirty="0">
                <a:latin typeface="+mn-lt"/>
                <a:ea typeface="+mj-ea"/>
              </a:rPr>
              <a:t> &lt;= 10) {</a:t>
            </a:r>
            <a:endParaRPr kumimoji="0" lang="en-US" altLang="zh-CN"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a:latin typeface="+mn-lt"/>
                <a:ea typeface="+mj-ea"/>
              </a:rPr>
              <a:t>    sum += </a:t>
            </a:r>
            <a:r>
              <a:rPr kumimoji="0" lang="en-US" altLang="zh-CN" b="1" dirty="0" err="1">
                <a:latin typeface="+mn-lt"/>
                <a:ea typeface="+mj-ea"/>
              </a:rPr>
              <a:t>i</a:t>
            </a:r>
            <a:r>
              <a:rPr kumimoji="0" lang="en-US" altLang="zh-CN" b="1" dirty="0">
                <a:latin typeface="+mn-lt"/>
                <a:ea typeface="+mj-ea"/>
              </a:rPr>
              <a:t>;</a:t>
            </a:r>
            <a:endParaRPr kumimoji="0" lang="en-US" altLang="zh-CN"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a:latin typeface="+mn-lt"/>
                <a:ea typeface="+mj-ea"/>
              </a:rPr>
              <a:t>    </a:t>
            </a:r>
            <a:r>
              <a:rPr kumimoji="0" lang="en-US" altLang="zh-CN" b="1" dirty="0" err="1">
                <a:latin typeface="+mn-lt"/>
                <a:ea typeface="+mj-ea"/>
              </a:rPr>
              <a:t>i</a:t>
            </a:r>
            <a:r>
              <a:rPr kumimoji="0" lang="en-US" altLang="zh-CN" b="1" dirty="0">
                <a:latin typeface="+mn-lt"/>
                <a:ea typeface="+mj-ea"/>
              </a:rPr>
              <a:t>++;</a:t>
            </a:r>
            <a:endParaRPr kumimoji="0" lang="en-US" altLang="zh-CN"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a:latin typeface="+mn-lt"/>
                <a:ea typeface="+mj-ea"/>
              </a:rPr>
              <a:t>  }</a:t>
            </a:r>
            <a:endParaRPr kumimoji="0" lang="en-US" altLang="zh-CN"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a:latin typeface="+mn-lt"/>
                <a:ea typeface="+mj-ea"/>
              </a:rPr>
              <a:t>  </a:t>
            </a:r>
            <a:r>
              <a:rPr kumimoji="0" lang="en-US" altLang="zh-CN" b="1" dirty="0" err="1">
                <a:latin typeface="+mn-lt"/>
                <a:ea typeface="+mj-ea"/>
              </a:rPr>
              <a:t>cout</a:t>
            </a:r>
            <a:r>
              <a:rPr kumimoji="0" lang="en-US" altLang="zh-CN" b="1" dirty="0">
                <a:latin typeface="+mn-lt"/>
                <a:ea typeface="+mj-ea"/>
              </a:rPr>
              <a:t>&lt;&lt; "sum= " &lt;&lt; sum</a:t>
            </a:r>
            <a:endParaRPr kumimoji="0" lang="en-US" altLang="zh-CN"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a:latin typeface="+mn-lt"/>
                <a:ea typeface="+mj-ea"/>
              </a:rPr>
              <a:t>       &lt;&lt; </a:t>
            </a:r>
            <a:r>
              <a:rPr kumimoji="0" lang="en-US" altLang="zh-CN" b="1" dirty="0" err="1">
                <a:latin typeface="+mn-lt"/>
                <a:ea typeface="+mj-ea"/>
              </a:rPr>
              <a:t>endl</a:t>
            </a:r>
            <a:r>
              <a:rPr kumimoji="0" lang="en-US" altLang="zh-CN" b="1" dirty="0">
                <a:latin typeface="+mn-lt"/>
                <a:ea typeface="+mj-ea"/>
              </a:rPr>
              <a:t>;</a:t>
            </a:r>
            <a:endParaRPr kumimoji="0" lang="en-US" altLang="zh-CN"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a:latin typeface="+mn-lt"/>
                <a:ea typeface="+mj-ea"/>
              </a:rPr>
              <a:t>  return 0;</a:t>
            </a:r>
            <a:endParaRPr kumimoji="0" lang="en-US" altLang="zh-CN"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a:latin typeface="+mn-lt"/>
                <a:ea typeface="+mj-ea"/>
              </a:rPr>
              <a:t>}</a:t>
            </a:r>
            <a:endParaRPr kumimoji="0" lang="en-US" altLang="zh-CN" b="1" dirty="0">
              <a:latin typeface="+mn-lt"/>
              <a:ea typeface="+mj-ea"/>
            </a:endParaRPr>
          </a:p>
        </p:txBody>
      </p:sp>
      <p:sp>
        <p:nvSpPr>
          <p:cNvPr id="8" name="Rectangle 5"/>
          <p:cNvSpPr txBox="1">
            <a:spLocks noChangeArrowheads="1"/>
          </p:cNvSpPr>
          <p:nvPr/>
        </p:nvSpPr>
        <p:spPr>
          <a:xfrm>
            <a:off x="4572000" y="1524000"/>
            <a:ext cx="4191000" cy="5334000"/>
          </a:xfrm>
          <a:prstGeom prst="rect">
            <a:avLst/>
          </a:prstGeom>
        </p:spPr>
        <p:txBody>
          <a:bodyPr/>
          <a:lstStyle/>
          <a:p>
            <a:pPr algn="l">
              <a:lnSpc>
                <a:spcPct val="80000"/>
              </a:lnSpc>
              <a:spcBef>
                <a:spcPts val="300"/>
              </a:spcBef>
              <a:buClr>
                <a:srgbClr val="A04DA3"/>
              </a:buClr>
              <a:buFont typeface="Wingdings" panose="05000000000000000000" pitchFamily="2" charset="2"/>
              <a:buNone/>
              <a:defRPr/>
            </a:pPr>
            <a:r>
              <a:rPr kumimoji="0" lang="zh-CN" altLang="en-US" b="1" dirty="0">
                <a:latin typeface="+mn-lt"/>
                <a:ea typeface="+mj-ea"/>
              </a:rPr>
              <a:t>程序</a:t>
            </a:r>
            <a:r>
              <a:rPr kumimoji="0" lang="en-US" altLang="zh-CN" b="1" dirty="0">
                <a:latin typeface="+mn-lt"/>
                <a:ea typeface="+mj-ea"/>
              </a:rPr>
              <a:t>2</a:t>
            </a:r>
            <a:r>
              <a:rPr kumimoji="0" lang="zh-CN" altLang="en-US" b="1" dirty="0">
                <a:latin typeface="+mn-lt"/>
                <a:ea typeface="+mj-ea"/>
              </a:rPr>
              <a:t>：</a:t>
            </a:r>
            <a:endParaRPr kumimoji="0" lang="zh-CN" altLang="en-US"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a:latin typeface="+mn-lt"/>
                <a:ea typeface="+mj-ea"/>
              </a:rPr>
              <a:t>#include &lt;</a:t>
            </a:r>
            <a:r>
              <a:rPr kumimoji="0" lang="en-US" altLang="zh-CN" b="1" dirty="0" err="1">
                <a:latin typeface="+mn-lt"/>
                <a:ea typeface="+mj-ea"/>
              </a:rPr>
              <a:t>iostream</a:t>
            </a:r>
            <a:r>
              <a:rPr kumimoji="0" lang="en-US" altLang="zh-CN" b="1" dirty="0">
                <a:latin typeface="+mn-lt"/>
                <a:ea typeface="+mj-ea"/>
              </a:rPr>
              <a:t>&gt;</a:t>
            </a:r>
            <a:endParaRPr kumimoji="0" lang="en-US" altLang="zh-CN"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a:latin typeface="+mn-lt"/>
                <a:ea typeface="+mj-ea"/>
              </a:rPr>
              <a:t>using namespace std;</a:t>
            </a:r>
            <a:endParaRPr kumimoji="0" lang="en-US" altLang="zh-CN"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err="1">
                <a:latin typeface="+mn-lt"/>
                <a:ea typeface="+mj-ea"/>
              </a:rPr>
              <a:t>int</a:t>
            </a:r>
            <a:r>
              <a:rPr kumimoji="0" lang="en-US" altLang="zh-CN" b="1" dirty="0">
                <a:latin typeface="+mn-lt"/>
                <a:ea typeface="+mj-ea"/>
              </a:rPr>
              <a:t> main() {</a:t>
            </a:r>
            <a:endParaRPr kumimoji="0" lang="en-US" altLang="zh-CN"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a:latin typeface="+mn-lt"/>
                <a:ea typeface="+mj-ea"/>
              </a:rPr>
              <a:t>  </a:t>
            </a:r>
            <a:r>
              <a:rPr kumimoji="0" lang="en-US" altLang="zh-CN" b="1" dirty="0" err="1">
                <a:latin typeface="+mn-lt"/>
                <a:ea typeface="+mj-ea"/>
              </a:rPr>
              <a:t>int</a:t>
            </a:r>
            <a:r>
              <a:rPr kumimoji="0" lang="en-US" altLang="zh-CN" b="1" dirty="0">
                <a:latin typeface="+mn-lt"/>
                <a:ea typeface="+mj-ea"/>
              </a:rPr>
              <a:t> </a:t>
            </a:r>
            <a:r>
              <a:rPr kumimoji="0" lang="en-US" altLang="zh-CN" b="1" dirty="0" err="1">
                <a:latin typeface="+mn-lt"/>
                <a:ea typeface="+mj-ea"/>
              </a:rPr>
              <a:t>i</a:t>
            </a:r>
            <a:r>
              <a:rPr kumimoji="0" lang="en-US" altLang="zh-CN" b="1" dirty="0">
                <a:latin typeface="+mn-lt"/>
                <a:ea typeface="+mj-ea"/>
              </a:rPr>
              <a:t>, sum = 0;</a:t>
            </a:r>
            <a:endParaRPr kumimoji="0" lang="en-US" altLang="zh-CN"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a:latin typeface="+mn-lt"/>
                <a:ea typeface="+mj-ea"/>
              </a:rPr>
              <a:t>  </a:t>
            </a:r>
            <a:r>
              <a:rPr kumimoji="0" lang="en-US" altLang="zh-CN" b="1" dirty="0" err="1">
                <a:latin typeface="+mn-lt"/>
                <a:ea typeface="+mj-ea"/>
              </a:rPr>
              <a:t>cin</a:t>
            </a:r>
            <a:r>
              <a:rPr kumimoji="0" lang="en-US" altLang="zh-CN" b="1" dirty="0">
                <a:latin typeface="+mn-lt"/>
                <a:ea typeface="+mj-ea"/>
              </a:rPr>
              <a:t> &gt;&gt; </a:t>
            </a:r>
            <a:r>
              <a:rPr kumimoji="0" lang="en-US" altLang="zh-CN" b="1" dirty="0" err="1">
                <a:latin typeface="+mn-lt"/>
                <a:ea typeface="+mj-ea"/>
              </a:rPr>
              <a:t>i</a:t>
            </a:r>
            <a:r>
              <a:rPr kumimoji="0" lang="en-US" altLang="zh-CN" b="1" dirty="0">
                <a:latin typeface="+mn-lt"/>
                <a:ea typeface="+mj-ea"/>
              </a:rPr>
              <a:t>;</a:t>
            </a:r>
            <a:endParaRPr kumimoji="0" lang="en-US" altLang="zh-CN"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a:latin typeface="+mn-lt"/>
                <a:ea typeface="+mj-ea"/>
              </a:rPr>
              <a:t>  do {</a:t>
            </a:r>
            <a:endParaRPr kumimoji="0" lang="en-US" altLang="zh-CN"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a:latin typeface="+mn-lt"/>
                <a:ea typeface="+mj-ea"/>
              </a:rPr>
              <a:t>    sum += </a:t>
            </a:r>
            <a:r>
              <a:rPr kumimoji="0" lang="en-US" altLang="zh-CN" b="1" dirty="0" err="1">
                <a:latin typeface="+mn-lt"/>
                <a:ea typeface="+mj-ea"/>
              </a:rPr>
              <a:t>i</a:t>
            </a:r>
            <a:r>
              <a:rPr kumimoji="0" lang="en-US" altLang="zh-CN" b="1" dirty="0">
                <a:latin typeface="+mn-lt"/>
                <a:ea typeface="+mj-ea"/>
              </a:rPr>
              <a:t>;</a:t>
            </a:r>
            <a:endParaRPr kumimoji="0" lang="en-US" altLang="zh-CN"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a:latin typeface="+mn-lt"/>
                <a:ea typeface="+mj-ea"/>
              </a:rPr>
              <a:t>    </a:t>
            </a:r>
            <a:r>
              <a:rPr kumimoji="0" lang="en-US" altLang="zh-CN" b="1" dirty="0" err="1">
                <a:latin typeface="+mn-lt"/>
                <a:ea typeface="+mj-ea"/>
              </a:rPr>
              <a:t>i</a:t>
            </a:r>
            <a:r>
              <a:rPr kumimoji="0" lang="en-US" altLang="zh-CN" b="1" dirty="0">
                <a:latin typeface="+mn-lt"/>
                <a:ea typeface="+mj-ea"/>
              </a:rPr>
              <a:t>++;</a:t>
            </a:r>
            <a:endParaRPr kumimoji="0" lang="en-US" altLang="zh-CN"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a:latin typeface="+mn-lt"/>
                <a:ea typeface="+mj-ea"/>
              </a:rPr>
              <a:t>  } while (</a:t>
            </a:r>
            <a:r>
              <a:rPr kumimoji="0" lang="en-US" altLang="zh-CN" b="1" dirty="0" err="1">
                <a:latin typeface="+mn-lt"/>
                <a:ea typeface="+mj-ea"/>
              </a:rPr>
              <a:t>i</a:t>
            </a:r>
            <a:r>
              <a:rPr kumimoji="0" lang="en-US" altLang="zh-CN" b="1" dirty="0">
                <a:latin typeface="+mn-lt"/>
                <a:ea typeface="+mj-ea"/>
              </a:rPr>
              <a:t> &lt;= 10)</a:t>
            </a:r>
            <a:r>
              <a:rPr kumimoji="0" lang="zh-CN" altLang="en-US" b="1" dirty="0">
                <a:latin typeface="+mn-lt"/>
                <a:ea typeface="+mj-ea"/>
              </a:rPr>
              <a:t>；</a:t>
            </a:r>
            <a:endParaRPr kumimoji="0" lang="zh-CN" altLang="en-US"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zh-CN" altLang="en-US" b="1" dirty="0">
                <a:latin typeface="+mn-lt"/>
                <a:ea typeface="+mj-ea"/>
              </a:rPr>
              <a:t>  </a:t>
            </a:r>
            <a:r>
              <a:rPr kumimoji="0" lang="en-US" altLang="zh-CN" b="1" dirty="0" err="1">
                <a:latin typeface="+mn-lt"/>
                <a:ea typeface="+mj-ea"/>
              </a:rPr>
              <a:t>cout</a:t>
            </a:r>
            <a:r>
              <a:rPr kumimoji="0" lang="en-US" altLang="zh-CN" b="1" dirty="0">
                <a:latin typeface="+mn-lt"/>
                <a:ea typeface="+mj-ea"/>
              </a:rPr>
              <a:t> &lt;&lt; "sum=" &lt;&lt; sum</a:t>
            </a:r>
            <a:endParaRPr kumimoji="0" lang="en-US" altLang="zh-CN"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a:latin typeface="+mn-lt"/>
                <a:ea typeface="+mj-ea"/>
              </a:rPr>
              <a:t>       &lt;&lt; </a:t>
            </a:r>
            <a:r>
              <a:rPr kumimoji="0" lang="en-US" altLang="zh-CN" b="1" dirty="0" err="1">
                <a:latin typeface="+mn-lt"/>
                <a:ea typeface="+mj-ea"/>
              </a:rPr>
              <a:t>endl</a:t>
            </a:r>
            <a:r>
              <a:rPr kumimoji="0" lang="en-US" altLang="zh-CN" b="1" dirty="0">
                <a:latin typeface="+mn-lt"/>
                <a:ea typeface="+mj-ea"/>
              </a:rPr>
              <a:t>;</a:t>
            </a:r>
            <a:endParaRPr kumimoji="0" lang="en-US" altLang="zh-CN"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a:latin typeface="+mn-lt"/>
                <a:ea typeface="+mj-ea"/>
              </a:rPr>
              <a:t>  return 0;</a:t>
            </a:r>
            <a:endParaRPr kumimoji="0" lang="en-US" altLang="zh-CN" b="1" dirty="0">
              <a:latin typeface="+mn-lt"/>
              <a:ea typeface="+mj-ea"/>
            </a:endParaRPr>
          </a:p>
          <a:p>
            <a:pPr algn="l">
              <a:lnSpc>
                <a:spcPct val="80000"/>
              </a:lnSpc>
              <a:spcBef>
                <a:spcPts val="300"/>
              </a:spcBef>
              <a:buClr>
                <a:srgbClr val="A04DA3"/>
              </a:buClr>
              <a:buFont typeface="Wingdings" panose="05000000000000000000" pitchFamily="2" charset="2"/>
              <a:buNone/>
              <a:defRPr/>
            </a:pPr>
            <a:r>
              <a:rPr kumimoji="0" lang="en-US" altLang="zh-CN" b="1" dirty="0">
                <a:latin typeface="+mn-lt"/>
                <a:ea typeface="+mj-ea"/>
              </a:rPr>
              <a:t>}</a:t>
            </a:r>
            <a:endParaRPr kumimoji="0" lang="en-US" altLang="zh-CN" b="1" dirty="0">
              <a:latin typeface="+mn-lt"/>
              <a:ea typeface="+mj-ea"/>
            </a:endParaRPr>
          </a:p>
        </p:txBody>
      </p:sp>
      <p:sp>
        <p:nvSpPr>
          <p:cNvPr id="113671" name="Line 6"/>
          <p:cNvSpPr>
            <a:spLocks noChangeShapeType="1"/>
          </p:cNvSpPr>
          <p:nvPr/>
        </p:nvSpPr>
        <p:spPr bwMode="auto">
          <a:xfrm flipV="1">
            <a:off x="4533900" y="1281113"/>
            <a:ext cx="0" cy="5181600"/>
          </a:xfrm>
          <a:prstGeom prst="line">
            <a:avLst/>
          </a:prstGeom>
          <a:noFill/>
          <a:ln w="12700">
            <a:solidFill>
              <a:schemeClr val="tx1"/>
            </a:solidFill>
            <a:prstDash val="dash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algn="ctr" fontAlgn="auto">
              <a:spcAft>
                <a:spcPts val="0"/>
              </a:spcAft>
            </a:pPr>
            <a:r>
              <a:rPr lang="en-US" altLang="zh-CN" b="1" dirty="0">
                <a:solidFill>
                  <a:srgbClr val="FFFFFF"/>
                </a:solidFill>
                <a:ea typeface="隶书" panose="02010509060101010101" pitchFamily="49" charset="-122"/>
              </a:rPr>
              <a:t>2.4.3 </a:t>
            </a:r>
            <a:r>
              <a:rPr lang="zh-CN" altLang="en-US" b="1" dirty="0">
                <a:solidFill>
                  <a:srgbClr val="FFFFFF"/>
                </a:solidFill>
                <a:ea typeface="隶书" panose="02010509060101010101" pitchFamily="49" charset="-122"/>
              </a:rPr>
              <a:t>循环结构 </a:t>
            </a:r>
            <a:r>
              <a:rPr lang="en-US" altLang="zh-CN" b="1" dirty="0">
                <a:solidFill>
                  <a:srgbClr val="FFFFFF"/>
                </a:solidFill>
                <a:ea typeface="隶书" panose="02010509060101010101" pitchFamily="49" charset="-122"/>
              </a:rPr>
              <a:t>——</a:t>
            </a:r>
            <a:r>
              <a:rPr lang="zh-CN" altLang="en-US" b="1" dirty="0">
                <a:solidFill>
                  <a:srgbClr val="FFFFFF"/>
                </a:solidFill>
                <a:ea typeface="隶书" panose="02010509060101010101" pitchFamily="49" charset="-122"/>
              </a:rPr>
              <a:t>传统的</a:t>
            </a:r>
            <a:r>
              <a:rPr lang="en-US" altLang="zh-CN" b="1" dirty="0">
                <a:solidFill>
                  <a:srgbClr val="FFFFFF"/>
                </a:solidFill>
                <a:ea typeface="隶书" panose="02010509060101010101" pitchFamily="49" charset="-122"/>
              </a:rPr>
              <a:t>for</a:t>
            </a:r>
            <a:r>
              <a:rPr lang="zh-CN" altLang="en-US" b="1" dirty="0">
                <a:solidFill>
                  <a:srgbClr val="FFFFFF"/>
                </a:solidFill>
                <a:ea typeface="隶书" panose="02010509060101010101" pitchFamily="49" charset="-122"/>
              </a:rPr>
              <a:t>语句</a:t>
            </a:r>
            <a:endParaRPr lang="zh-CN" altLang="en-US" b="1" dirty="0">
              <a:solidFill>
                <a:srgbClr val="FFFFFF"/>
              </a:solidFill>
              <a:ea typeface="隶书" panose="02010509060101010101" pitchFamily="49" charset="-122"/>
            </a:endParaRPr>
          </a:p>
        </p:txBody>
      </p:sp>
      <p:sp>
        <p:nvSpPr>
          <p:cNvPr id="31747" name="Rectangle 4"/>
          <p:cNvSpPr>
            <a:spLocks noChangeArrowheads="1"/>
          </p:cNvSpPr>
          <p:nvPr/>
        </p:nvSpPr>
        <p:spPr bwMode="auto">
          <a:xfrm>
            <a:off x="2051050" y="1700213"/>
            <a:ext cx="5545138" cy="865187"/>
          </a:xfrm>
          <a:prstGeom prst="rect">
            <a:avLst/>
          </a:prstGeom>
          <a:noFill/>
          <a:ln w="28575">
            <a:solidFill>
              <a:srgbClr val="000066"/>
            </a:solidFill>
            <a:miter lim="800000"/>
          </a:ln>
          <a:extLst>
            <a:ext uri="{909E8E84-426E-40DD-AFC4-6F175D3DCCD1}">
              <a14:hiddenFill xmlns:a14="http://schemas.microsoft.com/office/drawing/2010/main">
                <a:solidFill>
                  <a:srgbClr val="FFFFFF"/>
                </a:solidFill>
              </a14:hiddenFill>
            </a:ext>
          </a:extLst>
        </p:spPr>
        <p:txBody>
          <a:bodyPr/>
          <a:lstStyle>
            <a:lvl1pPr marL="476250" indent="-4762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90000"/>
              </a:lnSpc>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for(initialization; condition; increment)</a:t>
            </a:r>
            <a:endParaRPr lang="en-US" altLang="zh-CN" sz="2400" b="1">
              <a:latin typeface="Times New Roman" panose="02020603050405020304" pitchFamily="18" charset="0"/>
              <a:ea typeface="华文楷体" panose="02010600040101010101" pitchFamily="2" charset="-122"/>
            </a:endParaRPr>
          </a:p>
          <a:p>
            <a:pPr algn="l" eaLnBrk="1" hangingPunct="1">
              <a:lnSpc>
                <a:spcPct val="90000"/>
              </a:lnSpc>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		statement;</a:t>
            </a:r>
            <a:endParaRPr lang="en-US" altLang="zh-CN" sz="2400" b="1">
              <a:latin typeface="Times New Roman" panose="02020603050405020304" pitchFamily="18" charset="0"/>
              <a:ea typeface="华文楷体" panose="02010600040101010101" pitchFamily="2" charset="-122"/>
            </a:endParaRPr>
          </a:p>
        </p:txBody>
      </p:sp>
      <p:sp>
        <p:nvSpPr>
          <p:cNvPr id="31748" name="Rectangle 24"/>
          <p:cNvSpPr>
            <a:spLocks noChangeArrowheads="1"/>
          </p:cNvSpPr>
          <p:nvPr/>
        </p:nvSpPr>
        <p:spPr bwMode="auto">
          <a:xfrm>
            <a:off x="5219700" y="2924175"/>
            <a:ext cx="3744788" cy="312420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a:lstStyle>
            <a:lvl1pPr marL="476250" indent="-4762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Font typeface="Wingdings" panose="05000000000000000000" pitchFamily="2" charset="2"/>
              <a:buAutoNum type="arabicPeriod"/>
            </a:pPr>
            <a:r>
              <a:rPr lang="en-US" altLang="zh-CN" sz="2000" b="1" dirty="0">
                <a:solidFill>
                  <a:srgbClr val="FFFF00"/>
                </a:solidFill>
                <a:latin typeface="Times New Roman" panose="02020603050405020304" pitchFamily="18" charset="0"/>
                <a:ea typeface="华文楷体" panose="02010600040101010101" pitchFamily="2" charset="-122"/>
              </a:rPr>
              <a:t>initialization</a:t>
            </a:r>
            <a:r>
              <a:rPr lang="zh-CN" altLang="en-US" sz="2000" b="1" dirty="0">
                <a:solidFill>
                  <a:srgbClr val="FFFF00"/>
                </a:solidFill>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初始化，一般为赋值语句；</a:t>
            </a:r>
            <a:endParaRPr lang="zh-CN" altLang="en-US" sz="2000" b="1" dirty="0">
              <a:latin typeface="Times New Roman" panose="02020603050405020304" pitchFamily="18" charset="0"/>
              <a:ea typeface="华文楷体" panose="02010600040101010101" pitchFamily="2" charset="-122"/>
            </a:endParaRPr>
          </a:p>
          <a:p>
            <a:pPr algn="l" eaLnBrk="1" hangingPunct="1">
              <a:spcBef>
                <a:spcPct val="50000"/>
              </a:spcBef>
              <a:buFont typeface="Wingdings" panose="05000000000000000000" pitchFamily="2" charset="2"/>
              <a:buAutoNum type="arabicPeriod"/>
            </a:pPr>
            <a:r>
              <a:rPr lang="en-US" altLang="zh-CN" sz="2000" b="1" dirty="0">
                <a:solidFill>
                  <a:srgbClr val="FFFF00"/>
                </a:solidFill>
                <a:latin typeface="Times New Roman" panose="02020603050405020304" pitchFamily="18" charset="0"/>
                <a:ea typeface="华文楷体" panose="02010600040101010101" pitchFamily="2" charset="-122"/>
              </a:rPr>
              <a:t>condition</a:t>
            </a:r>
            <a:r>
              <a:rPr lang="zh-CN" altLang="en-US" sz="2000" b="1" dirty="0">
                <a:solidFill>
                  <a:srgbClr val="FFFF00"/>
                </a:solidFill>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循环条件，</a:t>
            </a:r>
            <a:r>
              <a:rPr lang="zh-CN" altLang="en-US" sz="2000" b="1" dirty="0">
                <a:solidFill>
                  <a:srgbClr val="FFFF00"/>
                </a:solidFill>
                <a:latin typeface="Times New Roman" panose="02020603050405020304" pitchFamily="18" charset="0"/>
                <a:ea typeface="华文楷体" panose="02010600040101010101" pitchFamily="2" charset="-122"/>
              </a:rPr>
              <a:t>循环一直执行直到条件为假为止</a:t>
            </a:r>
            <a:r>
              <a:rPr lang="zh-CN" altLang="en-US" sz="2000" b="1" dirty="0" smtClean="0">
                <a:latin typeface="Times New Roman" panose="02020603050405020304" pitchFamily="18" charset="0"/>
                <a:ea typeface="华文楷体" panose="02010600040101010101" pitchFamily="2" charset="-122"/>
              </a:rPr>
              <a:t>；</a:t>
            </a:r>
            <a:r>
              <a:rPr lang="en-US" altLang="zh-CN" sz="2000" b="1" dirty="0" smtClean="0">
                <a:latin typeface="Times New Roman" panose="02020603050405020304" pitchFamily="18" charset="0"/>
                <a:ea typeface="华文楷体" panose="02010600040101010101" pitchFamily="2" charset="-122"/>
              </a:rPr>
              <a:t>condition</a:t>
            </a:r>
            <a:r>
              <a:rPr lang="zh-CN" altLang="en-US" sz="2000" b="1" dirty="0" smtClean="0">
                <a:latin typeface="Times New Roman" panose="02020603050405020304" pitchFamily="18" charset="0"/>
                <a:ea typeface="华文楷体" panose="02010600040101010101" pitchFamily="2" charset="-122"/>
              </a:rPr>
              <a:t>缺省时表示</a:t>
            </a:r>
            <a:r>
              <a:rPr lang="en-US" altLang="zh-CN" sz="2000" b="1" dirty="0" smtClean="0">
                <a:latin typeface="Times New Roman" panose="02020603050405020304" pitchFamily="18" charset="0"/>
                <a:ea typeface="华文楷体" panose="02010600040101010101" pitchFamily="2" charset="-122"/>
              </a:rPr>
              <a:t>true</a:t>
            </a:r>
            <a:r>
              <a:rPr lang="zh-CN" altLang="en-US" sz="2000" b="1" dirty="0" smtClean="0">
                <a:latin typeface="Times New Roman" panose="02020603050405020304" pitchFamily="18" charset="0"/>
                <a:ea typeface="华文楷体" panose="02010600040101010101" pitchFamily="2" charset="-122"/>
              </a:rPr>
              <a:t>。</a:t>
            </a:r>
            <a:endParaRPr lang="zh-CN" altLang="en-US" sz="2000" b="1" dirty="0">
              <a:latin typeface="Times New Roman" panose="02020603050405020304" pitchFamily="18" charset="0"/>
              <a:ea typeface="华文楷体" panose="02010600040101010101" pitchFamily="2" charset="-122"/>
            </a:endParaRPr>
          </a:p>
          <a:p>
            <a:pPr algn="l" eaLnBrk="1" hangingPunct="1">
              <a:spcBef>
                <a:spcPct val="50000"/>
              </a:spcBef>
              <a:buFont typeface="Wingdings" panose="05000000000000000000" pitchFamily="2" charset="2"/>
              <a:buAutoNum type="arabicPeriod"/>
            </a:pPr>
            <a:r>
              <a:rPr lang="en-US" altLang="zh-CN" sz="2000" b="1" dirty="0">
                <a:solidFill>
                  <a:srgbClr val="FFFF00"/>
                </a:solidFill>
                <a:latin typeface="Times New Roman" panose="02020603050405020304" pitchFamily="18" charset="0"/>
                <a:ea typeface="华文楷体" panose="02010600040101010101" pitchFamily="2" charset="-122"/>
              </a:rPr>
              <a:t>statement</a:t>
            </a:r>
            <a:r>
              <a:rPr lang="zh-CN" altLang="en-US" sz="2000" b="1" dirty="0">
                <a:solidFill>
                  <a:srgbClr val="FFFF00"/>
                </a:solidFill>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循环体，单个语句、块语句、空语句；</a:t>
            </a:r>
            <a:endParaRPr lang="zh-CN" altLang="en-US" sz="2000" b="1" dirty="0">
              <a:latin typeface="Times New Roman" panose="02020603050405020304" pitchFamily="18" charset="0"/>
              <a:ea typeface="华文楷体" panose="02010600040101010101" pitchFamily="2" charset="-122"/>
            </a:endParaRPr>
          </a:p>
          <a:p>
            <a:pPr algn="l" eaLnBrk="1" hangingPunct="1">
              <a:spcBef>
                <a:spcPct val="50000"/>
              </a:spcBef>
              <a:buFont typeface="Wingdings" panose="05000000000000000000" pitchFamily="2" charset="2"/>
              <a:buAutoNum type="arabicPeriod"/>
            </a:pPr>
            <a:r>
              <a:rPr lang="en-US" altLang="zh-CN" sz="2000" b="1" dirty="0">
                <a:solidFill>
                  <a:srgbClr val="FFFF00"/>
                </a:solidFill>
                <a:latin typeface="Times New Roman" panose="02020603050405020304" pitchFamily="18" charset="0"/>
                <a:ea typeface="华文楷体" panose="02010600040101010101" pitchFamily="2" charset="-122"/>
              </a:rPr>
              <a:t>increment</a:t>
            </a:r>
            <a:r>
              <a:rPr lang="zh-CN" altLang="en-US" sz="2000" b="1" dirty="0">
                <a:solidFill>
                  <a:srgbClr val="FFFF00"/>
                </a:solidFill>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修改控制变量。</a:t>
            </a:r>
            <a:endParaRPr lang="zh-CN" altLang="en-US" sz="2000" b="1" dirty="0">
              <a:latin typeface="Times New Roman" panose="02020603050405020304" pitchFamily="18" charset="0"/>
              <a:ea typeface="华文楷体" panose="02010600040101010101" pitchFamily="2" charset="-122"/>
            </a:endParaRPr>
          </a:p>
        </p:txBody>
      </p:sp>
      <p:grpSp>
        <p:nvGrpSpPr>
          <p:cNvPr id="31749" name="Group 44"/>
          <p:cNvGrpSpPr/>
          <p:nvPr/>
        </p:nvGrpSpPr>
        <p:grpSpPr bwMode="auto">
          <a:xfrm>
            <a:off x="468313" y="3141663"/>
            <a:ext cx="4176712" cy="2906712"/>
            <a:chOff x="295" y="1976"/>
            <a:chExt cx="2631" cy="1831"/>
          </a:xfrm>
        </p:grpSpPr>
        <p:sp>
          <p:nvSpPr>
            <p:cNvPr id="31750" name="AutoShape 26"/>
            <p:cNvSpPr>
              <a:spLocks noChangeArrowheads="1"/>
            </p:cNvSpPr>
            <p:nvPr/>
          </p:nvSpPr>
          <p:spPr bwMode="auto">
            <a:xfrm>
              <a:off x="693" y="2376"/>
              <a:ext cx="1644" cy="200"/>
            </a:xfrm>
            <a:prstGeom prst="flowChartDecision">
              <a:avLst/>
            </a:prstGeom>
            <a:solidFill>
              <a:schemeClr val="accent1"/>
            </a:solidFill>
            <a:ln w="9525">
              <a:solidFill>
                <a:schemeClr val="tx1"/>
              </a:solidFill>
              <a:miter lim="800000"/>
            </a:ln>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en-US" altLang="zh-CN" sz="1600" b="1">
                  <a:latin typeface="Times New Roman" panose="02020603050405020304" pitchFamily="18" charset="0"/>
                  <a:ea typeface="华文楷体" panose="02010600040101010101" pitchFamily="2" charset="-122"/>
                </a:rPr>
                <a:t>condition</a:t>
              </a:r>
              <a:endParaRPr kumimoji="1" lang="en-US" altLang="zh-CN" sz="1600" b="1">
                <a:latin typeface="Times New Roman" panose="02020603050405020304" pitchFamily="18" charset="0"/>
                <a:ea typeface="华文楷体" panose="02010600040101010101" pitchFamily="2" charset="-122"/>
              </a:endParaRPr>
            </a:p>
          </p:txBody>
        </p:sp>
        <p:sp>
          <p:nvSpPr>
            <p:cNvPr id="31751" name="Text Box 27"/>
            <p:cNvSpPr txBox="1">
              <a:spLocks noChangeArrowheads="1"/>
            </p:cNvSpPr>
            <p:nvPr/>
          </p:nvSpPr>
          <p:spPr bwMode="auto">
            <a:xfrm>
              <a:off x="1125" y="1976"/>
              <a:ext cx="862" cy="218"/>
            </a:xfrm>
            <a:prstGeom prst="rect">
              <a:avLst/>
            </a:prstGeom>
            <a:solidFill>
              <a:schemeClr val="accent1"/>
            </a:solidFill>
            <a:ln w="9525">
              <a:solidFill>
                <a:schemeClr val="tx1"/>
              </a:solidFill>
              <a:miter lim="800000"/>
            </a:ln>
          </p:spPr>
          <p:txBody>
            <a:bodyPr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en-US" altLang="zh-CN" sz="1600" b="1" dirty="0">
                  <a:latin typeface="Times New Roman" panose="02020603050405020304" pitchFamily="18" charset="0"/>
                  <a:ea typeface="华文楷体" panose="02010600040101010101" pitchFamily="2" charset="-122"/>
                </a:rPr>
                <a:t>initialization</a:t>
              </a:r>
              <a:endParaRPr kumimoji="1" lang="en-US" altLang="zh-CN" sz="1600" b="1" dirty="0">
                <a:latin typeface="Times New Roman" panose="02020603050405020304" pitchFamily="18" charset="0"/>
                <a:ea typeface="华文楷体" panose="02010600040101010101" pitchFamily="2" charset="-122"/>
              </a:endParaRPr>
            </a:p>
          </p:txBody>
        </p:sp>
        <p:sp>
          <p:nvSpPr>
            <p:cNvPr id="31752" name="Text Box 28"/>
            <p:cNvSpPr txBox="1">
              <a:spLocks noChangeArrowheads="1"/>
            </p:cNvSpPr>
            <p:nvPr/>
          </p:nvSpPr>
          <p:spPr bwMode="auto">
            <a:xfrm>
              <a:off x="1111" y="2809"/>
              <a:ext cx="835" cy="218"/>
            </a:xfrm>
            <a:prstGeom prst="rect">
              <a:avLst/>
            </a:prstGeom>
            <a:solidFill>
              <a:schemeClr val="accent1"/>
            </a:solidFill>
            <a:ln w="9525">
              <a:solidFill>
                <a:schemeClr val="tx1"/>
              </a:solidFill>
              <a:miter lim="800000"/>
            </a:ln>
          </p:spPr>
          <p:txBody>
            <a:bodyPr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en-US" altLang="zh-CN" sz="1600" b="1">
                  <a:latin typeface="Times New Roman" panose="02020603050405020304" pitchFamily="18" charset="0"/>
                  <a:ea typeface="华文楷体" panose="02010600040101010101" pitchFamily="2" charset="-122"/>
                </a:rPr>
                <a:t>statement</a:t>
              </a:r>
              <a:endParaRPr kumimoji="1" lang="en-US" altLang="zh-CN" sz="1600" b="1">
                <a:latin typeface="Times New Roman" panose="02020603050405020304" pitchFamily="18" charset="0"/>
                <a:ea typeface="华文楷体" panose="02010600040101010101" pitchFamily="2" charset="-122"/>
              </a:endParaRPr>
            </a:p>
          </p:txBody>
        </p:sp>
        <p:sp>
          <p:nvSpPr>
            <p:cNvPr id="31753" name="Text Box 29"/>
            <p:cNvSpPr txBox="1">
              <a:spLocks noChangeArrowheads="1"/>
            </p:cNvSpPr>
            <p:nvPr/>
          </p:nvSpPr>
          <p:spPr bwMode="auto">
            <a:xfrm>
              <a:off x="1254" y="3105"/>
              <a:ext cx="678" cy="218"/>
            </a:xfrm>
            <a:prstGeom prst="rect">
              <a:avLst/>
            </a:prstGeom>
            <a:solidFill>
              <a:schemeClr val="accent1"/>
            </a:solidFill>
            <a:ln w="9525">
              <a:solidFill>
                <a:schemeClr val="tx1"/>
              </a:solidFill>
              <a:miter lim="800000"/>
            </a:ln>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en-US" altLang="zh-CN" sz="1600" b="1">
                  <a:latin typeface="Times New Roman" panose="02020603050405020304" pitchFamily="18" charset="0"/>
                  <a:ea typeface="华文楷体" panose="02010600040101010101" pitchFamily="2" charset="-122"/>
                </a:rPr>
                <a:t>increment</a:t>
              </a:r>
              <a:endParaRPr kumimoji="1" lang="en-US" altLang="zh-CN" sz="1600" b="1">
                <a:latin typeface="Times New Roman" panose="02020603050405020304" pitchFamily="18" charset="0"/>
                <a:ea typeface="华文楷体" panose="02010600040101010101" pitchFamily="2" charset="-122"/>
              </a:endParaRPr>
            </a:p>
          </p:txBody>
        </p:sp>
        <p:sp>
          <p:nvSpPr>
            <p:cNvPr id="31754" name="Text Box 30"/>
            <p:cNvSpPr txBox="1">
              <a:spLocks noChangeArrowheads="1"/>
            </p:cNvSpPr>
            <p:nvPr/>
          </p:nvSpPr>
          <p:spPr bwMode="auto">
            <a:xfrm>
              <a:off x="1227" y="3589"/>
              <a:ext cx="1182" cy="218"/>
            </a:xfrm>
            <a:prstGeom prst="rect">
              <a:avLst/>
            </a:prstGeom>
            <a:solidFill>
              <a:schemeClr val="accent1"/>
            </a:solidFill>
            <a:ln w="9525">
              <a:solidFill>
                <a:schemeClr val="tx1"/>
              </a:solidFill>
              <a:miter lim="800000"/>
            </a:ln>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en-US" altLang="zh-CN" sz="1600" b="1">
                  <a:latin typeface="Times New Roman" panose="02020603050405020304" pitchFamily="18" charset="0"/>
                  <a:ea typeface="华文楷体" panose="02010600040101010101" pitchFamily="2" charset="-122"/>
                </a:rPr>
                <a:t>for</a:t>
              </a:r>
              <a:r>
                <a:rPr kumimoji="1" lang="zh-CN" altLang="en-US" sz="1600" b="1">
                  <a:latin typeface="Times New Roman" panose="02020603050405020304" pitchFamily="18" charset="0"/>
                  <a:ea typeface="华文楷体" panose="02010600040101010101" pitchFamily="2" charset="-122"/>
                </a:rPr>
                <a:t>循环下面的语句</a:t>
              </a:r>
              <a:endParaRPr kumimoji="1" lang="zh-CN" altLang="en-US" sz="1600" b="1">
                <a:latin typeface="Times New Roman" panose="02020603050405020304" pitchFamily="18" charset="0"/>
                <a:ea typeface="华文楷体" panose="02010600040101010101" pitchFamily="2" charset="-122"/>
              </a:endParaRPr>
            </a:p>
          </p:txBody>
        </p:sp>
        <p:sp>
          <p:nvSpPr>
            <p:cNvPr id="31755" name="Line 31"/>
            <p:cNvSpPr>
              <a:spLocks noChangeShapeType="1"/>
            </p:cNvSpPr>
            <p:nvPr/>
          </p:nvSpPr>
          <p:spPr bwMode="auto">
            <a:xfrm>
              <a:off x="1524" y="2188"/>
              <a:ext cx="0" cy="2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1756" name="Line 32"/>
            <p:cNvSpPr>
              <a:spLocks noChangeShapeType="1"/>
            </p:cNvSpPr>
            <p:nvPr/>
          </p:nvSpPr>
          <p:spPr bwMode="auto">
            <a:xfrm>
              <a:off x="1524" y="2591"/>
              <a:ext cx="0" cy="24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1757" name="Line 33"/>
            <p:cNvSpPr>
              <a:spLocks noChangeShapeType="1"/>
            </p:cNvSpPr>
            <p:nvPr/>
          </p:nvSpPr>
          <p:spPr bwMode="auto">
            <a:xfrm>
              <a:off x="1524" y="2995"/>
              <a:ext cx="0" cy="13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1758" name="Line 34"/>
            <p:cNvSpPr>
              <a:spLocks noChangeShapeType="1"/>
            </p:cNvSpPr>
            <p:nvPr/>
          </p:nvSpPr>
          <p:spPr bwMode="auto">
            <a:xfrm>
              <a:off x="1524" y="3291"/>
              <a:ext cx="0" cy="1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1759" name="Line 35"/>
            <p:cNvSpPr>
              <a:spLocks noChangeShapeType="1"/>
            </p:cNvSpPr>
            <p:nvPr/>
          </p:nvSpPr>
          <p:spPr bwMode="auto">
            <a:xfrm flipH="1">
              <a:off x="295" y="3398"/>
              <a:ext cx="122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1760" name="Line 36"/>
            <p:cNvSpPr>
              <a:spLocks noChangeShapeType="1"/>
            </p:cNvSpPr>
            <p:nvPr/>
          </p:nvSpPr>
          <p:spPr bwMode="auto">
            <a:xfrm flipV="1">
              <a:off x="295" y="2214"/>
              <a:ext cx="16" cy="11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1761" name="Line 37"/>
            <p:cNvSpPr>
              <a:spLocks noChangeShapeType="1"/>
            </p:cNvSpPr>
            <p:nvPr/>
          </p:nvSpPr>
          <p:spPr bwMode="auto">
            <a:xfrm>
              <a:off x="311" y="2227"/>
              <a:ext cx="117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1762" name="Line 38"/>
            <p:cNvSpPr>
              <a:spLocks noChangeShapeType="1"/>
            </p:cNvSpPr>
            <p:nvPr/>
          </p:nvSpPr>
          <p:spPr bwMode="auto">
            <a:xfrm>
              <a:off x="2321" y="2484"/>
              <a:ext cx="59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1763" name="Line 39"/>
            <p:cNvSpPr>
              <a:spLocks noChangeShapeType="1"/>
            </p:cNvSpPr>
            <p:nvPr/>
          </p:nvSpPr>
          <p:spPr bwMode="auto">
            <a:xfrm>
              <a:off x="2919" y="2484"/>
              <a:ext cx="7" cy="99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1764" name="Line 40"/>
            <p:cNvSpPr>
              <a:spLocks noChangeShapeType="1"/>
            </p:cNvSpPr>
            <p:nvPr/>
          </p:nvSpPr>
          <p:spPr bwMode="auto">
            <a:xfrm flipH="1">
              <a:off x="1856" y="3479"/>
              <a:ext cx="1060" cy="1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1765" name="Line 41"/>
            <p:cNvSpPr>
              <a:spLocks noChangeShapeType="1"/>
            </p:cNvSpPr>
            <p:nvPr/>
          </p:nvSpPr>
          <p:spPr bwMode="auto">
            <a:xfrm>
              <a:off x="1856" y="3479"/>
              <a:ext cx="0" cy="12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1766" name="Text Box 42"/>
            <p:cNvSpPr txBox="1">
              <a:spLocks noChangeArrowheads="1"/>
            </p:cNvSpPr>
            <p:nvPr/>
          </p:nvSpPr>
          <p:spPr bwMode="auto">
            <a:xfrm>
              <a:off x="1578" y="2570"/>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en-US" altLang="zh-CN" sz="1600" b="1">
                  <a:latin typeface="Times New Roman" panose="02020603050405020304" pitchFamily="18" charset="0"/>
                  <a:ea typeface="华文楷体" panose="02010600040101010101" pitchFamily="2" charset="-122"/>
                </a:rPr>
                <a:t>T</a:t>
              </a:r>
              <a:endParaRPr kumimoji="1" lang="en-US" altLang="zh-CN" sz="1600" b="1">
                <a:latin typeface="Times New Roman" panose="02020603050405020304" pitchFamily="18" charset="0"/>
                <a:ea typeface="华文楷体" panose="02010600040101010101" pitchFamily="2" charset="-122"/>
              </a:endParaRPr>
            </a:p>
          </p:txBody>
        </p:sp>
        <p:sp>
          <p:nvSpPr>
            <p:cNvPr id="31767" name="Text Box 43"/>
            <p:cNvSpPr txBox="1">
              <a:spLocks noChangeArrowheads="1"/>
            </p:cNvSpPr>
            <p:nvPr/>
          </p:nvSpPr>
          <p:spPr bwMode="auto">
            <a:xfrm>
              <a:off x="2566" y="2266"/>
              <a:ext cx="14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en-US" altLang="zh-CN" sz="1200" b="1">
                  <a:latin typeface="Times New Roman" panose="02020603050405020304" pitchFamily="18" charset="0"/>
                  <a:ea typeface="华文楷体" panose="02010600040101010101" pitchFamily="2" charset="-122"/>
                </a:rPr>
                <a:t>F</a:t>
              </a:r>
              <a:endParaRPr kumimoji="1" lang="en-US" altLang="zh-CN" sz="1200" b="1">
                <a:latin typeface="Times New Roman" panose="02020603050405020304" pitchFamily="18" charset="0"/>
                <a:ea typeface="华文楷体" panose="02010600040101010101" pitchFamily="2" charset="-122"/>
              </a:endParaRPr>
            </a:p>
          </p:txBody>
        </p:sp>
      </p:grpSp>
    </p:spTree>
  </p:cSld>
  <p:clrMapOvr>
    <a:masterClrMapping/>
  </p:clrMapOvr>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algn="ctr" fontAlgn="auto">
              <a:spcAft>
                <a:spcPts val="0"/>
              </a:spcAft>
            </a:pPr>
            <a:r>
              <a:rPr lang="en-US" altLang="zh-CN" b="1" dirty="0">
                <a:solidFill>
                  <a:srgbClr val="FFFFFF"/>
                </a:solidFill>
                <a:ea typeface="隶书" panose="02010509060101010101" pitchFamily="49" charset="-122"/>
              </a:rPr>
              <a:t>2.4.3 </a:t>
            </a:r>
            <a:r>
              <a:rPr lang="zh-CN" altLang="en-US" b="1" dirty="0">
                <a:solidFill>
                  <a:srgbClr val="FFFFFF"/>
                </a:solidFill>
                <a:ea typeface="隶书" panose="02010509060101010101" pitchFamily="49" charset="-122"/>
              </a:rPr>
              <a:t>循环结构 </a:t>
            </a:r>
            <a:r>
              <a:rPr lang="en-US" altLang="zh-CN" b="1" dirty="0">
                <a:solidFill>
                  <a:srgbClr val="FFFFFF"/>
                </a:solidFill>
                <a:ea typeface="隶书" panose="02010509060101010101" pitchFamily="49" charset="-122"/>
              </a:rPr>
              <a:t>——</a:t>
            </a:r>
            <a:r>
              <a:rPr lang="zh-CN" altLang="en-US" b="1" dirty="0">
                <a:solidFill>
                  <a:srgbClr val="FFFFFF"/>
                </a:solidFill>
                <a:ea typeface="隶书" panose="02010509060101010101" pitchFamily="49" charset="-122"/>
              </a:rPr>
              <a:t>传统的</a:t>
            </a:r>
            <a:r>
              <a:rPr lang="en-US" altLang="zh-CN" b="1" dirty="0">
                <a:solidFill>
                  <a:srgbClr val="FFFFFF"/>
                </a:solidFill>
                <a:ea typeface="隶书" panose="02010509060101010101" pitchFamily="49" charset="-122"/>
              </a:rPr>
              <a:t>for</a:t>
            </a:r>
            <a:r>
              <a:rPr lang="zh-CN" altLang="en-US" b="1" dirty="0">
                <a:solidFill>
                  <a:srgbClr val="FFFFFF"/>
                </a:solidFill>
                <a:ea typeface="隶书" panose="02010509060101010101" pitchFamily="49" charset="-122"/>
              </a:rPr>
              <a:t>语句</a:t>
            </a:r>
            <a:endParaRPr lang="zh-CN" altLang="en-US" b="1" dirty="0">
              <a:solidFill>
                <a:srgbClr val="FFFFFF"/>
              </a:solidFill>
              <a:ea typeface="隶书" panose="02010509060101010101" pitchFamily="49" charset="-122"/>
            </a:endParaRPr>
          </a:p>
        </p:txBody>
      </p:sp>
      <p:sp>
        <p:nvSpPr>
          <p:cNvPr id="24" name="Rectangle 5"/>
          <p:cNvSpPr>
            <a:spLocks noChangeArrowheads="1"/>
          </p:cNvSpPr>
          <p:nvPr/>
        </p:nvSpPr>
        <p:spPr bwMode="auto">
          <a:xfrm>
            <a:off x="1309066" y="1628800"/>
            <a:ext cx="7200527" cy="4176464"/>
          </a:xfrm>
          <a:prstGeom prst="rect">
            <a:avLst/>
          </a:prstGeom>
          <a:noFill/>
          <a:ln w="9525">
            <a:noFill/>
            <a:miter lim="800000"/>
          </a:ln>
        </p:spPr>
        <p:txBody>
          <a:bodyPr/>
          <a:lstStyle>
            <a:lvl1pPr marL="476250" indent="-4762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150000"/>
              </a:lnSpc>
              <a:spcBef>
                <a:spcPct val="50000"/>
              </a:spcBef>
              <a:buFont typeface="Wingdings" panose="05000000000000000000" pitchFamily="2" charset="2"/>
              <a:buNone/>
            </a:pPr>
            <a:r>
              <a:rPr lang="zh-CN" altLang="en-US" sz="2400" b="1" dirty="0" smtClean="0">
                <a:latin typeface="Times New Roman" panose="02020603050405020304" pitchFamily="18" charset="0"/>
                <a:ea typeface="华文楷体" panose="02010600040101010101" pitchFamily="2" charset="-122"/>
              </a:rPr>
              <a:t>最好不要用浮点数类型的变量作为循环控制变量：</a:t>
            </a:r>
            <a:r>
              <a:rPr lang="en-US" altLang="zh-CN" sz="2400" b="1" dirty="0" smtClean="0">
                <a:latin typeface="Times New Roman" panose="02020603050405020304" pitchFamily="18" charset="0"/>
                <a:ea typeface="华文楷体" panose="02010600040101010101" pitchFamily="2" charset="-122"/>
              </a:rPr>
              <a:t>      </a:t>
            </a:r>
            <a:endParaRPr lang="en-US" altLang="zh-CN" sz="2400" b="1" dirty="0" smtClean="0">
              <a:latin typeface="Times New Roman" panose="02020603050405020304" pitchFamily="18" charset="0"/>
              <a:ea typeface="华文楷体" panose="02010600040101010101" pitchFamily="2" charset="-122"/>
            </a:endParaRPr>
          </a:p>
          <a:p>
            <a:pPr algn="l" eaLnBrk="1" hangingPunct="1">
              <a:lnSpc>
                <a:spcPct val="150000"/>
              </a:lnSpc>
              <a:spcBef>
                <a:spcPct val="50000"/>
              </a:spcBef>
              <a:buFont typeface="Wingdings" panose="05000000000000000000" pitchFamily="2" charset="2"/>
              <a:buNone/>
            </a:pPr>
            <a:r>
              <a:rPr lang="zh-CN" altLang="en-US" sz="2400" b="1" dirty="0" smtClean="0">
                <a:latin typeface="Times New Roman" panose="02020603050405020304" pitchFamily="18" charset="0"/>
                <a:ea typeface="华文楷体" panose="02010600040101010101" pitchFamily="2" charset="-122"/>
              </a:rPr>
              <a:t>例如，以下的循环结构可能出现死循环现象</a:t>
            </a:r>
            <a:endParaRPr lang="en-US" altLang="zh-CN" sz="2400" b="1" dirty="0" smtClean="0">
              <a:latin typeface="Times New Roman" panose="02020603050405020304" pitchFamily="18" charset="0"/>
              <a:ea typeface="华文楷体" panose="02010600040101010101" pitchFamily="2" charset="-122"/>
            </a:endParaRPr>
          </a:p>
          <a:p>
            <a:pPr algn="l" eaLnBrk="1" hangingPunct="1">
              <a:lnSpc>
                <a:spcPct val="150000"/>
              </a:lnSpc>
              <a:spcBef>
                <a:spcPct val="50000"/>
              </a:spcBef>
              <a:buFont typeface="Wingdings" panose="05000000000000000000" pitchFamily="2" charset="2"/>
              <a:buNone/>
            </a:pPr>
            <a:r>
              <a:rPr lang="en-US" altLang="zh-CN" sz="2400" b="1" dirty="0" smtClean="0">
                <a:latin typeface="Times New Roman" panose="02020603050405020304" pitchFamily="18" charset="0"/>
                <a:ea typeface="华文楷体" panose="02010600040101010101" pitchFamily="2" charset="-122"/>
              </a:rPr>
              <a:t>for(x=0;</a:t>
            </a:r>
            <a:r>
              <a:rPr lang="en-US" altLang="zh-CN" sz="2400" b="1" dirty="0" smtClean="0">
                <a:solidFill>
                  <a:srgbClr val="FFFF00"/>
                </a:solidFill>
                <a:latin typeface="Times New Roman" panose="02020603050405020304" pitchFamily="18" charset="0"/>
                <a:ea typeface="华文楷体" panose="02010600040101010101" pitchFamily="2" charset="-122"/>
              </a:rPr>
              <a:t> x</a:t>
            </a:r>
            <a:r>
              <a:rPr lang="en-US" altLang="zh-CN" sz="2400" b="1" dirty="0">
                <a:solidFill>
                  <a:srgbClr val="FFFF00"/>
                </a:solidFill>
                <a:latin typeface="Times New Roman" panose="02020603050405020304" pitchFamily="18" charset="0"/>
                <a:ea typeface="华文楷体" panose="02010600040101010101" pitchFamily="2" charset="-122"/>
              </a:rPr>
              <a:t>!=123</a:t>
            </a:r>
            <a:r>
              <a:rPr lang="en-US" altLang="zh-CN" sz="2400" b="1" dirty="0">
                <a:latin typeface="Times New Roman" panose="02020603050405020304" pitchFamily="18" charset="0"/>
                <a:ea typeface="华文楷体" panose="02010600040101010101" pitchFamily="2" charset="-122"/>
              </a:rPr>
              <a:t>;)</a:t>
            </a:r>
            <a:br>
              <a:rPr lang="en-US" altLang="zh-CN" sz="2400" b="1" dirty="0">
                <a:latin typeface="Times New Roman" panose="02020603050405020304" pitchFamily="18" charset="0"/>
                <a:ea typeface="华文楷体" panose="02010600040101010101" pitchFamily="2" charset="-122"/>
              </a:rPr>
            </a:br>
            <a:r>
              <a:rPr lang="en-US" altLang="zh-CN" sz="2400" b="1" dirty="0">
                <a:latin typeface="Times New Roman" panose="02020603050405020304" pitchFamily="18" charset="0"/>
                <a:ea typeface="华文楷体" panose="02010600040101010101" pitchFamily="2" charset="-122"/>
              </a:rPr>
              <a:t>	</a:t>
            </a:r>
            <a:r>
              <a:rPr lang="en-US" altLang="zh-CN" sz="2400" b="1" dirty="0" err="1" smtClean="0">
                <a:latin typeface="Times New Roman" panose="02020603050405020304" pitchFamily="18" charset="0"/>
                <a:ea typeface="华文楷体" panose="02010600040101010101" pitchFamily="2" charset="-122"/>
              </a:rPr>
              <a:t>cin</a:t>
            </a:r>
            <a:r>
              <a:rPr lang="en-US" altLang="zh-CN" sz="2400" b="1" dirty="0" smtClean="0">
                <a:latin typeface="Times New Roman" panose="02020603050405020304" pitchFamily="18" charset="0"/>
                <a:ea typeface="华文楷体" panose="02010600040101010101" pitchFamily="2" charset="-122"/>
              </a:rPr>
              <a:t>&gt;&gt;x;</a:t>
            </a:r>
            <a:endParaRPr lang="en-US" altLang="zh-CN" sz="2400" b="1" dirty="0" smtClean="0">
              <a:latin typeface="Times New Roman" panose="02020603050405020304" pitchFamily="18" charset="0"/>
              <a:ea typeface="华文楷体" panose="02010600040101010101" pitchFamily="2" charset="-122"/>
            </a:endParaRPr>
          </a:p>
          <a:p>
            <a:pPr marL="0" indent="0" algn="l" eaLnBrk="1" hangingPunct="1">
              <a:lnSpc>
                <a:spcPct val="150000"/>
              </a:lnSpc>
              <a:spcBef>
                <a:spcPct val="50000"/>
              </a:spcBef>
              <a:buFont typeface="Wingdings" panose="05000000000000000000" pitchFamily="2" charset="2"/>
              <a:buNone/>
            </a:pPr>
            <a:r>
              <a:rPr lang="zh-CN" altLang="en-US" sz="2400" b="1" dirty="0" smtClean="0">
                <a:solidFill>
                  <a:srgbClr val="FFFF00"/>
                </a:solidFill>
                <a:latin typeface="Times New Roman" panose="02020603050405020304" pitchFamily="18" charset="0"/>
                <a:ea typeface="华文楷体" panose="02010600040101010101" pitchFamily="2" charset="-122"/>
              </a:rPr>
              <a:t>为什么？因为计算机中的浮点数存在天生的可表示误差，换而言之，计算机表示的是有限位数的实数！</a:t>
            </a:r>
            <a:endParaRPr lang="en-US" altLang="zh-CN" sz="2400" b="1" dirty="0">
              <a:solidFill>
                <a:srgbClr val="FFFF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11"/>
          <p:cNvSpPr txBox="1"/>
          <p:nvPr/>
        </p:nvSpPr>
        <p:spPr>
          <a:xfrm>
            <a:off x="628650" y="1556792"/>
            <a:ext cx="7886700" cy="4351338"/>
          </a:xfrm>
          <a:prstGeom prst="rect">
            <a:avLst/>
          </a:prstGeom>
          <a:solidFill>
            <a:schemeClr val="tx1"/>
          </a:solidFill>
        </p:spPr>
        <p:txBody>
          <a:bodyPr>
            <a:normAutofit fontScale="62500" lnSpcReduction="20000"/>
          </a:bodyPr>
          <a:lstStyle>
            <a:lvl1pPr marL="342900" indent="-342900" algn="l" rtl="0" fontAlgn="base">
              <a:spcBef>
                <a:spcPct val="20000"/>
              </a:spcBef>
              <a:spcAft>
                <a:spcPct val="0"/>
              </a:spcAft>
              <a:buClr>
                <a:schemeClr val="tx2"/>
              </a:buClr>
              <a:buSzPct val="75000"/>
              <a:buFont typeface="Monotype Sorts" pitchFamily="2" charset="2"/>
              <a:buChar char="u"/>
              <a:defRPr kumimoji="1" sz="3200" kern="12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Font typeface="Monotype Sorts" pitchFamily="2" charset="2"/>
              <a:buChar char="u"/>
              <a:defRPr kumimoji="1"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SzPct val="62000"/>
              <a:buFont typeface="Monotype Sorts" pitchFamily="2" charset="2"/>
              <a:buChar char="u"/>
              <a:defRPr kumimoji="1" sz="2400" kern="1200">
                <a:solidFill>
                  <a:schemeClr val="tx1"/>
                </a:solidFill>
                <a:latin typeface="+mn-lt"/>
                <a:ea typeface="+mn-ea"/>
                <a:cs typeface="+mn-cs"/>
              </a:defRPr>
            </a:lvl3pPr>
            <a:lvl4pPr marL="1600200" indent="-228600" algn="l" rtl="0" fontAlgn="base">
              <a:spcBef>
                <a:spcPct val="20000"/>
              </a:spcBef>
              <a:spcAft>
                <a:spcPct val="0"/>
              </a:spcAft>
              <a:buClr>
                <a:schemeClr val="tx1"/>
              </a:buClr>
              <a:buSzPct val="62000"/>
              <a:buFont typeface="Monotype Sorts" pitchFamily="2" charset="2"/>
              <a:buChar char="u"/>
              <a:defRPr kumimoji="1"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SzPct val="62000"/>
              <a:buFont typeface="Monotype Sorts" pitchFamily="2" charset="2"/>
              <a:buChar char="u"/>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buFont typeface="Wingdings" panose="05000000000000000000" pitchFamily="2" charset="2"/>
              <a:buNone/>
              <a:defRPr/>
            </a:pPr>
            <a:r>
              <a:rPr lang="zh-CN" altLang="en-US" b="1" noProof="1" smtClean="0">
                <a:solidFill>
                  <a:srgbClr val="000000"/>
                </a:solidFill>
                <a:ea typeface="+mj-ea"/>
              </a:rPr>
              <a:t>#</a:t>
            </a:r>
            <a:r>
              <a:rPr lang="en-US" altLang="zh-CN" b="1" noProof="1" smtClean="0">
                <a:solidFill>
                  <a:srgbClr val="000000"/>
                </a:solidFill>
                <a:ea typeface="+mj-ea"/>
              </a:rPr>
              <a:t>include &lt;iostream&gt;</a:t>
            </a:r>
            <a:endParaRPr lang="en-US" altLang="zh-CN" b="1" dirty="0" smtClean="0">
              <a:solidFill>
                <a:srgbClr val="000000"/>
              </a:solidFill>
              <a:ea typeface="+mj-ea"/>
            </a:endParaRPr>
          </a:p>
          <a:p>
            <a:pPr>
              <a:lnSpc>
                <a:spcPct val="90000"/>
              </a:lnSpc>
              <a:buFont typeface="Wingdings" panose="05000000000000000000" pitchFamily="2" charset="2"/>
              <a:buNone/>
              <a:defRPr/>
            </a:pPr>
            <a:r>
              <a:rPr lang="en-US" altLang="zh-CN" b="1" noProof="1" smtClean="0">
                <a:solidFill>
                  <a:srgbClr val="000000"/>
                </a:solidFill>
                <a:ea typeface="+mj-ea"/>
              </a:rPr>
              <a:t>using namespace std;</a:t>
            </a:r>
            <a:endParaRPr lang="en-US" altLang="zh-CN" b="1" noProof="1" smtClean="0">
              <a:solidFill>
                <a:srgbClr val="000000"/>
              </a:solidFill>
              <a:ea typeface="+mj-ea"/>
            </a:endParaRPr>
          </a:p>
          <a:p>
            <a:pPr>
              <a:lnSpc>
                <a:spcPct val="90000"/>
              </a:lnSpc>
              <a:buFont typeface="Wingdings" panose="05000000000000000000" pitchFamily="2" charset="2"/>
              <a:buNone/>
              <a:defRPr/>
            </a:pPr>
            <a:r>
              <a:rPr lang="en-US" altLang="zh-CN" b="1" noProof="1" smtClean="0">
                <a:solidFill>
                  <a:srgbClr val="000000"/>
                </a:solidFill>
                <a:ea typeface="+mj-ea"/>
              </a:rPr>
              <a:t>int main()</a:t>
            </a:r>
            <a:r>
              <a:rPr lang="en-US" altLang="zh-CN" b="1" dirty="0" smtClean="0">
                <a:solidFill>
                  <a:srgbClr val="000000"/>
                </a:solidFill>
                <a:ea typeface="+mj-ea"/>
              </a:rPr>
              <a:t> </a:t>
            </a:r>
            <a:r>
              <a:rPr lang="en-US" altLang="zh-CN" b="1" noProof="1" smtClean="0">
                <a:solidFill>
                  <a:srgbClr val="000000"/>
                </a:solidFill>
                <a:ea typeface="+mj-ea"/>
              </a:rPr>
              <a:t>{ </a:t>
            </a:r>
            <a:endParaRPr lang="en-US" altLang="zh-CN" b="1" noProof="1" smtClean="0">
              <a:solidFill>
                <a:srgbClr val="000000"/>
              </a:solidFill>
              <a:ea typeface="+mj-ea"/>
            </a:endParaRPr>
          </a:p>
          <a:p>
            <a:pPr>
              <a:lnSpc>
                <a:spcPct val="90000"/>
              </a:lnSpc>
              <a:buFont typeface="Wingdings" panose="05000000000000000000" pitchFamily="2" charset="2"/>
              <a:buNone/>
              <a:defRPr/>
            </a:pPr>
            <a:r>
              <a:rPr lang="en-US" altLang="zh-CN" b="1" noProof="1" smtClean="0">
                <a:solidFill>
                  <a:srgbClr val="000000"/>
                </a:solidFill>
                <a:ea typeface="+mj-ea"/>
              </a:rPr>
              <a:t>	int n;</a:t>
            </a:r>
            <a:endParaRPr lang="en-US" altLang="zh-CN" b="1" noProof="1" smtClean="0">
              <a:solidFill>
                <a:srgbClr val="000000"/>
              </a:solidFill>
              <a:ea typeface="+mj-ea"/>
            </a:endParaRPr>
          </a:p>
          <a:p>
            <a:pPr>
              <a:lnSpc>
                <a:spcPct val="90000"/>
              </a:lnSpc>
              <a:buFont typeface="Wingdings" panose="05000000000000000000" pitchFamily="2" charset="2"/>
              <a:buNone/>
              <a:defRPr/>
            </a:pPr>
            <a:endParaRPr lang="en-US" altLang="zh-CN" b="1" noProof="1" smtClean="0">
              <a:solidFill>
                <a:srgbClr val="000000"/>
              </a:solidFill>
              <a:ea typeface="+mj-ea"/>
            </a:endParaRPr>
          </a:p>
          <a:p>
            <a:pPr>
              <a:lnSpc>
                <a:spcPct val="90000"/>
              </a:lnSpc>
              <a:buFont typeface="Wingdings" panose="05000000000000000000" pitchFamily="2" charset="2"/>
              <a:buNone/>
              <a:defRPr/>
            </a:pPr>
            <a:r>
              <a:rPr lang="en-US" altLang="zh-CN" b="1" noProof="1" smtClean="0">
                <a:solidFill>
                  <a:srgbClr val="000000"/>
                </a:solidFill>
                <a:ea typeface="+mj-ea"/>
              </a:rPr>
              <a:t>	cout &lt;&lt; "Enter a positive integer: ";</a:t>
            </a:r>
            <a:endParaRPr lang="en-US" altLang="zh-CN" b="1" noProof="1" smtClean="0">
              <a:solidFill>
                <a:srgbClr val="000000"/>
              </a:solidFill>
              <a:ea typeface="+mj-ea"/>
            </a:endParaRPr>
          </a:p>
          <a:p>
            <a:pPr>
              <a:lnSpc>
                <a:spcPct val="90000"/>
              </a:lnSpc>
              <a:buFont typeface="Wingdings" panose="05000000000000000000" pitchFamily="2" charset="2"/>
              <a:buNone/>
              <a:defRPr/>
            </a:pPr>
            <a:r>
              <a:rPr lang="en-US" altLang="zh-CN" b="1" noProof="1" smtClean="0">
                <a:solidFill>
                  <a:srgbClr val="000000"/>
                </a:solidFill>
                <a:ea typeface="+mj-ea"/>
              </a:rPr>
              <a:t>	cin &gt;&gt; n;</a:t>
            </a:r>
            <a:endParaRPr lang="en-US" altLang="zh-CN" b="1" noProof="1" smtClean="0">
              <a:solidFill>
                <a:srgbClr val="000000"/>
              </a:solidFill>
              <a:ea typeface="+mj-ea"/>
            </a:endParaRPr>
          </a:p>
          <a:p>
            <a:pPr>
              <a:lnSpc>
                <a:spcPct val="90000"/>
              </a:lnSpc>
              <a:buFont typeface="Wingdings" panose="05000000000000000000" pitchFamily="2" charset="2"/>
              <a:buNone/>
              <a:defRPr/>
            </a:pPr>
            <a:r>
              <a:rPr lang="en-US" altLang="zh-CN" b="1" noProof="1" smtClean="0">
                <a:solidFill>
                  <a:srgbClr val="000000"/>
                </a:solidFill>
                <a:ea typeface="+mj-ea"/>
              </a:rPr>
              <a:t>	cout &lt;&lt; "Number  " &lt;&lt; n &lt;&lt; "   Factors  ";</a:t>
            </a:r>
            <a:endParaRPr lang="en-US" altLang="zh-CN" b="1" noProof="1" smtClean="0">
              <a:solidFill>
                <a:srgbClr val="000000"/>
              </a:solidFill>
              <a:ea typeface="+mj-ea"/>
            </a:endParaRPr>
          </a:p>
          <a:p>
            <a:pPr>
              <a:lnSpc>
                <a:spcPct val="90000"/>
              </a:lnSpc>
              <a:buFont typeface="Wingdings" panose="05000000000000000000" pitchFamily="2" charset="2"/>
              <a:buNone/>
              <a:defRPr/>
            </a:pPr>
            <a:endParaRPr lang="en-US" altLang="zh-CN" b="1" noProof="1" smtClean="0">
              <a:solidFill>
                <a:srgbClr val="000000"/>
              </a:solidFill>
              <a:ea typeface="+mj-ea"/>
            </a:endParaRPr>
          </a:p>
          <a:p>
            <a:pPr>
              <a:lnSpc>
                <a:spcPct val="90000"/>
              </a:lnSpc>
              <a:buFont typeface="Wingdings" panose="05000000000000000000" pitchFamily="2" charset="2"/>
              <a:buNone/>
              <a:defRPr/>
            </a:pPr>
            <a:r>
              <a:rPr lang="en-US" altLang="zh-CN" b="1" noProof="1" smtClean="0">
                <a:solidFill>
                  <a:srgbClr val="000000"/>
                </a:solidFill>
                <a:ea typeface="+mj-ea"/>
              </a:rPr>
              <a:t>	for (</a:t>
            </a:r>
            <a:r>
              <a:rPr lang="en-US" altLang="zh-CN" b="1" dirty="0" err="1" smtClean="0">
                <a:solidFill>
                  <a:srgbClr val="000000"/>
                </a:solidFill>
                <a:ea typeface="+mj-ea"/>
              </a:rPr>
              <a:t>int</a:t>
            </a:r>
            <a:r>
              <a:rPr lang="en-US" altLang="zh-CN" b="1" dirty="0" smtClean="0">
                <a:solidFill>
                  <a:srgbClr val="000000"/>
                </a:solidFill>
                <a:ea typeface="+mj-ea"/>
              </a:rPr>
              <a:t> </a:t>
            </a:r>
            <a:r>
              <a:rPr lang="en-US" altLang="zh-CN" b="1" noProof="1" smtClean="0">
                <a:solidFill>
                  <a:srgbClr val="000000"/>
                </a:solidFill>
                <a:ea typeface="+mj-ea"/>
              </a:rPr>
              <a:t>k</a:t>
            </a:r>
            <a:r>
              <a:rPr lang="en-US" altLang="zh-CN" b="1" dirty="0" smtClean="0">
                <a:solidFill>
                  <a:srgbClr val="000000"/>
                </a:solidFill>
                <a:ea typeface="+mj-ea"/>
              </a:rPr>
              <a:t> </a:t>
            </a:r>
            <a:r>
              <a:rPr lang="en-US" altLang="zh-CN" b="1" noProof="1" smtClean="0">
                <a:solidFill>
                  <a:srgbClr val="000000"/>
                </a:solidFill>
                <a:ea typeface="+mj-ea"/>
              </a:rPr>
              <a:t>=</a:t>
            </a:r>
            <a:r>
              <a:rPr lang="en-US" altLang="zh-CN" b="1" dirty="0" smtClean="0">
                <a:solidFill>
                  <a:srgbClr val="000000"/>
                </a:solidFill>
                <a:ea typeface="+mj-ea"/>
              </a:rPr>
              <a:t> </a:t>
            </a:r>
            <a:r>
              <a:rPr lang="en-US" altLang="zh-CN" b="1" noProof="1" smtClean="0">
                <a:solidFill>
                  <a:srgbClr val="000000"/>
                </a:solidFill>
                <a:ea typeface="+mj-ea"/>
              </a:rPr>
              <a:t>1; k &lt;= n; k++)</a:t>
            </a:r>
            <a:endParaRPr lang="en-US" altLang="zh-CN" b="1" noProof="1" smtClean="0">
              <a:solidFill>
                <a:srgbClr val="000000"/>
              </a:solidFill>
              <a:ea typeface="+mj-ea"/>
            </a:endParaRPr>
          </a:p>
          <a:p>
            <a:pPr>
              <a:lnSpc>
                <a:spcPct val="90000"/>
              </a:lnSpc>
              <a:buFont typeface="Wingdings" panose="05000000000000000000" pitchFamily="2" charset="2"/>
              <a:buNone/>
              <a:defRPr/>
            </a:pPr>
            <a:r>
              <a:rPr lang="en-US" altLang="zh-CN" b="1" noProof="1" smtClean="0">
                <a:solidFill>
                  <a:srgbClr val="000000"/>
                </a:solidFill>
                <a:ea typeface="+mj-ea"/>
              </a:rPr>
              <a:t>	</a:t>
            </a:r>
            <a:r>
              <a:rPr lang="en-US" altLang="zh-CN" b="1" dirty="0" smtClean="0">
                <a:solidFill>
                  <a:srgbClr val="000000"/>
                </a:solidFill>
                <a:ea typeface="+mj-ea"/>
              </a:rPr>
              <a:t>    </a:t>
            </a:r>
            <a:r>
              <a:rPr lang="en-US" altLang="zh-CN" b="1" noProof="1" smtClean="0">
                <a:solidFill>
                  <a:srgbClr val="000000"/>
                </a:solidFill>
                <a:ea typeface="+mj-ea"/>
              </a:rPr>
              <a:t>if (n % k == 0)</a:t>
            </a:r>
            <a:endParaRPr lang="en-US" altLang="zh-CN" b="1" noProof="1" smtClean="0">
              <a:solidFill>
                <a:srgbClr val="000000"/>
              </a:solidFill>
              <a:ea typeface="+mj-ea"/>
            </a:endParaRPr>
          </a:p>
          <a:p>
            <a:pPr>
              <a:lnSpc>
                <a:spcPct val="90000"/>
              </a:lnSpc>
              <a:buFont typeface="Wingdings" panose="05000000000000000000" pitchFamily="2" charset="2"/>
              <a:buNone/>
              <a:defRPr/>
            </a:pPr>
            <a:r>
              <a:rPr lang="en-US" altLang="zh-CN" b="1" noProof="1" smtClean="0">
                <a:solidFill>
                  <a:srgbClr val="000000"/>
                </a:solidFill>
                <a:ea typeface="+mj-ea"/>
              </a:rPr>
              <a:t>	</a:t>
            </a:r>
            <a:r>
              <a:rPr lang="en-US" altLang="zh-CN" b="1" dirty="0" smtClean="0">
                <a:solidFill>
                  <a:srgbClr val="000000"/>
                </a:solidFill>
                <a:ea typeface="+mj-ea"/>
              </a:rPr>
              <a:t>        </a:t>
            </a:r>
            <a:r>
              <a:rPr lang="en-US" altLang="zh-CN" b="1" noProof="1" smtClean="0">
                <a:solidFill>
                  <a:srgbClr val="000000"/>
                </a:solidFill>
                <a:ea typeface="+mj-ea"/>
              </a:rPr>
              <a:t>cout &lt;&lt; k &lt;&lt; "  ";</a:t>
            </a:r>
            <a:endParaRPr lang="en-US" altLang="zh-CN" b="1" noProof="1" smtClean="0">
              <a:solidFill>
                <a:srgbClr val="000000"/>
              </a:solidFill>
              <a:ea typeface="+mj-ea"/>
            </a:endParaRPr>
          </a:p>
          <a:p>
            <a:pPr>
              <a:lnSpc>
                <a:spcPct val="90000"/>
              </a:lnSpc>
              <a:buFont typeface="Wingdings" panose="05000000000000000000" pitchFamily="2" charset="2"/>
              <a:buNone/>
              <a:defRPr/>
            </a:pPr>
            <a:r>
              <a:rPr lang="en-US" altLang="zh-CN" b="1" noProof="1" smtClean="0">
                <a:solidFill>
                  <a:srgbClr val="000000"/>
                </a:solidFill>
                <a:ea typeface="+mj-ea"/>
              </a:rPr>
              <a:t>      cout &lt;&lt; endl;</a:t>
            </a:r>
            <a:endParaRPr lang="en-US" altLang="zh-CN" b="1" dirty="0" smtClean="0">
              <a:solidFill>
                <a:srgbClr val="000000"/>
              </a:solidFill>
              <a:ea typeface="+mj-ea"/>
            </a:endParaRPr>
          </a:p>
          <a:p>
            <a:pPr>
              <a:lnSpc>
                <a:spcPct val="90000"/>
              </a:lnSpc>
              <a:buFont typeface="Wingdings" panose="05000000000000000000" pitchFamily="2" charset="2"/>
              <a:buNone/>
              <a:defRPr/>
            </a:pPr>
            <a:r>
              <a:rPr lang="en-US" altLang="zh-CN" b="1" dirty="0" smtClean="0">
                <a:solidFill>
                  <a:srgbClr val="000000"/>
                </a:solidFill>
                <a:ea typeface="+mj-ea"/>
              </a:rPr>
              <a:t>      return 0;</a:t>
            </a:r>
            <a:endParaRPr lang="en-US" altLang="zh-CN" b="1" noProof="1" smtClean="0">
              <a:solidFill>
                <a:srgbClr val="000000"/>
              </a:solidFill>
              <a:ea typeface="+mj-ea"/>
            </a:endParaRPr>
          </a:p>
          <a:p>
            <a:pPr>
              <a:lnSpc>
                <a:spcPct val="90000"/>
              </a:lnSpc>
              <a:buFont typeface="Wingdings" panose="05000000000000000000" pitchFamily="2" charset="2"/>
              <a:buNone/>
              <a:defRPr/>
            </a:pPr>
            <a:r>
              <a:rPr lang="en-US" altLang="zh-CN" b="1" noProof="1" smtClean="0">
                <a:solidFill>
                  <a:srgbClr val="000000"/>
                </a:solidFill>
                <a:ea typeface="+mj-ea"/>
              </a:rPr>
              <a:t>}</a:t>
            </a:r>
            <a:endParaRPr lang="en-US" altLang="zh-CN" b="1" dirty="0" smtClean="0">
              <a:solidFill>
                <a:srgbClr val="000000"/>
              </a:solidFill>
              <a:ea typeface="+mj-ea"/>
            </a:endParaRPr>
          </a:p>
          <a:p>
            <a:pPr marL="365760" indent="-255905" fontAlgn="auto">
              <a:spcAft>
                <a:spcPts val="0"/>
              </a:spcAft>
              <a:buClr>
                <a:schemeClr val="accent3"/>
              </a:buClr>
              <a:buFont typeface="Georgia" panose="02040502050405020303"/>
              <a:buNone/>
              <a:defRPr/>
            </a:pPr>
            <a:endParaRPr lang="zh-CN" altLang="en-US" b="1" dirty="0">
              <a:solidFill>
                <a:srgbClr val="000000"/>
              </a:solidFill>
              <a:ea typeface="+mj-ea"/>
            </a:endParaRPr>
          </a:p>
        </p:txBody>
      </p:sp>
      <p:sp>
        <p:nvSpPr>
          <p:cNvPr id="114691" name="内容占位符 2"/>
          <p:cNvSpPr>
            <a:spLocks noGrp="1"/>
          </p:cNvSpPr>
          <p:nvPr>
            <p:ph idx="1"/>
          </p:nvPr>
        </p:nvSpPr>
        <p:spPr>
          <a:xfrm>
            <a:off x="4788024" y="1196752"/>
            <a:ext cx="4015358" cy="954107"/>
          </a:xfrm>
          <a:solidFill>
            <a:schemeClr val="bg1"/>
          </a:solidFill>
        </p:spPr>
        <p:txBody>
          <a:bodyPr wrap="square">
            <a:spAutoFit/>
          </a:bodyPr>
          <a:lstStyle/>
          <a:p>
            <a:pPr marL="0" indent="0">
              <a:spcBef>
                <a:spcPct val="0"/>
              </a:spcBef>
              <a:buNone/>
            </a:pPr>
            <a:r>
              <a:rPr lang="zh-CN" altLang="en-US" sz="2800" b="1" i="1" dirty="0" smtClean="0">
                <a:effectLst>
                  <a:outerShdw blurRad="38100" dist="38100" dir="2700000" algn="tl">
                    <a:srgbClr val="000000"/>
                  </a:outerShdw>
                </a:effectLst>
                <a:latin typeface="+mj-lt"/>
                <a:ea typeface="+mj-ea"/>
                <a:cs typeface="+mj-cs"/>
              </a:rPr>
              <a:t>例</a:t>
            </a:r>
            <a:r>
              <a:rPr lang="en-US" altLang="zh-CN" sz="2800" b="1" i="1" dirty="0">
                <a:effectLst>
                  <a:outerShdw blurRad="38100" dist="38100" dir="2700000" algn="tl">
                    <a:srgbClr val="000000"/>
                  </a:outerShdw>
                </a:effectLst>
                <a:latin typeface="+mj-lt"/>
                <a:ea typeface="+mj-ea"/>
                <a:cs typeface="+mj-cs"/>
              </a:rPr>
              <a:t>2-8</a:t>
            </a:r>
            <a:r>
              <a:rPr lang="zh-CN" altLang="en-US" sz="2800" b="1" i="1" dirty="0">
                <a:effectLst>
                  <a:outerShdw blurRad="38100" dist="38100" dir="2700000" algn="tl">
                    <a:srgbClr val="000000"/>
                  </a:outerShdw>
                </a:effectLst>
                <a:latin typeface="+mj-lt"/>
                <a:ea typeface="+mj-ea"/>
                <a:cs typeface="+mj-cs"/>
              </a:rPr>
              <a:t>：输入一个整数，求出它的所有因子</a:t>
            </a:r>
            <a:r>
              <a:rPr lang="zh-CN" altLang="en-US" sz="2800" b="1" i="1" dirty="0" smtClean="0">
                <a:effectLst>
                  <a:outerShdw blurRad="38100" dist="38100" dir="2700000" algn="tl">
                    <a:srgbClr val="000000"/>
                  </a:outerShdw>
                </a:effectLst>
                <a:latin typeface="+mj-lt"/>
                <a:ea typeface="+mj-ea"/>
                <a:cs typeface="+mj-cs"/>
              </a:rPr>
              <a:t>。</a:t>
            </a:r>
            <a:endParaRPr lang="zh-CN" altLang="en-US" sz="2800" b="1" i="1" dirty="0">
              <a:effectLst>
                <a:outerShdw blurRad="38100" dist="38100" dir="2700000" algn="tl">
                  <a:srgbClr val="000000"/>
                </a:outerShdw>
              </a:effectLst>
              <a:latin typeface="+mj-lt"/>
              <a:ea typeface="+mj-ea"/>
              <a:cs typeface="+mj-cs"/>
            </a:endParaRPr>
          </a:p>
        </p:txBody>
      </p:sp>
      <p:sp>
        <p:nvSpPr>
          <p:cNvPr id="7" name="Rectangle 2"/>
          <p:cNvSpPr>
            <a:spLocks noGrp="1" noChangeArrowheads="1"/>
          </p:cNvSpPr>
          <p:nvPr>
            <p:ph type="title"/>
          </p:nvPr>
        </p:nvSpPr>
        <p:spPr>
          <a:xfrm>
            <a:off x="628650" y="365129"/>
            <a:ext cx="7886700" cy="1325563"/>
          </a:xfrm>
        </p:spPr>
        <p:txBody>
          <a:bodyPr/>
          <a:lstStyle/>
          <a:p>
            <a:pPr algn="ctr" fontAlgn="auto">
              <a:spcAft>
                <a:spcPts val="0"/>
              </a:spcAft>
            </a:pPr>
            <a:r>
              <a:rPr lang="en-US" altLang="zh-CN" b="1" dirty="0">
                <a:solidFill>
                  <a:srgbClr val="FFFFFF"/>
                </a:solidFill>
                <a:ea typeface="隶书" panose="02010509060101010101" pitchFamily="49" charset="-122"/>
              </a:rPr>
              <a:t>2.4.3 </a:t>
            </a:r>
            <a:r>
              <a:rPr lang="zh-CN" altLang="en-US" b="1" dirty="0">
                <a:solidFill>
                  <a:srgbClr val="FFFFFF"/>
                </a:solidFill>
                <a:ea typeface="隶书" panose="02010509060101010101" pitchFamily="49" charset="-122"/>
              </a:rPr>
              <a:t>循环结构 </a:t>
            </a:r>
            <a:r>
              <a:rPr lang="en-US" altLang="zh-CN" b="1" dirty="0">
                <a:solidFill>
                  <a:srgbClr val="FFFFFF"/>
                </a:solidFill>
                <a:ea typeface="隶书" panose="02010509060101010101" pitchFamily="49" charset="-122"/>
              </a:rPr>
              <a:t>——</a:t>
            </a:r>
            <a:r>
              <a:rPr lang="zh-CN" altLang="en-US" b="1" dirty="0">
                <a:solidFill>
                  <a:srgbClr val="FFFFFF"/>
                </a:solidFill>
                <a:ea typeface="隶书" panose="02010509060101010101" pitchFamily="49" charset="-122"/>
              </a:rPr>
              <a:t>传统的</a:t>
            </a:r>
            <a:r>
              <a:rPr lang="en-US" altLang="zh-CN" b="1" dirty="0">
                <a:solidFill>
                  <a:srgbClr val="FFFFFF"/>
                </a:solidFill>
                <a:ea typeface="隶书" panose="02010509060101010101" pitchFamily="49" charset="-122"/>
              </a:rPr>
              <a:t>for</a:t>
            </a:r>
            <a:r>
              <a:rPr lang="zh-CN" altLang="en-US" b="1" dirty="0">
                <a:solidFill>
                  <a:srgbClr val="FFFFFF"/>
                </a:solidFill>
                <a:ea typeface="隶书" panose="02010509060101010101" pitchFamily="49" charset="-122"/>
              </a:rPr>
              <a:t>语句</a:t>
            </a:r>
            <a:endParaRPr lang="zh-CN" altLang="en-US" b="1" dirty="0">
              <a:solidFill>
                <a:srgbClr val="FFFFFF"/>
              </a:solidFill>
              <a:ea typeface="隶书" panose="02010509060101010101" pitchFamily="49" charset="-122"/>
            </a:endParaRPr>
          </a:p>
        </p:txBody>
      </p:sp>
      <p:sp>
        <p:nvSpPr>
          <p:cNvPr id="9" name="内容占位符 6"/>
          <p:cNvSpPr txBox="1"/>
          <p:nvPr/>
        </p:nvSpPr>
        <p:spPr>
          <a:xfrm>
            <a:off x="3971950" y="4293096"/>
            <a:ext cx="5148064" cy="2507158"/>
          </a:xfrm>
          <a:prstGeom prst="rect">
            <a:avLst/>
          </a:prstGeom>
          <a:solidFill>
            <a:srgbClr val="000000"/>
          </a:solidFill>
        </p:spPr>
        <p:txBody>
          <a:bodyPr>
            <a:normAutofit lnSpcReduction="10000"/>
          </a:bodyPr>
          <a:lstStyle>
            <a:lvl1pPr marL="342900" indent="-342900" algn="l" rtl="0" fontAlgn="base">
              <a:spcBef>
                <a:spcPct val="20000"/>
              </a:spcBef>
              <a:spcAft>
                <a:spcPct val="0"/>
              </a:spcAft>
              <a:buClr>
                <a:schemeClr val="tx2"/>
              </a:buClr>
              <a:buSzPct val="75000"/>
              <a:buFont typeface="Monotype Sorts" pitchFamily="2" charset="2"/>
              <a:buChar char="u"/>
              <a:defRPr kumimoji="1" sz="3200" kern="12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Font typeface="Monotype Sorts" pitchFamily="2" charset="2"/>
              <a:buChar char="u"/>
              <a:defRPr kumimoji="1"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SzPct val="62000"/>
              <a:buFont typeface="Monotype Sorts" pitchFamily="2" charset="2"/>
              <a:buChar char="u"/>
              <a:defRPr kumimoji="1" sz="2400" kern="1200">
                <a:solidFill>
                  <a:schemeClr val="tx1"/>
                </a:solidFill>
                <a:latin typeface="+mn-lt"/>
                <a:ea typeface="+mn-ea"/>
                <a:cs typeface="+mn-cs"/>
              </a:defRPr>
            </a:lvl3pPr>
            <a:lvl4pPr marL="1600200" indent="-228600" algn="l" rtl="0" fontAlgn="base">
              <a:spcBef>
                <a:spcPct val="20000"/>
              </a:spcBef>
              <a:spcAft>
                <a:spcPct val="0"/>
              </a:spcAft>
              <a:buClr>
                <a:schemeClr val="tx1"/>
              </a:buClr>
              <a:buSzPct val="62000"/>
              <a:buFont typeface="Monotype Sorts" pitchFamily="2" charset="2"/>
              <a:buChar char="u"/>
              <a:defRPr kumimoji="1"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SzPct val="62000"/>
              <a:buFont typeface="Monotype Sorts" pitchFamily="2" charset="2"/>
              <a:buChar char="u"/>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defRPr/>
            </a:pPr>
            <a:r>
              <a:rPr lang="zh-CN" altLang="en-US" sz="2000" b="1" smtClean="0">
                <a:ea typeface="+mj-ea"/>
              </a:rPr>
              <a:t>运行结果</a:t>
            </a:r>
            <a:r>
              <a:rPr lang="zh-CN" altLang="zh-CN" sz="2000" b="1" smtClean="0">
                <a:ea typeface="+mj-ea"/>
              </a:rPr>
              <a:t>1</a:t>
            </a:r>
            <a:r>
              <a:rPr lang="zh-CN" altLang="en-US" sz="2000" b="1" smtClean="0">
                <a:ea typeface="+mj-ea"/>
              </a:rPr>
              <a:t>：</a:t>
            </a:r>
            <a:endParaRPr lang="zh-CN" altLang="en-US" sz="2000" b="1" smtClean="0">
              <a:ea typeface="+mj-ea"/>
            </a:endParaRPr>
          </a:p>
          <a:p>
            <a:pPr>
              <a:buFont typeface="Wingdings" panose="05000000000000000000" pitchFamily="2" charset="2"/>
              <a:buNone/>
              <a:defRPr/>
            </a:pPr>
            <a:r>
              <a:rPr lang="en-US" altLang="zh-CN" sz="2000" b="1" noProof="1" smtClean="0">
                <a:ea typeface="+mj-ea"/>
              </a:rPr>
              <a:t>Enter a positive integer: 36</a:t>
            </a:r>
            <a:endParaRPr lang="en-US" altLang="zh-CN" sz="2000" b="1" noProof="1" smtClean="0">
              <a:ea typeface="+mj-ea"/>
            </a:endParaRPr>
          </a:p>
          <a:p>
            <a:pPr>
              <a:buFont typeface="Wingdings" panose="05000000000000000000" pitchFamily="2" charset="2"/>
              <a:buNone/>
              <a:defRPr/>
            </a:pPr>
            <a:r>
              <a:rPr lang="en-US" altLang="zh-CN" sz="2000" b="1" noProof="1" smtClean="0">
                <a:ea typeface="+mj-ea"/>
              </a:rPr>
              <a:t>Number  36  Factors  1  2  3  4  6  9  12  18  36  </a:t>
            </a:r>
            <a:endParaRPr lang="en-US" altLang="zh-CN" sz="2000" b="1" noProof="1" smtClean="0">
              <a:ea typeface="+mj-ea"/>
            </a:endParaRPr>
          </a:p>
          <a:p>
            <a:pPr>
              <a:buFont typeface="Wingdings" panose="05000000000000000000" pitchFamily="2" charset="2"/>
              <a:buNone/>
              <a:defRPr/>
            </a:pPr>
            <a:endParaRPr lang="en-US" altLang="zh-CN" sz="2000" b="1" noProof="1" smtClean="0">
              <a:ea typeface="+mj-ea"/>
            </a:endParaRPr>
          </a:p>
          <a:p>
            <a:pPr>
              <a:buFont typeface="Wingdings" panose="05000000000000000000" pitchFamily="2" charset="2"/>
              <a:buNone/>
              <a:defRPr/>
            </a:pPr>
            <a:r>
              <a:rPr lang="zh-CN" altLang="en-US" sz="2000" b="1" smtClean="0">
                <a:ea typeface="+mj-ea"/>
              </a:rPr>
              <a:t>运行结果</a:t>
            </a:r>
            <a:r>
              <a:rPr lang="zh-CN" altLang="zh-CN" sz="2000" b="1" smtClean="0">
                <a:ea typeface="+mj-ea"/>
              </a:rPr>
              <a:t>2</a:t>
            </a:r>
            <a:r>
              <a:rPr lang="zh-CN" altLang="en-US" sz="2000" b="1" smtClean="0">
                <a:ea typeface="+mj-ea"/>
              </a:rPr>
              <a:t>：</a:t>
            </a:r>
            <a:endParaRPr lang="zh-CN" altLang="zh-CN" sz="2000" b="1" noProof="1" smtClean="0">
              <a:ea typeface="+mj-ea"/>
            </a:endParaRPr>
          </a:p>
          <a:p>
            <a:pPr>
              <a:buFont typeface="Wingdings" panose="05000000000000000000" pitchFamily="2" charset="2"/>
              <a:buNone/>
              <a:defRPr/>
            </a:pPr>
            <a:r>
              <a:rPr lang="en-US" altLang="zh-CN" sz="2000" b="1" noProof="1" smtClean="0">
                <a:ea typeface="+mj-ea"/>
              </a:rPr>
              <a:t>Enter a positive integer: 7</a:t>
            </a:r>
            <a:endParaRPr lang="en-US" altLang="zh-CN" sz="2000" b="1" noProof="1" smtClean="0">
              <a:ea typeface="+mj-ea"/>
            </a:endParaRPr>
          </a:p>
          <a:p>
            <a:pPr>
              <a:buFont typeface="Wingdings" panose="05000000000000000000" pitchFamily="2" charset="2"/>
              <a:buNone/>
              <a:defRPr/>
            </a:pPr>
            <a:r>
              <a:rPr lang="en-US" altLang="zh-CN" sz="2000" b="1" noProof="1" smtClean="0">
                <a:ea typeface="+mj-ea"/>
              </a:rPr>
              <a:t>Number  7   Factors  1  7  </a:t>
            </a:r>
            <a:endParaRPr lang="en-US" altLang="zh-CN" sz="2000" b="1" noProof="1" smtClean="0">
              <a:ea typeface="+mj-ea"/>
            </a:endParaRPr>
          </a:p>
        </p:txBody>
      </p:sp>
    </p:spTree>
  </p:cSld>
  <p:clrMapOvr>
    <a:masterClrMapping/>
  </p:clrMapOvr>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p:cNvSpPr>
            <a:spLocks noGrp="1"/>
          </p:cNvSpPr>
          <p:nvPr>
            <p:ph type="title"/>
          </p:nvPr>
        </p:nvSpPr>
        <p:spPr/>
        <p:txBody>
          <a:bodyPr/>
          <a:lstStyle/>
          <a:p>
            <a:pPr algn="ctr" fontAlgn="auto">
              <a:spcAft>
                <a:spcPts val="0"/>
              </a:spcAft>
            </a:pPr>
            <a:r>
              <a:rPr lang="en-US" altLang="zh-CN" b="1" dirty="0">
                <a:solidFill>
                  <a:srgbClr val="FFFFFF"/>
                </a:solidFill>
                <a:ea typeface="隶书" panose="02010509060101010101" pitchFamily="49" charset="-122"/>
              </a:rPr>
              <a:t>2.4.4 </a:t>
            </a:r>
            <a:r>
              <a:rPr lang="zh-CN" altLang="en-US" b="1" dirty="0">
                <a:solidFill>
                  <a:srgbClr val="FFFFFF"/>
                </a:solidFill>
                <a:ea typeface="隶书" panose="02010509060101010101" pitchFamily="49" charset="-122"/>
              </a:rPr>
              <a:t>循环结构与选择结构的嵌套</a:t>
            </a:r>
            <a:endParaRPr lang="zh-CN" altLang="en-US" b="1" dirty="0">
              <a:solidFill>
                <a:srgbClr val="FFFFFF"/>
              </a:solidFill>
              <a:ea typeface="隶书" panose="02010509060101010101" pitchFamily="49" charset="-122"/>
            </a:endParaRPr>
          </a:p>
        </p:txBody>
      </p:sp>
      <p:sp>
        <p:nvSpPr>
          <p:cNvPr id="6" name="内容占位符 11"/>
          <p:cNvSpPr>
            <a:spLocks noGrp="1"/>
          </p:cNvSpPr>
          <p:nvPr>
            <p:ph idx="1"/>
          </p:nvPr>
        </p:nvSpPr>
        <p:spPr>
          <a:solidFill>
            <a:schemeClr val="tx1"/>
          </a:solidFill>
        </p:spPr>
        <p:txBody>
          <a:bodyPr>
            <a:normAutofit fontScale="92500" lnSpcReduction="10000"/>
          </a:bodyPr>
          <a:lstStyle/>
          <a:p>
            <a:pPr>
              <a:lnSpc>
                <a:spcPct val="90000"/>
              </a:lnSpc>
              <a:buFont typeface="Wingdings" panose="05000000000000000000" pitchFamily="2" charset="2"/>
              <a:buNone/>
            </a:pPr>
            <a:r>
              <a:rPr lang="en-US" altLang="zh-CN" b="1" dirty="0">
                <a:solidFill>
                  <a:srgbClr val="000000"/>
                </a:solidFill>
                <a:ea typeface="+mj-ea"/>
              </a:rPr>
              <a:t>#include &lt;</a:t>
            </a:r>
            <a:r>
              <a:rPr lang="en-US" altLang="zh-CN" b="1" dirty="0" err="1">
                <a:solidFill>
                  <a:srgbClr val="000000"/>
                </a:solidFill>
                <a:ea typeface="+mj-ea"/>
              </a:rPr>
              <a:t>iostream</a:t>
            </a:r>
            <a:r>
              <a:rPr lang="en-US" altLang="zh-CN" b="1" dirty="0">
                <a:solidFill>
                  <a:srgbClr val="000000"/>
                </a:solidFill>
                <a:ea typeface="+mj-ea"/>
              </a:rPr>
              <a:t>&gt;</a:t>
            </a:r>
            <a:endParaRPr lang="en-US" altLang="zh-CN" b="1" dirty="0">
              <a:solidFill>
                <a:srgbClr val="000000"/>
              </a:solidFill>
              <a:ea typeface="+mj-ea"/>
            </a:endParaRPr>
          </a:p>
          <a:p>
            <a:pPr>
              <a:lnSpc>
                <a:spcPct val="90000"/>
              </a:lnSpc>
              <a:buFont typeface="Wingdings" panose="05000000000000000000" pitchFamily="2" charset="2"/>
              <a:buNone/>
            </a:pPr>
            <a:r>
              <a:rPr lang="en-US" altLang="zh-CN" b="1" dirty="0">
                <a:solidFill>
                  <a:srgbClr val="000000"/>
                </a:solidFill>
                <a:ea typeface="+mj-ea"/>
              </a:rPr>
              <a:t>using namespace std;</a:t>
            </a:r>
            <a:endParaRPr lang="en-US" altLang="zh-CN" b="1" dirty="0">
              <a:solidFill>
                <a:srgbClr val="000000"/>
              </a:solidFill>
              <a:ea typeface="+mj-ea"/>
            </a:endParaRPr>
          </a:p>
          <a:p>
            <a:pPr>
              <a:lnSpc>
                <a:spcPct val="90000"/>
              </a:lnSpc>
              <a:buFont typeface="Wingdings" panose="05000000000000000000" pitchFamily="2" charset="2"/>
              <a:buNone/>
            </a:pPr>
            <a:r>
              <a:rPr lang="en-US" altLang="zh-CN" b="1" dirty="0" err="1">
                <a:solidFill>
                  <a:srgbClr val="000000"/>
                </a:solidFill>
                <a:ea typeface="+mj-ea"/>
              </a:rPr>
              <a:t>int</a:t>
            </a:r>
            <a:r>
              <a:rPr lang="en-US" altLang="zh-CN" b="1" dirty="0">
                <a:solidFill>
                  <a:srgbClr val="000000"/>
                </a:solidFill>
                <a:ea typeface="+mj-ea"/>
              </a:rPr>
              <a:t> main() {   </a:t>
            </a:r>
            <a:endParaRPr lang="en-US" altLang="zh-CN" b="1" dirty="0">
              <a:solidFill>
                <a:srgbClr val="000000"/>
              </a:solidFill>
              <a:ea typeface="+mj-ea"/>
            </a:endParaRPr>
          </a:p>
          <a:p>
            <a:pPr>
              <a:lnSpc>
                <a:spcPct val="90000"/>
              </a:lnSpc>
              <a:buFont typeface="Wingdings" panose="05000000000000000000" pitchFamily="2" charset="2"/>
              <a:buNone/>
            </a:pPr>
            <a:r>
              <a:rPr lang="en-US" altLang="zh-CN" b="1" dirty="0">
                <a:solidFill>
                  <a:srgbClr val="000000"/>
                </a:solidFill>
                <a:ea typeface="+mj-ea"/>
              </a:rPr>
              <a:t>	for (</a:t>
            </a:r>
            <a:r>
              <a:rPr lang="en-US" altLang="zh-CN" b="1" dirty="0" err="1">
                <a:solidFill>
                  <a:srgbClr val="000000"/>
                </a:solidFill>
                <a:ea typeface="+mj-ea"/>
              </a:rPr>
              <a:t>int</a:t>
            </a:r>
            <a:r>
              <a:rPr lang="en-US" altLang="zh-CN" b="1" dirty="0">
                <a:solidFill>
                  <a:srgbClr val="000000"/>
                </a:solidFill>
                <a:ea typeface="+mj-ea"/>
              </a:rPr>
              <a:t> n = 100; n &lt;= 200; n++) {</a:t>
            </a:r>
            <a:endParaRPr lang="en-US" altLang="zh-CN" b="1" dirty="0">
              <a:solidFill>
                <a:srgbClr val="000000"/>
              </a:solidFill>
              <a:ea typeface="+mj-ea"/>
            </a:endParaRPr>
          </a:p>
          <a:p>
            <a:pPr>
              <a:lnSpc>
                <a:spcPct val="90000"/>
              </a:lnSpc>
              <a:buFont typeface="Wingdings" panose="05000000000000000000" pitchFamily="2" charset="2"/>
              <a:buNone/>
            </a:pPr>
            <a:r>
              <a:rPr lang="en-US" altLang="zh-CN" b="1" dirty="0">
                <a:solidFill>
                  <a:srgbClr val="000000"/>
                </a:solidFill>
                <a:ea typeface="+mj-ea"/>
              </a:rPr>
              <a:t>    if (n % 3 != 0)</a:t>
            </a:r>
            <a:endParaRPr lang="en-US" altLang="zh-CN" b="1" dirty="0">
              <a:solidFill>
                <a:srgbClr val="000000"/>
              </a:solidFill>
              <a:ea typeface="+mj-ea"/>
            </a:endParaRPr>
          </a:p>
          <a:p>
            <a:pPr>
              <a:lnSpc>
                <a:spcPct val="90000"/>
              </a:lnSpc>
              <a:buFont typeface="Wingdings" panose="05000000000000000000" pitchFamily="2" charset="2"/>
              <a:buNone/>
            </a:pPr>
            <a:r>
              <a:rPr lang="en-US" altLang="zh-CN" b="1" dirty="0">
                <a:solidFill>
                  <a:srgbClr val="000000"/>
                </a:solidFill>
                <a:ea typeface="+mj-ea"/>
              </a:rPr>
              <a:t>	     </a:t>
            </a:r>
            <a:r>
              <a:rPr lang="en-US" altLang="zh-CN" b="1" dirty="0" err="1">
                <a:solidFill>
                  <a:srgbClr val="000000"/>
                </a:solidFill>
                <a:ea typeface="+mj-ea"/>
              </a:rPr>
              <a:t>cout</a:t>
            </a:r>
            <a:r>
              <a:rPr lang="en-US" altLang="zh-CN" b="1" dirty="0">
                <a:solidFill>
                  <a:srgbClr val="000000"/>
                </a:solidFill>
                <a:ea typeface="+mj-ea"/>
              </a:rPr>
              <a:t> &lt;&lt; n;</a:t>
            </a:r>
            <a:endParaRPr lang="en-US" altLang="zh-CN" b="1" dirty="0">
              <a:solidFill>
                <a:srgbClr val="000000"/>
              </a:solidFill>
              <a:ea typeface="+mj-ea"/>
            </a:endParaRPr>
          </a:p>
          <a:p>
            <a:pPr>
              <a:lnSpc>
                <a:spcPct val="90000"/>
              </a:lnSpc>
              <a:buFont typeface="Wingdings" panose="05000000000000000000" pitchFamily="2" charset="2"/>
              <a:buNone/>
            </a:pPr>
            <a:r>
              <a:rPr lang="en-US" altLang="zh-CN" b="1" dirty="0">
                <a:solidFill>
                  <a:srgbClr val="000000"/>
                </a:solidFill>
                <a:ea typeface="+mj-ea"/>
              </a:rPr>
              <a:t>	}</a:t>
            </a:r>
            <a:endParaRPr lang="en-US" altLang="zh-CN" b="1" dirty="0">
              <a:solidFill>
                <a:srgbClr val="000000"/>
              </a:solidFill>
              <a:ea typeface="+mj-ea"/>
            </a:endParaRPr>
          </a:p>
          <a:p>
            <a:pPr>
              <a:lnSpc>
                <a:spcPct val="90000"/>
              </a:lnSpc>
              <a:buFont typeface="Wingdings" panose="05000000000000000000" pitchFamily="2" charset="2"/>
              <a:buNone/>
            </a:pPr>
            <a:r>
              <a:rPr lang="en-US" altLang="zh-CN" b="1" dirty="0">
                <a:solidFill>
                  <a:srgbClr val="000000"/>
                </a:solidFill>
                <a:ea typeface="+mj-ea"/>
              </a:rPr>
              <a:t>  return 0;</a:t>
            </a:r>
            <a:endParaRPr lang="en-US" altLang="zh-CN" b="1" dirty="0">
              <a:solidFill>
                <a:srgbClr val="000000"/>
              </a:solidFill>
              <a:ea typeface="+mj-ea"/>
            </a:endParaRPr>
          </a:p>
          <a:p>
            <a:pPr>
              <a:lnSpc>
                <a:spcPct val="90000"/>
              </a:lnSpc>
              <a:buFont typeface="Wingdings" panose="05000000000000000000" pitchFamily="2" charset="2"/>
              <a:buNone/>
            </a:pPr>
            <a:r>
              <a:rPr lang="en-US" altLang="zh-CN" b="1" dirty="0">
                <a:solidFill>
                  <a:srgbClr val="000000"/>
                </a:solidFill>
                <a:ea typeface="+mj-ea"/>
              </a:rPr>
              <a:t>}</a:t>
            </a:r>
            <a:endParaRPr lang="en-US" altLang="zh-CN" b="1" dirty="0">
              <a:solidFill>
                <a:srgbClr val="000000"/>
              </a:solidFill>
              <a:ea typeface="+mj-ea"/>
            </a:endParaRPr>
          </a:p>
          <a:p>
            <a:pPr>
              <a:lnSpc>
                <a:spcPct val="90000"/>
              </a:lnSpc>
              <a:buFont typeface="Wingdings" panose="05000000000000000000" pitchFamily="2" charset="2"/>
              <a:buNone/>
            </a:pPr>
            <a:endParaRPr lang="zh-CN" altLang="en-US" b="1" dirty="0">
              <a:solidFill>
                <a:srgbClr val="000000"/>
              </a:solidFill>
              <a:ea typeface="+mj-ea"/>
            </a:endParaRPr>
          </a:p>
        </p:txBody>
      </p:sp>
      <p:sp>
        <p:nvSpPr>
          <p:cNvPr id="7" name="TextBox 6"/>
          <p:cNvSpPr txBox="1"/>
          <p:nvPr/>
        </p:nvSpPr>
        <p:spPr>
          <a:xfrm>
            <a:off x="7667625" y="1773238"/>
            <a:ext cx="1081088" cy="522287"/>
          </a:xfrm>
          <a:prstGeom prst="rect">
            <a:avLst/>
          </a:prstGeom>
          <a:solidFill>
            <a:schemeClr val="bg1"/>
          </a:solidFill>
        </p:spPr>
        <p:txBody>
          <a:bodyPr>
            <a:spAutoFit/>
          </a:bodyPr>
          <a:lstStyle/>
          <a:p>
            <a:pPr>
              <a:defRPr/>
            </a:pPr>
            <a:r>
              <a:rPr lang="zh-CN" altLang="en-US" sz="2800" dirty="0">
                <a:latin typeface="+mj-lt"/>
                <a:ea typeface="+mj-ea"/>
                <a:cs typeface="+mj-cs"/>
              </a:rPr>
              <a:t>举例</a:t>
            </a:r>
            <a:endParaRPr lang="en-US" altLang="zh-CN" sz="2800" dirty="0">
              <a:latin typeface="+mj-lt"/>
              <a:ea typeface="+mj-ea"/>
              <a:cs typeface="+mj-cs"/>
            </a:endParaRPr>
          </a:p>
        </p:txBody>
      </p:sp>
    </p:spTree>
  </p:cSld>
  <p:clrMapOvr>
    <a:masterClrMapping/>
  </p:clrMapOvr>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p:cNvSpPr>
            <a:spLocks noGrp="1"/>
          </p:cNvSpPr>
          <p:nvPr>
            <p:ph type="title"/>
          </p:nvPr>
        </p:nvSpPr>
        <p:spPr/>
        <p:txBody>
          <a:bodyPr/>
          <a:lstStyle/>
          <a:p>
            <a:pPr algn="ctr" fontAlgn="auto">
              <a:spcAft>
                <a:spcPts val="0"/>
              </a:spcAft>
            </a:pPr>
            <a:r>
              <a:rPr lang="en-US" altLang="zh-CN" b="1">
                <a:solidFill>
                  <a:srgbClr val="FFFFFF"/>
                </a:solidFill>
                <a:ea typeface="隶书" panose="02010509060101010101" pitchFamily="49" charset="-122"/>
              </a:rPr>
              <a:t>2.4.4 </a:t>
            </a:r>
            <a:r>
              <a:rPr lang="zh-CN" altLang="en-US" b="1">
                <a:solidFill>
                  <a:srgbClr val="FFFFFF"/>
                </a:solidFill>
                <a:ea typeface="隶书" panose="02010509060101010101" pitchFamily="49" charset="-122"/>
              </a:rPr>
              <a:t>循环结构与选择结构的嵌套</a:t>
            </a:r>
            <a:endParaRPr lang="zh-CN" altLang="en-US" b="1">
              <a:solidFill>
                <a:srgbClr val="FFFFFF"/>
              </a:solidFill>
              <a:ea typeface="隶书" panose="02010509060101010101" pitchFamily="49" charset="-122"/>
            </a:endParaRPr>
          </a:p>
        </p:txBody>
      </p:sp>
      <p:sp>
        <p:nvSpPr>
          <p:cNvPr id="82947" name="内容占位符 2"/>
          <p:cNvSpPr>
            <a:spLocks noGrp="1"/>
          </p:cNvSpPr>
          <p:nvPr>
            <p:ph idx="1"/>
          </p:nvPr>
        </p:nvSpPr>
        <p:spPr>
          <a:xfrm>
            <a:off x="683568" y="1628800"/>
            <a:ext cx="7886700" cy="3672408"/>
          </a:xfrm>
        </p:spPr>
        <p:txBody>
          <a:bodyPr/>
          <a:lstStyle/>
          <a:p>
            <a:pPr marL="0" indent="0" eaLnBrk="1" hangingPunct="1">
              <a:lnSpc>
                <a:spcPct val="120000"/>
              </a:lnSpc>
              <a:buFont typeface="Georgia" panose="02040502050405020303" pitchFamily="18" charset="0"/>
              <a:buNone/>
              <a:defRPr/>
            </a:pPr>
            <a:r>
              <a:rPr lang="zh-CN" altLang="en-US" sz="2400" b="1" dirty="0" smtClean="0">
                <a:ea typeface="+mj-ea"/>
              </a:rPr>
              <a:t>例</a:t>
            </a:r>
            <a:r>
              <a:rPr lang="en-US" altLang="zh-CN" sz="2400" b="1" dirty="0" smtClean="0">
                <a:ea typeface="+mj-ea"/>
              </a:rPr>
              <a:t>2-10 </a:t>
            </a:r>
            <a:r>
              <a:rPr lang="zh-CN" altLang="en-US" sz="2400" b="1" dirty="0" smtClean="0">
                <a:ea typeface="+mj-ea"/>
              </a:rPr>
              <a:t>读入一系列整数，统计出正整数个数</a:t>
            </a:r>
            <a:r>
              <a:rPr lang="en-US" altLang="zh-CN" sz="2400" b="1" dirty="0" err="1" smtClean="0">
                <a:ea typeface="+mj-ea"/>
              </a:rPr>
              <a:t>i</a:t>
            </a:r>
            <a:r>
              <a:rPr lang="zh-CN" altLang="en-US" sz="2400" b="1" dirty="0" smtClean="0">
                <a:ea typeface="+mj-ea"/>
              </a:rPr>
              <a:t>和负整数个数</a:t>
            </a:r>
            <a:r>
              <a:rPr lang="en-US" altLang="zh-CN" sz="2400" b="1" dirty="0" smtClean="0">
                <a:ea typeface="+mj-ea"/>
              </a:rPr>
              <a:t>j</a:t>
            </a:r>
            <a:r>
              <a:rPr lang="zh-CN" altLang="en-US" sz="2400" b="1" dirty="0" smtClean="0">
                <a:ea typeface="+mj-ea"/>
              </a:rPr>
              <a:t>，读入</a:t>
            </a:r>
            <a:r>
              <a:rPr lang="en-US" altLang="zh-CN" sz="2400" b="1" dirty="0" smtClean="0">
                <a:ea typeface="+mj-ea"/>
              </a:rPr>
              <a:t>0</a:t>
            </a:r>
            <a:r>
              <a:rPr lang="zh-CN" altLang="en-US" sz="2400" b="1" dirty="0" smtClean="0">
                <a:ea typeface="+mj-ea"/>
              </a:rPr>
              <a:t>则结束。</a:t>
            </a:r>
            <a:endParaRPr lang="zh-CN" altLang="en-US" sz="2400" b="1" dirty="0" smtClean="0">
              <a:ea typeface="+mj-ea"/>
            </a:endParaRPr>
          </a:p>
          <a:p>
            <a:pPr eaLnBrk="1" hangingPunct="1">
              <a:lnSpc>
                <a:spcPct val="120000"/>
              </a:lnSpc>
              <a:defRPr/>
            </a:pPr>
            <a:r>
              <a:rPr lang="zh-CN" altLang="en-US" sz="2400" b="1" dirty="0" smtClean="0">
                <a:ea typeface="+mj-ea"/>
              </a:rPr>
              <a:t>分析：</a:t>
            </a:r>
            <a:endParaRPr lang="zh-CN" altLang="en-US" sz="2400" b="1" dirty="0" smtClean="0">
              <a:ea typeface="+mj-ea"/>
            </a:endParaRPr>
          </a:p>
          <a:p>
            <a:pPr lvl="1" eaLnBrk="1" hangingPunct="1">
              <a:lnSpc>
                <a:spcPct val="120000"/>
              </a:lnSpc>
              <a:buFont typeface="Wingdings" panose="05000000000000000000" pitchFamily="2" charset="2"/>
              <a:buChar char="ü"/>
              <a:defRPr/>
            </a:pPr>
            <a:r>
              <a:rPr lang="zh-CN" altLang="en-US" sz="2400" b="1" dirty="0" smtClean="0">
                <a:ea typeface="+mj-ea"/>
              </a:rPr>
              <a:t>需要读入一系列整数，但是整数个数不定，要在每次读入之后进行判断，因此使用</a:t>
            </a:r>
            <a:r>
              <a:rPr lang="en-US" altLang="zh-CN" sz="2400" b="1" dirty="0" smtClean="0">
                <a:ea typeface="+mj-ea"/>
              </a:rPr>
              <a:t>while</a:t>
            </a:r>
            <a:r>
              <a:rPr lang="zh-CN" altLang="en-US" sz="2400" b="1" dirty="0" smtClean="0">
                <a:ea typeface="+mj-ea"/>
              </a:rPr>
              <a:t>循环最为合适。循环控制条件应该是</a:t>
            </a:r>
            <a:r>
              <a:rPr lang="en-US" altLang="zh-CN" sz="2400" b="1" dirty="0" smtClean="0">
                <a:ea typeface="+mj-ea"/>
              </a:rPr>
              <a:t>n!=0</a:t>
            </a:r>
            <a:r>
              <a:rPr lang="zh-CN" altLang="en-US" sz="2400" b="1" dirty="0" smtClean="0">
                <a:ea typeface="+mj-ea"/>
              </a:rPr>
              <a:t>。由于要判断数的正负并分别进行统计，所以需要在循环内部嵌入选择结构。</a:t>
            </a:r>
            <a:endParaRPr lang="zh-CN" altLang="en-US" sz="2400" b="1" dirty="0" smtClean="0">
              <a:ea typeface="+mj-ea"/>
            </a:endParaRPr>
          </a:p>
          <a:p>
            <a:pPr algn="just" eaLnBrk="1" hangingPunct="1">
              <a:lnSpc>
                <a:spcPct val="102000"/>
              </a:lnSpc>
              <a:buFont typeface="Wingdings" panose="05000000000000000000" pitchFamily="2" charset="2"/>
              <a:buNone/>
              <a:defRPr/>
            </a:pPr>
            <a:endParaRPr lang="zh-CN" altLang="en-US" sz="2400" b="1" dirty="0" smtClean="0">
              <a:ea typeface="+mj-ea"/>
            </a:endParaRPr>
          </a:p>
        </p:txBody>
      </p:sp>
    </p:spTree>
  </p:cSld>
  <p:clrMapOvr>
    <a:masterClrMapping/>
  </p:clrMapOvr>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标题 1"/>
          <p:cNvSpPr>
            <a:spLocks noGrp="1"/>
          </p:cNvSpPr>
          <p:nvPr>
            <p:ph type="title"/>
          </p:nvPr>
        </p:nvSpPr>
        <p:spPr/>
        <p:txBody>
          <a:bodyPr/>
          <a:lstStyle/>
          <a:p>
            <a:pPr algn="ctr" fontAlgn="auto">
              <a:spcAft>
                <a:spcPts val="0"/>
              </a:spcAft>
            </a:pPr>
            <a:r>
              <a:rPr lang="zh-CN" altLang="en-US" b="1">
                <a:solidFill>
                  <a:srgbClr val="FFFFFF"/>
                </a:solidFill>
                <a:ea typeface="隶书" panose="02010509060101010101" pitchFamily="49" charset="-122"/>
              </a:rPr>
              <a:t>例</a:t>
            </a:r>
            <a:r>
              <a:rPr lang="en-US" altLang="zh-CN" b="1">
                <a:solidFill>
                  <a:srgbClr val="FFFFFF"/>
                </a:solidFill>
                <a:ea typeface="隶书" panose="02010509060101010101" pitchFamily="49" charset="-122"/>
              </a:rPr>
              <a:t>2-10 </a:t>
            </a:r>
            <a:r>
              <a:rPr lang="zh-CN" altLang="en-US" b="1">
                <a:solidFill>
                  <a:srgbClr val="FFFFFF"/>
                </a:solidFill>
                <a:ea typeface="隶书" panose="02010509060101010101" pitchFamily="49" charset="-122"/>
              </a:rPr>
              <a:t>（续）</a:t>
            </a:r>
            <a:endParaRPr lang="zh-CN" altLang="en-US" b="1">
              <a:solidFill>
                <a:srgbClr val="FFFFFF"/>
              </a:solidFill>
              <a:ea typeface="隶书" panose="02010509060101010101" pitchFamily="49" charset="-122"/>
            </a:endParaRPr>
          </a:p>
        </p:txBody>
      </p:sp>
      <p:sp>
        <p:nvSpPr>
          <p:cNvPr id="7" name="内容占位符 11"/>
          <p:cNvSpPr>
            <a:spLocks noGrp="1"/>
          </p:cNvSpPr>
          <p:nvPr>
            <p:ph idx="1"/>
          </p:nvPr>
        </p:nvSpPr>
        <p:spPr>
          <a:xfrm>
            <a:off x="214313" y="1643063"/>
            <a:ext cx="8822183" cy="5000625"/>
          </a:xfrm>
          <a:solidFill>
            <a:schemeClr val="tx1"/>
          </a:solidFill>
        </p:spPr>
        <p:txBody>
          <a:bodyPr>
            <a:normAutofit fontScale="70000" lnSpcReduction="20000"/>
          </a:bodyPr>
          <a:lstStyle/>
          <a:p>
            <a:pPr>
              <a:lnSpc>
                <a:spcPct val="90000"/>
              </a:lnSpc>
              <a:buFont typeface="Wingdings" panose="05000000000000000000" pitchFamily="2" charset="2"/>
              <a:buNone/>
            </a:pPr>
            <a:r>
              <a:rPr lang="en-US" altLang="zh-CN" b="1" dirty="0">
                <a:solidFill>
                  <a:srgbClr val="000000"/>
                </a:solidFill>
                <a:ea typeface="+mj-ea"/>
              </a:rPr>
              <a:t>#include &lt;</a:t>
            </a:r>
            <a:r>
              <a:rPr lang="en-US" altLang="zh-CN" b="1" dirty="0" err="1">
                <a:solidFill>
                  <a:srgbClr val="000000"/>
                </a:solidFill>
                <a:ea typeface="+mj-ea"/>
              </a:rPr>
              <a:t>iostream</a:t>
            </a:r>
            <a:r>
              <a:rPr lang="en-US" altLang="zh-CN" b="1" dirty="0">
                <a:solidFill>
                  <a:srgbClr val="000000"/>
                </a:solidFill>
                <a:ea typeface="+mj-ea"/>
              </a:rPr>
              <a:t>&gt;</a:t>
            </a:r>
            <a:endParaRPr lang="en-US" altLang="zh-CN" b="1" dirty="0">
              <a:solidFill>
                <a:srgbClr val="000000"/>
              </a:solidFill>
              <a:ea typeface="+mj-ea"/>
            </a:endParaRPr>
          </a:p>
          <a:p>
            <a:pPr>
              <a:lnSpc>
                <a:spcPct val="90000"/>
              </a:lnSpc>
              <a:buFont typeface="Wingdings" panose="05000000000000000000" pitchFamily="2" charset="2"/>
              <a:buNone/>
            </a:pPr>
            <a:r>
              <a:rPr lang="en-US" altLang="zh-CN" b="1" dirty="0">
                <a:solidFill>
                  <a:srgbClr val="000000"/>
                </a:solidFill>
                <a:ea typeface="+mj-ea"/>
              </a:rPr>
              <a:t>using namespace std;</a:t>
            </a:r>
            <a:endParaRPr lang="en-US" altLang="zh-CN" b="1" dirty="0">
              <a:solidFill>
                <a:srgbClr val="000000"/>
              </a:solidFill>
              <a:ea typeface="+mj-ea"/>
            </a:endParaRPr>
          </a:p>
          <a:p>
            <a:pPr>
              <a:lnSpc>
                <a:spcPct val="90000"/>
              </a:lnSpc>
              <a:buFont typeface="Wingdings" panose="05000000000000000000" pitchFamily="2" charset="2"/>
              <a:buNone/>
            </a:pPr>
            <a:endParaRPr lang="en-US" altLang="zh-CN" b="1" dirty="0">
              <a:solidFill>
                <a:srgbClr val="000000"/>
              </a:solidFill>
              <a:ea typeface="+mj-ea"/>
            </a:endParaRPr>
          </a:p>
          <a:p>
            <a:pPr>
              <a:lnSpc>
                <a:spcPct val="90000"/>
              </a:lnSpc>
              <a:buFont typeface="Wingdings" panose="05000000000000000000" pitchFamily="2" charset="2"/>
              <a:buNone/>
            </a:pPr>
            <a:r>
              <a:rPr lang="en-US" altLang="zh-CN" b="1" dirty="0" err="1">
                <a:solidFill>
                  <a:srgbClr val="000000"/>
                </a:solidFill>
                <a:ea typeface="+mj-ea"/>
              </a:rPr>
              <a:t>int</a:t>
            </a:r>
            <a:r>
              <a:rPr lang="en-US" altLang="zh-CN" b="1" dirty="0">
                <a:solidFill>
                  <a:srgbClr val="000000"/>
                </a:solidFill>
                <a:ea typeface="+mj-ea"/>
              </a:rPr>
              <a:t> main() {</a:t>
            </a:r>
            <a:endParaRPr lang="en-US" altLang="zh-CN" b="1" dirty="0">
              <a:solidFill>
                <a:srgbClr val="000000"/>
              </a:solidFill>
              <a:ea typeface="+mj-ea"/>
            </a:endParaRPr>
          </a:p>
          <a:p>
            <a:pPr>
              <a:lnSpc>
                <a:spcPct val="90000"/>
              </a:lnSpc>
              <a:buFont typeface="Wingdings" panose="05000000000000000000" pitchFamily="2" charset="2"/>
              <a:buNone/>
            </a:pPr>
            <a:r>
              <a:rPr lang="en-US" altLang="zh-CN" b="1" dirty="0">
                <a:solidFill>
                  <a:srgbClr val="000000"/>
                </a:solidFill>
                <a:ea typeface="+mj-ea"/>
              </a:rPr>
              <a:t>	</a:t>
            </a:r>
            <a:r>
              <a:rPr lang="en-US" altLang="zh-CN" b="1" dirty="0" err="1">
                <a:solidFill>
                  <a:srgbClr val="000000"/>
                </a:solidFill>
                <a:ea typeface="+mj-ea"/>
              </a:rPr>
              <a:t>int</a:t>
            </a:r>
            <a:r>
              <a:rPr lang="en-US" altLang="zh-CN" b="1" dirty="0">
                <a:solidFill>
                  <a:srgbClr val="000000"/>
                </a:solidFill>
                <a:ea typeface="+mj-ea"/>
              </a:rPr>
              <a:t> </a:t>
            </a:r>
            <a:r>
              <a:rPr lang="en-US" altLang="zh-CN" b="1" dirty="0" err="1">
                <a:solidFill>
                  <a:srgbClr val="000000"/>
                </a:solidFill>
                <a:ea typeface="+mj-ea"/>
              </a:rPr>
              <a:t>i</a:t>
            </a:r>
            <a:r>
              <a:rPr lang="en-US" altLang="zh-CN" b="1" dirty="0">
                <a:solidFill>
                  <a:srgbClr val="000000"/>
                </a:solidFill>
                <a:ea typeface="+mj-ea"/>
              </a:rPr>
              <a:t> = 0, j = 0, n;</a:t>
            </a:r>
            <a:endParaRPr lang="en-US" altLang="zh-CN" b="1" dirty="0">
              <a:solidFill>
                <a:srgbClr val="000000"/>
              </a:solidFill>
              <a:ea typeface="+mj-ea"/>
            </a:endParaRPr>
          </a:p>
          <a:p>
            <a:pPr>
              <a:lnSpc>
                <a:spcPct val="90000"/>
              </a:lnSpc>
              <a:buFont typeface="Wingdings" panose="05000000000000000000" pitchFamily="2" charset="2"/>
              <a:buNone/>
            </a:pPr>
            <a:r>
              <a:rPr lang="en-US" altLang="zh-CN" b="1" dirty="0">
                <a:solidFill>
                  <a:srgbClr val="000000"/>
                </a:solidFill>
                <a:ea typeface="+mj-ea"/>
              </a:rPr>
              <a:t>	</a:t>
            </a:r>
            <a:r>
              <a:rPr lang="en-US" altLang="zh-CN" b="1" dirty="0" err="1">
                <a:solidFill>
                  <a:srgbClr val="000000"/>
                </a:solidFill>
                <a:ea typeface="+mj-ea"/>
              </a:rPr>
              <a:t>cout</a:t>
            </a:r>
            <a:r>
              <a:rPr lang="en-US" altLang="zh-CN" b="1" dirty="0">
                <a:solidFill>
                  <a:srgbClr val="000000"/>
                </a:solidFill>
                <a:ea typeface="+mj-ea"/>
              </a:rPr>
              <a:t> &lt;&lt; "Enter some integers please (enter 0 to quit): “ &lt;&lt; </a:t>
            </a:r>
            <a:r>
              <a:rPr lang="en-US" altLang="zh-CN" b="1" dirty="0" err="1">
                <a:solidFill>
                  <a:srgbClr val="000000"/>
                </a:solidFill>
                <a:ea typeface="+mj-ea"/>
              </a:rPr>
              <a:t>endl</a:t>
            </a:r>
            <a:r>
              <a:rPr lang="en-US" altLang="zh-CN" b="1" dirty="0">
                <a:solidFill>
                  <a:srgbClr val="000000"/>
                </a:solidFill>
                <a:ea typeface="+mj-ea"/>
              </a:rPr>
              <a:t>;</a:t>
            </a:r>
            <a:endParaRPr lang="en-US" altLang="zh-CN" b="1" dirty="0">
              <a:solidFill>
                <a:srgbClr val="000000"/>
              </a:solidFill>
              <a:ea typeface="+mj-ea"/>
            </a:endParaRPr>
          </a:p>
          <a:p>
            <a:pPr>
              <a:lnSpc>
                <a:spcPct val="90000"/>
              </a:lnSpc>
              <a:buFont typeface="Wingdings" panose="05000000000000000000" pitchFamily="2" charset="2"/>
              <a:buNone/>
            </a:pPr>
            <a:r>
              <a:rPr lang="en-US" altLang="zh-CN" b="1" dirty="0">
                <a:solidFill>
                  <a:srgbClr val="000000"/>
                </a:solidFill>
                <a:ea typeface="+mj-ea"/>
              </a:rPr>
              <a:t>	</a:t>
            </a:r>
            <a:r>
              <a:rPr lang="en-US" altLang="zh-CN" b="1" dirty="0" err="1">
                <a:solidFill>
                  <a:srgbClr val="000000"/>
                </a:solidFill>
                <a:ea typeface="+mj-ea"/>
              </a:rPr>
              <a:t>cin</a:t>
            </a:r>
            <a:r>
              <a:rPr lang="en-US" altLang="zh-CN" b="1" dirty="0">
                <a:solidFill>
                  <a:srgbClr val="000000"/>
                </a:solidFill>
                <a:ea typeface="+mj-ea"/>
              </a:rPr>
              <a:t> &gt;&gt; n;</a:t>
            </a:r>
            <a:endParaRPr lang="en-US" altLang="zh-CN" b="1" dirty="0">
              <a:solidFill>
                <a:srgbClr val="000000"/>
              </a:solidFill>
              <a:ea typeface="+mj-ea"/>
            </a:endParaRPr>
          </a:p>
          <a:p>
            <a:pPr>
              <a:lnSpc>
                <a:spcPct val="90000"/>
              </a:lnSpc>
              <a:buFont typeface="Wingdings" panose="05000000000000000000" pitchFamily="2" charset="2"/>
              <a:buNone/>
            </a:pPr>
            <a:r>
              <a:rPr lang="en-US" altLang="zh-CN" b="1" dirty="0">
                <a:solidFill>
                  <a:srgbClr val="000000"/>
                </a:solidFill>
                <a:ea typeface="+mj-ea"/>
              </a:rPr>
              <a:t>	while (n != 0) {</a:t>
            </a:r>
            <a:endParaRPr lang="en-US" altLang="zh-CN" b="1" dirty="0">
              <a:solidFill>
                <a:srgbClr val="000000"/>
              </a:solidFill>
              <a:ea typeface="+mj-ea"/>
            </a:endParaRPr>
          </a:p>
          <a:p>
            <a:pPr>
              <a:lnSpc>
                <a:spcPct val="90000"/>
              </a:lnSpc>
              <a:buFont typeface="Wingdings" panose="05000000000000000000" pitchFamily="2" charset="2"/>
              <a:buNone/>
            </a:pPr>
            <a:r>
              <a:rPr lang="en-US" altLang="zh-CN" b="1" dirty="0">
                <a:solidFill>
                  <a:srgbClr val="000000"/>
                </a:solidFill>
                <a:ea typeface="+mj-ea"/>
              </a:rPr>
              <a:t>	  if (n &gt; 0) </a:t>
            </a:r>
            <a:r>
              <a:rPr lang="en-US" altLang="zh-CN" b="1" dirty="0" err="1">
                <a:solidFill>
                  <a:srgbClr val="000000"/>
                </a:solidFill>
                <a:ea typeface="+mj-ea"/>
              </a:rPr>
              <a:t>i</a:t>
            </a:r>
            <a:r>
              <a:rPr lang="en-US" altLang="zh-CN" b="1" dirty="0">
                <a:solidFill>
                  <a:srgbClr val="000000"/>
                </a:solidFill>
                <a:ea typeface="+mj-ea"/>
              </a:rPr>
              <a:t> += 1;</a:t>
            </a:r>
            <a:endParaRPr lang="en-US" altLang="zh-CN" b="1" dirty="0">
              <a:solidFill>
                <a:srgbClr val="000000"/>
              </a:solidFill>
              <a:ea typeface="+mj-ea"/>
            </a:endParaRPr>
          </a:p>
          <a:p>
            <a:pPr>
              <a:lnSpc>
                <a:spcPct val="90000"/>
              </a:lnSpc>
              <a:buFont typeface="Wingdings" panose="05000000000000000000" pitchFamily="2" charset="2"/>
              <a:buNone/>
            </a:pPr>
            <a:r>
              <a:rPr lang="en-US" altLang="zh-CN" b="1" dirty="0">
                <a:solidFill>
                  <a:srgbClr val="000000"/>
                </a:solidFill>
                <a:ea typeface="+mj-ea"/>
              </a:rPr>
              <a:t>	  if (n &lt; 0) j += 1;</a:t>
            </a:r>
            <a:endParaRPr lang="en-US" altLang="zh-CN" b="1" dirty="0">
              <a:solidFill>
                <a:srgbClr val="000000"/>
              </a:solidFill>
              <a:ea typeface="+mj-ea"/>
            </a:endParaRPr>
          </a:p>
          <a:p>
            <a:pPr>
              <a:lnSpc>
                <a:spcPct val="90000"/>
              </a:lnSpc>
              <a:buFont typeface="Wingdings" panose="05000000000000000000" pitchFamily="2" charset="2"/>
              <a:buNone/>
            </a:pPr>
            <a:r>
              <a:rPr lang="en-US" altLang="zh-CN" b="1" dirty="0">
                <a:solidFill>
                  <a:srgbClr val="000000"/>
                </a:solidFill>
                <a:ea typeface="+mj-ea"/>
              </a:rPr>
              <a:t>	  </a:t>
            </a:r>
            <a:r>
              <a:rPr lang="en-US" altLang="zh-CN" b="1" dirty="0" err="1">
                <a:solidFill>
                  <a:srgbClr val="000000"/>
                </a:solidFill>
                <a:ea typeface="+mj-ea"/>
              </a:rPr>
              <a:t>cin</a:t>
            </a:r>
            <a:r>
              <a:rPr lang="en-US" altLang="zh-CN" b="1" dirty="0">
                <a:solidFill>
                  <a:srgbClr val="000000"/>
                </a:solidFill>
                <a:ea typeface="+mj-ea"/>
              </a:rPr>
              <a:t> &gt;&gt; n;</a:t>
            </a:r>
            <a:endParaRPr lang="en-US" altLang="zh-CN" b="1" dirty="0">
              <a:solidFill>
                <a:srgbClr val="000000"/>
              </a:solidFill>
              <a:ea typeface="+mj-ea"/>
            </a:endParaRPr>
          </a:p>
          <a:p>
            <a:pPr>
              <a:lnSpc>
                <a:spcPct val="90000"/>
              </a:lnSpc>
              <a:buFont typeface="Wingdings" panose="05000000000000000000" pitchFamily="2" charset="2"/>
              <a:buNone/>
            </a:pPr>
            <a:r>
              <a:rPr lang="en-US" altLang="zh-CN" b="1" dirty="0">
                <a:solidFill>
                  <a:srgbClr val="000000"/>
                </a:solidFill>
                <a:ea typeface="+mj-ea"/>
              </a:rPr>
              <a:t>	}</a:t>
            </a:r>
            <a:endParaRPr lang="en-US" altLang="zh-CN" b="1" dirty="0">
              <a:solidFill>
                <a:srgbClr val="000000"/>
              </a:solidFill>
              <a:ea typeface="+mj-ea"/>
            </a:endParaRPr>
          </a:p>
          <a:p>
            <a:pPr>
              <a:lnSpc>
                <a:spcPct val="90000"/>
              </a:lnSpc>
              <a:buFont typeface="Wingdings" panose="05000000000000000000" pitchFamily="2" charset="2"/>
              <a:buNone/>
            </a:pPr>
            <a:r>
              <a:rPr lang="en-US" altLang="zh-CN" b="1" dirty="0">
                <a:solidFill>
                  <a:srgbClr val="000000"/>
                </a:solidFill>
                <a:ea typeface="+mj-ea"/>
              </a:rPr>
              <a:t>	</a:t>
            </a:r>
            <a:r>
              <a:rPr lang="en-US" altLang="zh-CN" b="1" dirty="0" err="1">
                <a:solidFill>
                  <a:srgbClr val="000000"/>
                </a:solidFill>
                <a:ea typeface="+mj-ea"/>
              </a:rPr>
              <a:t>cout</a:t>
            </a:r>
            <a:r>
              <a:rPr lang="en-US" altLang="zh-CN" b="1" dirty="0">
                <a:solidFill>
                  <a:srgbClr val="000000"/>
                </a:solidFill>
                <a:ea typeface="+mj-ea"/>
              </a:rPr>
              <a:t> &lt;&lt; "Count of positive integers: " &lt;&lt; </a:t>
            </a:r>
            <a:r>
              <a:rPr lang="en-US" altLang="zh-CN" b="1" dirty="0" err="1">
                <a:solidFill>
                  <a:srgbClr val="000000"/>
                </a:solidFill>
                <a:ea typeface="+mj-ea"/>
              </a:rPr>
              <a:t>i</a:t>
            </a:r>
            <a:r>
              <a:rPr lang="en-US" altLang="zh-CN" b="1" dirty="0">
                <a:solidFill>
                  <a:srgbClr val="000000"/>
                </a:solidFill>
                <a:ea typeface="+mj-ea"/>
              </a:rPr>
              <a:t> &lt;&lt; </a:t>
            </a:r>
            <a:r>
              <a:rPr lang="en-US" altLang="zh-CN" b="1" dirty="0" err="1">
                <a:solidFill>
                  <a:srgbClr val="000000"/>
                </a:solidFill>
                <a:ea typeface="+mj-ea"/>
              </a:rPr>
              <a:t>endl</a:t>
            </a:r>
            <a:r>
              <a:rPr lang="en-US" altLang="zh-CN" b="1" dirty="0">
                <a:solidFill>
                  <a:srgbClr val="000000"/>
                </a:solidFill>
                <a:ea typeface="+mj-ea"/>
              </a:rPr>
              <a:t>;</a:t>
            </a:r>
            <a:endParaRPr lang="en-US" altLang="zh-CN" b="1" dirty="0">
              <a:solidFill>
                <a:srgbClr val="000000"/>
              </a:solidFill>
              <a:ea typeface="+mj-ea"/>
            </a:endParaRPr>
          </a:p>
          <a:p>
            <a:pPr>
              <a:lnSpc>
                <a:spcPct val="90000"/>
              </a:lnSpc>
              <a:buFont typeface="Wingdings" panose="05000000000000000000" pitchFamily="2" charset="2"/>
              <a:buNone/>
            </a:pPr>
            <a:r>
              <a:rPr lang="en-US" altLang="zh-CN" b="1" dirty="0">
                <a:solidFill>
                  <a:srgbClr val="000000"/>
                </a:solidFill>
                <a:ea typeface="+mj-ea"/>
              </a:rPr>
              <a:t>	</a:t>
            </a:r>
            <a:r>
              <a:rPr lang="en-US" altLang="zh-CN" b="1" dirty="0" err="1">
                <a:solidFill>
                  <a:srgbClr val="000000"/>
                </a:solidFill>
                <a:ea typeface="+mj-ea"/>
              </a:rPr>
              <a:t>cout</a:t>
            </a:r>
            <a:r>
              <a:rPr lang="en-US" altLang="zh-CN" b="1" dirty="0">
                <a:solidFill>
                  <a:srgbClr val="000000"/>
                </a:solidFill>
                <a:ea typeface="+mj-ea"/>
              </a:rPr>
              <a:t> &lt;&lt; "Count of negative integers: " &lt;&lt; j &lt;&lt; </a:t>
            </a:r>
            <a:r>
              <a:rPr lang="en-US" altLang="zh-CN" b="1" dirty="0" err="1">
                <a:solidFill>
                  <a:srgbClr val="000000"/>
                </a:solidFill>
                <a:ea typeface="+mj-ea"/>
              </a:rPr>
              <a:t>endl</a:t>
            </a:r>
            <a:r>
              <a:rPr lang="en-US" altLang="zh-CN" b="1" dirty="0">
                <a:solidFill>
                  <a:srgbClr val="000000"/>
                </a:solidFill>
                <a:ea typeface="+mj-ea"/>
              </a:rPr>
              <a:t>;</a:t>
            </a:r>
            <a:endParaRPr lang="en-US" altLang="zh-CN" b="1" dirty="0">
              <a:solidFill>
                <a:srgbClr val="000000"/>
              </a:solidFill>
              <a:ea typeface="+mj-ea"/>
            </a:endParaRPr>
          </a:p>
          <a:p>
            <a:pPr>
              <a:lnSpc>
                <a:spcPct val="90000"/>
              </a:lnSpc>
              <a:buFont typeface="Wingdings" panose="05000000000000000000" pitchFamily="2" charset="2"/>
              <a:buNone/>
            </a:pPr>
            <a:r>
              <a:rPr lang="en-US" altLang="zh-CN" b="1" dirty="0">
                <a:solidFill>
                  <a:srgbClr val="000000"/>
                </a:solidFill>
                <a:ea typeface="+mj-ea"/>
              </a:rPr>
              <a:t>	return 0;</a:t>
            </a:r>
            <a:endParaRPr lang="en-US" altLang="zh-CN" b="1" dirty="0">
              <a:solidFill>
                <a:srgbClr val="000000"/>
              </a:solidFill>
              <a:ea typeface="+mj-ea"/>
            </a:endParaRPr>
          </a:p>
          <a:p>
            <a:pPr>
              <a:lnSpc>
                <a:spcPct val="90000"/>
              </a:lnSpc>
              <a:buFont typeface="Wingdings" panose="05000000000000000000" pitchFamily="2" charset="2"/>
              <a:buNone/>
            </a:pPr>
            <a:r>
              <a:rPr lang="en-US" altLang="zh-CN" b="1" dirty="0">
                <a:solidFill>
                  <a:srgbClr val="000000"/>
                </a:solidFill>
                <a:ea typeface="+mj-ea"/>
              </a:rPr>
              <a:t>}</a:t>
            </a:r>
            <a:endParaRPr lang="en-US" altLang="zh-CN" b="1" dirty="0">
              <a:solidFill>
                <a:srgbClr val="000000"/>
              </a:solidFill>
              <a:ea typeface="+mj-ea"/>
            </a:endParaRPr>
          </a:p>
          <a:p>
            <a:pPr>
              <a:lnSpc>
                <a:spcPct val="90000"/>
              </a:lnSpc>
              <a:buFont typeface="Wingdings" panose="05000000000000000000" pitchFamily="2" charset="2"/>
              <a:buNone/>
            </a:pPr>
            <a:endParaRPr lang="zh-CN" altLang="en-US" b="1" dirty="0">
              <a:solidFill>
                <a:srgbClr val="000000"/>
              </a:solidFill>
              <a:ea typeface="+mj-ea"/>
            </a:endParaRPr>
          </a:p>
        </p:txBody>
      </p:sp>
    </p:spTree>
  </p:cSld>
  <p:clrMapOvr>
    <a:masterClrMapping/>
  </p:clrMapOvr>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457200" y="277813"/>
            <a:ext cx="8229600" cy="1139825"/>
          </a:xfrm>
          <a:prstGeom prst="rect">
            <a:avLst/>
          </a:prstGeom>
        </p:spPr>
        <p:txBody>
          <a:bodyPr>
            <a:noAutofit/>
          </a:bodyPr>
          <a:lstStyle/>
          <a:p>
            <a:pPr fontAlgn="auto">
              <a:spcAft>
                <a:spcPts val="0"/>
              </a:spcAft>
            </a:pPr>
            <a:r>
              <a:rPr lang="en-US" altLang="zh-CN"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2.4.4    </a:t>
            </a:r>
            <a:r>
              <a:rPr lang="zh-CN" altLang="en-US"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循环结构</a:t>
            </a:r>
            <a:r>
              <a:rPr lang="en-US" altLang="zh-CN"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a:t>
            </a:r>
            <a:r>
              <a:rPr lang="zh-CN" altLang="en-US"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范围</a:t>
            </a:r>
            <a:r>
              <a:rPr lang="en-US" altLang="zh-CN"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for</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语句</a:t>
            </a:r>
            <a:endPar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endParaRPr>
          </a:p>
        </p:txBody>
      </p:sp>
      <p:sp>
        <p:nvSpPr>
          <p:cNvPr id="73731" name="Rectangle 3"/>
          <p:cNvSpPr>
            <a:spLocks noChangeArrowheads="1"/>
          </p:cNvSpPr>
          <p:nvPr/>
        </p:nvSpPr>
        <p:spPr bwMode="auto">
          <a:xfrm>
            <a:off x="827584" y="1556792"/>
            <a:ext cx="7993757" cy="4537075"/>
          </a:xfrm>
          <a:prstGeom prst="rect">
            <a:avLst/>
          </a:prstGeom>
          <a:noFill/>
          <a:ln w="9525">
            <a:noFill/>
            <a:miter lim="800000"/>
          </a:ln>
        </p:spPr>
        <p:txBody>
          <a:bodyPr/>
          <a:lstStyle>
            <a:lvl1pPr marL="342900" indent="-342900"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spcBef>
                <a:spcPct val="0"/>
              </a:spcBef>
              <a:spcAft>
                <a:spcPct val="0"/>
              </a:spcAft>
              <a:buClr>
                <a:schemeClr val="tx2"/>
              </a:buClr>
              <a:buSzPct val="80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spcBef>
                <a:spcPct val="0"/>
              </a:spcBef>
              <a:spcAft>
                <a:spcPct val="0"/>
              </a:spcAft>
              <a:buClr>
                <a:schemeClr val="tx2"/>
              </a:buClr>
              <a:buSzPct val="80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spcBef>
                <a:spcPct val="0"/>
              </a:spcBef>
              <a:spcAft>
                <a:spcPct val="0"/>
              </a:spcAft>
              <a:buClr>
                <a:schemeClr val="tx2"/>
              </a:buClr>
              <a:buSzPct val="80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spcBef>
                <a:spcPct val="0"/>
              </a:spcBef>
              <a:spcAft>
                <a:spcPct val="0"/>
              </a:spcAft>
              <a:buClr>
                <a:schemeClr val="tx2"/>
              </a:buClr>
              <a:buSzPct val="80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marL="0" indent="0" algn="l" eaLnBrk="1" hangingPunct="1">
              <a:spcBef>
                <a:spcPts val="1200"/>
              </a:spcBef>
              <a:spcAft>
                <a:spcPts val="1200"/>
              </a:spcAft>
            </a:pPr>
            <a:r>
              <a:rPr lang="zh-CN" altLang="en-US" sz="2400" dirty="0" smtClean="0"/>
              <a:t>范围</a:t>
            </a:r>
            <a:r>
              <a:rPr lang="en-US" altLang="zh-CN" sz="2400" dirty="0" smtClean="0"/>
              <a:t>for</a:t>
            </a:r>
            <a:r>
              <a:rPr lang="zh-CN" altLang="en-US" sz="2400" dirty="0" smtClean="0"/>
              <a:t>语句，</a:t>
            </a:r>
            <a:r>
              <a:rPr lang="en-US" altLang="zh-CN" sz="2400" dirty="0" smtClean="0"/>
              <a:t>C++11</a:t>
            </a:r>
            <a:r>
              <a:rPr lang="zh-CN" altLang="en-US" sz="2400" dirty="0" smtClean="0"/>
              <a:t>新引入的更简单的</a:t>
            </a:r>
            <a:r>
              <a:rPr lang="en-US" altLang="zh-CN" sz="2400" dirty="0" smtClean="0"/>
              <a:t>for</a:t>
            </a:r>
            <a:r>
              <a:rPr lang="zh-CN" altLang="en-US" sz="2400" dirty="0" smtClean="0"/>
              <a:t>语句，用于遍历容器或其他序列的所有元素。其</a:t>
            </a:r>
            <a:r>
              <a:rPr lang="zh-CN" altLang="en-US" sz="2400" dirty="0"/>
              <a:t>一般形式为：</a:t>
            </a:r>
            <a:endParaRPr lang="zh-CN" altLang="en-US" sz="2400" dirty="0"/>
          </a:p>
          <a:p>
            <a:pPr marL="0" indent="0" algn="l" eaLnBrk="1" hangingPunct="1">
              <a:spcBef>
                <a:spcPts val="1200"/>
              </a:spcBef>
              <a:spcAft>
                <a:spcPts val="1200"/>
              </a:spcAft>
            </a:pPr>
            <a:r>
              <a:rPr lang="zh-CN" altLang="en-US" sz="2400" dirty="0">
                <a:solidFill>
                  <a:srgbClr val="FFFF00"/>
                </a:solidFill>
              </a:rPr>
              <a:t>      </a:t>
            </a:r>
            <a:r>
              <a:rPr lang="en-US" altLang="zh-CN" sz="2400" dirty="0">
                <a:solidFill>
                  <a:srgbClr val="FFFF00"/>
                </a:solidFill>
              </a:rPr>
              <a:t>for </a:t>
            </a:r>
            <a:r>
              <a:rPr lang="en-US" altLang="zh-CN" sz="2400" dirty="0" smtClean="0">
                <a:solidFill>
                  <a:srgbClr val="FFFF00"/>
                </a:solidFill>
              </a:rPr>
              <a:t>(declaration : expression)   </a:t>
            </a:r>
            <a:r>
              <a:rPr lang="zh-CN" altLang="en-US" sz="2400" dirty="0">
                <a:solidFill>
                  <a:srgbClr val="FFFF00"/>
                </a:solidFill>
              </a:rPr>
              <a:t>语句</a:t>
            </a:r>
            <a:r>
              <a:rPr lang="en-US" altLang="zh-CN" sz="2400" dirty="0">
                <a:solidFill>
                  <a:srgbClr val="FFFF00"/>
                </a:solidFill>
              </a:rPr>
              <a:t>;</a:t>
            </a:r>
            <a:endParaRPr lang="en-US" altLang="zh-CN" sz="2400" dirty="0">
              <a:solidFill>
                <a:srgbClr val="FFFF00"/>
              </a:solidFill>
            </a:endParaRPr>
          </a:p>
          <a:p>
            <a:pPr marL="0" indent="0" algn="l" eaLnBrk="1" hangingPunct="1">
              <a:spcBef>
                <a:spcPts val="1200"/>
              </a:spcBef>
              <a:spcAft>
                <a:spcPts val="1200"/>
              </a:spcAft>
            </a:pPr>
            <a:r>
              <a:rPr lang="zh-CN" altLang="en-US" sz="2400" dirty="0" smtClean="0"/>
              <a:t>其中，</a:t>
            </a:r>
            <a:r>
              <a:rPr lang="en-US" altLang="zh-CN" sz="2400" dirty="0" smtClean="0"/>
              <a:t>expression</a:t>
            </a:r>
            <a:r>
              <a:rPr lang="zh-CN" altLang="en-US" sz="2400" dirty="0" smtClean="0"/>
              <a:t>必须是一个序列，例如花括号括起来的初始值列表、数组、</a:t>
            </a:r>
            <a:r>
              <a:rPr lang="en-US" altLang="zh-CN" sz="2400" dirty="0" smtClean="0"/>
              <a:t>vector</a:t>
            </a:r>
            <a:r>
              <a:rPr lang="zh-CN" altLang="en-US" sz="2400" dirty="0" smtClean="0"/>
              <a:t>、</a:t>
            </a:r>
            <a:r>
              <a:rPr lang="en-US" altLang="zh-CN" sz="2400" dirty="0" smtClean="0"/>
              <a:t>string</a:t>
            </a:r>
            <a:r>
              <a:rPr lang="zh-CN" altLang="en-US" sz="2400" dirty="0" smtClean="0"/>
              <a:t>等类型的对象。</a:t>
            </a:r>
            <a:br>
              <a:rPr lang="en-US" altLang="zh-CN" sz="2400" dirty="0" smtClean="0"/>
            </a:br>
            <a:r>
              <a:rPr lang="en-US" altLang="zh-CN" sz="2400" dirty="0" smtClean="0"/>
              <a:t>           declaration</a:t>
            </a:r>
            <a:r>
              <a:rPr lang="zh-CN" altLang="en-US" sz="2400" dirty="0" smtClean="0"/>
              <a:t>定义一个变量，这个变量就是循环变量。最简单的方法就是用</a:t>
            </a:r>
            <a:r>
              <a:rPr lang="en-US" altLang="zh-CN" sz="2400" dirty="0" smtClean="0"/>
              <a:t>auto</a:t>
            </a:r>
            <a:r>
              <a:rPr lang="zh-CN" altLang="en-US" sz="2400" dirty="0" smtClean="0"/>
              <a:t>定义循环变量。</a:t>
            </a:r>
            <a:endParaRPr lang="en-US" altLang="zh-CN" sz="2400" dirty="0" smtClean="0"/>
          </a:p>
          <a:p>
            <a:pPr marL="0" indent="0" algn="l" eaLnBrk="1" hangingPunct="1">
              <a:spcBef>
                <a:spcPts val="1200"/>
              </a:spcBef>
              <a:spcAft>
                <a:spcPts val="1200"/>
              </a:spcAft>
            </a:pPr>
            <a:r>
              <a:rPr lang="zh-CN" altLang="en-US" sz="2400" dirty="0"/>
              <a:t>范围</a:t>
            </a:r>
            <a:r>
              <a:rPr lang="en-US" altLang="zh-CN" sz="2400" dirty="0" smtClean="0"/>
              <a:t>for</a:t>
            </a:r>
            <a:r>
              <a:rPr lang="zh-CN" altLang="en-US" sz="2400" dirty="0"/>
              <a:t>循环的执行过程为</a:t>
            </a:r>
            <a:r>
              <a:rPr lang="zh-CN" altLang="en-US" sz="2400" dirty="0" smtClean="0"/>
              <a:t>：每次迭代都重新定义循环变量；并将其初始化为序列中的下一个值 ；然后执行语句；知道</a:t>
            </a:r>
            <a:r>
              <a:rPr lang="en-US" altLang="zh-CN" sz="2400" dirty="0" smtClean="0"/>
              <a:t>expression</a:t>
            </a:r>
            <a:r>
              <a:rPr lang="zh-CN" altLang="en-US" sz="2400" dirty="0" smtClean="0"/>
              <a:t>中所有元素都处理完毕。</a:t>
            </a:r>
            <a:endParaRPr lang="zh-CN" altLang="en-US" sz="2400" dirty="0"/>
          </a:p>
        </p:txBody>
      </p:sp>
    </p:spTree>
  </p:cSld>
  <p:clrMapOvr>
    <a:masterClrMapping/>
  </p:clrMapOvr>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457200" y="277813"/>
            <a:ext cx="8229600" cy="1139825"/>
          </a:xfrm>
          <a:prstGeom prst="rect">
            <a:avLst/>
          </a:prstGeom>
        </p:spPr>
        <p:txBody>
          <a:bodyPr>
            <a:noAutofit/>
          </a:bodyPr>
          <a:lstStyle/>
          <a:p>
            <a:pPr fontAlgn="auto">
              <a:spcAft>
                <a:spcPts val="0"/>
              </a:spcAft>
            </a:pPr>
            <a:r>
              <a:rPr lang="en-US" altLang="zh-CN" sz="3600" b="1" i="1" dirty="0" smtClean="0">
                <a:solidFill>
                  <a:srgbClr val="FFFFFF"/>
                </a:solidFill>
                <a:effectLst>
                  <a:outerShdw blurRad="38100" dist="38100" dir="2700000" algn="tl">
                    <a:srgbClr val="000000"/>
                  </a:outerShdw>
                </a:effectLst>
                <a:ea typeface="隶书" panose="02010509060101010101" pitchFamily="49" charset="-122"/>
              </a:rPr>
              <a:t>2.4.4    </a:t>
            </a:r>
            <a:r>
              <a:rPr lang="zh-CN" altLang="en-US" sz="3600" b="1" i="1" dirty="0">
                <a:solidFill>
                  <a:srgbClr val="FFFFFF"/>
                </a:solidFill>
                <a:effectLst>
                  <a:outerShdw blurRad="38100" dist="38100" dir="2700000" algn="tl">
                    <a:srgbClr val="000000"/>
                  </a:outerShdw>
                </a:effectLst>
                <a:ea typeface="隶书" panose="02010509060101010101" pitchFamily="49" charset="-122"/>
              </a:rPr>
              <a:t>循环结构</a:t>
            </a:r>
            <a:r>
              <a:rPr lang="en-US" altLang="zh-CN" sz="3600" b="1" i="1" dirty="0">
                <a:solidFill>
                  <a:srgbClr val="FFFFFF"/>
                </a:solidFill>
                <a:effectLst>
                  <a:outerShdw blurRad="38100" dist="38100" dir="2700000" algn="tl">
                    <a:srgbClr val="000000"/>
                  </a:outerShdw>
                </a:effectLst>
                <a:ea typeface="隶书" panose="02010509060101010101" pitchFamily="49" charset="-122"/>
              </a:rPr>
              <a:t>——</a:t>
            </a:r>
            <a:r>
              <a:rPr lang="zh-CN" altLang="en-US"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范围</a:t>
            </a:r>
            <a:r>
              <a:rPr lang="en-US" altLang="zh-CN"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for</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语句</a:t>
            </a:r>
            <a:endPar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endParaRPr>
          </a:p>
        </p:txBody>
      </p:sp>
      <p:sp>
        <p:nvSpPr>
          <p:cNvPr id="73731" name="Rectangle 3"/>
          <p:cNvSpPr>
            <a:spLocks noChangeArrowheads="1"/>
          </p:cNvSpPr>
          <p:nvPr/>
        </p:nvSpPr>
        <p:spPr bwMode="auto">
          <a:xfrm>
            <a:off x="827584" y="1196752"/>
            <a:ext cx="7993757" cy="5544616"/>
          </a:xfrm>
          <a:prstGeom prst="rect">
            <a:avLst/>
          </a:prstGeom>
          <a:noFill/>
          <a:ln w="9525">
            <a:noFill/>
            <a:miter lim="800000"/>
          </a:ln>
        </p:spPr>
        <p:txBody>
          <a:bodyPr/>
          <a:lstStyle>
            <a:lvl1pPr marL="342900" indent="-342900"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spcBef>
                <a:spcPct val="0"/>
              </a:spcBef>
              <a:spcAft>
                <a:spcPct val="0"/>
              </a:spcAft>
              <a:buClr>
                <a:schemeClr val="tx2"/>
              </a:buClr>
              <a:buSzPct val="80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spcBef>
                <a:spcPct val="0"/>
              </a:spcBef>
              <a:spcAft>
                <a:spcPct val="0"/>
              </a:spcAft>
              <a:buClr>
                <a:schemeClr val="tx2"/>
              </a:buClr>
              <a:buSzPct val="80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spcBef>
                <a:spcPct val="0"/>
              </a:spcBef>
              <a:spcAft>
                <a:spcPct val="0"/>
              </a:spcAft>
              <a:buClr>
                <a:schemeClr val="tx2"/>
              </a:buClr>
              <a:buSzPct val="80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spcBef>
                <a:spcPct val="0"/>
              </a:spcBef>
              <a:spcAft>
                <a:spcPct val="0"/>
              </a:spcAft>
              <a:buClr>
                <a:schemeClr val="tx2"/>
              </a:buClr>
              <a:buSzPct val="80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marL="0" indent="0" algn="l" eaLnBrk="1" hangingPunct="1">
              <a:lnSpc>
                <a:spcPct val="150000"/>
              </a:lnSpc>
              <a:spcBef>
                <a:spcPts val="0"/>
              </a:spcBef>
              <a:spcAft>
                <a:spcPts val="0"/>
              </a:spcAft>
            </a:pPr>
            <a:r>
              <a:rPr lang="zh-CN" altLang="en-US" sz="2400" dirty="0" smtClean="0"/>
              <a:t>例如，以下的代码段的功能是把</a:t>
            </a:r>
            <a:r>
              <a:rPr lang="en-US" altLang="zh-CN" sz="2400" dirty="0" smtClean="0"/>
              <a:t>v</a:t>
            </a:r>
            <a:r>
              <a:rPr lang="zh-CN" altLang="en-US" sz="2400" dirty="0" smtClean="0"/>
              <a:t>的每个元素值都翻倍：</a:t>
            </a:r>
            <a:endParaRPr lang="zh-CN" altLang="en-US" sz="2400" dirty="0"/>
          </a:p>
          <a:p>
            <a:pPr marL="0" indent="0" algn="l" eaLnBrk="1" hangingPunct="1">
              <a:lnSpc>
                <a:spcPct val="150000"/>
              </a:lnSpc>
              <a:spcBef>
                <a:spcPts val="0"/>
              </a:spcBef>
              <a:spcAft>
                <a:spcPts val="0"/>
              </a:spcAft>
            </a:pPr>
            <a:r>
              <a:rPr lang="en-US" altLang="zh-CN" sz="2400" dirty="0" smtClean="0">
                <a:solidFill>
                  <a:srgbClr val="FFFF00"/>
                </a:solidFill>
              </a:rPr>
              <a:t>vector v = {0,1,2,3,4,5,6,7,8,9};</a:t>
            </a:r>
            <a:endParaRPr lang="en-US" altLang="zh-CN" sz="2400" dirty="0" smtClean="0">
              <a:solidFill>
                <a:srgbClr val="FFFF00"/>
              </a:solidFill>
            </a:endParaRPr>
          </a:p>
          <a:p>
            <a:pPr marL="0" indent="0" algn="l" eaLnBrk="1" hangingPunct="1">
              <a:lnSpc>
                <a:spcPct val="150000"/>
              </a:lnSpc>
              <a:spcBef>
                <a:spcPts val="0"/>
              </a:spcBef>
              <a:spcAft>
                <a:spcPts val="0"/>
              </a:spcAft>
            </a:pPr>
            <a:r>
              <a:rPr lang="en-US" altLang="zh-CN" sz="2400" dirty="0" smtClean="0">
                <a:solidFill>
                  <a:srgbClr val="FFFF00"/>
                </a:solidFill>
              </a:rPr>
              <a:t>//</a:t>
            </a:r>
            <a:r>
              <a:rPr lang="zh-CN" altLang="en-US" sz="2400" dirty="0" smtClean="0">
                <a:solidFill>
                  <a:srgbClr val="FFFF00"/>
                </a:solidFill>
              </a:rPr>
              <a:t>如果需要对</a:t>
            </a:r>
            <a:r>
              <a:rPr lang="en-US" altLang="zh-CN" sz="2400" dirty="0" smtClean="0">
                <a:solidFill>
                  <a:srgbClr val="FFFF00"/>
                </a:solidFill>
              </a:rPr>
              <a:t>v</a:t>
            </a:r>
            <a:r>
              <a:rPr lang="zh-CN" altLang="en-US" sz="2400" dirty="0" smtClean="0">
                <a:solidFill>
                  <a:srgbClr val="FFFF00"/>
                </a:solidFill>
              </a:rPr>
              <a:t>的元素执行写操作，</a:t>
            </a:r>
            <a:endParaRPr lang="en-US" altLang="zh-CN" sz="2400" dirty="0" smtClean="0">
              <a:solidFill>
                <a:srgbClr val="FFFF00"/>
              </a:solidFill>
            </a:endParaRPr>
          </a:p>
          <a:p>
            <a:pPr marL="0" indent="0" algn="l" eaLnBrk="1" hangingPunct="1">
              <a:lnSpc>
                <a:spcPct val="150000"/>
              </a:lnSpc>
              <a:spcBef>
                <a:spcPts val="0"/>
              </a:spcBef>
              <a:spcAft>
                <a:spcPts val="0"/>
              </a:spcAft>
            </a:pPr>
            <a:r>
              <a:rPr lang="en-US" altLang="zh-CN" sz="2400" dirty="0" smtClean="0">
                <a:solidFill>
                  <a:srgbClr val="FFFF00"/>
                </a:solidFill>
              </a:rPr>
              <a:t>//</a:t>
            </a:r>
            <a:r>
              <a:rPr lang="zh-CN" altLang="en-US" sz="2400" dirty="0" smtClean="0">
                <a:solidFill>
                  <a:srgbClr val="FFFF00"/>
                </a:solidFill>
              </a:rPr>
              <a:t>那么范围</a:t>
            </a:r>
            <a:r>
              <a:rPr lang="en-US" altLang="zh-CN" sz="2400" dirty="0" smtClean="0">
                <a:solidFill>
                  <a:srgbClr val="FFFF00"/>
                </a:solidFill>
              </a:rPr>
              <a:t>for</a:t>
            </a:r>
            <a:r>
              <a:rPr lang="zh-CN" altLang="en-US" sz="2400" dirty="0" smtClean="0">
                <a:solidFill>
                  <a:srgbClr val="FFFF00"/>
                </a:solidFill>
              </a:rPr>
              <a:t>的循环变量必须是引用类型</a:t>
            </a:r>
            <a:endParaRPr lang="en-US" altLang="zh-CN" sz="2400" dirty="0" smtClean="0">
              <a:solidFill>
                <a:srgbClr val="FFFF00"/>
              </a:solidFill>
            </a:endParaRPr>
          </a:p>
          <a:p>
            <a:pPr marL="0" indent="0" algn="l" eaLnBrk="1" hangingPunct="1">
              <a:lnSpc>
                <a:spcPct val="150000"/>
              </a:lnSpc>
              <a:spcBef>
                <a:spcPts val="0"/>
              </a:spcBef>
              <a:spcAft>
                <a:spcPts val="0"/>
              </a:spcAft>
            </a:pPr>
            <a:r>
              <a:rPr lang="en-US" altLang="zh-CN" sz="2400" dirty="0" smtClean="0">
                <a:solidFill>
                  <a:srgbClr val="FFFF00"/>
                </a:solidFill>
              </a:rPr>
              <a:t>for( auto &amp;r : v )   //</a:t>
            </a:r>
            <a:r>
              <a:rPr lang="zh-CN" altLang="en-US" sz="2400" dirty="0" smtClean="0">
                <a:solidFill>
                  <a:srgbClr val="FFFF00"/>
                </a:solidFill>
              </a:rPr>
              <a:t>对于</a:t>
            </a:r>
            <a:r>
              <a:rPr lang="en-US" altLang="zh-CN" sz="2400" dirty="0" smtClean="0">
                <a:solidFill>
                  <a:srgbClr val="FFFF00"/>
                </a:solidFill>
              </a:rPr>
              <a:t>v</a:t>
            </a:r>
            <a:r>
              <a:rPr lang="zh-CN" altLang="en-US" sz="2400" dirty="0" smtClean="0">
                <a:solidFill>
                  <a:srgbClr val="FFFF00"/>
                </a:solidFill>
              </a:rPr>
              <a:t>的每个元素</a:t>
            </a:r>
            <a:endParaRPr lang="en-US" altLang="zh-CN" sz="2400" dirty="0" smtClean="0">
              <a:solidFill>
                <a:srgbClr val="FFFF00"/>
              </a:solidFill>
            </a:endParaRPr>
          </a:p>
          <a:p>
            <a:pPr marL="0" indent="0" algn="l" eaLnBrk="1" hangingPunct="1">
              <a:lnSpc>
                <a:spcPct val="150000"/>
              </a:lnSpc>
              <a:spcBef>
                <a:spcPts val="0"/>
              </a:spcBef>
              <a:spcAft>
                <a:spcPts val="0"/>
              </a:spcAft>
            </a:pPr>
            <a:r>
              <a:rPr lang="en-US" altLang="zh-CN" sz="2400" dirty="0">
                <a:solidFill>
                  <a:srgbClr val="FFFF00"/>
                </a:solidFill>
              </a:rPr>
              <a:t>	</a:t>
            </a:r>
            <a:r>
              <a:rPr lang="en-US" altLang="zh-CN" sz="2400" dirty="0" smtClean="0">
                <a:solidFill>
                  <a:srgbClr val="FFFF00"/>
                </a:solidFill>
              </a:rPr>
              <a:t>r *= 2;</a:t>
            </a:r>
            <a:endParaRPr lang="en-US" altLang="zh-CN" sz="2400" dirty="0" smtClean="0">
              <a:solidFill>
                <a:srgbClr val="FFFF00"/>
              </a:solidFill>
            </a:endParaRPr>
          </a:p>
          <a:p>
            <a:pPr marL="0" indent="0" algn="l" eaLnBrk="1" hangingPunct="1">
              <a:lnSpc>
                <a:spcPct val="150000"/>
              </a:lnSpc>
              <a:spcBef>
                <a:spcPts val="0"/>
              </a:spcBef>
              <a:spcAft>
                <a:spcPts val="0"/>
              </a:spcAft>
            </a:pPr>
            <a:r>
              <a:rPr lang="zh-CN" altLang="en-US" sz="2400" dirty="0"/>
              <a:t>等价</a:t>
            </a:r>
            <a:r>
              <a:rPr lang="zh-CN" altLang="en-US" sz="2400" dirty="0" smtClean="0"/>
              <a:t>于传统</a:t>
            </a:r>
            <a:r>
              <a:rPr lang="en-US" altLang="zh-CN" sz="2400" dirty="0" smtClean="0"/>
              <a:t>for</a:t>
            </a:r>
            <a:r>
              <a:rPr lang="zh-CN" altLang="en-US" sz="2400" dirty="0" smtClean="0"/>
              <a:t>语句：</a:t>
            </a:r>
            <a:endParaRPr lang="en-US" altLang="zh-CN" sz="2400" dirty="0" smtClean="0"/>
          </a:p>
          <a:p>
            <a:pPr marL="0" indent="0" algn="l" eaLnBrk="1" hangingPunct="1">
              <a:lnSpc>
                <a:spcPct val="150000"/>
              </a:lnSpc>
              <a:spcBef>
                <a:spcPts val="0"/>
              </a:spcBef>
              <a:spcAft>
                <a:spcPts val="0"/>
              </a:spcAft>
            </a:pPr>
            <a:r>
              <a:rPr lang="en-US" altLang="zh-CN" sz="2400" dirty="0" smtClean="0">
                <a:solidFill>
                  <a:srgbClr val="FFFF00"/>
                </a:solidFill>
              </a:rPr>
              <a:t>for( auto beg = </a:t>
            </a:r>
            <a:r>
              <a:rPr lang="en-US" altLang="zh-CN" sz="2400" dirty="0" err="1" smtClean="0">
                <a:solidFill>
                  <a:srgbClr val="FFFF00"/>
                </a:solidFill>
              </a:rPr>
              <a:t>v.begin</a:t>
            </a:r>
            <a:r>
              <a:rPr lang="en-US" altLang="zh-CN" sz="2400" dirty="0" smtClean="0">
                <a:solidFill>
                  <a:srgbClr val="FFFF00"/>
                </a:solidFill>
              </a:rPr>
              <a:t>(), end = </a:t>
            </a:r>
            <a:r>
              <a:rPr lang="en-US" altLang="zh-CN" sz="2400" dirty="0" err="1" smtClean="0">
                <a:solidFill>
                  <a:srgbClr val="FFFF00"/>
                </a:solidFill>
              </a:rPr>
              <a:t>v.end</a:t>
            </a:r>
            <a:r>
              <a:rPr lang="en-US" altLang="zh-CN" sz="2400" dirty="0" smtClean="0">
                <a:solidFill>
                  <a:srgbClr val="FFFF00"/>
                </a:solidFill>
              </a:rPr>
              <a:t>(); beg != end; ++ beg){ </a:t>
            </a:r>
            <a:endParaRPr lang="en-US" altLang="zh-CN" sz="2400" dirty="0" smtClean="0">
              <a:solidFill>
                <a:srgbClr val="FFFF00"/>
              </a:solidFill>
            </a:endParaRPr>
          </a:p>
          <a:p>
            <a:pPr marL="0" indent="0" algn="l" eaLnBrk="1" hangingPunct="1">
              <a:lnSpc>
                <a:spcPct val="150000"/>
              </a:lnSpc>
              <a:spcBef>
                <a:spcPts val="0"/>
              </a:spcBef>
              <a:spcAft>
                <a:spcPts val="0"/>
              </a:spcAft>
            </a:pPr>
            <a:r>
              <a:rPr lang="en-US" altLang="zh-CN" sz="2400" dirty="0">
                <a:solidFill>
                  <a:srgbClr val="FFFF00"/>
                </a:solidFill>
              </a:rPr>
              <a:t>	</a:t>
            </a:r>
            <a:r>
              <a:rPr lang="en-US" altLang="zh-CN" sz="2400" dirty="0" smtClean="0">
                <a:solidFill>
                  <a:srgbClr val="FFFF00"/>
                </a:solidFill>
              </a:rPr>
              <a:t>auto &amp;r = *beg;      r *= 2;</a:t>
            </a:r>
            <a:endParaRPr lang="en-US" altLang="zh-CN" sz="2400" dirty="0" smtClean="0">
              <a:solidFill>
                <a:srgbClr val="FFFF00"/>
              </a:solidFill>
            </a:endParaRPr>
          </a:p>
          <a:p>
            <a:pPr marL="0" indent="0" algn="l" eaLnBrk="1" hangingPunct="1">
              <a:lnSpc>
                <a:spcPct val="150000"/>
              </a:lnSpc>
              <a:spcBef>
                <a:spcPts val="0"/>
              </a:spcBef>
              <a:spcAft>
                <a:spcPts val="0"/>
              </a:spcAft>
            </a:pPr>
            <a:r>
              <a:rPr lang="en-US" altLang="zh-CN" sz="2400" dirty="0">
                <a:solidFill>
                  <a:srgbClr val="FFFF00"/>
                </a:solidFill>
              </a:rPr>
              <a:t>}</a:t>
            </a:r>
            <a:endParaRPr lang="zh-CN" altLang="en-US" sz="2400" dirty="0"/>
          </a:p>
        </p:txBody>
      </p:sp>
    </p:spTree>
  </p:cSld>
  <p:clrMapOvr>
    <a:masterClrMapping/>
  </p:clrMapOvr>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noAutofit/>
          </a:bodyPr>
          <a:lstStyle/>
          <a:p>
            <a:pPr algn="ctr" fontAlgn="auto">
              <a:spcAft>
                <a:spcPts val="0"/>
              </a:spcAft>
            </a:pPr>
            <a:r>
              <a:rPr lang="en-US" altLang="zh-CN" b="1" dirty="0" smtClean="0">
                <a:solidFill>
                  <a:srgbClr val="FFFFFF"/>
                </a:solidFill>
                <a:ea typeface="隶书" panose="02010509060101010101" pitchFamily="49" charset="-122"/>
              </a:rPr>
              <a:t>2.4.5</a:t>
            </a:r>
            <a:r>
              <a:rPr lang="zh-CN" altLang="en-US" b="1" dirty="0" smtClean="0">
                <a:solidFill>
                  <a:srgbClr val="FFFFFF"/>
                </a:solidFill>
                <a:ea typeface="隶书" panose="02010509060101010101" pitchFamily="49" charset="-122"/>
              </a:rPr>
              <a:t>、其他控制语句</a:t>
            </a:r>
            <a:r>
              <a:rPr lang="en-US" altLang="zh-CN" b="1" dirty="0" smtClean="0">
                <a:solidFill>
                  <a:srgbClr val="FFFFFF"/>
                </a:solidFill>
                <a:ea typeface="隶书" panose="02010509060101010101" pitchFamily="49" charset="-122"/>
              </a:rPr>
              <a:t>—— </a:t>
            </a:r>
            <a:r>
              <a:rPr lang="en-US" altLang="zh-CN" b="1" dirty="0">
                <a:solidFill>
                  <a:srgbClr val="FFFFFF"/>
                </a:solidFill>
                <a:ea typeface="隶书" panose="02010509060101010101" pitchFamily="49" charset="-122"/>
              </a:rPr>
              <a:t>break</a:t>
            </a:r>
            <a:r>
              <a:rPr lang="zh-CN" altLang="en-US" b="1" dirty="0">
                <a:solidFill>
                  <a:srgbClr val="FFFFFF"/>
                </a:solidFill>
                <a:ea typeface="隶书" panose="02010509060101010101" pitchFamily="49" charset="-122"/>
              </a:rPr>
              <a:t>语句</a:t>
            </a:r>
            <a:endParaRPr lang="zh-CN" altLang="en-US" b="1" dirty="0">
              <a:solidFill>
                <a:srgbClr val="FFFFFF"/>
              </a:solidFill>
              <a:ea typeface="隶书" panose="02010509060101010101" pitchFamily="49" charset="-122"/>
            </a:endParaRPr>
          </a:p>
        </p:txBody>
      </p:sp>
      <p:sp>
        <p:nvSpPr>
          <p:cNvPr id="51203" name="Text Box 3"/>
          <p:cNvSpPr txBox="1">
            <a:spLocks noChangeArrowheads="1"/>
          </p:cNvSpPr>
          <p:nvPr/>
        </p:nvSpPr>
        <p:spPr bwMode="auto">
          <a:xfrm>
            <a:off x="628650" y="1124744"/>
            <a:ext cx="8515350" cy="547260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algn="l" eaLnBrk="1" hangingPunct="1">
              <a:spcBef>
                <a:spcPts val="0"/>
              </a:spcBef>
            </a:pPr>
            <a:r>
              <a:rPr lang="en-US" altLang="zh-CN" sz="2400" dirty="0" smtClean="0"/>
              <a:t>break</a:t>
            </a:r>
            <a:r>
              <a:rPr lang="zh-CN" altLang="en-US" sz="2400" dirty="0" smtClean="0"/>
              <a:t>语句用于终止离它最近的</a:t>
            </a:r>
            <a:r>
              <a:rPr lang="en-US" altLang="zh-CN" sz="2400" dirty="0" smtClean="0"/>
              <a:t>while</a:t>
            </a:r>
            <a:r>
              <a:rPr lang="zh-CN" altLang="en-US" sz="2400" dirty="0" smtClean="0"/>
              <a:t>、</a:t>
            </a:r>
            <a:r>
              <a:rPr lang="en-US" altLang="zh-CN" sz="2400" dirty="0" smtClean="0"/>
              <a:t>do while</a:t>
            </a:r>
            <a:r>
              <a:rPr lang="zh-CN" altLang="en-US" sz="2400" dirty="0" smtClean="0"/>
              <a:t>、</a:t>
            </a:r>
            <a:r>
              <a:rPr lang="en-US" altLang="zh-CN" sz="2400" dirty="0" smtClean="0"/>
              <a:t>for</a:t>
            </a:r>
            <a:r>
              <a:rPr lang="zh-CN" altLang="en-US" sz="2400" dirty="0" smtClean="0"/>
              <a:t>或</a:t>
            </a:r>
            <a:r>
              <a:rPr lang="en-US" altLang="zh-CN" sz="2400" dirty="0" smtClean="0"/>
              <a:t>switch</a:t>
            </a:r>
            <a:r>
              <a:rPr lang="zh-CN" altLang="en-US" sz="2400" dirty="0" smtClean="0"/>
              <a:t>语句，从这些语句之后的第一条语句开始执行。例如：</a:t>
            </a:r>
            <a:endParaRPr lang="en-US" altLang="zh-CN" sz="2400" dirty="0" smtClean="0"/>
          </a:p>
          <a:p>
            <a:pPr algn="l" eaLnBrk="1" hangingPunct="1">
              <a:spcBef>
                <a:spcPts val="0"/>
              </a:spcBef>
            </a:pPr>
            <a:r>
              <a:rPr lang="en-US" altLang="zh-CN" dirty="0" smtClean="0">
                <a:solidFill>
                  <a:srgbClr val="FFFF00"/>
                </a:solidFill>
              </a:rPr>
              <a:t>string </a:t>
            </a:r>
            <a:r>
              <a:rPr lang="en-US" altLang="zh-CN" dirty="0" err="1" smtClean="0">
                <a:solidFill>
                  <a:srgbClr val="FFFF00"/>
                </a:solidFill>
              </a:rPr>
              <a:t>buf</a:t>
            </a:r>
            <a:r>
              <a:rPr lang="en-US" altLang="zh-CN" dirty="0" smtClean="0">
                <a:solidFill>
                  <a:srgbClr val="FFFF00"/>
                </a:solidFill>
              </a:rPr>
              <a:t>;</a:t>
            </a:r>
            <a:endParaRPr lang="en-US" altLang="zh-CN" dirty="0" smtClean="0">
              <a:solidFill>
                <a:srgbClr val="FFFF00"/>
              </a:solidFill>
            </a:endParaRPr>
          </a:p>
          <a:p>
            <a:pPr algn="l" eaLnBrk="1" hangingPunct="1">
              <a:spcBef>
                <a:spcPts val="0"/>
              </a:spcBef>
            </a:pPr>
            <a:r>
              <a:rPr lang="en-US" altLang="zh-CN" dirty="0" smtClean="0">
                <a:solidFill>
                  <a:srgbClr val="FFFF00"/>
                </a:solidFill>
              </a:rPr>
              <a:t>while (</a:t>
            </a:r>
            <a:r>
              <a:rPr lang="en-US" altLang="zh-CN" dirty="0" err="1" smtClean="0">
                <a:solidFill>
                  <a:srgbClr val="FFFF00"/>
                </a:solidFill>
              </a:rPr>
              <a:t>cin</a:t>
            </a:r>
            <a:r>
              <a:rPr lang="en-US" altLang="zh-CN" dirty="0" smtClean="0">
                <a:solidFill>
                  <a:srgbClr val="FFFF00"/>
                </a:solidFill>
              </a:rPr>
              <a:t> &gt;&gt; </a:t>
            </a:r>
            <a:r>
              <a:rPr lang="en-US" altLang="zh-CN" dirty="0" err="1" smtClean="0">
                <a:solidFill>
                  <a:srgbClr val="FFFF00"/>
                </a:solidFill>
              </a:rPr>
              <a:t>buf</a:t>
            </a:r>
            <a:r>
              <a:rPr lang="en-US" altLang="zh-CN" dirty="0" smtClean="0">
                <a:solidFill>
                  <a:srgbClr val="FFFF00"/>
                </a:solidFill>
              </a:rPr>
              <a:t> &amp;&amp; !</a:t>
            </a:r>
            <a:r>
              <a:rPr lang="en-US" altLang="zh-CN" dirty="0" err="1" smtClean="0">
                <a:solidFill>
                  <a:srgbClr val="FFFF00"/>
                </a:solidFill>
              </a:rPr>
              <a:t>buf.empty</a:t>
            </a:r>
            <a:r>
              <a:rPr lang="en-US" altLang="zh-CN" dirty="0" smtClean="0">
                <a:solidFill>
                  <a:srgbClr val="FFFF00"/>
                </a:solidFill>
              </a:rPr>
              <a:t>() ){</a:t>
            </a:r>
            <a:endParaRPr lang="en-US" altLang="zh-CN" dirty="0" smtClean="0">
              <a:solidFill>
                <a:srgbClr val="FFFF00"/>
              </a:solidFill>
            </a:endParaRPr>
          </a:p>
          <a:p>
            <a:pPr algn="l" eaLnBrk="1" hangingPunct="1">
              <a:spcBef>
                <a:spcPts val="0"/>
              </a:spcBef>
            </a:pPr>
            <a:r>
              <a:rPr lang="en-US" altLang="zh-CN" dirty="0" smtClean="0">
                <a:solidFill>
                  <a:srgbClr val="FFFF00"/>
                </a:solidFill>
              </a:rPr>
              <a:t>	switch(</a:t>
            </a:r>
            <a:r>
              <a:rPr lang="en-US" altLang="zh-CN" dirty="0" err="1" smtClean="0">
                <a:solidFill>
                  <a:srgbClr val="FFFF00"/>
                </a:solidFill>
              </a:rPr>
              <a:t>buf</a:t>
            </a:r>
            <a:r>
              <a:rPr lang="en-US" altLang="zh-CN" dirty="0" smtClean="0">
                <a:solidFill>
                  <a:srgbClr val="FFFF00"/>
                </a:solidFill>
              </a:rPr>
              <a:t>[0]){</a:t>
            </a:r>
            <a:endParaRPr lang="en-US" altLang="zh-CN" dirty="0" smtClean="0">
              <a:solidFill>
                <a:srgbClr val="FFFF00"/>
              </a:solidFill>
            </a:endParaRPr>
          </a:p>
          <a:p>
            <a:pPr algn="l" eaLnBrk="1" hangingPunct="1">
              <a:spcBef>
                <a:spcPts val="0"/>
              </a:spcBef>
            </a:pPr>
            <a:r>
              <a:rPr lang="en-US" altLang="zh-CN" dirty="0">
                <a:solidFill>
                  <a:srgbClr val="FFFF00"/>
                </a:solidFill>
              </a:rPr>
              <a:t>	</a:t>
            </a:r>
            <a:r>
              <a:rPr lang="en-US" altLang="zh-CN" dirty="0" smtClean="0">
                <a:solidFill>
                  <a:srgbClr val="FFFF00"/>
                </a:solidFill>
              </a:rPr>
              <a:t>case ‘-’:	//</a:t>
            </a:r>
            <a:r>
              <a:rPr lang="zh-CN" altLang="en-US" dirty="0" smtClean="0">
                <a:solidFill>
                  <a:srgbClr val="FFFF00"/>
                </a:solidFill>
              </a:rPr>
              <a:t>处理到第一个空白为止</a:t>
            </a:r>
            <a:endParaRPr lang="en-US" altLang="zh-CN" dirty="0" smtClean="0">
              <a:solidFill>
                <a:srgbClr val="FFFF00"/>
              </a:solidFill>
            </a:endParaRPr>
          </a:p>
          <a:p>
            <a:pPr algn="l" eaLnBrk="1" hangingPunct="1">
              <a:spcBef>
                <a:spcPts val="0"/>
              </a:spcBef>
            </a:pPr>
            <a:r>
              <a:rPr lang="en-US" altLang="zh-CN" dirty="0">
                <a:solidFill>
                  <a:srgbClr val="FFFF00"/>
                </a:solidFill>
              </a:rPr>
              <a:t>	</a:t>
            </a:r>
            <a:r>
              <a:rPr lang="en-US" altLang="zh-CN" dirty="0" smtClean="0">
                <a:solidFill>
                  <a:srgbClr val="FFFF00"/>
                </a:solidFill>
              </a:rPr>
              <a:t>	for( auto it = </a:t>
            </a:r>
            <a:r>
              <a:rPr lang="en-US" altLang="zh-CN" dirty="0" err="1" smtClean="0">
                <a:solidFill>
                  <a:srgbClr val="FFFF00"/>
                </a:solidFill>
              </a:rPr>
              <a:t>buf.begin</a:t>
            </a:r>
            <a:r>
              <a:rPr lang="en-US" altLang="zh-CN" dirty="0" smtClean="0">
                <a:solidFill>
                  <a:srgbClr val="FFFF00"/>
                </a:solidFill>
              </a:rPr>
              <a:t>() +1; it != </a:t>
            </a:r>
            <a:r>
              <a:rPr lang="en-US" altLang="zh-CN" dirty="0" err="1" smtClean="0">
                <a:solidFill>
                  <a:srgbClr val="FFFF00"/>
                </a:solidFill>
              </a:rPr>
              <a:t>buf.end</a:t>
            </a:r>
            <a:r>
              <a:rPr lang="en-US" altLang="zh-CN" dirty="0" smtClean="0">
                <a:solidFill>
                  <a:srgbClr val="FFFF00"/>
                </a:solidFill>
              </a:rPr>
              <a:t>(); ++it){</a:t>
            </a:r>
            <a:endParaRPr lang="en-US" altLang="zh-CN" dirty="0" smtClean="0">
              <a:solidFill>
                <a:srgbClr val="FFFF00"/>
              </a:solidFill>
            </a:endParaRPr>
          </a:p>
          <a:p>
            <a:pPr algn="l" eaLnBrk="1" hangingPunct="1">
              <a:spcBef>
                <a:spcPts val="0"/>
              </a:spcBef>
            </a:pPr>
            <a:r>
              <a:rPr lang="en-US" altLang="zh-CN" dirty="0">
                <a:solidFill>
                  <a:srgbClr val="FFFF00"/>
                </a:solidFill>
              </a:rPr>
              <a:t>	</a:t>
            </a:r>
            <a:r>
              <a:rPr lang="en-US" altLang="zh-CN" dirty="0" smtClean="0">
                <a:solidFill>
                  <a:srgbClr val="FFFF00"/>
                </a:solidFill>
              </a:rPr>
              <a:t>		if( </a:t>
            </a:r>
            <a:r>
              <a:rPr lang="zh-CN" altLang="en-US" dirty="0" smtClean="0">
                <a:solidFill>
                  <a:srgbClr val="FFFF00"/>
                </a:solidFill>
              </a:rPr>
              <a:t>*</a:t>
            </a:r>
            <a:r>
              <a:rPr lang="en-US" altLang="zh-CN" dirty="0" smtClean="0">
                <a:solidFill>
                  <a:srgbClr val="FFFF00"/>
                </a:solidFill>
              </a:rPr>
              <a:t>it == ‘ ’)</a:t>
            </a:r>
            <a:endParaRPr lang="en-US" altLang="zh-CN" dirty="0" smtClean="0">
              <a:solidFill>
                <a:srgbClr val="FFFF00"/>
              </a:solidFill>
            </a:endParaRPr>
          </a:p>
          <a:p>
            <a:pPr algn="l" eaLnBrk="1" hangingPunct="1">
              <a:spcBef>
                <a:spcPts val="0"/>
              </a:spcBef>
            </a:pPr>
            <a:r>
              <a:rPr lang="en-US" altLang="zh-CN" dirty="0">
                <a:solidFill>
                  <a:srgbClr val="FFFF00"/>
                </a:solidFill>
              </a:rPr>
              <a:t>	</a:t>
            </a:r>
            <a:r>
              <a:rPr lang="en-US" altLang="zh-CN" dirty="0" smtClean="0">
                <a:solidFill>
                  <a:srgbClr val="FFFF00"/>
                </a:solidFill>
              </a:rPr>
              <a:t>			break;  //#1</a:t>
            </a:r>
            <a:r>
              <a:rPr lang="zh-CN" altLang="en-US" dirty="0" smtClean="0">
                <a:solidFill>
                  <a:srgbClr val="FFFF00"/>
                </a:solidFill>
              </a:rPr>
              <a:t>离开</a:t>
            </a:r>
            <a:r>
              <a:rPr lang="en-US" altLang="zh-CN" dirty="0" smtClean="0">
                <a:solidFill>
                  <a:srgbClr val="FFFF00"/>
                </a:solidFill>
              </a:rPr>
              <a:t>for</a:t>
            </a:r>
            <a:r>
              <a:rPr lang="zh-CN" altLang="en-US" dirty="0" smtClean="0">
                <a:solidFill>
                  <a:srgbClr val="FFFF00"/>
                </a:solidFill>
              </a:rPr>
              <a:t>循环</a:t>
            </a:r>
            <a:endParaRPr lang="en-US" altLang="zh-CN" dirty="0" smtClean="0">
              <a:solidFill>
                <a:srgbClr val="FFFF00"/>
              </a:solidFill>
            </a:endParaRPr>
          </a:p>
          <a:p>
            <a:pPr algn="l" eaLnBrk="1" hangingPunct="1">
              <a:spcBef>
                <a:spcPts val="0"/>
              </a:spcBef>
            </a:pPr>
            <a:r>
              <a:rPr lang="en-US" altLang="zh-CN" dirty="0">
                <a:solidFill>
                  <a:srgbClr val="FFFF00"/>
                </a:solidFill>
              </a:rPr>
              <a:t>		</a:t>
            </a:r>
            <a:r>
              <a:rPr lang="en-US" altLang="zh-CN" dirty="0" smtClean="0">
                <a:solidFill>
                  <a:srgbClr val="FFFF00"/>
                </a:solidFill>
              </a:rPr>
              <a:t>	//…</a:t>
            </a:r>
            <a:endParaRPr lang="en-US" altLang="zh-CN" dirty="0" smtClean="0">
              <a:solidFill>
                <a:srgbClr val="FFFF00"/>
              </a:solidFill>
            </a:endParaRPr>
          </a:p>
          <a:p>
            <a:pPr algn="l" eaLnBrk="1" hangingPunct="1">
              <a:spcBef>
                <a:spcPts val="0"/>
              </a:spcBef>
            </a:pPr>
            <a:r>
              <a:rPr lang="en-US" altLang="zh-CN" dirty="0">
                <a:solidFill>
                  <a:srgbClr val="FFFF00"/>
                </a:solidFill>
              </a:rPr>
              <a:t>	</a:t>
            </a:r>
            <a:r>
              <a:rPr lang="en-US" altLang="zh-CN" dirty="0" smtClean="0">
                <a:solidFill>
                  <a:srgbClr val="FFFF00"/>
                </a:solidFill>
              </a:rPr>
              <a:t>	}</a:t>
            </a:r>
            <a:endParaRPr lang="en-US" altLang="zh-CN" dirty="0" smtClean="0">
              <a:solidFill>
                <a:srgbClr val="FFFF00"/>
              </a:solidFill>
            </a:endParaRPr>
          </a:p>
          <a:p>
            <a:pPr algn="l" eaLnBrk="1" hangingPunct="1">
              <a:spcBef>
                <a:spcPts val="0"/>
              </a:spcBef>
            </a:pPr>
            <a:r>
              <a:rPr lang="en-US" altLang="zh-CN" dirty="0">
                <a:solidFill>
                  <a:srgbClr val="FFFF00"/>
                </a:solidFill>
              </a:rPr>
              <a:t>	</a:t>
            </a:r>
            <a:r>
              <a:rPr lang="en-US" altLang="zh-CN" dirty="0" smtClean="0">
                <a:solidFill>
                  <a:srgbClr val="FFFF00"/>
                </a:solidFill>
              </a:rPr>
              <a:t>	//break #1</a:t>
            </a:r>
            <a:r>
              <a:rPr lang="zh-CN" altLang="en-US" dirty="0" smtClean="0">
                <a:solidFill>
                  <a:srgbClr val="FFFF00"/>
                </a:solidFill>
              </a:rPr>
              <a:t>将控制权转移到这里</a:t>
            </a:r>
            <a:endParaRPr lang="en-US" altLang="zh-CN" dirty="0" smtClean="0">
              <a:solidFill>
                <a:srgbClr val="FFFF00"/>
              </a:solidFill>
            </a:endParaRPr>
          </a:p>
          <a:p>
            <a:pPr algn="l" eaLnBrk="1" hangingPunct="1">
              <a:spcBef>
                <a:spcPts val="0"/>
              </a:spcBef>
            </a:pPr>
            <a:r>
              <a:rPr lang="en-US" altLang="zh-CN" dirty="0">
                <a:solidFill>
                  <a:srgbClr val="FFFF00"/>
                </a:solidFill>
              </a:rPr>
              <a:t>	</a:t>
            </a:r>
            <a:r>
              <a:rPr lang="en-US" altLang="zh-CN" dirty="0" smtClean="0">
                <a:solidFill>
                  <a:srgbClr val="FFFF00"/>
                </a:solidFill>
              </a:rPr>
              <a:t>	//</a:t>
            </a:r>
            <a:r>
              <a:rPr lang="zh-CN" altLang="en-US" dirty="0" smtClean="0">
                <a:solidFill>
                  <a:srgbClr val="FFFF00"/>
                </a:solidFill>
              </a:rPr>
              <a:t>剩余的‘</a:t>
            </a:r>
            <a:r>
              <a:rPr lang="en-US" altLang="zh-CN" dirty="0" smtClean="0">
                <a:solidFill>
                  <a:srgbClr val="FFFF00"/>
                </a:solidFill>
              </a:rPr>
              <a:t>-</a:t>
            </a:r>
            <a:r>
              <a:rPr lang="zh-CN" altLang="en-US" dirty="0" smtClean="0">
                <a:solidFill>
                  <a:srgbClr val="FFFF00"/>
                </a:solidFill>
              </a:rPr>
              <a:t>’处理</a:t>
            </a:r>
            <a:endParaRPr lang="en-US" altLang="zh-CN" dirty="0" smtClean="0">
              <a:solidFill>
                <a:srgbClr val="FFFF00"/>
              </a:solidFill>
            </a:endParaRPr>
          </a:p>
          <a:p>
            <a:pPr algn="l" eaLnBrk="1" hangingPunct="1">
              <a:spcBef>
                <a:spcPts val="0"/>
              </a:spcBef>
            </a:pPr>
            <a:r>
              <a:rPr lang="en-US" altLang="zh-CN" dirty="0">
                <a:solidFill>
                  <a:srgbClr val="FFFF00"/>
                </a:solidFill>
              </a:rPr>
              <a:t> </a:t>
            </a:r>
            <a:r>
              <a:rPr lang="en-US" altLang="zh-CN" dirty="0" smtClean="0">
                <a:solidFill>
                  <a:srgbClr val="FFFF00"/>
                </a:solidFill>
              </a:rPr>
              <a:t>          		break;  // #2</a:t>
            </a:r>
            <a:r>
              <a:rPr lang="zh-CN" altLang="en-US" dirty="0" smtClean="0">
                <a:solidFill>
                  <a:srgbClr val="FFFF00"/>
                </a:solidFill>
              </a:rPr>
              <a:t>，离开</a:t>
            </a:r>
            <a:r>
              <a:rPr lang="en-US" altLang="zh-CN" dirty="0" smtClean="0">
                <a:solidFill>
                  <a:srgbClr val="FFFF00"/>
                </a:solidFill>
              </a:rPr>
              <a:t>switch</a:t>
            </a:r>
            <a:r>
              <a:rPr lang="zh-CN" altLang="en-US" dirty="0" smtClean="0">
                <a:solidFill>
                  <a:srgbClr val="FFFF00"/>
                </a:solidFill>
              </a:rPr>
              <a:t>语句</a:t>
            </a:r>
            <a:endParaRPr lang="en-US" altLang="zh-CN" dirty="0" smtClean="0">
              <a:solidFill>
                <a:srgbClr val="FFFF00"/>
              </a:solidFill>
            </a:endParaRPr>
          </a:p>
          <a:p>
            <a:pPr algn="l" eaLnBrk="1" hangingPunct="1">
              <a:spcBef>
                <a:spcPts val="0"/>
              </a:spcBef>
            </a:pPr>
            <a:r>
              <a:rPr lang="en-US" altLang="zh-CN" dirty="0">
                <a:solidFill>
                  <a:srgbClr val="FFFF00"/>
                </a:solidFill>
              </a:rPr>
              <a:t>	</a:t>
            </a:r>
            <a:r>
              <a:rPr lang="en-US" altLang="zh-CN" dirty="0" smtClean="0">
                <a:solidFill>
                  <a:srgbClr val="FFFF00"/>
                </a:solidFill>
              </a:rPr>
              <a:t>case ‘+’:	//…</a:t>
            </a:r>
            <a:endParaRPr lang="en-US" altLang="zh-CN" dirty="0" smtClean="0">
              <a:solidFill>
                <a:srgbClr val="FFFF00"/>
              </a:solidFill>
            </a:endParaRPr>
          </a:p>
          <a:p>
            <a:pPr algn="l" eaLnBrk="1" hangingPunct="1">
              <a:spcBef>
                <a:spcPts val="0"/>
              </a:spcBef>
            </a:pPr>
            <a:r>
              <a:rPr lang="en-US" altLang="zh-CN" dirty="0" smtClean="0">
                <a:solidFill>
                  <a:srgbClr val="FFFF00"/>
                </a:solidFill>
              </a:rPr>
              <a:t>	}//</a:t>
            </a:r>
            <a:r>
              <a:rPr lang="zh-CN" altLang="en-US" dirty="0" smtClean="0">
                <a:solidFill>
                  <a:srgbClr val="FFFF00"/>
                </a:solidFill>
              </a:rPr>
              <a:t>结束</a:t>
            </a:r>
            <a:r>
              <a:rPr lang="en-US" altLang="zh-CN" dirty="0" smtClean="0">
                <a:solidFill>
                  <a:srgbClr val="FFFF00"/>
                </a:solidFill>
              </a:rPr>
              <a:t>switch</a:t>
            </a:r>
            <a:r>
              <a:rPr lang="zh-CN" altLang="en-US" dirty="0" smtClean="0">
                <a:solidFill>
                  <a:srgbClr val="FFFF00"/>
                </a:solidFill>
              </a:rPr>
              <a:t>语句</a:t>
            </a:r>
            <a:endParaRPr lang="en-US" altLang="zh-CN" dirty="0" smtClean="0">
              <a:solidFill>
                <a:srgbClr val="FFFF00"/>
              </a:solidFill>
            </a:endParaRPr>
          </a:p>
          <a:p>
            <a:pPr algn="l" eaLnBrk="1" hangingPunct="1">
              <a:spcBef>
                <a:spcPts val="0"/>
              </a:spcBef>
            </a:pPr>
            <a:r>
              <a:rPr lang="en-US" altLang="zh-CN" dirty="0">
                <a:solidFill>
                  <a:srgbClr val="FFFF00"/>
                </a:solidFill>
              </a:rPr>
              <a:t>	</a:t>
            </a:r>
            <a:r>
              <a:rPr lang="en-US" altLang="zh-CN" dirty="0" smtClean="0">
                <a:solidFill>
                  <a:srgbClr val="FFFF00"/>
                </a:solidFill>
              </a:rPr>
              <a:t>// </a:t>
            </a:r>
            <a:r>
              <a:rPr lang="en-US" altLang="zh-CN" dirty="0">
                <a:solidFill>
                  <a:srgbClr val="FFFF00"/>
                </a:solidFill>
              </a:rPr>
              <a:t>break </a:t>
            </a:r>
            <a:r>
              <a:rPr lang="en-US" altLang="zh-CN" dirty="0" smtClean="0">
                <a:solidFill>
                  <a:srgbClr val="FFFF00"/>
                </a:solidFill>
              </a:rPr>
              <a:t>#2</a:t>
            </a:r>
            <a:r>
              <a:rPr lang="zh-CN" altLang="en-US" dirty="0" smtClean="0">
                <a:solidFill>
                  <a:srgbClr val="FFFF00"/>
                </a:solidFill>
              </a:rPr>
              <a:t>将</a:t>
            </a:r>
            <a:r>
              <a:rPr lang="zh-CN" altLang="en-US" dirty="0">
                <a:solidFill>
                  <a:srgbClr val="FFFF00"/>
                </a:solidFill>
              </a:rPr>
              <a:t>控制权转移到</a:t>
            </a:r>
            <a:r>
              <a:rPr lang="zh-CN" altLang="en-US" dirty="0" smtClean="0">
                <a:solidFill>
                  <a:srgbClr val="FFFF00"/>
                </a:solidFill>
              </a:rPr>
              <a:t>这里</a:t>
            </a:r>
            <a:endParaRPr lang="en-US" altLang="zh-CN" dirty="0" smtClean="0">
              <a:solidFill>
                <a:srgbClr val="FFFF00"/>
              </a:solidFill>
            </a:endParaRPr>
          </a:p>
          <a:p>
            <a:pPr algn="l" eaLnBrk="1" hangingPunct="1">
              <a:spcBef>
                <a:spcPts val="0"/>
              </a:spcBef>
            </a:pPr>
            <a:r>
              <a:rPr lang="en-US" altLang="zh-CN" dirty="0" smtClean="0">
                <a:solidFill>
                  <a:srgbClr val="FFFF00"/>
                </a:solidFill>
              </a:rPr>
              <a:t>}// </a:t>
            </a:r>
            <a:r>
              <a:rPr lang="zh-CN" altLang="en-US" dirty="0" smtClean="0">
                <a:solidFill>
                  <a:srgbClr val="FFFF00"/>
                </a:solidFill>
              </a:rPr>
              <a:t>结束</a:t>
            </a:r>
            <a:r>
              <a:rPr lang="en-US" altLang="zh-CN" dirty="0" smtClean="0">
                <a:solidFill>
                  <a:srgbClr val="FFFF00"/>
                </a:solidFill>
              </a:rPr>
              <a:t>while</a:t>
            </a:r>
            <a:endParaRPr lang="en-US" altLang="zh-CN" dirty="0" smtClean="0">
              <a:solidFill>
                <a:srgbClr val="FFFF00"/>
              </a:solidFill>
            </a:endParaRPr>
          </a:p>
        </p:txBody>
      </p:sp>
    </p:spTree>
  </p:cSld>
  <p:clrMapOvr>
    <a:masterClrMapping/>
  </p:clrMapOvr>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noAutofit/>
          </a:bodyPr>
          <a:lstStyle/>
          <a:p>
            <a:pPr algn="ctr" fontAlgn="auto">
              <a:spcAft>
                <a:spcPts val="0"/>
              </a:spcAft>
            </a:pPr>
            <a:r>
              <a:rPr lang="en-US" altLang="zh-CN" b="1" dirty="0">
                <a:solidFill>
                  <a:srgbClr val="FFFFFF"/>
                </a:solidFill>
                <a:ea typeface="隶书" panose="02010509060101010101" pitchFamily="49" charset="-122"/>
              </a:rPr>
              <a:t>2.4.5    </a:t>
            </a:r>
            <a:r>
              <a:rPr lang="zh-CN" altLang="en-US" b="1" dirty="0">
                <a:solidFill>
                  <a:srgbClr val="FFFFFF"/>
                </a:solidFill>
                <a:ea typeface="隶书" panose="02010509060101010101" pitchFamily="49" charset="-122"/>
              </a:rPr>
              <a:t>循环结构</a:t>
            </a:r>
            <a:r>
              <a:rPr lang="en-US" altLang="zh-CN" b="1" dirty="0">
                <a:solidFill>
                  <a:srgbClr val="FFFFFF"/>
                </a:solidFill>
                <a:ea typeface="隶书" panose="02010509060101010101" pitchFamily="49" charset="-122"/>
              </a:rPr>
              <a:t>—— </a:t>
            </a:r>
            <a:r>
              <a:rPr lang="en-US" altLang="zh-CN" b="1" dirty="0" smtClean="0">
                <a:solidFill>
                  <a:srgbClr val="FFFFFF"/>
                </a:solidFill>
                <a:ea typeface="隶书" panose="02010509060101010101" pitchFamily="49" charset="-122"/>
              </a:rPr>
              <a:t>continue</a:t>
            </a:r>
            <a:r>
              <a:rPr lang="zh-CN" altLang="en-US" b="1" dirty="0">
                <a:solidFill>
                  <a:srgbClr val="FFFFFF"/>
                </a:solidFill>
                <a:ea typeface="隶书" panose="02010509060101010101" pitchFamily="49" charset="-122"/>
              </a:rPr>
              <a:t>语句</a:t>
            </a:r>
            <a:endParaRPr lang="zh-CN" altLang="en-US" b="1" dirty="0">
              <a:solidFill>
                <a:srgbClr val="FFFFFF"/>
              </a:solidFill>
              <a:ea typeface="隶书" panose="02010509060101010101" pitchFamily="49" charset="-122"/>
            </a:endParaRPr>
          </a:p>
        </p:txBody>
      </p:sp>
      <p:sp>
        <p:nvSpPr>
          <p:cNvPr id="51203" name="Text Box 3"/>
          <p:cNvSpPr txBox="1">
            <a:spLocks noChangeArrowheads="1"/>
          </p:cNvSpPr>
          <p:nvPr/>
        </p:nvSpPr>
        <p:spPr bwMode="auto">
          <a:xfrm>
            <a:off x="628650" y="1124744"/>
            <a:ext cx="8515350" cy="547260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50000"/>
              </a:lnSpc>
              <a:spcBef>
                <a:spcPts val="0"/>
              </a:spcBef>
            </a:pPr>
            <a:r>
              <a:rPr lang="en-US" altLang="zh-CN" sz="2400" dirty="0" smtClean="0"/>
              <a:t>continue</a:t>
            </a:r>
            <a:r>
              <a:rPr lang="zh-CN" altLang="en-US" sz="2400" dirty="0" smtClean="0"/>
              <a:t>语句用于终止最近的循环中的当前迭代，并立刻开始下一次迭代。</a:t>
            </a:r>
            <a:r>
              <a:rPr lang="en-US" altLang="zh-CN" sz="2400" dirty="0" smtClean="0"/>
              <a:t>continue</a:t>
            </a:r>
            <a:r>
              <a:rPr lang="zh-CN" altLang="en-US" sz="2400" dirty="0" smtClean="0"/>
              <a:t>仅用于</a:t>
            </a:r>
            <a:r>
              <a:rPr lang="en-US" altLang="zh-CN" sz="2400" dirty="0" smtClean="0"/>
              <a:t>while</a:t>
            </a:r>
            <a:r>
              <a:rPr lang="zh-CN" altLang="en-US" sz="2400" dirty="0" smtClean="0"/>
              <a:t>、</a:t>
            </a:r>
            <a:r>
              <a:rPr lang="en-US" altLang="zh-CN" sz="2400" dirty="0" smtClean="0"/>
              <a:t>do while</a:t>
            </a:r>
            <a:r>
              <a:rPr lang="zh-CN" altLang="en-US" sz="2400" dirty="0" smtClean="0"/>
              <a:t>和</a:t>
            </a:r>
            <a:r>
              <a:rPr lang="en-US" altLang="zh-CN" sz="2400" dirty="0" smtClean="0"/>
              <a:t>for</a:t>
            </a:r>
            <a:r>
              <a:rPr lang="zh-CN" altLang="en-US" sz="2400" dirty="0" smtClean="0"/>
              <a:t>语句内部。例如，下面的代码段功能是：每次从标准输入读取一个单词，循环中只对以下画线开头的单词感兴趣：</a:t>
            </a:r>
            <a:endParaRPr lang="en-US" altLang="zh-CN" sz="2400" dirty="0" smtClean="0"/>
          </a:p>
          <a:p>
            <a:pPr algn="l" eaLnBrk="1" hangingPunct="1">
              <a:lnSpc>
                <a:spcPct val="150000"/>
              </a:lnSpc>
              <a:spcBef>
                <a:spcPts val="0"/>
              </a:spcBef>
            </a:pPr>
            <a:r>
              <a:rPr lang="en-US" altLang="zh-CN" sz="2400" dirty="0" smtClean="0">
                <a:solidFill>
                  <a:srgbClr val="FFFF00"/>
                </a:solidFill>
              </a:rPr>
              <a:t>string </a:t>
            </a:r>
            <a:r>
              <a:rPr lang="en-US" altLang="zh-CN" sz="2400" dirty="0" err="1" smtClean="0">
                <a:solidFill>
                  <a:srgbClr val="FFFF00"/>
                </a:solidFill>
              </a:rPr>
              <a:t>buf</a:t>
            </a:r>
            <a:r>
              <a:rPr lang="en-US" altLang="zh-CN" sz="2400" dirty="0" smtClean="0">
                <a:solidFill>
                  <a:srgbClr val="FFFF00"/>
                </a:solidFill>
              </a:rPr>
              <a:t>;</a:t>
            </a:r>
            <a:endParaRPr lang="en-US" altLang="zh-CN" sz="2400" dirty="0" smtClean="0">
              <a:solidFill>
                <a:srgbClr val="FFFF00"/>
              </a:solidFill>
            </a:endParaRPr>
          </a:p>
          <a:p>
            <a:pPr algn="l" eaLnBrk="1" hangingPunct="1">
              <a:lnSpc>
                <a:spcPct val="150000"/>
              </a:lnSpc>
              <a:spcBef>
                <a:spcPts val="0"/>
              </a:spcBef>
            </a:pPr>
            <a:r>
              <a:rPr lang="en-US" altLang="zh-CN" sz="2400" dirty="0" smtClean="0">
                <a:solidFill>
                  <a:srgbClr val="FFFF00"/>
                </a:solidFill>
              </a:rPr>
              <a:t>while (</a:t>
            </a:r>
            <a:r>
              <a:rPr lang="en-US" altLang="zh-CN" sz="2400" dirty="0" err="1" smtClean="0">
                <a:solidFill>
                  <a:srgbClr val="FFFF00"/>
                </a:solidFill>
              </a:rPr>
              <a:t>cin</a:t>
            </a:r>
            <a:r>
              <a:rPr lang="en-US" altLang="zh-CN" sz="2400" dirty="0" smtClean="0">
                <a:solidFill>
                  <a:srgbClr val="FFFF00"/>
                </a:solidFill>
              </a:rPr>
              <a:t> &gt;&gt; </a:t>
            </a:r>
            <a:r>
              <a:rPr lang="en-US" altLang="zh-CN" sz="2400" dirty="0" err="1" smtClean="0">
                <a:solidFill>
                  <a:srgbClr val="FFFF00"/>
                </a:solidFill>
              </a:rPr>
              <a:t>buf</a:t>
            </a:r>
            <a:r>
              <a:rPr lang="en-US" altLang="zh-CN" sz="2400" dirty="0" smtClean="0">
                <a:solidFill>
                  <a:srgbClr val="FFFF00"/>
                </a:solidFill>
              </a:rPr>
              <a:t> &amp;&amp; !</a:t>
            </a:r>
            <a:r>
              <a:rPr lang="en-US" altLang="zh-CN" sz="2400" dirty="0" err="1" smtClean="0">
                <a:solidFill>
                  <a:srgbClr val="FFFF00"/>
                </a:solidFill>
              </a:rPr>
              <a:t>buf.empty</a:t>
            </a:r>
            <a:r>
              <a:rPr lang="en-US" altLang="zh-CN" sz="2400" dirty="0" smtClean="0">
                <a:solidFill>
                  <a:srgbClr val="FFFF00"/>
                </a:solidFill>
              </a:rPr>
              <a:t>() ){</a:t>
            </a:r>
            <a:endParaRPr lang="en-US" altLang="zh-CN" sz="2400" dirty="0" smtClean="0">
              <a:solidFill>
                <a:srgbClr val="FFFF00"/>
              </a:solidFill>
            </a:endParaRPr>
          </a:p>
          <a:p>
            <a:pPr algn="l" eaLnBrk="1" hangingPunct="1">
              <a:lnSpc>
                <a:spcPct val="150000"/>
              </a:lnSpc>
              <a:spcBef>
                <a:spcPts val="0"/>
              </a:spcBef>
            </a:pPr>
            <a:r>
              <a:rPr lang="en-US" altLang="zh-CN" sz="2400" dirty="0" smtClean="0">
                <a:solidFill>
                  <a:srgbClr val="FFFF00"/>
                </a:solidFill>
              </a:rPr>
              <a:t>	if ( </a:t>
            </a:r>
            <a:r>
              <a:rPr lang="en-US" altLang="zh-CN" sz="2400" dirty="0" err="1" smtClean="0">
                <a:solidFill>
                  <a:srgbClr val="FFFF00"/>
                </a:solidFill>
              </a:rPr>
              <a:t>buf</a:t>
            </a:r>
            <a:r>
              <a:rPr lang="en-US" altLang="zh-CN" sz="2400" dirty="0" smtClean="0">
                <a:solidFill>
                  <a:srgbClr val="FFFF00"/>
                </a:solidFill>
              </a:rPr>
              <a:t>[0] != ‘_’ )</a:t>
            </a:r>
            <a:endParaRPr lang="en-US" altLang="zh-CN" sz="2400" dirty="0" smtClean="0">
              <a:solidFill>
                <a:srgbClr val="FFFF00"/>
              </a:solidFill>
            </a:endParaRPr>
          </a:p>
          <a:p>
            <a:pPr algn="l" eaLnBrk="1" hangingPunct="1">
              <a:lnSpc>
                <a:spcPct val="150000"/>
              </a:lnSpc>
              <a:spcBef>
                <a:spcPts val="0"/>
              </a:spcBef>
            </a:pPr>
            <a:r>
              <a:rPr lang="en-US" altLang="zh-CN" sz="2400" dirty="0">
                <a:solidFill>
                  <a:srgbClr val="FFFF00"/>
                </a:solidFill>
              </a:rPr>
              <a:t>	</a:t>
            </a:r>
            <a:r>
              <a:rPr lang="en-US" altLang="zh-CN" sz="2400" dirty="0" smtClean="0">
                <a:solidFill>
                  <a:srgbClr val="FFFF00"/>
                </a:solidFill>
              </a:rPr>
              <a:t>	continue;</a:t>
            </a:r>
            <a:endParaRPr lang="en-US" altLang="zh-CN" sz="2400" dirty="0" smtClean="0">
              <a:solidFill>
                <a:srgbClr val="FFFF00"/>
              </a:solidFill>
            </a:endParaRPr>
          </a:p>
          <a:p>
            <a:pPr algn="l" eaLnBrk="1" hangingPunct="1">
              <a:lnSpc>
                <a:spcPct val="150000"/>
              </a:lnSpc>
              <a:spcBef>
                <a:spcPts val="0"/>
              </a:spcBef>
            </a:pPr>
            <a:r>
              <a:rPr lang="en-US" altLang="zh-CN" sz="2400" dirty="0">
                <a:solidFill>
                  <a:srgbClr val="FFFF00"/>
                </a:solidFill>
              </a:rPr>
              <a:t>	</a:t>
            </a:r>
            <a:r>
              <a:rPr lang="en-US" altLang="zh-CN" sz="2400" dirty="0" smtClean="0">
                <a:solidFill>
                  <a:srgbClr val="FFFF00"/>
                </a:solidFill>
              </a:rPr>
              <a:t>//…</a:t>
            </a:r>
            <a:r>
              <a:rPr lang="zh-CN" altLang="en-US" sz="2400" dirty="0" smtClean="0">
                <a:solidFill>
                  <a:srgbClr val="FFFF00"/>
                </a:solidFill>
              </a:rPr>
              <a:t>处理以下画线开头的单词</a:t>
            </a:r>
            <a:endParaRPr lang="en-US" altLang="zh-CN" sz="2400" dirty="0" smtClean="0">
              <a:solidFill>
                <a:srgbClr val="FFFF00"/>
              </a:solidFill>
            </a:endParaRPr>
          </a:p>
          <a:p>
            <a:pPr algn="l" eaLnBrk="1" hangingPunct="1">
              <a:lnSpc>
                <a:spcPct val="150000"/>
              </a:lnSpc>
              <a:spcBef>
                <a:spcPts val="0"/>
              </a:spcBef>
            </a:pPr>
            <a:r>
              <a:rPr lang="en-US" altLang="zh-CN" sz="2400" dirty="0" smtClean="0">
                <a:solidFill>
                  <a:srgbClr val="FFFF00"/>
                </a:solidFill>
              </a:rPr>
              <a:t>}// </a:t>
            </a:r>
            <a:r>
              <a:rPr lang="zh-CN" altLang="en-US" sz="2400" dirty="0" smtClean="0">
                <a:solidFill>
                  <a:srgbClr val="FFFF00"/>
                </a:solidFill>
              </a:rPr>
              <a:t>结束</a:t>
            </a:r>
            <a:r>
              <a:rPr lang="en-US" altLang="zh-CN" sz="2400" dirty="0" smtClean="0">
                <a:solidFill>
                  <a:srgbClr val="FFFF00"/>
                </a:solidFill>
              </a:rPr>
              <a:t>while</a:t>
            </a:r>
            <a:endParaRPr lang="en-US" altLang="zh-CN" sz="2400" dirty="0" smtClean="0">
              <a:solidFill>
                <a:srgbClr val="FFFF00"/>
              </a:solidFill>
            </a:endParaRPr>
          </a:p>
        </p:txBody>
      </p:sp>
    </p:spTree>
  </p:cSld>
  <p:clrMapOvr>
    <a:masterClrMapping/>
  </p:clrMapOvr>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noAutofit/>
          </a:bodyPr>
          <a:lstStyle/>
          <a:p>
            <a:pPr algn="ctr" fontAlgn="auto">
              <a:spcAft>
                <a:spcPts val="0"/>
              </a:spcAft>
            </a:pPr>
            <a:r>
              <a:rPr lang="en-US" altLang="zh-CN" b="1" dirty="0">
                <a:solidFill>
                  <a:srgbClr val="FFFFFF"/>
                </a:solidFill>
                <a:ea typeface="隶书" panose="02010509060101010101" pitchFamily="49" charset="-122"/>
              </a:rPr>
              <a:t>2.4.5    </a:t>
            </a:r>
            <a:r>
              <a:rPr lang="zh-CN" altLang="en-US" b="1" dirty="0">
                <a:solidFill>
                  <a:srgbClr val="FFFFFF"/>
                </a:solidFill>
                <a:ea typeface="隶书" panose="02010509060101010101" pitchFamily="49" charset="-122"/>
              </a:rPr>
              <a:t>循环结构</a:t>
            </a:r>
            <a:r>
              <a:rPr lang="en-US" altLang="zh-CN" b="1" dirty="0">
                <a:solidFill>
                  <a:srgbClr val="FFFFFF"/>
                </a:solidFill>
                <a:ea typeface="隶书" panose="02010509060101010101" pitchFamily="49" charset="-122"/>
              </a:rPr>
              <a:t>——</a:t>
            </a:r>
            <a:r>
              <a:rPr lang="en-US" altLang="zh-CN" b="1" dirty="0" smtClean="0">
                <a:solidFill>
                  <a:srgbClr val="FFFFFF"/>
                </a:solidFill>
                <a:ea typeface="隶书" panose="02010509060101010101" pitchFamily="49" charset="-122"/>
              </a:rPr>
              <a:t> </a:t>
            </a:r>
            <a:r>
              <a:rPr lang="en-US" altLang="zh-CN" b="1" dirty="0" err="1">
                <a:solidFill>
                  <a:srgbClr val="FFFFFF"/>
                </a:solidFill>
                <a:ea typeface="隶书" panose="02010509060101010101" pitchFamily="49" charset="-122"/>
              </a:rPr>
              <a:t>goto</a:t>
            </a:r>
            <a:r>
              <a:rPr lang="zh-CN" altLang="en-US" b="1" dirty="0">
                <a:solidFill>
                  <a:srgbClr val="FFFFFF"/>
                </a:solidFill>
                <a:ea typeface="隶书" panose="02010509060101010101" pitchFamily="49" charset="-122"/>
              </a:rPr>
              <a:t>语句</a:t>
            </a:r>
            <a:endParaRPr lang="zh-CN" altLang="en-US" b="1" dirty="0">
              <a:solidFill>
                <a:srgbClr val="FFFFFF"/>
              </a:solidFill>
              <a:ea typeface="隶书" panose="02010509060101010101" pitchFamily="49" charset="-122"/>
            </a:endParaRPr>
          </a:p>
        </p:txBody>
      </p:sp>
      <p:sp>
        <p:nvSpPr>
          <p:cNvPr id="51203" name="Text Box 3"/>
          <p:cNvSpPr txBox="1">
            <a:spLocks noChangeArrowheads="1"/>
          </p:cNvSpPr>
          <p:nvPr/>
        </p:nvSpPr>
        <p:spPr bwMode="auto">
          <a:xfrm>
            <a:off x="628650" y="1124744"/>
            <a:ext cx="8515350" cy="547260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50000"/>
              </a:lnSpc>
              <a:spcBef>
                <a:spcPts val="0"/>
              </a:spcBef>
            </a:pPr>
            <a:r>
              <a:rPr lang="en-US" altLang="zh-CN" sz="2400" dirty="0" err="1" smtClean="0"/>
              <a:t>goto</a:t>
            </a:r>
            <a:r>
              <a:rPr lang="zh-CN" altLang="en-US" sz="2400" dirty="0" smtClean="0"/>
              <a:t>语句实现从</a:t>
            </a:r>
            <a:r>
              <a:rPr lang="en-US" altLang="zh-CN" sz="2400" dirty="0" err="1" smtClean="0"/>
              <a:t>goto</a:t>
            </a:r>
            <a:r>
              <a:rPr lang="zh-CN" altLang="en-US" sz="2400" dirty="0" smtClean="0"/>
              <a:t>语句无条件跳转到同一个函数内的另一条语句处。其一般形式是：</a:t>
            </a:r>
            <a:endParaRPr lang="en-US" altLang="zh-CN" sz="2400" dirty="0" smtClean="0"/>
          </a:p>
          <a:p>
            <a:pPr algn="l" eaLnBrk="1" hangingPunct="1">
              <a:lnSpc>
                <a:spcPct val="150000"/>
              </a:lnSpc>
              <a:spcBef>
                <a:spcPts val="0"/>
              </a:spcBef>
            </a:pPr>
            <a:r>
              <a:rPr lang="en-US" altLang="zh-CN" sz="2400" dirty="0" err="1" smtClean="0">
                <a:solidFill>
                  <a:srgbClr val="FFFF00"/>
                </a:solidFill>
              </a:rPr>
              <a:t>goto</a:t>
            </a:r>
            <a:r>
              <a:rPr lang="en-US" altLang="zh-CN" sz="2400" dirty="0" smtClean="0">
                <a:solidFill>
                  <a:srgbClr val="FFFF00"/>
                </a:solidFill>
              </a:rPr>
              <a:t> label;</a:t>
            </a:r>
            <a:endParaRPr lang="en-US" altLang="zh-CN" sz="2400" dirty="0" smtClean="0">
              <a:solidFill>
                <a:srgbClr val="FFFF00"/>
              </a:solidFill>
            </a:endParaRPr>
          </a:p>
          <a:p>
            <a:pPr algn="l" eaLnBrk="1" hangingPunct="1">
              <a:lnSpc>
                <a:spcPct val="150000"/>
              </a:lnSpc>
              <a:spcBef>
                <a:spcPts val="0"/>
              </a:spcBef>
            </a:pPr>
            <a:r>
              <a:rPr lang="zh-CN" altLang="en-US" sz="2400" dirty="0" smtClean="0"/>
              <a:t>其中，</a:t>
            </a:r>
            <a:r>
              <a:rPr lang="en-US" altLang="zh-CN" sz="2400" dirty="0" smtClean="0"/>
              <a:t>label</a:t>
            </a:r>
            <a:r>
              <a:rPr lang="zh-CN" altLang="en-US" sz="2400" dirty="0" smtClean="0"/>
              <a:t>是语句标号，由标识符和冒号组成。</a:t>
            </a:r>
            <a:endParaRPr lang="en-US" altLang="zh-CN" sz="2400" dirty="0" smtClean="0"/>
          </a:p>
          <a:p>
            <a:pPr algn="l" eaLnBrk="1" hangingPunct="1">
              <a:lnSpc>
                <a:spcPct val="150000"/>
              </a:lnSpc>
              <a:spcBef>
                <a:spcPts val="0"/>
              </a:spcBef>
            </a:pPr>
            <a:r>
              <a:rPr lang="zh-CN" altLang="en-US" sz="2400" dirty="0" smtClean="0"/>
              <a:t>例如：</a:t>
            </a:r>
            <a:endParaRPr lang="en-US" altLang="zh-CN" sz="2400" dirty="0" smtClean="0"/>
          </a:p>
          <a:p>
            <a:pPr algn="l" eaLnBrk="1" hangingPunct="1">
              <a:lnSpc>
                <a:spcPct val="150000"/>
              </a:lnSpc>
              <a:spcBef>
                <a:spcPts val="0"/>
              </a:spcBef>
            </a:pPr>
            <a:r>
              <a:rPr lang="en-US" altLang="zh-CN" sz="2400" dirty="0" smtClean="0">
                <a:solidFill>
                  <a:srgbClr val="FFFF00"/>
                </a:solidFill>
              </a:rPr>
              <a:t>begin:</a:t>
            </a:r>
            <a:endParaRPr lang="en-US" altLang="zh-CN" sz="2400" dirty="0" smtClean="0">
              <a:solidFill>
                <a:srgbClr val="FFFF00"/>
              </a:solidFill>
            </a:endParaRPr>
          </a:p>
          <a:p>
            <a:pPr algn="l" eaLnBrk="1" hangingPunct="1">
              <a:lnSpc>
                <a:spcPct val="150000"/>
              </a:lnSpc>
              <a:spcBef>
                <a:spcPts val="0"/>
              </a:spcBef>
            </a:pPr>
            <a:r>
              <a:rPr lang="en-US" altLang="zh-CN" sz="2400" dirty="0">
                <a:solidFill>
                  <a:srgbClr val="FFFF00"/>
                </a:solidFill>
              </a:rPr>
              <a:t>	</a:t>
            </a:r>
            <a:r>
              <a:rPr lang="en-US" altLang="zh-CN" sz="2400" dirty="0" err="1" smtClean="0">
                <a:solidFill>
                  <a:srgbClr val="FFFF00"/>
                </a:solidFill>
              </a:rPr>
              <a:t>int</a:t>
            </a:r>
            <a:r>
              <a:rPr lang="en-US" altLang="zh-CN" sz="2400" dirty="0" smtClean="0">
                <a:solidFill>
                  <a:srgbClr val="FFFF00"/>
                </a:solidFill>
              </a:rPr>
              <a:t> </a:t>
            </a:r>
            <a:r>
              <a:rPr lang="en-US" altLang="zh-CN" sz="2400" dirty="0" err="1" smtClean="0">
                <a:solidFill>
                  <a:srgbClr val="FFFF00"/>
                </a:solidFill>
              </a:rPr>
              <a:t>sz</a:t>
            </a:r>
            <a:r>
              <a:rPr lang="en-US" altLang="zh-CN" sz="2400" dirty="0" smtClean="0">
                <a:solidFill>
                  <a:srgbClr val="FFFF00"/>
                </a:solidFill>
              </a:rPr>
              <a:t> = </a:t>
            </a:r>
            <a:r>
              <a:rPr lang="en-US" altLang="zh-CN" sz="2400" dirty="0" err="1" smtClean="0">
                <a:solidFill>
                  <a:srgbClr val="FFFF00"/>
                </a:solidFill>
              </a:rPr>
              <a:t>get_size</a:t>
            </a:r>
            <a:r>
              <a:rPr lang="en-US" altLang="zh-CN" sz="2400" dirty="0" smtClean="0">
                <a:solidFill>
                  <a:srgbClr val="FFFF00"/>
                </a:solidFill>
              </a:rPr>
              <a:t>();</a:t>
            </a:r>
            <a:endParaRPr lang="en-US" altLang="zh-CN" sz="2400" dirty="0" smtClean="0">
              <a:solidFill>
                <a:srgbClr val="FFFF00"/>
              </a:solidFill>
            </a:endParaRPr>
          </a:p>
          <a:p>
            <a:pPr algn="l" eaLnBrk="1" hangingPunct="1">
              <a:lnSpc>
                <a:spcPct val="150000"/>
              </a:lnSpc>
              <a:spcBef>
                <a:spcPts val="0"/>
              </a:spcBef>
            </a:pPr>
            <a:r>
              <a:rPr lang="en-US" altLang="zh-CN" sz="2400" dirty="0">
                <a:solidFill>
                  <a:srgbClr val="FFFF00"/>
                </a:solidFill>
              </a:rPr>
              <a:t>	</a:t>
            </a:r>
            <a:r>
              <a:rPr lang="en-US" altLang="zh-CN" sz="2400" dirty="0" smtClean="0">
                <a:solidFill>
                  <a:srgbClr val="FFFF00"/>
                </a:solidFill>
              </a:rPr>
              <a:t>if ( </a:t>
            </a:r>
            <a:r>
              <a:rPr lang="en-US" altLang="zh-CN" sz="2400" dirty="0" err="1" smtClean="0">
                <a:solidFill>
                  <a:srgbClr val="FFFF00"/>
                </a:solidFill>
              </a:rPr>
              <a:t>sz</a:t>
            </a:r>
            <a:r>
              <a:rPr lang="en-US" altLang="zh-CN" sz="2400" dirty="0" smtClean="0">
                <a:solidFill>
                  <a:srgbClr val="FFFF00"/>
                </a:solidFill>
              </a:rPr>
              <a:t> &lt; 0 )</a:t>
            </a:r>
            <a:endParaRPr lang="en-US" altLang="zh-CN" sz="2400" dirty="0" smtClean="0">
              <a:solidFill>
                <a:srgbClr val="FFFF00"/>
              </a:solidFill>
            </a:endParaRPr>
          </a:p>
          <a:p>
            <a:pPr algn="l" eaLnBrk="1" hangingPunct="1">
              <a:lnSpc>
                <a:spcPct val="150000"/>
              </a:lnSpc>
              <a:spcBef>
                <a:spcPts val="0"/>
              </a:spcBef>
            </a:pPr>
            <a:r>
              <a:rPr lang="en-US" altLang="zh-CN" sz="2400" dirty="0">
                <a:solidFill>
                  <a:srgbClr val="FFFF00"/>
                </a:solidFill>
              </a:rPr>
              <a:t>	</a:t>
            </a:r>
            <a:r>
              <a:rPr lang="en-US" altLang="zh-CN" sz="2400" dirty="0" smtClean="0">
                <a:solidFill>
                  <a:srgbClr val="FFFF00"/>
                </a:solidFill>
              </a:rPr>
              <a:t>	</a:t>
            </a:r>
            <a:r>
              <a:rPr lang="en-US" altLang="zh-CN" sz="2400" dirty="0" err="1" smtClean="0">
                <a:solidFill>
                  <a:srgbClr val="FFFF00"/>
                </a:solidFill>
              </a:rPr>
              <a:t>goto</a:t>
            </a:r>
            <a:r>
              <a:rPr lang="en-US" altLang="zh-CN" sz="2400" dirty="0" smtClean="0">
                <a:solidFill>
                  <a:srgbClr val="FFFF00"/>
                </a:solidFill>
              </a:rPr>
              <a:t> begin;</a:t>
            </a:r>
            <a:endParaRPr lang="en-US" altLang="zh-CN" sz="2400" dirty="0" smtClean="0">
              <a:solidFill>
                <a:srgbClr val="FFFF00"/>
              </a:solidFill>
            </a:endParaRPr>
          </a:p>
        </p:txBody>
      </p:sp>
    </p:spTree>
  </p:cSld>
  <p:clrMapOvr>
    <a:masterClrMapping/>
  </p:clrMapOvr>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32354" y="1484784"/>
            <a:ext cx="5952270" cy="3539430"/>
          </a:xfrm>
          <a:prstGeom prst="rect">
            <a:avLst/>
          </a:prstGeom>
        </p:spPr>
        <p:txBody>
          <a:bodyPr wrap="none">
            <a:spAutoFit/>
          </a:bodyPr>
          <a:lstStyle/>
          <a:p>
            <a:pPr>
              <a:lnSpc>
                <a:spcPct val="200000"/>
              </a:lnSpc>
            </a:pPr>
            <a:r>
              <a:rPr lang="zh-CN" altLang="en-US" sz="4800" b="1" dirty="0" smtClean="0">
                <a:solidFill>
                  <a:srgbClr val="FFFF00"/>
                </a:solidFill>
                <a:ea typeface="隶书" panose="02010509060101010101" pitchFamily="49" charset="-122"/>
              </a:rPr>
              <a:t>现在开始课堂练习！</a:t>
            </a:r>
            <a:endParaRPr lang="en-US" altLang="zh-CN" sz="4800" b="1" dirty="0" smtClean="0">
              <a:solidFill>
                <a:srgbClr val="FFFF00"/>
              </a:solidFill>
              <a:ea typeface="隶书" panose="02010509060101010101" pitchFamily="49" charset="-122"/>
            </a:endParaRPr>
          </a:p>
          <a:p>
            <a:pPr>
              <a:lnSpc>
                <a:spcPct val="200000"/>
              </a:lnSpc>
            </a:pPr>
            <a:r>
              <a:rPr lang="zh-CN" altLang="en-US" sz="3200" b="1" dirty="0" smtClean="0">
                <a:solidFill>
                  <a:srgbClr val="FFFF00"/>
                </a:solidFill>
                <a:ea typeface="隶书" panose="02010509060101010101" pitchFamily="49" charset="-122"/>
              </a:rPr>
              <a:t>练习内容：选择结构、循环结构</a:t>
            </a:r>
            <a:endParaRPr lang="en-US" altLang="zh-CN" sz="3200" b="1" dirty="0" smtClean="0">
              <a:solidFill>
                <a:srgbClr val="FFFF00"/>
              </a:solidFill>
              <a:ea typeface="隶书" panose="02010509060101010101" pitchFamily="49" charset="-122"/>
            </a:endParaRPr>
          </a:p>
          <a:p>
            <a:pPr>
              <a:lnSpc>
                <a:spcPct val="200000"/>
              </a:lnSpc>
            </a:pPr>
            <a:endParaRPr lang="en-US" altLang="zh-CN" sz="3200" b="1" dirty="0">
              <a:solidFill>
                <a:srgbClr val="FFFF00"/>
              </a:solidFill>
              <a:ea typeface="隶书" panose="02010509060101010101" pitchFamily="49" charset="-122"/>
            </a:endParaRPr>
          </a:p>
        </p:txBody>
      </p:sp>
    </p:spTree>
  </p:cSld>
  <p:clrMapOvr>
    <a:masterClrMapping/>
  </p:clrMapOvr>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492736" y="1772816"/>
            <a:ext cx="8610600"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en-US" altLang="zh-CN" sz="2800" b="1" dirty="0">
                <a:solidFill>
                  <a:srgbClr val="FFFFFF"/>
                </a:solidFill>
                <a:ea typeface="楷体_GB2312" pitchFamily="49" charset="-122"/>
              </a:rPr>
              <a:t>   </a:t>
            </a:r>
            <a:r>
              <a:rPr lang="en-US" altLang="zh-CN" b="1" dirty="0">
                <a:ea typeface="华文楷体" panose="02010600040101010101" pitchFamily="2" charset="-122"/>
              </a:rPr>
              <a:t>【</a:t>
            </a:r>
            <a:r>
              <a:rPr lang="zh-CN" altLang="en-US" b="1" dirty="0">
                <a:ea typeface="华文楷体" panose="02010600040101010101" pitchFamily="2" charset="-122"/>
              </a:rPr>
              <a:t>例</a:t>
            </a:r>
            <a:r>
              <a:rPr lang="en-US" altLang="zh-CN" b="1" dirty="0">
                <a:ea typeface="华文楷体" panose="02010600040101010101" pitchFamily="2" charset="-122"/>
              </a:rPr>
              <a:t>】</a:t>
            </a:r>
            <a:r>
              <a:rPr lang="zh-CN" altLang="en-US" b="1" dirty="0">
                <a:ea typeface="华文楷体" panose="02010600040101010101" pitchFamily="2" charset="-122"/>
              </a:rPr>
              <a:t>以下错误的语句为</a:t>
            </a:r>
            <a:r>
              <a:rPr lang="zh-CN" altLang="en-US" b="1" u="sng" dirty="0">
                <a:ea typeface="华文楷体" panose="02010600040101010101" pitchFamily="2" charset="-122"/>
              </a:rPr>
              <a:t>  </a:t>
            </a:r>
            <a:r>
              <a:rPr lang="zh-CN" altLang="en-US" b="1" u="sng" dirty="0" smtClean="0">
                <a:ea typeface="华文楷体" panose="02010600040101010101" pitchFamily="2" charset="-122"/>
              </a:rPr>
              <a:t>              </a:t>
            </a:r>
            <a:r>
              <a:rPr lang="zh-CN" altLang="en-US" b="1" dirty="0">
                <a:ea typeface="华文楷体" panose="02010600040101010101" pitchFamily="2" charset="-122"/>
              </a:rPr>
              <a:t>。</a:t>
            </a:r>
            <a:endParaRPr lang="zh-CN" altLang="en-US" b="1" dirty="0">
              <a:ea typeface="华文楷体" panose="02010600040101010101" pitchFamily="2" charset="-122"/>
            </a:endParaRPr>
          </a:p>
          <a:p>
            <a:pPr algn="just" eaLnBrk="1" hangingPunct="1">
              <a:spcBef>
                <a:spcPct val="50000"/>
              </a:spcBef>
            </a:pPr>
            <a:r>
              <a:rPr lang="zh-CN" altLang="en-US" b="1" dirty="0">
                <a:ea typeface="华文楷体" panose="02010600040101010101" pitchFamily="2" charset="-122"/>
              </a:rPr>
              <a:t>    </a:t>
            </a:r>
            <a:r>
              <a:rPr lang="en-US" altLang="zh-CN" b="1" dirty="0">
                <a:ea typeface="华文楷体" panose="02010600040101010101" pitchFamily="2" charset="-122"/>
              </a:rPr>
              <a:t>A</a:t>
            </a:r>
            <a:r>
              <a:rPr lang="en-US" altLang="zh-CN" b="1" dirty="0" smtClean="0">
                <a:ea typeface="华文楷体" panose="02010600040101010101" pitchFamily="2" charset="-122"/>
              </a:rPr>
              <a:t>.  if </a:t>
            </a:r>
            <a:r>
              <a:rPr lang="en-US" altLang="zh-CN" b="1" dirty="0">
                <a:ea typeface="华文楷体" panose="02010600040101010101" pitchFamily="2" charset="-122"/>
              </a:rPr>
              <a:t>(x&gt;y);</a:t>
            </a:r>
            <a:endParaRPr lang="en-US" altLang="zh-CN" b="1" dirty="0">
              <a:ea typeface="华文楷体" panose="02010600040101010101" pitchFamily="2" charset="-122"/>
            </a:endParaRPr>
          </a:p>
          <a:p>
            <a:pPr algn="just" eaLnBrk="1" hangingPunct="1">
              <a:spcBef>
                <a:spcPct val="50000"/>
              </a:spcBef>
            </a:pPr>
            <a:r>
              <a:rPr lang="en-US" altLang="zh-CN" b="1" dirty="0">
                <a:ea typeface="华文楷体" panose="02010600040101010101" pitchFamily="2" charset="-122"/>
              </a:rPr>
              <a:t>    B</a:t>
            </a:r>
            <a:r>
              <a:rPr lang="en-US" altLang="zh-CN" b="1" dirty="0" smtClean="0">
                <a:ea typeface="华文楷体" panose="02010600040101010101" pitchFamily="2" charset="-122"/>
              </a:rPr>
              <a:t>.  if </a:t>
            </a:r>
            <a:r>
              <a:rPr lang="en-US" altLang="zh-CN" b="1" dirty="0">
                <a:ea typeface="华文楷体" panose="02010600040101010101" pitchFamily="2" charset="-122"/>
              </a:rPr>
              <a:t>(x=y)&amp;&amp;(x!=0) x+=y;</a:t>
            </a:r>
            <a:endParaRPr lang="en-US" altLang="zh-CN" b="1" dirty="0">
              <a:ea typeface="华文楷体" panose="02010600040101010101" pitchFamily="2" charset="-122"/>
            </a:endParaRPr>
          </a:p>
          <a:p>
            <a:pPr algn="just" eaLnBrk="1" hangingPunct="1">
              <a:spcBef>
                <a:spcPct val="50000"/>
              </a:spcBef>
            </a:pPr>
            <a:r>
              <a:rPr lang="en-US" altLang="zh-CN" b="1" dirty="0">
                <a:ea typeface="华文楷体" panose="02010600040101010101" pitchFamily="2" charset="-122"/>
              </a:rPr>
              <a:t>    </a:t>
            </a:r>
            <a:r>
              <a:rPr lang="en-US" altLang="zh-CN" b="1" dirty="0" smtClean="0">
                <a:ea typeface="华文楷体" panose="02010600040101010101" pitchFamily="2" charset="-122"/>
              </a:rPr>
              <a:t>C.  if </a:t>
            </a:r>
            <a:r>
              <a:rPr lang="en-US" altLang="zh-CN" b="1" dirty="0">
                <a:ea typeface="华文楷体" panose="02010600040101010101" pitchFamily="2" charset="-122"/>
              </a:rPr>
              <a:t>(x!=y) </a:t>
            </a:r>
            <a:r>
              <a:rPr lang="en-US" altLang="zh-CN" b="1" dirty="0" err="1" smtClean="0">
                <a:ea typeface="华文楷体" panose="02010600040101010101" pitchFamily="2" charset="-122"/>
              </a:rPr>
              <a:t>cin</a:t>
            </a:r>
            <a:r>
              <a:rPr lang="en-US" altLang="zh-CN" b="1" dirty="0" smtClean="0">
                <a:ea typeface="华文楷体" panose="02010600040101010101" pitchFamily="2" charset="-122"/>
              </a:rPr>
              <a:t>&gt;&gt;x;   else </a:t>
            </a:r>
            <a:r>
              <a:rPr lang="en-US" altLang="zh-CN" b="1" dirty="0" err="1" smtClean="0">
                <a:ea typeface="华文楷体" panose="02010600040101010101" pitchFamily="2" charset="-122"/>
              </a:rPr>
              <a:t>cin</a:t>
            </a:r>
            <a:r>
              <a:rPr lang="en-US" altLang="zh-CN" b="1" dirty="0" smtClean="0">
                <a:ea typeface="华文楷体" panose="02010600040101010101" pitchFamily="2" charset="-122"/>
              </a:rPr>
              <a:t>&gt;&gt;y;</a:t>
            </a:r>
            <a:endParaRPr lang="en-US" altLang="zh-CN" b="1" dirty="0">
              <a:ea typeface="华文楷体" panose="02010600040101010101" pitchFamily="2" charset="-122"/>
            </a:endParaRPr>
          </a:p>
          <a:p>
            <a:pPr algn="just" eaLnBrk="1" hangingPunct="1">
              <a:spcBef>
                <a:spcPct val="50000"/>
              </a:spcBef>
            </a:pPr>
            <a:r>
              <a:rPr lang="en-US" altLang="zh-CN" b="1" dirty="0">
                <a:ea typeface="华文楷体" panose="02010600040101010101" pitchFamily="2" charset="-122"/>
              </a:rPr>
              <a:t>    D</a:t>
            </a:r>
            <a:r>
              <a:rPr lang="en-US" altLang="zh-CN" b="1" dirty="0" smtClean="0">
                <a:ea typeface="华文楷体" panose="02010600040101010101" pitchFamily="2" charset="-122"/>
              </a:rPr>
              <a:t>.  if </a:t>
            </a:r>
            <a:r>
              <a:rPr lang="en-US" altLang="zh-CN" b="1" dirty="0">
                <a:ea typeface="华文楷体" panose="02010600040101010101" pitchFamily="2" charset="-122"/>
              </a:rPr>
              <a:t>(x&lt;y) {x</a:t>
            </a:r>
            <a:r>
              <a:rPr lang="en-US" altLang="zh-CN" b="1" dirty="0" smtClean="0">
                <a:ea typeface="华文楷体" panose="02010600040101010101" pitchFamily="2" charset="-122"/>
              </a:rPr>
              <a:t>++;    y</a:t>
            </a:r>
            <a:r>
              <a:rPr lang="en-US" altLang="zh-CN" b="1" dirty="0">
                <a:ea typeface="华文楷体" panose="02010600040101010101" pitchFamily="2" charset="-122"/>
              </a:rPr>
              <a:t>++;}</a:t>
            </a:r>
            <a:endParaRPr lang="en-US" altLang="zh-CN" b="1" dirty="0">
              <a:ea typeface="华文楷体" panose="02010600040101010101" pitchFamily="2" charset="-122"/>
            </a:endParaRPr>
          </a:p>
          <a:p>
            <a:pPr algn="just" eaLnBrk="1" hangingPunct="1">
              <a:spcBef>
                <a:spcPct val="50000"/>
              </a:spcBef>
            </a:pPr>
            <a:r>
              <a:rPr lang="en-US" altLang="zh-CN" b="1" dirty="0">
                <a:ea typeface="华文楷体" panose="02010600040101010101" pitchFamily="2" charset="-122"/>
              </a:rPr>
              <a:t>     </a:t>
            </a:r>
            <a:endParaRPr lang="zh-CN" altLang="en-US" b="1" dirty="0">
              <a:ea typeface="华文楷体" panose="02010600040101010101" pitchFamily="2" charset="-122"/>
            </a:endParaRPr>
          </a:p>
        </p:txBody>
      </p:sp>
      <p:sp>
        <p:nvSpPr>
          <p:cNvPr id="3" name="Rectangle 2"/>
          <p:cNvSpPr>
            <a:spLocks noChangeArrowheads="1"/>
          </p:cNvSpPr>
          <p:nvPr/>
        </p:nvSpPr>
        <p:spPr bwMode="auto">
          <a:xfrm>
            <a:off x="457200" y="277813"/>
            <a:ext cx="8229600" cy="1139825"/>
          </a:xfrm>
          <a:prstGeom prst="rect">
            <a:avLst/>
          </a:prstGeom>
        </p:spPr>
        <p:txBody>
          <a:bodyPr>
            <a:noAutofit/>
          </a:bodyPr>
          <a:lstStyle/>
          <a:p>
            <a:pPr fontAlgn="auto">
              <a:spcAft>
                <a:spcPts val="0"/>
              </a:spcAft>
            </a:pPr>
            <a:r>
              <a:rPr lang="en-US" altLang="zh-CN" sz="3600" b="1" i="1" dirty="0" smtClean="0">
                <a:solidFill>
                  <a:srgbClr val="FFFFFF"/>
                </a:solidFill>
                <a:effectLst>
                  <a:outerShdw blurRad="38100" dist="38100" dir="2700000" algn="tl">
                    <a:srgbClr val="000000"/>
                  </a:outerShdw>
                </a:effectLst>
                <a:ea typeface="隶书" panose="02010509060101010101" pitchFamily="49" charset="-122"/>
              </a:rPr>
              <a:t>  </a:t>
            </a:r>
            <a:r>
              <a:rPr lang="zh-CN" altLang="en-US" sz="3600" b="1" i="1" dirty="0">
                <a:solidFill>
                  <a:srgbClr val="FFFFFF"/>
                </a:solidFill>
                <a:effectLst>
                  <a:outerShdw blurRad="38100" dist="38100" dir="2700000" algn="tl">
                    <a:srgbClr val="000000"/>
                  </a:outerShdw>
                </a:effectLst>
                <a:ea typeface="隶书" panose="02010509060101010101" pitchFamily="49" charset="-122"/>
              </a:rPr>
              <a:t>用</a:t>
            </a:r>
            <a:r>
              <a:rPr lang="en-US" altLang="zh-CN" sz="3600" b="1" i="1" dirty="0">
                <a:solidFill>
                  <a:srgbClr val="FFFFFF"/>
                </a:solidFill>
                <a:effectLst>
                  <a:outerShdw blurRad="38100" dist="38100" dir="2700000" algn="tl">
                    <a:srgbClr val="000000"/>
                  </a:outerShdw>
                </a:effectLst>
                <a:ea typeface="隶书" panose="02010509060101010101" pitchFamily="49" charset="-122"/>
              </a:rPr>
              <a:t>if</a:t>
            </a:r>
            <a:r>
              <a:rPr lang="zh-CN" altLang="en-US" sz="3600" b="1" i="1" dirty="0">
                <a:solidFill>
                  <a:srgbClr val="FFFFFF"/>
                </a:solidFill>
                <a:effectLst>
                  <a:outerShdw blurRad="38100" dist="38100" dir="2700000" algn="tl">
                    <a:srgbClr val="000000"/>
                  </a:outerShdw>
                </a:effectLst>
                <a:ea typeface="隶书" panose="02010509060101010101" pitchFamily="49" charset="-122"/>
              </a:rPr>
              <a:t>语句实现选择结构</a:t>
            </a:r>
            <a:endParaRPr lang="zh-CN" altLang="en-US" sz="3600" b="1" i="1" dirty="0">
              <a:solidFill>
                <a:srgbClr val="FFFFFF"/>
              </a:solidFill>
              <a:effectLst>
                <a:outerShdw blurRad="38100" dist="38100" dir="2700000" algn="tl">
                  <a:srgbClr val="000000"/>
                </a:outerShdw>
              </a:effectLst>
              <a:ea typeface="隶书" panose="02010509060101010101" pitchFamily="49" charset="-122"/>
            </a:endParaRPr>
          </a:p>
        </p:txBody>
      </p:sp>
      <p:sp>
        <p:nvSpPr>
          <p:cNvPr id="2" name="矩形 1"/>
          <p:cNvSpPr/>
          <p:nvPr/>
        </p:nvSpPr>
        <p:spPr>
          <a:xfrm>
            <a:off x="729584" y="5066025"/>
            <a:ext cx="8136904" cy="461665"/>
          </a:xfrm>
          <a:prstGeom prst="rect">
            <a:avLst/>
          </a:prstGeom>
        </p:spPr>
        <p:txBody>
          <a:bodyPr wrap="square">
            <a:spAutoFit/>
          </a:bodyPr>
          <a:lstStyle/>
          <a:p>
            <a:pPr algn="just" eaLnBrk="1" hangingPunct="1">
              <a:spcBef>
                <a:spcPct val="50000"/>
              </a:spcBef>
            </a:pPr>
            <a:r>
              <a:rPr lang="zh-CN" altLang="en-US" b="1" dirty="0">
                <a:solidFill>
                  <a:srgbClr val="FFFF00"/>
                </a:solidFill>
                <a:ea typeface="华文楷体" panose="02010600040101010101" pitchFamily="2" charset="-122"/>
              </a:rPr>
              <a:t>答：</a:t>
            </a:r>
            <a:r>
              <a:rPr lang="en-US" altLang="zh-CN" b="1" dirty="0">
                <a:solidFill>
                  <a:srgbClr val="FFFF00"/>
                </a:solidFill>
                <a:ea typeface="华文楷体" panose="02010600040101010101" pitchFamily="2" charset="-122"/>
              </a:rPr>
              <a:t>if</a:t>
            </a:r>
            <a:r>
              <a:rPr lang="zh-CN" altLang="en-US" b="1" dirty="0">
                <a:solidFill>
                  <a:srgbClr val="FFFF00"/>
                </a:solidFill>
                <a:ea typeface="华文楷体" panose="02010600040101010101" pitchFamily="2" charset="-122"/>
              </a:rPr>
              <a:t>语句的条件必须包含在一个括号中。本题答案为：</a:t>
            </a:r>
            <a:r>
              <a:rPr lang="en-US" altLang="zh-CN" b="1" dirty="0">
                <a:solidFill>
                  <a:srgbClr val="FFFF00"/>
                </a:solidFill>
                <a:ea typeface="华文楷体" panose="02010600040101010101" pitchFamily="2" charset="-122"/>
              </a:rPr>
              <a:t>B</a:t>
            </a:r>
            <a:r>
              <a:rPr lang="zh-CN" altLang="en-US" b="1" dirty="0">
                <a:solidFill>
                  <a:srgbClr val="FFFF00"/>
                </a:solidFill>
                <a:ea typeface="华文楷体" panose="02010600040101010101" pitchFamily="2" charset="-122"/>
              </a:rPr>
              <a:t>。</a:t>
            </a:r>
            <a:endParaRPr lang="zh-CN" altLang="en-US" b="1" dirty="0">
              <a:solidFill>
                <a:srgbClr val="FFFF00"/>
              </a:solidFill>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467544" y="1484784"/>
            <a:ext cx="85344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spcBef>
                <a:spcPct val="50000"/>
              </a:spcBef>
            </a:pPr>
            <a:r>
              <a:rPr lang="en-US" altLang="zh-CN" b="1" dirty="0" smtClean="0">
                <a:solidFill>
                  <a:srgbClr val="FFFFFF"/>
                </a:solidFill>
                <a:latin typeface="+mn-lt"/>
                <a:ea typeface="华文楷体" panose="02010600040101010101" pitchFamily="2" charset="-122"/>
              </a:rPr>
              <a:t>【</a:t>
            </a:r>
            <a:r>
              <a:rPr lang="zh-CN" altLang="en-US" b="1" dirty="0">
                <a:solidFill>
                  <a:srgbClr val="FFFFFF"/>
                </a:solidFill>
                <a:latin typeface="+mn-lt"/>
                <a:ea typeface="华文楷体" panose="02010600040101010101" pitchFamily="2" charset="-122"/>
              </a:rPr>
              <a:t>例</a:t>
            </a:r>
            <a:r>
              <a:rPr lang="en-US" altLang="zh-CN" b="1" dirty="0">
                <a:solidFill>
                  <a:srgbClr val="FFFFFF"/>
                </a:solidFill>
                <a:latin typeface="+mn-lt"/>
                <a:ea typeface="华文楷体" panose="02010600040101010101" pitchFamily="2" charset="-122"/>
              </a:rPr>
              <a:t>】</a:t>
            </a:r>
            <a:r>
              <a:rPr lang="zh-CN" altLang="en-US" b="1" dirty="0">
                <a:solidFill>
                  <a:srgbClr val="FFFFFF"/>
                </a:solidFill>
                <a:latin typeface="+mn-lt"/>
                <a:ea typeface="华文楷体" panose="02010600040101010101" pitchFamily="2" charset="-122"/>
              </a:rPr>
              <a:t>为了避免在嵌套的条件语句</a:t>
            </a:r>
            <a:r>
              <a:rPr lang="en-US" altLang="zh-CN" b="1" dirty="0">
                <a:solidFill>
                  <a:srgbClr val="FFFFFF"/>
                </a:solidFill>
                <a:latin typeface="+mn-lt"/>
                <a:ea typeface="华文楷体" panose="02010600040101010101" pitchFamily="2" charset="-122"/>
              </a:rPr>
              <a:t>if-else</a:t>
            </a:r>
            <a:r>
              <a:rPr lang="zh-CN" altLang="en-US" b="1" dirty="0">
                <a:solidFill>
                  <a:srgbClr val="FFFFFF"/>
                </a:solidFill>
                <a:latin typeface="+mn-lt"/>
                <a:ea typeface="华文楷体" panose="02010600040101010101" pitchFamily="2" charset="-122"/>
              </a:rPr>
              <a:t>中产生二义性，</a:t>
            </a:r>
            <a:r>
              <a:rPr lang="en-US" altLang="zh-CN" b="1" dirty="0" smtClean="0">
                <a:solidFill>
                  <a:srgbClr val="FFFFFF"/>
                </a:solidFill>
                <a:latin typeface="+mn-lt"/>
                <a:ea typeface="华文楷体" panose="02010600040101010101" pitchFamily="2" charset="-122"/>
              </a:rPr>
              <a:t>C++</a:t>
            </a:r>
            <a:r>
              <a:rPr lang="zh-CN" altLang="en-US" b="1" dirty="0" smtClean="0">
                <a:solidFill>
                  <a:srgbClr val="FFFFFF"/>
                </a:solidFill>
                <a:latin typeface="+mn-lt"/>
                <a:ea typeface="华文楷体" panose="02010600040101010101" pitchFamily="2" charset="-122"/>
              </a:rPr>
              <a:t>语言</a:t>
            </a:r>
            <a:r>
              <a:rPr lang="zh-CN" altLang="en-US" b="1" dirty="0">
                <a:solidFill>
                  <a:srgbClr val="FFFFFF"/>
                </a:solidFill>
                <a:latin typeface="+mn-lt"/>
                <a:ea typeface="华文楷体" panose="02010600040101010101" pitchFamily="2" charset="-122"/>
              </a:rPr>
              <a:t>规定：</a:t>
            </a:r>
            <a:r>
              <a:rPr lang="en-US" altLang="zh-CN" b="1" dirty="0">
                <a:solidFill>
                  <a:srgbClr val="FFFFFF"/>
                </a:solidFill>
                <a:latin typeface="+mn-lt"/>
                <a:ea typeface="华文楷体" panose="02010600040101010101" pitchFamily="2" charset="-122"/>
              </a:rPr>
              <a:t>else </a:t>
            </a:r>
            <a:r>
              <a:rPr lang="zh-CN" altLang="en-US" b="1" dirty="0">
                <a:solidFill>
                  <a:srgbClr val="FFFFFF"/>
                </a:solidFill>
                <a:latin typeface="+mn-lt"/>
                <a:ea typeface="华文楷体" panose="02010600040101010101" pitchFamily="2" charset="-122"/>
              </a:rPr>
              <a:t>子句总是与</a:t>
            </a:r>
            <a:r>
              <a:rPr lang="zh-CN" altLang="en-US" b="1" u="sng" dirty="0">
                <a:solidFill>
                  <a:srgbClr val="FFFFFF"/>
                </a:solidFill>
                <a:latin typeface="+mn-lt"/>
                <a:ea typeface="华文楷体" panose="02010600040101010101" pitchFamily="2" charset="-122"/>
              </a:rPr>
              <a:t>   </a:t>
            </a:r>
            <a:r>
              <a:rPr lang="zh-CN" altLang="en-US" b="1" u="sng" dirty="0" smtClean="0">
                <a:solidFill>
                  <a:srgbClr val="FFFFFF"/>
                </a:solidFill>
                <a:latin typeface="+mn-lt"/>
                <a:ea typeface="华文楷体" panose="02010600040101010101" pitchFamily="2" charset="-122"/>
              </a:rPr>
              <a:t>       </a:t>
            </a:r>
            <a:r>
              <a:rPr lang="zh-CN" altLang="en-US" b="1" dirty="0">
                <a:solidFill>
                  <a:srgbClr val="FFFFFF"/>
                </a:solidFill>
                <a:latin typeface="+mn-lt"/>
                <a:ea typeface="华文楷体" panose="02010600040101010101" pitchFamily="2" charset="-122"/>
              </a:rPr>
              <a:t>配对。</a:t>
            </a:r>
            <a:endParaRPr lang="zh-CN" altLang="en-US" b="1" dirty="0">
              <a:solidFill>
                <a:srgbClr val="FFFFFF"/>
              </a:solidFill>
              <a:latin typeface="+mn-lt"/>
              <a:ea typeface="华文楷体" panose="02010600040101010101" pitchFamily="2" charset="-122"/>
            </a:endParaRPr>
          </a:p>
          <a:p>
            <a:pPr algn="just" eaLnBrk="1" hangingPunct="1">
              <a:lnSpc>
                <a:spcPct val="150000"/>
              </a:lnSpc>
              <a:spcBef>
                <a:spcPct val="50000"/>
              </a:spcBef>
            </a:pPr>
            <a:r>
              <a:rPr lang="zh-CN" altLang="en-US" b="1" dirty="0">
                <a:solidFill>
                  <a:srgbClr val="FFFFFF"/>
                </a:solidFill>
                <a:latin typeface="+mn-lt"/>
                <a:ea typeface="华文楷体" panose="02010600040101010101" pitchFamily="2" charset="-122"/>
              </a:rPr>
              <a:t>   </a:t>
            </a:r>
            <a:r>
              <a:rPr lang="en-US" altLang="zh-CN" b="1" dirty="0">
                <a:solidFill>
                  <a:srgbClr val="FFFFFF"/>
                </a:solidFill>
                <a:latin typeface="+mn-lt"/>
                <a:ea typeface="华文楷体" panose="02010600040101010101" pitchFamily="2" charset="-122"/>
              </a:rPr>
              <a:t>A.</a:t>
            </a:r>
            <a:r>
              <a:rPr lang="zh-CN" altLang="en-US" b="1" dirty="0">
                <a:solidFill>
                  <a:srgbClr val="FFFFFF"/>
                </a:solidFill>
                <a:latin typeface="+mn-lt"/>
                <a:ea typeface="华文楷体" panose="02010600040101010101" pitchFamily="2" charset="-122"/>
              </a:rPr>
              <a:t>缩排位置相同的</a:t>
            </a:r>
            <a:r>
              <a:rPr lang="en-US" altLang="zh-CN" b="1" dirty="0">
                <a:solidFill>
                  <a:srgbClr val="FFFFFF"/>
                </a:solidFill>
                <a:latin typeface="+mn-lt"/>
                <a:ea typeface="华文楷体" panose="02010600040101010101" pitchFamily="2" charset="-122"/>
              </a:rPr>
              <a:t>if 		B.</a:t>
            </a:r>
            <a:r>
              <a:rPr lang="zh-CN" altLang="en-US" b="1" dirty="0">
                <a:solidFill>
                  <a:srgbClr val="FFFFFF"/>
                </a:solidFill>
                <a:latin typeface="+mn-lt"/>
                <a:ea typeface="华文楷体" panose="02010600040101010101" pitchFamily="2" charset="-122"/>
              </a:rPr>
              <a:t>同一行上的</a:t>
            </a:r>
            <a:r>
              <a:rPr lang="en-US" altLang="zh-CN" b="1" dirty="0">
                <a:solidFill>
                  <a:srgbClr val="FFFFFF"/>
                </a:solidFill>
                <a:latin typeface="+mn-lt"/>
                <a:ea typeface="华文楷体" panose="02010600040101010101" pitchFamily="2" charset="-122"/>
              </a:rPr>
              <a:t>if</a:t>
            </a:r>
            <a:endParaRPr lang="en-US" altLang="zh-CN" b="1" dirty="0">
              <a:solidFill>
                <a:srgbClr val="FFFFFF"/>
              </a:solidFill>
              <a:latin typeface="+mn-lt"/>
              <a:ea typeface="华文楷体" panose="02010600040101010101" pitchFamily="2" charset="-122"/>
            </a:endParaRPr>
          </a:p>
          <a:p>
            <a:pPr algn="just" eaLnBrk="1" hangingPunct="1">
              <a:lnSpc>
                <a:spcPct val="150000"/>
              </a:lnSpc>
              <a:spcBef>
                <a:spcPct val="50000"/>
              </a:spcBef>
            </a:pPr>
            <a:r>
              <a:rPr lang="en-US" altLang="zh-CN" b="1" dirty="0">
                <a:solidFill>
                  <a:srgbClr val="FFFFFF"/>
                </a:solidFill>
                <a:latin typeface="+mn-lt"/>
                <a:ea typeface="华文楷体" panose="02010600040101010101" pitchFamily="2" charset="-122"/>
              </a:rPr>
              <a:t>   C.</a:t>
            </a:r>
            <a:r>
              <a:rPr lang="zh-CN" altLang="en-US" b="1" dirty="0">
                <a:solidFill>
                  <a:srgbClr val="FFFFFF"/>
                </a:solidFill>
                <a:latin typeface="+mn-lt"/>
                <a:ea typeface="华文楷体" panose="02010600040101010101" pitchFamily="2" charset="-122"/>
              </a:rPr>
              <a:t>其之后最近的</a:t>
            </a:r>
            <a:r>
              <a:rPr lang="en-US" altLang="zh-CN" b="1" dirty="0">
                <a:solidFill>
                  <a:srgbClr val="FFFFFF"/>
                </a:solidFill>
                <a:latin typeface="+mn-lt"/>
                <a:ea typeface="华文楷体" panose="02010600040101010101" pitchFamily="2" charset="-122"/>
              </a:rPr>
              <a:t>if    		D.</a:t>
            </a:r>
            <a:r>
              <a:rPr lang="zh-CN" altLang="en-US" b="1" dirty="0">
                <a:solidFill>
                  <a:srgbClr val="FFFFFF"/>
                </a:solidFill>
                <a:latin typeface="+mn-lt"/>
                <a:ea typeface="华文楷体" panose="02010600040101010101" pitchFamily="2" charset="-122"/>
              </a:rPr>
              <a:t>其之前最近的</a:t>
            </a:r>
            <a:r>
              <a:rPr lang="en-US" altLang="zh-CN" b="1" dirty="0">
                <a:solidFill>
                  <a:srgbClr val="FFFFFF"/>
                </a:solidFill>
                <a:latin typeface="+mn-lt"/>
                <a:ea typeface="华文楷体" panose="02010600040101010101" pitchFamily="2" charset="-122"/>
              </a:rPr>
              <a:t>if </a:t>
            </a:r>
            <a:endParaRPr lang="en-US" altLang="zh-CN" b="1" dirty="0">
              <a:solidFill>
                <a:srgbClr val="FFFFFF"/>
              </a:solidFill>
              <a:latin typeface="+mn-lt"/>
              <a:ea typeface="华文楷体" panose="02010600040101010101" pitchFamily="2" charset="-122"/>
            </a:endParaRPr>
          </a:p>
          <a:p>
            <a:pPr algn="just" eaLnBrk="1" hangingPunct="1">
              <a:lnSpc>
                <a:spcPct val="150000"/>
              </a:lnSpc>
              <a:spcBef>
                <a:spcPct val="50000"/>
              </a:spcBef>
            </a:pPr>
            <a:r>
              <a:rPr lang="en-US" altLang="zh-CN" b="1" dirty="0">
                <a:solidFill>
                  <a:srgbClr val="FFFFFF"/>
                </a:solidFill>
                <a:latin typeface="+mn-lt"/>
                <a:ea typeface="华文楷体" panose="02010600040101010101" pitchFamily="2" charset="-122"/>
              </a:rPr>
              <a:t>   </a:t>
            </a:r>
            <a:endParaRPr lang="zh-CN" altLang="en-US" b="1" dirty="0">
              <a:solidFill>
                <a:srgbClr val="FFFFFF"/>
              </a:solidFill>
              <a:latin typeface="+mn-lt"/>
              <a:ea typeface="华文楷体" panose="02010600040101010101" pitchFamily="2" charset="-122"/>
            </a:endParaRPr>
          </a:p>
        </p:txBody>
      </p:sp>
      <p:sp>
        <p:nvSpPr>
          <p:cNvPr id="3" name="矩形 2"/>
          <p:cNvSpPr/>
          <p:nvPr/>
        </p:nvSpPr>
        <p:spPr>
          <a:xfrm>
            <a:off x="827584" y="333858"/>
            <a:ext cx="7848871" cy="646331"/>
          </a:xfrm>
          <a:prstGeom prst="rect">
            <a:avLst/>
          </a:prstGeom>
        </p:spPr>
        <p:txBody>
          <a:bodyPr>
            <a:noAutofit/>
          </a:bodyPr>
          <a:lstStyle/>
          <a:p>
            <a:pPr fontAlgn="auto">
              <a:spcAft>
                <a:spcPts val="0"/>
              </a:spcAft>
            </a:pPr>
            <a:r>
              <a:rPr lang="en-US" altLang="zh-CN"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 </a:t>
            </a:r>
            <a:r>
              <a:rPr lang="zh-CN" altLang="en-US"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多重</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选择结构</a:t>
            </a:r>
            <a:r>
              <a:rPr lang="en-US" altLang="zh-CN"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嵌套的</a:t>
            </a:r>
            <a:r>
              <a:rPr lang="en-US" altLang="zh-CN"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if</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结构</a:t>
            </a:r>
            <a:endPar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endParaRPr>
          </a:p>
        </p:txBody>
      </p:sp>
      <p:sp>
        <p:nvSpPr>
          <p:cNvPr id="2" name="矩形 1"/>
          <p:cNvSpPr/>
          <p:nvPr/>
        </p:nvSpPr>
        <p:spPr>
          <a:xfrm>
            <a:off x="827584" y="4759368"/>
            <a:ext cx="3177473" cy="590546"/>
          </a:xfrm>
          <a:prstGeom prst="rect">
            <a:avLst/>
          </a:prstGeom>
        </p:spPr>
        <p:txBody>
          <a:bodyPr wrap="none">
            <a:spAutoFit/>
          </a:bodyPr>
          <a:lstStyle/>
          <a:p>
            <a:pPr algn="just" eaLnBrk="1" hangingPunct="1">
              <a:lnSpc>
                <a:spcPct val="150000"/>
              </a:lnSpc>
              <a:spcBef>
                <a:spcPct val="50000"/>
              </a:spcBef>
            </a:pPr>
            <a:r>
              <a:rPr lang="zh-CN" altLang="en-US" b="1" dirty="0">
                <a:solidFill>
                  <a:srgbClr val="FFFF00"/>
                </a:solidFill>
                <a:ea typeface="华文楷体" panose="02010600040101010101" pitchFamily="2" charset="-122"/>
              </a:rPr>
              <a:t>答：本题答案为：</a:t>
            </a:r>
            <a:r>
              <a:rPr lang="en-US" altLang="zh-CN" b="1" dirty="0">
                <a:solidFill>
                  <a:srgbClr val="FFFF00"/>
                </a:solidFill>
                <a:ea typeface="华文楷体" panose="02010600040101010101" pitchFamily="2" charset="-122"/>
              </a:rPr>
              <a:t>D</a:t>
            </a:r>
            <a:r>
              <a:rPr lang="zh-CN" altLang="en-US" b="1" dirty="0">
                <a:solidFill>
                  <a:srgbClr val="FFFF00"/>
                </a:solidFill>
                <a:ea typeface="华文楷体" panose="02010600040101010101" pitchFamily="2" charset="-122"/>
              </a:rPr>
              <a:t>。</a:t>
            </a:r>
            <a:endParaRPr lang="zh-CN" altLang="en-US" b="1" dirty="0">
              <a:solidFill>
                <a:srgbClr val="FFFF00"/>
              </a:solidFill>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467544" y="1124744"/>
            <a:ext cx="8534400" cy="5410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en-US" altLang="zh-CN" b="1" dirty="0">
                <a:solidFill>
                  <a:srgbClr val="FFFFFF"/>
                </a:solidFill>
                <a:latin typeface="+mn-lt"/>
                <a:ea typeface="华文楷体" panose="02010600040101010101" pitchFamily="2" charset="-122"/>
              </a:rPr>
              <a:t>【</a:t>
            </a:r>
            <a:r>
              <a:rPr lang="zh-CN" altLang="en-US" b="1" dirty="0">
                <a:solidFill>
                  <a:srgbClr val="FFFFFF"/>
                </a:solidFill>
                <a:latin typeface="+mn-lt"/>
                <a:ea typeface="华文楷体" panose="02010600040101010101" pitchFamily="2" charset="-122"/>
              </a:rPr>
              <a:t>例</a:t>
            </a:r>
            <a:r>
              <a:rPr lang="en-US" altLang="zh-CN" b="1" dirty="0">
                <a:solidFill>
                  <a:srgbClr val="FFFFFF"/>
                </a:solidFill>
                <a:latin typeface="+mn-lt"/>
                <a:ea typeface="华文楷体" panose="02010600040101010101" pitchFamily="2" charset="-122"/>
              </a:rPr>
              <a:t>】</a:t>
            </a:r>
            <a:r>
              <a:rPr lang="zh-CN" altLang="en-US" b="1" dirty="0">
                <a:solidFill>
                  <a:srgbClr val="FFFFFF"/>
                </a:solidFill>
                <a:latin typeface="+mn-lt"/>
                <a:ea typeface="华文楷体" panose="02010600040101010101" pitchFamily="2" charset="-122"/>
              </a:rPr>
              <a:t>以下程序的输出结果</a:t>
            </a:r>
            <a:r>
              <a:rPr lang="zh-CN" altLang="en-US" b="1" dirty="0" smtClean="0">
                <a:solidFill>
                  <a:srgbClr val="FFFFFF"/>
                </a:solidFill>
                <a:latin typeface="+mn-lt"/>
                <a:ea typeface="华文楷体" panose="02010600040101010101" pitchFamily="2" charset="-122"/>
              </a:rPr>
              <a:t>是</a:t>
            </a:r>
            <a:r>
              <a:rPr lang="zh-CN" altLang="en-US" b="1" u="sng" dirty="0" smtClean="0">
                <a:solidFill>
                  <a:srgbClr val="FFFFFF"/>
                </a:solidFill>
                <a:latin typeface="+mn-lt"/>
                <a:ea typeface="华文楷体" panose="02010600040101010101" pitchFamily="2" charset="-122"/>
              </a:rPr>
              <a:t>        </a:t>
            </a:r>
            <a:r>
              <a:rPr lang="zh-CN" altLang="en-US" b="1" dirty="0" smtClean="0">
                <a:solidFill>
                  <a:srgbClr val="FFFFFF"/>
                </a:solidFill>
                <a:latin typeface="+mn-lt"/>
                <a:ea typeface="华文楷体" panose="02010600040101010101" pitchFamily="2" charset="-122"/>
              </a:rPr>
              <a:t>。</a:t>
            </a:r>
            <a:endParaRPr lang="zh-CN" altLang="en-US" b="1" dirty="0">
              <a:solidFill>
                <a:srgbClr val="FFFFFF"/>
              </a:solidFill>
              <a:latin typeface="+mn-lt"/>
              <a:ea typeface="华文楷体" panose="02010600040101010101" pitchFamily="2" charset="-122"/>
            </a:endParaRPr>
          </a:p>
          <a:p>
            <a:pPr algn="just" eaLnBrk="1" hangingPunct="1">
              <a:lnSpc>
                <a:spcPct val="70000"/>
              </a:lnSpc>
              <a:spcBef>
                <a:spcPct val="50000"/>
              </a:spcBef>
            </a:pPr>
            <a:r>
              <a:rPr lang="en-US" altLang="zh-CN" b="1" dirty="0">
                <a:solidFill>
                  <a:srgbClr val="FFFFFF"/>
                </a:solidFill>
                <a:latin typeface="+mn-lt"/>
                <a:ea typeface="华文楷体" panose="02010600040101010101" pitchFamily="2" charset="-122"/>
              </a:rPr>
              <a:t>#include </a:t>
            </a:r>
            <a:r>
              <a:rPr lang="en-US" altLang="zh-CN" b="1" dirty="0" smtClean="0">
                <a:solidFill>
                  <a:srgbClr val="FFFFFF"/>
                </a:solidFill>
                <a:latin typeface="+mn-lt"/>
                <a:ea typeface="华文楷体" panose="02010600040101010101" pitchFamily="2" charset="-122"/>
              </a:rPr>
              <a:t>&lt;</a:t>
            </a:r>
            <a:r>
              <a:rPr lang="en-US" altLang="zh-CN" b="1" dirty="0" err="1" smtClean="0">
                <a:solidFill>
                  <a:srgbClr val="FFFFFF"/>
                </a:solidFill>
                <a:latin typeface="+mn-lt"/>
                <a:ea typeface="华文楷体" panose="02010600040101010101" pitchFamily="2" charset="-122"/>
              </a:rPr>
              <a:t>iostream</a:t>
            </a:r>
            <a:r>
              <a:rPr lang="en-US" altLang="zh-CN" b="1" dirty="0" smtClean="0">
                <a:solidFill>
                  <a:srgbClr val="FFFFFF"/>
                </a:solidFill>
                <a:latin typeface="+mn-lt"/>
                <a:ea typeface="华文楷体" panose="02010600040101010101" pitchFamily="2" charset="-122"/>
              </a:rPr>
              <a:t>&gt;</a:t>
            </a:r>
            <a:endParaRPr lang="en-US" altLang="zh-CN" b="1" dirty="0">
              <a:solidFill>
                <a:srgbClr val="FFFFFF"/>
              </a:solidFill>
              <a:latin typeface="+mn-lt"/>
              <a:ea typeface="华文楷体" panose="02010600040101010101" pitchFamily="2" charset="-122"/>
            </a:endParaRPr>
          </a:p>
          <a:p>
            <a:pPr algn="just" eaLnBrk="1" hangingPunct="1">
              <a:lnSpc>
                <a:spcPct val="70000"/>
              </a:lnSpc>
              <a:spcBef>
                <a:spcPct val="50000"/>
              </a:spcBef>
            </a:pPr>
            <a:r>
              <a:rPr lang="en-US" altLang="zh-CN" b="1" dirty="0" err="1" smtClean="0">
                <a:solidFill>
                  <a:srgbClr val="FFFFFF"/>
                </a:solidFill>
                <a:latin typeface="+mn-lt"/>
                <a:ea typeface="华文楷体" panose="02010600040101010101" pitchFamily="2" charset="-122"/>
              </a:rPr>
              <a:t>int</a:t>
            </a:r>
            <a:r>
              <a:rPr lang="en-US" altLang="zh-CN" b="1" dirty="0" smtClean="0">
                <a:solidFill>
                  <a:srgbClr val="FFFFFF"/>
                </a:solidFill>
                <a:latin typeface="+mn-lt"/>
                <a:ea typeface="华文楷体" panose="02010600040101010101" pitchFamily="2" charset="-122"/>
              </a:rPr>
              <a:t> main</a:t>
            </a:r>
            <a:r>
              <a:rPr lang="en-US" altLang="zh-CN" b="1" dirty="0">
                <a:solidFill>
                  <a:srgbClr val="FFFFFF"/>
                </a:solidFill>
                <a:latin typeface="+mn-lt"/>
                <a:ea typeface="华文楷体" panose="02010600040101010101" pitchFamily="2" charset="-122"/>
              </a:rPr>
              <a:t>()</a:t>
            </a:r>
            <a:endParaRPr lang="en-US" altLang="zh-CN" b="1" dirty="0">
              <a:solidFill>
                <a:srgbClr val="FFFFFF"/>
              </a:solidFill>
              <a:latin typeface="+mn-lt"/>
              <a:ea typeface="华文楷体" panose="02010600040101010101" pitchFamily="2" charset="-122"/>
            </a:endParaRPr>
          </a:p>
          <a:p>
            <a:pPr algn="just" eaLnBrk="1" hangingPunct="1">
              <a:lnSpc>
                <a:spcPct val="70000"/>
              </a:lnSpc>
              <a:spcBef>
                <a:spcPct val="50000"/>
              </a:spcBef>
            </a:pPr>
            <a:r>
              <a:rPr lang="en-US" altLang="zh-CN" b="1" dirty="0" smtClean="0">
                <a:solidFill>
                  <a:srgbClr val="FFFFFF"/>
                </a:solidFill>
                <a:latin typeface="+mn-lt"/>
                <a:ea typeface="华文楷体" panose="02010600040101010101" pitchFamily="2" charset="-122"/>
              </a:rPr>
              <a:t>{  </a:t>
            </a:r>
            <a:r>
              <a:rPr lang="en-US" altLang="zh-CN" b="1" dirty="0" err="1">
                <a:solidFill>
                  <a:srgbClr val="FFFFFF"/>
                </a:solidFill>
                <a:latin typeface="+mn-lt"/>
                <a:ea typeface="华文楷体" panose="02010600040101010101" pitchFamily="2" charset="-122"/>
              </a:rPr>
              <a:t>int</a:t>
            </a:r>
            <a:r>
              <a:rPr lang="en-US" altLang="zh-CN" b="1" dirty="0">
                <a:solidFill>
                  <a:srgbClr val="FFFFFF"/>
                </a:solidFill>
                <a:latin typeface="+mn-lt"/>
                <a:ea typeface="华文楷体" panose="02010600040101010101" pitchFamily="2" charset="-122"/>
              </a:rPr>
              <a:t> x=2,y=-1,z=2;</a:t>
            </a:r>
            <a:endParaRPr lang="en-US" altLang="zh-CN" b="1" dirty="0">
              <a:solidFill>
                <a:srgbClr val="FFFFFF"/>
              </a:solidFill>
              <a:latin typeface="+mn-lt"/>
              <a:ea typeface="华文楷体" panose="02010600040101010101" pitchFamily="2" charset="-122"/>
            </a:endParaRPr>
          </a:p>
          <a:p>
            <a:pPr algn="just" eaLnBrk="1" hangingPunct="1">
              <a:lnSpc>
                <a:spcPct val="70000"/>
              </a:lnSpc>
              <a:spcBef>
                <a:spcPct val="50000"/>
              </a:spcBef>
            </a:pPr>
            <a:r>
              <a:rPr lang="en-US" altLang="zh-CN" b="1" dirty="0">
                <a:solidFill>
                  <a:srgbClr val="FFFFFF"/>
                </a:solidFill>
                <a:latin typeface="+mn-lt"/>
                <a:ea typeface="华文楷体" panose="02010600040101010101" pitchFamily="2" charset="-122"/>
              </a:rPr>
              <a:t>    if(x&lt;y)</a:t>
            </a:r>
            <a:endParaRPr lang="en-US" altLang="zh-CN" b="1" dirty="0">
              <a:solidFill>
                <a:srgbClr val="FFFFFF"/>
              </a:solidFill>
              <a:latin typeface="+mn-lt"/>
              <a:ea typeface="华文楷体" panose="02010600040101010101" pitchFamily="2" charset="-122"/>
            </a:endParaRPr>
          </a:p>
          <a:p>
            <a:pPr algn="just" eaLnBrk="1" hangingPunct="1">
              <a:lnSpc>
                <a:spcPct val="70000"/>
              </a:lnSpc>
              <a:spcBef>
                <a:spcPct val="50000"/>
              </a:spcBef>
            </a:pPr>
            <a:r>
              <a:rPr lang="en-US" altLang="zh-CN" b="1" dirty="0">
                <a:solidFill>
                  <a:srgbClr val="FFFFFF"/>
                </a:solidFill>
                <a:latin typeface="+mn-lt"/>
                <a:ea typeface="华文楷体" panose="02010600040101010101" pitchFamily="2" charset="-122"/>
              </a:rPr>
              <a:t>    if(y&lt;0) z=0;</a:t>
            </a:r>
            <a:endParaRPr lang="en-US" altLang="zh-CN" b="1" dirty="0">
              <a:solidFill>
                <a:srgbClr val="FFFFFF"/>
              </a:solidFill>
              <a:latin typeface="+mn-lt"/>
              <a:ea typeface="华文楷体" panose="02010600040101010101" pitchFamily="2" charset="-122"/>
            </a:endParaRPr>
          </a:p>
          <a:p>
            <a:pPr algn="just" eaLnBrk="1" hangingPunct="1">
              <a:lnSpc>
                <a:spcPct val="70000"/>
              </a:lnSpc>
              <a:spcBef>
                <a:spcPct val="50000"/>
              </a:spcBef>
            </a:pPr>
            <a:r>
              <a:rPr lang="en-US" altLang="zh-CN" b="1" dirty="0">
                <a:solidFill>
                  <a:srgbClr val="FFFFFF"/>
                </a:solidFill>
                <a:latin typeface="+mn-lt"/>
                <a:ea typeface="华文楷体" panose="02010600040101010101" pitchFamily="2" charset="-122"/>
              </a:rPr>
              <a:t>    else z+=1;</a:t>
            </a:r>
            <a:endParaRPr lang="en-US" altLang="zh-CN" b="1" dirty="0">
              <a:solidFill>
                <a:srgbClr val="FFFFFF"/>
              </a:solidFill>
              <a:latin typeface="+mn-lt"/>
              <a:ea typeface="华文楷体" panose="02010600040101010101" pitchFamily="2" charset="-122"/>
            </a:endParaRPr>
          </a:p>
          <a:p>
            <a:pPr algn="just" eaLnBrk="1" hangingPunct="1">
              <a:lnSpc>
                <a:spcPct val="70000"/>
              </a:lnSpc>
              <a:spcBef>
                <a:spcPct val="50000"/>
              </a:spcBef>
            </a:pPr>
            <a:r>
              <a:rPr lang="en-US" altLang="zh-CN" b="1" dirty="0">
                <a:solidFill>
                  <a:srgbClr val="FFFFFF"/>
                </a:solidFill>
                <a:latin typeface="+mn-lt"/>
                <a:ea typeface="华文楷体" panose="02010600040101010101" pitchFamily="2" charset="-122"/>
              </a:rPr>
              <a:t>    </a:t>
            </a:r>
            <a:r>
              <a:rPr lang="en-US" altLang="zh-CN" b="1" dirty="0" err="1" smtClean="0">
                <a:solidFill>
                  <a:srgbClr val="FFFFFF"/>
                </a:solidFill>
                <a:latin typeface="+mn-lt"/>
                <a:ea typeface="华文楷体" panose="02010600040101010101" pitchFamily="2" charset="-122"/>
              </a:rPr>
              <a:t>std</a:t>
            </a:r>
            <a:r>
              <a:rPr lang="en-US" altLang="zh-CN" b="1" dirty="0" smtClean="0">
                <a:solidFill>
                  <a:srgbClr val="FFFFFF"/>
                </a:solidFill>
                <a:latin typeface="+mn-lt"/>
                <a:ea typeface="华文楷体" panose="02010600040101010101" pitchFamily="2" charset="-122"/>
              </a:rPr>
              <a:t>::</a:t>
            </a:r>
            <a:r>
              <a:rPr lang="en-US" altLang="zh-CN" b="1" dirty="0" err="1" smtClean="0">
                <a:solidFill>
                  <a:srgbClr val="FFFFFF"/>
                </a:solidFill>
                <a:latin typeface="+mn-lt"/>
                <a:ea typeface="华文楷体" panose="02010600040101010101" pitchFamily="2" charset="-122"/>
              </a:rPr>
              <a:t>cout</a:t>
            </a:r>
            <a:r>
              <a:rPr lang="en-US" altLang="zh-CN" b="1" dirty="0" smtClean="0">
                <a:solidFill>
                  <a:srgbClr val="FFFFFF"/>
                </a:solidFill>
                <a:latin typeface="+mn-lt"/>
                <a:ea typeface="华文楷体" panose="02010600040101010101" pitchFamily="2" charset="-122"/>
              </a:rPr>
              <a:t> &lt;&lt; z &lt;&lt; </a:t>
            </a:r>
            <a:r>
              <a:rPr lang="en-US" altLang="zh-CN" b="1" dirty="0" err="1" smtClean="0">
                <a:solidFill>
                  <a:srgbClr val="FFFFFF"/>
                </a:solidFill>
                <a:latin typeface="+mn-lt"/>
                <a:ea typeface="华文楷体" panose="02010600040101010101" pitchFamily="2" charset="-122"/>
              </a:rPr>
              <a:t>std</a:t>
            </a:r>
            <a:r>
              <a:rPr lang="en-US" altLang="zh-CN" b="1" dirty="0" smtClean="0">
                <a:solidFill>
                  <a:srgbClr val="FFFFFF"/>
                </a:solidFill>
                <a:latin typeface="+mn-lt"/>
                <a:ea typeface="华文楷体" panose="02010600040101010101" pitchFamily="2" charset="-122"/>
              </a:rPr>
              <a:t>::</a:t>
            </a:r>
            <a:r>
              <a:rPr lang="en-US" altLang="zh-CN" b="1" dirty="0" err="1" smtClean="0">
                <a:solidFill>
                  <a:srgbClr val="FFFFFF"/>
                </a:solidFill>
                <a:latin typeface="+mn-lt"/>
                <a:ea typeface="华文楷体" panose="02010600040101010101" pitchFamily="2" charset="-122"/>
              </a:rPr>
              <a:t>endl</a:t>
            </a:r>
            <a:r>
              <a:rPr lang="en-US" altLang="zh-CN" b="1" dirty="0" smtClean="0">
                <a:solidFill>
                  <a:srgbClr val="FFFFFF"/>
                </a:solidFill>
                <a:latin typeface="+mn-lt"/>
                <a:ea typeface="华文楷体" panose="02010600040101010101" pitchFamily="2" charset="-122"/>
              </a:rPr>
              <a:t>;</a:t>
            </a:r>
            <a:endParaRPr lang="en-US" altLang="zh-CN" b="1" dirty="0" smtClean="0">
              <a:solidFill>
                <a:srgbClr val="FFFFFF"/>
              </a:solidFill>
              <a:latin typeface="+mn-lt"/>
              <a:ea typeface="华文楷体" panose="02010600040101010101" pitchFamily="2" charset="-122"/>
            </a:endParaRPr>
          </a:p>
          <a:p>
            <a:pPr algn="just" eaLnBrk="1" hangingPunct="1">
              <a:lnSpc>
                <a:spcPct val="70000"/>
              </a:lnSpc>
              <a:spcBef>
                <a:spcPct val="50000"/>
              </a:spcBef>
            </a:pPr>
            <a:r>
              <a:rPr lang="en-US" altLang="zh-CN" b="1" dirty="0">
                <a:solidFill>
                  <a:srgbClr val="FFFFFF"/>
                </a:solidFill>
                <a:latin typeface="+mn-lt"/>
                <a:ea typeface="华文楷体" panose="02010600040101010101" pitchFamily="2" charset="-122"/>
              </a:rPr>
              <a:t> </a:t>
            </a:r>
            <a:r>
              <a:rPr lang="en-US" altLang="zh-CN" b="1" dirty="0" smtClean="0">
                <a:solidFill>
                  <a:srgbClr val="FFFFFF"/>
                </a:solidFill>
                <a:latin typeface="+mn-lt"/>
                <a:ea typeface="华文楷体" panose="02010600040101010101" pitchFamily="2" charset="-122"/>
              </a:rPr>
              <a:t>   return 0</a:t>
            </a:r>
            <a:r>
              <a:rPr lang="zh-CN" altLang="en-US" b="1" dirty="0" smtClean="0">
                <a:solidFill>
                  <a:srgbClr val="FFFFFF"/>
                </a:solidFill>
                <a:latin typeface="+mn-lt"/>
                <a:ea typeface="华文楷体" panose="02010600040101010101" pitchFamily="2" charset="-122"/>
              </a:rPr>
              <a:t>；</a:t>
            </a:r>
            <a:endParaRPr lang="en-US" altLang="zh-CN" b="1" dirty="0">
              <a:solidFill>
                <a:srgbClr val="FFFFFF"/>
              </a:solidFill>
              <a:latin typeface="+mn-lt"/>
              <a:ea typeface="华文楷体" panose="02010600040101010101" pitchFamily="2" charset="-122"/>
            </a:endParaRPr>
          </a:p>
          <a:p>
            <a:pPr algn="just" eaLnBrk="1" hangingPunct="1">
              <a:lnSpc>
                <a:spcPct val="70000"/>
              </a:lnSpc>
              <a:spcBef>
                <a:spcPct val="50000"/>
              </a:spcBef>
            </a:pPr>
            <a:r>
              <a:rPr lang="en-US" altLang="zh-CN" b="1" dirty="0">
                <a:solidFill>
                  <a:srgbClr val="FFFFFF"/>
                </a:solidFill>
                <a:latin typeface="+mn-lt"/>
                <a:ea typeface="华文楷体" panose="02010600040101010101" pitchFamily="2" charset="-122"/>
              </a:rPr>
              <a:t>}</a:t>
            </a:r>
            <a:endParaRPr lang="en-US" altLang="zh-CN" b="1" dirty="0">
              <a:solidFill>
                <a:srgbClr val="FFFFFF"/>
              </a:solidFill>
              <a:latin typeface="+mn-lt"/>
              <a:ea typeface="华文楷体" panose="02010600040101010101" pitchFamily="2" charset="-122"/>
            </a:endParaRPr>
          </a:p>
          <a:p>
            <a:pPr algn="just" eaLnBrk="1" hangingPunct="1">
              <a:lnSpc>
                <a:spcPct val="80000"/>
              </a:lnSpc>
              <a:spcBef>
                <a:spcPct val="50000"/>
              </a:spcBef>
            </a:pPr>
            <a:r>
              <a:rPr lang="en-US" altLang="zh-CN" b="1" dirty="0">
                <a:solidFill>
                  <a:srgbClr val="FFFFFF"/>
                </a:solidFill>
                <a:latin typeface="+mn-lt"/>
                <a:ea typeface="华文楷体" panose="02010600040101010101" pitchFamily="2" charset="-122"/>
              </a:rPr>
              <a:t>A.3				B.2</a:t>
            </a:r>
            <a:endParaRPr lang="en-US" altLang="zh-CN" b="1" dirty="0">
              <a:solidFill>
                <a:srgbClr val="FFFFFF"/>
              </a:solidFill>
              <a:latin typeface="+mn-lt"/>
              <a:ea typeface="华文楷体" panose="02010600040101010101" pitchFamily="2" charset="-122"/>
            </a:endParaRPr>
          </a:p>
          <a:p>
            <a:pPr algn="just" eaLnBrk="1" hangingPunct="1">
              <a:lnSpc>
                <a:spcPct val="80000"/>
              </a:lnSpc>
              <a:spcBef>
                <a:spcPct val="50000"/>
              </a:spcBef>
            </a:pPr>
            <a:r>
              <a:rPr lang="en-US" altLang="zh-CN" b="1" dirty="0">
                <a:solidFill>
                  <a:srgbClr val="FFFFFF"/>
                </a:solidFill>
                <a:latin typeface="+mn-lt"/>
                <a:ea typeface="华文楷体" panose="02010600040101010101" pitchFamily="2" charset="-122"/>
              </a:rPr>
              <a:t>C.1				</a:t>
            </a:r>
            <a:r>
              <a:rPr lang="en-US" altLang="zh-CN" b="1" dirty="0" smtClean="0">
                <a:solidFill>
                  <a:srgbClr val="FFFFFF"/>
                </a:solidFill>
                <a:latin typeface="+mn-lt"/>
                <a:ea typeface="华文楷体" panose="02010600040101010101" pitchFamily="2" charset="-122"/>
              </a:rPr>
              <a:t>D.0</a:t>
            </a:r>
            <a:endParaRPr lang="en-US" altLang="zh-CN" b="1" dirty="0">
              <a:solidFill>
                <a:srgbClr val="FFFFFF"/>
              </a:solidFill>
              <a:latin typeface="+mn-lt"/>
              <a:ea typeface="华文楷体" panose="02010600040101010101" pitchFamily="2" charset="-122"/>
            </a:endParaRPr>
          </a:p>
        </p:txBody>
      </p:sp>
      <p:sp>
        <p:nvSpPr>
          <p:cNvPr id="2" name="矩形 1"/>
          <p:cNvSpPr/>
          <p:nvPr/>
        </p:nvSpPr>
        <p:spPr>
          <a:xfrm>
            <a:off x="5220072" y="2420888"/>
            <a:ext cx="2736304" cy="1754326"/>
          </a:xfrm>
          <a:prstGeom prst="rect">
            <a:avLst/>
          </a:prstGeom>
        </p:spPr>
        <p:txBody>
          <a:bodyPr wrap="square">
            <a:spAutoFit/>
          </a:bodyPr>
          <a:lstStyle/>
          <a:p>
            <a:pPr algn="just" eaLnBrk="1" hangingPunct="1">
              <a:lnSpc>
                <a:spcPct val="150000"/>
              </a:lnSpc>
              <a:spcBef>
                <a:spcPct val="50000"/>
              </a:spcBef>
            </a:pPr>
            <a:r>
              <a:rPr lang="zh-CN" altLang="en-US" b="1" dirty="0">
                <a:solidFill>
                  <a:srgbClr val="FFFF00"/>
                </a:solidFill>
                <a:ea typeface="华文楷体" panose="02010600040101010101" pitchFamily="2" charset="-122"/>
              </a:rPr>
              <a:t>答：</a:t>
            </a:r>
            <a:r>
              <a:rPr lang="en-US" altLang="zh-CN" b="1" dirty="0">
                <a:solidFill>
                  <a:srgbClr val="FFFF00"/>
                </a:solidFill>
                <a:ea typeface="华文楷体" panose="02010600040101010101" pitchFamily="2" charset="-122"/>
              </a:rPr>
              <a:t>x&lt;y</a:t>
            </a:r>
            <a:r>
              <a:rPr lang="zh-CN" altLang="en-US" b="1" dirty="0">
                <a:solidFill>
                  <a:srgbClr val="FFFF00"/>
                </a:solidFill>
                <a:ea typeface="华文楷体" panose="02010600040101010101" pitchFamily="2" charset="-122"/>
              </a:rPr>
              <a:t>为假，直接</a:t>
            </a:r>
            <a:r>
              <a:rPr lang="zh-CN" altLang="en-US" b="1" dirty="0" smtClean="0">
                <a:solidFill>
                  <a:srgbClr val="FFFF00"/>
                </a:solidFill>
                <a:ea typeface="华文楷体" panose="02010600040101010101" pitchFamily="2" charset="-122"/>
              </a:rPr>
              <a:t>执行</a:t>
            </a:r>
            <a:r>
              <a:rPr lang="en-US" altLang="zh-CN" b="1" dirty="0" err="1" smtClean="0">
                <a:solidFill>
                  <a:srgbClr val="FFFF00"/>
                </a:solidFill>
                <a:ea typeface="华文楷体" panose="02010600040101010101" pitchFamily="2" charset="-122"/>
              </a:rPr>
              <a:t>cout</a:t>
            </a:r>
            <a:r>
              <a:rPr lang="zh-CN" altLang="en-US" b="1" dirty="0" smtClean="0">
                <a:solidFill>
                  <a:srgbClr val="FFFF00"/>
                </a:solidFill>
                <a:ea typeface="华文楷体" panose="02010600040101010101" pitchFamily="2" charset="-122"/>
              </a:rPr>
              <a:t>语句</a:t>
            </a:r>
            <a:r>
              <a:rPr lang="zh-CN" altLang="en-US" b="1" dirty="0">
                <a:solidFill>
                  <a:srgbClr val="FFFF00"/>
                </a:solidFill>
                <a:ea typeface="华文楷体" panose="02010600040101010101" pitchFamily="2" charset="-122"/>
              </a:rPr>
              <a:t>。本题答案为：</a:t>
            </a:r>
            <a:r>
              <a:rPr lang="en-US" altLang="zh-CN" b="1" dirty="0">
                <a:solidFill>
                  <a:srgbClr val="FFFF00"/>
                </a:solidFill>
                <a:ea typeface="华文楷体" panose="02010600040101010101" pitchFamily="2" charset="-122"/>
              </a:rPr>
              <a:t>B</a:t>
            </a:r>
            <a:r>
              <a:rPr lang="zh-CN" altLang="en-US" b="1" dirty="0">
                <a:solidFill>
                  <a:srgbClr val="FFFF00"/>
                </a:solidFill>
                <a:ea typeface="楷体_GB2312" pitchFamily="49" charset="-122"/>
              </a:rPr>
              <a:t>。</a:t>
            </a:r>
            <a:endParaRPr lang="zh-CN" altLang="en-US" b="1" dirty="0">
              <a:solidFill>
                <a:srgbClr val="FFFF00"/>
              </a:solidFill>
              <a:ea typeface="楷体_GB2312" pitchFamily="49" charset="-122"/>
            </a:endParaRPr>
          </a:p>
        </p:txBody>
      </p:sp>
      <p:sp>
        <p:nvSpPr>
          <p:cNvPr id="5" name="矩形 4"/>
          <p:cNvSpPr/>
          <p:nvPr/>
        </p:nvSpPr>
        <p:spPr>
          <a:xfrm>
            <a:off x="827584" y="333858"/>
            <a:ext cx="7848871" cy="646331"/>
          </a:xfrm>
          <a:prstGeom prst="rect">
            <a:avLst/>
          </a:prstGeom>
        </p:spPr>
        <p:txBody>
          <a:bodyPr>
            <a:noAutofit/>
          </a:bodyPr>
          <a:lstStyle/>
          <a:p>
            <a:pPr fontAlgn="auto">
              <a:spcAft>
                <a:spcPts val="0"/>
              </a:spcAft>
            </a:pPr>
            <a:r>
              <a:rPr lang="en-US" altLang="zh-CN"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  </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多重选择结构</a:t>
            </a:r>
            <a:r>
              <a:rPr lang="en-US" altLang="zh-CN"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嵌套的</a:t>
            </a:r>
            <a:r>
              <a:rPr lang="en-US" altLang="zh-CN"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if</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结构</a:t>
            </a:r>
            <a:endPar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1061392" y="1056793"/>
            <a:ext cx="7831088" cy="571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en-US" altLang="zh-CN" b="1" dirty="0" smtClean="0">
                <a:solidFill>
                  <a:srgbClr val="FFFFFF"/>
                </a:solidFill>
                <a:latin typeface="+mn-lt"/>
                <a:ea typeface="华文楷体" panose="02010600040101010101" pitchFamily="2" charset="-122"/>
              </a:rPr>
              <a:t>【</a:t>
            </a:r>
            <a:r>
              <a:rPr lang="zh-CN" altLang="en-US" b="1" dirty="0" smtClean="0">
                <a:solidFill>
                  <a:srgbClr val="FFFFFF"/>
                </a:solidFill>
                <a:latin typeface="+mn-lt"/>
                <a:ea typeface="华文楷体" panose="02010600040101010101" pitchFamily="2" charset="-122"/>
              </a:rPr>
              <a:t>例</a:t>
            </a:r>
            <a:r>
              <a:rPr lang="en-US" altLang="zh-CN" b="1" dirty="0" smtClean="0">
                <a:solidFill>
                  <a:srgbClr val="FFFFFF"/>
                </a:solidFill>
                <a:latin typeface="+mn-lt"/>
                <a:ea typeface="华文楷体" panose="02010600040101010101" pitchFamily="2" charset="-122"/>
              </a:rPr>
              <a:t>】</a:t>
            </a:r>
            <a:r>
              <a:rPr lang="zh-CN" altLang="en-US" b="1" dirty="0" smtClean="0">
                <a:solidFill>
                  <a:srgbClr val="FFFFFF"/>
                </a:solidFill>
                <a:latin typeface="+mn-lt"/>
                <a:ea typeface="华文楷体" panose="02010600040101010101" pitchFamily="2" charset="-122"/>
              </a:rPr>
              <a:t>有以下程序：</a:t>
            </a:r>
            <a:endParaRPr lang="zh-CN" altLang="en-US" b="1" dirty="0" smtClean="0">
              <a:solidFill>
                <a:srgbClr val="FFFFFF"/>
              </a:solidFill>
              <a:latin typeface="+mn-lt"/>
              <a:ea typeface="华文楷体" panose="02010600040101010101" pitchFamily="2" charset="-122"/>
            </a:endParaRPr>
          </a:p>
          <a:p>
            <a:pPr algn="just" eaLnBrk="1" hangingPunct="1">
              <a:lnSpc>
                <a:spcPct val="50000"/>
              </a:lnSpc>
              <a:spcBef>
                <a:spcPct val="50000"/>
              </a:spcBef>
            </a:pPr>
            <a:r>
              <a:rPr lang="zh-CN" altLang="en-US" sz="2000" b="1" dirty="0" smtClean="0">
                <a:solidFill>
                  <a:srgbClr val="FFFFFF"/>
                </a:solidFill>
                <a:latin typeface="+mn-lt"/>
                <a:ea typeface="华文楷体" panose="02010600040101010101" pitchFamily="2" charset="-122"/>
              </a:rPr>
              <a:t>  </a:t>
            </a:r>
            <a:r>
              <a:rPr lang="en-US" altLang="zh-CN" sz="2000" b="1" dirty="0" smtClean="0">
                <a:solidFill>
                  <a:srgbClr val="FFFFFF"/>
                </a:solidFill>
                <a:latin typeface="+mn-lt"/>
                <a:ea typeface="华文楷体" panose="02010600040101010101" pitchFamily="2" charset="-122"/>
              </a:rPr>
              <a:t>#include &lt;</a:t>
            </a:r>
            <a:r>
              <a:rPr lang="en-US" altLang="zh-CN" sz="2000" b="1" dirty="0" err="1" smtClean="0">
                <a:solidFill>
                  <a:srgbClr val="FFFFFF"/>
                </a:solidFill>
                <a:latin typeface="+mn-lt"/>
                <a:ea typeface="华文楷体" panose="02010600040101010101" pitchFamily="2" charset="-122"/>
              </a:rPr>
              <a:t>iostream</a:t>
            </a:r>
            <a:r>
              <a:rPr lang="en-US" altLang="zh-CN" sz="2000" b="1" dirty="0" smtClean="0">
                <a:solidFill>
                  <a:srgbClr val="FFFFFF"/>
                </a:solidFill>
                <a:latin typeface="+mn-lt"/>
                <a:ea typeface="华文楷体" panose="02010600040101010101" pitchFamily="2" charset="-122"/>
              </a:rPr>
              <a:t>&gt;</a:t>
            </a:r>
            <a:endParaRPr lang="en-US" altLang="zh-CN" sz="2000" b="1" dirty="0" smtClean="0">
              <a:solidFill>
                <a:srgbClr val="FFFFFF"/>
              </a:solidFill>
              <a:latin typeface="+mn-lt"/>
              <a:ea typeface="华文楷体" panose="02010600040101010101" pitchFamily="2" charset="-122"/>
            </a:endParaRPr>
          </a:p>
          <a:p>
            <a:pPr algn="just" eaLnBrk="1" hangingPunct="1">
              <a:lnSpc>
                <a:spcPct val="50000"/>
              </a:lnSpc>
              <a:spcBef>
                <a:spcPct val="50000"/>
              </a:spcBef>
            </a:pPr>
            <a:r>
              <a:rPr lang="en-US" altLang="zh-CN" sz="2000" b="1" dirty="0" smtClean="0">
                <a:solidFill>
                  <a:srgbClr val="FFFFFF"/>
                </a:solidFill>
                <a:latin typeface="+mn-lt"/>
                <a:ea typeface="华文楷体" panose="02010600040101010101" pitchFamily="2" charset="-122"/>
              </a:rPr>
              <a:t>  using namespace </a:t>
            </a:r>
            <a:r>
              <a:rPr lang="en-US" altLang="zh-CN" sz="2000" b="1" dirty="0" err="1" smtClean="0">
                <a:solidFill>
                  <a:srgbClr val="FFFFFF"/>
                </a:solidFill>
                <a:latin typeface="+mn-lt"/>
                <a:ea typeface="华文楷体" panose="02010600040101010101" pitchFamily="2" charset="-122"/>
              </a:rPr>
              <a:t>std</a:t>
            </a:r>
            <a:r>
              <a:rPr lang="en-US" altLang="zh-CN" sz="2000" b="1" dirty="0" smtClean="0">
                <a:solidFill>
                  <a:srgbClr val="FFFFFF"/>
                </a:solidFill>
                <a:latin typeface="+mn-lt"/>
                <a:ea typeface="华文楷体" panose="02010600040101010101" pitchFamily="2" charset="-122"/>
              </a:rPr>
              <a:t>;</a:t>
            </a:r>
            <a:endParaRPr lang="en-US" altLang="zh-CN" sz="2000" b="1" dirty="0" smtClean="0">
              <a:solidFill>
                <a:srgbClr val="FFFFFF"/>
              </a:solidFill>
              <a:latin typeface="+mn-lt"/>
              <a:ea typeface="华文楷体" panose="02010600040101010101" pitchFamily="2" charset="-122"/>
            </a:endParaRPr>
          </a:p>
          <a:p>
            <a:pPr algn="just" eaLnBrk="1" hangingPunct="1">
              <a:lnSpc>
                <a:spcPct val="50000"/>
              </a:lnSpc>
              <a:spcBef>
                <a:spcPct val="50000"/>
              </a:spcBef>
            </a:pPr>
            <a:r>
              <a:rPr lang="en-US" altLang="zh-CN" sz="2000" b="1" dirty="0" smtClean="0">
                <a:solidFill>
                  <a:srgbClr val="FFFFFF"/>
                </a:solidFill>
                <a:latin typeface="+mn-lt"/>
                <a:ea typeface="华文楷体" panose="02010600040101010101" pitchFamily="2" charset="-122"/>
              </a:rPr>
              <a:t>  </a:t>
            </a:r>
            <a:r>
              <a:rPr lang="en-US" altLang="zh-CN" sz="2000" b="1" dirty="0" err="1" smtClean="0">
                <a:solidFill>
                  <a:srgbClr val="FFFFFF"/>
                </a:solidFill>
                <a:latin typeface="+mn-lt"/>
                <a:ea typeface="华文楷体" panose="02010600040101010101" pitchFamily="2" charset="-122"/>
              </a:rPr>
              <a:t>int</a:t>
            </a:r>
            <a:r>
              <a:rPr lang="en-US" altLang="zh-CN" sz="2000" b="1" dirty="0" smtClean="0">
                <a:solidFill>
                  <a:srgbClr val="FFFFFF"/>
                </a:solidFill>
                <a:latin typeface="+mn-lt"/>
                <a:ea typeface="华文楷体" panose="02010600040101010101" pitchFamily="2" charset="-122"/>
              </a:rPr>
              <a:t> main()</a:t>
            </a:r>
            <a:endParaRPr lang="en-US" altLang="zh-CN" sz="2000" b="1" dirty="0" smtClean="0">
              <a:solidFill>
                <a:srgbClr val="FFFFFF"/>
              </a:solidFill>
              <a:latin typeface="+mn-lt"/>
              <a:ea typeface="华文楷体" panose="02010600040101010101" pitchFamily="2" charset="-122"/>
            </a:endParaRPr>
          </a:p>
          <a:p>
            <a:pPr algn="just" eaLnBrk="1" hangingPunct="1">
              <a:lnSpc>
                <a:spcPct val="50000"/>
              </a:lnSpc>
              <a:spcBef>
                <a:spcPct val="50000"/>
              </a:spcBef>
            </a:pPr>
            <a:r>
              <a:rPr lang="en-US" altLang="zh-CN" sz="2000" b="1" dirty="0" smtClean="0">
                <a:solidFill>
                  <a:srgbClr val="FFFFFF"/>
                </a:solidFill>
                <a:latin typeface="+mn-lt"/>
                <a:ea typeface="华文楷体" panose="02010600040101010101" pitchFamily="2" charset="-122"/>
              </a:rPr>
              <a:t>  {  </a:t>
            </a:r>
            <a:r>
              <a:rPr lang="en-US" altLang="zh-CN" sz="2000" b="1" dirty="0" err="1" smtClean="0">
                <a:solidFill>
                  <a:srgbClr val="FFFFFF"/>
                </a:solidFill>
                <a:latin typeface="+mn-lt"/>
                <a:ea typeface="华文楷体" panose="02010600040101010101" pitchFamily="2" charset="-122"/>
              </a:rPr>
              <a:t>int</a:t>
            </a:r>
            <a:r>
              <a:rPr lang="en-US" altLang="zh-CN" sz="2000" b="1" dirty="0" smtClean="0">
                <a:solidFill>
                  <a:srgbClr val="FFFFFF"/>
                </a:solidFill>
                <a:latin typeface="+mn-lt"/>
                <a:ea typeface="华文楷体" panose="02010600040101010101" pitchFamily="2" charset="-122"/>
              </a:rPr>
              <a:t> a=15,b=21,m=0;</a:t>
            </a:r>
            <a:endParaRPr lang="en-US" altLang="zh-CN" sz="2000" b="1" dirty="0" smtClean="0">
              <a:solidFill>
                <a:srgbClr val="FFFFFF"/>
              </a:solidFill>
              <a:latin typeface="+mn-lt"/>
              <a:ea typeface="华文楷体" panose="02010600040101010101" pitchFamily="2" charset="-122"/>
            </a:endParaRPr>
          </a:p>
          <a:p>
            <a:pPr algn="just" eaLnBrk="1" hangingPunct="1">
              <a:lnSpc>
                <a:spcPct val="50000"/>
              </a:lnSpc>
              <a:spcBef>
                <a:spcPct val="50000"/>
              </a:spcBef>
            </a:pPr>
            <a:r>
              <a:rPr lang="en-US" altLang="zh-CN" sz="2000" b="1" dirty="0" smtClean="0">
                <a:solidFill>
                  <a:srgbClr val="FFFFFF"/>
                </a:solidFill>
                <a:latin typeface="+mn-lt"/>
                <a:ea typeface="华文楷体" panose="02010600040101010101" pitchFamily="2" charset="-122"/>
              </a:rPr>
              <a:t>      switch(a%3)</a:t>
            </a:r>
            <a:endParaRPr lang="en-US" altLang="zh-CN" sz="2000" b="1" dirty="0" smtClean="0">
              <a:solidFill>
                <a:srgbClr val="FFFFFF"/>
              </a:solidFill>
              <a:latin typeface="+mn-lt"/>
              <a:ea typeface="华文楷体" panose="02010600040101010101" pitchFamily="2" charset="-122"/>
            </a:endParaRPr>
          </a:p>
          <a:p>
            <a:pPr algn="just" eaLnBrk="1" hangingPunct="1">
              <a:lnSpc>
                <a:spcPct val="50000"/>
              </a:lnSpc>
              <a:spcBef>
                <a:spcPct val="50000"/>
              </a:spcBef>
            </a:pPr>
            <a:r>
              <a:rPr lang="en-US" altLang="zh-CN" sz="2000" b="1" dirty="0" smtClean="0">
                <a:solidFill>
                  <a:srgbClr val="FFFFFF"/>
                </a:solidFill>
                <a:latin typeface="+mn-lt"/>
                <a:ea typeface="华文楷体" panose="02010600040101010101" pitchFamily="2" charset="-122"/>
              </a:rPr>
              <a:t>      {  </a:t>
            </a:r>
            <a:endParaRPr lang="en-US" altLang="zh-CN" sz="2000" b="1" dirty="0" smtClean="0">
              <a:solidFill>
                <a:srgbClr val="FFFFFF"/>
              </a:solidFill>
              <a:latin typeface="+mn-lt"/>
              <a:ea typeface="华文楷体" panose="02010600040101010101" pitchFamily="2" charset="-122"/>
            </a:endParaRPr>
          </a:p>
          <a:p>
            <a:pPr algn="just" eaLnBrk="1" hangingPunct="1">
              <a:lnSpc>
                <a:spcPct val="50000"/>
              </a:lnSpc>
              <a:spcBef>
                <a:spcPct val="50000"/>
              </a:spcBef>
            </a:pPr>
            <a:r>
              <a:rPr lang="en-US" altLang="zh-CN" sz="2000" b="1" dirty="0" smtClean="0">
                <a:solidFill>
                  <a:srgbClr val="FFFFFF"/>
                </a:solidFill>
                <a:latin typeface="+mn-lt"/>
                <a:ea typeface="华文楷体" panose="02010600040101010101" pitchFamily="2" charset="-122"/>
              </a:rPr>
              <a:t>      case 0:m++;break;</a:t>
            </a:r>
            <a:endParaRPr lang="en-US" altLang="zh-CN" sz="2000" b="1" dirty="0" smtClean="0">
              <a:solidFill>
                <a:srgbClr val="FFFFFF"/>
              </a:solidFill>
              <a:latin typeface="+mn-lt"/>
              <a:ea typeface="华文楷体" panose="02010600040101010101" pitchFamily="2" charset="-122"/>
            </a:endParaRPr>
          </a:p>
          <a:p>
            <a:pPr algn="just" eaLnBrk="1" hangingPunct="1">
              <a:lnSpc>
                <a:spcPct val="50000"/>
              </a:lnSpc>
              <a:spcBef>
                <a:spcPct val="50000"/>
              </a:spcBef>
            </a:pPr>
            <a:r>
              <a:rPr lang="en-US" altLang="zh-CN" sz="2000" b="1" dirty="0" smtClean="0">
                <a:solidFill>
                  <a:srgbClr val="FFFFFF"/>
                </a:solidFill>
                <a:latin typeface="+mn-lt"/>
                <a:ea typeface="华文楷体" panose="02010600040101010101" pitchFamily="2" charset="-122"/>
              </a:rPr>
              <a:t>      case 1:m++;</a:t>
            </a:r>
            <a:endParaRPr lang="en-US" altLang="zh-CN" sz="2000" b="1" dirty="0" smtClean="0">
              <a:solidFill>
                <a:srgbClr val="FFFFFF"/>
              </a:solidFill>
              <a:latin typeface="+mn-lt"/>
              <a:ea typeface="华文楷体" panose="02010600040101010101" pitchFamily="2" charset="-122"/>
            </a:endParaRPr>
          </a:p>
          <a:p>
            <a:pPr algn="just" eaLnBrk="1" hangingPunct="1">
              <a:lnSpc>
                <a:spcPct val="50000"/>
              </a:lnSpc>
              <a:spcBef>
                <a:spcPct val="50000"/>
              </a:spcBef>
            </a:pPr>
            <a:r>
              <a:rPr lang="en-US" altLang="zh-CN" sz="2000" b="1" dirty="0" smtClean="0">
                <a:solidFill>
                  <a:srgbClr val="FFFFFF"/>
                </a:solidFill>
                <a:latin typeface="+mn-lt"/>
                <a:ea typeface="华文楷体" panose="02010600040101010101" pitchFamily="2" charset="-122"/>
              </a:rPr>
              <a:t>                 switch(b%2)</a:t>
            </a:r>
            <a:endParaRPr lang="en-US" altLang="zh-CN" sz="2000" b="1" dirty="0" smtClean="0">
              <a:solidFill>
                <a:srgbClr val="FFFFFF"/>
              </a:solidFill>
              <a:latin typeface="+mn-lt"/>
              <a:ea typeface="华文楷体" panose="02010600040101010101" pitchFamily="2" charset="-122"/>
            </a:endParaRPr>
          </a:p>
          <a:p>
            <a:pPr algn="just" eaLnBrk="1" hangingPunct="1">
              <a:lnSpc>
                <a:spcPct val="50000"/>
              </a:lnSpc>
              <a:spcBef>
                <a:spcPct val="50000"/>
              </a:spcBef>
            </a:pPr>
            <a:r>
              <a:rPr lang="en-US" altLang="zh-CN" sz="2000" b="1" dirty="0" smtClean="0">
                <a:solidFill>
                  <a:srgbClr val="FFFFFF"/>
                </a:solidFill>
                <a:latin typeface="+mn-lt"/>
                <a:ea typeface="华文楷体" panose="02010600040101010101" pitchFamily="2" charset="-122"/>
              </a:rPr>
              <a:t>                { </a:t>
            </a:r>
            <a:endParaRPr lang="en-US" altLang="zh-CN" sz="2000" b="1" dirty="0" smtClean="0">
              <a:solidFill>
                <a:srgbClr val="FFFFFF"/>
              </a:solidFill>
              <a:latin typeface="+mn-lt"/>
              <a:ea typeface="华文楷体" panose="02010600040101010101" pitchFamily="2" charset="-122"/>
            </a:endParaRPr>
          </a:p>
          <a:p>
            <a:pPr algn="just" eaLnBrk="1" hangingPunct="1">
              <a:lnSpc>
                <a:spcPct val="50000"/>
              </a:lnSpc>
              <a:spcBef>
                <a:spcPct val="50000"/>
              </a:spcBef>
            </a:pPr>
            <a:r>
              <a:rPr lang="en-US" altLang="zh-CN" sz="2000" b="1" dirty="0" smtClean="0">
                <a:solidFill>
                  <a:srgbClr val="FFFFFF"/>
                </a:solidFill>
                <a:latin typeface="+mn-lt"/>
                <a:ea typeface="华文楷体" panose="02010600040101010101" pitchFamily="2" charset="-122"/>
              </a:rPr>
              <a:t>                </a:t>
            </a:r>
            <a:r>
              <a:rPr lang="en-US" altLang="zh-CN" sz="2000" b="1" dirty="0" err="1" smtClean="0">
                <a:solidFill>
                  <a:srgbClr val="FFFFFF"/>
                </a:solidFill>
                <a:latin typeface="+mn-lt"/>
                <a:ea typeface="华文楷体" panose="02010600040101010101" pitchFamily="2" charset="-122"/>
              </a:rPr>
              <a:t>default:m</a:t>
            </a:r>
            <a:r>
              <a:rPr lang="en-US" altLang="zh-CN" sz="2000" b="1" dirty="0" smtClean="0">
                <a:solidFill>
                  <a:srgbClr val="FFFFFF"/>
                </a:solidFill>
                <a:latin typeface="+mn-lt"/>
                <a:ea typeface="华文楷体" panose="02010600040101010101" pitchFamily="2" charset="-122"/>
              </a:rPr>
              <a:t>++;</a:t>
            </a:r>
            <a:endParaRPr lang="en-US" altLang="zh-CN" sz="2000" b="1" dirty="0" smtClean="0">
              <a:solidFill>
                <a:srgbClr val="FFFFFF"/>
              </a:solidFill>
              <a:latin typeface="+mn-lt"/>
              <a:ea typeface="华文楷体" panose="02010600040101010101" pitchFamily="2" charset="-122"/>
            </a:endParaRPr>
          </a:p>
          <a:p>
            <a:pPr algn="just" eaLnBrk="1" hangingPunct="1">
              <a:lnSpc>
                <a:spcPct val="50000"/>
              </a:lnSpc>
              <a:spcBef>
                <a:spcPct val="50000"/>
              </a:spcBef>
            </a:pPr>
            <a:r>
              <a:rPr lang="en-US" altLang="zh-CN" sz="2000" b="1" dirty="0" smtClean="0">
                <a:solidFill>
                  <a:srgbClr val="FFFFFF"/>
                </a:solidFill>
                <a:latin typeface="+mn-lt"/>
                <a:ea typeface="华文楷体" panose="02010600040101010101" pitchFamily="2" charset="-122"/>
              </a:rPr>
              <a:t>                case 0:m++;break;</a:t>
            </a:r>
            <a:endParaRPr lang="en-US" altLang="zh-CN" sz="2000" b="1" dirty="0" smtClean="0">
              <a:solidFill>
                <a:srgbClr val="FFFFFF"/>
              </a:solidFill>
              <a:latin typeface="+mn-lt"/>
              <a:ea typeface="华文楷体" panose="02010600040101010101" pitchFamily="2" charset="-122"/>
            </a:endParaRPr>
          </a:p>
          <a:p>
            <a:pPr algn="just" eaLnBrk="1" hangingPunct="1">
              <a:lnSpc>
                <a:spcPct val="50000"/>
              </a:lnSpc>
              <a:spcBef>
                <a:spcPct val="50000"/>
              </a:spcBef>
            </a:pPr>
            <a:r>
              <a:rPr lang="en-US" altLang="zh-CN" sz="2000" b="1" dirty="0" smtClean="0">
                <a:solidFill>
                  <a:srgbClr val="FFFFFF"/>
                </a:solidFill>
                <a:latin typeface="+mn-lt"/>
                <a:ea typeface="华文楷体" panose="02010600040101010101" pitchFamily="2" charset="-122"/>
              </a:rPr>
              <a:t>                }</a:t>
            </a:r>
            <a:endParaRPr lang="en-US" altLang="zh-CN" sz="2000" b="1" dirty="0" smtClean="0">
              <a:solidFill>
                <a:srgbClr val="FFFFFF"/>
              </a:solidFill>
              <a:latin typeface="+mn-lt"/>
              <a:ea typeface="华文楷体" panose="02010600040101010101" pitchFamily="2" charset="-122"/>
            </a:endParaRPr>
          </a:p>
          <a:p>
            <a:pPr algn="just" eaLnBrk="1" hangingPunct="1">
              <a:lnSpc>
                <a:spcPct val="50000"/>
              </a:lnSpc>
              <a:spcBef>
                <a:spcPct val="50000"/>
              </a:spcBef>
            </a:pPr>
            <a:r>
              <a:rPr lang="en-US" altLang="zh-CN" sz="2000" b="1" dirty="0" smtClean="0">
                <a:solidFill>
                  <a:srgbClr val="FFFFFF"/>
                </a:solidFill>
                <a:latin typeface="+mn-lt"/>
                <a:ea typeface="华文楷体" panose="02010600040101010101" pitchFamily="2" charset="-122"/>
              </a:rPr>
              <a:t>      }</a:t>
            </a:r>
            <a:endParaRPr lang="en-US" altLang="zh-CN" sz="2000" b="1" dirty="0" smtClean="0">
              <a:solidFill>
                <a:srgbClr val="FFFFFF"/>
              </a:solidFill>
              <a:latin typeface="+mn-lt"/>
              <a:ea typeface="华文楷体" panose="02010600040101010101" pitchFamily="2" charset="-122"/>
            </a:endParaRPr>
          </a:p>
          <a:p>
            <a:pPr algn="just" eaLnBrk="1" hangingPunct="1">
              <a:lnSpc>
                <a:spcPct val="50000"/>
              </a:lnSpc>
              <a:spcBef>
                <a:spcPct val="50000"/>
              </a:spcBef>
            </a:pPr>
            <a:r>
              <a:rPr lang="en-US" altLang="zh-CN" sz="2000" b="1" dirty="0" smtClean="0">
                <a:solidFill>
                  <a:srgbClr val="FFFFFF"/>
                </a:solidFill>
                <a:latin typeface="+mn-lt"/>
                <a:ea typeface="华文楷体" panose="02010600040101010101" pitchFamily="2" charset="-122"/>
              </a:rPr>
              <a:t>      </a:t>
            </a:r>
            <a:r>
              <a:rPr lang="en-US" altLang="zh-CN" sz="2000" b="1" dirty="0" err="1" smtClean="0">
                <a:solidFill>
                  <a:srgbClr val="FFFFFF"/>
                </a:solidFill>
                <a:latin typeface="+mn-lt"/>
                <a:ea typeface="华文楷体" panose="02010600040101010101" pitchFamily="2" charset="-122"/>
              </a:rPr>
              <a:t>cout</a:t>
            </a:r>
            <a:r>
              <a:rPr lang="en-US" altLang="zh-CN" sz="2000" b="1" dirty="0" smtClean="0">
                <a:solidFill>
                  <a:srgbClr val="FFFFFF"/>
                </a:solidFill>
                <a:latin typeface="+mn-lt"/>
                <a:ea typeface="华文楷体" panose="02010600040101010101" pitchFamily="2" charset="-122"/>
              </a:rPr>
              <a:t> &lt;&lt; m &lt;&lt; </a:t>
            </a:r>
            <a:r>
              <a:rPr lang="en-US" altLang="zh-CN" sz="2000" b="1" dirty="0" err="1" smtClean="0">
                <a:solidFill>
                  <a:srgbClr val="FFFFFF"/>
                </a:solidFill>
                <a:latin typeface="+mn-lt"/>
                <a:ea typeface="华文楷体" panose="02010600040101010101" pitchFamily="2" charset="-122"/>
              </a:rPr>
              <a:t>endl</a:t>
            </a:r>
            <a:r>
              <a:rPr lang="en-US" altLang="zh-CN" sz="2000" b="1" dirty="0" smtClean="0">
                <a:solidFill>
                  <a:srgbClr val="FFFFFF"/>
                </a:solidFill>
                <a:latin typeface="+mn-lt"/>
                <a:ea typeface="华文楷体" panose="02010600040101010101" pitchFamily="2" charset="-122"/>
              </a:rPr>
              <a:t>;</a:t>
            </a:r>
            <a:endParaRPr lang="en-US" altLang="zh-CN" sz="2000" b="1" dirty="0" smtClean="0">
              <a:solidFill>
                <a:srgbClr val="FFFFFF"/>
              </a:solidFill>
              <a:latin typeface="+mn-lt"/>
              <a:ea typeface="华文楷体" panose="02010600040101010101" pitchFamily="2" charset="-122"/>
            </a:endParaRPr>
          </a:p>
          <a:p>
            <a:pPr algn="just" eaLnBrk="1" hangingPunct="1">
              <a:lnSpc>
                <a:spcPct val="50000"/>
              </a:lnSpc>
              <a:spcBef>
                <a:spcPct val="50000"/>
              </a:spcBef>
            </a:pPr>
            <a:r>
              <a:rPr lang="en-US" altLang="zh-CN" sz="2000" b="1" dirty="0" smtClean="0">
                <a:solidFill>
                  <a:srgbClr val="FFFFFF"/>
                </a:solidFill>
                <a:latin typeface="+mn-lt"/>
                <a:ea typeface="华文楷体" panose="02010600040101010101" pitchFamily="2" charset="-122"/>
              </a:rPr>
              <a:t>     return 0;</a:t>
            </a:r>
            <a:endParaRPr lang="en-US" altLang="zh-CN" sz="2000" b="1" dirty="0" smtClean="0">
              <a:solidFill>
                <a:srgbClr val="FFFFFF"/>
              </a:solidFill>
              <a:latin typeface="+mn-lt"/>
              <a:ea typeface="华文楷体" panose="02010600040101010101" pitchFamily="2" charset="-122"/>
            </a:endParaRPr>
          </a:p>
          <a:p>
            <a:pPr algn="just" eaLnBrk="1" hangingPunct="1">
              <a:lnSpc>
                <a:spcPct val="50000"/>
              </a:lnSpc>
              <a:spcBef>
                <a:spcPct val="50000"/>
              </a:spcBef>
            </a:pPr>
            <a:r>
              <a:rPr lang="en-US" altLang="zh-CN" sz="2000" b="1" dirty="0" smtClean="0">
                <a:solidFill>
                  <a:srgbClr val="FFFFFF"/>
                </a:solidFill>
                <a:latin typeface="+mn-lt"/>
                <a:ea typeface="华文楷体" panose="02010600040101010101" pitchFamily="2" charset="-122"/>
              </a:rPr>
              <a:t>}</a:t>
            </a:r>
            <a:endParaRPr lang="en-US" altLang="zh-CN" sz="2000" b="1" dirty="0">
              <a:solidFill>
                <a:srgbClr val="FFFFFF"/>
              </a:solidFill>
              <a:latin typeface="+mn-lt"/>
              <a:ea typeface="华文楷体" panose="02010600040101010101" pitchFamily="2" charset="-122"/>
            </a:endParaRPr>
          </a:p>
        </p:txBody>
      </p:sp>
      <p:sp>
        <p:nvSpPr>
          <p:cNvPr id="26627" name="Text Box 3"/>
          <p:cNvSpPr txBox="1">
            <a:spLocks noChangeArrowheads="1"/>
          </p:cNvSpPr>
          <p:nvPr/>
        </p:nvSpPr>
        <p:spPr bwMode="auto">
          <a:xfrm>
            <a:off x="4114800" y="1371600"/>
            <a:ext cx="457200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zh-CN" altLang="en-US" b="1" dirty="0" smtClean="0">
                <a:latin typeface="+mn-lt"/>
                <a:ea typeface="华文楷体" panose="02010600040101010101" pitchFamily="2" charset="-122"/>
              </a:rPr>
              <a:t>程序运行</a:t>
            </a:r>
            <a:r>
              <a:rPr lang="zh-CN" altLang="en-US" b="1" dirty="0">
                <a:latin typeface="+mn-lt"/>
                <a:ea typeface="华文楷体" panose="02010600040101010101" pitchFamily="2" charset="-122"/>
              </a:rPr>
              <a:t>后的输出结果是</a:t>
            </a:r>
            <a:r>
              <a:rPr lang="zh-CN" altLang="en-US" b="1" u="sng" dirty="0">
                <a:latin typeface="+mn-lt"/>
                <a:ea typeface="华文楷体" panose="02010600040101010101" pitchFamily="2" charset="-122"/>
              </a:rPr>
              <a:t>    </a:t>
            </a:r>
            <a:r>
              <a:rPr lang="zh-CN" altLang="en-US" b="1" dirty="0">
                <a:latin typeface="+mn-lt"/>
                <a:ea typeface="华文楷体" panose="02010600040101010101" pitchFamily="2" charset="-122"/>
              </a:rPr>
              <a:t>。</a:t>
            </a:r>
            <a:endParaRPr lang="zh-CN" altLang="en-US" b="1" dirty="0">
              <a:latin typeface="+mn-lt"/>
              <a:ea typeface="华文楷体" panose="02010600040101010101" pitchFamily="2" charset="-122"/>
            </a:endParaRPr>
          </a:p>
          <a:p>
            <a:pPr algn="just" eaLnBrk="1" hangingPunct="1">
              <a:spcBef>
                <a:spcPct val="50000"/>
              </a:spcBef>
            </a:pPr>
            <a:r>
              <a:rPr lang="en-US" altLang="zh-CN" b="1" dirty="0">
                <a:latin typeface="+mn-lt"/>
                <a:ea typeface="华文楷体" panose="02010600040101010101" pitchFamily="2" charset="-122"/>
              </a:rPr>
              <a:t>A</a:t>
            </a:r>
            <a:r>
              <a:rPr lang="en-US" altLang="zh-CN" b="1" dirty="0" smtClean="0">
                <a:latin typeface="+mn-lt"/>
                <a:ea typeface="华文楷体" panose="02010600040101010101" pitchFamily="2" charset="-122"/>
              </a:rPr>
              <a:t>. 1</a:t>
            </a:r>
            <a:r>
              <a:rPr lang="en-US" altLang="zh-CN" b="1" dirty="0">
                <a:latin typeface="+mn-lt"/>
                <a:ea typeface="华文楷体" panose="02010600040101010101" pitchFamily="2" charset="-122"/>
              </a:rPr>
              <a:t>		B</a:t>
            </a:r>
            <a:r>
              <a:rPr lang="en-US" altLang="zh-CN" b="1" dirty="0" smtClean="0">
                <a:latin typeface="+mn-lt"/>
                <a:ea typeface="华文楷体" panose="02010600040101010101" pitchFamily="2" charset="-122"/>
              </a:rPr>
              <a:t>. 2</a:t>
            </a:r>
            <a:endParaRPr lang="en-US" altLang="zh-CN" b="1" dirty="0">
              <a:latin typeface="+mn-lt"/>
              <a:ea typeface="华文楷体" panose="02010600040101010101" pitchFamily="2" charset="-122"/>
            </a:endParaRPr>
          </a:p>
          <a:p>
            <a:pPr algn="just" eaLnBrk="1" hangingPunct="1">
              <a:spcBef>
                <a:spcPct val="50000"/>
              </a:spcBef>
            </a:pPr>
            <a:r>
              <a:rPr lang="en-US" altLang="zh-CN" b="1" dirty="0">
                <a:latin typeface="+mn-lt"/>
                <a:ea typeface="华文楷体" panose="02010600040101010101" pitchFamily="2" charset="-122"/>
              </a:rPr>
              <a:t>C</a:t>
            </a:r>
            <a:r>
              <a:rPr lang="en-US" altLang="zh-CN" b="1" dirty="0" smtClean="0">
                <a:latin typeface="+mn-lt"/>
                <a:ea typeface="华文楷体" panose="02010600040101010101" pitchFamily="2" charset="-122"/>
              </a:rPr>
              <a:t>. 3</a:t>
            </a:r>
            <a:r>
              <a:rPr lang="en-US" altLang="zh-CN" b="1" dirty="0">
                <a:latin typeface="+mn-lt"/>
                <a:ea typeface="华文楷体" panose="02010600040101010101" pitchFamily="2" charset="-122"/>
              </a:rPr>
              <a:t>		</a:t>
            </a:r>
            <a:r>
              <a:rPr lang="en-US" altLang="zh-CN" b="1" dirty="0" smtClean="0">
                <a:latin typeface="+mn-lt"/>
                <a:ea typeface="华文楷体" panose="02010600040101010101" pitchFamily="2" charset="-122"/>
              </a:rPr>
              <a:t>D. 4</a:t>
            </a:r>
            <a:endParaRPr lang="en-US" altLang="zh-CN" b="1" dirty="0" smtClean="0">
              <a:latin typeface="+mn-lt"/>
              <a:ea typeface="华文楷体" panose="02010600040101010101" pitchFamily="2" charset="-122"/>
            </a:endParaRPr>
          </a:p>
          <a:p>
            <a:pPr algn="just" eaLnBrk="1" hangingPunct="1">
              <a:spcBef>
                <a:spcPct val="50000"/>
              </a:spcBef>
            </a:pPr>
            <a:endParaRPr lang="en-US" altLang="zh-CN" b="1" dirty="0">
              <a:latin typeface="+mn-lt"/>
              <a:ea typeface="华文楷体" panose="02010600040101010101" pitchFamily="2" charset="-122"/>
            </a:endParaRPr>
          </a:p>
        </p:txBody>
      </p:sp>
      <p:sp>
        <p:nvSpPr>
          <p:cNvPr id="2" name="矩形 1"/>
          <p:cNvSpPr/>
          <p:nvPr/>
        </p:nvSpPr>
        <p:spPr>
          <a:xfrm>
            <a:off x="4126957" y="3495258"/>
            <a:ext cx="4572000" cy="830997"/>
          </a:xfrm>
          <a:prstGeom prst="rect">
            <a:avLst/>
          </a:prstGeom>
        </p:spPr>
        <p:txBody>
          <a:bodyPr>
            <a:spAutoFit/>
          </a:bodyPr>
          <a:lstStyle/>
          <a:p>
            <a:pPr algn="just" eaLnBrk="1" hangingPunct="1">
              <a:spcBef>
                <a:spcPct val="50000"/>
              </a:spcBef>
            </a:pPr>
            <a:r>
              <a:rPr lang="zh-CN" altLang="en-US" b="1" dirty="0">
                <a:solidFill>
                  <a:srgbClr val="FFFF00"/>
                </a:solidFill>
                <a:ea typeface="华文楷体" panose="02010600040101010101" pitchFamily="2" charset="-122"/>
              </a:rPr>
              <a:t>答：</a:t>
            </a:r>
            <a:r>
              <a:rPr lang="en-US" altLang="zh-CN" b="1" dirty="0">
                <a:solidFill>
                  <a:srgbClr val="FFFF00"/>
                </a:solidFill>
                <a:ea typeface="华文楷体" panose="02010600040101010101" pitchFamily="2" charset="-122"/>
              </a:rPr>
              <a:t>a%3=0</a:t>
            </a:r>
            <a:r>
              <a:rPr lang="zh-CN" altLang="en-US" b="1" dirty="0">
                <a:solidFill>
                  <a:srgbClr val="FFFF00"/>
                </a:solidFill>
                <a:ea typeface="华文楷体" panose="02010600040101010101" pitchFamily="2" charset="-122"/>
              </a:rPr>
              <a:t>，执行</a:t>
            </a:r>
            <a:r>
              <a:rPr lang="en-US" altLang="zh-CN" b="1" dirty="0">
                <a:solidFill>
                  <a:srgbClr val="FFFF00"/>
                </a:solidFill>
                <a:ea typeface="华文楷体" panose="02010600040101010101" pitchFamily="2" charset="-122"/>
              </a:rPr>
              <a:t>m++</a:t>
            </a:r>
            <a:r>
              <a:rPr lang="zh-CN" altLang="en-US" b="1" dirty="0" smtClean="0">
                <a:solidFill>
                  <a:srgbClr val="FFFF00"/>
                </a:solidFill>
                <a:ea typeface="华文楷体" panose="02010600040101010101" pitchFamily="2" charset="-122"/>
              </a:rPr>
              <a:t>和</a:t>
            </a:r>
            <a:r>
              <a:rPr lang="en-US" altLang="zh-CN" b="1" dirty="0" err="1" smtClean="0">
                <a:solidFill>
                  <a:srgbClr val="FFFF00"/>
                </a:solidFill>
                <a:ea typeface="华文楷体" panose="02010600040101010101" pitchFamily="2" charset="-122"/>
              </a:rPr>
              <a:t>cout</a:t>
            </a:r>
            <a:r>
              <a:rPr lang="zh-CN" altLang="en-US" b="1" dirty="0" smtClean="0">
                <a:solidFill>
                  <a:srgbClr val="FFFF00"/>
                </a:solidFill>
                <a:ea typeface="华文楷体" panose="02010600040101010101" pitchFamily="2" charset="-122"/>
              </a:rPr>
              <a:t>语句</a:t>
            </a:r>
            <a:r>
              <a:rPr lang="zh-CN" altLang="en-US" b="1" dirty="0">
                <a:solidFill>
                  <a:srgbClr val="FFFF00"/>
                </a:solidFill>
                <a:ea typeface="华文楷体" panose="02010600040101010101" pitchFamily="2" charset="-122"/>
              </a:rPr>
              <a:t>。本题答案为：</a:t>
            </a:r>
            <a:r>
              <a:rPr lang="en-US" altLang="zh-CN" b="1" dirty="0">
                <a:solidFill>
                  <a:srgbClr val="FFFF00"/>
                </a:solidFill>
                <a:ea typeface="华文楷体" panose="02010600040101010101" pitchFamily="2" charset="-122"/>
              </a:rPr>
              <a:t>A</a:t>
            </a:r>
            <a:r>
              <a:rPr lang="zh-CN" altLang="en-US" b="1" dirty="0">
                <a:solidFill>
                  <a:srgbClr val="FFFF00"/>
                </a:solidFill>
                <a:ea typeface="华文楷体" panose="02010600040101010101" pitchFamily="2" charset="-122"/>
              </a:rPr>
              <a:t>。</a:t>
            </a:r>
            <a:endParaRPr lang="zh-CN" altLang="en-US" dirty="0">
              <a:solidFill>
                <a:srgbClr val="FFFF00"/>
              </a:solidFill>
              <a:ea typeface="华文楷体" panose="02010600040101010101" pitchFamily="2" charset="-122"/>
            </a:endParaRPr>
          </a:p>
        </p:txBody>
      </p:sp>
      <p:sp>
        <p:nvSpPr>
          <p:cNvPr id="6" name="Rectangle 2"/>
          <p:cNvSpPr>
            <a:spLocks noChangeArrowheads="1"/>
          </p:cNvSpPr>
          <p:nvPr/>
        </p:nvSpPr>
        <p:spPr bwMode="auto">
          <a:xfrm>
            <a:off x="457200" y="277813"/>
            <a:ext cx="8229600" cy="1139825"/>
          </a:xfrm>
          <a:prstGeom prst="rect">
            <a:avLst/>
          </a:prstGeom>
        </p:spPr>
        <p:txBody>
          <a:bodyPr>
            <a:noAutofit/>
          </a:bodyPr>
          <a:lstStyle/>
          <a:p>
            <a:pPr fontAlgn="auto">
              <a:spcAft>
                <a:spcPts val="0"/>
              </a:spcAft>
            </a:pPr>
            <a:r>
              <a:rPr lang="en-US" altLang="zh-CN" sz="3600" b="1" i="1" dirty="0" smtClean="0">
                <a:solidFill>
                  <a:srgbClr val="FFFFFF"/>
                </a:solidFill>
                <a:effectLst>
                  <a:outerShdw blurRad="38100" dist="38100" dir="2700000" algn="tl">
                    <a:srgbClr val="000000"/>
                  </a:outerShdw>
                </a:effectLst>
                <a:ea typeface="隶书" panose="02010509060101010101" pitchFamily="49" charset="-122"/>
              </a:rPr>
              <a:t>  </a:t>
            </a:r>
            <a:r>
              <a:rPr lang="zh-CN" altLang="en-US" sz="3600" b="1" i="1" dirty="0">
                <a:solidFill>
                  <a:srgbClr val="FFFFFF"/>
                </a:solidFill>
                <a:effectLst>
                  <a:outerShdw blurRad="38100" dist="38100" dir="2700000" algn="tl">
                    <a:srgbClr val="000000"/>
                  </a:outerShdw>
                </a:effectLst>
                <a:ea typeface="隶书" panose="02010509060101010101" pitchFamily="49" charset="-122"/>
              </a:rPr>
              <a:t>多重选择结构</a:t>
            </a:r>
            <a:r>
              <a:rPr lang="en-US" altLang="zh-CN" sz="3600" b="1" i="1" dirty="0">
                <a:solidFill>
                  <a:srgbClr val="FFFFFF"/>
                </a:solidFill>
                <a:effectLst>
                  <a:outerShdw blurRad="38100" dist="38100" dir="2700000" algn="tl">
                    <a:srgbClr val="000000"/>
                  </a:outerShdw>
                </a:effectLst>
                <a:ea typeface="隶书" panose="02010509060101010101" pitchFamily="49" charset="-122"/>
              </a:rPr>
              <a:t>——</a:t>
            </a:r>
            <a:r>
              <a:rPr lang="en-US" altLang="zh-CN"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 </a:t>
            </a:r>
            <a:r>
              <a:rPr lang="en-US" altLang="zh-CN"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switch</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语句</a:t>
            </a:r>
            <a:endPar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755576" y="1360094"/>
            <a:ext cx="8077200" cy="5484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lnSpc>
                <a:spcPct val="80000"/>
              </a:lnSpc>
              <a:spcBef>
                <a:spcPct val="50000"/>
              </a:spcBef>
            </a:pPr>
            <a:r>
              <a:rPr lang="zh-CN" altLang="en-US" b="1" dirty="0" smtClean="0">
                <a:latin typeface="Times New Roman" panose="02020603050405020304"/>
                <a:ea typeface="华文楷体" panose="02010600040101010101" pitchFamily="2" charset="-122"/>
              </a:rPr>
              <a:t>例如：输入一段文字，分别统计其中五个小写元音字母出现的次数。代码段如下：</a:t>
            </a:r>
            <a:endParaRPr lang="en-US" altLang="zh-CN" b="1" dirty="0" smtClean="0">
              <a:latin typeface="Times New Roman" panose="02020603050405020304"/>
              <a:ea typeface="华文楷体" panose="02010600040101010101" pitchFamily="2" charset="-122"/>
            </a:endParaRPr>
          </a:p>
          <a:p>
            <a:pPr algn="l">
              <a:lnSpc>
                <a:spcPct val="80000"/>
              </a:lnSpc>
              <a:spcBef>
                <a:spcPct val="50000"/>
              </a:spcBef>
            </a:pPr>
            <a:r>
              <a:rPr lang="en-US" altLang="zh-CN" b="1" dirty="0" smtClean="0">
                <a:solidFill>
                  <a:srgbClr val="FFFF00"/>
                </a:solidFill>
                <a:latin typeface="Times New Roman" panose="02020603050405020304"/>
                <a:ea typeface="华文楷体" panose="02010600040101010101" pitchFamily="2" charset="-122"/>
              </a:rPr>
              <a:t>unsigned </a:t>
            </a:r>
            <a:r>
              <a:rPr lang="en-US" altLang="zh-CN" b="1" dirty="0" err="1" smtClean="0">
                <a:solidFill>
                  <a:srgbClr val="FFFF00"/>
                </a:solidFill>
                <a:latin typeface="Times New Roman" panose="02020603050405020304"/>
                <a:ea typeface="华文楷体" panose="02010600040101010101" pitchFamily="2" charset="-122"/>
              </a:rPr>
              <a:t>aCnt</a:t>
            </a:r>
            <a:r>
              <a:rPr lang="en-US" altLang="zh-CN" b="1" dirty="0" smtClean="0">
                <a:solidFill>
                  <a:srgbClr val="FFFF00"/>
                </a:solidFill>
                <a:latin typeface="Times New Roman" panose="02020603050405020304"/>
                <a:ea typeface="华文楷体" panose="02010600040101010101" pitchFamily="2" charset="-122"/>
              </a:rPr>
              <a:t> =0, </a:t>
            </a:r>
            <a:r>
              <a:rPr lang="en-US" altLang="zh-CN" b="1" dirty="0" err="1" smtClean="0">
                <a:solidFill>
                  <a:srgbClr val="FFFF00"/>
                </a:solidFill>
                <a:latin typeface="Times New Roman" panose="02020603050405020304"/>
                <a:ea typeface="华文楷体" panose="02010600040101010101" pitchFamily="2" charset="-122"/>
              </a:rPr>
              <a:t>eCnt</a:t>
            </a:r>
            <a:r>
              <a:rPr lang="en-US" altLang="zh-CN" b="1" dirty="0" smtClean="0">
                <a:solidFill>
                  <a:srgbClr val="FFFF00"/>
                </a:solidFill>
                <a:latin typeface="Times New Roman" panose="02020603050405020304"/>
                <a:ea typeface="华文楷体" panose="02010600040101010101" pitchFamily="2" charset="-122"/>
              </a:rPr>
              <a:t> = 0, </a:t>
            </a:r>
            <a:r>
              <a:rPr lang="en-US" altLang="zh-CN" b="1" dirty="0" err="1" smtClean="0">
                <a:solidFill>
                  <a:srgbClr val="FFFF00"/>
                </a:solidFill>
                <a:latin typeface="Times New Roman" panose="02020603050405020304"/>
                <a:ea typeface="华文楷体" panose="02010600040101010101" pitchFamily="2" charset="-122"/>
              </a:rPr>
              <a:t>iCnt</a:t>
            </a:r>
            <a:r>
              <a:rPr lang="en-US" altLang="zh-CN" b="1" dirty="0" smtClean="0">
                <a:solidFill>
                  <a:srgbClr val="FFFF00"/>
                </a:solidFill>
                <a:latin typeface="Times New Roman" panose="02020603050405020304"/>
                <a:ea typeface="华文楷体" panose="02010600040101010101" pitchFamily="2" charset="-122"/>
              </a:rPr>
              <a:t> =0, </a:t>
            </a:r>
            <a:r>
              <a:rPr lang="en-US" altLang="zh-CN" b="1" dirty="0" err="1" smtClean="0">
                <a:solidFill>
                  <a:srgbClr val="FFFF00"/>
                </a:solidFill>
                <a:latin typeface="Times New Roman" panose="02020603050405020304"/>
                <a:ea typeface="华文楷体" panose="02010600040101010101" pitchFamily="2" charset="-122"/>
              </a:rPr>
              <a:t>oCnt</a:t>
            </a:r>
            <a:r>
              <a:rPr lang="en-US" altLang="zh-CN" b="1" dirty="0" smtClean="0">
                <a:solidFill>
                  <a:srgbClr val="FFFF00"/>
                </a:solidFill>
                <a:latin typeface="Times New Roman" panose="02020603050405020304"/>
                <a:ea typeface="华文楷体" panose="02010600040101010101" pitchFamily="2" charset="-122"/>
              </a:rPr>
              <a:t> = 0, </a:t>
            </a:r>
            <a:r>
              <a:rPr lang="en-US" altLang="zh-CN" b="1" dirty="0" err="1" smtClean="0">
                <a:solidFill>
                  <a:srgbClr val="FFFF00"/>
                </a:solidFill>
                <a:latin typeface="Times New Roman" panose="02020603050405020304"/>
                <a:ea typeface="华文楷体" panose="02010600040101010101" pitchFamily="2" charset="-122"/>
              </a:rPr>
              <a:t>uCnt</a:t>
            </a:r>
            <a:r>
              <a:rPr lang="en-US" altLang="zh-CN" b="1" dirty="0" smtClean="0">
                <a:solidFill>
                  <a:srgbClr val="FFFF00"/>
                </a:solidFill>
                <a:latin typeface="Times New Roman" panose="02020603050405020304"/>
                <a:ea typeface="华文楷体" panose="02010600040101010101" pitchFamily="2" charset="-122"/>
              </a:rPr>
              <a:t> = 0;</a:t>
            </a:r>
            <a:endParaRPr lang="en-US" altLang="zh-CN" b="1" dirty="0" smtClean="0">
              <a:solidFill>
                <a:srgbClr val="FFFF00"/>
              </a:solidFill>
              <a:latin typeface="Times New Roman" panose="02020603050405020304"/>
              <a:ea typeface="华文楷体" panose="02010600040101010101" pitchFamily="2" charset="-122"/>
            </a:endParaRPr>
          </a:p>
          <a:p>
            <a:pPr algn="l">
              <a:lnSpc>
                <a:spcPct val="80000"/>
              </a:lnSpc>
              <a:spcBef>
                <a:spcPct val="50000"/>
              </a:spcBef>
            </a:pPr>
            <a:r>
              <a:rPr lang="en-US" altLang="zh-CN" b="1" dirty="0" smtClean="0">
                <a:solidFill>
                  <a:srgbClr val="FFFF00"/>
                </a:solidFill>
                <a:latin typeface="Times New Roman" panose="02020603050405020304"/>
                <a:ea typeface="华文楷体" panose="02010600040101010101" pitchFamily="2" charset="-122"/>
              </a:rPr>
              <a:t>char </a:t>
            </a:r>
            <a:r>
              <a:rPr lang="en-US" altLang="zh-CN" b="1" dirty="0" err="1" smtClean="0">
                <a:solidFill>
                  <a:srgbClr val="FFFF00"/>
                </a:solidFill>
                <a:latin typeface="Times New Roman" panose="02020603050405020304"/>
                <a:ea typeface="华文楷体" panose="02010600040101010101" pitchFamily="2" charset="-122"/>
              </a:rPr>
              <a:t>ch</a:t>
            </a:r>
            <a:r>
              <a:rPr lang="en-US" altLang="zh-CN" b="1" dirty="0" smtClean="0">
                <a:solidFill>
                  <a:srgbClr val="FFFF00"/>
                </a:solidFill>
                <a:latin typeface="Times New Roman" panose="02020603050405020304"/>
                <a:ea typeface="华文楷体" panose="02010600040101010101" pitchFamily="2" charset="-122"/>
              </a:rPr>
              <a:t>;</a:t>
            </a:r>
            <a:endParaRPr lang="en-US" altLang="zh-CN" b="1" dirty="0" smtClean="0">
              <a:solidFill>
                <a:srgbClr val="FFFF00"/>
              </a:solidFill>
              <a:latin typeface="Times New Roman" panose="02020603050405020304"/>
              <a:ea typeface="华文楷体" panose="02010600040101010101" pitchFamily="2" charset="-122"/>
            </a:endParaRPr>
          </a:p>
          <a:p>
            <a:pPr algn="l">
              <a:lnSpc>
                <a:spcPct val="80000"/>
              </a:lnSpc>
              <a:spcBef>
                <a:spcPct val="50000"/>
              </a:spcBef>
            </a:pPr>
            <a:r>
              <a:rPr lang="en-US" altLang="zh-CN" b="1" dirty="0" smtClean="0">
                <a:solidFill>
                  <a:srgbClr val="FFFF00"/>
                </a:solidFill>
                <a:latin typeface="Times New Roman" panose="02020603050405020304"/>
                <a:ea typeface="华文楷体" panose="02010600040101010101" pitchFamily="2" charset="-122"/>
              </a:rPr>
              <a:t>while ( </a:t>
            </a:r>
            <a:r>
              <a:rPr lang="en-US" altLang="zh-CN" b="1" dirty="0" err="1" smtClean="0">
                <a:solidFill>
                  <a:srgbClr val="FFFF00"/>
                </a:solidFill>
                <a:latin typeface="Times New Roman" panose="02020603050405020304"/>
                <a:ea typeface="华文楷体" panose="02010600040101010101" pitchFamily="2" charset="-122"/>
              </a:rPr>
              <a:t>cin</a:t>
            </a:r>
            <a:r>
              <a:rPr lang="en-US" altLang="zh-CN" b="1" dirty="0" smtClean="0">
                <a:solidFill>
                  <a:srgbClr val="FFFF00"/>
                </a:solidFill>
                <a:latin typeface="Times New Roman" panose="02020603050405020304"/>
                <a:ea typeface="华文楷体" panose="02010600040101010101" pitchFamily="2" charset="-122"/>
              </a:rPr>
              <a:t> &gt;&gt; </a:t>
            </a:r>
            <a:r>
              <a:rPr lang="en-US" altLang="zh-CN" b="1" dirty="0" err="1" smtClean="0">
                <a:solidFill>
                  <a:srgbClr val="FFFF00"/>
                </a:solidFill>
                <a:latin typeface="Times New Roman" panose="02020603050405020304"/>
                <a:ea typeface="华文楷体" panose="02010600040101010101" pitchFamily="2" charset="-122"/>
              </a:rPr>
              <a:t>ch</a:t>
            </a:r>
            <a:r>
              <a:rPr lang="en-US" altLang="zh-CN" b="1" dirty="0" smtClean="0">
                <a:solidFill>
                  <a:srgbClr val="FFFF00"/>
                </a:solidFill>
                <a:latin typeface="Times New Roman" panose="02020603050405020304"/>
                <a:ea typeface="华文楷体" panose="02010600040101010101" pitchFamily="2" charset="-122"/>
              </a:rPr>
              <a:t>){</a:t>
            </a:r>
            <a:endParaRPr lang="en-US" altLang="zh-CN" b="1" dirty="0" smtClean="0">
              <a:solidFill>
                <a:srgbClr val="FFFF00"/>
              </a:solidFill>
              <a:latin typeface="Times New Roman" panose="02020603050405020304"/>
              <a:ea typeface="华文楷体" panose="02010600040101010101" pitchFamily="2" charset="-122"/>
            </a:endParaRPr>
          </a:p>
          <a:p>
            <a:pPr algn="l">
              <a:lnSpc>
                <a:spcPct val="80000"/>
              </a:lnSpc>
              <a:spcBef>
                <a:spcPct val="50000"/>
              </a:spcBef>
            </a:pPr>
            <a:r>
              <a:rPr lang="en-US" altLang="zh-CN" b="1" dirty="0">
                <a:solidFill>
                  <a:srgbClr val="FFFF00"/>
                </a:solidFill>
                <a:latin typeface="Times New Roman" panose="02020603050405020304"/>
                <a:ea typeface="华文楷体" panose="02010600040101010101" pitchFamily="2" charset="-122"/>
              </a:rPr>
              <a:t>	</a:t>
            </a:r>
            <a:r>
              <a:rPr lang="en-US" altLang="zh-CN" b="1" dirty="0" smtClean="0">
                <a:solidFill>
                  <a:srgbClr val="FFFF00"/>
                </a:solidFill>
                <a:latin typeface="Times New Roman" panose="02020603050405020304"/>
                <a:ea typeface="华文楷体" panose="02010600040101010101" pitchFamily="2" charset="-122"/>
              </a:rPr>
              <a:t>switch (</a:t>
            </a:r>
            <a:r>
              <a:rPr lang="en-US" altLang="zh-CN" b="1" dirty="0" err="1" smtClean="0">
                <a:solidFill>
                  <a:srgbClr val="FFFF00"/>
                </a:solidFill>
                <a:latin typeface="Times New Roman" panose="02020603050405020304"/>
                <a:ea typeface="华文楷体" panose="02010600040101010101" pitchFamily="2" charset="-122"/>
              </a:rPr>
              <a:t>ch</a:t>
            </a:r>
            <a:r>
              <a:rPr lang="en-US" altLang="zh-CN" b="1" dirty="0" smtClean="0">
                <a:solidFill>
                  <a:srgbClr val="FFFF00"/>
                </a:solidFill>
                <a:latin typeface="Times New Roman" panose="02020603050405020304"/>
                <a:ea typeface="华文楷体" panose="02010600040101010101" pitchFamily="2" charset="-122"/>
              </a:rPr>
              <a:t>){</a:t>
            </a:r>
            <a:endParaRPr lang="en-US" altLang="zh-CN" b="1" dirty="0" smtClean="0">
              <a:solidFill>
                <a:srgbClr val="FFFF00"/>
              </a:solidFill>
              <a:latin typeface="Times New Roman" panose="02020603050405020304"/>
              <a:ea typeface="华文楷体" panose="02010600040101010101" pitchFamily="2" charset="-122"/>
            </a:endParaRPr>
          </a:p>
          <a:p>
            <a:pPr algn="l">
              <a:lnSpc>
                <a:spcPct val="80000"/>
              </a:lnSpc>
              <a:spcBef>
                <a:spcPct val="50000"/>
              </a:spcBef>
            </a:pPr>
            <a:r>
              <a:rPr lang="en-US" altLang="zh-CN" b="1" dirty="0">
                <a:solidFill>
                  <a:srgbClr val="FFFF00"/>
                </a:solidFill>
                <a:latin typeface="Times New Roman" panose="02020603050405020304"/>
                <a:ea typeface="华文楷体" panose="02010600040101010101" pitchFamily="2" charset="-122"/>
              </a:rPr>
              <a:t>	</a:t>
            </a:r>
            <a:r>
              <a:rPr lang="en-US" altLang="zh-CN" b="1" dirty="0" smtClean="0">
                <a:solidFill>
                  <a:srgbClr val="FFFF00"/>
                </a:solidFill>
                <a:latin typeface="Times New Roman" panose="02020603050405020304"/>
                <a:ea typeface="华文楷体" panose="02010600040101010101" pitchFamily="2" charset="-122"/>
              </a:rPr>
              <a:t>	case ‘a’:  ++</a:t>
            </a:r>
            <a:r>
              <a:rPr lang="en-US" altLang="zh-CN" b="1" dirty="0" err="1" smtClean="0">
                <a:solidFill>
                  <a:srgbClr val="FFFF00"/>
                </a:solidFill>
                <a:latin typeface="Times New Roman" panose="02020603050405020304"/>
                <a:ea typeface="华文楷体" panose="02010600040101010101" pitchFamily="2" charset="-122"/>
              </a:rPr>
              <a:t>aCnt</a:t>
            </a:r>
            <a:r>
              <a:rPr lang="en-US" altLang="zh-CN" b="1" dirty="0" smtClean="0">
                <a:solidFill>
                  <a:srgbClr val="FFFF00"/>
                </a:solidFill>
                <a:latin typeface="Times New Roman" panose="02020603050405020304"/>
                <a:ea typeface="华文楷体" panose="02010600040101010101" pitchFamily="2" charset="-122"/>
              </a:rPr>
              <a:t>;  break;</a:t>
            </a:r>
            <a:endParaRPr lang="en-US" altLang="zh-CN" b="1" dirty="0" smtClean="0">
              <a:solidFill>
                <a:srgbClr val="FFFF00"/>
              </a:solidFill>
              <a:latin typeface="Times New Roman" panose="02020603050405020304"/>
              <a:ea typeface="华文楷体" panose="02010600040101010101" pitchFamily="2" charset="-122"/>
            </a:endParaRPr>
          </a:p>
          <a:p>
            <a:pPr algn="l">
              <a:lnSpc>
                <a:spcPct val="80000"/>
              </a:lnSpc>
              <a:spcBef>
                <a:spcPct val="50000"/>
              </a:spcBef>
            </a:pPr>
            <a:r>
              <a:rPr lang="en-US" altLang="zh-CN" b="1" dirty="0">
                <a:solidFill>
                  <a:srgbClr val="FFFF00"/>
                </a:solidFill>
                <a:latin typeface="Times New Roman" panose="02020603050405020304"/>
                <a:ea typeface="华文楷体" panose="02010600040101010101" pitchFamily="2" charset="-122"/>
              </a:rPr>
              <a:t>	</a:t>
            </a:r>
            <a:r>
              <a:rPr lang="en-US" altLang="zh-CN" b="1" dirty="0" smtClean="0">
                <a:solidFill>
                  <a:srgbClr val="FFFF00"/>
                </a:solidFill>
                <a:latin typeface="Times New Roman" panose="02020603050405020304"/>
                <a:ea typeface="华文楷体" panose="02010600040101010101" pitchFamily="2" charset="-122"/>
              </a:rPr>
              <a:t>	case ‘e’:  ++</a:t>
            </a:r>
            <a:r>
              <a:rPr lang="en-US" altLang="zh-CN" b="1" dirty="0" err="1" smtClean="0">
                <a:solidFill>
                  <a:srgbClr val="FFFF00"/>
                </a:solidFill>
                <a:latin typeface="Times New Roman" panose="02020603050405020304"/>
                <a:ea typeface="华文楷体" panose="02010600040101010101" pitchFamily="2" charset="-122"/>
              </a:rPr>
              <a:t>eCnt</a:t>
            </a:r>
            <a:r>
              <a:rPr lang="en-US" altLang="zh-CN" b="1" dirty="0" smtClean="0">
                <a:solidFill>
                  <a:srgbClr val="FFFF00"/>
                </a:solidFill>
                <a:latin typeface="Times New Roman" panose="02020603050405020304"/>
                <a:ea typeface="华文楷体" panose="02010600040101010101" pitchFamily="2" charset="-122"/>
              </a:rPr>
              <a:t>;  break;</a:t>
            </a:r>
            <a:endParaRPr lang="en-US" altLang="zh-CN" b="1" dirty="0" smtClean="0">
              <a:solidFill>
                <a:srgbClr val="FFFF00"/>
              </a:solidFill>
              <a:latin typeface="Times New Roman" panose="02020603050405020304"/>
              <a:ea typeface="华文楷体" panose="02010600040101010101" pitchFamily="2" charset="-122"/>
            </a:endParaRPr>
          </a:p>
          <a:p>
            <a:pPr algn="l">
              <a:lnSpc>
                <a:spcPct val="80000"/>
              </a:lnSpc>
              <a:spcBef>
                <a:spcPct val="50000"/>
              </a:spcBef>
            </a:pPr>
            <a:r>
              <a:rPr lang="en-US" altLang="zh-CN" b="1" dirty="0">
                <a:solidFill>
                  <a:srgbClr val="FFFF00"/>
                </a:solidFill>
                <a:latin typeface="Times New Roman" panose="02020603050405020304"/>
                <a:ea typeface="华文楷体" panose="02010600040101010101" pitchFamily="2" charset="-122"/>
              </a:rPr>
              <a:t>		case </a:t>
            </a:r>
            <a:r>
              <a:rPr lang="en-US" altLang="zh-CN" b="1" dirty="0" smtClean="0">
                <a:solidFill>
                  <a:srgbClr val="FFFF00"/>
                </a:solidFill>
                <a:latin typeface="Times New Roman" panose="02020603050405020304"/>
                <a:ea typeface="华文楷体" panose="02010600040101010101" pitchFamily="2" charset="-122"/>
              </a:rPr>
              <a:t>‘</a:t>
            </a:r>
            <a:r>
              <a:rPr lang="en-US" altLang="zh-CN" b="1" dirty="0" err="1" smtClean="0">
                <a:solidFill>
                  <a:srgbClr val="FFFF00"/>
                </a:solidFill>
                <a:latin typeface="Times New Roman" panose="02020603050405020304"/>
                <a:ea typeface="华文楷体" panose="02010600040101010101" pitchFamily="2" charset="-122"/>
              </a:rPr>
              <a:t>i</a:t>
            </a:r>
            <a:r>
              <a:rPr lang="en-US" altLang="zh-CN" b="1" dirty="0" smtClean="0">
                <a:solidFill>
                  <a:srgbClr val="FFFF00"/>
                </a:solidFill>
                <a:latin typeface="Times New Roman" panose="02020603050405020304"/>
                <a:ea typeface="华文楷体" panose="02010600040101010101" pitchFamily="2" charset="-122"/>
              </a:rPr>
              <a:t>’:  ++</a:t>
            </a:r>
            <a:r>
              <a:rPr lang="en-US" altLang="zh-CN" b="1" dirty="0" err="1" smtClean="0">
                <a:solidFill>
                  <a:srgbClr val="FFFF00"/>
                </a:solidFill>
                <a:latin typeface="Times New Roman" panose="02020603050405020304"/>
                <a:ea typeface="华文楷体" panose="02010600040101010101" pitchFamily="2" charset="-122"/>
              </a:rPr>
              <a:t>iCnt</a:t>
            </a:r>
            <a:r>
              <a:rPr lang="en-US" altLang="zh-CN" b="1" dirty="0">
                <a:solidFill>
                  <a:srgbClr val="FFFF00"/>
                </a:solidFill>
                <a:latin typeface="Times New Roman" panose="02020603050405020304"/>
                <a:ea typeface="华文楷体" panose="02010600040101010101" pitchFamily="2" charset="-122"/>
              </a:rPr>
              <a:t>;  break;</a:t>
            </a:r>
            <a:endParaRPr lang="en-US" altLang="zh-CN" b="1" dirty="0">
              <a:solidFill>
                <a:srgbClr val="FFFF00"/>
              </a:solidFill>
              <a:latin typeface="Times New Roman" panose="02020603050405020304"/>
              <a:ea typeface="华文楷体" panose="02010600040101010101" pitchFamily="2" charset="-122"/>
            </a:endParaRPr>
          </a:p>
          <a:p>
            <a:pPr algn="l">
              <a:lnSpc>
                <a:spcPct val="80000"/>
              </a:lnSpc>
              <a:spcBef>
                <a:spcPct val="50000"/>
              </a:spcBef>
            </a:pPr>
            <a:r>
              <a:rPr lang="en-US" altLang="zh-CN" b="1" dirty="0">
                <a:solidFill>
                  <a:srgbClr val="FFFF00"/>
                </a:solidFill>
                <a:latin typeface="Times New Roman" panose="02020603050405020304"/>
                <a:ea typeface="华文楷体" panose="02010600040101010101" pitchFamily="2" charset="-122"/>
              </a:rPr>
              <a:t>		case </a:t>
            </a:r>
            <a:r>
              <a:rPr lang="en-US" altLang="zh-CN" b="1" dirty="0" smtClean="0">
                <a:solidFill>
                  <a:srgbClr val="FFFF00"/>
                </a:solidFill>
                <a:latin typeface="Times New Roman" panose="02020603050405020304"/>
                <a:ea typeface="华文楷体" panose="02010600040101010101" pitchFamily="2" charset="-122"/>
              </a:rPr>
              <a:t>‘o’:  ++</a:t>
            </a:r>
            <a:r>
              <a:rPr lang="en-US" altLang="zh-CN" b="1" dirty="0" err="1" smtClean="0">
                <a:solidFill>
                  <a:srgbClr val="FFFF00"/>
                </a:solidFill>
                <a:latin typeface="Times New Roman" panose="02020603050405020304"/>
                <a:ea typeface="华文楷体" panose="02010600040101010101" pitchFamily="2" charset="-122"/>
              </a:rPr>
              <a:t>oCnt</a:t>
            </a:r>
            <a:r>
              <a:rPr lang="en-US" altLang="zh-CN" b="1" dirty="0">
                <a:solidFill>
                  <a:srgbClr val="FFFF00"/>
                </a:solidFill>
                <a:latin typeface="Times New Roman" panose="02020603050405020304"/>
                <a:ea typeface="华文楷体" panose="02010600040101010101" pitchFamily="2" charset="-122"/>
              </a:rPr>
              <a:t>;  break;</a:t>
            </a:r>
            <a:endParaRPr lang="en-US" altLang="zh-CN" b="1" dirty="0">
              <a:solidFill>
                <a:srgbClr val="FFFF00"/>
              </a:solidFill>
              <a:latin typeface="Times New Roman" panose="02020603050405020304"/>
              <a:ea typeface="华文楷体" panose="02010600040101010101" pitchFamily="2" charset="-122"/>
            </a:endParaRPr>
          </a:p>
          <a:p>
            <a:pPr algn="l">
              <a:lnSpc>
                <a:spcPct val="80000"/>
              </a:lnSpc>
              <a:spcBef>
                <a:spcPct val="50000"/>
              </a:spcBef>
            </a:pPr>
            <a:r>
              <a:rPr lang="en-US" altLang="zh-CN" b="1" dirty="0">
                <a:solidFill>
                  <a:srgbClr val="FFFF00"/>
                </a:solidFill>
                <a:latin typeface="Times New Roman" panose="02020603050405020304"/>
                <a:ea typeface="华文楷体" panose="02010600040101010101" pitchFamily="2" charset="-122"/>
              </a:rPr>
              <a:t>		case </a:t>
            </a:r>
            <a:r>
              <a:rPr lang="en-US" altLang="zh-CN" b="1" dirty="0" smtClean="0">
                <a:solidFill>
                  <a:srgbClr val="FFFF00"/>
                </a:solidFill>
                <a:latin typeface="Times New Roman" panose="02020603050405020304"/>
                <a:ea typeface="华文楷体" panose="02010600040101010101" pitchFamily="2" charset="-122"/>
              </a:rPr>
              <a:t>‘u’:  ++</a:t>
            </a:r>
            <a:r>
              <a:rPr lang="en-US" altLang="zh-CN" b="1" dirty="0" err="1" smtClean="0">
                <a:solidFill>
                  <a:srgbClr val="FFFF00"/>
                </a:solidFill>
                <a:latin typeface="Times New Roman" panose="02020603050405020304"/>
                <a:ea typeface="华文楷体" panose="02010600040101010101" pitchFamily="2" charset="-122"/>
              </a:rPr>
              <a:t>uCnt</a:t>
            </a:r>
            <a:r>
              <a:rPr lang="en-US" altLang="zh-CN" b="1" dirty="0">
                <a:solidFill>
                  <a:srgbClr val="FFFF00"/>
                </a:solidFill>
                <a:latin typeface="Times New Roman" panose="02020603050405020304"/>
                <a:ea typeface="华文楷体" panose="02010600040101010101" pitchFamily="2" charset="-122"/>
              </a:rPr>
              <a:t>;  break;</a:t>
            </a:r>
            <a:endParaRPr lang="en-US" altLang="zh-CN" b="1" dirty="0">
              <a:solidFill>
                <a:srgbClr val="FFFF00"/>
              </a:solidFill>
              <a:latin typeface="Times New Roman" panose="02020603050405020304"/>
              <a:ea typeface="华文楷体" panose="02010600040101010101" pitchFamily="2" charset="-122"/>
            </a:endParaRPr>
          </a:p>
          <a:p>
            <a:pPr algn="l">
              <a:lnSpc>
                <a:spcPct val="80000"/>
              </a:lnSpc>
              <a:spcBef>
                <a:spcPct val="50000"/>
              </a:spcBef>
            </a:pPr>
            <a:r>
              <a:rPr lang="en-US" altLang="zh-CN" b="1" dirty="0" smtClean="0">
                <a:solidFill>
                  <a:srgbClr val="FFFF00"/>
                </a:solidFill>
                <a:latin typeface="Times New Roman" panose="02020603050405020304"/>
                <a:ea typeface="华文楷体" panose="02010600040101010101" pitchFamily="2" charset="-122"/>
              </a:rPr>
              <a:t>}</a:t>
            </a:r>
            <a:endParaRPr lang="en-US" altLang="zh-CN" b="1" dirty="0">
              <a:solidFill>
                <a:srgbClr val="FFFF00"/>
              </a:solidFill>
              <a:latin typeface="Times New Roman" panose="02020603050405020304"/>
              <a:ea typeface="华文楷体" panose="02010600040101010101" pitchFamily="2" charset="-122"/>
            </a:endParaRPr>
          </a:p>
        </p:txBody>
      </p:sp>
      <p:sp>
        <p:nvSpPr>
          <p:cNvPr id="4" name="Rectangle 2"/>
          <p:cNvSpPr>
            <a:spLocks noChangeArrowheads="1"/>
          </p:cNvSpPr>
          <p:nvPr/>
        </p:nvSpPr>
        <p:spPr bwMode="auto">
          <a:xfrm>
            <a:off x="457200" y="277813"/>
            <a:ext cx="8229600" cy="1139825"/>
          </a:xfrm>
          <a:prstGeom prst="rect">
            <a:avLst/>
          </a:prstGeom>
        </p:spPr>
        <p:txBody>
          <a:bodyPr>
            <a:noAutofit/>
          </a:bodyPr>
          <a:lstStyle/>
          <a:p>
            <a:pPr fontAlgn="auto">
              <a:spcAft>
                <a:spcPts val="0"/>
              </a:spcAft>
            </a:pPr>
            <a:r>
              <a:rPr lang="en-US" altLang="zh-CN" sz="3600" b="1" i="1" dirty="0" smtClean="0">
                <a:solidFill>
                  <a:srgbClr val="FFFFFF"/>
                </a:solidFill>
                <a:effectLst>
                  <a:outerShdw blurRad="38100" dist="38100" dir="2700000" algn="tl">
                    <a:srgbClr val="000000"/>
                  </a:outerShdw>
                </a:effectLst>
                <a:ea typeface="隶书" panose="02010509060101010101" pitchFamily="49" charset="-122"/>
              </a:rPr>
              <a:t>  </a:t>
            </a:r>
            <a:r>
              <a:rPr lang="zh-CN" altLang="en-US" sz="3600" b="1" i="1" dirty="0">
                <a:solidFill>
                  <a:srgbClr val="FFFFFF"/>
                </a:solidFill>
                <a:effectLst>
                  <a:outerShdw blurRad="38100" dist="38100" dir="2700000" algn="tl">
                    <a:srgbClr val="000000"/>
                  </a:outerShdw>
                </a:effectLst>
                <a:ea typeface="隶书" panose="02010509060101010101" pitchFamily="49" charset="-122"/>
              </a:rPr>
              <a:t>多重选择结构</a:t>
            </a:r>
            <a:r>
              <a:rPr lang="en-US" altLang="zh-CN" sz="3600" b="1" i="1" dirty="0">
                <a:solidFill>
                  <a:srgbClr val="FFFFFF"/>
                </a:solidFill>
                <a:effectLst>
                  <a:outerShdw blurRad="38100" dist="38100" dir="2700000" algn="tl">
                    <a:srgbClr val="000000"/>
                  </a:outerShdw>
                </a:effectLst>
                <a:ea typeface="隶书" panose="02010509060101010101" pitchFamily="49" charset="-122"/>
              </a:rPr>
              <a:t>——</a:t>
            </a:r>
            <a:r>
              <a:rPr lang="en-US" altLang="zh-CN"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 </a:t>
            </a:r>
            <a:r>
              <a:rPr lang="en-US" altLang="zh-CN"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switch</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语句</a:t>
            </a:r>
            <a:endPar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endParaRPr>
          </a:p>
        </p:txBody>
      </p:sp>
    </p:spTree>
  </p:cSld>
  <p:clrMapOvr>
    <a:masterClrMapping/>
  </p:clrMapOvr>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755576" y="1360094"/>
            <a:ext cx="8077200" cy="4044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lnSpc>
                <a:spcPct val="80000"/>
              </a:lnSpc>
              <a:spcBef>
                <a:spcPct val="50000"/>
              </a:spcBef>
            </a:pPr>
            <a:r>
              <a:rPr lang="zh-CN" altLang="en-US" b="1" dirty="0" smtClean="0">
                <a:latin typeface="Times New Roman" panose="02020603050405020304"/>
                <a:ea typeface="华文楷体" panose="02010600040101010101" pitchFamily="2" charset="-122"/>
              </a:rPr>
              <a:t>例如：输入一段文字，分别统计其中五个小写元音字母出现的次数。代码段如下：</a:t>
            </a:r>
            <a:endParaRPr lang="en-US" altLang="zh-CN" b="1" dirty="0" smtClean="0">
              <a:latin typeface="Times New Roman" panose="02020603050405020304"/>
              <a:ea typeface="华文楷体" panose="02010600040101010101" pitchFamily="2" charset="-122"/>
            </a:endParaRPr>
          </a:p>
          <a:p>
            <a:pPr algn="l">
              <a:lnSpc>
                <a:spcPct val="80000"/>
              </a:lnSpc>
              <a:spcBef>
                <a:spcPct val="50000"/>
              </a:spcBef>
            </a:pPr>
            <a:endParaRPr lang="en-US" altLang="zh-CN" b="1" dirty="0">
              <a:latin typeface="Times New Roman" panose="02020603050405020304"/>
              <a:ea typeface="华文楷体" panose="02010600040101010101" pitchFamily="2" charset="-122"/>
            </a:endParaRPr>
          </a:p>
          <a:p>
            <a:pPr algn="l">
              <a:lnSpc>
                <a:spcPct val="80000"/>
              </a:lnSpc>
              <a:spcBef>
                <a:spcPct val="50000"/>
              </a:spcBef>
            </a:pPr>
            <a:endParaRPr lang="en-US" altLang="zh-CN" b="1" dirty="0" smtClean="0">
              <a:latin typeface="Times New Roman" panose="02020603050405020304"/>
              <a:ea typeface="华文楷体" panose="02010600040101010101" pitchFamily="2" charset="-122"/>
            </a:endParaRPr>
          </a:p>
          <a:p>
            <a:pPr algn="l">
              <a:lnSpc>
                <a:spcPct val="80000"/>
              </a:lnSpc>
              <a:spcBef>
                <a:spcPct val="50000"/>
              </a:spcBef>
            </a:pPr>
            <a:r>
              <a:rPr lang="en-US" altLang="zh-CN" b="1" dirty="0" err="1" smtClean="0">
                <a:solidFill>
                  <a:srgbClr val="FFFF00"/>
                </a:solidFill>
                <a:latin typeface="Times New Roman" panose="02020603050405020304"/>
                <a:ea typeface="华文楷体" panose="02010600040101010101" pitchFamily="2" charset="-122"/>
              </a:rPr>
              <a:t>cout</a:t>
            </a:r>
            <a:r>
              <a:rPr lang="en-US" altLang="zh-CN" b="1" dirty="0" smtClean="0">
                <a:solidFill>
                  <a:srgbClr val="FFFF00"/>
                </a:solidFill>
                <a:latin typeface="Times New Roman" panose="02020603050405020304"/>
                <a:ea typeface="华文楷体" panose="02010600040101010101" pitchFamily="2" charset="-122"/>
              </a:rPr>
              <a:t> &lt;&lt; “Number of vowel a: \t” &lt;&lt; </a:t>
            </a:r>
            <a:r>
              <a:rPr lang="en-US" altLang="zh-CN" b="1" dirty="0" err="1" smtClean="0">
                <a:solidFill>
                  <a:srgbClr val="FFFF00"/>
                </a:solidFill>
                <a:latin typeface="Times New Roman" panose="02020603050405020304"/>
                <a:ea typeface="华文楷体" panose="02010600040101010101" pitchFamily="2" charset="-122"/>
              </a:rPr>
              <a:t>aCnt</a:t>
            </a:r>
            <a:r>
              <a:rPr lang="en-US" altLang="zh-CN" b="1" dirty="0" smtClean="0">
                <a:solidFill>
                  <a:srgbClr val="FFFF00"/>
                </a:solidFill>
                <a:latin typeface="Times New Roman" panose="02020603050405020304"/>
                <a:ea typeface="华文楷体" panose="02010600040101010101" pitchFamily="2" charset="-122"/>
              </a:rPr>
              <a:t> &lt;&lt; ‘\n’</a:t>
            </a:r>
            <a:endParaRPr lang="en-US" altLang="zh-CN" b="1" dirty="0" smtClean="0">
              <a:solidFill>
                <a:srgbClr val="FFFF00"/>
              </a:solidFill>
              <a:latin typeface="Times New Roman" panose="02020603050405020304"/>
              <a:ea typeface="华文楷体" panose="02010600040101010101" pitchFamily="2" charset="-122"/>
            </a:endParaRPr>
          </a:p>
          <a:p>
            <a:pPr algn="l">
              <a:lnSpc>
                <a:spcPct val="80000"/>
              </a:lnSpc>
              <a:spcBef>
                <a:spcPct val="50000"/>
              </a:spcBef>
            </a:pPr>
            <a:r>
              <a:rPr lang="en-US" altLang="zh-CN" b="1" dirty="0" smtClean="0">
                <a:solidFill>
                  <a:srgbClr val="FFFF00"/>
                </a:solidFill>
                <a:latin typeface="Times New Roman" panose="02020603050405020304"/>
                <a:ea typeface="华文楷体" panose="02010600040101010101" pitchFamily="2" charset="-122"/>
              </a:rPr>
              <a:t>        &lt;&lt; </a:t>
            </a:r>
            <a:r>
              <a:rPr lang="en-US" altLang="zh-CN" b="1" dirty="0">
                <a:solidFill>
                  <a:srgbClr val="FFFF00"/>
                </a:solidFill>
                <a:latin typeface="Times New Roman" panose="02020603050405020304"/>
                <a:ea typeface="华文楷体" panose="02010600040101010101" pitchFamily="2" charset="-122"/>
              </a:rPr>
              <a:t>“Number of vowel </a:t>
            </a:r>
            <a:r>
              <a:rPr lang="en-US" altLang="zh-CN" b="1" dirty="0" smtClean="0">
                <a:solidFill>
                  <a:srgbClr val="FFFF00"/>
                </a:solidFill>
                <a:latin typeface="Times New Roman" panose="02020603050405020304"/>
                <a:ea typeface="华文楷体" panose="02010600040101010101" pitchFamily="2" charset="-122"/>
              </a:rPr>
              <a:t>e: </a:t>
            </a:r>
            <a:r>
              <a:rPr lang="en-US" altLang="zh-CN" b="1" dirty="0">
                <a:solidFill>
                  <a:srgbClr val="FFFF00"/>
                </a:solidFill>
                <a:latin typeface="Times New Roman" panose="02020603050405020304"/>
                <a:ea typeface="华文楷体" panose="02010600040101010101" pitchFamily="2" charset="-122"/>
              </a:rPr>
              <a:t>\t” &lt;&lt; </a:t>
            </a:r>
            <a:r>
              <a:rPr lang="en-US" altLang="zh-CN" b="1" dirty="0" err="1" smtClean="0">
                <a:solidFill>
                  <a:srgbClr val="FFFF00"/>
                </a:solidFill>
                <a:latin typeface="Times New Roman" panose="02020603050405020304"/>
                <a:ea typeface="华文楷体" panose="02010600040101010101" pitchFamily="2" charset="-122"/>
              </a:rPr>
              <a:t>eCnt</a:t>
            </a:r>
            <a:r>
              <a:rPr lang="en-US" altLang="zh-CN" b="1" dirty="0" smtClean="0">
                <a:solidFill>
                  <a:srgbClr val="FFFF00"/>
                </a:solidFill>
                <a:latin typeface="Times New Roman" panose="02020603050405020304"/>
                <a:ea typeface="华文楷体" panose="02010600040101010101" pitchFamily="2" charset="-122"/>
              </a:rPr>
              <a:t> </a:t>
            </a:r>
            <a:r>
              <a:rPr lang="en-US" altLang="zh-CN" b="1" dirty="0">
                <a:solidFill>
                  <a:srgbClr val="FFFF00"/>
                </a:solidFill>
                <a:latin typeface="Times New Roman" panose="02020603050405020304"/>
                <a:ea typeface="华文楷体" panose="02010600040101010101" pitchFamily="2" charset="-122"/>
              </a:rPr>
              <a:t>&lt;&lt; ‘\n’</a:t>
            </a:r>
            <a:endParaRPr lang="en-US" altLang="zh-CN" b="1" dirty="0">
              <a:solidFill>
                <a:srgbClr val="FFFF00"/>
              </a:solidFill>
              <a:latin typeface="Times New Roman" panose="02020603050405020304"/>
              <a:ea typeface="华文楷体" panose="02010600040101010101" pitchFamily="2" charset="-122"/>
            </a:endParaRPr>
          </a:p>
          <a:p>
            <a:pPr algn="l">
              <a:lnSpc>
                <a:spcPct val="80000"/>
              </a:lnSpc>
              <a:spcBef>
                <a:spcPct val="50000"/>
              </a:spcBef>
            </a:pPr>
            <a:r>
              <a:rPr lang="en-US" altLang="zh-CN" b="1" dirty="0">
                <a:solidFill>
                  <a:srgbClr val="FFFF00"/>
                </a:solidFill>
                <a:latin typeface="Times New Roman" panose="02020603050405020304"/>
                <a:ea typeface="华文楷体" panose="02010600040101010101" pitchFamily="2" charset="-122"/>
              </a:rPr>
              <a:t> </a:t>
            </a:r>
            <a:r>
              <a:rPr lang="en-US" altLang="zh-CN" b="1" dirty="0" smtClean="0">
                <a:solidFill>
                  <a:srgbClr val="FFFF00"/>
                </a:solidFill>
                <a:latin typeface="Times New Roman" panose="02020603050405020304"/>
                <a:ea typeface="华文楷体" panose="02010600040101010101" pitchFamily="2" charset="-122"/>
              </a:rPr>
              <a:t>       &lt;&lt; </a:t>
            </a:r>
            <a:r>
              <a:rPr lang="en-US" altLang="zh-CN" b="1" dirty="0">
                <a:solidFill>
                  <a:srgbClr val="FFFF00"/>
                </a:solidFill>
                <a:latin typeface="Times New Roman" panose="02020603050405020304"/>
                <a:ea typeface="华文楷体" panose="02010600040101010101" pitchFamily="2" charset="-122"/>
              </a:rPr>
              <a:t>“Number of vowel </a:t>
            </a:r>
            <a:r>
              <a:rPr lang="en-US" altLang="zh-CN" b="1" dirty="0" smtClean="0">
                <a:solidFill>
                  <a:srgbClr val="FFFF00"/>
                </a:solidFill>
                <a:latin typeface="Times New Roman" panose="02020603050405020304"/>
                <a:ea typeface="华文楷体" panose="02010600040101010101" pitchFamily="2" charset="-122"/>
              </a:rPr>
              <a:t>i: </a:t>
            </a:r>
            <a:r>
              <a:rPr lang="en-US" altLang="zh-CN" b="1" dirty="0">
                <a:solidFill>
                  <a:srgbClr val="FFFF00"/>
                </a:solidFill>
                <a:latin typeface="Times New Roman" panose="02020603050405020304"/>
                <a:ea typeface="华文楷体" panose="02010600040101010101" pitchFamily="2" charset="-122"/>
              </a:rPr>
              <a:t>\t” &lt;&lt; </a:t>
            </a:r>
            <a:r>
              <a:rPr lang="en-US" altLang="zh-CN" b="1" dirty="0" err="1" smtClean="0">
                <a:solidFill>
                  <a:srgbClr val="FFFF00"/>
                </a:solidFill>
                <a:latin typeface="Times New Roman" panose="02020603050405020304"/>
                <a:ea typeface="华文楷体" panose="02010600040101010101" pitchFamily="2" charset="-122"/>
              </a:rPr>
              <a:t>iCnt</a:t>
            </a:r>
            <a:r>
              <a:rPr lang="en-US" altLang="zh-CN" b="1" dirty="0" smtClean="0">
                <a:solidFill>
                  <a:srgbClr val="FFFF00"/>
                </a:solidFill>
                <a:latin typeface="Times New Roman" panose="02020603050405020304"/>
                <a:ea typeface="华文楷体" panose="02010600040101010101" pitchFamily="2" charset="-122"/>
              </a:rPr>
              <a:t> </a:t>
            </a:r>
            <a:r>
              <a:rPr lang="en-US" altLang="zh-CN" b="1" dirty="0">
                <a:solidFill>
                  <a:srgbClr val="FFFF00"/>
                </a:solidFill>
                <a:latin typeface="Times New Roman" panose="02020603050405020304"/>
                <a:ea typeface="华文楷体" panose="02010600040101010101" pitchFamily="2" charset="-122"/>
              </a:rPr>
              <a:t>&lt;&lt; ‘\n</a:t>
            </a:r>
            <a:r>
              <a:rPr lang="en-US" altLang="zh-CN" b="1" dirty="0" smtClean="0">
                <a:solidFill>
                  <a:srgbClr val="FFFF00"/>
                </a:solidFill>
                <a:latin typeface="Times New Roman" panose="02020603050405020304"/>
                <a:ea typeface="华文楷体" panose="02010600040101010101" pitchFamily="2" charset="-122"/>
              </a:rPr>
              <a:t>’</a:t>
            </a:r>
            <a:endParaRPr lang="en-US" altLang="zh-CN" b="1" dirty="0" smtClean="0">
              <a:solidFill>
                <a:srgbClr val="FFFF00"/>
              </a:solidFill>
              <a:latin typeface="Times New Roman" panose="02020603050405020304"/>
              <a:ea typeface="华文楷体" panose="02010600040101010101" pitchFamily="2" charset="-122"/>
            </a:endParaRPr>
          </a:p>
          <a:p>
            <a:pPr algn="l">
              <a:lnSpc>
                <a:spcPct val="80000"/>
              </a:lnSpc>
              <a:spcBef>
                <a:spcPct val="50000"/>
              </a:spcBef>
            </a:pPr>
            <a:r>
              <a:rPr lang="en-US" altLang="zh-CN" b="1" dirty="0" smtClean="0">
                <a:solidFill>
                  <a:srgbClr val="FFFF00"/>
                </a:solidFill>
                <a:latin typeface="Times New Roman" panose="02020603050405020304"/>
                <a:ea typeface="华文楷体" panose="02010600040101010101" pitchFamily="2" charset="-122"/>
              </a:rPr>
              <a:t>        </a:t>
            </a:r>
            <a:r>
              <a:rPr lang="en-US" altLang="zh-CN" b="1" dirty="0">
                <a:solidFill>
                  <a:srgbClr val="FFFF00"/>
                </a:solidFill>
                <a:latin typeface="Times New Roman" panose="02020603050405020304"/>
                <a:ea typeface="华文楷体" panose="02010600040101010101" pitchFamily="2" charset="-122"/>
              </a:rPr>
              <a:t>&lt;&lt; “Number of vowel </a:t>
            </a:r>
            <a:r>
              <a:rPr lang="en-US" altLang="zh-CN" b="1" dirty="0" smtClean="0">
                <a:solidFill>
                  <a:srgbClr val="FFFF00"/>
                </a:solidFill>
                <a:latin typeface="Times New Roman" panose="02020603050405020304"/>
                <a:ea typeface="华文楷体" panose="02010600040101010101" pitchFamily="2" charset="-122"/>
              </a:rPr>
              <a:t>o: </a:t>
            </a:r>
            <a:r>
              <a:rPr lang="en-US" altLang="zh-CN" b="1" dirty="0">
                <a:solidFill>
                  <a:srgbClr val="FFFF00"/>
                </a:solidFill>
                <a:latin typeface="Times New Roman" panose="02020603050405020304"/>
                <a:ea typeface="华文楷体" panose="02010600040101010101" pitchFamily="2" charset="-122"/>
              </a:rPr>
              <a:t>\t” &lt;&lt; </a:t>
            </a:r>
            <a:r>
              <a:rPr lang="en-US" altLang="zh-CN" b="1" dirty="0" err="1" smtClean="0">
                <a:solidFill>
                  <a:srgbClr val="FFFF00"/>
                </a:solidFill>
                <a:latin typeface="Times New Roman" panose="02020603050405020304"/>
                <a:ea typeface="华文楷体" panose="02010600040101010101" pitchFamily="2" charset="-122"/>
              </a:rPr>
              <a:t>oCnt</a:t>
            </a:r>
            <a:r>
              <a:rPr lang="en-US" altLang="zh-CN" b="1" dirty="0" smtClean="0">
                <a:solidFill>
                  <a:srgbClr val="FFFF00"/>
                </a:solidFill>
                <a:latin typeface="Times New Roman" panose="02020603050405020304"/>
                <a:ea typeface="华文楷体" panose="02010600040101010101" pitchFamily="2" charset="-122"/>
              </a:rPr>
              <a:t> </a:t>
            </a:r>
            <a:r>
              <a:rPr lang="en-US" altLang="zh-CN" b="1" dirty="0">
                <a:solidFill>
                  <a:srgbClr val="FFFF00"/>
                </a:solidFill>
                <a:latin typeface="Times New Roman" panose="02020603050405020304"/>
                <a:ea typeface="华文楷体" panose="02010600040101010101" pitchFamily="2" charset="-122"/>
              </a:rPr>
              <a:t>&lt;&lt; ‘\n</a:t>
            </a:r>
            <a:r>
              <a:rPr lang="en-US" altLang="zh-CN" b="1" dirty="0" smtClean="0">
                <a:solidFill>
                  <a:srgbClr val="FFFF00"/>
                </a:solidFill>
                <a:latin typeface="Times New Roman" panose="02020603050405020304"/>
                <a:ea typeface="华文楷体" panose="02010600040101010101" pitchFamily="2" charset="-122"/>
              </a:rPr>
              <a:t>’</a:t>
            </a:r>
            <a:endParaRPr lang="en-US" altLang="zh-CN" b="1" dirty="0" smtClean="0">
              <a:solidFill>
                <a:srgbClr val="FFFF00"/>
              </a:solidFill>
              <a:latin typeface="Times New Roman" panose="02020603050405020304"/>
              <a:ea typeface="华文楷体" panose="02010600040101010101" pitchFamily="2" charset="-122"/>
            </a:endParaRPr>
          </a:p>
          <a:p>
            <a:pPr algn="l">
              <a:lnSpc>
                <a:spcPct val="80000"/>
              </a:lnSpc>
              <a:spcBef>
                <a:spcPct val="50000"/>
              </a:spcBef>
            </a:pPr>
            <a:r>
              <a:rPr lang="en-US" altLang="zh-CN" b="1" dirty="0">
                <a:solidFill>
                  <a:srgbClr val="FFFF00"/>
                </a:solidFill>
                <a:latin typeface="Times New Roman" panose="02020603050405020304"/>
                <a:ea typeface="华文楷体" panose="02010600040101010101" pitchFamily="2" charset="-122"/>
              </a:rPr>
              <a:t> </a:t>
            </a:r>
            <a:r>
              <a:rPr lang="en-US" altLang="zh-CN" b="1" dirty="0" smtClean="0">
                <a:solidFill>
                  <a:srgbClr val="FFFF00"/>
                </a:solidFill>
                <a:latin typeface="Times New Roman" panose="02020603050405020304"/>
                <a:ea typeface="华文楷体" panose="02010600040101010101" pitchFamily="2" charset="-122"/>
              </a:rPr>
              <a:t>       &lt;&lt; </a:t>
            </a:r>
            <a:r>
              <a:rPr lang="en-US" altLang="zh-CN" b="1" dirty="0">
                <a:solidFill>
                  <a:srgbClr val="FFFF00"/>
                </a:solidFill>
                <a:latin typeface="Times New Roman" panose="02020603050405020304"/>
                <a:ea typeface="华文楷体" panose="02010600040101010101" pitchFamily="2" charset="-122"/>
              </a:rPr>
              <a:t>“Number of vowel </a:t>
            </a:r>
            <a:r>
              <a:rPr lang="en-US" altLang="zh-CN" b="1" dirty="0" smtClean="0">
                <a:solidFill>
                  <a:srgbClr val="FFFF00"/>
                </a:solidFill>
                <a:latin typeface="Times New Roman" panose="02020603050405020304"/>
                <a:ea typeface="华文楷体" panose="02010600040101010101" pitchFamily="2" charset="-122"/>
              </a:rPr>
              <a:t>u: </a:t>
            </a:r>
            <a:r>
              <a:rPr lang="en-US" altLang="zh-CN" b="1" dirty="0">
                <a:solidFill>
                  <a:srgbClr val="FFFF00"/>
                </a:solidFill>
                <a:latin typeface="Times New Roman" panose="02020603050405020304"/>
                <a:ea typeface="华文楷体" panose="02010600040101010101" pitchFamily="2" charset="-122"/>
              </a:rPr>
              <a:t>\t” &lt;&lt; </a:t>
            </a:r>
            <a:r>
              <a:rPr lang="en-US" altLang="zh-CN" b="1" dirty="0" err="1" smtClean="0">
                <a:solidFill>
                  <a:srgbClr val="FFFF00"/>
                </a:solidFill>
                <a:latin typeface="Times New Roman" panose="02020603050405020304"/>
                <a:ea typeface="华文楷体" panose="02010600040101010101" pitchFamily="2" charset="-122"/>
              </a:rPr>
              <a:t>uCnt</a:t>
            </a:r>
            <a:r>
              <a:rPr lang="en-US" altLang="zh-CN" b="1" dirty="0" smtClean="0">
                <a:solidFill>
                  <a:srgbClr val="FFFF00"/>
                </a:solidFill>
                <a:latin typeface="Times New Roman" panose="02020603050405020304"/>
                <a:ea typeface="华文楷体" panose="02010600040101010101" pitchFamily="2" charset="-122"/>
              </a:rPr>
              <a:t> </a:t>
            </a:r>
            <a:r>
              <a:rPr lang="en-US" altLang="zh-CN" b="1" dirty="0">
                <a:solidFill>
                  <a:srgbClr val="FFFF00"/>
                </a:solidFill>
                <a:latin typeface="Times New Roman" panose="02020603050405020304"/>
                <a:ea typeface="华文楷体" panose="02010600040101010101" pitchFamily="2" charset="-122"/>
              </a:rPr>
              <a:t>&lt;&lt; ‘\n</a:t>
            </a:r>
            <a:r>
              <a:rPr lang="en-US" altLang="zh-CN" b="1" dirty="0" smtClean="0">
                <a:solidFill>
                  <a:srgbClr val="FFFF00"/>
                </a:solidFill>
                <a:latin typeface="Times New Roman" panose="02020603050405020304"/>
                <a:ea typeface="华文楷体" panose="02010600040101010101" pitchFamily="2" charset="-122"/>
              </a:rPr>
              <a:t>’;</a:t>
            </a:r>
            <a:endParaRPr lang="en-US" altLang="zh-CN" b="1" dirty="0">
              <a:solidFill>
                <a:srgbClr val="FFFF00"/>
              </a:solidFill>
              <a:latin typeface="Times New Roman" panose="02020603050405020304"/>
              <a:ea typeface="华文楷体" panose="02010600040101010101" pitchFamily="2" charset="-122"/>
            </a:endParaRPr>
          </a:p>
        </p:txBody>
      </p:sp>
      <p:sp>
        <p:nvSpPr>
          <p:cNvPr id="4" name="Rectangle 2"/>
          <p:cNvSpPr>
            <a:spLocks noChangeArrowheads="1"/>
          </p:cNvSpPr>
          <p:nvPr/>
        </p:nvSpPr>
        <p:spPr bwMode="auto">
          <a:xfrm>
            <a:off x="457200" y="277813"/>
            <a:ext cx="8229600" cy="1139825"/>
          </a:xfrm>
          <a:prstGeom prst="rect">
            <a:avLst/>
          </a:prstGeom>
        </p:spPr>
        <p:txBody>
          <a:bodyPr>
            <a:noAutofit/>
          </a:bodyPr>
          <a:lstStyle/>
          <a:p>
            <a:pPr fontAlgn="auto">
              <a:spcAft>
                <a:spcPts val="0"/>
              </a:spcAft>
            </a:pPr>
            <a:r>
              <a:rPr lang="en-US" altLang="zh-CN" sz="3600" b="1" i="1" dirty="0" smtClean="0">
                <a:solidFill>
                  <a:srgbClr val="FFFFFF"/>
                </a:solidFill>
                <a:effectLst>
                  <a:outerShdw blurRad="38100" dist="38100" dir="2700000" algn="tl">
                    <a:srgbClr val="000000"/>
                  </a:outerShdw>
                </a:effectLst>
                <a:ea typeface="隶书" panose="02010509060101010101" pitchFamily="49" charset="-122"/>
              </a:rPr>
              <a:t>  </a:t>
            </a:r>
            <a:r>
              <a:rPr lang="zh-CN" altLang="en-US" sz="3600" b="1" i="1" dirty="0">
                <a:solidFill>
                  <a:srgbClr val="FFFFFF"/>
                </a:solidFill>
                <a:effectLst>
                  <a:outerShdw blurRad="38100" dist="38100" dir="2700000" algn="tl">
                    <a:srgbClr val="000000"/>
                  </a:outerShdw>
                </a:effectLst>
                <a:ea typeface="隶书" panose="02010509060101010101" pitchFamily="49" charset="-122"/>
              </a:rPr>
              <a:t>多重选择结构</a:t>
            </a:r>
            <a:r>
              <a:rPr lang="en-US" altLang="zh-CN" sz="3600" b="1" i="1" dirty="0">
                <a:solidFill>
                  <a:srgbClr val="FFFFFF"/>
                </a:solidFill>
                <a:effectLst>
                  <a:outerShdw blurRad="38100" dist="38100" dir="2700000" algn="tl">
                    <a:srgbClr val="000000"/>
                  </a:outerShdw>
                </a:effectLst>
                <a:ea typeface="隶书" panose="02010509060101010101" pitchFamily="49" charset="-122"/>
              </a:rPr>
              <a:t>——</a:t>
            </a:r>
            <a:r>
              <a:rPr lang="en-US" altLang="zh-CN"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 </a:t>
            </a:r>
            <a:r>
              <a:rPr lang="en-US" altLang="zh-CN"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switch</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语句</a:t>
            </a:r>
            <a:endPar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endParaRPr>
          </a:p>
        </p:txBody>
      </p:sp>
    </p:spTree>
  </p:cSld>
  <p:clrMapOvr>
    <a:masterClrMapping/>
  </p:clrMapOvr>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457200" y="277813"/>
            <a:ext cx="8229600" cy="1139825"/>
          </a:xfrm>
          <a:prstGeom prst="rect">
            <a:avLst/>
          </a:prstGeom>
        </p:spPr>
        <p:txBody>
          <a:bodyPr>
            <a:noAutofit/>
          </a:bodyPr>
          <a:lstStyle/>
          <a:p>
            <a:pPr fontAlgn="auto">
              <a:spcAft>
                <a:spcPts val="0"/>
              </a:spcAft>
            </a:pPr>
            <a:r>
              <a:rPr lang="en-US" altLang="zh-CN"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 </a:t>
            </a:r>
            <a:r>
              <a:rPr lang="zh-CN" altLang="en-US"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循环</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结构 </a:t>
            </a:r>
            <a:r>
              <a:rPr lang="en-US" altLang="zh-CN"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——while</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语句</a:t>
            </a:r>
            <a:endPar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endParaRPr>
          </a:p>
        </p:txBody>
      </p:sp>
      <p:sp>
        <p:nvSpPr>
          <p:cNvPr id="73731" name="Rectangle 3"/>
          <p:cNvSpPr>
            <a:spLocks noChangeArrowheads="1"/>
          </p:cNvSpPr>
          <p:nvPr/>
        </p:nvSpPr>
        <p:spPr bwMode="auto">
          <a:xfrm>
            <a:off x="683568" y="1556793"/>
            <a:ext cx="8137773" cy="3384376"/>
          </a:xfrm>
          <a:prstGeom prst="rect">
            <a:avLst/>
          </a:prstGeom>
          <a:noFill/>
          <a:ln w="9525">
            <a:noFill/>
            <a:miter lim="800000"/>
          </a:ln>
        </p:spPr>
        <p:txBody>
          <a:bodyPr/>
          <a:lstStyle>
            <a:lvl1pPr marL="342900" indent="-342900"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spcBef>
                <a:spcPct val="0"/>
              </a:spcBef>
              <a:spcAft>
                <a:spcPct val="0"/>
              </a:spcAft>
              <a:buClr>
                <a:schemeClr val="tx2"/>
              </a:buClr>
              <a:buSzPct val="80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spcBef>
                <a:spcPct val="0"/>
              </a:spcBef>
              <a:spcAft>
                <a:spcPct val="0"/>
              </a:spcAft>
              <a:buClr>
                <a:schemeClr val="tx2"/>
              </a:buClr>
              <a:buSzPct val="80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spcBef>
                <a:spcPct val="0"/>
              </a:spcBef>
              <a:spcAft>
                <a:spcPct val="0"/>
              </a:spcAft>
              <a:buClr>
                <a:schemeClr val="tx2"/>
              </a:buClr>
              <a:buSzPct val="80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spcBef>
                <a:spcPct val="0"/>
              </a:spcBef>
              <a:spcAft>
                <a:spcPct val="0"/>
              </a:spcAft>
              <a:buClr>
                <a:schemeClr val="tx2"/>
              </a:buClr>
              <a:buSzPct val="80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just" eaLnBrk="1" hangingPunct="1">
              <a:spcBef>
                <a:spcPts val="600"/>
              </a:spcBef>
            </a:pPr>
            <a:r>
              <a:rPr lang="en-US" altLang="zh-CN" sz="2400" dirty="0" smtClean="0"/>
              <a:t>【</a:t>
            </a:r>
            <a:r>
              <a:rPr lang="zh-CN" altLang="en-US" sz="2400" dirty="0"/>
              <a:t>例</a:t>
            </a:r>
            <a:r>
              <a:rPr lang="en-US" altLang="zh-CN" sz="2400" dirty="0"/>
              <a:t>】</a:t>
            </a:r>
            <a:r>
              <a:rPr lang="zh-CN" altLang="en-US" sz="2400" dirty="0"/>
              <a:t>设有以下程序段：</a:t>
            </a:r>
            <a:endParaRPr lang="zh-CN" altLang="en-US" sz="2400" dirty="0"/>
          </a:p>
          <a:p>
            <a:pPr algn="just" eaLnBrk="1" hangingPunct="1">
              <a:spcBef>
                <a:spcPts val="600"/>
              </a:spcBef>
            </a:pPr>
            <a:r>
              <a:rPr lang="zh-CN" altLang="en-US" sz="2400" dirty="0"/>
              <a:t>   </a:t>
            </a:r>
            <a:r>
              <a:rPr lang="en-US" altLang="zh-CN" sz="2400" dirty="0" err="1"/>
              <a:t>int</a:t>
            </a:r>
            <a:r>
              <a:rPr lang="en-US" altLang="zh-CN" sz="2400" dirty="0"/>
              <a:t> x=0,s=0;</a:t>
            </a:r>
            <a:endParaRPr lang="en-US" altLang="zh-CN" sz="2400" dirty="0"/>
          </a:p>
          <a:p>
            <a:pPr algn="just" eaLnBrk="1" hangingPunct="1">
              <a:spcBef>
                <a:spcPts val="600"/>
              </a:spcBef>
            </a:pPr>
            <a:r>
              <a:rPr lang="en-US" altLang="zh-CN" sz="2400" dirty="0"/>
              <a:t>   while(!x!=0) s+=++x;</a:t>
            </a:r>
            <a:endParaRPr lang="en-US" altLang="zh-CN" sz="2400" dirty="0"/>
          </a:p>
          <a:p>
            <a:pPr algn="just" eaLnBrk="1" hangingPunct="1">
              <a:spcBef>
                <a:spcPts val="600"/>
              </a:spcBef>
            </a:pPr>
            <a:r>
              <a:rPr lang="en-US" altLang="zh-CN" sz="2400" dirty="0"/>
              <a:t>   </a:t>
            </a:r>
            <a:r>
              <a:rPr lang="en-US" altLang="zh-CN" sz="2400" dirty="0" err="1" smtClean="0"/>
              <a:t>std</a:t>
            </a:r>
            <a:r>
              <a:rPr lang="en-US" altLang="zh-CN" sz="2400" dirty="0" smtClean="0"/>
              <a:t>::</a:t>
            </a:r>
            <a:r>
              <a:rPr lang="en-US" altLang="zh-CN" sz="2400" dirty="0" err="1" smtClean="0"/>
              <a:t>cout</a:t>
            </a:r>
            <a:r>
              <a:rPr lang="en-US" altLang="zh-CN" sz="2400" dirty="0" smtClean="0"/>
              <a:t> &lt;&lt; s &lt;&lt; </a:t>
            </a:r>
            <a:r>
              <a:rPr lang="en-US" altLang="zh-CN" sz="2400" dirty="0" err="1" smtClean="0"/>
              <a:t>std</a:t>
            </a:r>
            <a:r>
              <a:rPr lang="en-US" altLang="zh-CN" sz="2400" dirty="0" smtClean="0"/>
              <a:t>::</a:t>
            </a:r>
            <a:r>
              <a:rPr lang="en-US" altLang="zh-CN" sz="2400" dirty="0" err="1" smtClean="0"/>
              <a:t>endl</a:t>
            </a:r>
            <a:r>
              <a:rPr lang="en-US" altLang="zh-CN" sz="2400" dirty="0" smtClean="0"/>
              <a:t>;;</a:t>
            </a:r>
            <a:endParaRPr lang="en-US" altLang="zh-CN" sz="2400" dirty="0"/>
          </a:p>
          <a:p>
            <a:pPr algn="just" eaLnBrk="1" hangingPunct="1">
              <a:spcBef>
                <a:spcPts val="600"/>
              </a:spcBef>
            </a:pPr>
            <a:r>
              <a:rPr lang="en-US" altLang="zh-CN" sz="2400" dirty="0"/>
              <a:t>  </a:t>
            </a:r>
            <a:r>
              <a:rPr lang="zh-CN" altLang="en-US" sz="2400" dirty="0"/>
              <a:t>则</a:t>
            </a:r>
            <a:r>
              <a:rPr lang="en-US" altLang="zh-CN" sz="2400" dirty="0"/>
              <a:t>______</a:t>
            </a:r>
            <a:r>
              <a:rPr lang="zh-CN" altLang="en-US" sz="2400" dirty="0"/>
              <a:t>。</a:t>
            </a:r>
            <a:endParaRPr lang="zh-CN" altLang="en-US" sz="2400" dirty="0"/>
          </a:p>
          <a:p>
            <a:pPr algn="just" eaLnBrk="1" hangingPunct="1">
              <a:spcBef>
                <a:spcPts val="600"/>
              </a:spcBef>
            </a:pPr>
            <a:r>
              <a:rPr lang="zh-CN" altLang="en-US" sz="2400" dirty="0"/>
              <a:t>   </a:t>
            </a:r>
            <a:r>
              <a:rPr lang="en-US" altLang="zh-CN" sz="2400" dirty="0"/>
              <a:t>A.</a:t>
            </a:r>
            <a:r>
              <a:rPr lang="zh-CN" altLang="en-US" sz="2400" dirty="0"/>
              <a:t>运行程序段后输出</a:t>
            </a:r>
            <a:r>
              <a:rPr lang="en-US" altLang="zh-CN" sz="2400" dirty="0"/>
              <a:t>0 	</a:t>
            </a:r>
            <a:r>
              <a:rPr lang="en-US" altLang="zh-CN" sz="2400" dirty="0" smtClean="0"/>
              <a:t>                 B</a:t>
            </a:r>
            <a:r>
              <a:rPr lang="en-US" altLang="zh-CN" sz="2400" dirty="0"/>
              <a:t>.</a:t>
            </a:r>
            <a:r>
              <a:rPr lang="zh-CN" altLang="en-US" sz="2400" dirty="0"/>
              <a:t>运行程序段后输出</a:t>
            </a:r>
            <a:r>
              <a:rPr lang="en-US" altLang="zh-CN" sz="2400" dirty="0"/>
              <a:t>1</a:t>
            </a:r>
            <a:endParaRPr lang="en-US" altLang="zh-CN" sz="2400" dirty="0"/>
          </a:p>
          <a:p>
            <a:pPr algn="just" eaLnBrk="1" hangingPunct="1">
              <a:spcBef>
                <a:spcPts val="600"/>
              </a:spcBef>
            </a:pPr>
            <a:r>
              <a:rPr lang="en-US" altLang="zh-CN" sz="2400" dirty="0"/>
              <a:t>   C.</a:t>
            </a:r>
            <a:r>
              <a:rPr lang="zh-CN" altLang="en-US" sz="2400" dirty="0"/>
              <a:t>程序段中的控制表达式是非法</a:t>
            </a:r>
            <a:r>
              <a:rPr lang="zh-CN" altLang="en-US" sz="2400" dirty="0" smtClean="0"/>
              <a:t>的  </a:t>
            </a:r>
            <a:r>
              <a:rPr lang="en-US" altLang="zh-CN" sz="2400" dirty="0" smtClean="0"/>
              <a:t>D</a:t>
            </a:r>
            <a:r>
              <a:rPr lang="en-US" altLang="zh-CN" sz="2400" dirty="0"/>
              <a:t>.</a:t>
            </a:r>
            <a:r>
              <a:rPr lang="zh-CN" altLang="en-US" sz="2400" dirty="0"/>
              <a:t>程序段执行无限次</a:t>
            </a:r>
            <a:endParaRPr lang="zh-CN" altLang="en-US" sz="2400" dirty="0"/>
          </a:p>
          <a:p>
            <a:pPr eaLnBrk="1" hangingPunct="1">
              <a:spcBef>
                <a:spcPts val="600"/>
              </a:spcBef>
            </a:pPr>
            <a:r>
              <a:rPr lang="zh-CN" altLang="en-US" sz="2400" dirty="0"/>
              <a:t>     </a:t>
            </a:r>
            <a:endParaRPr lang="zh-CN" altLang="en-US" sz="2400" dirty="0"/>
          </a:p>
        </p:txBody>
      </p:sp>
      <p:sp>
        <p:nvSpPr>
          <p:cNvPr id="4" name="矩形 3"/>
          <p:cNvSpPr/>
          <p:nvPr/>
        </p:nvSpPr>
        <p:spPr>
          <a:xfrm>
            <a:off x="971600" y="4941169"/>
            <a:ext cx="7715200" cy="1200329"/>
          </a:xfrm>
          <a:prstGeom prst="rect">
            <a:avLst/>
          </a:prstGeom>
        </p:spPr>
        <p:txBody>
          <a:bodyPr wrap="square">
            <a:spAutoFit/>
          </a:bodyPr>
          <a:lstStyle/>
          <a:p>
            <a:pPr algn="l"/>
            <a:r>
              <a:rPr lang="zh-CN" altLang="en-US" b="1" dirty="0">
                <a:solidFill>
                  <a:srgbClr val="FFFF00"/>
                </a:solidFill>
                <a:latin typeface="+mn-lt"/>
                <a:ea typeface="华文楷体" panose="02010600040101010101" pitchFamily="2" charset="-122"/>
              </a:rPr>
              <a:t>答：</a:t>
            </a:r>
            <a:r>
              <a:rPr lang="en-US" altLang="zh-CN" b="1" dirty="0">
                <a:solidFill>
                  <a:srgbClr val="FFFF00"/>
                </a:solidFill>
                <a:latin typeface="+mn-lt"/>
                <a:ea typeface="华文楷体" panose="02010600040101010101" pitchFamily="2" charset="-122"/>
              </a:rPr>
              <a:t>x=0</a:t>
            </a:r>
            <a:r>
              <a:rPr lang="zh-CN" altLang="en-US" b="1" dirty="0">
                <a:solidFill>
                  <a:srgbClr val="FFFF00"/>
                </a:solidFill>
                <a:latin typeface="+mn-lt"/>
                <a:ea typeface="华文楷体" panose="02010600040101010101" pitchFamily="2" charset="-122"/>
              </a:rPr>
              <a:t>，</a:t>
            </a:r>
            <a:r>
              <a:rPr lang="en-US" altLang="zh-CN" b="1" dirty="0">
                <a:solidFill>
                  <a:srgbClr val="FFFF00"/>
                </a:solidFill>
                <a:latin typeface="+mn-lt"/>
                <a:ea typeface="华文楷体" panose="02010600040101010101" pitchFamily="2" charset="-122"/>
              </a:rPr>
              <a:t>!</a:t>
            </a:r>
            <a:r>
              <a:rPr lang="en-US" altLang="zh-CN" b="1" dirty="0" smtClean="0">
                <a:solidFill>
                  <a:srgbClr val="FFFF00"/>
                </a:solidFill>
                <a:latin typeface="+mn-lt"/>
                <a:ea typeface="华文楷体" panose="02010600040101010101" pitchFamily="2" charset="-122"/>
              </a:rPr>
              <a:t>x</a:t>
            </a:r>
            <a:r>
              <a:rPr lang="zh-CN" altLang="en-US" b="1" dirty="0" smtClean="0">
                <a:solidFill>
                  <a:srgbClr val="FFFF00"/>
                </a:solidFill>
                <a:latin typeface="+mn-lt"/>
                <a:ea typeface="华文楷体" panose="02010600040101010101" pitchFamily="2" charset="-122"/>
              </a:rPr>
              <a:t>值是</a:t>
            </a:r>
            <a:r>
              <a:rPr lang="en-US" altLang="zh-CN" b="1" dirty="0" smtClean="0">
                <a:solidFill>
                  <a:srgbClr val="FFFF00"/>
                </a:solidFill>
                <a:latin typeface="+mn-lt"/>
                <a:ea typeface="华文楷体" panose="02010600040101010101" pitchFamily="2" charset="-122"/>
              </a:rPr>
              <a:t>1</a:t>
            </a:r>
            <a:r>
              <a:rPr lang="zh-CN" altLang="en-US" b="1" dirty="0">
                <a:solidFill>
                  <a:srgbClr val="FFFF00"/>
                </a:solidFill>
                <a:latin typeface="+mn-lt"/>
                <a:ea typeface="华文楷体" panose="02010600040101010101" pitchFamily="2" charset="-122"/>
              </a:rPr>
              <a:t>，</a:t>
            </a:r>
            <a:r>
              <a:rPr lang="en-US" altLang="zh-CN" b="1" dirty="0">
                <a:solidFill>
                  <a:srgbClr val="FFFF00"/>
                </a:solidFill>
                <a:latin typeface="+mn-lt"/>
                <a:ea typeface="华文楷体" panose="02010600040101010101" pitchFamily="2" charset="-122"/>
              </a:rPr>
              <a:t>!x!=0</a:t>
            </a:r>
            <a:r>
              <a:rPr lang="zh-CN" altLang="en-US" b="1" dirty="0">
                <a:solidFill>
                  <a:srgbClr val="FFFF00"/>
                </a:solidFill>
                <a:latin typeface="+mn-lt"/>
                <a:ea typeface="华文楷体" panose="02010600040101010101" pitchFamily="2" charset="-122"/>
              </a:rPr>
              <a:t>为真，执行</a:t>
            </a:r>
            <a:r>
              <a:rPr lang="en-US" altLang="zh-CN" b="1" dirty="0">
                <a:solidFill>
                  <a:srgbClr val="FFFF00"/>
                </a:solidFill>
                <a:latin typeface="+mn-lt"/>
                <a:ea typeface="华文楷体" panose="02010600040101010101" pitchFamily="2" charset="-122"/>
              </a:rPr>
              <a:t>s+=++x</a:t>
            </a:r>
            <a:r>
              <a:rPr lang="zh-CN" altLang="en-US" b="1" dirty="0">
                <a:solidFill>
                  <a:srgbClr val="FFFF00"/>
                </a:solidFill>
                <a:latin typeface="+mn-lt"/>
                <a:ea typeface="华文楷体" panose="02010600040101010101" pitchFamily="2" charset="-122"/>
              </a:rPr>
              <a:t>，</a:t>
            </a:r>
            <a:r>
              <a:rPr lang="en-US" altLang="zh-CN" b="1" dirty="0">
                <a:solidFill>
                  <a:srgbClr val="FFFF00"/>
                </a:solidFill>
                <a:latin typeface="+mn-lt"/>
                <a:ea typeface="华文楷体" panose="02010600040101010101" pitchFamily="2" charset="-122"/>
              </a:rPr>
              <a:t>++x</a:t>
            </a:r>
            <a:r>
              <a:rPr lang="zh-CN" altLang="en-US" b="1" dirty="0">
                <a:solidFill>
                  <a:srgbClr val="FFFF00"/>
                </a:solidFill>
                <a:latin typeface="+mn-lt"/>
                <a:ea typeface="华文楷体" panose="02010600040101010101" pitchFamily="2" charset="-122"/>
              </a:rPr>
              <a:t>返回</a:t>
            </a:r>
            <a:r>
              <a:rPr lang="en-US" altLang="zh-CN" b="1" dirty="0">
                <a:solidFill>
                  <a:srgbClr val="FFFF00"/>
                </a:solidFill>
                <a:latin typeface="+mn-lt"/>
                <a:ea typeface="华文楷体" panose="02010600040101010101" pitchFamily="2" charset="-122"/>
              </a:rPr>
              <a:t>1</a:t>
            </a:r>
            <a:r>
              <a:rPr lang="zh-CN" altLang="en-US" b="1" dirty="0">
                <a:solidFill>
                  <a:srgbClr val="FFFF00"/>
                </a:solidFill>
                <a:latin typeface="+mn-lt"/>
                <a:ea typeface="华文楷体" panose="02010600040101010101" pitchFamily="2" charset="-122"/>
              </a:rPr>
              <a:t>，</a:t>
            </a:r>
            <a:r>
              <a:rPr lang="en-US" altLang="zh-CN" b="1" dirty="0">
                <a:solidFill>
                  <a:srgbClr val="FFFF00"/>
                </a:solidFill>
                <a:latin typeface="+mn-lt"/>
                <a:ea typeface="华文楷体" panose="02010600040101010101" pitchFamily="2" charset="-122"/>
              </a:rPr>
              <a:t>x=1</a:t>
            </a:r>
            <a:r>
              <a:rPr lang="zh-CN" altLang="en-US" b="1" dirty="0">
                <a:solidFill>
                  <a:srgbClr val="FFFF00"/>
                </a:solidFill>
                <a:latin typeface="+mn-lt"/>
                <a:ea typeface="华文楷体" panose="02010600040101010101" pitchFamily="2" charset="-122"/>
              </a:rPr>
              <a:t>，</a:t>
            </a:r>
            <a:r>
              <a:rPr lang="en-US" altLang="zh-CN" b="1" dirty="0">
                <a:solidFill>
                  <a:srgbClr val="FFFF00"/>
                </a:solidFill>
                <a:latin typeface="+mn-lt"/>
                <a:ea typeface="华文楷体" panose="02010600040101010101" pitchFamily="2" charset="-122"/>
              </a:rPr>
              <a:t>s=s+1=1</a:t>
            </a:r>
            <a:r>
              <a:rPr lang="zh-CN" altLang="en-US" b="1" dirty="0">
                <a:solidFill>
                  <a:srgbClr val="FFFF00"/>
                </a:solidFill>
                <a:latin typeface="+mn-lt"/>
                <a:ea typeface="华文楷体" panose="02010600040101010101" pitchFamily="2" charset="-122"/>
              </a:rPr>
              <a:t>；</a:t>
            </a:r>
            <a:r>
              <a:rPr lang="en-US" altLang="zh-CN" b="1" dirty="0">
                <a:solidFill>
                  <a:srgbClr val="FFFF00"/>
                </a:solidFill>
                <a:latin typeface="+mn-lt"/>
                <a:ea typeface="华文楷体" panose="02010600040101010101" pitchFamily="2" charset="-122"/>
              </a:rPr>
              <a:t>x=1</a:t>
            </a:r>
            <a:r>
              <a:rPr lang="zh-CN" altLang="en-US" b="1" dirty="0">
                <a:solidFill>
                  <a:srgbClr val="FFFF00"/>
                </a:solidFill>
                <a:latin typeface="+mn-lt"/>
                <a:ea typeface="华文楷体" panose="02010600040101010101" pitchFamily="2" charset="-122"/>
              </a:rPr>
              <a:t>，</a:t>
            </a:r>
            <a:r>
              <a:rPr lang="en-US" altLang="zh-CN" b="1" dirty="0">
                <a:solidFill>
                  <a:srgbClr val="FFFF00"/>
                </a:solidFill>
                <a:latin typeface="+mn-lt"/>
                <a:ea typeface="华文楷体" panose="02010600040101010101" pitchFamily="2" charset="-122"/>
              </a:rPr>
              <a:t>!</a:t>
            </a:r>
            <a:r>
              <a:rPr lang="en-US" altLang="zh-CN" b="1" dirty="0" smtClean="0">
                <a:solidFill>
                  <a:srgbClr val="FFFF00"/>
                </a:solidFill>
                <a:latin typeface="+mn-lt"/>
                <a:ea typeface="华文楷体" panose="02010600040101010101" pitchFamily="2" charset="-122"/>
              </a:rPr>
              <a:t>x</a:t>
            </a:r>
            <a:r>
              <a:rPr lang="zh-CN" altLang="en-US" b="1" dirty="0" smtClean="0">
                <a:solidFill>
                  <a:srgbClr val="FFFF00"/>
                </a:solidFill>
                <a:latin typeface="+mn-lt"/>
                <a:ea typeface="华文楷体" panose="02010600040101010101" pitchFamily="2" charset="-122"/>
              </a:rPr>
              <a:t>是</a:t>
            </a:r>
            <a:r>
              <a:rPr lang="en-US" altLang="zh-CN" b="1" dirty="0" smtClean="0">
                <a:solidFill>
                  <a:srgbClr val="FFFF00"/>
                </a:solidFill>
                <a:latin typeface="+mn-lt"/>
                <a:ea typeface="华文楷体" panose="02010600040101010101" pitchFamily="2" charset="-122"/>
              </a:rPr>
              <a:t>0</a:t>
            </a:r>
            <a:r>
              <a:rPr lang="zh-CN" altLang="en-US" b="1" dirty="0">
                <a:solidFill>
                  <a:srgbClr val="FFFF00"/>
                </a:solidFill>
                <a:latin typeface="+mn-lt"/>
                <a:ea typeface="华文楷体" panose="02010600040101010101" pitchFamily="2" charset="-122"/>
              </a:rPr>
              <a:t>，</a:t>
            </a:r>
            <a:r>
              <a:rPr lang="en-US" altLang="zh-CN" b="1" dirty="0">
                <a:solidFill>
                  <a:srgbClr val="FFFF00"/>
                </a:solidFill>
                <a:latin typeface="+mn-lt"/>
                <a:ea typeface="华文楷体" panose="02010600040101010101" pitchFamily="2" charset="-122"/>
              </a:rPr>
              <a:t>!x!=0</a:t>
            </a:r>
            <a:r>
              <a:rPr lang="zh-CN" altLang="en-US" b="1" dirty="0">
                <a:solidFill>
                  <a:srgbClr val="FFFF00"/>
                </a:solidFill>
                <a:latin typeface="+mn-lt"/>
                <a:ea typeface="华文楷体" panose="02010600040101010101" pitchFamily="2" charset="-122"/>
              </a:rPr>
              <a:t>为假，不再执行循环语句。本题答案为：</a:t>
            </a:r>
            <a:r>
              <a:rPr lang="en-US" altLang="zh-CN" b="1" dirty="0">
                <a:solidFill>
                  <a:srgbClr val="FFFF00"/>
                </a:solidFill>
                <a:latin typeface="+mn-lt"/>
                <a:ea typeface="华文楷体" panose="02010600040101010101" pitchFamily="2" charset="-122"/>
              </a:rPr>
              <a:t>B</a:t>
            </a:r>
            <a:r>
              <a:rPr lang="zh-CN" altLang="en-US" b="1" dirty="0">
                <a:solidFill>
                  <a:srgbClr val="FFFF00"/>
                </a:solidFill>
                <a:latin typeface="+mn-lt"/>
                <a:ea typeface="华文楷体" panose="02010600040101010101" pitchFamily="2" charset="-122"/>
              </a:rPr>
              <a:t>。 </a:t>
            </a:r>
            <a:endParaRPr lang="zh-CN" altLang="en-US" b="1" dirty="0">
              <a:solidFill>
                <a:srgbClr val="FFFF00"/>
              </a:solidFill>
              <a:latin typeface="+mn-lt"/>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p:cNvSpPr txBox="1">
            <a:spLocks noChangeArrowheads="1"/>
          </p:cNvSpPr>
          <p:nvPr/>
        </p:nvSpPr>
        <p:spPr bwMode="auto">
          <a:xfrm>
            <a:off x="503026" y="1412776"/>
            <a:ext cx="86106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50000"/>
              </a:spcBef>
            </a:pPr>
            <a:r>
              <a:rPr lang="en-US" altLang="zh-CN" b="1" dirty="0" smtClean="0">
                <a:solidFill>
                  <a:srgbClr val="FFFFFF"/>
                </a:solidFill>
                <a:latin typeface="+mn-lt"/>
                <a:ea typeface="华文楷体" panose="02010600040101010101" pitchFamily="2" charset="-122"/>
              </a:rPr>
              <a:t>【</a:t>
            </a:r>
            <a:r>
              <a:rPr lang="zh-CN" altLang="en-US" b="1" dirty="0" smtClean="0">
                <a:solidFill>
                  <a:srgbClr val="FFFFFF"/>
                </a:solidFill>
                <a:latin typeface="+mn-lt"/>
                <a:ea typeface="华文楷体" panose="02010600040101010101" pitchFamily="2" charset="-122"/>
              </a:rPr>
              <a:t>例</a:t>
            </a:r>
            <a:r>
              <a:rPr lang="en-US" altLang="zh-CN" b="1" dirty="0" smtClean="0">
                <a:solidFill>
                  <a:srgbClr val="FFFFFF"/>
                </a:solidFill>
                <a:latin typeface="+mn-lt"/>
                <a:ea typeface="华文楷体" panose="02010600040101010101" pitchFamily="2" charset="-122"/>
              </a:rPr>
              <a:t>】</a:t>
            </a:r>
            <a:r>
              <a:rPr lang="zh-CN" altLang="en-US" b="1" dirty="0" smtClean="0">
                <a:solidFill>
                  <a:srgbClr val="FFFFFF"/>
                </a:solidFill>
                <a:latin typeface="+mn-lt"/>
                <a:ea typeface="华文楷体" panose="02010600040101010101" pitchFamily="2" charset="-122"/>
              </a:rPr>
              <a:t>有以下程序段：</a:t>
            </a:r>
            <a:endParaRPr lang="zh-CN" altLang="en-US" b="1" dirty="0" smtClean="0">
              <a:solidFill>
                <a:srgbClr val="FFFFFF"/>
              </a:solidFill>
              <a:latin typeface="+mn-lt"/>
              <a:ea typeface="华文楷体" panose="02010600040101010101" pitchFamily="2" charset="-122"/>
            </a:endParaRPr>
          </a:p>
          <a:p>
            <a:pPr algn="just" eaLnBrk="1" hangingPunct="1">
              <a:lnSpc>
                <a:spcPct val="90000"/>
              </a:lnSpc>
              <a:spcBef>
                <a:spcPct val="50000"/>
              </a:spcBef>
            </a:pPr>
            <a:r>
              <a:rPr lang="zh-CN" altLang="en-US" b="1" dirty="0" smtClean="0">
                <a:solidFill>
                  <a:srgbClr val="FFFFFF"/>
                </a:solidFill>
                <a:latin typeface="+mn-lt"/>
                <a:ea typeface="华文楷体" panose="02010600040101010101" pitchFamily="2" charset="-122"/>
              </a:rPr>
              <a:t>   </a:t>
            </a:r>
            <a:r>
              <a:rPr lang="en-US" altLang="zh-CN" b="1" dirty="0" err="1" smtClean="0">
                <a:solidFill>
                  <a:srgbClr val="FFFFFF"/>
                </a:solidFill>
                <a:latin typeface="+mn-lt"/>
                <a:ea typeface="华文楷体" panose="02010600040101010101" pitchFamily="2" charset="-122"/>
              </a:rPr>
              <a:t>int</a:t>
            </a:r>
            <a:r>
              <a:rPr lang="en-US" altLang="zh-CN" b="1" dirty="0" smtClean="0">
                <a:solidFill>
                  <a:srgbClr val="FFFFFF"/>
                </a:solidFill>
                <a:latin typeface="+mn-lt"/>
                <a:ea typeface="华文楷体" panose="02010600040101010101" pitchFamily="2" charset="-122"/>
              </a:rPr>
              <a:t> n=0,p;</a:t>
            </a:r>
            <a:endParaRPr lang="en-US" altLang="zh-CN" b="1" dirty="0" smtClean="0">
              <a:solidFill>
                <a:srgbClr val="FFFFFF"/>
              </a:solidFill>
              <a:latin typeface="+mn-lt"/>
              <a:ea typeface="华文楷体" panose="02010600040101010101" pitchFamily="2" charset="-122"/>
            </a:endParaRPr>
          </a:p>
          <a:p>
            <a:pPr algn="just" eaLnBrk="1" hangingPunct="1">
              <a:lnSpc>
                <a:spcPct val="90000"/>
              </a:lnSpc>
              <a:spcBef>
                <a:spcPct val="50000"/>
              </a:spcBef>
            </a:pPr>
            <a:r>
              <a:rPr lang="en-US" altLang="zh-CN" b="1" dirty="0" smtClean="0">
                <a:solidFill>
                  <a:srgbClr val="FFFFFF"/>
                </a:solidFill>
                <a:latin typeface="+mn-lt"/>
                <a:ea typeface="华文楷体" panose="02010600040101010101" pitchFamily="2" charset="-122"/>
              </a:rPr>
              <a:t>   do {</a:t>
            </a:r>
            <a:endParaRPr lang="en-US" altLang="zh-CN" b="1" dirty="0" smtClean="0">
              <a:solidFill>
                <a:srgbClr val="FFFFFF"/>
              </a:solidFill>
              <a:latin typeface="+mn-lt"/>
              <a:ea typeface="华文楷体" panose="02010600040101010101" pitchFamily="2" charset="-122"/>
            </a:endParaRPr>
          </a:p>
          <a:p>
            <a:pPr algn="just" eaLnBrk="1" hangingPunct="1">
              <a:lnSpc>
                <a:spcPct val="90000"/>
              </a:lnSpc>
              <a:spcBef>
                <a:spcPct val="50000"/>
              </a:spcBef>
            </a:pPr>
            <a:r>
              <a:rPr lang="en-US" altLang="zh-CN" b="1" dirty="0" smtClean="0">
                <a:solidFill>
                  <a:srgbClr val="FFFFFF"/>
                </a:solidFill>
                <a:latin typeface="+mn-lt"/>
                <a:ea typeface="华文楷体" panose="02010600040101010101" pitchFamily="2" charset="-122"/>
              </a:rPr>
              <a:t>     </a:t>
            </a:r>
            <a:r>
              <a:rPr lang="en-US" altLang="zh-CN" b="1" dirty="0" err="1" smtClean="0">
                <a:solidFill>
                  <a:srgbClr val="FFFFFF"/>
                </a:solidFill>
                <a:latin typeface="+mn-lt"/>
                <a:ea typeface="华文楷体" panose="02010600040101010101" pitchFamily="2" charset="-122"/>
              </a:rPr>
              <a:t>std</a:t>
            </a:r>
            <a:r>
              <a:rPr lang="en-US" altLang="zh-CN" b="1" dirty="0" smtClean="0">
                <a:solidFill>
                  <a:srgbClr val="FFFFFF"/>
                </a:solidFill>
                <a:latin typeface="+mn-lt"/>
                <a:ea typeface="华文楷体" panose="02010600040101010101" pitchFamily="2" charset="-122"/>
              </a:rPr>
              <a:t>::</a:t>
            </a:r>
            <a:r>
              <a:rPr lang="en-US" altLang="zh-CN" b="1" dirty="0" err="1" smtClean="0">
                <a:solidFill>
                  <a:srgbClr val="FFFFFF"/>
                </a:solidFill>
                <a:latin typeface="+mn-lt"/>
                <a:ea typeface="华文楷体" panose="02010600040101010101" pitchFamily="2" charset="-122"/>
              </a:rPr>
              <a:t>cin</a:t>
            </a:r>
            <a:r>
              <a:rPr lang="en-US" altLang="zh-CN" b="1" dirty="0" smtClean="0">
                <a:solidFill>
                  <a:srgbClr val="FFFFFF"/>
                </a:solidFill>
                <a:latin typeface="+mn-lt"/>
                <a:ea typeface="华文楷体" panose="02010600040101010101" pitchFamily="2" charset="-122"/>
              </a:rPr>
              <a:t>&gt;&gt;p; n++;</a:t>
            </a:r>
            <a:endParaRPr lang="en-US" altLang="zh-CN" b="1" dirty="0" smtClean="0">
              <a:solidFill>
                <a:srgbClr val="FFFFFF"/>
              </a:solidFill>
              <a:latin typeface="+mn-lt"/>
              <a:ea typeface="华文楷体" panose="02010600040101010101" pitchFamily="2" charset="-122"/>
            </a:endParaRPr>
          </a:p>
          <a:p>
            <a:pPr algn="just" eaLnBrk="1" hangingPunct="1">
              <a:lnSpc>
                <a:spcPct val="90000"/>
              </a:lnSpc>
              <a:spcBef>
                <a:spcPct val="50000"/>
              </a:spcBef>
            </a:pPr>
            <a:r>
              <a:rPr lang="en-US" altLang="zh-CN" b="1" dirty="0" smtClean="0">
                <a:solidFill>
                  <a:srgbClr val="FFFFFF"/>
                </a:solidFill>
                <a:latin typeface="+mn-lt"/>
                <a:ea typeface="华文楷体" panose="02010600040101010101" pitchFamily="2" charset="-122"/>
              </a:rPr>
              <a:t>   } while(p!=12345 &amp;&amp; n&lt;3);</a:t>
            </a:r>
            <a:endParaRPr lang="en-US" altLang="zh-CN" b="1" dirty="0" smtClean="0">
              <a:solidFill>
                <a:srgbClr val="FFFFFF"/>
              </a:solidFill>
              <a:latin typeface="+mn-lt"/>
              <a:ea typeface="华文楷体" panose="02010600040101010101" pitchFamily="2" charset="-122"/>
            </a:endParaRPr>
          </a:p>
          <a:p>
            <a:pPr algn="just" eaLnBrk="1" hangingPunct="1">
              <a:lnSpc>
                <a:spcPct val="90000"/>
              </a:lnSpc>
              <a:spcBef>
                <a:spcPct val="50000"/>
              </a:spcBef>
            </a:pPr>
            <a:r>
              <a:rPr lang="en-US" altLang="zh-CN" b="1" dirty="0" smtClean="0">
                <a:solidFill>
                  <a:srgbClr val="FFFFFF"/>
                </a:solidFill>
                <a:latin typeface="+mn-lt"/>
                <a:ea typeface="华文楷体" panose="02010600040101010101" pitchFamily="2" charset="-122"/>
              </a:rPr>
              <a:t>   </a:t>
            </a:r>
            <a:r>
              <a:rPr lang="zh-CN" altLang="en-US" b="1" dirty="0" smtClean="0">
                <a:solidFill>
                  <a:srgbClr val="FFFFFF"/>
                </a:solidFill>
                <a:latin typeface="+mn-lt"/>
                <a:ea typeface="华文楷体" panose="02010600040101010101" pitchFamily="2" charset="-122"/>
              </a:rPr>
              <a:t>此处</a:t>
            </a:r>
            <a:r>
              <a:rPr lang="en-US" altLang="zh-CN" b="1" dirty="0" smtClean="0">
                <a:solidFill>
                  <a:srgbClr val="FFFFFF"/>
                </a:solidFill>
                <a:latin typeface="+mn-lt"/>
                <a:ea typeface="华文楷体" panose="02010600040101010101" pitchFamily="2" charset="-122"/>
              </a:rPr>
              <a:t>do-while</a:t>
            </a:r>
            <a:r>
              <a:rPr lang="zh-CN" altLang="en-US" b="1" dirty="0" smtClean="0">
                <a:solidFill>
                  <a:srgbClr val="FFFFFF"/>
                </a:solidFill>
                <a:latin typeface="+mn-lt"/>
                <a:ea typeface="华文楷体" panose="02010600040101010101" pitchFamily="2" charset="-122"/>
              </a:rPr>
              <a:t>循环的结束条件是</a:t>
            </a:r>
            <a:r>
              <a:rPr lang="zh-CN" altLang="en-US" b="1" u="sng" dirty="0" smtClean="0">
                <a:solidFill>
                  <a:srgbClr val="FFFFFF"/>
                </a:solidFill>
                <a:latin typeface="+mn-lt"/>
                <a:ea typeface="华文楷体" panose="02010600040101010101" pitchFamily="2" charset="-122"/>
              </a:rPr>
              <a:t>    </a:t>
            </a:r>
            <a:r>
              <a:rPr lang="zh-CN" altLang="en-US" b="1" dirty="0" smtClean="0">
                <a:solidFill>
                  <a:srgbClr val="FFFFFF"/>
                </a:solidFill>
                <a:latin typeface="+mn-lt"/>
                <a:ea typeface="华文楷体" panose="02010600040101010101" pitchFamily="2" charset="-122"/>
              </a:rPr>
              <a:t>。</a:t>
            </a:r>
            <a:endParaRPr lang="zh-CN" altLang="en-US" b="1" dirty="0" smtClean="0">
              <a:solidFill>
                <a:srgbClr val="FFFFFF"/>
              </a:solidFill>
              <a:latin typeface="+mn-lt"/>
              <a:ea typeface="华文楷体" panose="02010600040101010101" pitchFamily="2" charset="-122"/>
            </a:endParaRPr>
          </a:p>
          <a:p>
            <a:pPr algn="just" eaLnBrk="1" hangingPunct="1">
              <a:lnSpc>
                <a:spcPct val="90000"/>
              </a:lnSpc>
              <a:spcBef>
                <a:spcPct val="50000"/>
              </a:spcBef>
            </a:pPr>
            <a:r>
              <a:rPr lang="zh-CN" altLang="en-US" b="1" dirty="0" smtClean="0">
                <a:solidFill>
                  <a:srgbClr val="FFFFFF"/>
                </a:solidFill>
                <a:latin typeface="+mn-lt"/>
                <a:ea typeface="华文楷体" panose="02010600040101010101" pitchFamily="2" charset="-122"/>
              </a:rPr>
              <a:t>   </a:t>
            </a:r>
            <a:r>
              <a:rPr lang="en-US" altLang="zh-CN" b="1" dirty="0" smtClean="0">
                <a:solidFill>
                  <a:srgbClr val="FFFFFF"/>
                </a:solidFill>
                <a:latin typeface="+mn-lt"/>
                <a:ea typeface="华文楷体" panose="02010600040101010101" pitchFamily="2" charset="-122"/>
              </a:rPr>
              <a:t>A. p</a:t>
            </a:r>
            <a:r>
              <a:rPr lang="zh-CN" altLang="en-US" b="1" dirty="0" smtClean="0">
                <a:solidFill>
                  <a:srgbClr val="FFFFFF"/>
                </a:solidFill>
                <a:latin typeface="+mn-lt"/>
                <a:ea typeface="华文楷体" panose="02010600040101010101" pitchFamily="2" charset="-122"/>
              </a:rPr>
              <a:t>的值不等于</a:t>
            </a:r>
            <a:r>
              <a:rPr lang="en-US" altLang="zh-CN" b="1" dirty="0" smtClean="0">
                <a:solidFill>
                  <a:srgbClr val="FFFFFF"/>
                </a:solidFill>
                <a:latin typeface="+mn-lt"/>
                <a:ea typeface="华文楷体" panose="02010600040101010101" pitchFamily="2" charset="-122"/>
              </a:rPr>
              <a:t>12345</a:t>
            </a:r>
            <a:r>
              <a:rPr lang="zh-CN" altLang="en-US" b="1" dirty="0" smtClean="0">
                <a:solidFill>
                  <a:srgbClr val="FFFFFF"/>
                </a:solidFill>
                <a:latin typeface="+mn-lt"/>
                <a:ea typeface="华文楷体" panose="02010600040101010101" pitchFamily="2" charset="-122"/>
              </a:rPr>
              <a:t>并且</a:t>
            </a:r>
            <a:r>
              <a:rPr lang="en-US" altLang="zh-CN" b="1" dirty="0" smtClean="0">
                <a:solidFill>
                  <a:srgbClr val="FFFFFF"/>
                </a:solidFill>
                <a:latin typeface="+mn-lt"/>
                <a:ea typeface="华文楷体" panose="02010600040101010101" pitchFamily="2" charset="-122"/>
              </a:rPr>
              <a:t>n</a:t>
            </a:r>
            <a:r>
              <a:rPr lang="zh-CN" altLang="en-US" b="1" dirty="0" smtClean="0">
                <a:solidFill>
                  <a:srgbClr val="FFFFFF"/>
                </a:solidFill>
                <a:latin typeface="+mn-lt"/>
                <a:ea typeface="华文楷体" panose="02010600040101010101" pitchFamily="2" charset="-122"/>
              </a:rPr>
              <a:t>的值小于</a:t>
            </a:r>
            <a:r>
              <a:rPr lang="en-US" altLang="zh-CN" b="1" dirty="0" smtClean="0">
                <a:solidFill>
                  <a:srgbClr val="FFFFFF"/>
                </a:solidFill>
                <a:latin typeface="+mn-lt"/>
                <a:ea typeface="华文楷体" panose="02010600040101010101" pitchFamily="2" charset="-122"/>
              </a:rPr>
              <a:t>3</a:t>
            </a:r>
            <a:endParaRPr lang="en-US" altLang="zh-CN" b="1" dirty="0" smtClean="0">
              <a:solidFill>
                <a:srgbClr val="FFFFFF"/>
              </a:solidFill>
              <a:latin typeface="+mn-lt"/>
              <a:ea typeface="华文楷体" panose="02010600040101010101" pitchFamily="2" charset="-122"/>
            </a:endParaRPr>
          </a:p>
          <a:p>
            <a:pPr algn="just" eaLnBrk="1" hangingPunct="1">
              <a:lnSpc>
                <a:spcPct val="90000"/>
              </a:lnSpc>
              <a:spcBef>
                <a:spcPct val="50000"/>
              </a:spcBef>
            </a:pPr>
            <a:r>
              <a:rPr lang="en-US" altLang="zh-CN" b="1" dirty="0" smtClean="0">
                <a:solidFill>
                  <a:srgbClr val="FFFFFF"/>
                </a:solidFill>
                <a:latin typeface="+mn-lt"/>
                <a:ea typeface="华文楷体" panose="02010600040101010101" pitchFamily="2" charset="-122"/>
              </a:rPr>
              <a:t>   B. p</a:t>
            </a:r>
            <a:r>
              <a:rPr lang="zh-CN" altLang="en-US" b="1" dirty="0" smtClean="0">
                <a:solidFill>
                  <a:srgbClr val="FFFFFF"/>
                </a:solidFill>
                <a:latin typeface="+mn-lt"/>
                <a:ea typeface="华文楷体" panose="02010600040101010101" pitchFamily="2" charset="-122"/>
              </a:rPr>
              <a:t>的值等于</a:t>
            </a:r>
            <a:r>
              <a:rPr lang="en-US" altLang="zh-CN" b="1" dirty="0" smtClean="0">
                <a:solidFill>
                  <a:srgbClr val="FFFFFF"/>
                </a:solidFill>
                <a:latin typeface="+mn-lt"/>
                <a:ea typeface="华文楷体" panose="02010600040101010101" pitchFamily="2" charset="-122"/>
              </a:rPr>
              <a:t>12345</a:t>
            </a:r>
            <a:r>
              <a:rPr lang="zh-CN" altLang="en-US" b="1" dirty="0" smtClean="0">
                <a:solidFill>
                  <a:srgbClr val="FFFFFF"/>
                </a:solidFill>
                <a:latin typeface="+mn-lt"/>
                <a:ea typeface="华文楷体" panose="02010600040101010101" pitchFamily="2" charset="-122"/>
              </a:rPr>
              <a:t>并且</a:t>
            </a:r>
            <a:r>
              <a:rPr lang="en-US" altLang="zh-CN" b="1" dirty="0" smtClean="0">
                <a:solidFill>
                  <a:srgbClr val="FFFFFF"/>
                </a:solidFill>
                <a:latin typeface="+mn-lt"/>
                <a:ea typeface="华文楷体" panose="02010600040101010101" pitchFamily="2" charset="-122"/>
              </a:rPr>
              <a:t>n</a:t>
            </a:r>
            <a:r>
              <a:rPr lang="zh-CN" altLang="en-US" b="1" dirty="0" smtClean="0">
                <a:solidFill>
                  <a:srgbClr val="FFFFFF"/>
                </a:solidFill>
                <a:latin typeface="+mn-lt"/>
                <a:ea typeface="华文楷体" panose="02010600040101010101" pitchFamily="2" charset="-122"/>
              </a:rPr>
              <a:t>的值大于等于</a:t>
            </a:r>
            <a:r>
              <a:rPr lang="en-US" altLang="zh-CN" b="1" dirty="0" smtClean="0">
                <a:solidFill>
                  <a:srgbClr val="FFFFFF"/>
                </a:solidFill>
                <a:latin typeface="+mn-lt"/>
                <a:ea typeface="华文楷体" panose="02010600040101010101" pitchFamily="2" charset="-122"/>
              </a:rPr>
              <a:t>3</a:t>
            </a:r>
            <a:endParaRPr lang="en-US" altLang="zh-CN" b="1" dirty="0" smtClean="0">
              <a:solidFill>
                <a:srgbClr val="FFFFFF"/>
              </a:solidFill>
              <a:latin typeface="+mn-lt"/>
              <a:ea typeface="华文楷体" panose="02010600040101010101" pitchFamily="2" charset="-122"/>
            </a:endParaRPr>
          </a:p>
          <a:p>
            <a:pPr algn="just" eaLnBrk="1" hangingPunct="1">
              <a:lnSpc>
                <a:spcPct val="90000"/>
              </a:lnSpc>
              <a:spcBef>
                <a:spcPct val="50000"/>
              </a:spcBef>
            </a:pPr>
            <a:r>
              <a:rPr lang="en-US" altLang="zh-CN" b="1" dirty="0" smtClean="0">
                <a:solidFill>
                  <a:srgbClr val="FFFFFF"/>
                </a:solidFill>
                <a:latin typeface="+mn-lt"/>
                <a:ea typeface="华文楷体" panose="02010600040101010101" pitchFamily="2" charset="-122"/>
              </a:rPr>
              <a:t>   C. p</a:t>
            </a:r>
            <a:r>
              <a:rPr lang="zh-CN" altLang="en-US" b="1" dirty="0" smtClean="0">
                <a:solidFill>
                  <a:srgbClr val="FFFFFF"/>
                </a:solidFill>
                <a:latin typeface="+mn-lt"/>
                <a:ea typeface="华文楷体" panose="02010600040101010101" pitchFamily="2" charset="-122"/>
              </a:rPr>
              <a:t>的值不等于</a:t>
            </a:r>
            <a:r>
              <a:rPr lang="en-US" altLang="zh-CN" b="1" dirty="0" smtClean="0">
                <a:solidFill>
                  <a:srgbClr val="FFFFFF"/>
                </a:solidFill>
                <a:latin typeface="+mn-lt"/>
                <a:ea typeface="华文楷体" panose="02010600040101010101" pitchFamily="2" charset="-122"/>
              </a:rPr>
              <a:t>12345</a:t>
            </a:r>
            <a:r>
              <a:rPr lang="zh-CN" altLang="en-US" b="1" dirty="0" smtClean="0">
                <a:solidFill>
                  <a:srgbClr val="FFFFFF"/>
                </a:solidFill>
                <a:latin typeface="+mn-lt"/>
                <a:ea typeface="华文楷体" panose="02010600040101010101" pitchFamily="2" charset="-122"/>
              </a:rPr>
              <a:t>或者</a:t>
            </a:r>
            <a:r>
              <a:rPr lang="en-US" altLang="zh-CN" b="1" dirty="0" smtClean="0">
                <a:solidFill>
                  <a:srgbClr val="FFFFFF"/>
                </a:solidFill>
                <a:latin typeface="+mn-lt"/>
                <a:ea typeface="华文楷体" panose="02010600040101010101" pitchFamily="2" charset="-122"/>
              </a:rPr>
              <a:t>n</a:t>
            </a:r>
            <a:r>
              <a:rPr lang="zh-CN" altLang="en-US" b="1" dirty="0" smtClean="0">
                <a:solidFill>
                  <a:srgbClr val="FFFFFF"/>
                </a:solidFill>
                <a:latin typeface="+mn-lt"/>
                <a:ea typeface="华文楷体" panose="02010600040101010101" pitchFamily="2" charset="-122"/>
              </a:rPr>
              <a:t>的值小于</a:t>
            </a:r>
            <a:r>
              <a:rPr lang="en-US" altLang="zh-CN" b="1" dirty="0" smtClean="0">
                <a:solidFill>
                  <a:srgbClr val="FFFFFF"/>
                </a:solidFill>
                <a:latin typeface="+mn-lt"/>
                <a:ea typeface="华文楷体" panose="02010600040101010101" pitchFamily="2" charset="-122"/>
              </a:rPr>
              <a:t>3</a:t>
            </a:r>
            <a:endParaRPr lang="en-US" altLang="zh-CN" b="1" dirty="0" smtClean="0">
              <a:solidFill>
                <a:srgbClr val="FFFFFF"/>
              </a:solidFill>
              <a:latin typeface="+mn-lt"/>
              <a:ea typeface="华文楷体" panose="02010600040101010101" pitchFamily="2" charset="-122"/>
            </a:endParaRPr>
          </a:p>
          <a:p>
            <a:pPr algn="just" eaLnBrk="1" hangingPunct="1">
              <a:lnSpc>
                <a:spcPct val="90000"/>
              </a:lnSpc>
              <a:spcBef>
                <a:spcPct val="50000"/>
              </a:spcBef>
            </a:pPr>
            <a:r>
              <a:rPr lang="en-US" altLang="zh-CN" b="1" dirty="0" smtClean="0">
                <a:solidFill>
                  <a:srgbClr val="FFFFFF"/>
                </a:solidFill>
                <a:latin typeface="+mn-lt"/>
                <a:ea typeface="华文楷体" panose="02010600040101010101" pitchFamily="2" charset="-122"/>
              </a:rPr>
              <a:t>   D. p</a:t>
            </a:r>
            <a:r>
              <a:rPr lang="zh-CN" altLang="en-US" b="1" dirty="0" smtClean="0">
                <a:solidFill>
                  <a:srgbClr val="FFFFFF"/>
                </a:solidFill>
                <a:latin typeface="+mn-lt"/>
                <a:ea typeface="华文楷体" panose="02010600040101010101" pitchFamily="2" charset="-122"/>
              </a:rPr>
              <a:t>的值等于</a:t>
            </a:r>
            <a:r>
              <a:rPr lang="en-US" altLang="zh-CN" b="1" dirty="0" smtClean="0">
                <a:solidFill>
                  <a:srgbClr val="FFFFFF"/>
                </a:solidFill>
                <a:latin typeface="+mn-lt"/>
                <a:ea typeface="华文楷体" panose="02010600040101010101" pitchFamily="2" charset="-122"/>
              </a:rPr>
              <a:t>12345</a:t>
            </a:r>
            <a:r>
              <a:rPr lang="zh-CN" altLang="en-US" b="1" dirty="0" smtClean="0">
                <a:solidFill>
                  <a:srgbClr val="FFFFFF"/>
                </a:solidFill>
                <a:latin typeface="+mn-lt"/>
                <a:ea typeface="华文楷体" panose="02010600040101010101" pitchFamily="2" charset="-122"/>
              </a:rPr>
              <a:t>或者</a:t>
            </a:r>
            <a:r>
              <a:rPr lang="en-US" altLang="zh-CN" b="1" dirty="0" smtClean="0">
                <a:solidFill>
                  <a:srgbClr val="FFFFFF"/>
                </a:solidFill>
                <a:latin typeface="+mn-lt"/>
                <a:ea typeface="华文楷体" panose="02010600040101010101" pitchFamily="2" charset="-122"/>
              </a:rPr>
              <a:t>n</a:t>
            </a:r>
            <a:r>
              <a:rPr lang="zh-CN" altLang="en-US" b="1" dirty="0" smtClean="0">
                <a:solidFill>
                  <a:srgbClr val="FFFFFF"/>
                </a:solidFill>
                <a:latin typeface="+mn-lt"/>
                <a:ea typeface="华文楷体" panose="02010600040101010101" pitchFamily="2" charset="-122"/>
              </a:rPr>
              <a:t>的值大于等于</a:t>
            </a:r>
            <a:r>
              <a:rPr lang="en-US" altLang="zh-CN" b="1" dirty="0" smtClean="0">
                <a:solidFill>
                  <a:srgbClr val="FFFFFF"/>
                </a:solidFill>
                <a:latin typeface="+mn-lt"/>
                <a:ea typeface="华文楷体" panose="02010600040101010101" pitchFamily="2" charset="-122"/>
              </a:rPr>
              <a:t>3</a:t>
            </a:r>
            <a:endParaRPr lang="en-US" altLang="zh-CN" b="1" dirty="0">
              <a:solidFill>
                <a:srgbClr val="FFFFFF"/>
              </a:solidFill>
              <a:latin typeface="+mn-lt"/>
              <a:ea typeface="华文楷体" panose="02010600040101010101" pitchFamily="2" charset="-122"/>
            </a:endParaRPr>
          </a:p>
        </p:txBody>
      </p:sp>
      <p:sp>
        <p:nvSpPr>
          <p:cNvPr id="2" name="矩形 1"/>
          <p:cNvSpPr/>
          <p:nvPr/>
        </p:nvSpPr>
        <p:spPr>
          <a:xfrm>
            <a:off x="5580112" y="2132856"/>
            <a:ext cx="3275856" cy="1938992"/>
          </a:xfrm>
          <a:prstGeom prst="rect">
            <a:avLst/>
          </a:prstGeom>
        </p:spPr>
        <p:txBody>
          <a:bodyPr wrap="square">
            <a:spAutoFit/>
          </a:bodyPr>
          <a:lstStyle/>
          <a:p>
            <a:pPr algn="l"/>
            <a:r>
              <a:rPr lang="zh-CN" altLang="en-US" b="1" dirty="0" smtClean="0">
                <a:solidFill>
                  <a:srgbClr val="FFFF00"/>
                </a:solidFill>
                <a:ea typeface="华文楷体" panose="02010600040101010101" pitchFamily="2" charset="-122"/>
              </a:rPr>
              <a:t>答</a:t>
            </a:r>
            <a:r>
              <a:rPr lang="zh-CN" altLang="en-US" b="1" dirty="0">
                <a:solidFill>
                  <a:srgbClr val="FFFF00"/>
                </a:solidFill>
                <a:ea typeface="华文楷体" panose="02010600040101010101" pitchFamily="2" charset="-122"/>
              </a:rPr>
              <a:t>：</a:t>
            </a:r>
            <a:r>
              <a:rPr lang="en-US" altLang="zh-CN" b="1" dirty="0">
                <a:solidFill>
                  <a:srgbClr val="FFFF00"/>
                </a:solidFill>
                <a:ea typeface="华文楷体" panose="02010600040101010101" pitchFamily="2" charset="-122"/>
              </a:rPr>
              <a:t>do-while</a:t>
            </a:r>
            <a:r>
              <a:rPr lang="zh-CN" altLang="en-US" b="1" dirty="0">
                <a:solidFill>
                  <a:srgbClr val="FFFF00"/>
                </a:solidFill>
                <a:ea typeface="华文楷体" panose="02010600040101010101" pitchFamily="2" charset="-122"/>
              </a:rPr>
              <a:t>循环的结束条件为</a:t>
            </a:r>
            <a:r>
              <a:rPr lang="en-US" altLang="zh-CN" b="1" dirty="0">
                <a:solidFill>
                  <a:srgbClr val="FFFF00"/>
                </a:solidFill>
                <a:ea typeface="华文楷体" panose="02010600040101010101" pitchFamily="2" charset="-122"/>
              </a:rPr>
              <a:t>! (p!=12345 &amp;&amp; n&lt;3)</a:t>
            </a:r>
            <a:r>
              <a:rPr lang="zh-CN" altLang="en-US" b="1" dirty="0">
                <a:solidFill>
                  <a:srgbClr val="FFFF00"/>
                </a:solidFill>
                <a:ea typeface="华文楷体" panose="02010600040101010101" pitchFamily="2" charset="-122"/>
              </a:rPr>
              <a:t>，即</a:t>
            </a:r>
            <a:r>
              <a:rPr lang="en-US" altLang="zh-CN" b="1" dirty="0">
                <a:solidFill>
                  <a:srgbClr val="FFFF00"/>
                </a:solidFill>
                <a:ea typeface="华文楷体" panose="02010600040101010101" pitchFamily="2" charset="-122"/>
              </a:rPr>
              <a:t>p==12345 || n&gt;=3</a:t>
            </a:r>
            <a:r>
              <a:rPr lang="zh-CN" altLang="en-US" b="1" dirty="0" smtClean="0">
                <a:solidFill>
                  <a:srgbClr val="FFFF00"/>
                </a:solidFill>
                <a:ea typeface="华文楷体" panose="02010600040101010101" pitchFamily="2" charset="-122"/>
              </a:rPr>
              <a:t>。</a:t>
            </a:r>
            <a:endParaRPr lang="en-US" altLang="zh-CN" b="1" dirty="0" smtClean="0">
              <a:solidFill>
                <a:srgbClr val="FFFF00"/>
              </a:solidFill>
              <a:ea typeface="华文楷体" panose="02010600040101010101" pitchFamily="2" charset="-122"/>
            </a:endParaRPr>
          </a:p>
          <a:p>
            <a:pPr algn="l"/>
            <a:r>
              <a:rPr lang="zh-CN" altLang="en-US" b="1" dirty="0" smtClean="0">
                <a:solidFill>
                  <a:srgbClr val="FFFF00"/>
                </a:solidFill>
                <a:ea typeface="华文楷体" panose="02010600040101010101" pitchFamily="2" charset="-122"/>
              </a:rPr>
              <a:t>本题</a:t>
            </a:r>
            <a:r>
              <a:rPr lang="zh-CN" altLang="en-US" b="1" dirty="0">
                <a:solidFill>
                  <a:srgbClr val="FFFF00"/>
                </a:solidFill>
                <a:ea typeface="华文楷体" panose="02010600040101010101" pitchFamily="2" charset="-122"/>
              </a:rPr>
              <a:t>答案为：</a:t>
            </a:r>
            <a:r>
              <a:rPr lang="en-US" altLang="zh-CN" b="1" dirty="0">
                <a:solidFill>
                  <a:srgbClr val="FFFF00"/>
                </a:solidFill>
                <a:ea typeface="华文楷体" panose="02010600040101010101" pitchFamily="2" charset="-122"/>
              </a:rPr>
              <a:t>D</a:t>
            </a:r>
            <a:r>
              <a:rPr lang="zh-CN" altLang="en-US" b="1" dirty="0">
                <a:solidFill>
                  <a:srgbClr val="FFFF00"/>
                </a:solidFill>
                <a:ea typeface="华文楷体" panose="02010600040101010101" pitchFamily="2" charset="-122"/>
              </a:rPr>
              <a:t>。</a:t>
            </a:r>
            <a:endParaRPr lang="zh-CN" altLang="en-US" dirty="0">
              <a:solidFill>
                <a:srgbClr val="FFFF00"/>
              </a:solidFill>
            </a:endParaRPr>
          </a:p>
        </p:txBody>
      </p:sp>
      <p:sp>
        <p:nvSpPr>
          <p:cNvPr id="4" name="Rectangle 2"/>
          <p:cNvSpPr>
            <a:spLocks noChangeArrowheads="1"/>
          </p:cNvSpPr>
          <p:nvPr/>
        </p:nvSpPr>
        <p:spPr bwMode="auto">
          <a:xfrm>
            <a:off x="457200" y="277813"/>
            <a:ext cx="8229600" cy="1139825"/>
          </a:xfrm>
          <a:prstGeom prst="rect">
            <a:avLst/>
          </a:prstGeom>
        </p:spPr>
        <p:txBody>
          <a:bodyPr>
            <a:noAutofit/>
          </a:bodyPr>
          <a:lstStyle/>
          <a:p>
            <a:pPr fontAlgn="auto">
              <a:spcAft>
                <a:spcPts val="0"/>
              </a:spcAft>
            </a:pPr>
            <a:r>
              <a:rPr lang="en-US" altLang="zh-CN"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 </a:t>
            </a:r>
            <a:r>
              <a:rPr lang="zh-CN" altLang="en-US"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循环</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结构 </a:t>
            </a:r>
            <a:r>
              <a:rPr lang="en-US" altLang="zh-CN"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 do-while</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语句</a:t>
            </a:r>
            <a:endPar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645136" y="1025545"/>
            <a:ext cx="85344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en-US" altLang="zh-CN" sz="2000" b="1" dirty="0">
                <a:solidFill>
                  <a:srgbClr val="FFFFFF"/>
                </a:solidFill>
                <a:latin typeface="+mn-lt"/>
                <a:ea typeface="华文楷体" panose="02010600040101010101" pitchFamily="2" charset="-122"/>
              </a:rPr>
              <a:t>【</a:t>
            </a:r>
            <a:r>
              <a:rPr lang="zh-CN" altLang="en-US" sz="2000" b="1" dirty="0">
                <a:solidFill>
                  <a:srgbClr val="FFFFFF"/>
                </a:solidFill>
                <a:latin typeface="+mn-lt"/>
                <a:ea typeface="华文楷体" panose="02010600040101010101" pitchFamily="2" charset="-122"/>
              </a:rPr>
              <a:t>例</a:t>
            </a:r>
            <a:r>
              <a:rPr lang="en-US" altLang="zh-CN" sz="2000" b="1" dirty="0">
                <a:solidFill>
                  <a:srgbClr val="FFFFFF"/>
                </a:solidFill>
                <a:latin typeface="+mn-lt"/>
                <a:ea typeface="华文楷体" panose="02010600040101010101" pitchFamily="2" charset="-122"/>
              </a:rPr>
              <a:t>】</a:t>
            </a:r>
            <a:r>
              <a:rPr lang="zh-CN" altLang="en-US" sz="2000" b="1" dirty="0">
                <a:solidFill>
                  <a:srgbClr val="FFFFFF"/>
                </a:solidFill>
                <a:latin typeface="+mn-lt"/>
                <a:ea typeface="华文楷体" panose="02010600040101010101" pitchFamily="2" charset="-122"/>
              </a:rPr>
              <a:t>以下程序的输出结果是</a:t>
            </a:r>
            <a:r>
              <a:rPr lang="zh-CN" altLang="en-US" sz="2000" b="1" u="sng" dirty="0">
                <a:solidFill>
                  <a:srgbClr val="FFFFFF"/>
                </a:solidFill>
                <a:latin typeface="+mn-lt"/>
                <a:ea typeface="华文楷体" panose="02010600040101010101" pitchFamily="2" charset="-122"/>
              </a:rPr>
              <a:t>    </a:t>
            </a:r>
            <a:r>
              <a:rPr lang="zh-CN" altLang="en-US" sz="2000" b="1" dirty="0">
                <a:solidFill>
                  <a:srgbClr val="FFFFFF"/>
                </a:solidFill>
                <a:latin typeface="+mn-lt"/>
                <a:ea typeface="华文楷体" panose="02010600040101010101" pitchFamily="2" charset="-122"/>
              </a:rPr>
              <a:t>。</a:t>
            </a:r>
            <a:endParaRPr lang="zh-CN" altLang="en-US" sz="2000" b="1" dirty="0">
              <a:solidFill>
                <a:srgbClr val="FFFFFF"/>
              </a:solidFill>
              <a:latin typeface="+mn-lt"/>
              <a:ea typeface="华文楷体" panose="02010600040101010101" pitchFamily="2" charset="-122"/>
            </a:endParaRPr>
          </a:p>
          <a:p>
            <a:pPr algn="just" eaLnBrk="1" hangingPunct="1">
              <a:lnSpc>
                <a:spcPct val="40000"/>
              </a:lnSpc>
              <a:spcBef>
                <a:spcPct val="50000"/>
              </a:spcBef>
            </a:pPr>
            <a:r>
              <a:rPr lang="en-US" altLang="zh-CN" sz="2000" b="1" dirty="0">
                <a:solidFill>
                  <a:srgbClr val="FFFFFF"/>
                </a:solidFill>
                <a:latin typeface="+mn-lt"/>
                <a:ea typeface="华文楷体" panose="02010600040101010101" pitchFamily="2" charset="-122"/>
              </a:rPr>
              <a:t>#include </a:t>
            </a:r>
            <a:r>
              <a:rPr lang="en-US" altLang="zh-CN" sz="2000" b="1" dirty="0" smtClean="0">
                <a:solidFill>
                  <a:srgbClr val="FFFFFF"/>
                </a:solidFill>
                <a:latin typeface="+mn-lt"/>
                <a:ea typeface="华文楷体" panose="02010600040101010101" pitchFamily="2" charset="-122"/>
              </a:rPr>
              <a:t>&lt;</a:t>
            </a:r>
            <a:r>
              <a:rPr lang="en-US" altLang="zh-CN" sz="2000" b="1" dirty="0" err="1" smtClean="0">
                <a:solidFill>
                  <a:srgbClr val="FFFFFF"/>
                </a:solidFill>
                <a:latin typeface="+mn-lt"/>
                <a:ea typeface="华文楷体" panose="02010600040101010101" pitchFamily="2" charset="-122"/>
              </a:rPr>
              <a:t>iostream</a:t>
            </a:r>
            <a:r>
              <a:rPr lang="en-US" altLang="zh-CN" sz="2000" b="1" dirty="0" smtClean="0">
                <a:solidFill>
                  <a:srgbClr val="FFFFFF"/>
                </a:solidFill>
                <a:latin typeface="+mn-lt"/>
                <a:ea typeface="华文楷体" panose="02010600040101010101" pitchFamily="2" charset="-122"/>
              </a:rPr>
              <a:t>&gt;</a:t>
            </a:r>
            <a:endParaRPr lang="en-US" altLang="zh-CN" sz="2000" b="1" dirty="0">
              <a:solidFill>
                <a:srgbClr val="FFFFFF"/>
              </a:solidFill>
              <a:latin typeface="+mn-lt"/>
              <a:ea typeface="华文楷体" panose="02010600040101010101" pitchFamily="2" charset="-122"/>
            </a:endParaRPr>
          </a:p>
          <a:p>
            <a:pPr algn="just" eaLnBrk="1" hangingPunct="1">
              <a:lnSpc>
                <a:spcPct val="40000"/>
              </a:lnSpc>
              <a:spcBef>
                <a:spcPct val="50000"/>
              </a:spcBef>
            </a:pPr>
            <a:r>
              <a:rPr lang="en-US" altLang="zh-CN" sz="2000" b="1" dirty="0" err="1" smtClean="0">
                <a:solidFill>
                  <a:srgbClr val="FFFFFF"/>
                </a:solidFill>
                <a:latin typeface="+mn-lt"/>
                <a:ea typeface="华文楷体" panose="02010600040101010101" pitchFamily="2" charset="-122"/>
              </a:rPr>
              <a:t>int</a:t>
            </a:r>
            <a:r>
              <a:rPr lang="en-US" altLang="zh-CN" sz="2000" b="1" dirty="0" smtClean="0">
                <a:solidFill>
                  <a:srgbClr val="FFFFFF"/>
                </a:solidFill>
                <a:latin typeface="+mn-lt"/>
                <a:ea typeface="华文楷体" panose="02010600040101010101" pitchFamily="2" charset="-122"/>
              </a:rPr>
              <a:t> main</a:t>
            </a:r>
            <a:r>
              <a:rPr lang="en-US" altLang="zh-CN" sz="2000" b="1" dirty="0">
                <a:solidFill>
                  <a:srgbClr val="FFFFFF"/>
                </a:solidFill>
                <a:latin typeface="+mn-lt"/>
                <a:ea typeface="华文楷体" panose="02010600040101010101" pitchFamily="2" charset="-122"/>
              </a:rPr>
              <a:t>()</a:t>
            </a:r>
            <a:endParaRPr lang="en-US" altLang="zh-CN" sz="2000" b="1" dirty="0">
              <a:solidFill>
                <a:srgbClr val="FFFFFF"/>
              </a:solidFill>
              <a:latin typeface="+mn-lt"/>
              <a:ea typeface="华文楷体" panose="02010600040101010101" pitchFamily="2" charset="-122"/>
            </a:endParaRPr>
          </a:p>
          <a:p>
            <a:pPr algn="just" eaLnBrk="1" hangingPunct="1">
              <a:lnSpc>
                <a:spcPct val="40000"/>
              </a:lnSpc>
              <a:spcBef>
                <a:spcPct val="50000"/>
              </a:spcBef>
            </a:pPr>
            <a:r>
              <a:rPr lang="en-US" altLang="zh-CN" sz="2000" b="1" dirty="0" smtClean="0">
                <a:solidFill>
                  <a:srgbClr val="FFFFFF"/>
                </a:solidFill>
                <a:latin typeface="+mn-lt"/>
                <a:ea typeface="华文楷体" panose="02010600040101010101" pitchFamily="2" charset="-122"/>
              </a:rPr>
              <a:t>{   </a:t>
            </a:r>
            <a:r>
              <a:rPr lang="en-US" altLang="zh-CN" sz="2000" b="1" dirty="0" err="1">
                <a:solidFill>
                  <a:srgbClr val="FFFFFF"/>
                </a:solidFill>
                <a:latin typeface="+mn-lt"/>
                <a:ea typeface="华文楷体" panose="02010600040101010101" pitchFamily="2" charset="-122"/>
              </a:rPr>
              <a:t>int</a:t>
            </a:r>
            <a:r>
              <a:rPr lang="en-US" altLang="zh-CN" sz="2000" b="1" dirty="0">
                <a:solidFill>
                  <a:srgbClr val="FFFFFF"/>
                </a:solidFill>
                <a:latin typeface="+mn-lt"/>
                <a:ea typeface="华文楷体" panose="02010600040101010101" pitchFamily="2" charset="-122"/>
              </a:rPr>
              <a:t> a=0,i;</a:t>
            </a:r>
            <a:endParaRPr lang="en-US" altLang="zh-CN" sz="2000" b="1" dirty="0">
              <a:solidFill>
                <a:srgbClr val="FFFFFF"/>
              </a:solidFill>
              <a:latin typeface="+mn-lt"/>
              <a:ea typeface="华文楷体" panose="02010600040101010101" pitchFamily="2" charset="-122"/>
            </a:endParaRPr>
          </a:p>
          <a:p>
            <a:pPr algn="just" eaLnBrk="1" hangingPunct="1">
              <a:lnSpc>
                <a:spcPct val="40000"/>
              </a:lnSpc>
              <a:spcBef>
                <a:spcPct val="50000"/>
              </a:spcBef>
            </a:pPr>
            <a:r>
              <a:rPr lang="en-US" altLang="zh-CN" sz="2000" b="1" dirty="0">
                <a:solidFill>
                  <a:srgbClr val="FFFFFF"/>
                </a:solidFill>
                <a:latin typeface="+mn-lt"/>
                <a:ea typeface="华文楷体" panose="02010600040101010101" pitchFamily="2" charset="-122"/>
              </a:rPr>
              <a:t>     for(</a:t>
            </a:r>
            <a:r>
              <a:rPr lang="en-US" altLang="zh-CN" sz="2000" b="1" dirty="0" err="1">
                <a:solidFill>
                  <a:srgbClr val="FFFFFF"/>
                </a:solidFill>
                <a:latin typeface="+mn-lt"/>
                <a:ea typeface="华文楷体" panose="02010600040101010101" pitchFamily="2" charset="-122"/>
              </a:rPr>
              <a:t>i</a:t>
            </a:r>
            <a:r>
              <a:rPr lang="en-US" altLang="zh-CN" sz="2000" b="1" dirty="0">
                <a:solidFill>
                  <a:srgbClr val="FFFFFF"/>
                </a:solidFill>
                <a:latin typeface="+mn-lt"/>
                <a:ea typeface="华文楷体" panose="02010600040101010101" pitchFamily="2" charset="-122"/>
              </a:rPr>
              <a:t>=1;i&lt;5;i++)</a:t>
            </a:r>
            <a:endParaRPr lang="en-US" altLang="zh-CN" sz="2000" b="1" dirty="0">
              <a:solidFill>
                <a:srgbClr val="FFFFFF"/>
              </a:solidFill>
              <a:latin typeface="+mn-lt"/>
              <a:ea typeface="华文楷体" panose="02010600040101010101" pitchFamily="2" charset="-122"/>
            </a:endParaRPr>
          </a:p>
          <a:p>
            <a:pPr algn="just" eaLnBrk="1" hangingPunct="1">
              <a:lnSpc>
                <a:spcPct val="40000"/>
              </a:lnSpc>
              <a:spcBef>
                <a:spcPct val="50000"/>
              </a:spcBef>
            </a:pPr>
            <a:r>
              <a:rPr lang="en-US" altLang="zh-CN" sz="2000" b="1" dirty="0">
                <a:solidFill>
                  <a:srgbClr val="FFFFFF"/>
                </a:solidFill>
                <a:latin typeface="+mn-lt"/>
                <a:ea typeface="华文楷体" panose="02010600040101010101" pitchFamily="2" charset="-122"/>
              </a:rPr>
              <a:t>     {        switch(</a:t>
            </a:r>
            <a:r>
              <a:rPr lang="en-US" altLang="zh-CN" sz="2000" b="1" dirty="0" err="1">
                <a:solidFill>
                  <a:srgbClr val="FFFFFF"/>
                </a:solidFill>
                <a:latin typeface="+mn-lt"/>
                <a:ea typeface="华文楷体" panose="02010600040101010101" pitchFamily="2" charset="-122"/>
              </a:rPr>
              <a:t>i</a:t>
            </a:r>
            <a:r>
              <a:rPr lang="en-US" altLang="zh-CN" sz="2000" b="1" dirty="0">
                <a:solidFill>
                  <a:srgbClr val="FFFFFF"/>
                </a:solidFill>
                <a:latin typeface="+mn-lt"/>
                <a:ea typeface="华文楷体" panose="02010600040101010101" pitchFamily="2" charset="-122"/>
              </a:rPr>
              <a:t>)</a:t>
            </a:r>
            <a:endParaRPr lang="en-US" altLang="zh-CN" sz="2000" b="1" dirty="0">
              <a:solidFill>
                <a:srgbClr val="FFFFFF"/>
              </a:solidFill>
              <a:latin typeface="+mn-lt"/>
              <a:ea typeface="华文楷体" panose="02010600040101010101" pitchFamily="2" charset="-122"/>
            </a:endParaRPr>
          </a:p>
          <a:p>
            <a:pPr algn="just" eaLnBrk="1" hangingPunct="1">
              <a:lnSpc>
                <a:spcPct val="40000"/>
              </a:lnSpc>
              <a:spcBef>
                <a:spcPct val="50000"/>
              </a:spcBef>
            </a:pPr>
            <a:r>
              <a:rPr lang="en-US" altLang="zh-CN" sz="2000" b="1" dirty="0">
                <a:solidFill>
                  <a:srgbClr val="FFFFFF"/>
                </a:solidFill>
                <a:latin typeface="+mn-lt"/>
                <a:ea typeface="华文楷体" panose="02010600040101010101" pitchFamily="2" charset="-122"/>
              </a:rPr>
              <a:t>	  {</a:t>
            </a:r>
            <a:endParaRPr lang="en-US" altLang="zh-CN" sz="2000" b="1" dirty="0">
              <a:solidFill>
                <a:srgbClr val="FFFFFF"/>
              </a:solidFill>
              <a:latin typeface="+mn-lt"/>
              <a:ea typeface="华文楷体" panose="02010600040101010101" pitchFamily="2" charset="-122"/>
            </a:endParaRPr>
          </a:p>
          <a:p>
            <a:pPr algn="just" eaLnBrk="1" hangingPunct="1">
              <a:lnSpc>
                <a:spcPct val="40000"/>
              </a:lnSpc>
              <a:spcBef>
                <a:spcPct val="50000"/>
              </a:spcBef>
            </a:pPr>
            <a:r>
              <a:rPr lang="en-US" altLang="zh-CN" sz="2000" b="1" dirty="0">
                <a:solidFill>
                  <a:srgbClr val="FFFFFF"/>
                </a:solidFill>
                <a:latin typeface="+mn-lt"/>
                <a:ea typeface="华文楷体" panose="02010600040101010101" pitchFamily="2" charset="-122"/>
              </a:rPr>
              <a:t>	  case 0:</a:t>
            </a:r>
            <a:endParaRPr lang="en-US" altLang="zh-CN" sz="2000" b="1" dirty="0">
              <a:solidFill>
                <a:srgbClr val="FFFFFF"/>
              </a:solidFill>
              <a:latin typeface="+mn-lt"/>
              <a:ea typeface="华文楷体" panose="02010600040101010101" pitchFamily="2" charset="-122"/>
            </a:endParaRPr>
          </a:p>
          <a:p>
            <a:pPr algn="just" eaLnBrk="1" hangingPunct="1">
              <a:lnSpc>
                <a:spcPct val="40000"/>
              </a:lnSpc>
              <a:spcBef>
                <a:spcPct val="50000"/>
              </a:spcBef>
            </a:pPr>
            <a:r>
              <a:rPr lang="en-US" altLang="zh-CN" sz="2000" b="1" dirty="0">
                <a:solidFill>
                  <a:srgbClr val="FFFFFF"/>
                </a:solidFill>
                <a:latin typeface="+mn-lt"/>
                <a:ea typeface="华文楷体" panose="02010600040101010101" pitchFamily="2" charset="-122"/>
              </a:rPr>
              <a:t>	  case 3</a:t>
            </a:r>
            <a:r>
              <a:rPr lang="en-US" altLang="zh-CN" sz="2000" b="1" dirty="0" smtClean="0">
                <a:solidFill>
                  <a:srgbClr val="FFFFFF"/>
                </a:solidFill>
                <a:latin typeface="+mn-lt"/>
                <a:ea typeface="华文楷体" panose="02010600040101010101" pitchFamily="2" charset="-122"/>
              </a:rPr>
              <a:t>:   a</a:t>
            </a:r>
            <a:r>
              <a:rPr lang="en-US" altLang="zh-CN" sz="2000" b="1" dirty="0">
                <a:solidFill>
                  <a:srgbClr val="FFFFFF"/>
                </a:solidFill>
                <a:latin typeface="+mn-lt"/>
                <a:ea typeface="华文楷体" panose="02010600040101010101" pitchFamily="2" charset="-122"/>
              </a:rPr>
              <a:t>+=2;</a:t>
            </a:r>
            <a:endParaRPr lang="en-US" altLang="zh-CN" sz="2000" b="1" dirty="0">
              <a:solidFill>
                <a:srgbClr val="FFFFFF"/>
              </a:solidFill>
              <a:latin typeface="+mn-lt"/>
              <a:ea typeface="华文楷体" panose="02010600040101010101" pitchFamily="2" charset="-122"/>
            </a:endParaRPr>
          </a:p>
          <a:p>
            <a:pPr algn="just" eaLnBrk="1" hangingPunct="1">
              <a:lnSpc>
                <a:spcPct val="40000"/>
              </a:lnSpc>
              <a:spcBef>
                <a:spcPct val="50000"/>
              </a:spcBef>
            </a:pPr>
            <a:r>
              <a:rPr lang="en-US" altLang="zh-CN" sz="2000" b="1" dirty="0">
                <a:solidFill>
                  <a:srgbClr val="FFFFFF"/>
                </a:solidFill>
                <a:latin typeface="+mn-lt"/>
                <a:ea typeface="华文楷体" panose="02010600040101010101" pitchFamily="2" charset="-122"/>
              </a:rPr>
              <a:t>	  case 1:</a:t>
            </a:r>
            <a:endParaRPr lang="en-US" altLang="zh-CN" sz="2000" b="1" dirty="0">
              <a:solidFill>
                <a:srgbClr val="FFFFFF"/>
              </a:solidFill>
              <a:latin typeface="+mn-lt"/>
              <a:ea typeface="华文楷体" panose="02010600040101010101" pitchFamily="2" charset="-122"/>
            </a:endParaRPr>
          </a:p>
          <a:p>
            <a:pPr algn="just" eaLnBrk="1" hangingPunct="1">
              <a:lnSpc>
                <a:spcPct val="40000"/>
              </a:lnSpc>
              <a:spcBef>
                <a:spcPct val="50000"/>
              </a:spcBef>
            </a:pPr>
            <a:r>
              <a:rPr lang="en-US" altLang="zh-CN" sz="2000" b="1" dirty="0">
                <a:solidFill>
                  <a:srgbClr val="FFFFFF"/>
                </a:solidFill>
                <a:latin typeface="+mn-lt"/>
                <a:ea typeface="华文楷体" panose="02010600040101010101" pitchFamily="2" charset="-122"/>
              </a:rPr>
              <a:t>	  case 2</a:t>
            </a:r>
            <a:r>
              <a:rPr lang="en-US" altLang="zh-CN" sz="2000" b="1" dirty="0" smtClean="0">
                <a:solidFill>
                  <a:srgbClr val="FFFFFF"/>
                </a:solidFill>
                <a:latin typeface="+mn-lt"/>
                <a:ea typeface="华文楷体" panose="02010600040101010101" pitchFamily="2" charset="-122"/>
              </a:rPr>
              <a:t>:   a</a:t>
            </a:r>
            <a:r>
              <a:rPr lang="en-US" altLang="zh-CN" sz="2000" b="1" dirty="0">
                <a:solidFill>
                  <a:srgbClr val="FFFFFF"/>
                </a:solidFill>
                <a:latin typeface="+mn-lt"/>
                <a:ea typeface="华文楷体" panose="02010600040101010101" pitchFamily="2" charset="-122"/>
              </a:rPr>
              <a:t>+=3;</a:t>
            </a:r>
            <a:endParaRPr lang="en-US" altLang="zh-CN" sz="2000" b="1" dirty="0">
              <a:solidFill>
                <a:srgbClr val="FFFFFF"/>
              </a:solidFill>
              <a:latin typeface="+mn-lt"/>
              <a:ea typeface="华文楷体" panose="02010600040101010101" pitchFamily="2" charset="-122"/>
            </a:endParaRPr>
          </a:p>
          <a:p>
            <a:pPr algn="just" eaLnBrk="1" hangingPunct="1">
              <a:lnSpc>
                <a:spcPct val="40000"/>
              </a:lnSpc>
              <a:spcBef>
                <a:spcPct val="50000"/>
              </a:spcBef>
            </a:pPr>
            <a:r>
              <a:rPr lang="en-US" altLang="zh-CN" sz="2000" b="1" dirty="0">
                <a:solidFill>
                  <a:srgbClr val="FFFFFF"/>
                </a:solidFill>
                <a:latin typeface="+mn-lt"/>
                <a:ea typeface="华文楷体" panose="02010600040101010101" pitchFamily="2" charset="-122"/>
              </a:rPr>
              <a:t>	  default</a:t>
            </a:r>
            <a:r>
              <a:rPr lang="en-US" altLang="zh-CN" sz="2000" b="1" dirty="0" smtClean="0">
                <a:solidFill>
                  <a:srgbClr val="FFFFFF"/>
                </a:solidFill>
                <a:latin typeface="+mn-lt"/>
                <a:ea typeface="华文楷体" panose="02010600040101010101" pitchFamily="2" charset="-122"/>
              </a:rPr>
              <a:t>: a</a:t>
            </a:r>
            <a:r>
              <a:rPr lang="en-US" altLang="zh-CN" sz="2000" b="1" dirty="0">
                <a:solidFill>
                  <a:srgbClr val="FFFFFF"/>
                </a:solidFill>
                <a:latin typeface="+mn-lt"/>
                <a:ea typeface="华文楷体" panose="02010600040101010101" pitchFamily="2" charset="-122"/>
              </a:rPr>
              <a:t>+=5;</a:t>
            </a:r>
            <a:endParaRPr lang="en-US" altLang="zh-CN" sz="2000" b="1" dirty="0">
              <a:solidFill>
                <a:srgbClr val="FFFFFF"/>
              </a:solidFill>
              <a:latin typeface="+mn-lt"/>
              <a:ea typeface="华文楷体" panose="02010600040101010101" pitchFamily="2" charset="-122"/>
            </a:endParaRPr>
          </a:p>
          <a:p>
            <a:pPr algn="just" eaLnBrk="1" hangingPunct="1">
              <a:lnSpc>
                <a:spcPct val="40000"/>
              </a:lnSpc>
              <a:spcBef>
                <a:spcPct val="50000"/>
              </a:spcBef>
            </a:pPr>
            <a:r>
              <a:rPr lang="en-US" altLang="zh-CN" sz="2000" b="1" dirty="0">
                <a:solidFill>
                  <a:srgbClr val="FFFFFF"/>
                </a:solidFill>
                <a:latin typeface="+mn-lt"/>
                <a:ea typeface="华文楷体" panose="02010600040101010101" pitchFamily="2" charset="-122"/>
              </a:rPr>
              <a:t>	  }</a:t>
            </a:r>
            <a:endParaRPr lang="en-US" altLang="zh-CN" sz="2000" b="1" dirty="0">
              <a:solidFill>
                <a:srgbClr val="FFFFFF"/>
              </a:solidFill>
              <a:latin typeface="+mn-lt"/>
              <a:ea typeface="华文楷体" panose="02010600040101010101" pitchFamily="2" charset="-122"/>
            </a:endParaRPr>
          </a:p>
          <a:p>
            <a:pPr algn="just" eaLnBrk="1" hangingPunct="1">
              <a:lnSpc>
                <a:spcPct val="40000"/>
              </a:lnSpc>
              <a:spcBef>
                <a:spcPct val="50000"/>
              </a:spcBef>
            </a:pPr>
            <a:r>
              <a:rPr lang="en-US" altLang="zh-CN" sz="2000" b="1" dirty="0">
                <a:solidFill>
                  <a:srgbClr val="FFFFFF"/>
                </a:solidFill>
                <a:latin typeface="+mn-lt"/>
                <a:ea typeface="华文楷体" panose="02010600040101010101" pitchFamily="2" charset="-122"/>
              </a:rPr>
              <a:t>      }</a:t>
            </a:r>
            <a:endParaRPr lang="en-US" altLang="zh-CN" sz="2000" b="1" dirty="0">
              <a:solidFill>
                <a:srgbClr val="FFFFFF"/>
              </a:solidFill>
              <a:latin typeface="+mn-lt"/>
              <a:ea typeface="华文楷体" panose="02010600040101010101" pitchFamily="2" charset="-122"/>
            </a:endParaRPr>
          </a:p>
          <a:p>
            <a:pPr algn="just" eaLnBrk="1" hangingPunct="1">
              <a:lnSpc>
                <a:spcPct val="40000"/>
              </a:lnSpc>
              <a:spcBef>
                <a:spcPct val="50000"/>
              </a:spcBef>
            </a:pPr>
            <a:r>
              <a:rPr lang="en-US" altLang="zh-CN" sz="2000" b="1" dirty="0">
                <a:solidFill>
                  <a:srgbClr val="FFFFFF"/>
                </a:solidFill>
                <a:latin typeface="+mn-lt"/>
                <a:ea typeface="华文楷体" panose="02010600040101010101" pitchFamily="2" charset="-122"/>
              </a:rPr>
              <a:t>      </a:t>
            </a:r>
            <a:r>
              <a:rPr lang="en-US" altLang="zh-CN" sz="2000" b="1" dirty="0" err="1" smtClean="0">
                <a:solidFill>
                  <a:srgbClr val="FFFFFF"/>
                </a:solidFill>
                <a:latin typeface="+mn-lt"/>
                <a:ea typeface="华文楷体" panose="02010600040101010101" pitchFamily="2" charset="-122"/>
              </a:rPr>
              <a:t>std</a:t>
            </a:r>
            <a:r>
              <a:rPr lang="en-US" altLang="zh-CN" sz="2000" b="1" dirty="0" smtClean="0">
                <a:solidFill>
                  <a:srgbClr val="FFFFFF"/>
                </a:solidFill>
                <a:latin typeface="+mn-lt"/>
                <a:ea typeface="华文楷体" panose="02010600040101010101" pitchFamily="2" charset="-122"/>
              </a:rPr>
              <a:t>::</a:t>
            </a:r>
            <a:r>
              <a:rPr lang="en-US" altLang="zh-CN" sz="2000" b="1" dirty="0" err="1" smtClean="0">
                <a:solidFill>
                  <a:srgbClr val="FFFFFF"/>
                </a:solidFill>
                <a:latin typeface="+mn-lt"/>
                <a:ea typeface="华文楷体" panose="02010600040101010101" pitchFamily="2" charset="-122"/>
              </a:rPr>
              <a:t>cout</a:t>
            </a:r>
            <a:r>
              <a:rPr lang="en-US" altLang="zh-CN" sz="2000" b="1" dirty="0" smtClean="0">
                <a:solidFill>
                  <a:srgbClr val="FFFFFF"/>
                </a:solidFill>
                <a:latin typeface="+mn-lt"/>
                <a:ea typeface="华文楷体" panose="02010600040101010101" pitchFamily="2" charset="-122"/>
              </a:rPr>
              <a:t> &lt;&lt; a &lt;&lt; </a:t>
            </a:r>
            <a:r>
              <a:rPr lang="en-US" altLang="zh-CN" sz="2000" b="1" dirty="0" err="1" smtClean="0">
                <a:solidFill>
                  <a:srgbClr val="FFFFFF"/>
                </a:solidFill>
                <a:latin typeface="+mn-lt"/>
                <a:ea typeface="华文楷体" panose="02010600040101010101" pitchFamily="2" charset="-122"/>
              </a:rPr>
              <a:t>std</a:t>
            </a:r>
            <a:r>
              <a:rPr lang="en-US" altLang="zh-CN" sz="2000" b="1" dirty="0" smtClean="0">
                <a:solidFill>
                  <a:srgbClr val="FFFFFF"/>
                </a:solidFill>
                <a:latin typeface="+mn-lt"/>
                <a:ea typeface="华文楷体" panose="02010600040101010101" pitchFamily="2" charset="-122"/>
              </a:rPr>
              <a:t>::</a:t>
            </a:r>
            <a:r>
              <a:rPr lang="en-US" altLang="zh-CN" sz="2000" b="1" dirty="0" err="1" smtClean="0">
                <a:solidFill>
                  <a:srgbClr val="FFFFFF"/>
                </a:solidFill>
                <a:latin typeface="+mn-lt"/>
                <a:ea typeface="华文楷体" panose="02010600040101010101" pitchFamily="2" charset="-122"/>
              </a:rPr>
              <a:t>endl</a:t>
            </a:r>
            <a:r>
              <a:rPr lang="en-US" altLang="zh-CN" sz="2000" b="1" dirty="0" smtClean="0">
                <a:solidFill>
                  <a:srgbClr val="FFFFFF"/>
                </a:solidFill>
                <a:latin typeface="+mn-lt"/>
                <a:ea typeface="华文楷体" panose="02010600040101010101" pitchFamily="2" charset="-122"/>
              </a:rPr>
              <a:t>;</a:t>
            </a:r>
            <a:endParaRPr lang="en-US" altLang="zh-CN" sz="2000" b="1" dirty="0" smtClean="0">
              <a:solidFill>
                <a:srgbClr val="FFFFFF"/>
              </a:solidFill>
              <a:latin typeface="+mn-lt"/>
              <a:ea typeface="华文楷体" panose="02010600040101010101" pitchFamily="2" charset="-122"/>
            </a:endParaRPr>
          </a:p>
          <a:p>
            <a:pPr algn="just" eaLnBrk="1" hangingPunct="1">
              <a:lnSpc>
                <a:spcPct val="40000"/>
              </a:lnSpc>
              <a:spcBef>
                <a:spcPct val="50000"/>
              </a:spcBef>
            </a:pPr>
            <a:r>
              <a:rPr lang="en-US" altLang="zh-CN" sz="2000" b="1" dirty="0">
                <a:solidFill>
                  <a:srgbClr val="FFFFFF"/>
                </a:solidFill>
                <a:latin typeface="+mn-lt"/>
                <a:ea typeface="华文楷体" panose="02010600040101010101" pitchFamily="2" charset="-122"/>
              </a:rPr>
              <a:t> </a:t>
            </a:r>
            <a:r>
              <a:rPr lang="en-US" altLang="zh-CN" sz="2000" b="1" dirty="0" smtClean="0">
                <a:solidFill>
                  <a:srgbClr val="FFFFFF"/>
                </a:solidFill>
                <a:latin typeface="+mn-lt"/>
                <a:ea typeface="华文楷体" panose="02010600040101010101" pitchFamily="2" charset="-122"/>
              </a:rPr>
              <a:t>     return 0;</a:t>
            </a:r>
            <a:endParaRPr lang="en-US" altLang="zh-CN" sz="2000" b="1" dirty="0">
              <a:solidFill>
                <a:srgbClr val="FFFFFF"/>
              </a:solidFill>
              <a:latin typeface="+mn-lt"/>
              <a:ea typeface="华文楷体" panose="02010600040101010101" pitchFamily="2" charset="-122"/>
            </a:endParaRPr>
          </a:p>
          <a:p>
            <a:pPr algn="just" eaLnBrk="1" hangingPunct="1">
              <a:lnSpc>
                <a:spcPct val="40000"/>
              </a:lnSpc>
              <a:spcBef>
                <a:spcPct val="50000"/>
              </a:spcBef>
            </a:pPr>
            <a:r>
              <a:rPr lang="en-US" altLang="zh-CN" sz="2000" b="1" dirty="0">
                <a:solidFill>
                  <a:srgbClr val="FFFFFF"/>
                </a:solidFill>
                <a:latin typeface="+mn-lt"/>
                <a:ea typeface="华文楷体" panose="02010600040101010101" pitchFamily="2" charset="-122"/>
              </a:rPr>
              <a:t>}</a:t>
            </a:r>
            <a:endParaRPr lang="en-US" altLang="zh-CN" sz="2000" b="1" dirty="0">
              <a:solidFill>
                <a:srgbClr val="FFFFFF"/>
              </a:solidFill>
              <a:latin typeface="+mn-lt"/>
              <a:ea typeface="华文楷体" panose="02010600040101010101" pitchFamily="2" charset="-122"/>
            </a:endParaRPr>
          </a:p>
          <a:p>
            <a:pPr algn="just" eaLnBrk="1" hangingPunct="1">
              <a:lnSpc>
                <a:spcPct val="90000"/>
              </a:lnSpc>
              <a:spcBef>
                <a:spcPct val="50000"/>
              </a:spcBef>
            </a:pPr>
            <a:r>
              <a:rPr lang="en-US" altLang="zh-CN" sz="2000" b="1" dirty="0">
                <a:solidFill>
                  <a:srgbClr val="FFFFFF"/>
                </a:solidFill>
                <a:latin typeface="+mn-lt"/>
                <a:ea typeface="华文楷体" panose="02010600040101010101" pitchFamily="2" charset="-122"/>
              </a:rPr>
              <a:t>A.31			B.13</a:t>
            </a:r>
            <a:endParaRPr lang="en-US" altLang="zh-CN" sz="2000" b="1" dirty="0">
              <a:solidFill>
                <a:srgbClr val="FFFFFF"/>
              </a:solidFill>
              <a:latin typeface="+mn-lt"/>
              <a:ea typeface="华文楷体" panose="02010600040101010101" pitchFamily="2" charset="-122"/>
            </a:endParaRPr>
          </a:p>
          <a:p>
            <a:pPr algn="just" eaLnBrk="1" hangingPunct="1">
              <a:lnSpc>
                <a:spcPct val="90000"/>
              </a:lnSpc>
              <a:spcBef>
                <a:spcPct val="50000"/>
              </a:spcBef>
            </a:pPr>
            <a:r>
              <a:rPr lang="en-US" altLang="zh-CN" sz="2000" b="1" dirty="0">
                <a:solidFill>
                  <a:srgbClr val="FFFFFF"/>
                </a:solidFill>
                <a:latin typeface="+mn-lt"/>
                <a:ea typeface="华文楷体" panose="02010600040101010101" pitchFamily="2" charset="-122"/>
              </a:rPr>
              <a:t>C.10			D.20</a:t>
            </a:r>
            <a:endParaRPr lang="en-US" altLang="zh-CN" sz="2000" b="1" dirty="0">
              <a:solidFill>
                <a:srgbClr val="FFFFFF"/>
              </a:solidFill>
              <a:latin typeface="+mn-lt"/>
              <a:ea typeface="华文楷体" panose="02010600040101010101" pitchFamily="2" charset="-122"/>
            </a:endParaRPr>
          </a:p>
        </p:txBody>
      </p:sp>
      <p:sp>
        <p:nvSpPr>
          <p:cNvPr id="33795" name="Text Box 3"/>
          <p:cNvSpPr txBox="1">
            <a:spLocks noChangeArrowheads="1"/>
          </p:cNvSpPr>
          <p:nvPr/>
        </p:nvSpPr>
        <p:spPr bwMode="auto">
          <a:xfrm>
            <a:off x="4574324" y="1866615"/>
            <a:ext cx="4318155"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b="1" dirty="0" smtClean="0">
                <a:solidFill>
                  <a:srgbClr val="FFFF00"/>
                </a:solidFill>
                <a:latin typeface="+mn-lt"/>
                <a:ea typeface="华文楷体" panose="02010600040101010101" pitchFamily="2" charset="-122"/>
              </a:rPr>
              <a:t>答：</a:t>
            </a:r>
            <a:endParaRPr lang="en-US" altLang="zh-CN" b="1" dirty="0" smtClean="0">
              <a:solidFill>
                <a:srgbClr val="FFFF00"/>
              </a:solidFill>
              <a:latin typeface="+mn-lt"/>
              <a:ea typeface="华文楷体" panose="02010600040101010101" pitchFamily="2" charset="-122"/>
            </a:endParaRPr>
          </a:p>
          <a:p>
            <a:pPr algn="l" eaLnBrk="1" hangingPunct="1">
              <a:spcBef>
                <a:spcPct val="50000"/>
              </a:spcBef>
            </a:pPr>
            <a:r>
              <a:rPr lang="en-US" altLang="zh-CN" b="1" dirty="0" err="1" smtClean="0">
                <a:solidFill>
                  <a:srgbClr val="FFFF00"/>
                </a:solidFill>
                <a:latin typeface="+mn-lt"/>
                <a:ea typeface="华文楷体" panose="02010600040101010101" pitchFamily="2" charset="-122"/>
              </a:rPr>
              <a:t>i</a:t>
            </a:r>
            <a:r>
              <a:rPr lang="en-US" altLang="zh-CN" b="1" dirty="0" smtClean="0">
                <a:solidFill>
                  <a:srgbClr val="FFFF00"/>
                </a:solidFill>
                <a:latin typeface="+mn-lt"/>
                <a:ea typeface="华文楷体" panose="02010600040101010101" pitchFamily="2" charset="-122"/>
              </a:rPr>
              <a:t>=1</a:t>
            </a:r>
            <a:r>
              <a:rPr lang="zh-CN" altLang="en-US" b="1" dirty="0">
                <a:solidFill>
                  <a:srgbClr val="FFFF00"/>
                </a:solidFill>
                <a:latin typeface="+mn-lt"/>
                <a:ea typeface="华文楷体" panose="02010600040101010101" pitchFamily="2" charset="-122"/>
              </a:rPr>
              <a:t>，执行</a:t>
            </a:r>
            <a:r>
              <a:rPr lang="en-US" altLang="zh-CN" b="1" dirty="0">
                <a:solidFill>
                  <a:srgbClr val="FFFF00"/>
                </a:solidFill>
                <a:latin typeface="+mn-lt"/>
                <a:ea typeface="华文楷体" panose="02010600040101010101" pitchFamily="2" charset="-122"/>
              </a:rPr>
              <a:t>a+=3</a:t>
            </a:r>
            <a:r>
              <a:rPr lang="zh-CN" altLang="en-US" b="1" dirty="0">
                <a:solidFill>
                  <a:srgbClr val="FFFF00"/>
                </a:solidFill>
                <a:latin typeface="+mn-lt"/>
                <a:ea typeface="华文楷体" panose="02010600040101010101" pitchFamily="2" charset="-122"/>
              </a:rPr>
              <a:t>和</a:t>
            </a:r>
            <a:r>
              <a:rPr lang="en-US" altLang="zh-CN" b="1" dirty="0">
                <a:solidFill>
                  <a:srgbClr val="FFFF00"/>
                </a:solidFill>
                <a:latin typeface="+mn-lt"/>
                <a:ea typeface="华文楷体" panose="02010600040101010101" pitchFamily="2" charset="-122"/>
              </a:rPr>
              <a:t>a+=5</a:t>
            </a:r>
            <a:r>
              <a:rPr lang="zh-CN" altLang="en-US" b="1" dirty="0">
                <a:solidFill>
                  <a:srgbClr val="FFFF00"/>
                </a:solidFill>
                <a:latin typeface="+mn-lt"/>
                <a:ea typeface="华文楷体" panose="02010600040101010101" pitchFamily="2" charset="-122"/>
              </a:rPr>
              <a:t>语句，</a:t>
            </a:r>
            <a:r>
              <a:rPr lang="en-US" altLang="zh-CN" b="1" dirty="0">
                <a:solidFill>
                  <a:srgbClr val="FFFF00"/>
                </a:solidFill>
                <a:latin typeface="+mn-lt"/>
                <a:ea typeface="华文楷体" panose="02010600040101010101" pitchFamily="2" charset="-122"/>
              </a:rPr>
              <a:t>a=8</a:t>
            </a:r>
            <a:r>
              <a:rPr lang="zh-CN" altLang="en-US" b="1" dirty="0" smtClean="0">
                <a:solidFill>
                  <a:srgbClr val="FFFF00"/>
                </a:solidFill>
                <a:latin typeface="+mn-lt"/>
                <a:ea typeface="华文楷体" panose="02010600040101010101" pitchFamily="2" charset="-122"/>
              </a:rPr>
              <a:t>；</a:t>
            </a:r>
            <a:endParaRPr lang="en-US" altLang="zh-CN" b="1" dirty="0" smtClean="0">
              <a:solidFill>
                <a:srgbClr val="FFFF00"/>
              </a:solidFill>
              <a:latin typeface="+mn-lt"/>
              <a:ea typeface="华文楷体" panose="02010600040101010101" pitchFamily="2" charset="-122"/>
            </a:endParaRPr>
          </a:p>
          <a:p>
            <a:pPr algn="l" eaLnBrk="1" hangingPunct="1">
              <a:spcBef>
                <a:spcPct val="50000"/>
              </a:spcBef>
            </a:pPr>
            <a:r>
              <a:rPr lang="en-US" altLang="zh-CN" b="1" dirty="0" err="1" smtClean="0">
                <a:solidFill>
                  <a:srgbClr val="FFFF00"/>
                </a:solidFill>
                <a:latin typeface="+mn-lt"/>
                <a:ea typeface="华文楷体" panose="02010600040101010101" pitchFamily="2" charset="-122"/>
              </a:rPr>
              <a:t>i</a:t>
            </a:r>
            <a:r>
              <a:rPr lang="en-US" altLang="zh-CN" b="1" dirty="0" smtClean="0">
                <a:solidFill>
                  <a:srgbClr val="FFFF00"/>
                </a:solidFill>
                <a:latin typeface="+mn-lt"/>
                <a:ea typeface="华文楷体" panose="02010600040101010101" pitchFamily="2" charset="-122"/>
              </a:rPr>
              <a:t>=2</a:t>
            </a:r>
            <a:r>
              <a:rPr lang="zh-CN" altLang="en-US" b="1" dirty="0">
                <a:solidFill>
                  <a:srgbClr val="FFFF00"/>
                </a:solidFill>
                <a:latin typeface="+mn-lt"/>
                <a:ea typeface="华文楷体" panose="02010600040101010101" pitchFamily="2" charset="-122"/>
              </a:rPr>
              <a:t>，执行</a:t>
            </a:r>
            <a:r>
              <a:rPr lang="en-US" altLang="zh-CN" b="1" dirty="0">
                <a:solidFill>
                  <a:srgbClr val="FFFF00"/>
                </a:solidFill>
                <a:latin typeface="+mn-lt"/>
                <a:ea typeface="华文楷体" panose="02010600040101010101" pitchFamily="2" charset="-122"/>
              </a:rPr>
              <a:t>a+=3</a:t>
            </a:r>
            <a:r>
              <a:rPr lang="zh-CN" altLang="en-US" b="1" dirty="0">
                <a:solidFill>
                  <a:srgbClr val="FFFF00"/>
                </a:solidFill>
                <a:latin typeface="+mn-lt"/>
                <a:ea typeface="华文楷体" panose="02010600040101010101" pitchFamily="2" charset="-122"/>
              </a:rPr>
              <a:t>和</a:t>
            </a:r>
            <a:r>
              <a:rPr lang="en-US" altLang="zh-CN" b="1" dirty="0">
                <a:solidFill>
                  <a:srgbClr val="FFFF00"/>
                </a:solidFill>
                <a:latin typeface="+mn-lt"/>
                <a:ea typeface="华文楷体" panose="02010600040101010101" pitchFamily="2" charset="-122"/>
              </a:rPr>
              <a:t>a+=5</a:t>
            </a:r>
            <a:r>
              <a:rPr lang="zh-CN" altLang="en-US" b="1" dirty="0">
                <a:solidFill>
                  <a:srgbClr val="FFFF00"/>
                </a:solidFill>
                <a:latin typeface="+mn-lt"/>
                <a:ea typeface="华文楷体" panose="02010600040101010101" pitchFamily="2" charset="-122"/>
              </a:rPr>
              <a:t>语句，</a:t>
            </a:r>
            <a:r>
              <a:rPr lang="en-US" altLang="zh-CN" b="1" dirty="0">
                <a:solidFill>
                  <a:srgbClr val="FFFF00"/>
                </a:solidFill>
                <a:latin typeface="+mn-lt"/>
                <a:ea typeface="华文楷体" panose="02010600040101010101" pitchFamily="2" charset="-122"/>
              </a:rPr>
              <a:t>a=16</a:t>
            </a:r>
            <a:r>
              <a:rPr lang="zh-CN" altLang="en-US" b="1" dirty="0" smtClean="0">
                <a:solidFill>
                  <a:srgbClr val="FFFF00"/>
                </a:solidFill>
                <a:latin typeface="+mn-lt"/>
                <a:ea typeface="华文楷体" panose="02010600040101010101" pitchFamily="2" charset="-122"/>
              </a:rPr>
              <a:t>；</a:t>
            </a:r>
            <a:endParaRPr lang="en-US" altLang="zh-CN" b="1" dirty="0" smtClean="0">
              <a:solidFill>
                <a:srgbClr val="FFFF00"/>
              </a:solidFill>
              <a:latin typeface="+mn-lt"/>
              <a:ea typeface="华文楷体" panose="02010600040101010101" pitchFamily="2" charset="-122"/>
            </a:endParaRPr>
          </a:p>
          <a:p>
            <a:pPr algn="l" eaLnBrk="1" hangingPunct="1">
              <a:spcBef>
                <a:spcPct val="50000"/>
              </a:spcBef>
            </a:pPr>
            <a:r>
              <a:rPr lang="en-US" altLang="zh-CN" b="1" dirty="0" err="1" smtClean="0">
                <a:solidFill>
                  <a:srgbClr val="FFFF00"/>
                </a:solidFill>
                <a:latin typeface="+mn-lt"/>
                <a:ea typeface="华文楷体" panose="02010600040101010101" pitchFamily="2" charset="-122"/>
              </a:rPr>
              <a:t>i</a:t>
            </a:r>
            <a:r>
              <a:rPr lang="en-US" altLang="zh-CN" b="1" dirty="0" smtClean="0">
                <a:solidFill>
                  <a:srgbClr val="FFFF00"/>
                </a:solidFill>
                <a:latin typeface="+mn-lt"/>
                <a:ea typeface="华文楷体" panose="02010600040101010101" pitchFamily="2" charset="-122"/>
              </a:rPr>
              <a:t>=3</a:t>
            </a:r>
            <a:r>
              <a:rPr lang="zh-CN" altLang="en-US" b="1" dirty="0">
                <a:solidFill>
                  <a:srgbClr val="FFFF00"/>
                </a:solidFill>
                <a:latin typeface="+mn-lt"/>
                <a:ea typeface="华文楷体" panose="02010600040101010101" pitchFamily="2" charset="-122"/>
              </a:rPr>
              <a:t>，执行</a:t>
            </a:r>
            <a:r>
              <a:rPr lang="en-US" altLang="zh-CN" b="1" dirty="0">
                <a:solidFill>
                  <a:srgbClr val="FFFF00"/>
                </a:solidFill>
                <a:latin typeface="+mn-lt"/>
                <a:ea typeface="华文楷体" panose="02010600040101010101" pitchFamily="2" charset="-122"/>
              </a:rPr>
              <a:t>a+=2</a:t>
            </a:r>
            <a:r>
              <a:rPr lang="zh-CN" altLang="en-US" b="1" dirty="0">
                <a:solidFill>
                  <a:srgbClr val="FFFF00"/>
                </a:solidFill>
                <a:latin typeface="+mn-lt"/>
                <a:ea typeface="华文楷体" panose="02010600040101010101" pitchFamily="2" charset="-122"/>
              </a:rPr>
              <a:t>、</a:t>
            </a:r>
            <a:r>
              <a:rPr lang="en-US" altLang="zh-CN" b="1" dirty="0">
                <a:solidFill>
                  <a:srgbClr val="FFFF00"/>
                </a:solidFill>
                <a:latin typeface="+mn-lt"/>
                <a:ea typeface="华文楷体" panose="02010600040101010101" pitchFamily="2" charset="-122"/>
              </a:rPr>
              <a:t>a+=3</a:t>
            </a:r>
            <a:r>
              <a:rPr lang="zh-CN" altLang="en-US" b="1" dirty="0">
                <a:solidFill>
                  <a:srgbClr val="FFFF00"/>
                </a:solidFill>
                <a:latin typeface="+mn-lt"/>
                <a:ea typeface="华文楷体" panose="02010600040101010101" pitchFamily="2" charset="-122"/>
              </a:rPr>
              <a:t>和</a:t>
            </a:r>
            <a:r>
              <a:rPr lang="en-US" altLang="zh-CN" b="1" dirty="0">
                <a:solidFill>
                  <a:srgbClr val="FFFF00"/>
                </a:solidFill>
                <a:latin typeface="+mn-lt"/>
                <a:ea typeface="华文楷体" panose="02010600040101010101" pitchFamily="2" charset="-122"/>
              </a:rPr>
              <a:t>a+=5</a:t>
            </a:r>
            <a:r>
              <a:rPr lang="zh-CN" altLang="en-US" b="1" dirty="0">
                <a:solidFill>
                  <a:srgbClr val="FFFF00"/>
                </a:solidFill>
                <a:latin typeface="+mn-lt"/>
                <a:ea typeface="华文楷体" panose="02010600040101010101" pitchFamily="2" charset="-122"/>
              </a:rPr>
              <a:t>语句，</a:t>
            </a:r>
            <a:r>
              <a:rPr lang="en-US" altLang="zh-CN" b="1" dirty="0">
                <a:solidFill>
                  <a:srgbClr val="FFFF00"/>
                </a:solidFill>
                <a:latin typeface="+mn-lt"/>
                <a:ea typeface="华文楷体" panose="02010600040101010101" pitchFamily="2" charset="-122"/>
              </a:rPr>
              <a:t>a=26</a:t>
            </a:r>
            <a:r>
              <a:rPr lang="zh-CN" altLang="en-US" b="1" dirty="0" smtClean="0">
                <a:solidFill>
                  <a:srgbClr val="FFFF00"/>
                </a:solidFill>
                <a:latin typeface="+mn-lt"/>
                <a:ea typeface="华文楷体" panose="02010600040101010101" pitchFamily="2" charset="-122"/>
              </a:rPr>
              <a:t>；</a:t>
            </a:r>
            <a:endParaRPr lang="en-US" altLang="zh-CN" b="1" dirty="0" smtClean="0">
              <a:solidFill>
                <a:srgbClr val="FFFF00"/>
              </a:solidFill>
              <a:latin typeface="+mn-lt"/>
              <a:ea typeface="华文楷体" panose="02010600040101010101" pitchFamily="2" charset="-122"/>
            </a:endParaRPr>
          </a:p>
          <a:p>
            <a:pPr algn="l" eaLnBrk="1" hangingPunct="1">
              <a:spcBef>
                <a:spcPct val="50000"/>
              </a:spcBef>
            </a:pPr>
            <a:r>
              <a:rPr lang="en-US" altLang="zh-CN" b="1" dirty="0" err="1" smtClean="0">
                <a:solidFill>
                  <a:srgbClr val="FFFF00"/>
                </a:solidFill>
                <a:latin typeface="+mn-lt"/>
                <a:ea typeface="华文楷体" panose="02010600040101010101" pitchFamily="2" charset="-122"/>
              </a:rPr>
              <a:t>i</a:t>
            </a:r>
            <a:r>
              <a:rPr lang="en-US" altLang="zh-CN" b="1" dirty="0" smtClean="0">
                <a:solidFill>
                  <a:srgbClr val="FFFF00"/>
                </a:solidFill>
                <a:latin typeface="+mn-lt"/>
                <a:ea typeface="华文楷体" panose="02010600040101010101" pitchFamily="2" charset="-122"/>
              </a:rPr>
              <a:t>=4</a:t>
            </a:r>
            <a:r>
              <a:rPr lang="zh-CN" altLang="en-US" b="1" dirty="0">
                <a:solidFill>
                  <a:srgbClr val="FFFF00"/>
                </a:solidFill>
                <a:latin typeface="+mn-lt"/>
                <a:ea typeface="华文楷体" panose="02010600040101010101" pitchFamily="2" charset="-122"/>
              </a:rPr>
              <a:t>，执行</a:t>
            </a:r>
            <a:r>
              <a:rPr lang="en-US" altLang="zh-CN" b="1" dirty="0">
                <a:solidFill>
                  <a:srgbClr val="FFFF00"/>
                </a:solidFill>
                <a:latin typeface="+mn-lt"/>
                <a:ea typeface="华文楷体" panose="02010600040101010101" pitchFamily="2" charset="-122"/>
              </a:rPr>
              <a:t>a+=5</a:t>
            </a:r>
            <a:r>
              <a:rPr lang="zh-CN" altLang="en-US" b="1" dirty="0">
                <a:solidFill>
                  <a:srgbClr val="FFFF00"/>
                </a:solidFill>
                <a:latin typeface="+mn-lt"/>
                <a:ea typeface="华文楷体" panose="02010600040101010101" pitchFamily="2" charset="-122"/>
              </a:rPr>
              <a:t>语句，</a:t>
            </a:r>
            <a:r>
              <a:rPr lang="en-US" altLang="zh-CN" b="1" dirty="0">
                <a:solidFill>
                  <a:srgbClr val="FFFF00"/>
                </a:solidFill>
                <a:latin typeface="+mn-lt"/>
                <a:ea typeface="华文楷体" panose="02010600040101010101" pitchFamily="2" charset="-122"/>
              </a:rPr>
              <a:t>a=31</a:t>
            </a:r>
            <a:r>
              <a:rPr lang="zh-CN" altLang="en-US" b="1" dirty="0" smtClean="0">
                <a:solidFill>
                  <a:srgbClr val="FFFF00"/>
                </a:solidFill>
                <a:latin typeface="+mn-lt"/>
                <a:ea typeface="华文楷体" panose="02010600040101010101" pitchFamily="2" charset="-122"/>
              </a:rPr>
              <a:t>。</a:t>
            </a:r>
            <a:endParaRPr lang="en-US" altLang="zh-CN" b="1" dirty="0" smtClean="0">
              <a:solidFill>
                <a:srgbClr val="FFFF00"/>
              </a:solidFill>
              <a:latin typeface="+mn-lt"/>
              <a:ea typeface="华文楷体" panose="02010600040101010101" pitchFamily="2" charset="-122"/>
            </a:endParaRPr>
          </a:p>
          <a:p>
            <a:pPr algn="l" eaLnBrk="1" hangingPunct="1">
              <a:spcBef>
                <a:spcPct val="50000"/>
              </a:spcBef>
            </a:pPr>
            <a:r>
              <a:rPr lang="zh-CN" altLang="en-US" b="1" dirty="0" smtClean="0">
                <a:solidFill>
                  <a:srgbClr val="FFFF00"/>
                </a:solidFill>
                <a:latin typeface="+mn-lt"/>
                <a:ea typeface="华文楷体" panose="02010600040101010101" pitchFamily="2" charset="-122"/>
              </a:rPr>
              <a:t>本题</a:t>
            </a:r>
            <a:r>
              <a:rPr lang="zh-CN" altLang="en-US" b="1" dirty="0">
                <a:solidFill>
                  <a:srgbClr val="FFFF00"/>
                </a:solidFill>
                <a:latin typeface="+mn-lt"/>
                <a:ea typeface="华文楷体" panose="02010600040101010101" pitchFamily="2" charset="-122"/>
              </a:rPr>
              <a:t>答案为：</a:t>
            </a:r>
            <a:r>
              <a:rPr lang="en-US" altLang="zh-CN" b="1" dirty="0">
                <a:solidFill>
                  <a:srgbClr val="FFFF00"/>
                </a:solidFill>
                <a:latin typeface="+mn-lt"/>
                <a:ea typeface="华文楷体" panose="02010600040101010101" pitchFamily="2" charset="-122"/>
              </a:rPr>
              <a:t>A</a:t>
            </a:r>
            <a:r>
              <a:rPr lang="zh-CN" altLang="en-US" b="1" dirty="0">
                <a:solidFill>
                  <a:srgbClr val="FFFF00"/>
                </a:solidFill>
                <a:latin typeface="+mn-lt"/>
                <a:ea typeface="华文楷体" panose="02010600040101010101" pitchFamily="2" charset="-122"/>
              </a:rPr>
              <a:t>。 </a:t>
            </a:r>
            <a:endParaRPr lang="zh-CN" altLang="en-US" dirty="0">
              <a:solidFill>
                <a:srgbClr val="FFFF00"/>
              </a:solidFill>
              <a:latin typeface="+mn-lt"/>
              <a:ea typeface="华文楷体" panose="02010600040101010101" pitchFamily="2" charset="-122"/>
            </a:endParaRPr>
          </a:p>
        </p:txBody>
      </p:sp>
      <p:sp>
        <p:nvSpPr>
          <p:cNvPr id="4" name="Rectangle 2"/>
          <p:cNvSpPr>
            <a:spLocks noChangeArrowheads="1"/>
          </p:cNvSpPr>
          <p:nvPr/>
        </p:nvSpPr>
        <p:spPr bwMode="auto">
          <a:xfrm>
            <a:off x="457200" y="-27384"/>
            <a:ext cx="8229600" cy="1139825"/>
          </a:xfrm>
          <a:prstGeom prst="rect">
            <a:avLst/>
          </a:prstGeom>
        </p:spPr>
        <p:txBody>
          <a:bodyPr>
            <a:noAutofit/>
          </a:bodyPr>
          <a:lstStyle/>
          <a:p>
            <a:pPr fontAlgn="auto">
              <a:spcAft>
                <a:spcPts val="0"/>
              </a:spcAft>
            </a:pPr>
            <a:r>
              <a:rPr lang="en-US" altLang="zh-CN"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 </a:t>
            </a:r>
            <a:r>
              <a:rPr lang="zh-CN" altLang="en-US"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循环</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结构 </a:t>
            </a:r>
            <a:r>
              <a:rPr lang="en-US" altLang="zh-CN"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a:t>
            </a:r>
            <a:r>
              <a:rPr lang="zh-CN" altLang="en-US"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传统</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的</a:t>
            </a:r>
            <a:r>
              <a:rPr lang="en-US" altLang="zh-CN"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for</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语句</a:t>
            </a:r>
            <a:endPar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3795"/>
                                        </p:tgtEl>
                                        <p:attrNameLst>
                                          <p:attrName>style.visibility</p:attrName>
                                        </p:attrNameLst>
                                      </p:cBhvr>
                                      <p:to>
                                        <p:strVal val="visible"/>
                                      </p:to>
                                    </p:set>
                                    <p:anim calcmode="lin" valueType="num">
                                      <p:cBhvr additive="base">
                                        <p:cTn id="7" dur="500" fill="hold"/>
                                        <p:tgtEl>
                                          <p:spTgt spid="33795"/>
                                        </p:tgtEl>
                                        <p:attrNameLst>
                                          <p:attrName>ppt_x</p:attrName>
                                        </p:attrNameLst>
                                      </p:cBhvr>
                                      <p:tavLst>
                                        <p:tav tm="0">
                                          <p:val>
                                            <p:strVal val="1+#ppt_w/2"/>
                                          </p:val>
                                        </p:tav>
                                        <p:tav tm="100000">
                                          <p:val>
                                            <p:strVal val="#ppt_x"/>
                                          </p:val>
                                        </p:tav>
                                      </p:tavLst>
                                    </p:anim>
                                    <p:anim calcmode="lin" valueType="num">
                                      <p:cBhvr additive="base">
                                        <p:cTn id="8" dur="500" fill="hold"/>
                                        <p:tgtEl>
                                          <p:spTgt spid="337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395536" y="1196752"/>
            <a:ext cx="8458200" cy="5410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70000"/>
              </a:lnSpc>
              <a:spcBef>
                <a:spcPct val="50000"/>
              </a:spcBef>
            </a:pPr>
            <a:r>
              <a:rPr lang="en-US" altLang="zh-CN" b="1" dirty="0" smtClean="0">
                <a:solidFill>
                  <a:srgbClr val="FFFFFF"/>
                </a:solidFill>
                <a:latin typeface="+mn-lt"/>
                <a:ea typeface="华文楷体" panose="02010600040101010101" pitchFamily="2" charset="-122"/>
              </a:rPr>
              <a:t>【</a:t>
            </a:r>
            <a:r>
              <a:rPr lang="zh-CN" altLang="en-US" b="1" dirty="0">
                <a:solidFill>
                  <a:srgbClr val="FFFFFF"/>
                </a:solidFill>
                <a:latin typeface="+mn-lt"/>
                <a:ea typeface="华文楷体" panose="02010600040101010101" pitchFamily="2" charset="-122"/>
              </a:rPr>
              <a:t>例</a:t>
            </a:r>
            <a:r>
              <a:rPr lang="en-US" altLang="zh-CN" b="1" dirty="0">
                <a:solidFill>
                  <a:srgbClr val="FFFFFF"/>
                </a:solidFill>
                <a:latin typeface="+mn-lt"/>
                <a:ea typeface="华文楷体" panose="02010600040101010101" pitchFamily="2" charset="-122"/>
              </a:rPr>
              <a:t>】</a:t>
            </a:r>
            <a:r>
              <a:rPr lang="zh-CN" altLang="en-US" b="1" dirty="0">
                <a:solidFill>
                  <a:srgbClr val="FFFFFF"/>
                </a:solidFill>
                <a:latin typeface="+mn-lt"/>
                <a:ea typeface="华文楷体" panose="02010600040101010101" pitchFamily="2" charset="-122"/>
              </a:rPr>
              <a:t>下面程序的功能是：计算</a:t>
            </a:r>
            <a:r>
              <a:rPr lang="en-US" altLang="zh-CN" b="1" dirty="0">
                <a:solidFill>
                  <a:srgbClr val="FFFFFF"/>
                </a:solidFill>
                <a:latin typeface="+mn-lt"/>
                <a:ea typeface="华文楷体" panose="02010600040101010101" pitchFamily="2" charset="-122"/>
              </a:rPr>
              <a:t>1</a:t>
            </a:r>
            <a:r>
              <a:rPr lang="zh-CN" altLang="en-US" b="1" dirty="0">
                <a:solidFill>
                  <a:srgbClr val="FFFFFF"/>
                </a:solidFill>
                <a:latin typeface="+mn-lt"/>
                <a:ea typeface="华文楷体" panose="02010600040101010101" pitchFamily="2" charset="-122"/>
              </a:rPr>
              <a:t>到</a:t>
            </a:r>
            <a:r>
              <a:rPr lang="en-US" altLang="zh-CN" b="1" dirty="0">
                <a:solidFill>
                  <a:srgbClr val="FFFFFF"/>
                </a:solidFill>
                <a:latin typeface="+mn-lt"/>
                <a:ea typeface="华文楷体" panose="02010600040101010101" pitchFamily="2" charset="-122"/>
              </a:rPr>
              <a:t>10</a:t>
            </a:r>
            <a:r>
              <a:rPr lang="zh-CN" altLang="en-US" b="1" dirty="0">
                <a:solidFill>
                  <a:srgbClr val="FFFFFF"/>
                </a:solidFill>
                <a:latin typeface="+mn-lt"/>
                <a:ea typeface="华文楷体" panose="02010600040101010101" pitchFamily="2" charset="-122"/>
              </a:rPr>
              <a:t>之间奇数之和及偶数之和，请填空。</a:t>
            </a:r>
            <a:endParaRPr lang="zh-CN" altLang="en-US" b="1" dirty="0">
              <a:solidFill>
                <a:srgbClr val="FFFFFF"/>
              </a:solidFill>
              <a:latin typeface="+mn-lt"/>
              <a:ea typeface="华文楷体" panose="02010600040101010101" pitchFamily="2" charset="-122"/>
            </a:endParaRPr>
          </a:p>
          <a:p>
            <a:pPr algn="just" eaLnBrk="1" hangingPunct="1">
              <a:lnSpc>
                <a:spcPct val="70000"/>
              </a:lnSpc>
              <a:spcBef>
                <a:spcPct val="50000"/>
              </a:spcBef>
            </a:pPr>
            <a:r>
              <a:rPr lang="zh-CN" altLang="en-US" sz="2000" b="1" dirty="0">
                <a:solidFill>
                  <a:srgbClr val="FFFFFF"/>
                </a:solidFill>
                <a:latin typeface="+mn-lt"/>
                <a:ea typeface="华文楷体" panose="02010600040101010101" pitchFamily="2" charset="-122"/>
              </a:rPr>
              <a:t>   </a:t>
            </a:r>
            <a:r>
              <a:rPr lang="en-US" altLang="zh-CN" sz="2000" b="1" dirty="0">
                <a:solidFill>
                  <a:srgbClr val="FFFFFF"/>
                </a:solidFill>
                <a:latin typeface="+mn-lt"/>
                <a:ea typeface="华文楷体" panose="02010600040101010101" pitchFamily="2" charset="-122"/>
              </a:rPr>
              <a:t>#include </a:t>
            </a:r>
            <a:r>
              <a:rPr lang="en-US" altLang="zh-CN" sz="2000" b="1" dirty="0" smtClean="0">
                <a:solidFill>
                  <a:srgbClr val="FFFFFF"/>
                </a:solidFill>
                <a:latin typeface="+mn-lt"/>
                <a:ea typeface="华文楷体" panose="02010600040101010101" pitchFamily="2" charset="-122"/>
              </a:rPr>
              <a:t>&lt;</a:t>
            </a:r>
            <a:r>
              <a:rPr lang="en-US" altLang="zh-CN" sz="2000" b="1" dirty="0" err="1" smtClean="0">
                <a:solidFill>
                  <a:srgbClr val="FFFFFF"/>
                </a:solidFill>
                <a:latin typeface="+mn-lt"/>
                <a:ea typeface="华文楷体" panose="02010600040101010101" pitchFamily="2" charset="-122"/>
              </a:rPr>
              <a:t>iostream</a:t>
            </a:r>
            <a:r>
              <a:rPr lang="en-US" altLang="zh-CN" sz="2000" b="1" dirty="0" smtClean="0">
                <a:solidFill>
                  <a:srgbClr val="FFFFFF"/>
                </a:solidFill>
                <a:latin typeface="+mn-lt"/>
                <a:ea typeface="华文楷体" panose="02010600040101010101" pitchFamily="2" charset="-122"/>
              </a:rPr>
              <a:t>&gt;</a:t>
            </a:r>
            <a:endParaRPr lang="en-US" altLang="zh-CN" sz="2000" b="1" dirty="0">
              <a:solidFill>
                <a:srgbClr val="FFFFFF"/>
              </a:solidFill>
              <a:latin typeface="+mn-lt"/>
              <a:ea typeface="华文楷体" panose="02010600040101010101" pitchFamily="2" charset="-122"/>
            </a:endParaRPr>
          </a:p>
          <a:p>
            <a:pPr algn="just" eaLnBrk="1" hangingPunct="1">
              <a:lnSpc>
                <a:spcPct val="70000"/>
              </a:lnSpc>
              <a:spcBef>
                <a:spcPct val="50000"/>
              </a:spcBef>
            </a:pPr>
            <a:r>
              <a:rPr lang="en-US" altLang="zh-CN" sz="2000" b="1" dirty="0">
                <a:solidFill>
                  <a:srgbClr val="FFFFFF"/>
                </a:solidFill>
                <a:latin typeface="+mn-lt"/>
                <a:ea typeface="华文楷体" panose="02010600040101010101" pitchFamily="2" charset="-122"/>
              </a:rPr>
              <a:t>   </a:t>
            </a:r>
            <a:r>
              <a:rPr lang="en-US" altLang="zh-CN" sz="2000" b="1" dirty="0" err="1" smtClean="0">
                <a:solidFill>
                  <a:srgbClr val="FFFFFF"/>
                </a:solidFill>
                <a:latin typeface="+mn-lt"/>
                <a:ea typeface="华文楷体" panose="02010600040101010101" pitchFamily="2" charset="-122"/>
              </a:rPr>
              <a:t>int</a:t>
            </a:r>
            <a:r>
              <a:rPr lang="en-US" altLang="zh-CN" sz="2000" b="1" dirty="0" smtClean="0">
                <a:solidFill>
                  <a:srgbClr val="FFFFFF"/>
                </a:solidFill>
                <a:latin typeface="+mn-lt"/>
                <a:ea typeface="华文楷体" panose="02010600040101010101" pitchFamily="2" charset="-122"/>
              </a:rPr>
              <a:t> main</a:t>
            </a:r>
            <a:r>
              <a:rPr lang="en-US" altLang="zh-CN" sz="2000" b="1" dirty="0">
                <a:solidFill>
                  <a:srgbClr val="FFFFFF"/>
                </a:solidFill>
                <a:latin typeface="+mn-lt"/>
                <a:ea typeface="华文楷体" panose="02010600040101010101" pitchFamily="2" charset="-122"/>
              </a:rPr>
              <a:t>()</a:t>
            </a:r>
            <a:endParaRPr lang="en-US" altLang="zh-CN" sz="2000" b="1" dirty="0">
              <a:solidFill>
                <a:srgbClr val="FFFFFF"/>
              </a:solidFill>
              <a:latin typeface="+mn-lt"/>
              <a:ea typeface="华文楷体" panose="02010600040101010101" pitchFamily="2" charset="-122"/>
            </a:endParaRPr>
          </a:p>
          <a:p>
            <a:pPr algn="just" eaLnBrk="1" hangingPunct="1">
              <a:lnSpc>
                <a:spcPct val="70000"/>
              </a:lnSpc>
              <a:spcBef>
                <a:spcPct val="50000"/>
              </a:spcBef>
            </a:pPr>
            <a:r>
              <a:rPr lang="en-US" altLang="zh-CN" sz="2000" b="1" dirty="0">
                <a:solidFill>
                  <a:srgbClr val="FFFFFF"/>
                </a:solidFill>
                <a:latin typeface="+mn-lt"/>
                <a:ea typeface="华文楷体" panose="02010600040101010101" pitchFamily="2" charset="-122"/>
              </a:rPr>
              <a:t>  {    </a:t>
            </a:r>
            <a:r>
              <a:rPr lang="en-US" altLang="zh-CN" sz="2000" b="1" dirty="0" smtClean="0">
                <a:solidFill>
                  <a:srgbClr val="FFFFFF"/>
                </a:solidFill>
                <a:latin typeface="+mn-lt"/>
                <a:ea typeface="华文楷体" panose="02010600040101010101" pitchFamily="2" charset="-122"/>
              </a:rPr>
              <a:t>       </a:t>
            </a:r>
            <a:r>
              <a:rPr lang="en-US" altLang="zh-CN" sz="2000" b="1" dirty="0" err="1">
                <a:solidFill>
                  <a:srgbClr val="FFFFFF"/>
                </a:solidFill>
                <a:latin typeface="+mn-lt"/>
                <a:ea typeface="华文楷体" panose="02010600040101010101" pitchFamily="2" charset="-122"/>
              </a:rPr>
              <a:t>int</a:t>
            </a:r>
            <a:r>
              <a:rPr lang="en-US" altLang="zh-CN" sz="2000" b="1" dirty="0">
                <a:solidFill>
                  <a:srgbClr val="FFFFFF"/>
                </a:solidFill>
                <a:latin typeface="+mn-lt"/>
                <a:ea typeface="华文楷体" panose="02010600040101010101" pitchFamily="2" charset="-122"/>
              </a:rPr>
              <a:t> </a:t>
            </a:r>
            <a:r>
              <a:rPr lang="en-US" altLang="zh-CN" sz="2000" b="1" dirty="0" err="1">
                <a:solidFill>
                  <a:srgbClr val="FFFFFF"/>
                </a:solidFill>
                <a:latin typeface="+mn-lt"/>
                <a:ea typeface="华文楷体" panose="02010600040101010101" pitchFamily="2" charset="-122"/>
              </a:rPr>
              <a:t>a,b,c,i</a:t>
            </a:r>
            <a:r>
              <a:rPr lang="en-US" altLang="zh-CN" sz="2000" b="1" dirty="0">
                <a:solidFill>
                  <a:srgbClr val="FFFFFF"/>
                </a:solidFill>
                <a:latin typeface="+mn-lt"/>
                <a:ea typeface="华文楷体" panose="02010600040101010101" pitchFamily="2" charset="-122"/>
              </a:rPr>
              <a:t>;</a:t>
            </a:r>
            <a:endParaRPr lang="en-US" altLang="zh-CN" sz="2000" b="1" dirty="0">
              <a:solidFill>
                <a:srgbClr val="FFFFFF"/>
              </a:solidFill>
              <a:latin typeface="+mn-lt"/>
              <a:ea typeface="华文楷体" panose="02010600040101010101" pitchFamily="2" charset="-122"/>
            </a:endParaRPr>
          </a:p>
          <a:p>
            <a:pPr algn="just" eaLnBrk="1" hangingPunct="1">
              <a:lnSpc>
                <a:spcPct val="70000"/>
              </a:lnSpc>
              <a:spcBef>
                <a:spcPct val="50000"/>
              </a:spcBef>
            </a:pPr>
            <a:r>
              <a:rPr lang="en-US" altLang="zh-CN" sz="2000" b="1" dirty="0">
                <a:solidFill>
                  <a:srgbClr val="FFFFFF"/>
                </a:solidFill>
                <a:latin typeface="+mn-lt"/>
                <a:ea typeface="华文楷体" panose="02010600040101010101" pitchFamily="2" charset="-122"/>
              </a:rPr>
              <a:t>	a=c=0;</a:t>
            </a:r>
            <a:endParaRPr lang="en-US" altLang="zh-CN" sz="2000" b="1" dirty="0">
              <a:solidFill>
                <a:srgbClr val="FFFFFF"/>
              </a:solidFill>
              <a:latin typeface="+mn-lt"/>
              <a:ea typeface="华文楷体" panose="02010600040101010101" pitchFamily="2" charset="-122"/>
            </a:endParaRPr>
          </a:p>
          <a:p>
            <a:pPr algn="just" eaLnBrk="1" hangingPunct="1">
              <a:lnSpc>
                <a:spcPct val="70000"/>
              </a:lnSpc>
              <a:spcBef>
                <a:spcPct val="50000"/>
              </a:spcBef>
            </a:pPr>
            <a:r>
              <a:rPr lang="en-US" altLang="zh-CN" sz="2000" b="1" dirty="0">
                <a:solidFill>
                  <a:srgbClr val="FFFFFF"/>
                </a:solidFill>
                <a:latin typeface="+mn-lt"/>
                <a:ea typeface="华文楷体" panose="02010600040101010101" pitchFamily="2" charset="-122"/>
              </a:rPr>
              <a:t>   	for (</a:t>
            </a:r>
            <a:r>
              <a:rPr lang="en-US" altLang="zh-CN" sz="2000" b="1" dirty="0" err="1">
                <a:solidFill>
                  <a:srgbClr val="FFFFFF"/>
                </a:solidFill>
                <a:latin typeface="+mn-lt"/>
                <a:ea typeface="华文楷体" panose="02010600040101010101" pitchFamily="2" charset="-122"/>
              </a:rPr>
              <a:t>i</a:t>
            </a:r>
            <a:r>
              <a:rPr lang="en-US" altLang="zh-CN" sz="2000" b="1" dirty="0">
                <a:solidFill>
                  <a:srgbClr val="FFFFFF"/>
                </a:solidFill>
                <a:latin typeface="+mn-lt"/>
                <a:ea typeface="华文楷体" panose="02010600040101010101" pitchFamily="2" charset="-122"/>
              </a:rPr>
              <a:t>=0;i&lt;10;i+=2)</a:t>
            </a:r>
            <a:endParaRPr lang="en-US" altLang="zh-CN" sz="2000" b="1" dirty="0">
              <a:solidFill>
                <a:srgbClr val="FFFFFF"/>
              </a:solidFill>
              <a:latin typeface="+mn-lt"/>
              <a:ea typeface="华文楷体" panose="02010600040101010101" pitchFamily="2" charset="-122"/>
            </a:endParaRPr>
          </a:p>
          <a:p>
            <a:pPr algn="just" eaLnBrk="1" hangingPunct="1">
              <a:lnSpc>
                <a:spcPct val="70000"/>
              </a:lnSpc>
              <a:spcBef>
                <a:spcPct val="50000"/>
              </a:spcBef>
            </a:pPr>
            <a:r>
              <a:rPr lang="en-US" altLang="zh-CN" sz="2000" b="1" dirty="0">
                <a:solidFill>
                  <a:srgbClr val="FFFFFF"/>
                </a:solidFill>
                <a:latin typeface="+mn-lt"/>
                <a:ea typeface="华文楷体" panose="02010600040101010101" pitchFamily="2" charset="-122"/>
              </a:rPr>
              <a:t>    	{    a+=</a:t>
            </a:r>
            <a:r>
              <a:rPr lang="en-US" altLang="zh-CN" sz="2000" b="1" dirty="0" err="1">
                <a:solidFill>
                  <a:srgbClr val="FFFFFF"/>
                </a:solidFill>
                <a:latin typeface="+mn-lt"/>
                <a:ea typeface="华文楷体" panose="02010600040101010101" pitchFamily="2" charset="-122"/>
              </a:rPr>
              <a:t>i</a:t>
            </a:r>
            <a:r>
              <a:rPr lang="en-US" altLang="zh-CN" sz="2000" b="1" dirty="0">
                <a:solidFill>
                  <a:srgbClr val="FFFFFF"/>
                </a:solidFill>
                <a:latin typeface="+mn-lt"/>
                <a:ea typeface="华文楷体" panose="02010600040101010101" pitchFamily="2" charset="-122"/>
              </a:rPr>
              <a:t>;</a:t>
            </a:r>
            <a:endParaRPr lang="en-US" altLang="zh-CN" sz="2000" b="1" dirty="0">
              <a:solidFill>
                <a:srgbClr val="FFFFFF"/>
              </a:solidFill>
              <a:latin typeface="+mn-lt"/>
              <a:ea typeface="华文楷体" panose="02010600040101010101" pitchFamily="2" charset="-122"/>
            </a:endParaRPr>
          </a:p>
          <a:p>
            <a:pPr algn="just" eaLnBrk="1" hangingPunct="1">
              <a:lnSpc>
                <a:spcPct val="70000"/>
              </a:lnSpc>
              <a:spcBef>
                <a:spcPct val="50000"/>
              </a:spcBef>
            </a:pPr>
            <a:r>
              <a:rPr lang="en-US" altLang="zh-CN" sz="2000" b="1" dirty="0">
                <a:solidFill>
                  <a:srgbClr val="FFFFFF"/>
                </a:solidFill>
                <a:latin typeface="+mn-lt"/>
                <a:ea typeface="华文楷体" panose="02010600040101010101" pitchFamily="2" charset="-122"/>
              </a:rPr>
              <a:t>                  </a:t>
            </a:r>
            <a:r>
              <a:rPr lang="en-US" altLang="zh-CN" sz="2000" b="1" dirty="0" smtClean="0">
                <a:solidFill>
                  <a:srgbClr val="FFFFFF"/>
                </a:solidFill>
                <a:latin typeface="+mn-lt"/>
                <a:ea typeface="华文楷体" panose="02010600040101010101" pitchFamily="2" charset="-122"/>
              </a:rPr>
              <a:t> </a:t>
            </a:r>
            <a:r>
              <a:rPr lang="en-US" altLang="zh-CN" sz="2000" b="1" u="sng" dirty="0" smtClean="0">
                <a:solidFill>
                  <a:srgbClr val="FFFFFF"/>
                </a:solidFill>
                <a:latin typeface="+mn-lt"/>
                <a:ea typeface="华文楷体" panose="02010600040101010101" pitchFamily="2" charset="-122"/>
              </a:rPr>
              <a:t>                 </a:t>
            </a:r>
            <a:r>
              <a:rPr lang="en-US" altLang="zh-CN" sz="2000" b="1" dirty="0">
                <a:solidFill>
                  <a:srgbClr val="FFFFFF"/>
                </a:solidFill>
                <a:latin typeface="+mn-lt"/>
                <a:ea typeface="华文楷体" panose="02010600040101010101" pitchFamily="2" charset="-122"/>
              </a:rPr>
              <a:t>;</a:t>
            </a:r>
            <a:endParaRPr lang="en-US" altLang="zh-CN" sz="2000" b="1" dirty="0">
              <a:solidFill>
                <a:srgbClr val="FFFFFF"/>
              </a:solidFill>
              <a:latin typeface="+mn-lt"/>
              <a:ea typeface="华文楷体" panose="02010600040101010101" pitchFamily="2" charset="-122"/>
            </a:endParaRPr>
          </a:p>
          <a:p>
            <a:pPr algn="just" eaLnBrk="1" hangingPunct="1">
              <a:lnSpc>
                <a:spcPct val="70000"/>
              </a:lnSpc>
              <a:spcBef>
                <a:spcPct val="50000"/>
              </a:spcBef>
            </a:pPr>
            <a:r>
              <a:rPr lang="en-US" altLang="zh-CN" sz="2000" b="1" dirty="0">
                <a:solidFill>
                  <a:srgbClr val="FFFFFF"/>
                </a:solidFill>
                <a:latin typeface="+mn-lt"/>
                <a:ea typeface="华文楷体" panose="02010600040101010101" pitchFamily="2" charset="-122"/>
              </a:rPr>
              <a:t>                </a:t>
            </a:r>
            <a:r>
              <a:rPr lang="en-US" altLang="zh-CN" sz="2000" b="1" dirty="0" smtClean="0">
                <a:solidFill>
                  <a:srgbClr val="FFFFFF"/>
                </a:solidFill>
                <a:latin typeface="+mn-lt"/>
                <a:ea typeface="华文楷体" panose="02010600040101010101" pitchFamily="2" charset="-122"/>
              </a:rPr>
              <a:t>   </a:t>
            </a:r>
            <a:r>
              <a:rPr lang="en-US" altLang="zh-CN" sz="2000" b="1" dirty="0">
                <a:solidFill>
                  <a:srgbClr val="FFFFFF"/>
                </a:solidFill>
                <a:latin typeface="+mn-lt"/>
                <a:ea typeface="华文楷体" panose="02010600040101010101" pitchFamily="2" charset="-122"/>
              </a:rPr>
              <a:t>c+=b;</a:t>
            </a:r>
            <a:endParaRPr lang="en-US" altLang="zh-CN" sz="2000" b="1" dirty="0">
              <a:solidFill>
                <a:srgbClr val="FFFFFF"/>
              </a:solidFill>
              <a:latin typeface="+mn-lt"/>
              <a:ea typeface="华文楷体" panose="02010600040101010101" pitchFamily="2" charset="-122"/>
            </a:endParaRPr>
          </a:p>
          <a:p>
            <a:pPr algn="just" eaLnBrk="1" hangingPunct="1">
              <a:lnSpc>
                <a:spcPct val="70000"/>
              </a:lnSpc>
              <a:spcBef>
                <a:spcPct val="50000"/>
              </a:spcBef>
            </a:pPr>
            <a:r>
              <a:rPr lang="en-US" altLang="zh-CN" sz="2000" b="1" dirty="0">
                <a:solidFill>
                  <a:srgbClr val="FFFFFF"/>
                </a:solidFill>
                <a:latin typeface="+mn-lt"/>
                <a:ea typeface="华文楷体" panose="02010600040101010101" pitchFamily="2" charset="-122"/>
              </a:rPr>
              <a:t>   	}</a:t>
            </a:r>
            <a:endParaRPr lang="en-US" altLang="zh-CN" sz="2000" b="1" dirty="0">
              <a:solidFill>
                <a:srgbClr val="FFFFFF"/>
              </a:solidFill>
              <a:latin typeface="+mn-lt"/>
              <a:ea typeface="华文楷体" panose="02010600040101010101" pitchFamily="2" charset="-122"/>
            </a:endParaRPr>
          </a:p>
          <a:p>
            <a:pPr algn="just" eaLnBrk="1" hangingPunct="1">
              <a:lnSpc>
                <a:spcPct val="70000"/>
              </a:lnSpc>
              <a:spcBef>
                <a:spcPct val="50000"/>
              </a:spcBef>
            </a:pPr>
            <a:r>
              <a:rPr lang="en-US" altLang="zh-CN" sz="2000" b="1" dirty="0">
                <a:solidFill>
                  <a:srgbClr val="FFFFFF"/>
                </a:solidFill>
                <a:latin typeface="+mn-lt"/>
                <a:ea typeface="华文楷体" panose="02010600040101010101" pitchFamily="2" charset="-122"/>
              </a:rPr>
              <a:t>   	</a:t>
            </a:r>
            <a:r>
              <a:rPr lang="en-US" altLang="zh-CN" sz="2000" b="1" dirty="0" err="1" smtClean="0">
                <a:solidFill>
                  <a:srgbClr val="FFFFFF"/>
                </a:solidFill>
                <a:latin typeface="+mn-lt"/>
                <a:ea typeface="华文楷体" panose="02010600040101010101" pitchFamily="2" charset="-122"/>
              </a:rPr>
              <a:t>std</a:t>
            </a:r>
            <a:r>
              <a:rPr lang="en-US" altLang="zh-CN" sz="2000" b="1" dirty="0" smtClean="0">
                <a:solidFill>
                  <a:srgbClr val="FFFFFF"/>
                </a:solidFill>
                <a:latin typeface="+mn-lt"/>
                <a:ea typeface="华文楷体" panose="02010600040101010101" pitchFamily="2" charset="-122"/>
              </a:rPr>
              <a:t>::</a:t>
            </a:r>
            <a:r>
              <a:rPr lang="en-US" altLang="zh-CN" sz="2000" b="1" dirty="0" err="1" smtClean="0">
                <a:solidFill>
                  <a:srgbClr val="FFFFFF"/>
                </a:solidFill>
                <a:latin typeface="+mn-lt"/>
                <a:ea typeface="华文楷体" panose="02010600040101010101" pitchFamily="2" charset="-122"/>
              </a:rPr>
              <a:t>cout</a:t>
            </a:r>
            <a:r>
              <a:rPr lang="en-US" altLang="zh-CN" sz="2000" b="1" dirty="0" smtClean="0">
                <a:solidFill>
                  <a:srgbClr val="FFFFFF"/>
                </a:solidFill>
                <a:latin typeface="+mn-lt"/>
                <a:ea typeface="华文楷体" panose="02010600040101010101" pitchFamily="2" charset="-122"/>
              </a:rPr>
              <a:t> &lt;&lt;"</a:t>
            </a:r>
            <a:r>
              <a:rPr lang="zh-CN" altLang="en-US" sz="2000" b="1" dirty="0">
                <a:solidFill>
                  <a:srgbClr val="FFFFFF"/>
                </a:solidFill>
                <a:latin typeface="+mn-lt"/>
                <a:ea typeface="华文楷体" panose="02010600040101010101" pitchFamily="2" charset="-122"/>
              </a:rPr>
              <a:t>偶数之和</a:t>
            </a:r>
            <a:r>
              <a:rPr lang="en-US" altLang="zh-CN" sz="2000" b="1" dirty="0" smtClean="0">
                <a:solidFill>
                  <a:srgbClr val="FFFFFF"/>
                </a:solidFill>
                <a:latin typeface="+mn-lt"/>
                <a:ea typeface="华文楷体" panose="02010600040101010101" pitchFamily="2" charset="-122"/>
              </a:rPr>
              <a:t>=</a:t>
            </a:r>
            <a:r>
              <a:rPr lang="en-US" altLang="zh-CN" sz="2000" b="1" dirty="0">
                <a:solidFill>
                  <a:srgbClr val="FFFFFF"/>
                </a:solidFill>
                <a:ea typeface="华文楷体" panose="02010600040101010101" pitchFamily="2" charset="-122"/>
              </a:rPr>
              <a:t>"</a:t>
            </a:r>
            <a:r>
              <a:rPr lang="en-US" altLang="zh-CN" sz="2000" b="1" dirty="0" smtClean="0">
                <a:solidFill>
                  <a:srgbClr val="FFFFFF"/>
                </a:solidFill>
                <a:latin typeface="+mn-lt"/>
                <a:ea typeface="华文楷体" panose="02010600040101010101" pitchFamily="2" charset="-122"/>
              </a:rPr>
              <a:t> &lt;&lt; a &lt;&lt; </a:t>
            </a:r>
            <a:r>
              <a:rPr lang="en-US" altLang="zh-CN" sz="2000" b="1" dirty="0" err="1" smtClean="0">
                <a:solidFill>
                  <a:srgbClr val="FFFFFF"/>
                </a:solidFill>
                <a:latin typeface="+mn-lt"/>
                <a:ea typeface="华文楷体" panose="02010600040101010101" pitchFamily="2" charset="-122"/>
              </a:rPr>
              <a:t>std</a:t>
            </a:r>
            <a:r>
              <a:rPr lang="en-US" altLang="zh-CN" sz="2000" b="1" dirty="0" smtClean="0">
                <a:solidFill>
                  <a:srgbClr val="FFFFFF"/>
                </a:solidFill>
                <a:latin typeface="+mn-lt"/>
                <a:ea typeface="华文楷体" panose="02010600040101010101" pitchFamily="2" charset="-122"/>
              </a:rPr>
              <a:t>::</a:t>
            </a:r>
            <a:r>
              <a:rPr lang="en-US" altLang="zh-CN" sz="2000" b="1" dirty="0" err="1" smtClean="0">
                <a:solidFill>
                  <a:srgbClr val="FFFFFF"/>
                </a:solidFill>
                <a:latin typeface="+mn-lt"/>
                <a:ea typeface="华文楷体" panose="02010600040101010101" pitchFamily="2" charset="-122"/>
              </a:rPr>
              <a:t>endl</a:t>
            </a:r>
            <a:r>
              <a:rPr lang="en-US" altLang="zh-CN" sz="2000" b="1" dirty="0" smtClean="0">
                <a:solidFill>
                  <a:srgbClr val="FFFFFF"/>
                </a:solidFill>
                <a:latin typeface="+mn-lt"/>
                <a:ea typeface="华文楷体" panose="02010600040101010101" pitchFamily="2" charset="-122"/>
              </a:rPr>
              <a:t>;</a:t>
            </a:r>
            <a:endParaRPr lang="en-US" altLang="zh-CN" sz="2000" b="1" dirty="0">
              <a:solidFill>
                <a:srgbClr val="FFFFFF"/>
              </a:solidFill>
              <a:latin typeface="+mn-lt"/>
              <a:ea typeface="华文楷体" panose="02010600040101010101" pitchFamily="2" charset="-122"/>
            </a:endParaRPr>
          </a:p>
          <a:p>
            <a:pPr algn="just" eaLnBrk="1" hangingPunct="1">
              <a:lnSpc>
                <a:spcPct val="70000"/>
              </a:lnSpc>
              <a:spcBef>
                <a:spcPct val="50000"/>
              </a:spcBef>
            </a:pPr>
            <a:r>
              <a:rPr lang="en-US" altLang="zh-CN" sz="2000" b="1" dirty="0">
                <a:solidFill>
                  <a:srgbClr val="FFFFFF"/>
                </a:solidFill>
                <a:latin typeface="+mn-lt"/>
                <a:ea typeface="华文楷体" panose="02010600040101010101" pitchFamily="2" charset="-122"/>
              </a:rPr>
              <a:t>   	</a:t>
            </a:r>
            <a:r>
              <a:rPr lang="en-US" altLang="zh-CN" sz="2000" b="1" dirty="0" err="1" smtClean="0">
                <a:solidFill>
                  <a:srgbClr val="FFFFFF"/>
                </a:solidFill>
                <a:latin typeface="+mn-lt"/>
                <a:ea typeface="华文楷体" panose="02010600040101010101" pitchFamily="2" charset="-122"/>
              </a:rPr>
              <a:t>std</a:t>
            </a:r>
            <a:r>
              <a:rPr lang="en-US" altLang="zh-CN" sz="2000" b="1" dirty="0" smtClean="0">
                <a:solidFill>
                  <a:srgbClr val="FFFFFF"/>
                </a:solidFill>
                <a:latin typeface="+mn-lt"/>
                <a:ea typeface="华文楷体" panose="02010600040101010101" pitchFamily="2" charset="-122"/>
              </a:rPr>
              <a:t>::</a:t>
            </a:r>
            <a:r>
              <a:rPr lang="en-US" altLang="zh-CN" sz="2000" b="1" dirty="0" err="1" smtClean="0">
                <a:solidFill>
                  <a:srgbClr val="FFFFFF"/>
                </a:solidFill>
                <a:latin typeface="+mn-lt"/>
                <a:ea typeface="华文楷体" panose="02010600040101010101" pitchFamily="2" charset="-122"/>
              </a:rPr>
              <a:t>cout</a:t>
            </a:r>
            <a:r>
              <a:rPr lang="en-US" altLang="zh-CN" sz="2000" b="1" dirty="0" smtClean="0">
                <a:solidFill>
                  <a:srgbClr val="FFFFFF"/>
                </a:solidFill>
                <a:latin typeface="+mn-lt"/>
                <a:ea typeface="华文楷体" panose="02010600040101010101" pitchFamily="2" charset="-122"/>
              </a:rPr>
              <a:t> &lt;&lt; </a:t>
            </a:r>
            <a:r>
              <a:rPr lang="en-US" altLang="zh-CN" sz="2000" b="1" dirty="0">
                <a:solidFill>
                  <a:srgbClr val="FFFFFF"/>
                </a:solidFill>
                <a:ea typeface="华文楷体" panose="02010600040101010101" pitchFamily="2" charset="-122"/>
              </a:rPr>
              <a:t>"</a:t>
            </a:r>
            <a:r>
              <a:rPr lang="zh-CN" altLang="en-US" sz="2000" b="1" dirty="0" smtClean="0">
                <a:solidFill>
                  <a:srgbClr val="FFFFFF"/>
                </a:solidFill>
                <a:latin typeface="+mn-lt"/>
                <a:ea typeface="华文楷体" panose="02010600040101010101" pitchFamily="2" charset="-122"/>
              </a:rPr>
              <a:t>奇数</a:t>
            </a:r>
            <a:r>
              <a:rPr lang="zh-CN" altLang="en-US" sz="2000" b="1" dirty="0">
                <a:solidFill>
                  <a:srgbClr val="FFFFFF"/>
                </a:solidFill>
                <a:latin typeface="+mn-lt"/>
                <a:ea typeface="华文楷体" panose="02010600040101010101" pitchFamily="2" charset="-122"/>
              </a:rPr>
              <a:t>之和</a:t>
            </a:r>
            <a:r>
              <a:rPr lang="en-US" altLang="zh-CN" sz="2000" b="1" dirty="0" smtClean="0">
                <a:solidFill>
                  <a:srgbClr val="FFFFFF"/>
                </a:solidFill>
                <a:latin typeface="+mn-lt"/>
                <a:ea typeface="华文楷体" panose="02010600040101010101" pitchFamily="2" charset="-122"/>
              </a:rPr>
              <a:t>=" &lt;&lt;  c &lt;&lt; </a:t>
            </a:r>
            <a:r>
              <a:rPr lang="en-US" altLang="zh-CN" sz="2000" b="1" dirty="0" err="1" smtClean="0">
                <a:solidFill>
                  <a:srgbClr val="FFFFFF"/>
                </a:solidFill>
                <a:latin typeface="+mn-lt"/>
                <a:ea typeface="华文楷体" panose="02010600040101010101" pitchFamily="2" charset="-122"/>
              </a:rPr>
              <a:t>std</a:t>
            </a:r>
            <a:r>
              <a:rPr lang="en-US" altLang="zh-CN" sz="2000" b="1" dirty="0" smtClean="0">
                <a:solidFill>
                  <a:srgbClr val="FFFFFF"/>
                </a:solidFill>
                <a:latin typeface="+mn-lt"/>
                <a:ea typeface="华文楷体" panose="02010600040101010101" pitchFamily="2" charset="-122"/>
              </a:rPr>
              <a:t>::</a:t>
            </a:r>
            <a:r>
              <a:rPr lang="en-US" altLang="zh-CN" sz="2000" b="1" dirty="0" err="1" smtClean="0">
                <a:solidFill>
                  <a:srgbClr val="FFFFFF"/>
                </a:solidFill>
                <a:latin typeface="+mn-lt"/>
                <a:ea typeface="华文楷体" panose="02010600040101010101" pitchFamily="2" charset="-122"/>
              </a:rPr>
              <a:t>endl</a:t>
            </a:r>
            <a:r>
              <a:rPr lang="en-US" altLang="zh-CN" sz="2000" b="1" dirty="0" smtClean="0">
                <a:solidFill>
                  <a:srgbClr val="FFFFFF"/>
                </a:solidFill>
                <a:latin typeface="+mn-lt"/>
                <a:ea typeface="华文楷体" panose="02010600040101010101" pitchFamily="2" charset="-122"/>
              </a:rPr>
              <a:t>;</a:t>
            </a:r>
            <a:endParaRPr lang="en-US" altLang="zh-CN" sz="2000" b="1" dirty="0" smtClean="0">
              <a:solidFill>
                <a:srgbClr val="FFFFFF"/>
              </a:solidFill>
              <a:latin typeface="+mn-lt"/>
              <a:ea typeface="华文楷体" panose="02010600040101010101" pitchFamily="2" charset="-122"/>
            </a:endParaRPr>
          </a:p>
          <a:p>
            <a:pPr algn="just" eaLnBrk="1" hangingPunct="1">
              <a:lnSpc>
                <a:spcPct val="70000"/>
              </a:lnSpc>
              <a:spcBef>
                <a:spcPct val="50000"/>
              </a:spcBef>
            </a:pPr>
            <a:r>
              <a:rPr lang="en-US" altLang="zh-CN" sz="2000" b="1" dirty="0">
                <a:solidFill>
                  <a:srgbClr val="FFFFFF"/>
                </a:solidFill>
                <a:latin typeface="+mn-lt"/>
                <a:ea typeface="华文楷体" panose="02010600040101010101" pitchFamily="2" charset="-122"/>
              </a:rPr>
              <a:t> </a:t>
            </a:r>
            <a:r>
              <a:rPr lang="en-US" altLang="zh-CN" sz="2000" b="1" dirty="0" smtClean="0">
                <a:solidFill>
                  <a:srgbClr val="FFFFFF"/>
                </a:solidFill>
                <a:latin typeface="+mn-lt"/>
                <a:ea typeface="华文楷体" panose="02010600040101010101" pitchFamily="2" charset="-122"/>
              </a:rPr>
              <a:t>             return 0;</a:t>
            </a:r>
            <a:endParaRPr lang="en-US" altLang="zh-CN" sz="2000" b="1" dirty="0">
              <a:solidFill>
                <a:srgbClr val="FFFFFF"/>
              </a:solidFill>
              <a:latin typeface="+mn-lt"/>
              <a:ea typeface="华文楷体" panose="02010600040101010101" pitchFamily="2" charset="-122"/>
            </a:endParaRPr>
          </a:p>
          <a:p>
            <a:pPr algn="just" eaLnBrk="1" hangingPunct="1">
              <a:lnSpc>
                <a:spcPct val="70000"/>
              </a:lnSpc>
              <a:spcBef>
                <a:spcPct val="50000"/>
              </a:spcBef>
            </a:pPr>
            <a:r>
              <a:rPr lang="en-US" altLang="zh-CN" sz="2000" b="1" dirty="0">
                <a:solidFill>
                  <a:srgbClr val="FFFFFF"/>
                </a:solidFill>
                <a:latin typeface="+mn-lt"/>
                <a:ea typeface="华文楷体" panose="02010600040101010101" pitchFamily="2" charset="-122"/>
              </a:rPr>
              <a:t>  }  </a:t>
            </a:r>
            <a:endParaRPr lang="en-US" altLang="zh-CN" b="1" dirty="0">
              <a:solidFill>
                <a:srgbClr val="FFFFFF"/>
              </a:solidFill>
              <a:latin typeface="+mn-lt"/>
              <a:ea typeface="华文楷体" panose="02010600040101010101" pitchFamily="2" charset="-122"/>
            </a:endParaRPr>
          </a:p>
        </p:txBody>
      </p:sp>
      <p:sp>
        <p:nvSpPr>
          <p:cNvPr id="34819" name="Text Box 3"/>
          <p:cNvSpPr txBox="1">
            <a:spLocks noChangeArrowheads="1"/>
          </p:cNvSpPr>
          <p:nvPr/>
        </p:nvSpPr>
        <p:spPr bwMode="auto">
          <a:xfrm>
            <a:off x="4953000" y="2282825"/>
            <a:ext cx="3810000" cy="1643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40000"/>
              </a:lnSpc>
              <a:spcBef>
                <a:spcPct val="50000"/>
              </a:spcBef>
            </a:pPr>
            <a:r>
              <a:rPr lang="zh-CN" altLang="en-US" b="1" dirty="0">
                <a:solidFill>
                  <a:srgbClr val="FFFF00"/>
                </a:solidFill>
                <a:latin typeface="+mn-lt"/>
                <a:ea typeface="华文楷体" panose="02010600040101010101" pitchFamily="2" charset="-122"/>
              </a:rPr>
              <a:t>答</a:t>
            </a:r>
            <a:r>
              <a:rPr lang="zh-CN" altLang="en-US" b="1" dirty="0" smtClean="0">
                <a:solidFill>
                  <a:srgbClr val="FFFF00"/>
                </a:solidFill>
                <a:latin typeface="+mn-lt"/>
                <a:ea typeface="华文楷体" panose="02010600040101010101" pitchFamily="2" charset="-122"/>
              </a:rPr>
              <a:t>：</a:t>
            </a:r>
            <a:r>
              <a:rPr lang="en-US" altLang="zh-CN" b="1" dirty="0" smtClean="0">
                <a:solidFill>
                  <a:srgbClr val="FFFF00"/>
                </a:solidFill>
                <a:latin typeface="+mn-lt"/>
                <a:ea typeface="华文楷体" panose="02010600040101010101" pitchFamily="2" charset="-122"/>
              </a:rPr>
              <a:t>for</a:t>
            </a:r>
            <a:r>
              <a:rPr lang="zh-CN" altLang="en-US" b="1" dirty="0">
                <a:solidFill>
                  <a:srgbClr val="FFFF00"/>
                </a:solidFill>
                <a:latin typeface="+mn-lt"/>
                <a:ea typeface="华文楷体" panose="02010600040101010101" pitchFamily="2" charset="-122"/>
              </a:rPr>
              <a:t>循环中</a:t>
            </a:r>
            <a:r>
              <a:rPr lang="en-US" altLang="zh-CN" b="1" dirty="0" err="1">
                <a:solidFill>
                  <a:srgbClr val="FFFF00"/>
                </a:solidFill>
                <a:latin typeface="+mn-lt"/>
                <a:ea typeface="华文楷体" panose="02010600040101010101" pitchFamily="2" charset="-122"/>
              </a:rPr>
              <a:t>i</a:t>
            </a:r>
            <a:r>
              <a:rPr lang="zh-CN" altLang="en-US" b="1" dirty="0">
                <a:solidFill>
                  <a:srgbClr val="FFFF00"/>
                </a:solidFill>
                <a:latin typeface="+mn-lt"/>
                <a:ea typeface="华文楷体" panose="02010600040101010101" pitchFamily="2" charset="-122"/>
              </a:rPr>
              <a:t>扫描所有偶数，</a:t>
            </a:r>
            <a:r>
              <a:rPr lang="en-US" altLang="zh-CN" b="1" dirty="0">
                <a:solidFill>
                  <a:srgbClr val="FFFF00"/>
                </a:solidFill>
                <a:latin typeface="+mn-lt"/>
                <a:ea typeface="华文楷体" panose="02010600040101010101" pitchFamily="2" charset="-122"/>
              </a:rPr>
              <a:t>b</a:t>
            </a:r>
            <a:r>
              <a:rPr lang="zh-CN" altLang="en-US" b="1" dirty="0">
                <a:solidFill>
                  <a:srgbClr val="FFFF00"/>
                </a:solidFill>
                <a:latin typeface="+mn-lt"/>
                <a:ea typeface="华文楷体" panose="02010600040101010101" pitchFamily="2" charset="-122"/>
              </a:rPr>
              <a:t>扫描所有奇数。本题答案为：</a:t>
            </a:r>
            <a:r>
              <a:rPr lang="en-US" altLang="zh-CN" b="1" dirty="0">
                <a:solidFill>
                  <a:srgbClr val="FFFF00"/>
                </a:solidFill>
                <a:latin typeface="+mn-lt"/>
                <a:ea typeface="华文楷体" panose="02010600040101010101" pitchFamily="2" charset="-122"/>
              </a:rPr>
              <a:t>b=i+1</a:t>
            </a:r>
            <a:r>
              <a:rPr lang="zh-CN" altLang="en-US" b="1" dirty="0">
                <a:solidFill>
                  <a:srgbClr val="FFFF00"/>
                </a:solidFill>
                <a:latin typeface="+mn-lt"/>
                <a:ea typeface="华文楷体" panose="02010600040101010101" pitchFamily="2" charset="-122"/>
              </a:rPr>
              <a:t>。</a:t>
            </a:r>
            <a:endParaRPr lang="zh-CN" altLang="en-US" dirty="0">
              <a:solidFill>
                <a:srgbClr val="FFFF00"/>
              </a:solidFill>
              <a:latin typeface="+mn-lt"/>
              <a:ea typeface="华文楷体" panose="02010600040101010101" pitchFamily="2" charset="-122"/>
            </a:endParaRPr>
          </a:p>
        </p:txBody>
      </p:sp>
      <p:sp>
        <p:nvSpPr>
          <p:cNvPr id="4" name="Rectangle 2"/>
          <p:cNvSpPr>
            <a:spLocks noChangeArrowheads="1"/>
          </p:cNvSpPr>
          <p:nvPr/>
        </p:nvSpPr>
        <p:spPr bwMode="auto">
          <a:xfrm>
            <a:off x="457200" y="-27384"/>
            <a:ext cx="8229600" cy="1139825"/>
          </a:xfrm>
          <a:prstGeom prst="rect">
            <a:avLst/>
          </a:prstGeom>
        </p:spPr>
        <p:txBody>
          <a:bodyPr>
            <a:noAutofit/>
          </a:bodyPr>
          <a:lstStyle/>
          <a:p>
            <a:pPr fontAlgn="auto">
              <a:spcAft>
                <a:spcPts val="0"/>
              </a:spcAft>
            </a:pPr>
            <a:r>
              <a:rPr lang="en-US" altLang="zh-CN"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  </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循环结构 </a:t>
            </a:r>
            <a:r>
              <a:rPr lang="en-US" altLang="zh-CN"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a:t>
            </a:r>
            <a:r>
              <a:rPr lang="zh-CN" altLang="en-US" sz="3600" b="1" i="1" dirty="0" smtClean="0">
                <a:solidFill>
                  <a:srgbClr val="FFFFFF"/>
                </a:solidFill>
                <a:effectLst>
                  <a:outerShdw blurRad="38100" dist="38100" dir="2700000" algn="tl">
                    <a:srgbClr val="000000"/>
                  </a:outerShdw>
                </a:effectLst>
                <a:latin typeface="+mj-lt"/>
                <a:ea typeface="隶书" panose="02010509060101010101" pitchFamily="49" charset="-122"/>
                <a:cs typeface="+mj-cs"/>
              </a:rPr>
              <a:t>传统</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的</a:t>
            </a:r>
            <a:r>
              <a:rPr lang="en-US" altLang="zh-CN"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for</a:t>
            </a:r>
            <a:r>
              <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rPr>
              <a:t>语句</a:t>
            </a:r>
            <a:endParaRPr lang="zh-CN" altLang="en-US" sz="3600" b="1" i="1" dirty="0">
              <a:solidFill>
                <a:srgbClr val="FFFFFF"/>
              </a:solidFill>
              <a:effectLst>
                <a:outerShdw blurRad="38100" dist="38100" dir="2700000" algn="tl">
                  <a:srgbClr val="000000"/>
                </a:outerShdw>
              </a:effectLst>
              <a:latin typeface="+mj-lt"/>
              <a:ea typeface="隶书" panose="02010509060101010101" pitchFamily="49" charset="-122"/>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4819"/>
                                        </p:tgtEl>
                                        <p:attrNameLst>
                                          <p:attrName>style.visibility</p:attrName>
                                        </p:attrNameLst>
                                      </p:cBhvr>
                                      <p:to>
                                        <p:strVal val="visible"/>
                                      </p:to>
                                    </p:set>
                                    <p:anim calcmode="lin" valueType="num">
                                      <p:cBhvr additive="base">
                                        <p:cTn id="7" dur="500" fill="hold"/>
                                        <p:tgtEl>
                                          <p:spTgt spid="34819"/>
                                        </p:tgtEl>
                                        <p:attrNameLst>
                                          <p:attrName>ppt_x</p:attrName>
                                        </p:attrNameLst>
                                      </p:cBhvr>
                                      <p:tavLst>
                                        <p:tav tm="0">
                                          <p:val>
                                            <p:strVal val="1+#ppt_w/2"/>
                                          </p:val>
                                        </p:tav>
                                        <p:tav tm="100000">
                                          <p:val>
                                            <p:strVal val="#ppt_x"/>
                                          </p:val>
                                        </p:tav>
                                      </p:tavLst>
                                    </p:anim>
                                    <p:anim calcmode="lin" valueType="num">
                                      <p:cBhvr additive="base">
                                        <p:cTn id="8" dur="500" fill="hold"/>
                                        <p:tgtEl>
                                          <p:spTgt spid="348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907704" y="2492896"/>
            <a:ext cx="5753498" cy="830997"/>
          </a:xfrm>
          <a:prstGeom prst="rect">
            <a:avLst/>
          </a:prstGeom>
        </p:spPr>
        <p:txBody>
          <a:bodyPr wrap="none">
            <a:spAutoFit/>
          </a:bodyPr>
          <a:lstStyle/>
          <a:p>
            <a:r>
              <a:rPr lang="zh-CN" altLang="en-US" sz="4800" b="1" dirty="0" smtClean="0">
                <a:solidFill>
                  <a:srgbClr val="FFFF00"/>
                </a:solidFill>
                <a:ea typeface="隶书" panose="02010509060101010101" pitchFamily="49" charset="-122"/>
              </a:rPr>
              <a:t>本次课堂练习结束！</a:t>
            </a:r>
            <a:endParaRPr lang="zh-CN" altLang="en-US" sz="4800" dirty="0">
              <a:solidFill>
                <a:srgbClr val="FFFF00"/>
              </a:solidFill>
            </a:endParaRPr>
          </a:p>
        </p:txBody>
      </p:sp>
    </p:spTree>
  </p:cSld>
  <p:clrMapOvr>
    <a:masterClrMapping/>
  </p:clrMapOvr>
  <p:transition/>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p:cNvSpPr>
            <a:spLocks noGrp="1" noChangeArrowheads="1"/>
          </p:cNvSpPr>
          <p:nvPr>
            <p:ph type="title"/>
          </p:nvPr>
        </p:nvSpPr>
        <p:spPr bwMode="auto">
          <a:xfrm>
            <a:off x="432656" y="2060848"/>
            <a:ext cx="8583488" cy="1244352"/>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5"/>
            </a:pPr>
            <a:r>
              <a:rPr lang="en-US" altLang="zh-CN" sz="5800" b="1" dirty="0" smtClean="0">
                <a:ea typeface="华文彩云" panose="02010800040101010101" pitchFamily="2" charset="-122"/>
              </a:rPr>
              <a:t>   </a:t>
            </a:r>
            <a:r>
              <a:rPr lang="zh-CN" altLang="en-US" sz="5800" b="1" dirty="0" smtClean="0">
                <a:ea typeface="华文彩云" panose="02010800040101010101" pitchFamily="2" charset="-122"/>
              </a:rPr>
              <a:t>类型别名与类型推断</a:t>
            </a:r>
            <a:endParaRPr lang="zh-CN" altLang="en-US" sz="5800" dirty="0"/>
          </a:p>
        </p:txBody>
      </p:sp>
      <p:pic>
        <p:nvPicPr>
          <p:cNvPr id="612355" name="Picture 3" descr="BS00580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33600" y="4038607"/>
            <a:ext cx="2590800" cy="21828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Autofit/>
          </a:bodyPr>
          <a:lstStyle/>
          <a:p>
            <a:pPr algn="ctr" fontAlgn="auto">
              <a:spcAft>
                <a:spcPts val="0"/>
              </a:spcAft>
            </a:pPr>
            <a:r>
              <a:rPr lang="zh-CN" altLang="en-US" b="1" dirty="0">
                <a:solidFill>
                  <a:srgbClr val="FFFFFF"/>
                </a:solidFill>
                <a:ea typeface="隶书" panose="02010509060101010101" pitchFamily="49" charset="-122"/>
              </a:rPr>
              <a:t>什么是自定义数据类型</a:t>
            </a:r>
            <a:endParaRPr lang="zh-CN" altLang="en-US" b="1" dirty="0">
              <a:solidFill>
                <a:srgbClr val="FFFFFF"/>
              </a:solidFill>
              <a:ea typeface="隶书" panose="02010509060101010101" pitchFamily="49" charset="-122"/>
            </a:endParaRPr>
          </a:p>
        </p:txBody>
      </p:sp>
      <p:sp>
        <p:nvSpPr>
          <p:cNvPr id="7171" name="Rectangle 3"/>
          <p:cNvSpPr>
            <a:spLocks noGrp="1" noChangeArrowheads="1"/>
          </p:cNvSpPr>
          <p:nvPr>
            <p:ph type="body" idx="1"/>
          </p:nvPr>
        </p:nvSpPr>
        <p:spPr>
          <a:xfrm>
            <a:off x="827584" y="2636912"/>
            <a:ext cx="8316416" cy="1944216"/>
          </a:xfrm>
          <a:ln>
            <a:noFill/>
            <a:miter lim="800000"/>
          </a:ln>
        </p:spPr>
        <p:txBody>
          <a:bodyPr/>
          <a:lstStyle/>
          <a:p>
            <a:pPr marL="0" indent="0" eaLnBrk="1" hangingPunct="1">
              <a:lnSpc>
                <a:spcPct val="140000"/>
              </a:lnSpc>
              <a:buFont typeface="Wingdings" panose="05000000000000000000" pitchFamily="2" charset="2"/>
              <a:buNone/>
            </a:pPr>
            <a:r>
              <a:rPr lang="zh-CN" altLang="en-US" sz="2400" dirty="0"/>
              <a:t> </a:t>
            </a:r>
            <a:r>
              <a:rPr lang="en-US" altLang="zh-CN" sz="2400" b="1" dirty="0">
                <a:ea typeface="+mj-ea"/>
              </a:rPr>
              <a:t>C++</a:t>
            </a:r>
            <a:r>
              <a:rPr lang="zh-CN" altLang="en-US" sz="2400" b="1" dirty="0">
                <a:ea typeface="+mj-ea"/>
              </a:rPr>
              <a:t>语言不仅有丰富的系统预定义的基本数据类型，而且允许用户进行数据类型的自定义。自定义的数据类型有结构类型、联合类型、枚举类型、数组类型和类</a:t>
            </a:r>
            <a:r>
              <a:rPr lang="zh-CN" altLang="en-US" sz="2400" b="1" dirty="0" smtClean="0">
                <a:ea typeface="+mj-ea"/>
              </a:rPr>
              <a:t>等</a:t>
            </a:r>
            <a:r>
              <a:rPr lang="zh-CN" altLang="en-US" sz="2400" b="1" dirty="0">
                <a:ea typeface="+mj-ea"/>
              </a:rPr>
              <a:t>。</a:t>
            </a:r>
            <a:endParaRPr lang="zh-CN" altLang="en-US" sz="2400" b="1" dirty="0" smtClean="0">
              <a:solidFill>
                <a:srgbClr val="FFFF00"/>
              </a:solidFill>
              <a:ea typeface="+mj-ea"/>
            </a:endParaRPr>
          </a:p>
        </p:txBody>
      </p:sp>
    </p:spTree>
  </p:cSld>
  <p:clrMapOvr>
    <a:masterClrMapping/>
  </p:clrMapOvr>
  <p:transition/>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611188" y="404664"/>
            <a:ext cx="8208962" cy="711200"/>
          </a:xfrm>
          <a:noFill/>
        </p:spPr>
        <p:txBody>
          <a:bodyPr/>
          <a:lstStyle/>
          <a:p>
            <a:pPr algn="ctr" eaLnBrk="1" hangingPunct="1"/>
            <a:r>
              <a:rPr lang="en-US" altLang="zh-CN" b="1" dirty="0">
                <a:solidFill>
                  <a:srgbClr val="FFFFFF"/>
                </a:solidFill>
                <a:ea typeface="隶书" panose="02010509060101010101" pitchFamily="49" charset="-122"/>
              </a:rPr>
              <a:t>2.5.1 </a:t>
            </a:r>
            <a:r>
              <a:rPr lang="zh-CN" altLang="en-US" b="1" dirty="0" smtClean="0">
                <a:solidFill>
                  <a:srgbClr val="FFFFFF"/>
                </a:solidFill>
                <a:ea typeface="隶书" panose="02010509060101010101" pitchFamily="49" charset="-122"/>
              </a:rPr>
              <a:t>、</a:t>
            </a:r>
            <a:r>
              <a:rPr lang="en-US" altLang="zh-CN" b="1" dirty="0" err="1" smtClean="0">
                <a:latin typeface="Times New Roman" panose="02020603050405020304" pitchFamily="18" charset="0"/>
                <a:ea typeface="隶书" panose="02010509060101010101" pitchFamily="49" charset="-122"/>
              </a:rPr>
              <a:t>typedef</a:t>
            </a:r>
            <a:r>
              <a:rPr lang="zh-CN" altLang="en-US" b="1" dirty="0" smtClean="0">
                <a:latin typeface="Times New Roman" panose="02020603050405020304" pitchFamily="18" charset="0"/>
                <a:ea typeface="隶书" panose="02010509060101010101" pitchFamily="49" charset="-122"/>
              </a:rPr>
              <a:t>声明</a:t>
            </a:r>
            <a:r>
              <a:rPr lang="en-US" altLang="zh-CN" b="1" dirty="0" smtClean="0">
                <a:latin typeface="Times New Roman" panose="02020603050405020304" pitchFamily="18" charset="0"/>
                <a:ea typeface="隶书" panose="02010509060101010101" pitchFamily="49" charset="-122"/>
              </a:rPr>
              <a:t>——</a:t>
            </a:r>
            <a:r>
              <a:rPr lang="zh-CN" altLang="en-US" b="1" dirty="0" smtClean="0">
                <a:latin typeface="Times New Roman" panose="02020603050405020304" pitchFamily="18" charset="0"/>
                <a:ea typeface="隶书" panose="02010509060101010101" pitchFamily="49" charset="-122"/>
              </a:rPr>
              <a:t>定义类型别名</a:t>
            </a:r>
            <a:endParaRPr lang="zh-CN" altLang="en-US" sz="3200" b="1" dirty="0" smtClean="0">
              <a:latin typeface="Times New Roman" panose="02020603050405020304" pitchFamily="18" charset="0"/>
              <a:ea typeface="隶书" panose="02010509060101010101" pitchFamily="49" charset="-122"/>
            </a:endParaRPr>
          </a:p>
        </p:txBody>
      </p:sp>
      <p:sp>
        <p:nvSpPr>
          <p:cNvPr id="39939" name="Rectangle 3"/>
          <p:cNvSpPr>
            <a:spLocks noChangeArrowheads="1"/>
          </p:cNvSpPr>
          <p:nvPr/>
        </p:nvSpPr>
        <p:spPr bwMode="auto">
          <a:xfrm>
            <a:off x="900113" y="1557338"/>
            <a:ext cx="7920037" cy="647700"/>
          </a:xfrm>
          <a:prstGeom prst="rect">
            <a:avLst/>
          </a:prstGeom>
          <a:solidFill>
            <a:srgbClr val="ECECEC"/>
          </a:solidFill>
          <a:ln w="952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189355" indent="-4762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787525" indent="-4191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2329180" indent="-36195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870200" indent="-36195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3327400" indent="-36195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3784600" indent="-36195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4241800" indent="-36195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4699000" indent="-36195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Font typeface="Wingdings" panose="05000000000000000000" pitchFamily="2" charset="2"/>
              <a:buNone/>
            </a:pPr>
            <a:r>
              <a:rPr lang="en-US" altLang="zh-CN" sz="2400" b="1">
                <a:solidFill>
                  <a:srgbClr val="CC0000"/>
                </a:solidFill>
                <a:latin typeface="Times New Roman" panose="02020603050405020304" pitchFamily="18" charset="0"/>
                <a:ea typeface="华文楷体" panose="02010600040101010101" pitchFamily="2" charset="-122"/>
              </a:rPr>
              <a:t>typedef    type   name;    </a:t>
            </a:r>
            <a:endParaRPr lang="en-US" altLang="zh-CN" sz="2400" b="1">
              <a:solidFill>
                <a:srgbClr val="CC0000"/>
              </a:solidFill>
              <a:latin typeface="Times New Roman" panose="02020603050405020304" pitchFamily="18" charset="0"/>
              <a:ea typeface="华文楷体" panose="02010600040101010101" pitchFamily="2" charset="-122"/>
            </a:endParaRPr>
          </a:p>
        </p:txBody>
      </p:sp>
      <p:sp>
        <p:nvSpPr>
          <p:cNvPr id="39940" name="Rectangle 5"/>
          <p:cNvSpPr>
            <a:spLocks noChangeArrowheads="1"/>
          </p:cNvSpPr>
          <p:nvPr/>
        </p:nvSpPr>
        <p:spPr bwMode="auto">
          <a:xfrm>
            <a:off x="900113" y="2205038"/>
            <a:ext cx="7920037" cy="1657350"/>
          </a:xfrm>
          <a:prstGeom prst="rect">
            <a:avLst/>
          </a:prstGeom>
          <a:solidFill>
            <a:srgbClr val="2F2FC5"/>
          </a:solidFill>
          <a:ln w="9525">
            <a:solidFill>
              <a:schemeClr val="tx2"/>
            </a:solidFill>
            <a:miter lim="800000"/>
          </a:ln>
          <a:effectLst/>
        </p:spPr>
        <p:txBody>
          <a:bodyPr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189355" indent="-4762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787525" indent="-4191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2329180" indent="-36195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870200" indent="-36195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3327400" indent="-36195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3784600" indent="-36195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4241800" indent="-36195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4699000" indent="-36195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0"/>
              </a:spcBef>
              <a:buFont typeface="Wingdings" panose="05000000000000000000" pitchFamily="2" charset="2"/>
              <a:buNone/>
            </a:pPr>
            <a:r>
              <a:rPr lang="zh-CN" altLang="en-US" sz="2400" b="1" dirty="0">
                <a:latin typeface="Times New Roman" panose="02020603050405020304" pitchFamily="18" charset="0"/>
                <a:ea typeface="华文楷体" panose="02010600040101010101" pitchFamily="2" charset="-122"/>
              </a:rPr>
              <a:t>定义类型别名：</a:t>
            </a:r>
            <a:endParaRPr lang="zh-CN" altLang="en-US" sz="2400" b="1" dirty="0">
              <a:latin typeface="Times New Roman" panose="02020603050405020304" pitchFamily="18" charset="0"/>
              <a:ea typeface="华文楷体" panose="02010600040101010101" pitchFamily="2" charset="-122"/>
            </a:endParaRPr>
          </a:p>
          <a:p>
            <a:pPr algn="l" eaLnBrk="1" hangingPunct="1">
              <a:spcBef>
                <a:spcPct val="0"/>
              </a:spcBef>
            </a:pPr>
            <a:r>
              <a:rPr lang="zh-CN" altLang="en-US" sz="2400" b="1" dirty="0">
                <a:latin typeface="Times New Roman" panose="02020603050405020304" pitchFamily="18" charset="0"/>
                <a:ea typeface="华文楷体" panose="02010600040101010101" pitchFamily="2" charset="-122"/>
              </a:rPr>
              <a:t> </a:t>
            </a:r>
            <a:r>
              <a:rPr lang="en-US" altLang="zh-CN" sz="2400" b="1" dirty="0">
                <a:latin typeface="Times New Roman" panose="02020603050405020304" pitchFamily="18" charset="0"/>
                <a:ea typeface="华文楷体" panose="02010600040101010101" pitchFamily="2" charset="-122"/>
              </a:rPr>
              <a:t>type</a:t>
            </a:r>
            <a:r>
              <a:rPr lang="zh-CN" altLang="en-US" sz="2400" b="1" dirty="0">
                <a:latin typeface="Times New Roman" panose="02020603050405020304" pitchFamily="18" charset="0"/>
                <a:ea typeface="华文楷体" panose="02010600040101010101" pitchFamily="2" charset="-122"/>
              </a:rPr>
              <a:t>：原有数据类型名；</a:t>
            </a:r>
            <a:endParaRPr lang="zh-CN" altLang="en-US" sz="2400" b="1" dirty="0">
              <a:latin typeface="Times New Roman" panose="02020603050405020304" pitchFamily="18" charset="0"/>
              <a:ea typeface="华文楷体" panose="02010600040101010101" pitchFamily="2" charset="-122"/>
            </a:endParaRPr>
          </a:p>
          <a:p>
            <a:pPr algn="l" eaLnBrk="1" hangingPunct="1">
              <a:spcBef>
                <a:spcPct val="0"/>
              </a:spcBef>
            </a:pPr>
            <a:r>
              <a:rPr lang="zh-CN" altLang="en-US" sz="2400" b="1" dirty="0">
                <a:latin typeface="Times New Roman" panose="02020603050405020304" pitchFamily="18" charset="0"/>
                <a:ea typeface="华文楷体" panose="02010600040101010101" pitchFamily="2" charset="-122"/>
              </a:rPr>
              <a:t> </a:t>
            </a:r>
            <a:r>
              <a:rPr lang="en-US" altLang="zh-CN" sz="2400" b="1" dirty="0">
                <a:latin typeface="Times New Roman" panose="02020603050405020304" pitchFamily="18" charset="0"/>
                <a:ea typeface="华文楷体" panose="02010600040101010101" pitchFamily="2" charset="-122"/>
              </a:rPr>
              <a:t>name</a:t>
            </a:r>
            <a:r>
              <a:rPr lang="zh-CN" altLang="en-US" sz="2400" b="1" dirty="0">
                <a:latin typeface="Times New Roman" panose="02020603050405020304" pitchFamily="18" charset="0"/>
                <a:ea typeface="华文楷体" panose="02010600040101010101" pitchFamily="2" charset="-122"/>
              </a:rPr>
              <a:t>：类型别名；</a:t>
            </a:r>
            <a:endParaRPr lang="zh-CN" altLang="en-US" sz="2400" b="1" dirty="0">
              <a:latin typeface="Times New Roman" panose="02020603050405020304" pitchFamily="18" charset="0"/>
              <a:ea typeface="华文楷体" panose="02010600040101010101" pitchFamily="2" charset="-122"/>
            </a:endParaRPr>
          </a:p>
          <a:p>
            <a:pPr algn="l" eaLnBrk="1" hangingPunct="1">
              <a:spcBef>
                <a:spcPct val="0"/>
              </a:spcBef>
            </a:pPr>
            <a:r>
              <a:rPr lang="zh-CN" altLang="en-US" sz="2400" b="1" i="1" u="sng" dirty="0">
                <a:latin typeface="Times New Roman" panose="02020603050405020304" pitchFamily="18" charset="0"/>
                <a:ea typeface="华文楷体" panose="02010600040101010101" pitchFamily="2" charset="-122"/>
              </a:rPr>
              <a:t> </a:t>
            </a:r>
            <a:r>
              <a:rPr lang="zh-CN" altLang="en-US" sz="2400" b="1" i="1" u="sng" dirty="0">
                <a:solidFill>
                  <a:srgbClr val="FFFF00"/>
                </a:solidFill>
                <a:latin typeface="Times New Roman" panose="02020603050405020304" pitchFamily="18" charset="0"/>
                <a:ea typeface="华文楷体" panose="02010600040101010101" pitchFamily="2" charset="-122"/>
              </a:rPr>
              <a:t>仅仅定义类型别名，没有定义新的数据类型。</a:t>
            </a:r>
            <a:endParaRPr lang="zh-CN" altLang="en-US" sz="2400" b="1" i="1" u="sng" dirty="0">
              <a:solidFill>
                <a:srgbClr val="FFFF00"/>
              </a:solidFill>
              <a:latin typeface="Times New Roman" panose="02020603050405020304" pitchFamily="18" charset="0"/>
              <a:ea typeface="华文楷体" panose="02010600040101010101" pitchFamily="2" charset="-122"/>
            </a:endParaRPr>
          </a:p>
        </p:txBody>
      </p:sp>
      <p:sp>
        <p:nvSpPr>
          <p:cNvPr id="618502" name="Text Box 6"/>
          <p:cNvSpPr txBox="1">
            <a:spLocks noChangeArrowheads="1"/>
          </p:cNvSpPr>
          <p:nvPr/>
        </p:nvSpPr>
        <p:spPr bwMode="auto">
          <a:xfrm>
            <a:off x="395288" y="4163348"/>
            <a:ext cx="3089605" cy="833178"/>
          </a:xfrm>
          <a:prstGeom prst="rect">
            <a:avLst/>
          </a:prstGeom>
          <a:solidFill>
            <a:srgbClr val="EBFFFF"/>
          </a:solidFill>
          <a:ln w="38100">
            <a:solidFill>
              <a:srgbClr val="3399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a:spcBef>
                <a:spcPct val="0"/>
              </a:spcBef>
              <a:buClrTx/>
              <a:buSzTx/>
              <a:buFontTx/>
              <a:buNone/>
            </a:pPr>
            <a:r>
              <a:rPr kumimoji="1" lang="zh-CN" altLang="en-US" sz="2400" b="1" dirty="0">
                <a:solidFill>
                  <a:srgbClr val="000000"/>
                </a:solidFill>
                <a:latin typeface="Times New Roman" panose="02020603050405020304" pitchFamily="18" charset="0"/>
                <a:ea typeface="华文楷体" panose="02010600040101010101" pitchFamily="2" charset="-122"/>
              </a:rPr>
              <a:t>例  </a:t>
            </a:r>
            <a:r>
              <a:rPr kumimoji="1" lang="en-US" altLang="zh-CN" sz="2400" b="1" dirty="0">
                <a:solidFill>
                  <a:srgbClr val="000000"/>
                </a:solidFill>
                <a:latin typeface="Times New Roman" panose="02020603050405020304" pitchFamily="18" charset="0"/>
                <a:ea typeface="华文楷体" panose="02010600040101010101" pitchFamily="2" charset="-122"/>
              </a:rPr>
              <a:t>INTEGER   </a:t>
            </a:r>
            <a:r>
              <a:rPr kumimoji="1" lang="en-US" altLang="zh-CN" sz="2400" b="1" dirty="0" err="1">
                <a:solidFill>
                  <a:srgbClr val="000000"/>
                </a:solidFill>
                <a:latin typeface="Times New Roman" panose="02020603050405020304" pitchFamily="18" charset="0"/>
                <a:ea typeface="华文楷体" panose="02010600040101010101" pitchFamily="2" charset="-122"/>
              </a:rPr>
              <a:t>a,b,c</a:t>
            </a:r>
            <a:r>
              <a:rPr kumimoji="1" lang="en-US" altLang="zh-CN" sz="2400" b="1" dirty="0">
                <a:solidFill>
                  <a:srgbClr val="000000"/>
                </a:solidFill>
                <a:latin typeface="Times New Roman" panose="02020603050405020304" pitchFamily="18" charset="0"/>
                <a:ea typeface="华文楷体" panose="02010600040101010101" pitchFamily="2" charset="-122"/>
              </a:rPr>
              <a:t>; </a:t>
            </a:r>
            <a:endParaRPr kumimoji="1" lang="en-US" altLang="zh-CN" sz="2400" b="1" dirty="0">
              <a:solidFill>
                <a:srgbClr val="000000"/>
              </a:solidFill>
              <a:latin typeface="Times New Roman" panose="02020603050405020304" pitchFamily="18" charset="0"/>
              <a:ea typeface="华文楷体" panose="02010600040101010101" pitchFamily="2" charset="-122"/>
            </a:endParaRPr>
          </a:p>
          <a:p>
            <a:pPr algn="l">
              <a:spcBef>
                <a:spcPct val="0"/>
              </a:spcBef>
              <a:buClrTx/>
              <a:buSzTx/>
              <a:buFontTx/>
              <a:buNone/>
            </a:pPr>
            <a:r>
              <a:rPr kumimoji="1" lang="en-US" altLang="zh-CN" sz="2400" b="1" dirty="0">
                <a:solidFill>
                  <a:srgbClr val="000000"/>
                </a:solidFill>
                <a:latin typeface="Times New Roman" panose="02020603050405020304" pitchFamily="18" charset="0"/>
                <a:ea typeface="华文楷体" panose="02010600040101010101" pitchFamily="2" charset="-122"/>
              </a:rPr>
              <a:t>      REAL    f1,f2; </a:t>
            </a:r>
            <a:endParaRPr kumimoji="1" lang="en-US" altLang="zh-CN" sz="2400" b="1" dirty="0">
              <a:solidFill>
                <a:srgbClr val="000000"/>
              </a:solidFill>
              <a:latin typeface="Times New Roman" panose="02020603050405020304" pitchFamily="18" charset="0"/>
              <a:ea typeface="华文楷体" panose="02010600040101010101" pitchFamily="2" charset="-122"/>
            </a:endParaRPr>
          </a:p>
        </p:txBody>
      </p:sp>
      <p:grpSp>
        <p:nvGrpSpPr>
          <p:cNvPr id="618503" name="Group 7"/>
          <p:cNvGrpSpPr/>
          <p:nvPr/>
        </p:nvGrpSpPr>
        <p:grpSpPr bwMode="auto">
          <a:xfrm>
            <a:off x="395288" y="5014913"/>
            <a:ext cx="3159125" cy="1390650"/>
            <a:chOff x="3111" y="2593"/>
            <a:chExt cx="1990" cy="876"/>
          </a:xfrm>
        </p:grpSpPr>
        <p:sp>
          <p:nvSpPr>
            <p:cNvPr id="39945" name="Text Box 8"/>
            <p:cNvSpPr txBox="1">
              <a:spLocks noChangeArrowheads="1"/>
            </p:cNvSpPr>
            <p:nvPr/>
          </p:nvSpPr>
          <p:spPr bwMode="auto">
            <a:xfrm>
              <a:off x="3111" y="2927"/>
              <a:ext cx="1990" cy="542"/>
            </a:xfrm>
            <a:prstGeom prst="rect">
              <a:avLst/>
            </a:prstGeom>
            <a:solidFill>
              <a:srgbClr val="EBFFFF"/>
            </a:solidFill>
            <a:ln w="38100">
              <a:solidFill>
                <a:srgbClr val="0099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a:spcBef>
                  <a:spcPct val="0"/>
                </a:spcBef>
                <a:buClrTx/>
                <a:buSzTx/>
                <a:buFontTx/>
                <a:buNone/>
              </a:pPr>
              <a:r>
                <a:rPr kumimoji="1" lang="en-US" altLang="en-US" sz="2400" b="1">
                  <a:solidFill>
                    <a:srgbClr val="000000"/>
                  </a:solidFill>
                  <a:latin typeface="Times New Roman" panose="02020603050405020304" pitchFamily="18" charset="0"/>
                  <a:ea typeface="华文楷体" panose="02010600040101010101" pitchFamily="2" charset="-122"/>
                </a:rPr>
                <a:t> </a:t>
              </a:r>
              <a:r>
                <a:rPr kumimoji="1" lang="en-US" altLang="zh-CN" sz="2400" b="1">
                  <a:solidFill>
                    <a:srgbClr val="000000"/>
                  </a:solidFill>
                  <a:latin typeface="Times New Roman" panose="02020603050405020304" pitchFamily="18" charset="0"/>
                  <a:ea typeface="华文楷体" panose="02010600040101010101" pitchFamily="2" charset="-122"/>
                </a:rPr>
                <a:t>int   a,b,c; </a:t>
              </a:r>
              <a:endParaRPr kumimoji="1" lang="en-US" altLang="zh-CN" sz="2400" b="1">
                <a:solidFill>
                  <a:srgbClr val="000000"/>
                </a:solidFill>
                <a:latin typeface="Times New Roman" panose="02020603050405020304" pitchFamily="18" charset="0"/>
                <a:ea typeface="华文楷体" panose="02010600040101010101" pitchFamily="2" charset="-122"/>
              </a:endParaRPr>
            </a:p>
            <a:p>
              <a:pPr algn="l">
                <a:spcBef>
                  <a:spcPct val="0"/>
                </a:spcBef>
                <a:buClrTx/>
                <a:buSzTx/>
                <a:buFontTx/>
                <a:buNone/>
              </a:pPr>
              <a:r>
                <a:rPr kumimoji="1" lang="en-US" altLang="zh-CN" sz="2400" b="1">
                  <a:solidFill>
                    <a:srgbClr val="000000"/>
                  </a:solidFill>
                  <a:latin typeface="Times New Roman" panose="02020603050405020304" pitchFamily="18" charset="0"/>
                  <a:ea typeface="华文楷体" panose="02010600040101010101" pitchFamily="2" charset="-122"/>
                </a:rPr>
                <a:t> float    f1,f2; </a:t>
              </a:r>
              <a:endParaRPr kumimoji="1" lang="en-US" altLang="zh-CN" sz="2400" b="1">
                <a:solidFill>
                  <a:srgbClr val="000000"/>
                </a:solidFill>
                <a:latin typeface="Times New Roman" panose="02020603050405020304" pitchFamily="18" charset="0"/>
                <a:ea typeface="华文楷体" panose="02010600040101010101" pitchFamily="2" charset="-122"/>
              </a:endParaRPr>
            </a:p>
          </p:txBody>
        </p:sp>
        <p:sp>
          <p:nvSpPr>
            <p:cNvPr id="39946" name="AutoShape 9"/>
            <p:cNvSpPr>
              <a:spLocks noChangeArrowheads="1"/>
            </p:cNvSpPr>
            <p:nvPr/>
          </p:nvSpPr>
          <p:spPr bwMode="auto">
            <a:xfrm>
              <a:off x="3957" y="2593"/>
              <a:ext cx="258" cy="322"/>
            </a:xfrm>
            <a:prstGeom prst="upDownArrow">
              <a:avLst>
                <a:gd name="adj1" fmla="val 50000"/>
                <a:gd name="adj2" fmla="val 24961"/>
              </a:avLst>
            </a:prstGeom>
            <a:noFill/>
            <a:ln w="38100">
              <a:solidFill>
                <a:srgbClr val="009900"/>
              </a:solidFill>
              <a:miter lim="800000"/>
            </a:ln>
            <a:effectLst/>
            <a:extLst>
              <a:ext uri="{909E8E84-426E-40DD-AFC4-6F175D3DCCD1}">
                <a14:hiddenFill xmlns:a14="http://schemas.microsoft.com/office/drawing/2010/main">
                  <a:solidFill>
                    <a:srgbClr val="EB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0"/>
                </a:spcBef>
                <a:buClrTx/>
                <a:buSzTx/>
                <a:buFontTx/>
                <a:buNone/>
              </a:pPr>
              <a:endParaRPr kumimoji="1" lang="zh-CN" altLang="zh-CN" sz="2000" b="1">
                <a:latin typeface="Times New Roman" panose="02020603050405020304" pitchFamily="18" charset="0"/>
                <a:ea typeface="华文楷体" panose="02010600040101010101" pitchFamily="2" charset="-122"/>
              </a:endParaRPr>
            </a:p>
          </p:txBody>
        </p:sp>
      </p:grpSp>
      <p:sp>
        <p:nvSpPr>
          <p:cNvPr id="618506" name="Rectangle 10"/>
          <p:cNvSpPr>
            <a:spLocks noChangeArrowheads="1"/>
          </p:cNvSpPr>
          <p:nvPr/>
        </p:nvSpPr>
        <p:spPr bwMode="auto">
          <a:xfrm>
            <a:off x="4067175" y="5222875"/>
            <a:ext cx="4918075" cy="1590675"/>
          </a:xfrm>
          <a:prstGeom prst="rect">
            <a:avLst/>
          </a:prstGeom>
          <a:solidFill>
            <a:srgbClr val="2F2FC5"/>
          </a:solidFill>
          <a:ln w="38100">
            <a:solidFill>
              <a:srgbClr val="009900"/>
            </a:solidFill>
            <a:miter lim="800000"/>
          </a:ln>
          <a:effectLst/>
        </p:spPr>
        <p:txBody>
          <a:bodyPr wrap="none" lIns="90000" tIns="46800" rIns="90000" bIns="46800"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0"/>
              </a:spcBef>
              <a:buClrTx/>
              <a:buSzTx/>
              <a:buFontTx/>
              <a:buNone/>
            </a:pPr>
            <a:r>
              <a:rPr kumimoji="1" lang="zh-CN" altLang="en-US" sz="2400" b="1" dirty="0">
                <a:latin typeface="Times New Roman" panose="02020603050405020304" pitchFamily="18" charset="0"/>
                <a:ea typeface="华文楷体" panose="02010600040101010101" pitchFamily="2" charset="-122"/>
              </a:rPr>
              <a:t>说明</a:t>
            </a:r>
            <a:r>
              <a:rPr kumimoji="1" lang="en-US" altLang="zh-CN" sz="2400" b="1" dirty="0">
                <a:latin typeface="Times New Roman" panose="02020603050405020304" pitchFamily="18" charset="0"/>
                <a:ea typeface="华文楷体" panose="02010600040101010101" pitchFamily="2" charset="-122"/>
              </a:rPr>
              <a:t>:</a:t>
            </a:r>
            <a:endParaRPr kumimoji="1" lang="en-US" altLang="zh-CN" sz="2400" b="1" dirty="0">
              <a:latin typeface="Times New Roman" panose="02020603050405020304" pitchFamily="18" charset="0"/>
              <a:ea typeface="华文楷体" panose="02010600040101010101" pitchFamily="2" charset="-122"/>
            </a:endParaRPr>
          </a:p>
          <a:p>
            <a:pPr algn="l" eaLnBrk="1" hangingPunct="1">
              <a:spcBef>
                <a:spcPct val="0"/>
              </a:spcBef>
              <a:buClrTx/>
              <a:buSzTx/>
              <a:buFontTx/>
              <a:buNone/>
            </a:pPr>
            <a:r>
              <a:rPr kumimoji="1" lang="en-US" altLang="zh-CN" sz="2400" b="1" dirty="0">
                <a:latin typeface="Times New Roman" panose="02020603050405020304" pitchFamily="18" charset="0"/>
                <a:ea typeface="华文楷体" panose="02010600040101010101" pitchFamily="2" charset="-122"/>
              </a:rPr>
              <a:t>1.typedef </a:t>
            </a:r>
            <a:r>
              <a:rPr kumimoji="1" lang="zh-CN" altLang="zh-CN" sz="2400" b="1" dirty="0">
                <a:latin typeface="Times New Roman" panose="02020603050405020304" pitchFamily="18" charset="0"/>
                <a:ea typeface="华文楷体" panose="02010600040101010101" pitchFamily="2" charset="-122"/>
              </a:rPr>
              <a:t>没有创造新数据类型</a:t>
            </a:r>
            <a:endParaRPr kumimoji="1" lang="zh-CN" altLang="zh-CN" sz="2400" b="1" dirty="0">
              <a:latin typeface="Times New Roman" panose="02020603050405020304" pitchFamily="18" charset="0"/>
              <a:ea typeface="华文楷体" panose="02010600040101010101" pitchFamily="2" charset="-122"/>
            </a:endParaRPr>
          </a:p>
          <a:p>
            <a:pPr algn="l" eaLnBrk="1" hangingPunct="1">
              <a:spcBef>
                <a:spcPct val="0"/>
              </a:spcBef>
              <a:buClrTx/>
              <a:buSzTx/>
              <a:buFontTx/>
              <a:buNone/>
            </a:pPr>
            <a:r>
              <a:rPr kumimoji="1" lang="zh-CN" altLang="zh-CN" sz="2400" b="1" dirty="0">
                <a:latin typeface="Times New Roman" panose="02020603050405020304" pitchFamily="18" charset="0"/>
                <a:ea typeface="华文楷体" panose="02010600040101010101" pitchFamily="2" charset="-122"/>
              </a:rPr>
              <a:t>2.</a:t>
            </a:r>
            <a:r>
              <a:rPr kumimoji="1" lang="en-US" altLang="zh-CN" sz="2400" b="1" dirty="0" err="1">
                <a:latin typeface="Times New Roman" panose="02020603050405020304" pitchFamily="18" charset="0"/>
                <a:ea typeface="华文楷体" panose="02010600040101010101" pitchFamily="2" charset="-122"/>
              </a:rPr>
              <a:t>typedef</a:t>
            </a:r>
            <a:r>
              <a:rPr kumimoji="1" lang="en-US" altLang="zh-CN" sz="2400" b="1" dirty="0">
                <a:latin typeface="Times New Roman" panose="02020603050405020304" pitchFamily="18" charset="0"/>
                <a:ea typeface="华文楷体" panose="02010600040101010101" pitchFamily="2" charset="-122"/>
              </a:rPr>
              <a:t> </a:t>
            </a:r>
            <a:r>
              <a:rPr kumimoji="1" lang="zh-CN" altLang="en-US" sz="2400" b="1" dirty="0">
                <a:latin typeface="Times New Roman" panose="02020603050405020304" pitchFamily="18" charset="0"/>
                <a:ea typeface="华文楷体" panose="02010600040101010101" pitchFamily="2" charset="-122"/>
              </a:rPr>
              <a:t>是定义类型</a:t>
            </a:r>
            <a:r>
              <a:rPr kumimoji="1" lang="en-US" altLang="zh-CN" sz="2400" b="1" dirty="0">
                <a:latin typeface="Times New Roman" panose="02020603050405020304" pitchFamily="18" charset="0"/>
                <a:ea typeface="华文楷体" panose="02010600040101010101" pitchFamily="2" charset="-122"/>
              </a:rPr>
              <a:t>,</a:t>
            </a:r>
            <a:r>
              <a:rPr kumimoji="1" lang="zh-CN" altLang="en-US" sz="2400" b="1" dirty="0">
                <a:latin typeface="Times New Roman" panose="02020603050405020304" pitchFamily="18" charset="0"/>
                <a:ea typeface="华文楷体" panose="02010600040101010101" pitchFamily="2" charset="-122"/>
              </a:rPr>
              <a:t>不能定义变量</a:t>
            </a:r>
            <a:endParaRPr kumimoji="1" lang="zh-CN" altLang="en-US" sz="2400" b="1" dirty="0">
              <a:latin typeface="Times New Roman" panose="02020603050405020304" pitchFamily="18" charset="0"/>
              <a:ea typeface="华文楷体" panose="02010600040101010101" pitchFamily="2" charset="-122"/>
            </a:endParaRPr>
          </a:p>
          <a:p>
            <a:pPr algn="l" eaLnBrk="1" hangingPunct="1">
              <a:spcBef>
                <a:spcPct val="0"/>
              </a:spcBef>
              <a:buClrTx/>
              <a:buSzTx/>
              <a:buFontTx/>
              <a:buNone/>
            </a:pPr>
            <a:r>
              <a:rPr kumimoji="1" lang="en-US" altLang="zh-CN" sz="2400" b="1" dirty="0">
                <a:latin typeface="Times New Roman" panose="02020603050405020304" pitchFamily="18" charset="0"/>
                <a:ea typeface="华文楷体" panose="02010600040101010101" pitchFamily="2" charset="-122"/>
              </a:rPr>
              <a:t>3.typedef </a:t>
            </a:r>
            <a:r>
              <a:rPr kumimoji="1" lang="zh-CN" altLang="en-US" sz="2400" b="1" dirty="0">
                <a:latin typeface="Times New Roman" panose="02020603050405020304" pitchFamily="18" charset="0"/>
                <a:ea typeface="华文楷体" panose="02010600040101010101" pitchFamily="2" charset="-122"/>
              </a:rPr>
              <a:t>与 </a:t>
            </a:r>
            <a:r>
              <a:rPr kumimoji="1" lang="en-US" altLang="zh-CN" sz="2400" b="1" dirty="0">
                <a:latin typeface="Times New Roman" panose="02020603050405020304" pitchFamily="18" charset="0"/>
                <a:ea typeface="华文楷体" panose="02010600040101010101" pitchFamily="2" charset="-122"/>
              </a:rPr>
              <a:t>define </a:t>
            </a:r>
            <a:r>
              <a:rPr kumimoji="1" lang="zh-CN" altLang="zh-CN" sz="2400" b="1" dirty="0">
                <a:latin typeface="Times New Roman" panose="02020603050405020304" pitchFamily="18" charset="0"/>
                <a:ea typeface="华文楷体" panose="02010600040101010101" pitchFamily="2" charset="-122"/>
              </a:rPr>
              <a:t>不同</a:t>
            </a:r>
            <a:endParaRPr kumimoji="1" lang="zh-CN" altLang="en-US" sz="2400" b="1" dirty="0">
              <a:latin typeface="Times New Roman" panose="02020603050405020304" pitchFamily="18" charset="0"/>
              <a:ea typeface="华文楷体" panose="02010600040101010101" pitchFamily="2" charset="-122"/>
            </a:endParaRPr>
          </a:p>
        </p:txBody>
      </p:sp>
      <p:sp>
        <p:nvSpPr>
          <p:cNvPr id="618507" name="Text Box 11"/>
          <p:cNvSpPr txBox="1">
            <a:spLocks noChangeArrowheads="1"/>
          </p:cNvSpPr>
          <p:nvPr/>
        </p:nvSpPr>
        <p:spPr bwMode="auto">
          <a:xfrm>
            <a:off x="3779838" y="4163348"/>
            <a:ext cx="3346086" cy="833178"/>
          </a:xfrm>
          <a:prstGeom prst="rect">
            <a:avLst/>
          </a:prstGeom>
          <a:solidFill>
            <a:srgbClr val="EBFFFF"/>
          </a:solidFill>
          <a:ln w="38100">
            <a:solidFill>
              <a:srgbClr val="3399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a:spcBef>
                <a:spcPct val="0"/>
              </a:spcBef>
              <a:buClrTx/>
              <a:buSzTx/>
              <a:buFontTx/>
              <a:buNone/>
            </a:pPr>
            <a:r>
              <a:rPr kumimoji="1" lang="en-US" altLang="zh-CN" sz="2400" b="1" dirty="0" err="1">
                <a:solidFill>
                  <a:srgbClr val="000000"/>
                </a:solidFill>
                <a:latin typeface="Times New Roman" panose="02020603050405020304" pitchFamily="18" charset="0"/>
                <a:ea typeface="华文楷体" panose="02010600040101010101" pitchFamily="2" charset="-122"/>
              </a:rPr>
              <a:t>typedef</a:t>
            </a:r>
            <a:r>
              <a:rPr kumimoji="1" lang="en-US" altLang="zh-CN" sz="2400" b="1" dirty="0">
                <a:solidFill>
                  <a:srgbClr val="000000"/>
                </a:solidFill>
                <a:latin typeface="Times New Roman" panose="02020603050405020304" pitchFamily="18" charset="0"/>
                <a:ea typeface="华文楷体" panose="02010600040101010101" pitchFamily="2" charset="-122"/>
              </a:rPr>
              <a:t> </a:t>
            </a:r>
            <a:r>
              <a:rPr kumimoji="1" lang="en-US" altLang="zh-CN" sz="2400" b="1" dirty="0" err="1">
                <a:solidFill>
                  <a:srgbClr val="000000"/>
                </a:solidFill>
                <a:latin typeface="Times New Roman" panose="02020603050405020304" pitchFamily="18" charset="0"/>
                <a:ea typeface="华文楷体" panose="02010600040101010101" pitchFamily="2" charset="-122"/>
              </a:rPr>
              <a:t>int</a:t>
            </a:r>
            <a:r>
              <a:rPr kumimoji="1" lang="en-US" altLang="zh-CN" sz="2400" b="1" dirty="0">
                <a:solidFill>
                  <a:srgbClr val="000000"/>
                </a:solidFill>
                <a:latin typeface="Times New Roman" panose="02020603050405020304" pitchFamily="18" charset="0"/>
                <a:ea typeface="华文楷体" panose="02010600040101010101" pitchFamily="2" charset="-122"/>
              </a:rPr>
              <a:t>  INTEGER; </a:t>
            </a:r>
            <a:endParaRPr kumimoji="1" lang="en-US" altLang="zh-CN" sz="2400" b="1" dirty="0">
              <a:solidFill>
                <a:srgbClr val="000000"/>
              </a:solidFill>
              <a:latin typeface="Times New Roman" panose="02020603050405020304" pitchFamily="18" charset="0"/>
              <a:ea typeface="华文楷体" panose="02010600040101010101" pitchFamily="2" charset="-122"/>
            </a:endParaRPr>
          </a:p>
          <a:p>
            <a:pPr algn="l">
              <a:spcBef>
                <a:spcPct val="0"/>
              </a:spcBef>
              <a:buClrTx/>
              <a:buSzTx/>
              <a:buFontTx/>
              <a:buNone/>
            </a:pPr>
            <a:r>
              <a:rPr kumimoji="1" lang="en-US" altLang="zh-CN" sz="2400" b="1" dirty="0" err="1">
                <a:solidFill>
                  <a:srgbClr val="000000"/>
                </a:solidFill>
                <a:latin typeface="Times New Roman" panose="02020603050405020304" pitchFamily="18" charset="0"/>
                <a:ea typeface="华文楷体" panose="02010600040101010101" pitchFamily="2" charset="-122"/>
              </a:rPr>
              <a:t>typedef</a:t>
            </a:r>
            <a:r>
              <a:rPr kumimoji="1" lang="en-US" altLang="zh-CN" sz="2400" b="1" dirty="0">
                <a:solidFill>
                  <a:srgbClr val="000000"/>
                </a:solidFill>
                <a:latin typeface="Times New Roman" panose="02020603050405020304" pitchFamily="18" charset="0"/>
                <a:ea typeface="华文楷体" panose="02010600040101010101" pitchFamily="2" charset="-122"/>
              </a:rPr>
              <a:t> float  REAL; </a:t>
            </a:r>
            <a:endParaRPr kumimoji="1" lang="en-US" altLang="zh-CN" sz="24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8507"/>
                                        </p:tgtEl>
                                        <p:attrNameLst>
                                          <p:attrName>style.visibility</p:attrName>
                                        </p:attrNameLst>
                                      </p:cBhvr>
                                      <p:to>
                                        <p:strVal val="visible"/>
                                      </p:to>
                                    </p:set>
                                    <p:animEffect transition="in" filter="blinds(horizontal)">
                                      <p:cBhvr>
                                        <p:cTn id="7" dur="500"/>
                                        <p:tgtEl>
                                          <p:spTgt spid="61850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8502"/>
                                        </p:tgtEl>
                                        <p:attrNameLst>
                                          <p:attrName>style.visibility</p:attrName>
                                        </p:attrNameLst>
                                      </p:cBhvr>
                                      <p:to>
                                        <p:strVal val="visible"/>
                                      </p:to>
                                    </p:set>
                                    <p:animEffect transition="in" filter="blinds(horizontal)">
                                      <p:cBhvr>
                                        <p:cTn id="12" dur="500"/>
                                        <p:tgtEl>
                                          <p:spTgt spid="61850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18503"/>
                                        </p:tgtEl>
                                        <p:attrNameLst>
                                          <p:attrName>style.visibility</p:attrName>
                                        </p:attrNameLst>
                                      </p:cBhvr>
                                      <p:to>
                                        <p:strVal val="visible"/>
                                      </p:to>
                                    </p:set>
                                    <p:animEffect transition="in" filter="blinds(horizontal)">
                                      <p:cBhvr>
                                        <p:cTn id="17" dur="500"/>
                                        <p:tgtEl>
                                          <p:spTgt spid="61850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18506"/>
                                        </p:tgtEl>
                                        <p:attrNameLst>
                                          <p:attrName>style.visibility</p:attrName>
                                        </p:attrNameLst>
                                      </p:cBhvr>
                                      <p:to>
                                        <p:strVal val="visible"/>
                                      </p:to>
                                    </p:set>
                                    <p:animEffect transition="in" filter="blinds(horizontal)">
                                      <p:cBhvr>
                                        <p:cTn id="22" dur="500"/>
                                        <p:tgtEl>
                                          <p:spTgt spid="618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8502" grpId="0" animBg="1"/>
      <p:bldP spid="618506" grpId="0" animBg="1"/>
      <p:bldP spid="618507" grpId="0" animBg="1"/>
    </p:bldLst>
  </p:timing>
</p:sld>
</file>

<file path=ppt/slides/slide1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11188" y="620713"/>
            <a:ext cx="8208962" cy="711200"/>
          </a:xfrm>
          <a:noFill/>
        </p:spPr>
        <p:txBody>
          <a:bodyPr/>
          <a:lstStyle/>
          <a:p>
            <a:pPr algn="ctr" eaLnBrk="1" hangingPunct="1"/>
            <a:r>
              <a:rPr lang="en-US" altLang="zh-CN" b="1" dirty="0">
                <a:solidFill>
                  <a:srgbClr val="FFFFFF"/>
                </a:solidFill>
                <a:ea typeface="隶书" panose="02010509060101010101" pitchFamily="49" charset="-122"/>
              </a:rPr>
              <a:t>2.5.1 </a:t>
            </a:r>
            <a:r>
              <a:rPr lang="zh-CN" altLang="en-US" b="1" dirty="0">
                <a:solidFill>
                  <a:srgbClr val="FFFFFF"/>
                </a:solidFill>
                <a:ea typeface="隶书" panose="02010509060101010101" pitchFamily="49" charset="-122"/>
              </a:rPr>
              <a:t>、</a:t>
            </a:r>
            <a:r>
              <a:rPr lang="en-US" altLang="zh-CN" b="1" dirty="0" err="1">
                <a:latin typeface="Times New Roman" panose="02020603050405020304" pitchFamily="18" charset="0"/>
                <a:ea typeface="隶书" panose="02010509060101010101" pitchFamily="49" charset="-122"/>
              </a:rPr>
              <a:t>typedef</a:t>
            </a:r>
            <a:r>
              <a:rPr lang="zh-CN" altLang="en-US" b="1" dirty="0">
                <a:latin typeface="Times New Roman" panose="02020603050405020304" pitchFamily="18" charset="0"/>
                <a:ea typeface="隶书" panose="02010509060101010101" pitchFamily="49" charset="-122"/>
              </a:rPr>
              <a:t>声明</a:t>
            </a:r>
            <a:r>
              <a:rPr lang="en-US" altLang="zh-CN" b="1" dirty="0">
                <a:latin typeface="Times New Roman" panose="02020603050405020304" pitchFamily="18" charset="0"/>
                <a:ea typeface="隶书" panose="02010509060101010101" pitchFamily="49" charset="-122"/>
              </a:rPr>
              <a:t>—— </a:t>
            </a:r>
            <a:r>
              <a:rPr lang="zh-CN" altLang="en-US" b="1" dirty="0">
                <a:latin typeface="Times New Roman" panose="02020603050405020304" pitchFamily="18" charset="0"/>
                <a:ea typeface="隶书" panose="02010509060101010101" pitchFamily="49" charset="-122"/>
              </a:rPr>
              <a:t>定义步骤</a:t>
            </a:r>
            <a:endParaRPr lang="zh-CN" altLang="en-US" b="1" dirty="0">
              <a:latin typeface="Times New Roman" panose="02020603050405020304" pitchFamily="18" charset="0"/>
              <a:ea typeface="隶书" panose="02010509060101010101" pitchFamily="49" charset="-122"/>
            </a:endParaRPr>
          </a:p>
        </p:txBody>
      </p:sp>
      <p:sp>
        <p:nvSpPr>
          <p:cNvPr id="40963" name="Rectangle 10"/>
          <p:cNvSpPr>
            <a:spLocks noGrp="1" noChangeArrowheads="1"/>
          </p:cNvSpPr>
          <p:nvPr>
            <p:ph type="body" idx="1"/>
          </p:nvPr>
        </p:nvSpPr>
        <p:spPr>
          <a:xfrm>
            <a:off x="250825" y="2133600"/>
            <a:ext cx="8642350" cy="3311525"/>
          </a:xfrm>
          <a:solidFill>
            <a:srgbClr val="2F2FC5"/>
          </a:solidFill>
          <a:ln>
            <a:solidFill>
              <a:schemeClr val="bg2"/>
            </a:solidFill>
            <a:miter lim="800000"/>
          </a:ln>
        </p:spPr>
        <p:txBody>
          <a:bodyPr/>
          <a:lstStyle/>
          <a:p>
            <a:pPr lvl="1" eaLnBrk="1" hangingPunct="1">
              <a:lnSpc>
                <a:spcPct val="120000"/>
              </a:lnSpc>
              <a:buFont typeface="Wingdings" panose="05000000000000000000" pitchFamily="2" charset="2"/>
              <a:buNone/>
            </a:pPr>
            <a:r>
              <a:rPr lang="en-US" altLang="zh-CN" b="1" dirty="0" err="1" smtClean="0">
                <a:latin typeface="Times New Roman" panose="02020603050405020304" pitchFamily="18" charset="0"/>
                <a:ea typeface="华文楷体" panose="02010600040101010101" pitchFamily="2" charset="-122"/>
              </a:rPr>
              <a:t>typedef</a:t>
            </a:r>
            <a:r>
              <a:rPr lang="zh-CN" altLang="en-US" b="1" dirty="0" smtClean="0">
                <a:latin typeface="Times New Roman" panose="02020603050405020304" pitchFamily="18" charset="0"/>
                <a:ea typeface="华文楷体" panose="02010600040101010101" pitchFamily="2" charset="-122"/>
              </a:rPr>
              <a:t>定义类型步骤</a:t>
            </a:r>
            <a:endParaRPr lang="zh-CN" altLang="en-US" b="1" dirty="0" smtClean="0">
              <a:latin typeface="Times New Roman" panose="02020603050405020304" pitchFamily="18" charset="0"/>
              <a:ea typeface="华文楷体" panose="02010600040101010101" pitchFamily="2" charset="-122"/>
            </a:endParaRPr>
          </a:p>
          <a:p>
            <a:pPr marL="971550" lvl="1" indent="-457200">
              <a:lnSpc>
                <a:spcPct val="120000"/>
              </a:lnSpc>
              <a:buFont typeface="+mj-ea"/>
              <a:buAutoNum type="circleNumDbPlain"/>
            </a:pPr>
            <a:r>
              <a:rPr lang="zh-CN" altLang="en-US" sz="2400" b="1" dirty="0" smtClean="0">
                <a:latin typeface="Times New Roman" panose="02020603050405020304" pitchFamily="18" charset="0"/>
                <a:ea typeface="华文楷体" panose="02010600040101010101" pitchFamily="2" charset="-122"/>
              </a:rPr>
              <a:t>按定义变量方法先写出定义体   如     </a:t>
            </a:r>
            <a:r>
              <a:rPr lang="en-US" altLang="zh-CN" sz="2400" b="1" dirty="0" err="1" smtClean="0">
                <a:latin typeface="Times New Roman" panose="02020603050405020304" pitchFamily="18" charset="0"/>
                <a:ea typeface="华文楷体" panose="02010600040101010101" pitchFamily="2" charset="-122"/>
              </a:rPr>
              <a:t>int</a:t>
            </a:r>
            <a:r>
              <a:rPr lang="en-US" altLang="zh-CN" sz="2400" b="1" dirty="0" smtClean="0">
                <a:latin typeface="Times New Roman" panose="02020603050405020304" pitchFamily="18" charset="0"/>
                <a:ea typeface="华文楷体" panose="02010600040101010101" pitchFamily="2" charset="-122"/>
              </a:rPr>
              <a:t>   </a:t>
            </a:r>
            <a:r>
              <a:rPr lang="en-US" altLang="zh-CN" sz="2400" b="1" dirty="0" err="1" smtClean="0">
                <a:latin typeface="Times New Roman" panose="02020603050405020304" pitchFamily="18" charset="0"/>
                <a:ea typeface="华文楷体" panose="02010600040101010101" pitchFamily="2" charset="-122"/>
              </a:rPr>
              <a:t>i</a:t>
            </a:r>
            <a:r>
              <a:rPr lang="en-US" altLang="zh-CN" sz="2400" b="1" dirty="0" smtClean="0">
                <a:latin typeface="Times New Roman" panose="02020603050405020304" pitchFamily="18" charset="0"/>
                <a:ea typeface="华文楷体" panose="02010600040101010101" pitchFamily="2" charset="-122"/>
              </a:rPr>
              <a:t>;      </a:t>
            </a:r>
            <a:endParaRPr lang="en-US" altLang="zh-CN" sz="2400" b="1" dirty="0" smtClean="0">
              <a:latin typeface="Times New Roman" panose="02020603050405020304" pitchFamily="18" charset="0"/>
              <a:ea typeface="华文楷体" panose="02010600040101010101" pitchFamily="2" charset="-122"/>
            </a:endParaRPr>
          </a:p>
          <a:p>
            <a:pPr marL="971550" lvl="1" indent="-457200">
              <a:lnSpc>
                <a:spcPct val="120000"/>
              </a:lnSpc>
              <a:buFont typeface="+mj-ea"/>
              <a:buAutoNum type="circleNumDbPlain"/>
            </a:pPr>
            <a:r>
              <a:rPr lang="zh-CN" altLang="zh-CN" sz="2400" b="1" dirty="0" smtClean="0">
                <a:latin typeface="Times New Roman" panose="02020603050405020304" pitchFamily="18" charset="0"/>
                <a:ea typeface="华文楷体" panose="02010600040101010101" pitchFamily="2" charset="-122"/>
              </a:rPr>
              <a:t>将变量名换成新类型名               如     </a:t>
            </a:r>
            <a:r>
              <a:rPr lang="en-US" altLang="zh-CN" sz="2400" b="1" dirty="0" err="1" smtClean="0">
                <a:latin typeface="Times New Roman" panose="02020603050405020304" pitchFamily="18" charset="0"/>
                <a:ea typeface="华文楷体" panose="02010600040101010101" pitchFamily="2" charset="-122"/>
              </a:rPr>
              <a:t>int</a:t>
            </a:r>
            <a:r>
              <a:rPr lang="en-US" altLang="zh-CN" sz="2400" b="1" dirty="0" smtClean="0">
                <a:latin typeface="Times New Roman" panose="02020603050405020304" pitchFamily="18" charset="0"/>
                <a:ea typeface="华文楷体" panose="02010600040101010101" pitchFamily="2" charset="-122"/>
              </a:rPr>
              <a:t>  INTEGER; </a:t>
            </a:r>
            <a:endParaRPr lang="en-US" altLang="zh-CN" sz="2400" b="1" dirty="0" smtClean="0">
              <a:latin typeface="Times New Roman" panose="02020603050405020304" pitchFamily="18" charset="0"/>
              <a:ea typeface="华文楷体" panose="02010600040101010101" pitchFamily="2" charset="-122"/>
            </a:endParaRPr>
          </a:p>
          <a:p>
            <a:pPr marL="971550" lvl="1" indent="-457200">
              <a:lnSpc>
                <a:spcPct val="120000"/>
              </a:lnSpc>
              <a:buFont typeface="+mj-ea"/>
              <a:buAutoNum type="circleNumDbPlain"/>
            </a:pPr>
            <a:r>
              <a:rPr lang="zh-CN" altLang="zh-CN" sz="2400" b="1" dirty="0" smtClean="0">
                <a:latin typeface="Times New Roman" panose="02020603050405020304" pitchFamily="18" charset="0"/>
                <a:ea typeface="华文楷体" panose="02010600040101010101" pitchFamily="2" charset="-122"/>
              </a:rPr>
              <a:t>最前面加</a:t>
            </a:r>
            <a:r>
              <a:rPr lang="en-US" altLang="zh-CN" sz="2400" b="1" dirty="0" err="1" smtClean="0">
                <a:latin typeface="Times New Roman" panose="02020603050405020304" pitchFamily="18" charset="0"/>
                <a:ea typeface="华文楷体" panose="02010600040101010101" pitchFamily="2" charset="-122"/>
              </a:rPr>
              <a:t>typedef</a:t>
            </a:r>
            <a:r>
              <a:rPr lang="en-US" altLang="zh-CN" sz="2400" b="1" dirty="0" smtClean="0">
                <a:latin typeface="Times New Roman" panose="02020603050405020304" pitchFamily="18" charset="0"/>
                <a:ea typeface="华文楷体" panose="02010600040101010101" pitchFamily="2" charset="-122"/>
              </a:rPr>
              <a:t>                </a:t>
            </a:r>
            <a:r>
              <a:rPr lang="zh-CN" altLang="zh-CN" sz="2400" b="1" dirty="0" smtClean="0">
                <a:latin typeface="Times New Roman" panose="02020603050405020304" pitchFamily="18" charset="0"/>
                <a:ea typeface="华文楷体" panose="02010600040101010101" pitchFamily="2" charset="-122"/>
              </a:rPr>
              <a:t>如  </a:t>
            </a:r>
            <a:r>
              <a:rPr lang="en-US" altLang="zh-CN" sz="2400" b="1" dirty="0" err="1" smtClean="0">
                <a:latin typeface="Times New Roman" panose="02020603050405020304" pitchFamily="18" charset="0"/>
                <a:ea typeface="华文楷体" panose="02010600040101010101" pitchFamily="2" charset="-122"/>
              </a:rPr>
              <a:t>typedef</a:t>
            </a:r>
            <a:r>
              <a:rPr lang="en-US" altLang="zh-CN" sz="2400" b="1" dirty="0" smtClean="0">
                <a:latin typeface="Times New Roman" panose="02020603050405020304" pitchFamily="18" charset="0"/>
                <a:ea typeface="华文楷体" panose="02010600040101010101" pitchFamily="2" charset="-122"/>
              </a:rPr>
              <a:t>   </a:t>
            </a:r>
            <a:r>
              <a:rPr lang="en-US" altLang="zh-CN" sz="2400" b="1" dirty="0" err="1" smtClean="0">
                <a:latin typeface="Times New Roman" panose="02020603050405020304" pitchFamily="18" charset="0"/>
                <a:ea typeface="华文楷体" panose="02010600040101010101" pitchFamily="2" charset="-122"/>
              </a:rPr>
              <a:t>int</a:t>
            </a:r>
            <a:r>
              <a:rPr lang="en-US" altLang="zh-CN" sz="2400" b="1" dirty="0" smtClean="0">
                <a:latin typeface="Times New Roman" panose="02020603050405020304" pitchFamily="18" charset="0"/>
                <a:ea typeface="华文楷体" panose="02010600040101010101" pitchFamily="2" charset="-122"/>
              </a:rPr>
              <a:t>   INTEGER; </a:t>
            </a:r>
            <a:endParaRPr lang="en-US" altLang="zh-CN" sz="2400" b="1" dirty="0" smtClean="0">
              <a:latin typeface="Times New Roman" panose="02020603050405020304" pitchFamily="18" charset="0"/>
              <a:ea typeface="华文楷体" panose="02010600040101010101" pitchFamily="2" charset="-122"/>
            </a:endParaRPr>
          </a:p>
          <a:p>
            <a:pPr marL="971550" lvl="1" indent="-457200">
              <a:lnSpc>
                <a:spcPct val="120000"/>
              </a:lnSpc>
              <a:buFont typeface="+mj-ea"/>
              <a:buAutoNum type="circleNumDbPlain"/>
            </a:pPr>
            <a:r>
              <a:rPr lang="zh-CN" altLang="zh-CN" sz="2400" b="1" dirty="0" smtClean="0">
                <a:latin typeface="Times New Roman" panose="02020603050405020304" pitchFamily="18" charset="0"/>
                <a:ea typeface="华文楷体" panose="02010600040101010101" pitchFamily="2" charset="-122"/>
              </a:rPr>
              <a:t>用新类型名定义变量                   如   </a:t>
            </a:r>
            <a:r>
              <a:rPr lang="en-US" altLang="zh-CN" sz="2400" b="1" dirty="0" smtClean="0">
                <a:latin typeface="Times New Roman" panose="02020603050405020304" pitchFamily="18" charset="0"/>
                <a:ea typeface="华文楷体" panose="02010600040101010101" pitchFamily="2" charset="-122"/>
              </a:rPr>
              <a:t>INTEGER </a:t>
            </a:r>
            <a:r>
              <a:rPr lang="en-US" altLang="zh-CN" sz="2400" b="1" dirty="0" err="1" smtClean="0">
                <a:latin typeface="Times New Roman" panose="02020603050405020304" pitchFamily="18" charset="0"/>
                <a:ea typeface="华文楷体" panose="02010600040101010101" pitchFamily="2" charset="-122"/>
              </a:rPr>
              <a:t>i,j</a:t>
            </a:r>
            <a:r>
              <a:rPr lang="en-US" altLang="zh-CN" b="1" dirty="0" smtClean="0">
                <a:latin typeface="Times New Roman" panose="02020603050405020304" pitchFamily="18" charset="0"/>
                <a:ea typeface="华文楷体" panose="02010600040101010101" pitchFamily="2" charset="-122"/>
              </a:rPr>
              <a:t>; </a:t>
            </a:r>
            <a:endParaRPr lang="en-US" altLang="zh-CN" b="1" dirty="0" smtClean="0">
              <a:latin typeface="Times New Roman" panose="02020603050405020304" pitchFamily="18" charset="0"/>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611188" y="620713"/>
            <a:ext cx="8208962" cy="711200"/>
          </a:xfrm>
          <a:noFill/>
        </p:spPr>
        <p:txBody>
          <a:bodyPr/>
          <a:lstStyle/>
          <a:p>
            <a:pPr algn="ctr" eaLnBrk="1" hangingPunct="1"/>
            <a:r>
              <a:rPr lang="en-US" altLang="zh-CN" b="1" dirty="0">
                <a:solidFill>
                  <a:srgbClr val="FFFFFF"/>
                </a:solidFill>
                <a:ea typeface="隶书" panose="02010509060101010101" pitchFamily="49" charset="-122"/>
              </a:rPr>
              <a:t>2.5.1 </a:t>
            </a:r>
            <a:r>
              <a:rPr lang="zh-CN" altLang="en-US" b="1" dirty="0">
                <a:solidFill>
                  <a:srgbClr val="FFFFFF"/>
                </a:solidFill>
                <a:ea typeface="隶书" panose="02010509060101010101" pitchFamily="49" charset="-122"/>
              </a:rPr>
              <a:t>、</a:t>
            </a:r>
            <a:r>
              <a:rPr lang="en-US" altLang="zh-CN" b="1" dirty="0" err="1">
                <a:latin typeface="Times New Roman" panose="02020603050405020304" pitchFamily="18" charset="0"/>
                <a:ea typeface="隶书" panose="02010509060101010101" pitchFamily="49" charset="-122"/>
              </a:rPr>
              <a:t>typedef</a:t>
            </a:r>
            <a:r>
              <a:rPr lang="zh-CN" altLang="en-US" b="1" dirty="0" smtClean="0">
                <a:latin typeface="Times New Roman" panose="02020603050405020304" pitchFamily="18" charset="0"/>
                <a:ea typeface="隶书" panose="02010509060101010101" pitchFamily="49" charset="-122"/>
              </a:rPr>
              <a:t>声明</a:t>
            </a:r>
            <a:endParaRPr lang="zh-CN" altLang="en-US" sz="3200" b="1" dirty="0" smtClean="0">
              <a:latin typeface="Times New Roman" panose="02020603050405020304" pitchFamily="18" charset="0"/>
              <a:ea typeface="隶书" panose="02010509060101010101" pitchFamily="49" charset="-122"/>
            </a:endParaRPr>
          </a:p>
        </p:txBody>
      </p:sp>
      <p:grpSp>
        <p:nvGrpSpPr>
          <p:cNvPr id="41987" name="Group 5"/>
          <p:cNvGrpSpPr/>
          <p:nvPr/>
        </p:nvGrpSpPr>
        <p:grpSpPr bwMode="auto">
          <a:xfrm>
            <a:off x="684213" y="2565400"/>
            <a:ext cx="8286750" cy="3257550"/>
            <a:chOff x="381" y="1797"/>
            <a:chExt cx="5220" cy="2052"/>
          </a:xfrm>
        </p:grpSpPr>
        <p:sp>
          <p:nvSpPr>
            <p:cNvPr id="41988" name="Rectangle 6"/>
            <p:cNvSpPr>
              <a:spLocks noChangeArrowheads="1"/>
            </p:cNvSpPr>
            <p:nvPr/>
          </p:nvSpPr>
          <p:spPr bwMode="auto">
            <a:xfrm>
              <a:off x="381" y="1797"/>
              <a:ext cx="3096" cy="1477"/>
            </a:xfrm>
            <a:prstGeom prst="rect">
              <a:avLst/>
            </a:prstGeom>
            <a:solidFill>
              <a:srgbClr val="2F2FC5"/>
            </a:solidFill>
            <a:ln w="12700">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Font typeface="Wingdings" panose="05000000000000000000" pitchFamily="2" charset="2"/>
                <a:buNone/>
              </a:pPr>
              <a:r>
                <a:rPr lang="zh-CN" altLang="en-US" sz="2400" b="1" dirty="0">
                  <a:latin typeface="Times New Roman" panose="02020603050405020304" pitchFamily="18" charset="0"/>
                  <a:ea typeface="华文楷体" panose="02010600040101010101" pitchFamily="2" charset="-122"/>
                </a:rPr>
                <a:t>例  定义数组类型</a:t>
              </a:r>
              <a:endParaRPr lang="zh-CN" altLang="en-US" sz="2400" b="1" dirty="0">
                <a:latin typeface="Times New Roman" panose="02020603050405020304" pitchFamily="18" charset="0"/>
                <a:ea typeface="华文楷体" panose="02010600040101010101" pitchFamily="2" charset="-122"/>
              </a:endParaRPr>
            </a:p>
            <a:p>
              <a:pPr lvl="2" algn="l" eaLnBrk="1" hangingPunct="1">
                <a:buSzTx/>
                <a:buFont typeface="Wingdings" panose="05000000000000000000" pitchFamily="2" charset="2"/>
                <a:buChar char=""/>
              </a:pPr>
              <a:r>
                <a:rPr lang="zh-CN" altLang="en-US" sz="2400" b="1" dirty="0">
                  <a:latin typeface="Times New Roman" panose="02020603050405020304" pitchFamily="18" charset="0"/>
                  <a:ea typeface="华文楷体" panose="02010600040101010101" pitchFamily="2" charset="-122"/>
                </a:rPr>
                <a:t> </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a[100];      </a:t>
              </a:r>
              <a:endParaRPr lang="en-US" altLang="zh-CN" sz="2400" b="1" dirty="0">
                <a:latin typeface="Times New Roman" panose="02020603050405020304" pitchFamily="18" charset="0"/>
                <a:ea typeface="华文楷体" panose="02010600040101010101" pitchFamily="2" charset="-122"/>
              </a:endParaRPr>
            </a:p>
            <a:p>
              <a:pPr lvl="2" algn="l" eaLnBrk="1" hangingPunct="1">
                <a:buSzTx/>
                <a:buFont typeface="Wingdings" panose="05000000000000000000" pitchFamily="2" charset="2"/>
                <a:buChar char=""/>
              </a:pPr>
              <a:r>
                <a:rPr lang="en-US" altLang="zh-CN" sz="2400" b="1" dirty="0">
                  <a:latin typeface="Times New Roman" panose="02020603050405020304" pitchFamily="18" charset="0"/>
                  <a:ea typeface="华文楷体" panose="02010600040101010101" pitchFamily="2" charset="-122"/>
                </a:rPr>
                <a:t> </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ARRAY[100]; </a:t>
              </a:r>
              <a:endParaRPr lang="en-US" altLang="zh-CN" sz="2400" b="1" dirty="0">
                <a:latin typeface="Times New Roman" panose="02020603050405020304" pitchFamily="18" charset="0"/>
                <a:ea typeface="华文楷体" panose="02010600040101010101" pitchFamily="2" charset="-122"/>
              </a:endParaRPr>
            </a:p>
            <a:p>
              <a:pPr lvl="2" algn="l" eaLnBrk="1" hangingPunct="1">
                <a:buSzTx/>
                <a:buFont typeface="Wingdings" panose="05000000000000000000" pitchFamily="2" charset="2"/>
                <a:buChar char=""/>
              </a:pPr>
              <a:r>
                <a:rPr lang="en-US" altLang="zh-CN" sz="2400" b="1" dirty="0">
                  <a:latin typeface="Times New Roman" panose="02020603050405020304" pitchFamily="18" charset="0"/>
                  <a:ea typeface="华文楷体" panose="02010600040101010101" pitchFamily="2" charset="-122"/>
                </a:rPr>
                <a:t> </a:t>
              </a:r>
              <a:r>
                <a:rPr lang="en-US" altLang="zh-CN" sz="2400" b="1" dirty="0" err="1">
                  <a:latin typeface="Times New Roman" panose="02020603050405020304" pitchFamily="18" charset="0"/>
                  <a:ea typeface="华文楷体" panose="02010600040101010101" pitchFamily="2" charset="-122"/>
                </a:rPr>
                <a:t>typedef</a:t>
              </a:r>
              <a:r>
                <a:rPr lang="en-US" altLang="zh-CN" sz="2400" b="1" dirty="0">
                  <a:latin typeface="Times New Roman" panose="02020603050405020304" pitchFamily="18" charset="0"/>
                  <a:ea typeface="华文楷体" panose="02010600040101010101" pitchFamily="2" charset="-122"/>
                </a:rPr>
                <a:t>   </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ARRAY[100]; </a:t>
              </a:r>
              <a:endParaRPr lang="en-US" altLang="zh-CN" sz="2400" b="1" dirty="0">
                <a:latin typeface="Times New Roman" panose="02020603050405020304" pitchFamily="18" charset="0"/>
                <a:ea typeface="华文楷体" panose="02010600040101010101" pitchFamily="2" charset="-122"/>
              </a:endParaRPr>
            </a:p>
            <a:p>
              <a:pPr lvl="2" algn="l" eaLnBrk="1" hangingPunct="1">
                <a:buSzTx/>
                <a:buFont typeface="Wingdings" panose="05000000000000000000" pitchFamily="2" charset="2"/>
                <a:buChar char=""/>
              </a:pPr>
              <a:r>
                <a:rPr lang="en-US" altLang="zh-CN" sz="2400" b="1" dirty="0">
                  <a:latin typeface="Times New Roman" panose="02020603050405020304" pitchFamily="18" charset="0"/>
                  <a:ea typeface="华文楷体" panose="02010600040101010101" pitchFamily="2" charset="-122"/>
                </a:rPr>
                <a:t> ARRAY   </a:t>
              </a:r>
              <a:r>
                <a:rPr lang="en-US" altLang="zh-CN" sz="2400" b="1" dirty="0" err="1">
                  <a:latin typeface="Times New Roman" panose="02020603050405020304" pitchFamily="18" charset="0"/>
                  <a:ea typeface="华文楷体" panose="02010600040101010101" pitchFamily="2" charset="-122"/>
                </a:rPr>
                <a:t>a,b,c</a:t>
              </a:r>
              <a:r>
                <a:rPr lang="en-US" altLang="zh-CN" sz="2400" b="1" dirty="0">
                  <a:latin typeface="Times New Roman" panose="02020603050405020304" pitchFamily="18" charset="0"/>
                  <a:ea typeface="华文楷体" panose="02010600040101010101" pitchFamily="2" charset="-122"/>
                </a:rPr>
                <a:t>; </a:t>
              </a:r>
              <a:endParaRPr lang="en-US" altLang="zh-CN" sz="2400" b="1" dirty="0">
                <a:latin typeface="Times New Roman" panose="02020603050405020304" pitchFamily="18" charset="0"/>
                <a:ea typeface="华文楷体" panose="02010600040101010101" pitchFamily="2" charset="-122"/>
              </a:endParaRPr>
            </a:p>
          </p:txBody>
        </p:sp>
        <p:sp>
          <p:nvSpPr>
            <p:cNvPr id="41989" name="AutoShape 7"/>
            <p:cNvSpPr>
              <a:spLocks noChangeArrowheads="1"/>
            </p:cNvSpPr>
            <p:nvPr/>
          </p:nvSpPr>
          <p:spPr bwMode="auto">
            <a:xfrm>
              <a:off x="3119" y="3553"/>
              <a:ext cx="2482" cy="296"/>
            </a:xfrm>
            <a:prstGeom prst="wedgeRectCallout">
              <a:avLst>
                <a:gd name="adj1" fmla="val -81111"/>
                <a:gd name="adj2" fmla="val -221796"/>
              </a:avLst>
            </a:prstGeom>
            <a:solidFill>
              <a:srgbClr val="000066"/>
            </a:solidFill>
            <a:ln w="12700">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0"/>
                </a:spcBef>
                <a:buClrTx/>
                <a:buSzTx/>
                <a:buFontTx/>
                <a:buNone/>
              </a:pPr>
              <a:r>
                <a:rPr kumimoji="1" lang="en-US" altLang="zh-CN" sz="2400" b="1">
                  <a:latin typeface="Times New Roman" panose="02020603050405020304" pitchFamily="18" charset="0"/>
                  <a:ea typeface="华文楷体" panose="02010600040101010101" pitchFamily="2" charset="-122"/>
                  <a:sym typeface="Symbol" panose="05050102010706020507" pitchFamily="18" charset="2"/>
                </a:rPr>
                <a:t>  </a:t>
              </a:r>
              <a:r>
                <a:rPr kumimoji="1" lang="en-US" altLang="zh-CN" sz="2400" b="1">
                  <a:latin typeface="Times New Roman" panose="02020603050405020304" pitchFamily="18" charset="0"/>
                  <a:ea typeface="华文楷体" panose="02010600040101010101" pitchFamily="2" charset="-122"/>
                </a:rPr>
                <a:t>int   a[100],b[100],c[100];</a:t>
              </a:r>
              <a:endParaRPr kumimoji="1" lang="en-US" altLang="zh-CN" sz="2400" b="1">
                <a:latin typeface="Times New Roman" panose="02020603050405020304" pitchFamily="18" charset="0"/>
                <a:ea typeface="华文楷体" panose="0201060004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611188" y="620713"/>
            <a:ext cx="8208962" cy="711200"/>
          </a:xfrm>
          <a:noFill/>
        </p:spPr>
        <p:txBody>
          <a:bodyPr/>
          <a:lstStyle/>
          <a:p>
            <a:pPr algn="ctr" eaLnBrk="1" hangingPunct="1"/>
            <a:r>
              <a:rPr lang="en-US" altLang="zh-CN" b="1" dirty="0">
                <a:solidFill>
                  <a:srgbClr val="FFFFFF"/>
                </a:solidFill>
                <a:ea typeface="隶书" panose="02010509060101010101" pitchFamily="49" charset="-122"/>
              </a:rPr>
              <a:t>2.5.1 </a:t>
            </a:r>
            <a:r>
              <a:rPr lang="zh-CN" altLang="en-US" b="1" dirty="0">
                <a:solidFill>
                  <a:srgbClr val="FFFFFF"/>
                </a:solidFill>
                <a:ea typeface="隶书" panose="02010509060101010101" pitchFamily="49" charset="-122"/>
              </a:rPr>
              <a:t>、</a:t>
            </a:r>
            <a:r>
              <a:rPr lang="en-US" altLang="zh-CN" b="1" dirty="0" err="1">
                <a:latin typeface="Times New Roman" panose="02020603050405020304" pitchFamily="18" charset="0"/>
                <a:ea typeface="隶书" panose="02010509060101010101" pitchFamily="49" charset="-122"/>
              </a:rPr>
              <a:t>typedef</a:t>
            </a:r>
            <a:r>
              <a:rPr lang="zh-CN" altLang="en-US" b="1" dirty="0">
                <a:latin typeface="Times New Roman" panose="02020603050405020304" pitchFamily="18" charset="0"/>
                <a:ea typeface="隶书" panose="02010509060101010101" pitchFamily="49" charset="-122"/>
              </a:rPr>
              <a:t>声明</a:t>
            </a:r>
            <a:endParaRPr lang="zh-CN" altLang="en-US" sz="3200" b="1" dirty="0" smtClean="0">
              <a:latin typeface="Times New Roman" panose="02020603050405020304" pitchFamily="18" charset="0"/>
              <a:ea typeface="隶书" panose="02010509060101010101" pitchFamily="49" charset="-122"/>
            </a:endParaRPr>
          </a:p>
        </p:txBody>
      </p:sp>
      <p:grpSp>
        <p:nvGrpSpPr>
          <p:cNvPr id="43011" name="Group 6"/>
          <p:cNvGrpSpPr/>
          <p:nvPr/>
        </p:nvGrpSpPr>
        <p:grpSpPr bwMode="auto">
          <a:xfrm>
            <a:off x="755650" y="2924175"/>
            <a:ext cx="8153400" cy="2344738"/>
            <a:chOff x="663" y="1944"/>
            <a:chExt cx="5136" cy="1477"/>
          </a:xfrm>
        </p:grpSpPr>
        <p:sp>
          <p:nvSpPr>
            <p:cNvPr id="43012" name="Rectangle 7"/>
            <p:cNvSpPr>
              <a:spLocks noChangeArrowheads="1"/>
            </p:cNvSpPr>
            <p:nvPr/>
          </p:nvSpPr>
          <p:spPr bwMode="auto">
            <a:xfrm>
              <a:off x="663" y="1944"/>
              <a:ext cx="3096" cy="1477"/>
            </a:xfrm>
            <a:prstGeom prst="rect">
              <a:avLst/>
            </a:prstGeom>
            <a:solidFill>
              <a:srgbClr val="2F2FC5"/>
            </a:solidFill>
            <a:ln w="12700">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Font typeface="Wingdings" panose="05000000000000000000" pitchFamily="2" charset="2"/>
                <a:buNone/>
              </a:pPr>
              <a:r>
                <a:rPr lang="zh-CN" altLang="en-US" sz="2400" b="1" dirty="0">
                  <a:latin typeface="Times New Roman" panose="02020603050405020304" pitchFamily="18" charset="0"/>
                  <a:ea typeface="华文楷体" panose="02010600040101010101" pitchFamily="2" charset="-122"/>
                </a:rPr>
                <a:t>例  定义函数指针类型</a:t>
              </a:r>
              <a:endParaRPr lang="zh-CN" altLang="en-US" sz="2400" b="1" dirty="0">
                <a:latin typeface="Times New Roman" panose="02020603050405020304" pitchFamily="18" charset="0"/>
                <a:ea typeface="华文楷体" panose="02010600040101010101" pitchFamily="2" charset="-122"/>
              </a:endParaRPr>
            </a:p>
            <a:p>
              <a:pPr lvl="2" algn="l" eaLnBrk="1" hangingPunct="1">
                <a:buSzTx/>
                <a:buFont typeface="Wingdings" panose="05000000000000000000" pitchFamily="2" charset="2"/>
                <a:buChar char=""/>
              </a:pPr>
              <a:r>
                <a:rPr lang="zh-CN" altLang="en-US" sz="2400" b="1" dirty="0">
                  <a:latin typeface="Times New Roman" panose="02020603050405020304" pitchFamily="18" charset="0"/>
                  <a:ea typeface="华文楷体" panose="02010600040101010101" pitchFamily="2" charset="-122"/>
                </a:rPr>
                <a:t> </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(*p)();      </a:t>
              </a:r>
              <a:endParaRPr lang="en-US" altLang="zh-CN" sz="2400" b="1" dirty="0">
                <a:latin typeface="Times New Roman" panose="02020603050405020304" pitchFamily="18" charset="0"/>
                <a:ea typeface="华文楷体" panose="02010600040101010101" pitchFamily="2" charset="-122"/>
              </a:endParaRPr>
            </a:p>
            <a:p>
              <a:pPr lvl="2" algn="l" eaLnBrk="1" hangingPunct="1">
                <a:buSzTx/>
                <a:buFont typeface="Wingdings" panose="05000000000000000000" pitchFamily="2" charset="2"/>
                <a:buChar char=""/>
              </a:pPr>
              <a:r>
                <a:rPr lang="en-US" altLang="zh-CN" sz="2400" b="1" dirty="0">
                  <a:latin typeface="Times New Roman" panose="02020603050405020304" pitchFamily="18" charset="0"/>
                  <a:ea typeface="华文楷体" panose="02010600040101010101" pitchFamily="2" charset="-122"/>
                </a:rPr>
                <a:t> </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(*POWER)(); </a:t>
              </a:r>
              <a:endParaRPr lang="en-US" altLang="zh-CN" sz="2400" b="1" dirty="0">
                <a:latin typeface="Times New Roman" panose="02020603050405020304" pitchFamily="18" charset="0"/>
                <a:ea typeface="华文楷体" panose="02010600040101010101" pitchFamily="2" charset="-122"/>
              </a:endParaRPr>
            </a:p>
            <a:p>
              <a:pPr lvl="2" algn="l" eaLnBrk="1" hangingPunct="1">
                <a:buSzTx/>
                <a:buFont typeface="Wingdings" panose="05000000000000000000" pitchFamily="2" charset="2"/>
                <a:buChar char=""/>
              </a:pPr>
              <a:r>
                <a:rPr lang="en-US" altLang="zh-CN" sz="2400" b="1" dirty="0">
                  <a:latin typeface="Times New Roman" panose="02020603050405020304" pitchFamily="18" charset="0"/>
                  <a:ea typeface="华文楷体" panose="02010600040101010101" pitchFamily="2" charset="-122"/>
                </a:rPr>
                <a:t> </a:t>
              </a:r>
              <a:r>
                <a:rPr lang="en-US" altLang="zh-CN" sz="2400" b="1" dirty="0" err="1">
                  <a:latin typeface="Times New Roman" panose="02020603050405020304" pitchFamily="18" charset="0"/>
                  <a:ea typeface="华文楷体" panose="02010600040101010101" pitchFamily="2" charset="-122"/>
                </a:rPr>
                <a:t>typedef</a:t>
              </a:r>
              <a:r>
                <a:rPr lang="en-US" altLang="zh-CN" sz="2400" b="1" dirty="0">
                  <a:latin typeface="Times New Roman" panose="02020603050405020304" pitchFamily="18" charset="0"/>
                  <a:ea typeface="华文楷体" panose="02010600040101010101" pitchFamily="2" charset="-122"/>
                </a:rPr>
                <a:t>   </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(*POWER)(); </a:t>
              </a:r>
              <a:endParaRPr lang="en-US" altLang="zh-CN" sz="2400" b="1" dirty="0">
                <a:latin typeface="Times New Roman" panose="02020603050405020304" pitchFamily="18" charset="0"/>
                <a:ea typeface="华文楷体" panose="02010600040101010101" pitchFamily="2" charset="-122"/>
              </a:endParaRPr>
            </a:p>
            <a:p>
              <a:pPr lvl="2" algn="l" eaLnBrk="1" hangingPunct="1">
                <a:buSzTx/>
                <a:buFont typeface="Wingdings" panose="05000000000000000000" pitchFamily="2" charset="2"/>
                <a:buChar char=""/>
              </a:pPr>
              <a:r>
                <a:rPr lang="en-US" altLang="zh-CN" sz="2400" b="1" dirty="0">
                  <a:latin typeface="Times New Roman" panose="02020603050405020304" pitchFamily="18" charset="0"/>
                  <a:ea typeface="华文楷体" panose="02010600040101010101" pitchFamily="2" charset="-122"/>
                </a:rPr>
                <a:t> POWER   p1,p2; </a:t>
              </a:r>
              <a:endParaRPr lang="en-US" altLang="zh-CN" sz="2400" b="1" dirty="0">
                <a:latin typeface="Times New Roman" panose="02020603050405020304" pitchFamily="18" charset="0"/>
                <a:ea typeface="华文楷体" panose="02010600040101010101" pitchFamily="2" charset="-122"/>
              </a:endParaRPr>
            </a:p>
          </p:txBody>
        </p:sp>
        <p:sp>
          <p:nvSpPr>
            <p:cNvPr id="43013" name="AutoShape 8"/>
            <p:cNvSpPr>
              <a:spLocks noChangeArrowheads="1"/>
            </p:cNvSpPr>
            <p:nvPr/>
          </p:nvSpPr>
          <p:spPr bwMode="auto">
            <a:xfrm>
              <a:off x="3839" y="2898"/>
              <a:ext cx="1960" cy="296"/>
            </a:xfrm>
            <a:prstGeom prst="wedgeRectCallout">
              <a:avLst>
                <a:gd name="adj1" fmla="val -100806"/>
                <a:gd name="adj2" fmla="val 60579"/>
              </a:avLst>
            </a:prstGeom>
            <a:solidFill>
              <a:srgbClr val="000066"/>
            </a:solidFill>
            <a:ln w="12700">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0"/>
                </a:spcBef>
                <a:buClrTx/>
                <a:buSzTx/>
                <a:buFontTx/>
                <a:buNone/>
              </a:pPr>
              <a:r>
                <a:rPr kumimoji="1" lang="en-US" altLang="zh-CN" sz="2400" b="1">
                  <a:latin typeface="Times New Roman" panose="02020603050405020304" pitchFamily="18" charset="0"/>
                  <a:ea typeface="华文楷体" panose="02010600040101010101" pitchFamily="2" charset="-122"/>
                  <a:sym typeface="Symbol" panose="05050102010706020507" pitchFamily="18" charset="2"/>
                </a:rPr>
                <a:t>  int  (*p1)(),(*p2)();</a:t>
              </a:r>
              <a:endParaRPr kumimoji="1" lang="en-US" altLang="zh-CN" sz="2400" b="1">
                <a:latin typeface="Times New Roman" panose="02020603050405020304" pitchFamily="18" charset="0"/>
                <a:ea typeface="华文楷体" panose="0201060004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611188" y="620713"/>
            <a:ext cx="8208962" cy="711200"/>
          </a:xfrm>
          <a:noFill/>
        </p:spPr>
        <p:txBody>
          <a:bodyPr/>
          <a:lstStyle/>
          <a:p>
            <a:pPr algn="ctr" eaLnBrk="1" hangingPunct="1"/>
            <a:r>
              <a:rPr lang="en-US" altLang="zh-CN" b="1" dirty="0">
                <a:solidFill>
                  <a:srgbClr val="FFFFFF"/>
                </a:solidFill>
                <a:ea typeface="隶书" panose="02010509060101010101" pitchFamily="49" charset="-122"/>
              </a:rPr>
              <a:t>2.5.1 </a:t>
            </a:r>
            <a:r>
              <a:rPr lang="zh-CN" altLang="en-US" b="1" dirty="0">
                <a:solidFill>
                  <a:srgbClr val="FFFFFF"/>
                </a:solidFill>
                <a:ea typeface="隶书" panose="02010509060101010101" pitchFamily="49" charset="-122"/>
              </a:rPr>
              <a:t>、</a:t>
            </a:r>
            <a:r>
              <a:rPr lang="en-US" altLang="zh-CN" b="1" dirty="0" err="1">
                <a:latin typeface="Times New Roman" panose="02020603050405020304" pitchFamily="18" charset="0"/>
                <a:ea typeface="隶书" panose="02010509060101010101" pitchFamily="49" charset="-122"/>
              </a:rPr>
              <a:t>typedef</a:t>
            </a:r>
            <a:r>
              <a:rPr lang="zh-CN" altLang="en-US" b="1" dirty="0">
                <a:latin typeface="Times New Roman" panose="02020603050405020304" pitchFamily="18" charset="0"/>
                <a:ea typeface="隶书" panose="02010509060101010101" pitchFamily="49" charset="-122"/>
              </a:rPr>
              <a:t>声明</a:t>
            </a:r>
            <a:endParaRPr lang="zh-CN" altLang="en-US" sz="3200" b="1" dirty="0" smtClean="0">
              <a:latin typeface="Times New Roman" panose="02020603050405020304" pitchFamily="18" charset="0"/>
              <a:ea typeface="隶书" panose="02010509060101010101" pitchFamily="49" charset="-122"/>
            </a:endParaRPr>
          </a:p>
        </p:txBody>
      </p:sp>
      <p:sp>
        <p:nvSpPr>
          <p:cNvPr id="44035" name="Rectangle 6"/>
          <p:cNvSpPr>
            <a:spLocks noChangeArrowheads="1"/>
          </p:cNvSpPr>
          <p:nvPr/>
        </p:nvSpPr>
        <p:spPr bwMode="auto">
          <a:xfrm>
            <a:off x="395288" y="1773238"/>
            <a:ext cx="4914900" cy="2706687"/>
          </a:xfrm>
          <a:prstGeom prst="rect">
            <a:avLst/>
          </a:prstGeom>
          <a:solidFill>
            <a:srgbClr val="2F2FC5"/>
          </a:solidFill>
          <a:ln w="12700">
            <a:solidFill>
              <a:schemeClr val="hlink"/>
            </a:solidFill>
            <a:miter lim="800000"/>
          </a:ln>
          <a:effectLst/>
        </p:spPr>
        <p:txBody>
          <a:bodyPr wrap="none"/>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Font typeface="Wingdings" panose="05000000000000000000" pitchFamily="2" charset="2"/>
              <a:buNone/>
            </a:pPr>
            <a:r>
              <a:rPr lang="zh-CN" altLang="en-US" sz="2400" b="1">
                <a:latin typeface="Times New Roman" panose="02020603050405020304" pitchFamily="18" charset="0"/>
                <a:ea typeface="华文楷体" panose="02010600040101010101" pitchFamily="2" charset="-122"/>
              </a:rPr>
              <a:t>例  定义结构体类型</a:t>
            </a:r>
            <a:endParaRPr lang="zh-CN" altLang="en-US" sz="2400" b="1">
              <a:latin typeface="Times New Roman" panose="02020603050405020304" pitchFamily="18" charset="0"/>
              <a:ea typeface="华文楷体" panose="02010600040101010101" pitchFamily="2" charset="-122"/>
            </a:endParaRPr>
          </a:p>
          <a:p>
            <a:pPr lvl="2" algn="l" eaLnBrk="1" hangingPunct="1">
              <a:buSzTx/>
              <a:buFont typeface="Wingdings" panose="05000000000000000000" pitchFamily="2" charset="2"/>
              <a:buChar char=""/>
            </a:pPr>
            <a:r>
              <a:rPr lang="zh-CN" altLang="en-US" sz="2400" b="1">
                <a:latin typeface="Times New Roman" panose="02020603050405020304" pitchFamily="18" charset="0"/>
                <a:ea typeface="华文楷体" panose="02010600040101010101" pitchFamily="2" charset="-122"/>
              </a:rPr>
              <a:t> </a:t>
            </a:r>
            <a:r>
              <a:rPr lang="en-US" altLang="zh-CN" sz="2400" b="1">
                <a:latin typeface="Times New Roman" panose="02020603050405020304" pitchFamily="18" charset="0"/>
                <a:ea typeface="华文楷体" panose="02010600040101010101" pitchFamily="2" charset="-122"/>
              </a:rPr>
              <a:t>struct  date</a:t>
            </a:r>
            <a:endParaRPr lang="en-US" altLang="zh-CN" sz="2400" b="1">
              <a:latin typeface="Times New Roman" panose="02020603050405020304" pitchFamily="18" charset="0"/>
              <a:ea typeface="华文楷体" panose="02010600040101010101" pitchFamily="2" charset="-122"/>
            </a:endParaRPr>
          </a:p>
          <a:p>
            <a:pPr lvl="2" algn="l" eaLnBrk="1" hangingPunct="1">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    {   int   month;</a:t>
            </a:r>
            <a:endParaRPr lang="en-US" altLang="zh-CN" sz="2400" b="1">
              <a:latin typeface="Times New Roman" panose="02020603050405020304" pitchFamily="18" charset="0"/>
              <a:ea typeface="华文楷体" panose="02010600040101010101" pitchFamily="2" charset="-122"/>
            </a:endParaRPr>
          </a:p>
          <a:p>
            <a:pPr lvl="2" algn="l" eaLnBrk="1" hangingPunct="1">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         int  day;</a:t>
            </a:r>
            <a:endParaRPr lang="en-US" altLang="zh-CN" sz="2400" b="1">
              <a:latin typeface="Times New Roman" panose="02020603050405020304" pitchFamily="18" charset="0"/>
              <a:ea typeface="华文楷体" panose="02010600040101010101" pitchFamily="2" charset="-122"/>
            </a:endParaRPr>
          </a:p>
          <a:p>
            <a:pPr lvl="2" algn="l" eaLnBrk="1" hangingPunct="1">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         int   year;</a:t>
            </a:r>
            <a:endParaRPr lang="en-US" altLang="zh-CN" sz="2400" b="1">
              <a:latin typeface="Times New Roman" panose="02020603050405020304" pitchFamily="18" charset="0"/>
              <a:ea typeface="华文楷体" panose="02010600040101010101" pitchFamily="2" charset="-122"/>
            </a:endParaRPr>
          </a:p>
          <a:p>
            <a:pPr lvl="2" algn="l" eaLnBrk="1" hangingPunct="1">
              <a:buFont typeface="Wingdings" panose="05000000000000000000" pitchFamily="2" charset="2"/>
              <a:buNone/>
            </a:pPr>
            <a:r>
              <a:rPr lang="en-US" altLang="zh-CN" sz="2400" b="1">
                <a:latin typeface="Times New Roman" panose="02020603050405020304" pitchFamily="18" charset="0"/>
                <a:ea typeface="华文楷体" panose="02010600040101010101" pitchFamily="2" charset="-122"/>
              </a:rPr>
              <a:t>     }d;</a:t>
            </a:r>
            <a:endParaRPr lang="en-US" altLang="zh-CN" sz="2400" b="1">
              <a:latin typeface="Times New Roman" panose="02020603050405020304" pitchFamily="18" charset="0"/>
              <a:ea typeface="华文楷体" panose="02010600040101010101" pitchFamily="2" charset="-122"/>
            </a:endParaRPr>
          </a:p>
        </p:txBody>
      </p:sp>
      <p:sp>
        <p:nvSpPr>
          <p:cNvPr id="44036" name="Rectangle 7"/>
          <p:cNvSpPr>
            <a:spLocks noChangeArrowheads="1"/>
          </p:cNvSpPr>
          <p:nvPr/>
        </p:nvSpPr>
        <p:spPr bwMode="auto">
          <a:xfrm>
            <a:off x="4067175" y="4151313"/>
            <a:ext cx="4914900" cy="2706687"/>
          </a:xfrm>
          <a:prstGeom prst="rect">
            <a:avLst/>
          </a:prstGeom>
          <a:solidFill>
            <a:srgbClr val="2F2FC5"/>
          </a:solidFill>
          <a:ln w="12700">
            <a:solidFill>
              <a:schemeClr val="hlink"/>
            </a:solidFill>
            <a:miter lim="800000"/>
          </a:ln>
          <a:effectLst/>
        </p:spPr>
        <p:txBody>
          <a:bodyPr wrap="none"/>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Font typeface="Wingdings" panose="05000000000000000000" pitchFamily="2" charset="2"/>
              <a:buNone/>
            </a:pPr>
            <a:r>
              <a:rPr lang="zh-CN" altLang="en-US" sz="2400" b="1" dirty="0">
                <a:latin typeface="Times New Roman" panose="02020603050405020304" pitchFamily="18" charset="0"/>
                <a:ea typeface="华文楷体" panose="02010600040101010101" pitchFamily="2" charset="-122"/>
              </a:rPr>
              <a:t>例  定义结构体类型</a:t>
            </a:r>
            <a:endParaRPr lang="zh-CN" altLang="en-US" sz="2400" b="1" dirty="0">
              <a:latin typeface="Times New Roman" panose="02020603050405020304" pitchFamily="18" charset="0"/>
              <a:ea typeface="华文楷体" panose="02010600040101010101" pitchFamily="2" charset="-122"/>
            </a:endParaRPr>
          </a:p>
          <a:p>
            <a:pPr lvl="2" algn="l" eaLnBrk="1" hangingPunct="1">
              <a:buSzTx/>
              <a:buFont typeface="宋体" panose="02010600030101010101" pitchFamily="2" charset="-122"/>
              <a:buChar char="②"/>
            </a:pPr>
            <a:r>
              <a:rPr lang="zh-CN" altLang="en-US" sz="2400" b="1" dirty="0">
                <a:latin typeface="Times New Roman" panose="02020603050405020304" pitchFamily="18" charset="0"/>
                <a:ea typeface="华文楷体" panose="02010600040101010101" pitchFamily="2" charset="-122"/>
              </a:rPr>
              <a:t> </a:t>
            </a:r>
            <a:r>
              <a:rPr lang="en-US" altLang="zh-CN" sz="2400" b="1" dirty="0" err="1">
                <a:latin typeface="Times New Roman" panose="02020603050405020304" pitchFamily="18" charset="0"/>
                <a:ea typeface="华文楷体" panose="02010600040101010101" pitchFamily="2" charset="-122"/>
              </a:rPr>
              <a:t>struct</a:t>
            </a:r>
            <a:r>
              <a:rPr lang="en-US" altLang="zh-CN" sz="2400" b="1" dirty="0">
                <a:latin typeface="Times New Roman" panose="02020603050405020304" pitchFamily="18" charset="0"/>
                <a:ea typeface="华文楷体" panose="02010600040101010101" pitchFamily="2" charset="-122"/>
              </a:rPr>
              <a:t>  date</a:t>
            </a:r>
            <a:endParaRPr lang="en-US" altLang="zh-CN" sz="2400" b="1" dirty="0">
              <a:latin typeface="Times New Roman" panose="02020603050405020304" pitchFamily="18" charset="0"/>
              <a:ea typeface="华文楷体" panose="02010600040101010101" pitchFamily="2" charset="-122"/>
            </a:endParaRPr>
          </a:p>
          <a:p>
            <a:pPr lvl="2" algn="l" eaLnBrk="1" hangingPunct="1">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    {   </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month;</a:t>
            </a:r>
            <a:endParaRPr lang="en-US" altLang="zh-CN" sz="2400" b="1" dirty="0">
              <a:latin typeface="Times New Roman" panose="02020603050405020304" pitchFamily="18" charset="0"/>
              <a:ea typeface="华文楷体" panose="02010600040101010101" pitchFamily="2" charset="-122"/>
            </a:endParaRPr>
          </a:p>
          <a:p>
            <a:pPr lvl="2" algn="l" eaLnBrk="1" hangingPunct="1">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         </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day;</a:t>
            </a:r>
            <a:endParaRPr lang="en-US" altLang="zh-CN" sz="2400" b="1" dirty="0">
              <a:latin typeface="Times New Roman" panose="02020603050405020304" pitchFamily="18" charset="0"/>
              <a:ea typeface="华文楷体" panose="02010600040101010101" pitchFamily="2" charset="-122"/>
            </a:endParaRPr>
          </a:p>
          <a:p>
            <a:pPr lvl="2" algn="l" eaLnBrk="1" hangingPunct="1">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         </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year;</a:t>
            </a:r>
            <a:endParaRPr lang="en-US" altLang="zh-CN" sz="2400" b="1" dirty="0">
              <a:latin typeface="Times New Roman" panose="02020603050405020304" pitchFamily="18" charset="0"/>
              <a:ea typeface="华文楷体" panose="02010600040101010101" pitchFamily="2" charset="-122"/>
            </a:endParaRPr>
          </a:p>
          <a:p>
            <a:pPr lvl="2" algn="l" eaLnBrk="1" hangingPunct="1">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     }DATE;</a:t>
            </a:r>
            <a:endParaRPr lang="en-US" altLang="zh-CN" sz="2400" b="1" dirty="0">
              <a:latin typeface="Times New Roman" panose="02020603050405020304" pitchFamily="18" charset="0"/>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611188" y="620713"/>
            <a:ext cx="8208962" cy="711200"/>
          </a:xfrm>
          <a:noFill/>
        </p:spPr>
        <p:txBody>
          <a:bodyPr/>
          <a:lstStyle/>
          <a:p>
            <a:pPr algn="ctr" eaLnBrk="1" hangingPunct="1"/>
            <a:r>
              <a:rPr lang="en-US" altLang="zh-CN" b="1" dirty="0">
                <a:solidFill>
                  <a:srgbClr val="FFFFFF"/>
                </a:solidFill>
                <a:ea typeface="隶书" panose="02010509060101010101" pitchFamily="49" charset="-122"/>
              </a:rPr>
              <a:t>2.5.1 </a:t>
            </a:r>
            <a:r>
              <a:rPr lang="zh-CN" altLang="en-US" b="1" dirty="0">
                <a:solidFill>
                  <a:srgbClr val="FFFFFF"/>
                </a:solidFill>
                <a:ea typeface="隶书" panose="02010509060101010101" pitchFamily="49" charset="-122"/>
              </a:rPr>
              <a:t>、</a:t>
            </a:r>
            <a:r>
              <a:rPr lang="en-US" altLang="zh-CN" b="1" dirty="0" err="1">
                <a:latin typeface="Times New Roman" panose="02020603050405020304" pitchFamily="18" charset="0"/>
                <a:ea typeface="隶书" panose="02010509060101010101" pitchFamily="49" charset="-122"/>
              </a:rPr>
              <a:t>typedef</a:t>
            </a:r>
            <a:r>
              <a:rPr lang="zh-CN" altLang="en-US" b="1" dirty="0">
                <a:latin typeface="Times New Roman" panose="02020603050405020304" pitchFamily="18" charset="0"/>
                <a:ea typeface="隶书" panose="02010509060101010101" pitchFamily="49" charset="-122"/>
              </a:rPr>
              <a:t>声明</a:t>
            </a:r>
            <a:endParaRPr lang="zh-CN" altLang="en-US" sz="3200" b="1" dirty="0" smtClean="0">
              <a:latin typeface="Times New Roman" panose="02020603050405020304" pitchFamily="18" charset="0"/>
              <a:ea typeface="隶书" panose="02010509060101010101" pitchFamily="49" charset="-122"/>
            </a:endParaRPr>
          </a:p>
        </p:txBody>
      </p:sp>
      <p:sp>
        <p:nvSpPr>
          <p:cNvPr id="45059" name="Rectangle 6"/>
          <p:cNvSpPr>
            <a:spLocks noChangeArrowheads="1"/>
          </p:cNvSpPr>
          <p:nvPr/>
        </p:nvSpPr>
        <p:spPr bwMode="auto">
          <a:xfrm>
            <a:off x="3995738" y="1298575"/>
            <a:ext cx="4914900" cy="2706688"/>
          </a:xfrm>
          <a:prstGeom prst="rect">
            <a:avLst/>
          </a:prstGeom>
          <a:solidFill>
            <a:srgbClr val="2F2FC5"/>
          </a:solidFill>
          <a:ln w="12700">
            <a:solidFill>
              <a:schemeClr val="hlink"/>
            </a:solidFill>
            <a:miter lim="800000"/>
          </a:ln>
          <a:effectLst/>
        </p:spPr>
        <p:txBody>
          <a:bodyPr wrap="none"/>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Font typeface="Wingdings" panose="05000000000000000000" pitchFamily="2" charset="2"/>
              <a:buNone/>
            </a:pPr>
            <a:r>
              <a:rPr lang="zh-CN" altLang="en-US" sz="2400" b="1" dirty="0">
                <a:latin typeface="Times New Roman" panose="02020603050405020304" pitchFamily="18" charset="0"/>
                <a:ea typeface="华文楷体" panose="02010600040101010101" pitchFamily="2" charset="-122"/>
              </a:rPr>
              <a:t>例  定义结构体类型</a:t>
            </a:r>
            <a:endParaRPr lang="zh-CN" altLang="en-US" sz="2400" b="1" dirty="0">
              <a:latin typeface="Times New Roman" panose="02020603050405020304" pitchFamily="18" charset="0"/>
              <a:ea typeface="华文楷体" panose="02010600040101010101" pitchFamily="2" charset="-122"/>
            </a:endParaRPr>
          </a:p>
          <a:p>
            <a:pPr lvl="2" algn="l" eaLnBrk="1" hangingPunct="1">
              <a:buSzTx/>
              <a:buFont typeface="宋体" panose="02010600030101010101" pitchFamily="2" charset="-122"/>
              <a:buChar char="③"/>
            </a:pPr>
            <a:r>
              <a:rPr lang="en-US" altLang="zh-CN" sz="2400" b="1" dirty="0" err="1">
                <a:latin typeface="Times New Roman" panose="02020603050405020304" pitchFamily="18" charset="0"/>
                <a:ea typeface="华文楷体" panose="02010600040101010101" pitchFamily="2" charset="-122"/>
              </a:rPr>
              <a:t>typedef</a:t>
            </a:r>
            <a:r>
              <a:rPr lang="en-US" altLang="zh-CN" sz="2400" b="1" dirty="0">
                <a:latin typeface="Times New Roman" panose="02020603050405020304" pitchFamily="18" charset="0"/>
                <a:ea typeface="华文楷体" panose="02010600040101010101" pitchFamily="2" charset="-122"/>
              </a:rPr>
              <a:t>   </a:t>
            </a:r>
            <a:r>
              <a:rPr lang="en-US" altLang="zh-CN" sz="2400" b="1" dirty="0" err="1">
                <a:latin typeface="Times New Roman" panose="02020603050405020304" pitchFamily="18" charset="0"/>
                <a:ea typeface="华文楷体" panose="02010600040101010101" pitchFamily="2" charset="-122"/>
              </a:rPr>
              <a:t>struct</a:t>
            </a:r>
            <a:r>
              <a:rPr lang="en-US" altLang="zh-CN" sz="2400" b="1" dirty="0">
                <a:latin typeface="Times New Roman" panose="02020603050405020304" pitchFamily="18" charset="0"/>
                <a:ea typeface="华文楷体" panose="02010600040101010101" pitchFamily="2" charset="-122"/>
              </a:rPr>
              <a:t>  date</a:t>
            </a:r>
            <a:endParaRPr lang="en-US" altLang="zh-CN" sz="2400" b="1" dirty="0">
              <a:latin typeface="Times New Roman" panose="02020603050405020304" pitchFamily="18" charset="0"/>
              <a:ea typeface="华文楷体" panose="02010600040101010101" pitchFamily="2" charset="-122"/>
            </a:endParaRPr>
          </a:p>
          <a:p>
            <a:pPr lvl="2" algn="l" eaLnBrk="1" hangingPunct="1">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    {   </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month;</a:t>
            </a:r>
            <a:endParaRPr lang="en-US" altLang="zh-CN" sz="2400" b="1" dirty="0">
              <a:latin typeface="Times New Roman" panose="02020603050405020304" pitchFamily="18" charset="0"/>
              <a:ea typeface="华文楷体" panose="02010600040101010101" pitchFamily="2" charset="-122"/>
            </a:endParaRPr>
          </a:p>
          <a:p>
            <a:pPr lvl="2" algn="l" eaLnBrk="1" hangingPunct="1">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         </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day;</a:t>
            </a:r>
            <a:endParaRPr lang="en-US" altLang="zh-CN" sz="2400" b="1" dirty="0">
              <a:latin typeface="Times New Roman" panose="02020603050405020304" pitchFamily="18" charset="0"/>
              <a:ea typeface="华文楷体" panose="02010600040101010101" pitchFamily="2" charset="-122"/>
            </a:endParaRPr>
          </a:p>
          <a:p>
            <a:pPr lvl="2" algn="l" eaLnBrk="1" hangingPunct="1">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         </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year;</a:t>
            </a:r>
            <a:endParaRPr lang="en-US" altLang="zh-CN" sz="2400" b="1" dirty="0">
              <a:latin typeface="Times New Roman" panose="02020603050405020304" pitchFamily="18" charset="0"/>
              <a:ea typeface="华文楷体" panose="02010600040101010101" pitchFamily="2" charset="-122"/>
            </a:endParaRPr>
          </a:p>
          <a:p>
            <a:pPr lvl="2" algn="l" eaLnBrk="1" hangingPunct="1">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     }DATE;</a:t>
            </a:r>
            <a:endParaRPr lang="en-US" altLang="zh-CN" sz="2400" b="1" dirty="0">
              <a:latin typeface="Times New Roman" panose="02020603050405020304" pitchFamily="18" charset="0"/>
              <a:ea typeface="华文楷体" panose="02010600040101010101" pitchFamily="2" charset="-122"/>
            </a:endParaRPr>
          </a:p>
        </p:txBody>
      </p:sp>
      <p:grpSp>
        <p:nvGrpSpPr>
          <p:cNvPr id="45060" name="Group 7"/>
          <p:cNvGrpSpPr/>
          <p:nvPr/>
        </p:nvGrpSpPr>
        <p:grpSpPr bwMode="auto">
          <a:xfrm>
            <a:off x="203200" y="4156075"/>
            <a:ext cx="7896225" cy="2728913"/>
            <a:chOff x="831" y="2296"/>
            <a:chExt cx="4974" cy="1719"/>
          </a:xfrm>
        </p:grpSpPr>
        <p:sp>
          <p:nvSpPr>
            <p:cNvPr id="45061" name="Rectangle 8"/>
            <p:cNvSpPr>
              <a:spLocks noChangeArrowheads="1"/>
            </p:cNvSpPr>
            <p:nvPr/>
          </p:nvSpPr>
          <p:spPr bwMode="auto">
            <a:xfrm>
              <a:off x="831" y="2310"/>
              <a:ext cx="3096" cy="1705"/>
            </a:xfrm>
            <a:prstGeom prst="rect">
              <a:avLst/>
            </a:prstGeom>
            <a:solidFill>
              <a:srgbClr val="2F2FC5"/>
            </a:solidFill>
            <a:ln w="12700">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buFont typeface="Wingdings" panose="05000000000000000000" pitchFamily="2" charset="2"/>
                <a:buNone/>
              </a:pPr>
              <a:r>
                <a:rPr lang="zh-CN" altLang="en-US" sz="2400" b="1" dirty="0">
                  <a:latin typeface="Times New Roman" panose="02020603050405020304" pitchFamily="18" charset="0"/>
                  <a:ea typeface="华文楷体" panose="02010600040101010101" pitchFamily="2" charset="-122"/>
                </a:rPr>
                <a:t>例  定义结构体类型</a:t>
              </a:r>
              <a:endParaRPr lang="zh-CN" altLang="en-US" sz="2400" b="1" dirty="0">
                <a:latin typeface="Times New Roman" panose="02020603050405020304" pitchFamily="18" charset="0"/>
                <a:ea typeface="华文楷体" panose="02010600040101010101" pitchFamily="2" charset="-122"/>
              </a:endParaRPr>
            </a:p>
            <a:p>
              <a:pPr lvl="2" algn="l" eaLnBrk="1" hangingPunct="1">
                <a:buSzTx/>
                <a:buFont typeface="宋体" panose="02010600030101010101" pitchFamily="2" charset="-122"/>
                <a:buChar char="④"/>
              </a:pPr>
              <a:r>
                <a:rPr lang="zh-CN" altLang="en-US" sz="2400" b="1" dirty="0">
                  <a:latin typeface="Times New Roman" panose="02020603050405020304" pitchFamily="18" charset="0"/>
                  <a:ea typeface="华文楷体" panose="02010600040101010101" pitchFamily="2" charset="-122"/>
                </a:rPr>
                <a:t> </a:t>
              </a:r>
              <a:r>
                <a:rPr lang="en-US" altLang="zh-CN" sz="2400" b="1" dirty="0">
                  <a:latin typeface="Times New Roman" panose="02020603050405020304" pitchFamily="18" charset="0"/>
                  <a:ea typeface="华文楷体" panose="02010600040101010101" pitchFamily="2" charset="-122"/>
                </a:rPr>
                <a:t>DATE   birthday, *p;</a:t>
              </a:r>
              <a:endParaRPr lang="en-US" altLang="zh-CN" sz="2400" b="1" dirty="0">
                <a:latin typeface="Times New Roman" panose="02020603050405020304" pitchFamily="18" charset="0"/>
                <a:ea typeface="华文楷体" panose="02010600040101010101" pitchFamily="2" charset="-122"/>
              </a:endParaRPr>
            </a:p>
          </p:txBody>
        </p:sp>
        <p:sp>
          <p:nvSpPr>
            <p:cNvPr id="45062" name="AutoShape 9"/>
            <p:cNvSpPr>
              <a:spLocks noChangeArrowheads="1"/>
            </p:cNvSpPr>
            <p:nvPr/>
          </p:nvSpPr>
          <p:spPr bwMode="auto">
            <a:xfrm>
              <a:off x="4113" y="2296"/>
              <a:ext cx="1692" cy="1216"/>
            </a:xfrm>
            <a:prstGeom prst="wedgeRectCallout">
              <a:avLst>
                <a:gd name="adj1" fmla="val -141866"/>
                <a:gd name="adj2" fmla="val 4708"/>
              </a:avLst>
            </a:prstGeom>
            <a:solidFill>
              <a:srgbClr val="000066"/>
            </a:solidFill>
            <a:ln w="12700">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0"/>
                </a:spcBef>
                <a:buClrTx/>
                <a:buSzTx/>
                <a:buFontTx/>
                <a:buNone/>
              </a:pPr>
              <a:r>
                <a:rPr kumimoji="1" lang="en-US" altLang="zh-CN" sz="2400" b="1">
                  <a:latin typeface="Times New Roman" panose="02020603050405020304" pitchFamily="18" charset="0"/>
                  <a:ea typeface="华文楷体" panose="02010600040101010101" pitchFamily="2" charset="-122"/>
                  <a:sym typeface="Symbol" panose="05050102010706020507" pitchFamily="18" charset="2"/>
                </a:rPr>
                <a:t>  struct  date</a:t>
              </a:r>
              <a:endParaRPr kumimoji="1" lang="en-US" altLang="zh-CN" sz="2400" b="1">
                <a:latin typeface="Times New Roman" panose="02020603050405020304" pitchFamily="18" charset="0"/>
                <a:ea typeface="华文楷体" panose="02010600040101010101" pitchFamily="2" charset="-122"/>
                <a:sym typeface="Symbol" panose="05050102010706020507" pitchFamily="18" charset="2"/>
              </a:endParaRPr>
            </a:p>
            <a:p>
              <a:pPr algn="l" eaLnBrk="1" hangingPunct="1">
                <a:spcBef>
                  <a:spcPct val="0"/>
                </a:spcBef>
                <a:buClrTx/>
                <a:buSzTx/>
                <a:buFontTx/>
                <a:buNone/>
              </a:pPr>
              <a:r>
                <a:rPr kumimoji="1" lang="en-US" altLang="zh-CN" sz="2400" b="1">
                  <a:latin typeface="Times New Roman" panose="02020603050405020304" pitchFamily="18" charset="0"/>
                  <a:ea typeface="华文楷体" panose="02010600040101010101" pitchFamily="2" charset="-122"/>
                  <a:sym typeface="Symbol" panose="05050102010706020507" pitchFamily="18" charset="2"/>
                </a:rPr>
                <a:t>       {    int   month;</a:t>
              </a:r>
              <a:endParaRPr kumimoji="1" lang="en-US" altLang="zh-CN" sz="2400" b="1">
                <a:latin typeface="Times New Roman" panose="02020603050405020304" pitchFamily="18" charset="0"/>
                <a:ea typeface="华文楷体" panose="02010600040101010101" pitchFamily="2" charset="-122"/>
                <a:sym typeface="Symbol" panose="05050102010706020507" pitchFamily="18" charset="2"/>
              </a:endParaRPr>
            </a:p>
            <a:p>
              <a:pPr algn="l" eaLnBrk="1" hangingPunct="1">
                <a:spcBef>
                  <a:spcPct val="0"/>
                </a:spcBef>
                <a:buClrTx/>
                <a:buSzTx/>
                <a:buFontTx/>
                <a:buNone/>
              </a:pPr>
              <a:r>
                <a:rPr kumimoji="1" lang="en-US" altLang="zh-CN" sz="2400" b="1">
                  <a:latin typeface="Times New Roman" panose="02020603050405020304" pitchFamily="18" charset="0"/>
                  <a:ea typeface="华文楷体" panose="02010600040101010101" pitchFamily="2" charset="-122"/>
                  <a:sym typeface="Symbol" panose="05050102010706020507" pitchFamily="18" charset="2"/>
                </a:rPr>
                <a:t>             int   day;</a:t>
              </a:r>
              <a:endParaRPr kumimoji="1" lang="en-US" altLang="zh-CN" sz="2400" b="1">
                <a:latin typeface="Times New Roman" panose="02020603050405020304" pitchFamily="18" charset="0"/>
                <a:ea typeface="华文楷体" panose="02010600040101010101" pitchFamily="2" charset="-122"/>
                <a:sym typeface="Symbol" panose="05050102010706020507" pitchFamily="18" charset="2"/>
              </a:endParaRPr>
            </a:p>
            <a:p>
              <a:pPr algn="l" eaLnBrk="1" hangingPunct="1">
                <a:spcBef>
                  <a:spcPct val="0"/>
                </a:spcBef>
                <a:buClrTx/>
                <a:buSzTx/>
                <a:buFontTx/>
                <a:buNone/>
              </a:pPr>
              <a:r>
                <a:rPr kumimoji="1" lang="en-US" altLang="zh-CN" sz="2400" b="1">
                  <a:latin typeface="Times New Roman" panose="02020603050405020304" pitchFamily="18" charset="0"/>
                  <a:ea typeface="华文楷体" panose="02010600040101010101" pitchFamily="2" charset="-122"/>
                  <a:sym typeface="Symbol" panose="05050102010706020507" pitchFamily="18" charset="2"/>
                </a:rPr>
                <a:t>             int   year;</a:t>
              </a:r>
              <a:endParaRPr kumimoji="1" lang="en-US" altLang="zh-CN" sz="2400" b="1">
                <a:latin typeface="Times New Roman" panose="02020603050405020304" pitchFamily="18" charset="0"/>
                <a:ea typeface="华文楷体" panose="02010600040101010101" pitchFamily="2" charset="-122"/>
                <a:sym typeface="Symbol" panose="05050102010706020507" pitchFamily="18" charset="2"/>
              </a:endParaRPr>
            </a:p>
            <a:p>
              <a:pPr algn="l" eaLnBrk="1" hangingPunct="1">
                <a:spcBef>
                  <a:spcPct val="0"/>
                </a:spcBef>
                <a:buClrTx/>
                <a:buSzTx/>
                <a:buFontTx/>
                <a:buNone/>
              </a:pPr>
              <a:r>
                <a:rPr kumimoji="1" lang="en-US" altLang="zh-CN" sz="2400" b="1">
                  <a:latin typeface="Times New Roman" panose="02020603050405020304" pitchFamily="18" charset="0"/>
                  <a:ea typeface="华文楷体" panose="02010600040101010101" pitchFamily="2" charset="-122"/>
                  <a:sym typeface="Symbol" panose="05050102010706020507" pitchFamily="18" charset="2"/>
                </a:rPr>
                <a:t>        }birthday, *p;</a:t>
              </a:r>
              <a:endParaRPr kumimoji="1" lang="en-US" altLang="zh-CN" sz="2400" b="1">
                <a:latin typeface="Times New Roman" panose="02020603050405020304" pitchFamily="18" charset="0"/>
                <a:ea typeface="华文楷体" panose="0201060004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11188" y="620713"/>
            <a:ext cx="8208962" cy="711200"/>
          </a:xfrm>
          <a:noFill/>
        </p:spPr>
        <p:txBody>
          <a:bodyPr/>
          <a:lstStyle/>
          <a:p>
            <a:pPr algn="ctr" eaLnBrk="1" hangingPunct="1"/>
            <a:r>
              <a:rPr lang="en-US" altLang="zh-CN" b="1" dirty="0">
                <a:solidFill>
                  <a:srgbClr val="FFFFFF"/>
                </a:solidFill>
                <a:ea typeface="隶书" panose="02010509060101010101" pitchFamily="49" charset="-122"/>
              </a:rPr>
              <a:t>2.5.1 </a:t>
            </a:r>
            <a:r>
              <a:rPr lang="zh-CN" altLang="en-US" b="1" dirty="0">
                <a:solidFill>
                  <a:srgbClr val="FFFFFF"/>
                </a:solidFill>
                <a:ea typeface="隶书" panose="02010509060101010101" pitchFamily="49" charset="-122"/>
              </a:rPr>
              <a:t>、</a:t>
            </a:r>
            <a:r>
              <a:rPr lang="en-US" altLang="zh-CN" b="1" dirty="0" err="1">
                <a:latin typeface="Times New Roman" panose="02020603050405020304" pitchFamily="18" charset="0"/>
                <a:ea typeface="隶书" panose="02010509060101010101" pitchFamily="49" charset="-122"/>
              </a:rPr>
              <a:t>typedef</a:t>
            </a:r>
            <a:r>
              <a:rPr lang="zh-CN" altLang="en-US" b="1" dirty="0">
                <a:latin typeface="Times New Roman" panose="02020603050405020304" pitchFamily="18" charset="0"/>
                <a:ea typeface="隶书" panose="02010509060101010101" pitchFamily="49" charset="-122"/>
              </a:rPr>
              <a:t>声明</a:t>
            </a:r>
            <a:endParaRPr lang="zh-CN" altLang="en-US" sz="3200" b="1" dirty="0" smtClean="0">
              <a:latin typeface="Times New Roman" panose="02020603050405020304" pitchFamily="18" charset="0"/>
              <a:ea typeface="隶书" panose="02010509060101010101" pitchFamily="49" charset="-122"/>
            </a:endParaRPr>
          </a:p>
        </p:txBody>
      </p:sp>
      <p:grpSp>
        <p:nvGrpSpPr>
          <p:cNvPr id="46083" name="Group 7"/>
          <p:cNvGrpSpPr/>
          <p:nvPr/>
        </p:nvGrpSpPr>
        <p:grpSpPr bwMode="auto">
          <a:xfrm>
            <a:off x="684213" y="2205038"/>
            <a:ext cx="8459787" cy="3238500"/>
            <a:chOff x="957" y="1947"/>
            <a:chExt cx="4401" cy="2040"/>
          </a:xfrm>
        </p:grpSpPr>
        <p:grpSp>
          <p:nvGrpSpPr>
            <p:cNvPr id="46084" name="Group 8"/>
            <p:cNvGrpSpPr/>
            <p:nvPr/>
          </p:nvGrpSpPr>
          <p:grpSpPr bwMode="auto">
            <a:xfrm>
              <a:off x="957" y="1947"/>
              <a:ext cx="4128" cy="2040"/>
              <a:chOff x="957" y="1947"/>
              <a:chExt cx="4128" cy="2040"/>
            </a:xfrm>
          </p:grpSpPr>
          <p:sp>
            <p:nvSpPr>
              <p:cNvPr id="46086" name="Text Box 9"/>
              <p:cNvSpPr txBox="1">
                <a:spLocks noChangeArrowheads="1"/>
              </p:cNvSpPr>
              <p:nvPr/>
            </p:nvSpPr>
            <p:spPr bwMode="auto">
              <a:xfrm>
                <a:off x="957" y="1947"/>
                <a:ext cx="2442" cy="2040"/>
              </a:xfrm>
              <a:prstGeom prst="rect">
                <a:avLst/>
              </a:prstGeom>
              <a:solidFill>
                <a:srgbClr val="2F2FC5"/>
              </a:solidFill>
              <a:ln w="12700">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Clr>
                    <a:schemeClr val="hlink"/>
                  </a:buClr>
                  <a:buSzTx/>
                  <a:buFont typeface="Wingdings" panose="05000000000000000000" pitchFamily="2" charset="2"/>
                  <a:buNone/>
                </a:pPr>
                <a:r>
                  <a:rPr kumimoji="1" lang="zh-CN" altLang="en-US" sz="2400" b="1" dirty="0">
                    <a:latin typeface="Times New Roman" panose="02020603050405020304" pitchFamily="18" charset="0"/>
                    <a:ea typeface="华文楷体" panose="02010600040101010101" pitchFamily="2" charset="-122"/>
                  </a:rPr>
                  <a:t>例   </a:t>
                </a:r>
                <a:r>
                  <a:rPr kumimoji="1" lang="en-US" altLang="zh-CN" sz="2400" b="1" dirty="0" err="1">
                    <a:latin typeface="Times New Roman" panose="02020603050405020304" pitchFamily="18" charset="0"/>
                    <a:ea typeface="华文楷体" panose="02010600040101010101" pitchFamily="2" charset="-122"/>
                  </a:rPr>
                  <a:t>typedef</a:t>
                </a:r>
                <a:r>
                  <a:rPr kumimoji="1" lang="en-US" altLang="zh-CN" sz="2400" b="1" dirty="0">
                    <a:latin typeface="Times New Roman" panose="02020603050405020304" pitchFamily="18" charset="0"/>
                    <a:ea typeface="华文楷体" panose="02010600040101010101" pitchFamily="2" charset="-122"/>
                  </a:rPr>
                  <a:t>  </a:t>
                </a:r>
                <a:r>
                  <a:rPr kumimoji="1" lang="en-US" altLang="zh-CN" sz="2400" b="1" dirty="0" err="1">
                    <a:latin typeface="Times New Roman" panose="02020603050405020304" pitchFamily="18" charset="0"/>
                    <a:ea typeface="华文楷体" panose="02010600040101010101" pitchFamily="2" charset="-122"/>
                  </a:rPr>
                  <a:t>struct</a:t>
                </a:r>
                <a:r>
                  <a:rPr kumimoji="1" lang="en-US" altLang="zh-CN" sz="2400" b="1" dirty="0">
                    <a:latin typeface="Times New Roman" panose="02020603050405020304" pitchFamily="18" charset="0"/>
                    <a:ea typeface="华文楷体" panose="02010600040101010101" pitchFamily="2" charset="-122"/>
                  </a:rPr>
                  <a:t> club</a:t>
                </a:r>
                <a:endParaRPr kumimoji="1" lang="en-US" altLang="zh-CN" sz="2400" b="1" dirty="0">
                  <a:latin typeface="Times New Roman" panose="02020603050405020304" pitchFamily="18" charset="0"/>
                  <a:ea typeface="华文楷体" panose="02010600040101010101" pitchFamily="2" charset="-122"/>
                </a:endParaRPr>
              </a:p>
              <a:p>
                <a:pPr algn="l" eaLnBrk="1" hangingPunct="1">
                  <a:buClr>
                    <a:schemeClr val="hlink"/>
                  </a:buClr>
                  <a:buSzTx/>
                  <a:buFont typeface="Wingdings" panose="05000000000000000000" pitchFamily="2" charset="2"/>
                  <a:buNone/>
                </a:pPr>
                <a:r>
                  <a:rPr kumimoji="1" lang="en-US" altLang="zh-CN" sz="2400" b="1" dirty="0">
                    <a:latin typeface="Times New Roman" panose="02020603050405020304" pitchFamily="18" charset="0"/>
                    <a:ea typeface="华文楷体" panose="02010600040101010101" pitchFamily="2" charset="-122"/>
                  </a:rPr>
                  <a:t>      {      char  name[20];</a:t>
                </a:r>
                <a:endParaRPr kumimoji="1" lang="en-US" altLang="zh-CN" sz="2400" b="1" dirty="0">
                  <a:latin typeface="Times New Roman" panose="02020603050405020304" pitchFamily="18" charset="0"/>
                  <a:ea typeface="华文楷体" panose="02010600040101010101" pitchFamily="2" charset="-122"/>
                </a:endParaRPr>
              </a:p>
              <a:p>
                <a:pPr algn="l" eaLnBrk="1" hangingPunct="1">
                  <a:buClr>
                    <a:schemeClr val="hlink"/>
                  </a:buClr>
                  <a:buSzTx/>
                  <a:buFont typeface="Wingdings" panose="05000000000000000000" pitchFamily="2" charset="2"/>
                  <a:buNone/>
                </a:pPr>
                <a:r>
                  <a:rPr kumimoji="1" lang="en-US" altLang="zh-CN" sz="2400" b="1" dirty="0">
                    <a:latin typeface="Times New Roman" panose="02020603050405020304" pitchFamily="18" charset="0"/>
                    <a:ea typeface="华文楷体" panose="02010600040101010101" pitchFamily="2" charset="-122"/>
                  </a:rPr>
                  <a:t>              </a:t>
                </a:r>
                <a:r>
                  <a:rPr kumimoji="1" lang="en-US" altLang="zh-CN" sz="2400" b="1" dirty="0" err="1">
                    <a:latin typeface="Times New Roman" panose="02020603050405020304" pitchFamily="18" charset="0"/>
                    <a:ea typeface="华文楷体" panose="02010600040101010101" pitchFamily="2" charset="-122"/>
                  </a:rPr>
                  <a:t>int</a:t>
                </a:r>
                <a:r>
                  <a:rPr kumimoji="1" lang="en-US" altLang="zh-CN" sz="2400" b="1" dirty="0">
                    <a:latin typeface="Times New Roman" panose="02020603050405020304" pitchFamily="18" charset="0"/>
                    <a:ea typeface="华文楷体" panose="02010600040101010101" pitchFamily="2" charset="-122"/>
                  </a:rPr>
                  <a:t>  size;</a:t>
                </a:r>
                <a:endParaRPr kumimoji="1" lang="en-US" altLang="zh-CN" sz="2400" b="1" dirty="0">
                  <a:latin typeface="Times New Roman" panose="02020603050405020304" pitchFamily="18" charset="0"/>
                  <a:ea typeface="华文楷体" panose="02010600040101010101" pitchFamily="2" charset="-122"/>
                </a:endParaRPr>
              </a:p>
              <a:p>
                <a:pPr algn="l" eaLnBrk="1" hangingPunct="1">
                  <a:buClr>
                    <a:schemeClr val="hlink"/>
                  </a:buClr>
                  <a:buSzTx/>
                  <a:buFont typeface="Wingdings" panose="05000000000000000000" pitchFamily="2" charset="2"/>
                  <a:buNone/>
                </a:pPr>
                <a:r>
                  <a:rPr kumimoji="1" lang="en-US" altLang="zh-CN" sz="2400" b="1" dirty="0">
                    <a:latin typeface="Times New Roman" panose="02020603050405020304" pitchFamily="18" charset="0"/>
                    <a:ea typeface="华文楷体" panose="02010600040101010101" pitchFamily="2" charset="-122"/>
                  </a:rPr>
                  <a:t>              </a:t>
                </a:r>
                <a:r>
                  <a:rPr kumimoji="1" lang="en-US" altLang="zh-CN" sz="2400" b="1" dirty="0" err="1">
                    <a:latin typeface="Times New Roman" panose="02020603050405020304" pitchFamily="18" charset="0"/>
                    <a:ea typeface="华文楷体" panose="02010600040101010101" pitchFamily="2" charset="-122"/>
                  </a:rPr>
                  <a:t>int</a:t>
                </a:r>
                <a:r>
                  <a:rPr kumimoji="1" lang="en-US" altLang="zh-CN" sz="2400" b="1" dirty="0">
                    <a:latin typeface="Times New Roman" panose="02020603050405020304" pitchFamily="18" charset="0"/>
                    <a:ea typeface="华文楷体" panose="02010600040101010101" pitchFamily="2" charset="-122"/>
                  </a:rPr>
                  <a:t>  year;</a:t>
                </a:r>
                <a:endParaRPr kumimoji="1" lang="en-US" altLang="zh-CN" sz="2400" b="1" dirty="0">
                  <a:latin typeface="Times New Roman" panose="02020603050405020304" pitchFamily="18" charset="0"/>
                  <a:ea typeface="华文楷体" panose="02010600040101010101" pitchFamily="2" charset="-122"/>
                </a:endParaRPr>
              </a:p>
              <a:p>
                <a:pPr algn="l" eaLnBrk="1" hangingPunct="1">
                  <a:buClr>
                    <a:schemeClr val="hlink"/>
                  </a:buClr>
                  <a:buSzTx/>
                  <a:buFont typeface="Wingdings" panose="05000000000000000000" pitchFamily="2" charset="2"/>
                  <a:buNone/>
                </a:pPr>
                <a:r>
                  <a:rPr kumimoji="1" lang="en-US" altLang="zh-CN" sz="2400" b="1" dirty="0">
                    <a:latin typeface="Times New Roman" panose="02020603050405020304" pitchFamily="18" charset="0"/>
                    <a:ea typeface="华文楷体" panose="02010600040101010101" pitchFamily="2" charset="-122"/>
                  </a:rPr>
                  <a:t>      }GROUP;</a:t>
                </a:r>
                <a:endParaRPr kumimoji="1" lang="en-US" altLang="zh-CN" sz="2400" b="1" dirty="0">
                  <a:latin typeface="Times New Roman" panose="02020603050405020304" pitchFamily="18" charset="0"/>
                  <a:ea typeface="华文楷体" panose="02010600040101010101" pitchFamily="2" charset="-122"/>
                </a:endParaRPr>
              </a:p>
              <a:p>
                <a:pPr algn="l" eaLnBrk="1" hangingPunct="1">
                  <a:buClr>
                    <a:schemeClr val="hlink"/>
                  </a:buClr>
                  <a:buSzTx/>
                  <a:buFont typeface="Wingdings" panose="05000000000000000000" pitchFamily="2" charset="2"/>
                  <a:buNone/>
                </a:pPr>
                <a:r>
                  <a:rPr kumimoji="1" lang="en-US" altLang="zh-CN" sz="2400" b="1" dirty="0">
                    <a:latin typeface="Times New Roman" panose="02020603050405020304" pitchFamily="18" charset="0"/>
                    <a:ea typeface="华文楷体" panose="02010600040101010101" pitchFamily="2" charset="-122"/>
                  </a:rPr>
                  <a:t>      </a:t>
                </a:r>
                <a:r>
                  <a:rPr kumimoji="1" lang="en-US" altLang="zh-CN" sz="2400" b="1" dirty="0" err="1">
                    <a:latin typeface="Times New Roman" panose="02020603050405020304" pitchFamily="18" charset="0"/>
                    <a:ea typeface="华文楷体" panose="02010600040101010101" pitchFamily="2" charset="-122"/>
                  </a:rPr>
                  <a:t>typedef</a:t>
                </a:r>
                <a:r>
                  <a:rPr kumimoji="1" lang="en-US" altLang="zh-CN" sz="2400" b="1" dirty="0">
                    <a:latin typeface="Times New Roman" panose="02020603050405020304" pitchFamily="18" charset="0"/>
                    <a:ea typeface="华文楷体" panose="02010600040101010101" pitchFamily="2" charset="-122"/>
                  </a:rPr>
                  <a:t>   GROUP    *PG; </a:t>
                </a:r>
                <a:endParaRPr kumimoji="1" lang="en-US" altLang="zh-CN" sz="2400" b="1" dirty="0">
                  <a:latin typeface="Times New Roman" panose="02020603050405020304" pitchFamily="18" charset="0"/>
                  <a:ea typeface="华文楷体" panose="02010600040101010101" pitchFamily="2" charset="-122"/>
                </a:endParaRPr>
              </a:p>
              <a:p>
                <a:pPr algn="l" eaLnBrk="1" hangingPunct="1">
                  <a:buClr>
                    <a:schemeClr val="hlink"/>
                  </a:buClr>
                  <a:buSzTx/>
                  <a:buFont typeface="Wingdings" panose="05000000000000000000" pitchFamily="2" charset="2"/>
                  <a:buNone/>
                </a:pPr>
                <a:r>
                  <a:rPr kumimoji="1" lang="en-US" altLang="zh-CN" sz="2400" b="1" dirty="0">
                    <a:latin typeface="Times New Roman" panose="02020603050405020304" pitchFamily="18" charset="0"/>
                    <a:ea typeface="华文楷体" panose="02010600040101010101" pitchFamily="2" charset="-122"/>
                  </a:rPr>
                  <a:t>      PG    </a:t>
                </a:r>
                <a:r>
                  <a:rPr kumimoji="1" lang="en-US" altLang="zh-CN" sz="2400" b="1" dirty="0" err="1">
                    <a:latin typeface="Times New Roman" panose="02020603050405020304" pitchFamily="18" charset="0"/>
                    <a:ea typeface="华文楷体" panose="02010600040101010101" pitchFamily="2" charset="-122"/>
                  </a:rPr>
                  <a:t>pclub</a:t>
                </a:r>
                <a:r>
                  <a:rPr kumimoji="1" lang="en-US" altLang="zh-CN" sz="2400" b="1" dirty="0">
                    <a:latin typeface="Times New Roman" panose="02020603050405020304" pitchFamily="18" charset="0"/>
                    <a:ea typeface="华文楷体" panose="02010600040101010101" pitchFamily="2" charset="-122"/>
                  </a:rPr>
                  <a:t>; </a:t>
                </a:r>
                <a:endParaRPr kumimoji="1" lang="en-US" altLang="zh-CN" sz="2400" b="1" dirty="0">
                  <a:latin typeface="Times New Roman" panose="02020603050405020304" pitchFamily="18" charset="0"/>
                  <a:ea typeface="华文楷体" panose="02010600040101010101" pitchFamily="2" charset="-122"/>
                </a:endParaRPr>
              </a:p>
            </p:txBody>
          </p:sp>
          <p:sp>
            <p:nvSpPr>
              <p:cNvPr id="46087" name="AutoShape 10"/>
              <p:cNvSpPr>
                <a:spLocks noChangeArrowheads="1"/>
              </p:cNvSpPr>
              <p:nvPr/>
            </p:nvSpPr>
            <p:spPr bwMode="auto">
              <a:xfrm>
                <a:off x="3373" y="3056"/>
                <a:ext cx="1712" cy="525"/>
              </a:xfrm>
              <a:prstGeom prst="wedgeRectCallout">
                <a:avLst>
                  <a:gd name="adj1" fmla="val -99565"/>
                  <a:gd name="adj2" fmla="val 74356"/>
                </a:avLst>
              </a:prstGeom>
              <a:solidFill>
                <a:srgbClr val="000066"/>
              </a:solidFill>
              <a:ln w="38100">
                <a:solidFill>
                  <a:srgbClr val="00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0"/>
                  </a:spcBef>
                  <a:buClrTx/>
                  <a:buSzTx/>
                  <a:buFontTx/>
                  <a:buNone/>
                </a:pPr>
                <a:r>
                  <a:rPr kumimoji="1" lang="en-US" altLang="zh-CN" sz="2400" b="1">
                    <a:latin typeface="Times New Roman" panose="02020603050405020304" pitchFamily="18" charset="0"/>
                    <a:sym typeface="Symbol" panose="05050102010706020507" pitchFamily="18" charset="2"/>
                  </a:rPr>
                  <a:t>  GROUP  *pclub;</a:t>
                </a:r>
                <a:endParaRPr kumimoji="1" lang="en-US" altLang="zh-CN" sz="2400" b="1">
                  <a:latin typeface="Times New Roman" panose="02020603050405020304" pitchFamily="18" charset="0"/>
                  <a:sym typeface="Symbol" panose="05050102010706020507" pitchFamily="18" charset="2"/>
                </a:endParaRPr>
              </a:p>
              <a:p>
                <a:pPr algn="l" eaLnBrk="1" hangingPunct="1">
                  <a:spcBef>
                    <a:spcPct val="0"/>
                  </a:spcBef>
                  <a:buClrTx/>
                  <a:buSzTx/>
                  <a:buFontTx/>
                  <a:buNone/>
                </a:pPr>
                <a:r>
                  <a:rPr kumimoji="1" lang="en-US" altLang="zh-CN" sz="2400" b="1">
                    <a:latin typeface="Times New Roman" panose="02020603050405020304" pitchFamily="18" charset="0"/>
                    <a:sym typeface="Symbol" panose="05050102010706020507" pitchFamily="18" charset="2"/>
                  </a:rPr>
                  <a:t>  struct  club  *pclub;</a:t>
                </a:r>
                <a:endParaRPr kumimoji="1" lang="en-US" altLang="zh-CN" sz="2400" b="1">
                  <a:latin typeface="Times New Roman" panose="02020603050405020304" pitchFamily="18" charset="0"/>
                  <a:sym typeface="Symbol" panose="05050102010706020507" pitchFamily="18" charset="2"/>
                </a:endParaRPr>
              </a:p>
            </p:txBody>
          </p:sp>
        </p:grpSp>
        <p:sp>
          <p:nvSpPr>
            <p:cNvPr id="46085" name="AutoShape 11"/>
            <p:cNvSpPr>
              <a:spLocks noChangeArrowheads="1"/>
            </p:cNvSpPr>
            <p:nvPr/>
          </p:nvSpPr>
          <p:spPr bwMode="auto">
            <a:xfrm>
              <a:off x="3130" y="2095"/>
              <a:ext cx="2228" cy="542"/>
            </a:xfrm>
            <a:prstGeom prst="wedgeRectCallout">
              <a:avLst>
                <a:gd name="adj1" fmla="val -87611"/>
                <a:gd name="adj2" fmla="val 104662"/>
              </a:avLst>
            </a:prstGeom>
            <a:solidFill>
              <a:srgbClr val="000066"/>
            </a:solidFill>
            <a:ln w="38100">
              <a:solidFill>
                <a:srgbClr val="33CC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0"/>
                </a:spcBef>
                <a:buClrTx/>
                <a:buSzTx/>
                <a:buFontTx/>
                <a:buNone/>
              </a:pPr>
              <a:r>
                <a:rPr kumimoji="1" lang="en-US" altLang="zh-CN" sz="2400" b="1">
                  <a:latin typeface="Times New Roman" panose="02020603050405020304" pitchFamily="18" charset="0"/>
                  <a:ea typeface="华文楷体" panose="02010600040101010101" pitchFamily="2" charset="-122"/>
                </a:rPr>
                <a:t>GROUP</a:t>
              </a:r>
              <a:r>
                <a:rPr kumimoji="1" lang="zh-CN" altLang="zh-CN" sz="2400" b="1">
                  <a:latin typeface="Times New Roman" panose="02020603050405020304" pitchFamily="18" charset="0"/>
                  <a:ea typeface="华文楷体" panose="02010600040101010101" pitchFamily="2" charset="-122"/>
                </a:rPr>
                <a:t>为结构体类型</a:t>
              </a:r>
              <a:endParaRPr kumimoji="1" lang="zh-CN" altLang="zh-CN" sz="2400" b="1">
                <a:latin typeface="Times New Roman" panose="02020603050405020304" pitchFamily="18" charset="0"/>
                <a:ea typeface="华文楷体" panose="02010600040101010101" pitchFamily="2" charset="-122"/>
              </a:endParaRPr>
            </a:p>
            <a:p>
              <a:pPr algn="l" eaLnBrk="1" hangingPunct="1">
                <a:spcBef>
                  <a:spcPct val="0"/>
                </a:spcBef>
                <a:buClrTx/>
                <a:buSzTx/>
                <a:buFontTx/>
                <a:buNone/>
              </a:pPr>
              <a:r>
                <a:rPr kumimoji="1" lang="en-US" altLang="zh-CN" sz="2400" b="1">
                  <a:latin typeface="Times New Roman" panose="02020603050405020304" pitchFamily="18" charset="0"/>
                  <a:ea typeface="华文楷体" panose="02010600040101010101" pitchFamily="2" charset="-122"/>
                </a:rPr>
                <a:t>PG</a:t>
              </a:r>
              <a:r>
                <a:rPr kumimoji="1" lang="zh-CN" altLang="zh-CN" sz="2400" b="1">
                  <a:latin typeface="Times New Roman" panose="02020603050405020304" pitchFamily="18" charset="0"/>
                  <a:ea typeface="华文楷体" panose="02010600040101010101" pitchFamily="2" charset="-122"/>
                </a:rPr>
                <a:t>为指向</a:t>
              </a:r>
              <a:r>
                <a:rPr kumimoji="1" lang="en-US" altLang="zh-CN" sz="2400" b="1">
                  <a:latin typeface="Times New Roman" panose="02020603050405020304" pitchFamily="18" charset="0"/>
                  <a:ea typeface="华文楷体" panose="02010600040101010101" pitchFamily="2" charset="-122"/>
                </a:rPr>
                <a:t>GROUP</a:t>
              </a:r>
              <a:r>
                <a:rPr kumimoji="1" lang="zh-CN" altLang="zh-CN" sz="2400" b="1">
                  <a:latin typeface="Times New Roman" panose="02020603050405020304" pitchFamily="18" charset="0"/>
                  <a:ea typeface="华文楷体" panose="02010600040101010101" pitchFamily="2" charset="-122"/>
                </a:rPr>
                <a:t>的指针类型</a:t>
              </a:r>
              <a:endParaRPr kumimoji="1" lang="zh-CN" altLang="en-US" sz="2400" b="1">
                <a:latin typeface="Times New Roman" panose="02020603050405020304" pitchFamily="18" charset="0"/>
                <a:ea typeface="华文楷体" panose="0201060004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Autofit/>
          </a:bodyPr>
          <a:lstStyle/>
          <a:p>
            <a:pPr algn="ctr" fontAlgn="auto">
              <a:spcAft>
                <a:spcPts val="0"/>
              </a:spcAft>
            </a:pPr>
            <a:r>
              <a:rPr lang="en-US" altLang="zh-CN" b="1" dirty="0">
                <a:solidFill>
                  <a:srgbClr val="FFFFFF"/>
                </a:solidFill>
                <a:ea typeface="隶书" panose="02010509060101010101" pitchFamily="49" charset="-122"/>
              </a:rPr>
              <a:t>2.5.1 </a:t>
            </a:r>
            <a:r>
              <a:rPr lang="zh-CN" altLang="en-US" b="1" dirty="0">
                <a:solidFill>
                  <a:srgbClr val="FFFFFF"/>
                </a:solidFill>
                <a:ea typeface="隶书" panose="02010509060101010101" pitchFamily="49" charset="-122"/>
              </a:rPr>
              <a:t>、</a:t>
            </a:r>
            <a:r>
              <a:rPr lang="en-US" altLang="zh-CN" b="1" dirty="0" err="1">
                <a:latin typeface="Times New Roman" panose="02020603050405020304" pitchFamily="18" charset="0"/>
                <a:ea typeface="隶书" panose="02010509060101010101" pitchFamily="49" charset="-122"/>
              </a:rPr>
              <a:t>typedef</a:t>
            </a:r>
            <a:r>
              <a:rPr lang="zh-CN" altLang="en-US" b="1" dirty="0" smtClean="0">
                <a:latin typeface="Times New Roman" panose="02020603050405020304" pitchFamily="18" charset="0"/>
                <a:ea typeface="隶书" panose="02010509060101010101" pitchFamily="49" charset="-122"/>
              </a:rPr>
              <a:t>声明</a:t>
            </a:r>
            <a:r>
              <a:rPr lang="en-US" altLang="zh-CN" b="1" dirty="0" smtClean="0">
                <a:latin typeface="Times New Roman" panose="02020603050405020304" pitchFamily="18" charset="0"/>
                <a:ea typeface="隶书" panose="02010509060101010101" pitchFamily="49" charset="-122"/>
              </a:rPr>
              <a:t>——C++11</a:t>
            </a:r>
            <a:r>
              <a:rPr lang="zh-CN" altLang="en-US" b="1" dirty="0" smtClean="0">
                <a:latin typeface="Times New Roman" panose="02020603050405020304" pitchFamily="18" charset="0"/>
                <a:ea typeface="隶书" panose="02010509060101010101" pitchFamily="49" charset="-122"/>
              </a:rPr>
              <a:t>新用法</a:t>
            </a:r>
            <a:endParaRPr lang="zh-CN" altLang="en-US" b="1" dirty="0">
              <a:solidFill>
                <a:srgbClr val="FFFFFF"/>
              </a:solidFill>
              <a:ea typeface="隶书" panose="02010509060101010101" pitchFamily="49" charset="-122"/>
            </a:endParaRPr>
          </a:p>
        </p:txBody>
      </p:sp>
      <p:sp>
        <p:nvSpPr>
          <p:cNvPr id="7171" name="Rectangle 3"/>
          <p:cNvSpPr>
            <a:spLocks noGrp="1" noChangeArrowheads="1"/>
          </p:cNvSpPr>
          <p:nvPr>
            <p:ph type="body" idx="1"/>
          </p:nvPr>
        </p:nvSpPr>
        <p:spPr>
          <a:xfrm>
            <a:off x="827584" y="2132856"/>
            <a:ext cx="8316416" cy="2897931"/>
          </a:xfrm>
          <a:ln>
            <a:noFill/>
            <a:miter lim="800000"/>
          </a:ln>
        </p:spPr>
        <p:txBody>
          <a:bodyPr/>
          <a:lstStyle/>
          <a:p>
            <a:pPr marL="0" indent="0" eaLnBrk="1" hangingPunct="1">
              <a:lnSpc>
                <a:spcPct val="140000"/>
              </a:lnSpc>
              <a:buFont typeface="Wingdings" panose="05000000000000000000" pitchFamily="2" charset="2"/>
              <a:buNone/>
            </a:pPr>
            <a:r>
              <a:rPr lang="zh-CN" altLang="en-US" sz="2400" b="1" dirty="0" smtClean="0">
                <a:solidFill>
                  <a:srgbClr val="FFFF00"/>
                </a:solidFill>
                <a:ea typeface="+mj-ea"/>
              </a:rPr>
              <a:t>方法二，</a:t>
            </a:r>
            <a:r>
              <a:rPr lang="en-US" altLang="zh-CN" sz="2400" b="1" dirty="0" smtClean="0">
                <a:solidFill>
                  <a:srgbClr val="FFFF00"/>
                </a:solidFill>
                <a:ea typeface="+mj-ea"/>
              </a:rPr>
              <a:t>C++11</a:t>
            </a:r>
            <a:r>
              <a:rPr lang="zh-CN" altLang="en-US" sz="2400" b="1" dirty="0" smtClean="0">
                <a:solidFill>
                  <a:srgbClr val="FFFF00"/>
                </a:solidFill>
                <a:ea typeface="+mj-ea"/>
              </a:rPr>
              <a:t>的新方法：别名声明</a:t>
            </a:r>
            <a:endParaRPr lang="en-US" altLang="zh-CN" sz="2400" b="1" dirty="0" smtClean="0">
              <a:solidFill>
                <a:srgbClr val="FFFF00"/>
              </a:solidFill>
              <a:ea typeface="+mj-ea"/>
            </a:endParaRPr>
          </a:p>
          <a:p>
            <a:pPr marL="0" indent="0" algn="ctr" eaLnBrk="1" hangingPunct="1">
              <a:lnSpc>
                <a:spcPct val="140000"/>
              </a:lnSpc>
              <a:buFont typeface="Wingdings" panose="05000000000000000000" pitchFamily="2" charset="2"/>
              <a:buNone/>
            </a:pPr>
            <a:r>
              <a:rPr lang="en-US" altLang="zh-CN" sz="2400" b="1" dirty="0" smtClean="0">
                <a:solidFill>
                  <a:srgbClr val="FFFF00"/>
                </a:solidFill>
                <a:ea typeface="+mj-ea"/>
              </a:rPr>
              <a:t>using </a:t>
            </a:r>
            <a:r>
              <a:rPr lang="zh-CN" altLang="en-US" sz="2400" b="1" dirty="0" smtClean="0">
                <a:solidFill>
                  <a:srgbClr val="FFFF00"/>
                </a:solidFill>
                <a:ea typeface="+mj-ea"/>
              </a:rPr>
              <a:t>别名</a:t>
            </a:r>
            <a:r>
              <a:rPr lang="en-US" altLang="zh-CN" sz="2400" b="1" dirty="0" smtClean="0">
                <a:solidFill>
                  <a:srgbClr val="FFFF00"/>
                </a:solidFill>
                <a:ea typeface="+mj-ea"/>
              </a:rPr>
              <a:t>= </a:t>
            </a:r>
            <a:r>
              <a:rPr lang="zh-CN" altLang="en-US" sz="2400" b="1" dirty="0" smtClean="0">
                <a:solidFill>
                  <a:srgbClr val="FFFF00"/>
                </a:solidFill>
                <a:ea typeface="+mj-ea"/>
              </a:rPr>
              <a:t>类型名</a:t>
            </a:r>
            <a:r>
              <a:rPr lang="en-US" altLang="zh-CN" sz="2400" b="1" dirty="0" smtClean="0">
                <a:solidFill>
                  <a:srgbClr val="FFFF00"/>
                </a:solidFill>
                <a:ea typeface="+mj-ea"/>
              </a:rPr>
              <a:t>;</a:t>
            </a:r>
            <a:endParaRPr lang="zh-CN" altLang="en-US" sz="2400" b="1" dirty="0" smtClean="0">
              <a:solidFill>
                <a:srgbClr val="FFFF00"/>
              </a:solidFill>
              <a:ea typeface="+mj-ea"/>
            </a:endParaRPr>
          </a:p>
          <a:p>
            <a:pPr marL="0" indent="0" eaLnBrk="1" hangingPunct="1">
              <a:lnSpc>
                <a:spcPct val="140000"/>
              </a:lnSpc>
              <a:buNone/>
            </a:pPr>
            <a:r>
              <a:rPr lang="zh-CN" altLang="en-US" sz="2400" b="1" dirty="0" smtClean="0">
                <a:solidFill>
                  <a:srgbClr val="FF0000"/>
                </a:solidFill>
                <a:ea typeface="+mj-ea"/>
              </a:rPr>
              <a:t> </a:t>
            </a:r>
            <a:r>
              <a:rPr lang="zh-CN" altLang="en-US" sz="2400" b="1" dirty="0" smtClean="0">
                <a:ea typeface="+mj-ea"/>
              </a:rPr>
              <a:t>例如：</a:t>
            </a:r>
            <a:endParaRPr lang="en-US" altLang="zh-CN" sz="2400" b="1" dirty="0" smtClean="0">
              <a:ea typeface="+mj-ea"/>
            </a:endParaRPr>
          </a:p>
          <a:p>
            <a:pPr marL="0" indent="0" eaLnBrk="1" hangingPunct="1">
              <a:lnSpc>
                <a:spcPct val="140000"/>
              </a:lnSpc>
              <a:buNone/>
            </a:pPr>
            <a:r>
              <a:rPr lang="en-US" altLang="zh-CN" sz="2400" b="1" dirty="0" smtClean="0">
                <a:solidFill>
                  <a:srgbClr val="FFFF00"/>
                </a:solidFill>
                <a:ea typeface="+mj-ea"/>
              </a:rPr>
              <a:t>using SI =</a:t>
            </a:r>
            <a:r>
              <a:rPr lang="en-US" altLang="zh-CN" sz="2400" b="1" dirty="0" err="1" smtClean="0">
                <a:solidFill>
                  <a:srgbClr val="FFFF00"/>
                </a:solidFill>
                <a:ea typeface="+mj-ea"/>
              </a:rPr>
              <a:t>Sales_item</a:t>
            </a:r>
            <a:r>
              <a:rPr lang="en-US" altLang="zh-CN" sz="2400" b="1" dirty="0" smtClean="0">
                <a:solidFill>
                  <a:srgbClr val="FFFF00"/>
                </a:solidFill>
                <a:ea typeface="+mj-ea"/>
              </a:rPr>
              <a:t>;    //SI</a:t>
            </a:r>
            <a:r>
              <a:rPr lang="zh-CN" altLang="en-US" sz="2400" b="1" dirty="0" smtClean="0">
                <a:solidFill>
                  <a:srgbClr val="FFFF00"/>
                </a:solidFill>
                <a:ea typeface="+mj-ea"/>
              </a:rPr>
              <a:t>是</a:t>
            </a:r>
            <a:r>
              <a:rPr lang="en-US" altLang="zh-CN" sz="2400" b="1" dirty="0" err="1" smtClean="0">
                <a:solidFill>
                  <a:srgbClr val="FFFF00"/>
                </a:solidFill>
                <a:ea typeface="+mj-ea"/>
              </a:rPr>
              <a:t>Sales_item</a:t>
            </a:r>
            <a:r>
              <a:rPr lang="zh-CN" altLang="en-US" sz="2400" b="1" dirty="0" smtClean="0">
                <a:solidFill>
                  <a:srgbClr val="FFFF00"/>
                </a:solidFill>
                <a:ea typeface="+mj-ea"/>
              </a:rPr>
              <a:t>的别名</a:t>
            </a:r>
            <a:endParaRPr lang="zh-CN" altLang="en-US" sz="2400" b="1" dirty="0" smtClean="0">
              <a:solidFill>
                <a:srgbClr val="FFFF00"/>
              </a:solidFill>
              <a:ea typeface="+mj-ea"/>
            </a:endParaRPr>
          </a:p>
        </p:txBody>
      </p:sp>
    </p:spTree>
  </p:cSld>
  <p:clrMapOvr>
    <a:masterClrMapping/>
  </p:clrMapOvr>
  <p:transition/>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Autofit/>
          </a:bodyPr>
          <a:lstStyle/>
          <a:p>
            <a:pPr algn="ctr" fontAlgn="auto">
              <a:spcAft>
                <a:spcPts val="0"/>
              </a:spcAft>
            </a:pPr>
            <a:r>
              <a:rPr lang="en-US" altLang="zh-CN" b="1" dirty="0">
                <a:solidFill>
                  <a:srgbClr val="FFFFFF"/>
                </a:solidFill>
                <a:ea typeface="隶书" panose="02010509060101010101" pitchFamily="49" charset="-122"/>
              </a:rPr>
              <a:t>2.5.1 </a:t>
            </a:r>
            <a:r>
              <a:rPr lang="zh-CN" altLang="en-US" b="1" dirty="0">
                <a:solidFill>
                  <a:srgbClr val="FFFFFF"/>
                </a:solidFill>
                <a:ea typeface="隶书" panose="02010509060101010101" pitchFamily="49" charset="-122"/>
              </a:rPr>
              <a:t>、</a:t>
            </a:r>
            <a:r>
              <a:rPr lang="en-US" altLang="zh-CN" b="1" dirty="0" err="1">
                <a:latin typeface="Times New Roman" panose="02020603050405020304" pitchFamily="18" charset="0"/>
                <a:ea typeface="隶书" panose="02010509060101010101" pitchFamily="49" charset="-122"/>
              </a:rPr>
              <a:t>typedef</a:t>
            </a:r>
            <a:r>
              <a:rPr lang="zh-CN" altLang="en-US" b="1" dirty="0">
                <a:latin typeface="Times New Roman" panose="02020603050405020304" pitchFamily="18" charset="0"/>
                <a:ea typeface="隶书" panose="02010509060101010101" pitchFamily="49" charset="-122"/>
              </a:rPr>
              <a:t>声明</a:t>
            </a:r>
            <a:r>
              <a:rPr lang="en-US" altLang="zh-CN" b="1" dirty="0">
                <a:latin typeface="Times New Roman" panose="02020603050405020304" pitchFamily="18" charset="0"/>
                <a:ea typeface="隶书" panose="02010509060101010101" pitchFamily="49" charset="-122"/>
              </a:rPr>
              <a:t>——C++11</a:t>
            </a:r>
            <a:r>
              <a:rPr lang="zh-CN" altLang="en-US" b="1" dirty="0">
                <a:latin typeface="Times New Roman" panose="02020603050405020304" pitchFamily="18" charset="0"/>
                <a:ea typeface="隶书" panose="02010509060101010101" pitchFamily="49" charset="-122"/>
              </a:rPr>
              <a:t>新用法</a:t>
            </a:r>
            <a:endParaRPr lang="zh-CN" altLang="en-US" b="1" dirty="0">
              <a:solidFill>
                <a:srgbClr val="FFFFFF"/>
              </a:solidFill>
              <a:ea typeface="隶书" panose="02010509060101010101" pitchFamily="49" charset="-122"/>
            </a:endParaRPr>
          </a:p>
        </p:txBody>
      </p:sp>
      <p:sp>
        <p:nvSpPr>
          <p:cNvPr id="7171" name="Rectangle 3"/>
          <p:cNvSpPr>
            <a:spLocks noGrp="1" noChangeArrowheads="1"/>
          </p:cNvSpPr>
          <p:nvPr>
            <p:ph type="body" idx="1"/>
          </p:nvPr>
        </p:nvSpPr>
        <p:spPr>
          <a:xfrm>
            <a:off x="827584" y="1412776"/>
            <a:ext cx="8316416" cy="2897931"/>
          </a:xfrm>
          <a:ln>
            <a:noFill/>
            <a:miter lim="800000"/>
          </a:ln>
        </p:spPr>
        <p:txBody>
          <a:bodyPr/>
          <a:lstStyle/>
          <a:p>
            <a:pPr marL="0" indent="0" eaLnBrk="1" hangingPunct="1">
              <a:lnSpc>
                <a:spcPct val="140000"/>
              </a:lnSpc>
              <a:buFont typeface="Wingdings" panose="05000000000000000000" pitchFamily="2" charset="2"/>
              <a:buNone/>
            </a:pPr>
            <a:r>
              <a:rPr lang="zh-CN" altLang="en-US" sz="2400" b="1" dirty="0" smtClean="0">
                <a:solidFill>
                  <a:srgbClr val="FFFF00"/>
                </a:solidFill>
                <a:ea typeface="+mj-ea"/>
              </a:rPr>
              <a:t>需注意的问题：当类型别名指代复合类型或常量时，那么把类型别名用到声明语句中时，可能产生意想不到的后果。</a:t>
            </a:r>
            <a:endParaRPr lang="zh-CN" altLang="en-US" sz="2400" b="1" dirty="0" smtClean="0">
              <a:solidFill>
                <a:srgbClr val="FFFF00"/>
              </a:solidFill>
              <a:ea typeface="+mj-ea"/>
            </a:endParaRPr>
          </a:p>
          <a:p>
            <a:pPr marL="0" indent="0" eaLnBrk="1" hangingPunct="1">
              <a:lnSpc>
                <a:spcPct val="140000"/>
              </a:lnSpc>
              <a:buNone/>
            </a:pPr>
            <a:r>
              <a:rPr lang="zh-CN" altLang="en-US" sz="2400" b="1" dirty="0" smtClean="0">
                <a:solidFill>
                  <a:srgbClr val="FF0000"/>
                </a:solidFill>
                <a:ea typeface="+mj-ea"/>
              </a:rPr>
              <a:t> </a:t>
            </a:r>
            <a:r>
              <a:rPr lang="zh-CN" altLang="en-US" sz="2400" b="1" dirty="0" smtClean="0">
                <a:ea typeface="+mj-ea"/>
              </a:rPr>
              <a:t>例如，类型别名指代的是指针时：</a:t>
            </a:r>
            <a:endParaRPr lang="en-US" altLang="zh-CN" sz="2400" b="1" dirty="0" smtClean="0">
              <a:ea typeface="+mj-ea"/>
            </a:endParaRPr>
          </a:p>
          <a:p>
            <a:pPr marL="0" indent="0" eaLnBrk="1" hangingPunct="1">
              <a:lnSpc>
                <a:spcPct val="140000"/>
              </a:lnSpc>
              <a:buNone/>
            </a:pPr>
            <a:r>
              <a:rPr lang="en-US" altLang="zh-CN" sz="2400" b="1" dirty="0" err="1" smtClean="0">
                <a:ea typeface="+mj-ea"/>
              </a:rPr>
              <a:t>typedef</a:t>
            </a:r>
            <a:r>
              <a:rPr lang="en-US" altLang="zh-CN" sz="2400" b="1" dirty="0" smtClean="0">
                <a:ea typeface="+mj-ea"/>
              </a:rPr>
              <a:t> char *</a:t>
            </a:r>
            <a:r>
              <a:rPr lang="en-US" altLang="zh-CN" sz="2400" b="1" dirty="0" err="1" smtClean="0">
                <a:ea typeface="+mj-ea"/>
              </a:rPr>
              <a:t>pstring</a:t>
            </a:r>
            <a:r>
              <a:rPr lang="en-US" altLang="zh-CN" sz="2400" b="1" dirty="0" smtClean="0">
                <a:ea typeface="+mj-ea"/>
              </a:rPr>
              <a:t>;</a:t>
            </a:r>
            <a:endParaRPr lang="en-US" altLang="zh-CN" sz="2400" b="1" dirty="0" smtClean="0">
              <a:ea typeface="+mj-ea"/>
            </a:endParaRPr>
          </a:p>
          <a:p>
            <a:pPr marL="0" indent="0" eaLnBrk="1" hangingPunct="1">
              <a:lnSpc>
                <a:spcPct val="140000"/>
              </a:lnSpc>
              <a:buNone/>
            </a:pPr>
            <a:r>
              <a:rPr lang="en-US" altLang="zh-CN" sz="2400" b="1" dirty="0" err="1" smtClean="0">
                <a:ea typeface="+mj-ea"/>
              </a:rPr>
              <a:t>const</a:t>
            </a:r>
            <a:r>
              <a:rPr lang="en-US" altLang="zh-CN" sz="2400" b="1" dirty="0" smtClean="0">
                <a:ea typeface="+mj-ea"/>
              </a:rPr>
              <a:t> </a:t>
            </a:r>
            <a:r>
              <a:rPr lang="en-US" altLang="zh-CN" sz="2400" b="1" dirty="0" err="1" smtClean="0">
                <a:ea typeface="+mj-ea"/>
              </a:rPr>
              <a:t>pstring</a:t>
            </a:r>
            <a:r>
              <a:rPr lang="en-US" altLang="zh-CN" sz="2400" b="1" dirty="0" smtClean="0">
                <a:ea typeface="+mj-ea"/>
              </a:rPr>
              <a:t> </a:t>
            </a:r>
            <a:r>
              <a:rPr lang="en-US" altLang="zh-CN" sz="2400" b="1" dirty="0" err="1" smtClean="0">
                <a:ea typeface="+mj-ea"/>
              </a:rPr>
              <a:t>cstr</a:t>
            </a:r>
            <a:r>
              <a:rPr lang="en-US" altLang="zh-CN" sz="2400" b="1" dirty="0" smtClean="0">
                <a:ea typeface="+mj-ea"/>
              </a:rPr>
              <a:t> = 0;  </a:t>
            </a:r>
            <a:endParaRPr lang="en-US" altLang="zh-CN" sz="2400" b="1" dirty="0" smtClean="0">
              <a:ea typeface="+mj-ea"/>
            </a:endParaRPr>
          </a:p>
          <a:p>
            <a:pPr marL="0" indent="0" eaLnBrk="1" hangingPunct="1">
              <a:lnSpc>
                <a:spcPct val="140000"/>
              </a:lnSpc>
              <a:buNone/>
            </a:pPr>
            <a:endParaRPr lang="en-US" altLang="zh-CN" sz="2400" b="1" dirty="0">
              <a:ea typeface="+mj-ea"/>
            </a:endParaRPr>
          </a:p>
          <a:p>
            <a:pPr marL="0" indent="0" eaLnBrk="1" hangingPunct="1">
              <a:lnSpc>
                <a:spcPct val="140000"/>
              </a:lnSpc>
              <a:buNone/>
            </a:pPr>
            <a:endParaRPr lang="en-US" altLang="zh-CN" sz="2400" b="1" dirty="0" smtClean="0">
              <a:ea typeface="+mj-ea"/>
            </a:endParaRPr>
          </a:p>
          <a:p>
            <a:pPr marL="0" indent="0" eaLnBrk="1" hangingPunct="1">
              <a:lnSpc>
                <a:spcPct val="140000"/>
              </a:lnSpc>
              <a:buNone/>
            </a:pPr>
            <a:r>
              <a:rPr lang="en-US" altLang="zh-CN" sz="2400" b="1" dirty="0" err="1" smtClean="0">
                <a:ea typeface="+mj-ea"/>
              </a:rPr>
              <a:t>const</a:t>
            </a:r>
            <a:r>
              <a:rPr lang="en-US" altLang="zh-CN" sz="2400" b="1" dirty="0" smtClean="0">
                <a:ea typeface="+mj-ea"/>
              </a:rPr>
              <a:t> </a:t>
            </a:r>
            <a:r>
              <a:rPr lang="en-US" altLang="zh-CN" sz="2400" b="1" dirty="0" err="1" smtClean="0">
                <a:ea typeface="+mj-ea"/>
              </a:rPr>
              <a:t>pstring</a:t>
            </a:r>
            <a:r>
              <a:rPr lang="en-US" altLang="zh-CN" sz="2400" b="1" dirty="0" smtClean="0">
                <a:ea typeface="+mj-ea"/>
              </a:rPr>
              <a:t> *</a:t>
            </a:r>
            <a:r>
              <a:rPr lang="en-US" altLang="zh-CN" sz="2400" b="1" dirty="0" err="1" smtClean="0">
                <a:ea typeface="+mj-ea"/>
              </a:rPr>
              <a:t>ps</a:t>
            </a:r>
            <a:r>
              <a:rPr lang="en-US" altLang="zh-CN" sz="2400" b="1" dirty="0" smtClean="0">
                <a:ea typeface="+mj-ea"/>
              </a:rPr>
              <a:t>;</a:t>
            </a:r>
            <a:endParaRPr lang="zh-CN" altLang="en-US" sz="2400" b="1" dirty="0" smtClean="0">
              <a:ea typeface="+mj-ea"/>
            </a:endParaRPr>
          </a:p>
        </p:txBody>
      </p:sp>
      <p:sp>
        <p:nvSpPr>
          <p:cNvPr id="4" name="AutoShape 8"/>
          <p:cNvSpPr>
            <a:spLocks noChangeArrowheads="1"/>
          </p:cNvSpPr>
          <p:nvPr/>
        </p:nvSpPr>
        <p:spPr bwMode="auto">
          <a:xfrm>
            <a:off x="4211960" y="3068960"/>
            <a:ext cx="4752528" cy="1413325"/>
          </a:xfrm>
          <a:prstGeom prst="wedgeRoundRectCallout">
            <a:avLst>
              <a:gd name="adj1" fmla="val -58878"/>
              <a:gd name="adj2" fmla="val 23082"/>
              <a:gd name="adj3" fmla="val 16667"/>
            </a:avLst>
          </a:prstGeom>
          <a:solidFill>
            <a:srgbClr val="DDDDDD"/>
          </a:solidFill>
          <a:ln w="9525" algn="ctr">
            <a:solidFill>
              <a:schemeClr val="tx1"/>
            </a:solidFill>
            <a:miter lim="800000"/>
          </a:ln>
        </p:spPr>
        <p:txBody>
          <a:bodyPr anchor="ctr" anchorCtr="1"/>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90000"/>
              </a:lnSpc>
              <a:spcBef>
                <a:spcPct val="20000"/>
              </a:spcBef>
              <a:buClr>
                <a:schemeClr val="tx2"/>
              </a:buClr>
              <a:buSzPct val="70000"/>
            </a:pPr>
            <a:r>
              <a:rPr kumimoji="0" lang="zh-CN" altLang="en-US" dirty="0" smtClean="0">
                <a:solidFill>
                  <a:srgbClr val="800000"/>
                </a:solidFill>
              </a:rPr>
              <a:t>错误的理解：</a:t>
            </a:r>
            <a:r>
              <a:rPr kumimoji="0" lang="en-US" altLang="zh-CN" dirty="0" err="1" smtClean="0">
                <a:solidFill>
                  <a:srgbClr val="800000"/>
                </a:solidFill>
              </a:rPr>
              <a:t>const</a:t>
            </a:r>
            <a:r>
              <a:rPr kumimoji="0" lang="en-US" altLang="zh-CN" dirty="0" smtClean="0">
                <a:solidFill>
                  <a:srgbClr val="800000"/>
                </a:solidFill>
              </a:rPr>
              <a:t> char * </a:t>
            </a:r>
            <a:r>
              <a:rPr kumimoji="0" lang="en-US" altLang="zh-CN" dirty="0" err="1" smtClean="0">
                <a:solidFill>
                  <a:srgbClr val="800000"/>
                </a:solidFill>
              </a:rPr>
              <a:t>cstr</a:t>
            </a:r>
            <a:r>
              <a:rPr kumimoji="0" lang="en-US" altLang="zh-CN" dirty="0" smtClean="0">
                <a:solidFill>
                  <a:srgbClr val="800000"/>
                </a:solidFill>
              </a:rPr>
              <a:t>=0;</a:t>
            </a:r>
            <a:endParaRPr kumimoji="0" lang="en-US" altLang="zh-CN" dirty="0" smtClean="0">
              <a:solidFill>
                <a:srgbClr val="800000"/>
              </a:solidFill>
            </a:endParaRPr>
          </a:p>
          <a:p>
            <a:pPr algn="l" eaLnBrk="1" hangingPunct="1">
              <a:lnSpc>
                <a:spcPct val="90000"/>
              </a:lnSpc>
              <a:spcBef>
                <a:spcPct val="20000"/>
              </a:spcBef>
              <a:buClr>
                <a:schemeClr val="tx2"/>
              </a:buClr>
              <a:buSzPct val="70000"/>
            </a:pPr>
            <a:endParaRPr kumimoji="0" lang="en-US" altLang="zh-CN" dirty="0" smtClean="0">
              <a:solidFill>
                <a:srgbClr val="800000"/>
              </a:solidFill>
            </a:endParaRPr>
          </a:p>
          <a:p>
            <a:pPr algn="l" eaLnBrk="1" hangingPunct="1">
              <a:lnSpc>
                <a:spcPct val="90000"/>
              </a:lnSpc>
              <a:spcBef>
                <a:spcPct val="20000"/>
              </a:spcBef>
              <a:buClr>
                <a:schemeClr val="tx2"/>
              </a:buClr>
              <a:buSzPct val="70000"/>
            </a:pPr>
            <a:r>
              <a:rPr kumimoji="0" lang="en-US" altLang="zh-CN" dirty="0" err="1" smtClean="0">
                <a:solidFill>
                  <a:srgbClr val="800000"/>
                </a:solidFill>
              </a:rPr>
              <a:t>pstring</a:t>
            </a:r>
            <a:r>
              <a:rPr kumimoji="0" lang="zh-CN" altLang="en-US" dirty="0" smtClean="0">
                <a:solidFill>
                  <a:srgbClr val="800000"/>
                </a:solidFill>
              </a:rPr>
              <a:t>本身是指针，</a:t>
            </a:r>
            <a:r>
              <a:rPr kumimoji="0" lang="en-US" altLang="zh-CN" dirty="0" err="1" smtClean="0">
                <a:solidFill>
                  <a:srgbClr val="800000"/>
                </a:solidFill>
              </a:rPr>
              <a:t>const</a:t>
            </a:r>
            <a:r>
              <a:rPr kumimoji="0" lang="zh-CN" altLang="en-US" dirty="0" smtClean="0">
                <a:solidFill>
                  <a:srgbClr val="800000"/>
                </a:solidFill>
              </a:rPr>
              <a:t>修饰指针，而不是</a:t>
            </a:r>
            <a:r>
              <a:rPr kumimoji="0" lang="en-US" altLang="zh-CN" dirty="0" smtClean="0">
                <a:solidFill>
                  <a:srgbClr val="800000"/>
                </a:solidFill>
              </a:rPr>
              <a:t>char</a:t>
            </a:r>
            <a:r>
              <a:rPr kumimoji="0" lang="zh-CN" altLang="en-US" dirty="0" smtClean="0">
                <a:solidFill>
                  <a:srgbClr val="800000"/>
                </a:solidFill>
              </a:rPr>
              <a:t>的。</a:t>
            </a:r>
            <a:endParaRPr kumimoji="0" lang="en-US" altLang="zh-CN" dirty="0">
              <a:solidFill>
                <a:srgbClr val="800000"/>
              </a:solidFill>
            </a:endParaRPr>
          </a:p>
        </p:txBody>
      </p:sp>
      <p:sp>
        <p:nvSpPr>
          <p:cNvPr id="5" name="AutoShape 8"/>
          <p:cNvSpPr>
            <a:spLocks noChangeArrowheads="1"/>
          </p:cNvSpPr>
          <p:nvPr/>
        </p:nvSpPr>
        <p:spPr bwMode="auto">
          <a:xfrm>
            <a:off x="4139952" y="5832991"/>
            <a:ext cx="4752528" cy="902264"/>
          </a:xfrm>
          <a:prstGeom prst="wedgeRoundRectCallout">
            <a:avLst>
              <a:gd name="adj1" fmla="val -67992"/>
              <a:gd name="adj2" fmla="val -38616"/>
              <a:gd name="adj3" fmla="val 16667"/>
            </a:avLst>
          </a:prstGeom>
          <a:solidFill>
            <a:srgbClr val="DDDDDD"/>
          </a:solidFill>
          <a:ln w="9525" algn="ctr">
            <a:solidFill>
              <a:schemeClr val="tx1"/>
            </a:solidFill>
            <a:miter lim="800000"/>
          </a:ln>
        </p:spPr>
        <p:txBody>
          <a:bodyPr anchor="ctr" anchorCtr="1"/>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90000"/>
              </a:lnSpc>
              <a:spcBef>
                <a:spcPct val="20000"/>
              </a:spcBef>
              <a:buClr>
                <a:schemeClr val="tx2"/>
              </a:buClr>
              <a:buSzPct val="70000"/>
            </a:pPr>
            <a:r>
              <a:rPr kumimoji="0" lang="en-US" altLang="zh-CN" dirty="0" err="1" smtClean="0">
                <a:solidFill>
                  <a:srgbClr val="800000"/>
                </a:solidFill>
              </a:rPr>
              <a:t>ps</a:t>
            </a:r>
            <a:r>
              <a:rPr kumimoji="0" lang="zh-CN" altLang="en-US" dirty="0" smtClean="0">
                <a:solidFill>
                  <a:srgbClr val="800000"/>
                </a:solidFill>
              </a:rPr>
              <a:t>是指针！</a:t>
            </a:r>
            <a:r>
              <a:rPr kumimoji="0" lang="en-US" altLang="zh-CN" dirty="0" smtClean="0">
                <a:solidFill>
                  <a:srgbClr val="800000"/>
                </a:solidFill>
              </a:rPr>
              <a:t>*</a:t>
            </a:r>
            <a:r>
              <a:rPr kumimoji="0" lang="en-US" altLang="zh-CN" dirty="0" err="1" smtClean="0">
                <a:solidFill>
                  <a:srgbClr val="800000"/>
                </a:solidFill>
              </a:rPr>
              <a:t>ps</a:t>
            </a:r>
            <a:r>
              <a:rPr kumimoji="0" lang="zh-CN" altLang="en-US" dirty="0" smtClean="0">
                <a:solidFill>
                  <a:srgbClr val="800000"/>
                </a:solidFill>
              </a:rPr>
              <a:t>（也就是</a:t>
            </a:r>
            <a:r>
              <a:rPr kumimoji="0" lang="en-US" altLang="zh-CN" dirty="0" err="1" smtClean="0">
                <a:solidFill>
                  <a:srgbClr val="800000"/>
                </a:solidFill>
              </a:rPr>
              <a:t>ps</a:t>
            </a:r>
            <a:r>
              <a:rPr kumimoji="0" lang="zh-CN" altLang="en-US" dirty="0" smtClean="0">
                <a:solidFill>
                  <a:srgbClr val="800000"/>
                </a:solidFill>
              </a:rPr>
              <a:t>指向的对象）是指向</a:t>
            </a:r>
            <a:r>
              <a:rPr kumimoji="0" lang="en-US" altLang="zh-CN" dirty="0" smtClean="0">
                <a:solidFill>
                  <a:srgbClr val="800000"/>
                </a:solidFill>
              </a:rPr>
              <a:t>char</a:t>
            </a:r>
            <a:r>
              <a:rPr kumimoji="0" lang="zh-CN" altLang="en-US" dirty="0" smtClean="0">
                <a:solidFill>
                  <a:srgbClr val="800000"/>
                </a:solidFill>
              </a:rPr>
              <a:t>类型的常量指针！</a:t>
            </a:r>
            <a:endParaRPr kumimoji="0" lang="en-US" altLang="zh-CN" dirty="0">
              <a:solidFill>
                <a:srgbClr val="800000"/>
              </a:solidFill>
            </a:endParaRPr>
          </a:p>
        </p:txBody>
      </p:sp>
      <p:sp>
        <p:nvSpPr>
          <p:cNvPr id="6" name="AutoShape 8"/>
          <p:cNvSpPr>
            <a:spLocks noChangeArrowheads="1"/>
          </p:cNvSpPr>
          <p:nvPr/>
        </p:nvSpPr>
        <p:spPr bwMode="auto">
          <a:xfrm>
            <a:off x="4224736" y="4581128"/>
            <a:ext cx="4752528" cy="1080285"/>
          </a:xfrm>
          <a:prstGeom prst="wedgeRoundRectCallout">
            <a:avLst>
              <a:gd name="adj1" fmla="val -69341"/>
              <a:gd name="adj2" fmla="val -65331"/>
              <a:gd name="adj3" fmla="val 16667"/>
            </a:avLst>
          </a:prstGeom>
          <a:solidFill>
            <a:srgbClr val="DDDDDD"/>
          </a:solidFill>
          <a:ln w="9525" algn="ctr">
            <a:solidFill>
              <a:schemeClr val="tx1"/>
            </a:solidFill>
            <a:miter lim="800000"/>
          </a:ln>
        </p:spPr>
        <p:txBody>
          <a:bodyPr anchor="ctr" anchorCtr="1"/>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6pPr>
            <a:lvl7pPr marL="29718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7pPr>
            <a:lvl8pPr marL="34290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8pPr>
            <a:lvl9pPr marL="3886200" indent="-228600" algn="ctr" eaLnBrk="0" fontAlgn="base" hangingPunct="0">
              <a:lnSpc>
                <a:spcPct val="120000"/>
              </a:lnSpc>
              <a:spcBef>
                <a:spcPct val="0"/>
              </a:spcBef>
              <a:spcAft>
                <a:spcPct val="0"/>
              </a:spcAft>
              <a:buClr>
                <a:srgbClr val="000099"/>
              </a:buClr>
              <a:buSzPct val="65000"/>
              <a:buFont typeface="Wingdings" panose="05000000000000000000" pitchFamily="2" charset="2"/>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90000"/>
              </a:lnSpc>
              <a:spcBef>
                <a:spcPct val="20000"/>
              </a:spcBef>
              <a:buClr>
                <a:schemeClr val="tx2"/>
              </a:buClr>
              <a:buSzPct val="70000"/>
            </a:pPr>
            <a:r>
              <a:rPr kumimoji="0" lang="zh-CN" altLang="en-US" dirty="0" smtClean="0">
                <a:solidFill>
                  <a:srgbClr val="800000"/>
                </a:solidFill>
              </a:rPr>
              <a:t>正确的理解：</a:t>
            </a:r>
            <a:r>
              <a:rPr kumimoji="0" lang="en-US" altLang="zh-CN" dirty="0" err="1" smtClean="0">
                <a:solidFill>
                  <a:srgbClr val="800000"/>
                </a:solidFill>
              </a:rPr>
              <a:t>cstr</a:t>
            </a:r>
            <a:r>
              <a:rPr kumimoji="0" lang="zh-CN" altLang="en-US" dirty="0" smtClean="0">
                <a:solidFill>
                  <a:srgbClr val="800000"/>
                </a:solidFill>
              </a:rPr>
              <a:t>是指向</a:t>
            </a:r>
            <a:r>
              <a:rPr kumimoji="0" lang="en-US" altLang="zh-CN" dirty="0" smtClean="0">
                <a:solidFill>
                  <a:srgbClr val="800000"/>
                </a:solidFill>
              </a:rPr>
              <a:t>char</a:t>
            </a:r>
            <a:r>
              <a:rPr kumimoji="0" lang="zh-CN" altLang="en-US" dirty="0" smtClean="0">
                <a:solidFill>
                  <a:srgbClr val="800000"/>
                </a:solidFill>
              </a:rPr>
              <a:t>类型的常量指针！而不是指向常量字符的指针！</a:t>
            </a:r>
            <a:endParaRPr kumimoji="0" lang="en-US" altLang="zh-CN" dirty="0">
              <a:solidFill>
                <a:srgbClr val="8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Autofit/>
          </a:bodyPr>
          <a:lstStyle/>
          <a:p>
            <a:pPr algn="ctr" fontAlgn="auto">
              <a:spcAft>
                <a:spcPts val="0"/>
              </a:spcAft>
            </a:pPr>
            <a:r>
              <a:rPr lang="en-US" altLang="zh-CN" b="1" dirty="0" smtClean="0">
                <a:solidFill>
                  <a:srgbClr val="FFFFFF"/>
                </a:solidFill>
                <a:ea typeface="隶书" panose="02010509060101010101" pitchFamily="49" charset="-122"/>
              </a:rPr>
              <a:t>2.5.2  auto</a:t>
            </a:r>
            <a:r>
              <a:rPr lang="zh-CN" altLang="en-US" b="1" dirty="0" smtClean="0">
                <a:solidFill>
                  <a:srgbClr val="FFFFFF"/>
                </a:solidFill>
                <a:ea typeface="隶书" panose="02010509060101010101" pitchFamily="49" charset="-122"/>
              </a:rPr>
              <a:t>类型与</a:t>
            </a:r>
            <a:r>
              <a:rPr lang="en-US" altLang="zh-CN" b="1" dirty="0" err="1" smtClean="0">
                <a:solidFill>
                  <a:srgbClr val="FFFFFF"/>
                </a:solidFill>
                <a:ea typeface="隶书" panose="02010509060101010101" pitchFamily="49" charset="-122"/>
              </a:rPr>
              <a:t>decltype</a:t>
            </a:r>
            <a:r>
              <a:rPr lang="zh-CN" altLang="en-US" b="1" dirty="0" smtClean="0">
                <a:solidFill>
                  <a:srgbClr val="FFFFFF"/>
                </a:solidFill>
                <a:ea typeface="隶书" panose="02010509060101010101" pitchFamily="49" charset="-122"/>
              </a:rPr>
              <a:t>类型</a:t>
            </a:r>
            <a:endParaRPr lang="zh-CN" altLang="en-US" b="1" dirty="0">
              <a:solidFill>
                <a:srgbClr val="FFFFFF"/>
              </a:solidFill>
              <a:ea typeface="隶书" panose="02010509060101010101" pitchFamily="49" charset="-122"/>
            </a:endParaRPr>
          </a:p>
        </p:txBody>
      </p:sp>
      <p:sp>
        <p:nvSpPr>
          <p:cNvPr id="7171" name="Rectangle 3"/>
          <p:cNvSpPr>
            <a:spLocks noGrp="1" noChangeArrowheads="1"/>
          </p:cNvSpPr>
          <p:nvPr>
            <p:ph type="body" idx="1"/>
          </p:nvPr>
        </p:nvSpPr>
        <p:spPr>
          <a:xfrm>
            <a:off x="755576" y="1484784"/>
            <a:ext cx="8316416" cy="1944216"/>
          </a:xfrm>
          <a:ln>
            <a:noFill/>
            <a:miter lim="800000"/>
          </a:ln>
        </p:spPr>
        <p:txBody>
          <a:bodyPr/>
          <a:lstStyle/>
          <a:p>
            <a:pPr marL="0" indent="0" eaLnBrk="1" hangingPunct="1">
              <a:lnSpc>
                <a:spcPct val="140000"/>
              </a:lnSpc>
              <a:buFont typeface="Wingdings" panose="05000000000000000000" pitchFamily="2" charset="2"/>
              <a:buNone/>
            </a:pPr>
            <a:r>
              <a:rPr lang="zh-CN" altLang="en-US" sz="2400" dirty="0"/>
              <a:t> </a:t>
            </a:r>
            <a:r>
              <a:rPr lang="en-US" altLang="zh-CN" sz="2400" b="1" dirty="0" smtClean="0">
                <a:ea typeface="+mj-ea"/>
              </a:rPr>
              <a:t>auto</a:t>
            </a:r>
            <a:r>
              <a:rPr lang="zh-CN" altLang="en-US" sz="2400" b="1" dirty="0" smtClean="0">
                <a:ea typeface="+mj-ea"/>
              </a:rPr>
              <a:t>类型说明符：由编译器分析表达式类型。例如：</a:t>
            </a:r>
            <a:endParaRPr lang="en-US" altLang="zh-CN" sz="2400" b="1" dirty="0" smtClean="0">
              <a:ea typeface="+mj-ea"/>
            </a:endParaRPr>
          </a:p>
          <a:p>
            <a:pPr marL="0" indent="0" eaLnBrk="1" hangingPunct="1">
              <a:lnSpc>
                <a:spcPct val="140000"/>
              </a:lnSpc>
              <a:buFont typeface="Wingdings" panose="05000000000000000000" pitchFamily="2" charset="2"/>
              <a:buNone/>
            </a:pPr>
            <a:r>
              <a:rPr lang="en-US" altLang="zh-CN" sz="2400" b="1" dirty="0" smtClean="0">
                <a:solidFill>
                  <a:srgbClr val="FFFF00"/>
                </a:solidFill>
                <a:ea typeface="+mj-ea"/>
              </a:rPr>
              <a:t>auto </a:t>
            </a:r>
            <a:r>
              <a:rPr lang="en-US" altLang="zh-CN" sz="2400" b="1" dirty="0" err="1" smtClean="0">
                <a:solidFill>
                  <a:srgbClr val="FFFF00"/>
                </a:solidFill>
                <a:ea typeface="+mj-ea"/>
              </a:rPr>
              <a:t>val</a:t>
            </a:r>
            <a:r>
              <a:rPr lang="en-US" altLang="zh-CN" sz="2400" b="1" dirty="0" smtClean="0">
                <a:solidFill>
                  <a:srgbClr val="FFFF00"/>
                </a:solidFill>
                <a:ea typeface="+mj-ea"/>
              </a:rPr>
              <a:t>=val1+val2;   //</a:t>
            </a:r>
            <a:r>
              <a:rPr lang="en-US" altLang="zh-CN" sz="2400" b="1" dirty="0" err="1" smtClean="0">
                <a:solidFill>
                  <a:srgbClr val="FFFF00"/>
                </a:solidFill>
                <a:ea typeface="+mj-ea"/>
              </a:rPr>
              <a:t>val</a:t>
            </a:r>
            <a:r>
              <a:rPr lang="zh-CN" altLang="en-US" sz="2400" b="1" dirty="0" smtClean="0">
                <a:solidFill>
                  <a:srgbClr val="FFFF00"/>
                </a:solidFill>
                <a:ea typeface="+mj-ea"/>
              </a:rPr>
              <a:t>的类型由</a:t>
            </a:r>
            <a:r>
              <a:rPr lang="en-US" altLang="zh-CN" sz="2400" b="1" dirty="0" smtClean="0">
                <a:solidFill>
                  <a:srgbClr val="FFFF00"/>
                </a:solidFill>
                <a:ea typeface="+mj-ea"/>
              </a:rPr>
              <a:t>val1+val2</a:t>
            </a:r>
            <a:r>
              <a:rPr lang="zh-CN" altLang="en-US" sz="2400" b="1" dirty="0" smtClean="0">
                <a:solidFill>
                  <a:srgbClr val="FFFF00"/>
                </a:solidFill>
                <a:ea typeface="+mj-ea"/>
              </a:rPr>
              <a:t>决定</a:t>
            </a:r>
            <a:endParaRPr lang="en-US" altLang="zh-CN" sz="2400" b="1" dirty="0" smtClean="0">
              <a:solidFill>
                <a:srgbClr val="FFFF00"/>
              </a:solidFill>
              <a:ea typeface="+mj-ea"/>
            </a:endParaRPr>
          </a:p>
          <a:p>
            <a:pPr marL="0" indent="0" eaLnBrk="1" hangingPunct="1">
              <a:lnSpc>
                <a:spcPct val="140000"/>
              </a:lnSpc>
              <a:buFont typeface="Wingdings" panose="05000000000000000000" pitchFamily="2" charset="2"/>
              <a:buNone/>
            </a:pPr>
            <a:r>
              <a:rPr lang="en-US" altLang="zh-CN" sz="2400" b="1" dirty="0" smtClean="0">
                <a:solidFill>
                  <a:srgbClr val="FFFF00"/>
                </a:solidFill>
                <a:ea typeface="+mj-ea"/>
              </a:rPr>
              <a:t>auto </a:t>
            </a:r>
            <a:r>
              <a:rPr lang="en-US" altLang="zh-CN" sz="2400" b="1" dirty="0" err="1" smtClean="0">
                <a:solidFill>
                  <a:srgbClr val="FFFF00"/>
                </a:solidFill>
                <a:ea typeface="+mj-ea"/>
              </a:rPr>
              <a:t>i</a:t>
            </a:r>
            <a:r>
              <a:rPr lang="en-US" altLang="zh-CN" sz="2400" b="1" dirty="0" smtClean="0">
                <a:solidFill>
                  <a:srgbClr val="FFFF00"/>
                </a:solidFill>
                <a:ea typeface="+mj-ea"/>
              </a:rPr>
              <a:t>=0,j=1</a:t>
            </a:r>
            <a:r>
              <a:rPr lang="zh-CN" altLang="en-US" sz="2400" b="1" dirty="0" smtClean="0">
                <a:solidFill>
                  <a:srgbClr val="FFFF00"/>
                </a:solidFill>
                <a:ea typeface="+mj-ea"/>
              </a:rPr>
              <a:t>；       </a:t>
            </a:r>
            <a:r>
              <a:rPr lang="en-US" altLang="zh-CN" sz="2400" b="1" dirty="0" smtClean="0">
                <a:solidFill>
                  <a:srgbClr val="FFFF00"/>
                </a:solidFill>
                <a:ea typeface="+mj-ea"/>
              </a:rPr>
              <a:t>//</a:t>
            </a:r>
            <a:r>
              <a:rPr lang="zh-CN" altLang="en-US" sz="2400" b="1" dirty="0" smtClean="0">
                <a:solidFill>
                  <a:srgbClr val="FFFF00"/>
                </a:solidFill>
                <a:ea typeface="+mj-ea"/>
              </a:rPr>
              <a:t>正确：</a:t>
            </a:r>
            <a:r>
              <a:rPr lang="en-US" altLang="zh-CN" sz="2400" b="1" dirty="0" err="1" smtClean="0">
                <a:solidFill>
                  <a:srgbClr val="FFFF00"/>
                </a:solidFill>
                <a:ea typeface="+mj-ea"/>
              </a:rPr>
              <a:t>i</a:t>
            </a:r>
            <a:r>
              <a:rPr lang="zh-CN" altLang="en-US" sz="2400" b="1" dirty="0" smtClean="0">
                <a:solidFill>
                  <a:srgbClr val="FFFF00"/>
                </a:solidFill>
                <a:ea typeface="+mj-ea"/>
              </a:rPr>
              <a:t>、</a:t>
            </a:r>
            <a:r>
              <a:rPr lang="en-US" altLang="zh-CN" sz="2400" b="1" dirty="0" smtClean="0">
                <a:solidFill>
                  <a:srgbClr val="FFFF00"/>
                </a:solidFill>
                <a:ea typeface="+mj-ea"/>
              </a:rPr>
              <a:t>j</a:t>
            </a:r>
            <a:r>
              <a:rPr lang="zh-CN" altLang="en-US" sz="2400" b="1" dirty="0" smtClean="0">
                <a:solidFill>
                  <a:srgbClr val="FFFF00"/>
                </a:solidFill>
                <a:ea typeface="+mj-ea"/>
              </a:rPr>
              <a:t>都是</a:t>
            </a:r>
            <a:r>
              <a:rPr lang="en-US" altLang="zh-CN" sz="2400" b="1" dirty="0" err="1" smtClean="0">
                <a:solidFill>
                  <a:srgbClr val="FFFF00"/>
                </a:solidFill>
                <a:ea typeface="+mj-ea"/>
              </a:rPr>
              <a:t>int</a:t>
            </a:r>
            <a:r>
              <a:rPr lang="zh-CN" altLang="en-US" sz="2400" b="1" dirty="0" smtClean="0">
                <a:solidFill>
                  <a:srgbClr val="FFFF00"/>
                </a:solidFill>
                <a:ea typeface="+mj-ea"/>
              </a:rPr>
              <a:t>类型</a:t>
            </a:r>
            <a:endParaRPr lang="en-US" altLang="zh-CN" sz="2400" b="1" dirty="0" smtClean="0">
              <a:solidFill>
                <a:srgbClr val="FFFF00"/>
              </a:solidFill>
              <a:ea typeface="+mj-ea"/>
            </a:endParaRPr>
          </a:p>
          <a:p>
            <a:pPr marL="0" indent="0" eaLnBrk="1" hangingPunct="1">
              <a:lnSpc>
                <a:spcPct val="140000"/>
              </a:lnSpc>
              <a:buFont typeface="Wingdings" panose="05000000000000000000" pitchFamily="2" charset="2"/>
              <a:buNone/>
            </a:pPr>
            <a:r>
              <a:rPr lang="en-US" altLang="zh-CN" sz="2400" b="1" dirty="0" smtClean="0">
                <a:solidFill>
                  <a:srgbClr val="FFFF00"/>
                </a:solidFill>
                <a:ea typeface="+mj-ea"/>
              </a:rPr>
              <a:t>auto size=0,pi=3.14;//</a:t>
            </a:r>
            <a:r>
              <a:rPr lang="zh-CN" altLang="en-US" sz="2400" b="1" dirty="0" smtClean="0">
                <a:solidFill>
                  <a:srgbClr val="FFFF00"/>
                </a:solidFill>
                <a:ea typeface="+mj-ea"/>
              </a:rPr>
              <a:t>错误：</a:t>
            </a:r>
            <a:r>
              <a:rPr lang="en-US" altLang="zh-CN" sz="2400" b="1" dirty="0" smtClean="0">
                <a:solidFill>
                  <a:srgbClr val="FFFF00"/>
                </a:solidFill>
                <a:ea typeface="+mj-ea"/>
              </a:rPr>
              <a:t>size</a:t>
            </a:r>
            <a:r>
              <a:rPr lang="zh-CN" altLang="en-US" sz="2400" b="1" dirty="0" smtClean="0">
                <a:solidFill>
                  <a:srgbClr val="FFFF00"/>
                </a:solidFill>
                <a:ea typeface="+mj-ea"/>
              </a:rPr>
              <a:t>和</a:t>
            </a:r>
            <a:r>
              <a:rPr lang="en-US" altLang="zh-CN" sz="2400" b="1" dirty="0" smtClean="0">
                <a:solidFill>
                  <a:srgbClr val="FFFF00"/>
                </a:solidFill>
                <a:ea typeface="+mj-ea"/>
              </a:rPr>
              <a:t>pi</a:t>
            </a:r>
            <a:r>
              <a:rPr lang="zh-CN" altLang="en-US" sz="2400" b="1" dirty="0" smtClean="0">
                <a:solidFill>
                  <a:srgbClr val="FFFF00"/>
                </a:solidFill>
                <a:ea typeface="+mj-ea"/>
              </a:rPr>
              <a:t>类型不一致</a:t>
            </a:r>
            <a:endParaRPr lang="en-US" altLang="zh-CN" sz="2400" b="1" dirty="0" smtClean="0">
              <a:solidFill>
                <a:srgbClr val="FFFF00"/>
              </a:solidFill>
              <a:ea typeface="+mj-ea"/>
            </a:endParaRPr>
          </a:p>
          <a:p>
            <a:pPr marL="0" indent="0" eaLnBrk="1" hangingPunct="1">
              <a:lnSpc>
                <a:spcPct val="140000"/>
              </a:lnSpc>
              <a:buFont typeface="Wingdings" panose="05000000000000000000" pitchFamily="2" charset="2"/>
              <a:buNone/>
            </a:pPr>
            <a:r>
              <a:rPr lang="en-US" altLang="zh-CN" sz="2400" b="1" dirty="0" err="1" smtClean="0">
                <a:ea typeface="+mj-ea"/>
              </a:rPr>
              <a:t>decltype</a:t>
            </a:r>
            <a:r>
              <a:rPr lang="en-US" altLang="zh-CN" sz="2400" b="1" dirty="0" smtClean="0">
                <a:ea typeface="+mj-ea"/>
              </a:rPr>
              <a:t>:</a:t>
            </a:r>
            <a:r>
              <a:rPr lang="zh-CN" altLang="en-US" sz="2400" b="1" dirty="0" smtClean="0">
                <a:ea typeface="+mj-ea"/>
              </a:rPr>
              <a:t>当我们定义一个变量与某一表达式类型相同，但是不想用该表达式初始化该变量时使用。例如：</a:t>
            </a:r>
            <a:endParaRPr lang="en-US" altLang="zh-CN" sz="2400" b="1" dirty="0" smtClean="0">
              <a:ea typeface="+mj-ea"/>
            </a:endParaRPr>
          </a:p>
          <a:p>
            <a:pPr marL="0" indent="0" eaLnBrk="1" hangingPunct="1">
              <a:lnSpc>
                <a:spcPct val="140000"/>
              </a:lnSpc>
              <a:buFont typeface="Wingdings" panose="05000000000000000000" pitchFamily="2" charset="2"/>
              <a:buNone/>
            </a:pPr>
            <a:r>
              <a:rPr lang="en-US" altLang="zh-CN" sz="2400" b="1" dirty="0" err="1" smtClean="0">
                <a:solidFill>
                  <a:srgbClr val="FFFF00"/>
                </a:solidFill>
                <a:ea typeface="+mj-ea"/>
              </a:rPr>
              <a:t>decltype</a:t>
            </a:r>
            <a:r>
              <a:rPr lang="en-US" altLang="zh-CN" sz="2400" b="1" dirty="0" smtClean="0">
                <a:solidFill>
                  <a:srgbClr val="FFFF00"/>
                </a:solidFill>
                <a:ea typeface="+mj-ea"/>
              </a:rPr>
              <a:t> (</a:t>
            </a:r>
            <a:r>
              <a:rPr lang="en-US" altLang="zh-CN" sz="2400" b="1" dirty="0" err="1" smtClean="0">
                <a:solidFill>
                  <a:srgbClr val="FFFF00"/>
                </a:solidFill>
                <a:ea typeface="+mj-ea"/>
              </a:rPr>
              <a:t>i</a:t>
            </a:r>
            <a:r>
              <a:rPr lang="en-US" altLang="zh-CN" sz="2400" b="1" dirty="0" smtClean="0">
                <a:solidFill>
                  <a:srgbClr val="FFFF00"/>
                </a:solidFill>
                <a:ea typeface="+mj-ea"/>
              </a:rPr>
              <a:t>) j=2;//j</a:t>
            </a:r>
            <a:r>
              <a:rPr lang="zh-CN" altLang="en-US" sz="2400" b="1" dirty="0" smtClean="0">
                <a:solidFill>
                  <a:srgbClr val="FFFF00"/>
                </a:solidFill>
                <a:ea typeface="+mj-ea"/>
              </a:rPr>
              <a:t>初始值为</a:t>
            </a:r>
            <a:r>
              <a:rPr lang="en-US" altLang="zh-CN" sz="2400" b="1" dirty="0" smtClean="0">
                <a:solidFill>
                  <a:srgbClr val="FFFF00"/>
                </a:solidFill>
                <a:ea typeface="+mj-ea"/>
              </a:rPr>
              <a:t>2</a:t>
            </a:r>
            <a:r>
              <a:rPr lang="zh-CN" altLang="en-US" sz="2400" b="1" dirty="0" smtClean="0">
                <a:solidFill>
                  <a:srgbClr val="FFFF00"/>
                </a:solidFill>
                <a:ea typeface="+mj-ea"/>
              </a:rPr>
              <a:t>，类型和</a:t>
            </a:r>
            <a:r>
              <a:rPr lang="en-US" altLang="zh-CN" sz="2400" b="1" dirty="0" err="1" smtClean="0">
                <a:solidFill>
                  <a:srgbClr val="FFFF00"/>
                </a:solidFill>
                <a:ea typeface="+mj-ea"/>
              </a:rPr>
              <a:t>i</a:t>
            </a:r>
            <a:r>
              <a:rPr lang="zh-CN" altLang="en-US" sz="2400" b="1" dirty="0" smtClean="0">
                <a:solidFill>
                  <a:srgbClr val="FFFF00"/>
                </a:solidFill>
                <a:ea typeface="+mj-ea"/>
              </a:rPr>
              <a:t>一致</a:t>
            </a:r>
            <a:endParaRPr lang="zh-CN" altLang="en-US" sz="2400" b="1" dirty="0" smtClean="0">
              <a:solidFill>
                <a:srgbClr val="FFFF00"/>
              </a:solidFill>
              <a:ea typeface="+mj-ea"/>
            </a:endParaRPr>
          </a:p>
        </p:txBody>
      </p:sp>
    </p:spTree>
  </p:cSld>
  <p:clrMapOvr>
    <a:masterClrMapping/>
  </p:clrMapOvr>
  <p:transition/>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p:cNvSpPr>
            <a:spLocks noGrp="1" noChangeArrowheads="1"/>
          </p:cNvSpPr>
          <p:nvPr>
            <p:ph type="title"/>
          </p:nvPr>
        </p:nvSpPr>
        <p:spPr bwMode="auto">
          <a:xfrm>
            <a:off x="432656" y="1772816"/>
            <a:ext cx="8583488" cy="1244352"/>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6"/>
            </a:pPr>
            <a:r>
              <a:rPr lang="en-US" altLang="zh-CN" sz="5800" b="1" dirty="0" smtClean="0">
                <a:ea typeface="华文彩云" panose="02010800040101010101" pitchFamily="2" charset="-122"/>
              </a:rPr>
              <a:t>  </a:t>
            </a:r>
            <a:r>
              <a:rPr lang="zh-CN" altLang="en-US" sz="5800" b="1" dirty="0" smtClean="0">
                <a:ea typeface="华文彩云" panose="02010800040101010101" pitchFamily="2" charset="-122"/>
              </a:rPr>
              <a:t>深度探索</a:t>
            </a:r>
            <a:endParaRPr lang="zh-CN" altLang="en-US" dirty="0"/>
          </a:p>
        </p:txBody>
      </p:sp>
      <p:pic>
        <p:nvPicPr>
          <p:cNvPr id="612355" name="Picture 3" descr="BS00580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33600" y="4038607"/>
            <a:ext cx="2590800" cy="21828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标题 1"/>
          <p:cNvSpPr>
            <a:spLocks noGrp="1"/>
          </p:cNvSpPr>
          <p:nvPr>
            <p:ph type="title"/>
          </p:nvPr>
        </p:nvSpPr>
        <p:spPr/>
        <p:txBody>
          <a:bodyPr/>
          <a:lstStyle/>
          <a:p>
            <a:pPr algn="ctr"/>
            <a:r>
              <a:rPr lang="en-US" altLang="zh-CN" b="1">
                <a:solidFill>
                  <a:srgbClr val="FFFFFF"/>
                </a:solidFill>
                <a:ea typeface="隶书" panose="02010509060101010101" pitchFamily="49" charset="-122"/>
              </a:rPr>
              <a:t>2.6.1</a:t>
            </a:r>
            <a:r>
              <a:rPr lang="zh-CN" altLang="en-US" b="1">
                <a:solidFill>
                  <a:srgbClr val="FFFFFF"/>
                </a:solidFill>
                <a:ea typeface="隶书" panose="02010509060101010101" pitchFamily="49" charset="-122"/>
              </a:rPr>
              <a:t>变量的实现机制</a:t>
            </a:r>
            <a:endParaRPr lang="zh-CN" altLang="en-US" b="1">
              <a:solidFill>
                <a:srgbClr val="FFFFFF"/>
              </a:solidFill>
              <a:ea typeface="隶书" panose="02010509060101010101" pitchFamily="49" charset="-122"/>
            </a:endParaRPr>
          </a:p>
        </p:txBody>
      </p:sp>
      <p:sp>
        <p:nvSpPr>
          <p:cNvPr id="128003" name="内容占位符 2"/>
          <p:cNvSpPr>
            <a:spLocks noGrp="1"/>
          </p:cNvSpPr>
          <p:nvPr>
            <p:ph idx="1"/>
          </p:nvPr>
        </p:nvSpPr>
        <p:spPr>
          <a:xfrm>
            <a:off x="628650" y="1825625"/>
            <a:ext cx="8335838" cy="4351338"/>
          </a:xfrm>
        </p:spPr>
        <p:txBody>
          <a:bodyPr/>
          <a:lstStyle/>
          <a:p>
            <a:pPr eaLnBrk="1" hangingPunct="1">
              <a:lnSpc>
                <a:spcPct val="150000"/>
              </a:lnSpc>
            </a:pPr>
            <a:r>
              <a:rPr lang="zh-CN" altLang="en-US" sz="2800" b="1" dirty="0">
                <a:ea typeface="+mj-ea"/>
              </a:rPr>
              <a:t>站在目标代码的角度上看问题</a:t>
            </a:r>
            <a:endParaRPr lang="en-US" altLang="zh-CN" sz="2800" b="1" dirty="0">
              <a:ea typeface="+mj-ea"/>
            </a:endParaRPr>
          </a:p>
          <a:p>
            <a:pPr eaLnBrk="1" hangingPunct="1">
              <a:lnSpc>
                <a:spcPct val="150000"/>
              </a:lnSpc>
            </a:pPr>
            <a:r>
              <a:rPr lang="zh-CN" altLang="en-US" sz="2800" b="1" dirty="0">
                <a:ea typeface="+mj-ea"/>
              </a:rPr>
              <a:t>变量具有两个重要属性</a:t>
            </a:r>
            <a:r>
              <a:rPr lang="en-US" altLang="zh-CN" sz="2800" b="1" dirty="0">
                <a:ea typeface="+mj-ea"/>
              </a:rPr>
              <a:t>——</a:t>
            </a:r>
            <a:r>
              <a:rPr lang="zh-CN" altLang="en-US" sz="2800" b="1" dirty="0">
                <a:solidFill>
                  <a:srgbClr val="FFFF00"/>
                </a:solidFill>
                <a:ea typeface="+mj-ea"/>
              </a:rPr>
              <a:t>数据类型和变量名</a:t>
            </a:r>
            <a:endParaRPr lang="en-US" altLang="zh-CN" sz="2800" b="1" dirty="0">
              <a:solidFill>
                <a:srgbClr val="FFFF00"/>
              </a:solidFill>
              <a:ea typeface="+mj-ea"/>
            </a:endParaRPr>
          </a:p>
          <a:p>
            <a:pPr lvl="1" eaLnBrk="1" hangingPunct="1">
              <a:lnSpc>
                <a:spcPct val="150000"/>
              </a:lnSpc>
              <a:buFont typeface="Wingdings" panose="05000000000000000000" pitchFamily="2" charset="2"/>
              <a:buChar char="ü"/>
            </a:pPr>
            <a:r>
              <a:rPr lang="zh-CN" altLang="en-US" b="1" dirty="0">
                <a:ea typeface="+mj-ea"/>
              </a:rPr>
              <a:t>它们都用文字表示，便于人们理解，但不便于</a:t>
            </a:r>
            <a:r>
              <a:rPr lang="en-US" altLang="zh-CN" b="1" dirty="0">
                <a:ea typeface="+mj-ea"/>
              </a:rPr>
              <a:t>CPU</a:t>
            </a:r>
            <a:r>
              <a:rPr lang="zh-CN" altLang="en-US" b="1" dirty="0">
                <a:ea typeface="+mj-ea"/>
              </a:rPr>
              <a:t>识别，因此它们</a:t>
            </a:r>
            <a:r>
              <a:rPr lang="zh-CN" altLang="en-US" b="1" dirty="0">
                <a:solidFill>
                  <a:srgbClr val="FFFF00"/>
                </a:solidFill>
                <a:ea typeface="+mj-ea"/>
              </a:rPr>
              <a:t>不能出现在目标代码中</a:t>
            </a:r>
            <a:r>
              <a:rPr lang="zh-CN" altLang="en-US" b="1" dirty="0">
                <a:ea typeface="+mj-ea"/>
              </a:rPr>
              <a:t>；</a:t>
            </a:r>
            <a:endParaRPr lang="en-US" altLang="zh-CN" b="1" dirty="0">
              <a:ea typeface="+mj-ea"/>
            </a:endParaRPr>
          </a:p>
          <a:p>
            <a:pPr lvl="1" eaLnBrk="1" hangingPunct="1">
              <a:lnSpc>
                <a:spcPct val="150000"/>
              </a:lnSpc>
              <a:buFont typeface="Wingdings" panose="05000000000000000000" pitchFamily="2" charset="2"/>
              <a:buChar char="ü"/>
            </a:pPr>
            <a:r>
              <a:rPr lang="zh-CN" altLang="en-US" b="1" dirty="0">
                <a:ea typeface="+mj-ea"/>
              </a:rPr>
              <a:t>下面将讨论它们在目标代码中的表示方式。</a:t>
            </a:r>
            <a:endParaRPr lang="zh-CN" altLang="en-US" b="1" dirty="0">
              <a:ea typeface="+mj-ea"/>
            </a:endParaRPr>
          </a:p>
          <a:p>
            <a:pPr eaLnBrk="1" hangingPunct="1"/>
            <a:endParaRPr lang="zh-CN" altLang="en-US" dirty="0" smtClean="0"/>
          </a:p>
        </p:txBody>
      </p:sp>
    </p:spTree>
  </p:cSld>
  <p:clrMapOvr>
    <a:masterClrMapping/>
  </p:clrMapOvr>
  <p:transition/>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标题 1"/>
          <p:cNvSpPr>
            <a:spLocks noGrp="1"/>
          </p:cNvSpPr>
          <p:nvPr>
            <p:ph type="title"/>
          </p:nvPr>
        </p:nvSpPr>
        <p:spPr/>
        <p:txBody>
          <a:bodyPr/>
          <a:lstStyle/>
          <a:p>
            <a:pPr algn="ctr"/>
            <a:r>
              <a:rPr lang="zh-CN" altLang="en-US" b="1">
                <a:solidFill>
                  <a:srgbClr val="FFFFFF"/>
                </a:solidFill>
                <a:ea typeface="隶书" panose="02010509060101010101" pitchFamily="49" charset="-122"/>
              </a:rPr>
              <a:t>变量名</a:t>
            </a:r>
            <a:endParaRPr lang="zh-CN" altLang="en-US" b="1">
              <a:solidFill>
                <a:srgbClr val="FFFFFF"/>
              </a:solidFill>
              <a:ea typeface="隶书" panose="02010509060101010101" pitchFamily="49" charset="-122"/>
            </a:endParaRPr>
          </a:p>
        </p:txBody>
      </p:sp>
      <p:sp>
        <p:nvSpPr>
          <p:cNvPr id="129027" name="内容占位符 2"/>
          <p:cNvSpPr>
            <a:spLocks noGrp="1"/>
          </p:cNvSpPr>
          <p:nvPr>
            <p:ph idx="1"/>
          </p:nvPr>
        </p:nvSpPr>
        <p:spPr>
          <a:xfrm>
            <a:off x="457200" y="1785938"/>
            <a:ext cx="8229600" cy="1785937"/>
          </a:xfrm>
        </p:spPr>
        <p:txBody>
          <a:bodyPr/>
          <a:lstStyle/>
          <a:p>
            <a:pPr eaLnBrk="1" hangingPunct="1">
              <a:lnSpc>
                <a:spcPct val="150000"/>
              </a:lnSpc>
            </a:pPr>
            <a:r>
              <a:rPr lang="zh-CN" altLang="en-US" sz="2800" b="1" dirty="0">
                <a:ea typeface="+mj-ea"/>
              </a:rPr>
              <a:t>源代码中，变量依靠变量名来标识；</a:t>
            </a:r>
            <a:endParaRPr lang="en-US" altLang="zh-CN" sz="2800" b="1" dirty="0">
              <a:ea typeface="+mj-ea"/>
            </a:endParaRPr>
          </a:p>
          <a:p>
            <a:pPr marL="966470" lvl="2" indent="-457200">
              <a:lnSpc>
                <a:spcPct val="150000"/>
              </a:lnSpc>
              <a:buFont typeface="Wingdings" panose="05000000000000000000" pitchFamily="2" charset="2"/>
              <a:buChar char="ü"/>
            </a:pPr>
            <a:r>
              <a:rPr lang="zh-CN" altLang="en-US" sz="2800" b="1" dirty="0">
                <a:ea typeface="+mj-ea"/>
              </a:rPr>
              <a:t>目标代码中，变量依靠地址来标识，每个变量的地址互不相同。</a:t>
            </a:r>
            <a:endParaRPr lang="zh-CN" altLang="en-US" sz="2800" b="1" dirty="0">
              <a:ea typeface="+mj-ea"/>
            </a:endParaRPr>
          </a:p>
          <a:p>
            <a:pPr eaLnBrk="1" hangingPunct="1">
              <a:lnSpc>
                <a:spcPct val="150000"/>
              </a:lnSpc>
            </a:pPr>
            <a:endParaRPr lang="zh-CN" altLang="en-US" dirty="0" smtClean="0"/>
          </a:p>
          <a:p>
            <a:pPr eaLnBrk="1" hangingPunct="1"/>
            <a:endParaRPr lang="zh-CN" altLang="en-US" dirty="0" smtClean="0"/>
          </a:p>
        </p:txBody>
      </p:sp>
      <p:sp>
        <p:nvSpPr>
          <p:cNvPr id="6" name="TextBox 5"/>
          <p:cNvSpPr txBox="1"/>
          <p:nvPr/>
        </p:nvSpPr>
        <p:spPr>
          <a:xfrm>
            <a:off x="971600" y="3929063"/>
            <a:ext cx="2143125" cy="2124075"/>
          </a:xfrm>
          <a:prstGeom prst="rect">
            <a:avLst/>
          </a:prstGeom>
          <a:noFill/>
        </p:spPr>
        <p:txBody>
          <a:bodyPr>
            <a:spAutoFit/>
          </a:bodyPr>
          <a:lstStyle/>
          <a:p>
            <a:pPr>
              <a:defRPr/>
            </a:pPr>
            <a:r>
              <a:rPr lang="en-US" sz="2200" b="1" dirty="0" err="1">
                <a:latin typeface="+mn-lt"/>
                <a:ea typeface="+mn-ea"/>
              </a:rPr>
              <a:t>int</a:t>
            </a:r>
            <a:r>
              <a:rPr lang="en-US" sz="2200" b="1" dirty="0">
                <a:latin typeface="+mn-lt"/>
                <a:ea typeface="+mn-ea"/>
              </a:rPr>
              <a:t> a, b;</a:t>
            </a:r>
            <a:endParaRPr lang="zh-CN" altLang="en-US" sz="2200" b="1" dirty="0">
              <a:latin typeface="+mn-lt"/>
              <a:ea typeface="+mn-ea"/>
            </a:endParaRPr>
          </a:p>
          <a:p>
            <a:pPr>
              <a:defRPr/>
            </a:pPr>
            <a:r>
              <a:rPr lang="en-US" sz="2200" b="1" dirty="0" err="1">
                <a:latin typeface="+mn-lt"/>
                <a:ea typeface="+mn-ea"/>
              </a:rPr>
              <a:t>int</a:t>
            </a:r>
            <a:r>
              <a:rPr lang="en-US" sz="2200" b="1" dirty="0">
                <a:latin typeface="+mn-lt"/>
                <a:ea typeface="+mn-ea"/>
              </a:rPr>
              <a:t> main() {</a:t>
            </a:r>
            <a:endParaRPr lang="zh-CN" altLang="en-US" sz="2200" b="1" dirty="0">
              <a:latin typeface="+mn-lt"/>
              <a:ea typeface="+mn-ea"/>
            </a:endParaRPr>
          </a:p>
          <a:p>
            <a:pPr>
              <a:defRPr/>
            </a:pPr>
            <a:r>
              <a:rPr lang="en-US" sz="2200" b="1" dirty="0">
                <a:latin typeface="+mn-lt"/>
                <a:ea typeface="+mn-ea"/>
              </a:rPr>
              <a:t>  a++;</a:t>
            </a:r>
            <a:endParaRPr lang="zh-CN" altLang="en-US" sz="2200" b="1" dirty="0">
              <a:latin typeface="+mn-lt"/>
              <a:ea typeface="+mn-ea"/>
            </a:endParaRPr>
          </a:p>
          <a:p>
            <a:pPr>
              <a:defRPr/>
            </a:pPr>
            <a:r>
              <a:rPr lang="en-US" sz="2200" b="1" dirty="0">
                <a:latin typeface="+mn-lt"/>
                <a:ea typeface="+mn-ea"/>
              </a:rPr>
              <a:t>  b++;</a:t>
            </a:r>
            <a:endParaRPr lang="zh-CN" altLang="en-US" sz="2200" b="1" dirty="0">
              <a:latin typeface="+mn-lt"/>
              <a:ea typeface="+mn-ea"/>
            </a:endParaRPr>
          </a:p>
          <a:p>
            <a:pPr>
              <a:defRPr/>
            </a:pPr>
            <a:r>
              <a:rPr lang="en-US" sz="2200" b="1" dirty="0">
                <a:latin typeface="+mn-lt"/>
                <a:ea typeface="+mn-ea"/>
              </a:rPr>
              <a:t>  return 0;</a:t>
            </a:r>
            <a:endParaRPr lang="zh-CN" altLang="en-US" sz="2200" b="1" dirty="0">
              <a:latin typeface="+mn-lt"/>
              <a:ea typeface="+mn-ea"/>
            </a:endParaRPr>
          </a:p>
          <a:p>
            <a:pPr>
              <a:defRPr/>
            </a:pPr>
            <a:r>
              <a:rPr lang="en-US" sz="2200" b="1" dirty="0">
                <a:latin typeface="+mn-lt"/>
                <a:ea typeface="+mn-ea"/>
              </a:rPr>
              <a:t>}</a:t>
            </a:r>
            <a:endParaRPr lang="zh-CN" altLang="en-US" sz="2200" b="1" dirty="0">
              <a:latin typeface="+mn-lt"/>
              <a:ea typeface="+mn-ea"/>
            </a:endParaRPr>
          </a:p>
        </p:txBody>
      </p:sp>
      <p:sp>
        <p:nvSpPr>
          <p:cNvPr id="7" name="TextBox 6"/>
          <p:cNvSpPr txBox="1"/>
          <p:nvPr/>
        </p:nvSpPr>
        <p:spPr>
          <a:xfrm>
            <a:off x="3714750" y="4624388"/>
            <a:ext cx="2357438" cy="830262"/>
          </a:xfrm>
          <a:prstGeom prst="rect">
            <a:avLst/>
          </a:prstGeom>
          <a:noFill/>
          <a:ln w="3175">
            <a:solidFill>
              <a:schemeClr val="tx1"/>
            </a:solidFill>
          </a:ln>
        </p:spPr>
        <p:txBody>
          <a:bodyPr>
            <a:spAutoFit/>
          </a:bodyPr>
          <a:lstStyle/>
          <a:p>
            <a:pPr>
              <a:defRPr/>
            </a:pPr>
            <a:r>
              <a:rPr lang="en-US" b="1" dirty="0" err="1">
                <a:latin typeface="+mn-lt"/>
                <a:ea typeface="+mn-ea"/>
              </a:rPr>
              <a:t>incl</a:t>
            </a:r>
            <a:r>
              <a:rPr lang="en-US" b="1" dirty="0">
                <a:latin typeface="+mn-lt"/>
                <a:ea typeface="+mn-ea"/>
              </a:rPr>
              <a:t> 0x80495f8</a:t>
            </a:r>
            <a:endParaRPr lang="zh-CN" altLang="en-US" b="1" dirty="0">
              <a:latin typeface="+mn-lt"/>
              <a:ea typeface="+mn-ea"/>
            </a:endParaRPr>
          </a:p>
          <a:p>
            <a:pPr>
              <a:defRPr/>
            </a:pPr>
            <a:r>
              <a:rPr lang="en-US" b="1" dirty="0" err="1">
                <a:latin typeface="+mn-lt"/>
                <a:ea typeface="+mn-ea"/>
              </a:rPr>
              <a:t>incl</a:t>
            </a:r>
            <a:r>
              <a:rPr lang="en-US" b="1" dirty="0">
                <a:latin typeface="+mn-lt"/>
                <a:ea typeface="+mn-ea"/>
              </a:rPr>
              <a:t> 0x80495fc</a:t>
            </a:r>
            <a:endParaRPr lang="zh-CN" altLang="en-US" b="1" dirty="0">
              <a:latin typeface="+mn-lt"/>
              <a:ea typeface="+mn-ea"/>
            </a:endParaRPr>
          </a:p>
        </p:txBody>
      </p:sp>
      <p:sp>
        <p:nvSpPr>
          <p:cNvPr id="129032" name="矩形 7"/>
          <p:cNvSpPr>
            <a:spLocks noChangeArrowheads="1"/>
          </p:cNvSpPr>
          <p:nvPr/>
        </p:nvSpPr>
        <p:spPr bwMode="auto">
          <a:xfrm>
            <a:off x="1285875" y="4714875"/>
            <a:ext cx="1214438" cy="642938"/>
          </a:xfrm>
          <a:prstGeom prst="rect">
            <a:avLst/>
          </a:prstGeom>
          <a:noFill/>
          <a:ln w="12700" cap="sq" algn="ctr">
            <a:solidFill>
              <a:schemeClr val="tx1"/>
            </a:solidFill>
            <a:prstDash val="dash"/>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a:p>
        </p:txBody>
      </p:sp>
      <p:sp>
        <p:nvSpPr>
          <p:cNvPr id="9" name="右箭头 8"/>
          <p:cNvSpPr/>
          <p:nvPr/>
        </p:nvSpPr>
        <p:spPr bwMode="auto">
          <a:xfrm>
            <a:off x="2786063" y="4910138"/>
            <a:ext cx="857250" cy="266700"/>
          </a:xfrm>
          <a:prstGeom prst="rightArrow">
            <a:avLst/>
          </a:prstGeom>
          <a:solidFill>
            <a:schemeClr val="tx2">
              <a:lumMod val="75000"/>
            </a:schemeClr>
          </a:solidFill>
          <a:ln w="12700" cap="sq" cmpd="sng" algn="ctr">
            <a:noFill/>
            <a:prstDash val="solid"/>
            <a:round/>
            <a:headEnd type="none" w="sm" len="sm"/>
            <a:tailEnd type="none" w="sm" len="sm"/>
          </a:ln>
          <a:effectLst/>
        </p:spPr>
        <p:txBody>
          <a:bodyPr/>
          <a:lstStyle/>
          <a:p>
            <a:pPr>
              <a:defRPr/>
            </a:pPr>
            <a:endParaRPr lang="zh-CN" altLang="en-US"/>
          </a:p>
        </p:txBody>
      </p:sp>
      <p:grpSp>
        <p:nvGrpSpPr>
          <p:cNvPr id="129034" name="组合 14"/>
          <p:cNvGrpSpPr/>
          <p:nvPr/>
        </p:nvGrpSpPr>
        <p:grpSpPr bwMode="auto">
          <a:xfrm>
            <a:off x="5857875" y="3981450"/>
            <a:ext cx="2082800" cy="1277938"/>
            <a:chOff x="6715140" y="4071942"/>
            <a:chExt cx="2082804" cy="1277948"/>
          </a:xfrm>
        </p:grpSpPr>
        <p:sp>
          <p:nvSpPr>
            <p:cNvPr id="129035" name="Line 8"/>
            <p:cNvSpPr>
              <a:spLocks noChangeShapeType="1"/>
            </p:cNvSpPr>
            <p:nvPr/>
          </p:nvSpPr>
          <p:spPr bwMode="auto">
            <a:xfrm flipV="1">
              <a:off x="6715140" y="4572008"/>
              <a:ext cx="1071570" cy="349254"/>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Oval 1035"/>
            <p:cNvSpPr>
              <a:spLocks noChangeArrowheads="1"/>
            </p:cNvSpPr>
            <p:nvPr/>
          </p:nvSpPr>
          <p:spPr bwMode="auto">
            <a:xfrm>
              <a:off x="7643830" y="4071942"/>
              <a:ext cx="1154114" cy="596905"/>
            </a:xfrm>
            <a:prstGeom prst="ellipse">
              <a:avLst/>
            </a:prstGeom>
            <a:solidFill>
              <a:srgbClr val="CCFFFF"/>
            </a:solidFill>
            <a:ln w="12700">
              <a:solidFill>
                <a:schemeClr val="tx1"/>
              </a:solidFill>
              <a:round/>
            </a:ln>
            <a:effectLst>
              <a:outerShdw dist="53882" dir="2700000" algn="ctr" rotWithShape="0">
                <a:srgbClr val="993300"/>
              </a:outerShdw>
            </a:effectLst>
          </p:spPr>
          <p:txBody>
            <a:bodyPr wrap="none" lIns="92075" tIns="46038" rIns="92075" bIns="46038" anchor="ctr"/>
            <a:lstStyle/>
            <a:p>
              <a:pPr algn="ctr" eaLnBrk="0" hangingPunct="0">
                <a:defRPr/>
              </a:pPr>
              <a:r>
                <a:rPr lang="zh-CN" altLang="en-US" dirty="0">
                  <a:solidFill>
                    <a:srgbClr val="C00000"/>
                  </a:solidFill>
                  <a:latin typeface="宋体" panose="02010600030101010101" pitchFamily="2" charset="-122"/>
                  <a:ea typeface="宋体" panose="02010600030101010101" pitchFamily="2" charset="-122"/>
                </a:rPr>
                <a:t>地址</a:t>
              </a:r>
              <a:endParaRPr lang="zh-CN" altLang="en-US" dirty="0">
                <a:solidFill>
                  <a:srgbClr val="C00000"/>
                </a:solidFill>
                <a:latin typeface="宋体" panose="02010600030101010101" pitchFamily="2" charset="-122"/>
                <a:ea typeface="宋体" panose="02010600030101010101" pitchFamily="2" charset="-122"/>
              </a:endParaRPr>
            </a:p>
          </p:txBody>
        </p:sp>
        <p:sp>
          <p:nvSpPr>
            <p:cNvPr id="129037" name="Line 8"/>
            <p:cNvSpPr>
              <a:spLocks noChangeShapeType="1"/>
            </p:cNvSpPr>
            <p:nvPr/>
          </p:nvSpPr>
          <p:spPr bwMode="auto">
            <a:xfrm flipV="1">
              <a:off x="6715140" y="4572008"/>
              <a:ext cx="1071570" cy="777882"/>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transition/>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标题 1"/>
          <p:cNvSpPr>
            <a:spLocks noGrp="1"/>
          </p:cNvSpPr>
          <p:nvPr>
            <p:ph type="title"/>
          </p:nvPr>
        </p:nvSpPr>
        <p:spPr/>
        <p:txBody>
          <a:bodyPr/>
          <a:lstStyle/>
          <a:p>
            <a:pPr algn="ctr"/>
            <a:r>
              <a:rPr lang="zh-CN" altLang="en-US" b="1">
                <a:solidFill>
                  <a:srgbClr val="FFFFFF"/>
                </a:solidFill>
                <a:ea typeface="隶书" panose="02010509060101010101" pitchFamily="49" charset="-122"/>
              </a:rPr>
              <a:t>数据类型</a:t>
            </a:r>
            <a:endParaRPr lang="zh-CN" altLang="en-US" b="1">
              <a:solidFill>
                <a:srgbClr val="FFFFFF"/>
              </a:solidFill>
              <a:ea typeface="隶书" panose="02010509060101010101" pitchFamily="49" charset="-122"/>
            </a:endParaRPr>
          </a:p>
        </p:txBody>
      </p:sp>
      <p:sp>
        <p:nvSpPr>
          <p:cNvPr id="3" name="内容占位符 2"/>
          <p:cNvSpPr>
            <a:spLocks noGrp="1"/>
          </p:cNvSpPr>
          <p:nvPr>
            <p:ph idx="1"/>
          </p:nvPr>
        </p:nvSpPr>
        <p:spPr>
          <a:xfrm>
            <a:off x="500063" y="1785938"/>
            <a:ext cx="8229600" cy="4714875"/>
          </a:xfrm>
        </p:spPr>
        <p:txBody>
          <a:bodyPr/>
          <a:lstStyle/>
          <a:p>
            <a:pPr eaLnBrk="1" hangingPunct="1">
              <a:lnSpc>
                <a:spcPct val="150000"/>
              </a:lnSpc>
              <a:defRPr/>
            </a:pPr>
            <a:r>
              <a:rPr lang="zh-CN" altLang="en-US" sz="2800" b="1" dirty="0">
                <a:solidFill>
                  <a:srgbClr val="FFFF00"/>
                </a:solidFill>
                <a:ea typeface="+mj-ea"/>
              </a:rPr>
              <a:t>任何数据在内存中都是用二进制串的形式表示的</a:t>
            </a:r>
            <a:r>
              <a:rPr lang="zh-CN" altLang="en-US" sz="2800" b="1" dirty="0">
                <a:ea typeface="+mj-ea"/>
              </a:rPr>
              <a:t>；</a:t>
            </a:r>
            <a:endParaRPr lang="en-US" altLang="zh-CN" sz="2800" b="1" dirty="0">
              <a:ea typeface="+mj-ea"/>
            </a:endParaRPr>
          </a:p>
          <a:p>
            <a:pPr marL="966470" lvl="2" indent="-457200">
              <a:lnSpc>
                <a:spcPct val="150000"/>
              </a:lnSpc>
              <a:buClr>
                <a:schemeClr val="tx1"/>
              </a:buClr>
              <a:buFont typeface="Wingdings" panose="05000000000000000000" pitchFamily="2" charset="2"/>
              <a:buChar char="ü"/>
              <a:defRPr/>
            </a:pPr>
            <a:r>
              <a:rPr lang="zh-CN" altLang="en-US" sz="2800" b="1" dirty="0">
                <a:ea typeface="+mj-ea"/>
              </a:rPr>
              <a:t>一串二进制数，只有确定了类型，才有真实的含义。</a:t>
            </a:r>
            <a:endParaRPr lang="en-US" altLang="zh-CN" sz="2800" b="1" dirty="0">
              <a:ea typeface="+mj-ea"/>
            </a:endParaRPr>
          </a:p>
          <a:p>
            <a:pPr marL="966470" lvl="2" indent="-457200">
              <a:lnSpc>
                <a:spcPct val="150000"/>
              </a:lnSpc>
              <a:buClr>
                <a:schemeClr val="tx1"/>
              </a:buClr>
              <a:buFont typeface="Wingdings" panose="05000000000000000000" pitchFamily="2" charset="2"/>
              <a:buChar char="ü"/>
              <a:defRPr/>
            </a:pPr>
            <a:r>
              <a:rPr lang="zh-CN" altLang="en-US" sz="2800" b="1" dirty="0">
                <a:ea typeface="+mj-ea"/>
              </a:rPr>
              <a:t>例：</a:t>
            </a:r>
            <a:r>
              <a:rPr lang="en-US" altLang="zh-CN" sz="2800" b="1" dirty="0">
                <a:ea typeface="+mj-ea"/>
              </a:rPr>
              <a:t>10111111,10000000,00000000,00000000</a:t>
            </a:r>
            <a:endParaRPr lang="en-US" altLang="zh-CN" sz="2800" b="1" dirty="0">
              <a:ea typeface="+mj-ea"/>
            </a:endParaRPr>
          </a:p>
          <a:p>
            <a:pPr marL="914400" lvl="2" indent="0" eaLnBrk="1" hangingPunct="1">
              <a:buNone/>
              <a:defRPr/>
            </a:pPr>
            <a:r>
              <a:rPr lang="zh-CN" altLang="en-US" sz="2800" b="1" dirty="0">
                <a:ea typeface="+mj-ea"/>
              </a:rPr>
              <a:t>解释为</a:t>
            </a:r>
            <a:r>
              <a:rPr lang="en-US" altLang="zh-CN" sz="2800" b="1" dirty="0" err="1">
                <a:ea typeface="+mj-ea"/>
              </a:rPr>
              <a:t>int</a:t>
            </a:r>
            <a:r>
              <a:rPr lang="zh-CN" altLang="en-US" sz="2800" b="1" dirty="0">
                <a:ea typeface="+mj-ea"/>
              </a:rPr>
              <a:t>型：</a:t>
            </a:r>
            <a:r>
              <a:rPr lang="en-US" altLang="zh-CN" sz="2800" b="1" dirty="0">
                <a:ea typeface="+mj-ea"/>
              </a:rPr>
              <a:t>-1,082,130,432</a:t>
            </a:r>
            <a:endParaRPr lang="en-US" altLang="zh-CN" sz="2800" b="1" dirty="0">
              <a:ea typeface="+mj-ea"/>
            </a:endParaRPr>
          </a:p>
          <a:p>
            <a:pPr marL="914400" lvl="2" indent="0" eaLnBrk="1" hangingPunct="1">
              <a:buNone/>
              <a:defRPr/>
            </a:pPr>
            <a:r>
              <a:rPr lang="zh-CN" altLang="en-US" sz="2800" b="1" dirty="0">
                <a:ea typeface="+mj-ea"/>
              </a:rPr>
              <a:t>解释为</a:t>
            </a:r>
            <a:r>
              <a:rPr lang="en-US" altLang="zh-CN" sz="2800" b="1" dirty="0">
                <a:ea typeface="+mj-ea"/>
              </a:rPr>
              <a:t>unsigned</a:t>
            </a:r>
            <a:r>
              <a:rPr lang="zh-CN" altLang="en-US" sz="2800" b="1" dirty="0">
                <a:ea typeface="+mj-ea"/>
              </a:rPr>
              <a:t>型：</a:t>
            </a:r>
            <a:r>
              <a:rPr lang="en-US" altLang="zh-CN" sz="2800" b="1" dirty="0">
                <a:ea typeface="+mj-ea"/>
              </a:rPr>
              <a:t>3,212,836,864</a:t>
            </a:r>
            <a:endParaRPr lang="en-US" altLang="zh-CN" sz="2800" b="1" dirty="0">
              <a:ea typeface="+mj-ea"/>
            </a:endParaRPr>
          </a:p>
          <a:p>
            <a:pPr marL="914400" lvl="2" indent="0" eaLnBrk="1" hangingPunct="1">
              <a:buNone/>
              <a:defRPr/>
            </a:pPr>
            <a:r>
              <a:rPr lang="zh-CN" altLang="en-US" sz="2800" b="1" dirty="0">
                <a:ea typeface="+mj-ea"/>
              </a:rPr>
              <a:t>解释为</a:t>
            </a:r>
            <a:r>
              <a:rPr lang="en-US" altLang="zh-CN" sz="2800" b="1" dirty="0">
                <a:ea typeface="+mj-ea"/>
              </a:rPr>
              <a:t>float</a:t>
            </a:r>
            <a:r>
              <a:rPr lang="zh-CN" altLang="en-US" sz="2800" b="1" dirty="0">
                <a:ea typeface="+mj-ea"/>
              </a:rPr>
              <a:t>型：</a:t>
            </a:r>
            <a:r>
              <a:rPr lang="en-US" altLang="zh-CN" sz="2800" b="1" dirty="0">
                <a:ea typeface="+mj-ea"/>
              </a:rPr>
              <a:t>-1.0</a:t>
            </a:r>
            <a:endParaRPr lang="en-US" altLang="zh-CN" sz="2800" b="1" dirty="0">
              <a:ea typeface="+mj-ea"/>
            </a:endParaRPr>
          </a:p>
          <a:p>
            <a:pPr marL="630555" lvl="2" indent="-255905" eaLnBrk="1" hangingPunct="1">
              <a:lnSpc>
                <a:spcPct val="150000"/>
              </a:lnSpc>
              <a:buClr>
                <a:srgbClr val="A04DA3"/>
              </a:buClr>
              <a:buFont typeface="Georgia" panose="02040502050405020303" pitchFamily="18" charset="0"/>
              <a:buChar char="•"/>
              <a:defRPr/>
            </a:pPr>
            <a:endParaRPr lang="zh-CN" altLang="en-US" sz="2800" b="1" dirty="0">
              <a:ea typeface="+mj-ea"/>
            </a:endParaRPr>
          </a:p>
          <a:p>
            <a:pPr eaLnBrk="1" hangingPunct="1">
              <a:lnSpc>
                <a:spcPct val="150000"/>
              </a:lnSpc>
              <a:defRPr/>
            </a:pPr>
            <a:endParaRPr lang="zh-CN" altLang="en-US" sz="2800" b="1" dirty="0">
              <a:ea typeface="+mj-ea"/>
            </a:endParaRPr>
          </a:p>
          <a:p>
            <a:pPr eaLnBrk="1" hangingPunct="1">
              <a:defRPr/>
            </a:pPr>
            <a:endParaRPr lang="zh-CN" altLang="en-US" sz="2800" b="1" dirty="0">
              <a:ea typeface="+mj-ea"/>
            </a:endParaRPr>
          </a:p>
        </p:txBody>
      </p:sp>
    </p:spTree>
  </p:cSld>
  <p:clrMapOvr>
    <a:masterClrMapping/>
  </p:clrMapOvr>
  <p:transition/>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标题 1"/>
          <p:cNvSpPr>
            <a:spLocks noGrp="1"/>
          </p:cNvSpPr>
          <p:nvPr>
            <p:ph type="title"/>
          </p:nvPr>
        </p:nvSpPr>
        <p:spPr/>
        <p:txBody>
          <a:bodyPr/>
          <a:lstStyle/>
          <a:p>
            <a:pPr algn="ctr"/>
            <a:r>
              <a:rPr lang="zh-CN" altLang="en-US" b="1">
                <a:solidFill>
                  <a:srgbClr val="FFFFFF"/>
                </a:solidFill>
                <a:ea typeface="隶书" panose="02010509060101010101" pitchFamily="49" charset="-122"/>
              </a:rPr>
              <a:t>目标代码体现数据类型的方式</a:t>
            </a:r>
            <a:endParaRPr lang="en-US" altLang="zh-CN" b="1">
              <a:solidFill>
                <a:srgbClr val="FFFFFF"/>
              </a:solidFill>
              <a:ea typeface="隶书" panose="02010509060101010101" pitchFamily="49" charset="-122"/>
            </a:endParaRPr>
          </a:p>
        </p:txBody>
      </p:sp>
      <p:sp>
        <p:nvSpPr>
          <p:cNvPr id="131075" name="内容占位符 2"/>
          <p:cNvSpPr>
            <a:spLocks noGrp="1"/>
          </p:cNvSpPr>
          <p:nvPr>
            <p:ph idx="1"/>
          </p:nvPr>
        </p:nvSpPr>
        <p:spPr>
          <a:xfrm>
            <a:off x="500063" y="1628800"/>
            <a:ext cx="8229600" cy="2000250"/>
          </a:xfrm>
        </p:spPr>
        <p:txBody>
          <a:bodyPr/>
          <a:lstStyle/>
          <a:p>
            <a:pPr eaLnBrk="1" hangingPunct="1">
              <a:lnSpc>
                <a:spcPct val="150000"/>
              </a:lnSpc>
            </a:pPr>
            <a:r>
              <a:rPr lang="zh-CN" altLang="en-US" sz="2800" b="1" dirty="0">
                <a:solidFill>
                  <a:srgbClr val="FFFF00"/>
                </a:solidFill>
                <a:ea typeface="+mj-ea"/>
              </a:rPr>
              <a:t>类型的特性蕴含于操作之中；</a:t>
            </a:r>
            <a:endParaRPr lang="en-US" altLang="zh-CN" sz="2800" b="1" dirty="0">
              <a:solidFill>
                <a:srgbClr val="FFFF00"/>
              </a:solidFill>
              <a:ea typeface="+mj-ea"/>
            </a:endParaRPr>
          </a:p>
          <a:p>
            <a:pPr marL="566420" lvl="1" indent="-457200" eaLnBrk="1" hangingPunct="1">
              <a:lnSpc>
                <a:spcPct val="150000"/>
              </a:lnSpc>
              <a:buFont typeface="Wingdings" panose="05000000000000000000" pitchFamily="2" charset="2"/>
              <a:buChar char="ü"/>
            </a:pPr>
            <a:r>
              <a:rPr lang="zh-CN" altLang="en-US" b="1" dirty="0">
                <a:ea typeface="+mj-ea"/>
              </a:rPr>
              <a:t>对不同数据类型，源代码中形式上相同的操作，会被转化为目标代码中的不同操作。</a:t>
            </a:r>
            <a:endParaRPr lang="zh-CN" altLang="en-US" b="1" dirty="0">
              <a:ea typeface="+mj-ea"/>
            </a:endParaRPr>
          </a:p>
        </p:txBody>
      </p:sp>
      <p:sp>
        <p:nvSpPr>
          <p:cNvPr id="7" name="TextBox 6"/>
          <p:cNvSpPr txBox="1"/>
          <p:nvPr/>
        </p:nvSpPr>
        <p:spPr>
          <a:xfrm>
            <a:off x="2068835" y="3933825"/>
            <a:ext cx="2143125" cy="2924175"/>
          </a:xfrm>
          <a:prstGeom prst="rect">
            <a:avLst/>
          </a:prstGeom>
          <a:noFill/>
        </p:spPr>
        <p:txBody>
          <a:bodyPr>
            <a:spAutoFit/>
          </a:bodyPr>
          <a:lstStyle/>
          <a:p>
            <a:pPr algn="l">
              <a:defRPr/>
            </a:pPr>
            <a:r>
              <a:rPr lang="en-US" sz="2000" b="1" dirty="0" err="1">
                <a:latin typeface="+mn-lt"/>
                <a:ea typeface="+mn-ea"/>
              </a:rPr>
              <a:t>int</a:t>
            </a:r>
            <a:r>
              <a:rPr lang="en-US" sz="2000" b="1" dirty="0">
                <a:latin typeface="+mn-lt"/>
                <a:ea typeface="+mn-ea"/>
              </a:rPr>
              <a:t> a;</a:t>
            </a:r>
            <a:endParaRPr lang="zh-CN" altLang="en-US" sz="2000" b="1" dirty="0">
              <a:latin typeface="+mn-lt"/>
              <a:ea typeface="+mn-ea"/>
            </a:endParaRPr>
          </a:p>
          <a:p>
            <a:pPr algn="l">
              <a:defRPr/>
            </a:pPr>
            <a:r>
              <a:rPr lang="en-US" sz="2000" b="1" dirty="0">
                <a:latin typeface="+mn-lt"/>
                <a:ea typeface="+mn-ea"/>
              </a:rPr>
              <a:t>short b;</a:t>
            </a:r>
            <a:endParaRPr lang="zh-CN" altLang="en-US" sz="2000" b="1" dirty="0">
              <a:latin typeface="+mn-lt"/>
              <a:ea typeface="+mn-ea"/>
            </a:endParaRPr>
          </a:p>
          <a:p>
            <a:pPr algn="l">
              <a:defRPr/>
            </a:pPr>
            <a:r>
              <a:rPr lang="en-US" sz="2000" b="1" dirty="0">
                <a:latin typeface="+mn-lt"/>
                <a:ea typeface="+mn-ea"/>
              </a:rPr>
              <a:t>char c; </a:t>
            </a:r>
            <a:endParaRPr lang="zh-CN" altLang="en-US" sz="2000" b="1" dirty="0">
              <a:latin typeface="+mn-lt"/>
              <a:ea typeface="+mn-ea"/>
            </a:endParaRPr>
          </a:p>
          <a:p>
            <a:pPr algn="l">
              <a:defRPr/>
            </a:pPr>
            <a:r>
              <a:rPr lang="en-US" sz="2000" b="1" dirty="0" err="1">
                <a:latin typeface="+mn-lt"/>
                <a:ea typeface="+mn-ea"/>
              </a:rPr>
              <a:t>int</a:t>
            </a:r>
            <a:r>
              <a:rPr lang="en-US" sz="2000" b="1" dirty="0">
                <a:latin typeface="+mn-lt"/>
                <a:ea typeface="+mn-ea"/>
              </a:rPr>
              <a:t> main() {</a:t>
            </a:r>
            <a:endParaRPr lang="zh-CN" altLang="en-US" sz="2000" b="1" dirty="0">
              <a:latin typeface="+mn-lt"/>
              <a:ea typeface="+mn-ea"/>
            </a:endParaRPr>
          </a:p>
          <a:p>
            <a:pPr algn="l">
              <a:defRPr/>
            </a:pPr>
            <a:r>
              <a:rPr lang="en-US" sz="2000" b="1" dirty="0">
                <a:latin typeface="+mn-lt"/>
                <a:ea typeface="+mn-ea"/>
              </a:rPr>
              <a:t>  a++;</a:t>
            </a:r>
            <a:endParaRPr lang="zh-CN" altLang="en-US" sz="2000" b="1" dirty="0">
              <a:latin typeface="+mn-lt"/>
              <a:ea typeface="+mn-ea"/>
            </a:endParaRPr>
          </a:p>
          <a:p>
            <a:pPr algn="l">
              <a:defRPr/>
            </a:pPr>
            <a:r>
              <a:rPr lang="en-US" sz="2000" b="1" dirty="0">
                <a:latin typeface="+mn-lt"/>
                <a:ea typeface="+mn-ea"/>
              </a:rPr>
              <a:t>  b++;</a:t>
            </a:r>
            <a:endParaRPr lang="zh-CN" altLang="en-US" sz="2000" b="1" dirty="0">
              <a:latin typeface="+mn-lt"/>
              <a:ea typeface="+mn-ea"/>
            </a:endParaRPr>
          </a:p>
          <a:p>
            <a:pPr algn="l">
              <a:defRPr/>
            </a:pPr>
            <a:r>
              <a:rPr lang="en-US" sz="2000" b="1" dirty="0">
                <a:latin typeface="+mn-lt"/>
                <a:ea typeface="+mn-ea"/>
              </a:rPr>
              <a:t>  </a:t>
            </a:r>
            <a:r>
              <a:rPr lang="en-US" sz="2000" b="1" dirty="0" err="1">
                <a:latin typeface="+mn-lt"/>
                <a:ea typeface="+mn-ea"/>
              </a:rPr>
              <a:t>c++</a:t>
            </a:r>
            <a:r>
              <a:rPr lang="en-US" sz="2000" b="1" dirty="0">
                <a:latin typeface="+mn-lt"/>
                <a:ea typeface="+mn-ea"/>
              </a:rPr>
              <a:t>;</a:t>
            </a:r>
            <a:endParaRPr lang="zh-CN" altLang="en-US" sz="2000" b="1" dirty="0">
              <a:latin typeface="+mn-lt"/>
              <a:ea typeface="+mn-ea"/>
            </a:endParaRPr>
          </a:p>
          <a:p>
            <a:pPr algn="l">
              <a:defRPr/>
            </a:pPr>
            <a:r>
              <a:rPr lang="en-US" sz="2000" b="1" dirty="0">
                <a:latin typeface="+mn-lt"/>
                <a:ea typeface="+mn-ea"/>
              </a:rPr>
              <a:t>  return 0;</a:t>
            </a:r>
            <a:endParaRPr lang="zh-CN" altLang="en-US" sz="2000" b="1" dirty="0">
              <a:latin typeface="+mn-lt"/>
              <a:ea typeface="+mn-ea"/>
            </a:endParaRPr>
          </a:p>
          <a:p>
            <a:pPr algn="l">
              <a:defRPr/>
            </a:pPr>
            <a:r>
              <a:rPr lang="en-US" sz="2000" b="1" dirty="0">
                <a:latin typeface="+mn-lt"/>
                <a:ea typeface="+mn-ea"/>
              </a:rPr>
              <a:t>}</a:t>
            </a:r>
            <a:endParaRPr lang="zh-CN" altLang="en-US" sz="2000" b="1" dirty="0">
              <a:latin typeface="+mn-lt"/>
              <a:ea typeface="+mn-ea"/>
            </a:endParaRPr>
          </a:p>
        </p:txBody>
      </p:sp>
      <p:sp>
        <p:nvSpPr>
          <p:cNvPr id="8" name="TextBox 7"/>
          <p:cNvSpPr txBox="1"/>
          <p:nvPr/>
        </p:nvSpPr>
        <p:spPr>
          <a:xfrm>
            <a:off x="4143375" y="4981575"/>
            <a:ext cx="2571750" cy="1200150"/>
          </a:xfrm>
          <a:prstGeom prst="rect">
            <a:avLst/>
          </a:prstGeom>
          <a:noFill/>
          <a:ln w="3175">
            <a:solidFill>
              <a:schemeClr val="tx1"/>
            </a:solidFill>
          </a:ln>
        </p:spPr>
        <p:txBody>
          <a:bodyPr>
            <a:spAutoFit/>
          </a:bodyPr>
          <a:lstStyle/>
          <a:p>
            <a:pPr>
              <a:defRPr/>
            </a:pPr>
            <a:r>
              <a:rPr lang="en-US" b="1" dirty="0" err="1">
                <a:latin typeface="+mn-lt"/>
                <a:ea typeface="+mn-ea"/>
              </a:rPr>
              <a:t>incl</a:t>
            </a:r>
            <a:r>
              <a:rPr lang="en-US" b="1" dirty="0">
                <a:latin typeface="+mn-lt"/>
                <a:ea typeface="+mn-ea"/>
              </a:rPr>
              <a:t> 0x80495f8</a:t>
            </a:r>
            <a:endParaRPr lang="zh-CN" altLang="en-US" b="1" dirty="0">
              <a:latin typeface="+mn-lt"/>
              <a:ea typeface="+mn-ea"/>
            </a:endParaRPr>
          </a:p>
          <a:p>
            <a:pPr>
              <a:defRPr/>
            </a:pPr>
            <a:r>
              <a:rPr lang="en-US" b="1" dirty="0" err="1">
                <a:latin typeface="+mn-lt"/>
                <a:ea typeface="+mn-ea"/>
              </a:rPr>
              <a:t>incw</a:t>
            </a:r>
            <a:r>
              <a:rPr lang="en-US" b="1" dirty="0">
                <a:latin typeface="+mn-lt"/>
                <a:ea typeface="+mn-ea"/>
              </a:rPr>
              <a:t> 0x80495fc</a:t>
            </a:r>
            <a:endParaRPr lang="zh-CN" altLang="en-US" b="1" dirty="0">
              <a:latin typeface="+mn-lt"/>
              <a:ea typeface="+mn-ea"/>
            </a:endParaRPr>
          </a:p>
          <a:p>
            <a:pPr>
              <a:defRPr/>
            </a:pPr>
            <a:r>
              <a:rPr lang="en-US" b="1" dirty="0" err="1">
                <a:latin typeface="+mn-lt"/>
                <a:ea typeface="+mn-ea"/>
              </a:rPr>
              <a:t>incb</a:t>
            </a:r>
            <a:r>
              <a:rPr lang="en-US" b="1" dirty="0">
                <a:latin typeface="+mn-lt"/>
                <a:ea typeface="+mn-ea"/>
              </a:rPr>
              <a:t> 0x80495fe</a:t>
            </a:r>
            <a:endParaRPr lang="zh-CN" altLang="en-US" b="1" dirty="0">
              <a:latin typeface="+mn-lt"/>
              <a:ea typeface="+mn-ea"/>
            </a:endParaRPr>
          </a:p>
        </p:txBody>
      </p:sp>
      <p:sp>
        <p:nvSpPr>
          <p:cNvPr id="131080" name="矩形 8"/>
          <p:cNvSpPr>
            <a:spLocks noChangeArrowheads="1"/>
          </p:cNvSpPr>
          <p:nvPr/>
        </p:nvSpPr>
        <p:spPr bwMode="auto">
          <a:xfrm>
            <a:off x="2195736" y="5272064"/>
            <a:ext cx="857250" cy="884238"/>
          </a:xfrm>
          <a:prstGeom prst="rect">
            <a:avLst/>
          </a:prstGeom>
          <a:noFill/>
          <a:ln w="12700" cap="sq" algn="ctr">
            <a:solidFill>
              <a:schemeClr val="tx1"/>
            </a:solidFill>
            <a:prstDash val="dash"/>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a:p>
        </p:txBody>
      </p:sp>
      <p:sp>
        <p:nvSpPr>
          <p:cNvPr id="10" name="右箭头 9"/>
          <p:cNvSpPr/>
          <p:nvPr/>
        </p:nvSpPr>
        <p:spPr bwMode="auto">
          <a:xfrm>
            <a:off x="3143250" y="5500688"/>
            <a:ext cx="857250" cy="266700"/>
          </a:xfrm>
          <a:prstGeom prst="rightArrow">
            <a:avLst/>
          </a:prstGeom>
          <a:solidFill>
            <a:schemeClr val="tx2">
              <a:lumMod val="75000"/>
            </a:schemeClr>
          </a:solidFill>
          <a:ln w="12700" cap="sq" cmpd="sng" algn="ctr">
            <a:noFill/>
            <a:prstDash val="solid"/>
            <a:round/>
            <a:headEnd type="none" w="sm" len="sm"/>
            <a:tailEnd type="none" w="sm" len="sm"/>
          </a:ln>
          <a:effectLst/>
        </p:spPr>
        <p:txBody>
          <a:bodyPr/>
          <a:lstStyle/>
          <a:p>
            <a:pPr>
              <a:defRPr/>
            </a:pPr>
            <a:endParaRPr lang="zh-CN" altLang="en-US"/>
          </a:p>
        </p:txBody>
      </p:sp>
      <p:grpSp>
        <p:nvGrpSpPr>
          <p:cNvPr id="131082" name="组合 17"/>
          <p:cNvGrpSpPr/>
          <p:nvPr/>
        </p:nvGrpSpPr>
        <p:grpSpPr bwMode="auto">
          <a:xfrm>
            <a:off x="4786313" y="3857625"/>
            <a:ext cx="2786062" cy="2063750"/>
            <a:chOff x="4786314" y="3857628"/>
            <a:chExt cx="2786082" cy="2063766"/>
          </a:xfrm>
        </p:grpSpPr>
        <p:sp>
          <p:nvSpPr>
            <p:cNvPr id="131083" name="Line 8"/>
            <p:cNvSpPr>
              <a:spLocks noChangeShapeType="1"/>
            </p:cNvSpPr>
            <p:nvPr/>
          </p:nvSpPr>
          <p:spPr bwMode="auto">
            <a:xfrm flipV="1">
              <a:off x="4786314" y="4214818"/>
              <a:ext cx="1143008" cy="1285884"/>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Oval 1035"/>
            <p:cNvSpPr>
              <a:spLocks noChangeArrowheads="1"/>
            </p:cNvSpPr>
            <p:nvPr/>
          </p:nvSpPr>
          <p:spPr bwMode="auto">
            <a:xfrm>
              <a:off x="5786446" y="3857628"/>
              <a:ext cx="1785950" cy="596905"/>
            </a:xfrm>
            <a:prstGeom prst="ellipse">
              <a:avLst/>
            </a:prstGeom>
            <a:solidFill>
              <a:srgbClr val="CCFFFF"/>
            </a:solidFill>
            <a:ln w="12700">
              <a:solidFill>
                <a:schemeClr val="tx1"/>
              </a:solidFill>
              <a:round/>
            </a:ln>
            <a:effectLst>
              <a:outerShdw dist="53882" dir="2700000" algn="ctr" rotWithShape="0">
                <a:srgbClr val="993300"/>
              </a:outerShdw>
            </a:effectLst>
          </p:spPr>
          <p:txBody>
            <a:bodyPr wrap="none" lIns="92075" tIns="46038" rIns="92075" bIns="46038" anchor="ctr"/>
            <a:lstStyle/>
            <a:p>
              <a:pPr algn="ctr" eaLnBrk="0" hangingPunct="0">
                <a:defRPr/>
              </a:pPr>
              <a:r>
                <a:rPr lang="zh-CN" altLang="en-US" dirty="0">
                  <a:solidFill>
                    <a:srgbClr val="C00000"/>
                  </a:solidFill>
                  <a:latin typeface="宋体" panose="02010600030101010101" pitchFamily="2" charset="-122"/>
                  <a:ea typeface="宋体" panose="02010600030101010101" pitchFamily="2" charset="-122"/>
                </a:rPr>
                <a:t>不同的操作</a:t>
              </a:r>
              <a:endParaRPr lang="zh-CN" altLang="en-US" dirty="0">
                <a:solidFill>
                  <a:srgbClr val="C00000"/>
                </a:solidFill>
                <a:latin typeface="宋体" panose="02010600030101010101" pitchFamily="2" charset="-122"/>
                <a:ea typeface="宋体" panose="02010600030101010101" pitchFamily="2" charset="-122"/>
              </a:endParaRPr>
            </a:p>
          </p:txBody>
        </p:sp>
        <p:sp>
          <p:nvSpPr>
            <p:cNvPr id="131085" name="Line 8"/>
            <p:cNvSpPr>
              <a:spLocks noChangeShapeType="1"/>
            </p:cNvSpPr>
            <p:nvPr/>
          </p:nvSpPr>
          <p:spPr bwMode="auto">
            <a:xfrm flipV="1">
              <a:off x="4786314" y="4286256"/>
              <a:ext cx="1071570" cy="1635138"/>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086" name="Line 8"/>
            <p:cNvSpPr>
              <a:spLocks noChangeShapeType="1"/>
            </p:cNvSpPr>
            <p:nvPr/>
          </p:nvSpPr>
          <p:spPr bwMode="auto">
            <a:xfrm flipV="1">
              <a:off x="4786314" y="4214818"/>
              <a:ext cx="1143008" cy="1000132"/>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transition/>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标题 1"/>
          <p:cNvSpPr>
            <a:spLocks noGrp="1"/>
          </p:cNvSpPr>
          <p:nvPr>
            <p:ph type="title"/>
          </p:nvPr>
        </p:nvSpPr>
        <p:spPr/>
        <p:txBody>
          <a:bodyPr/>
          <a:lstStyle/>
          <a:p>
            <a:pPr algn="ctr"/>
            <a:r>
              <a:rPr lang="zh-CN" altLang="en-US" b="1">
                <a:solidFill>
                  <a:srgbClr val="FFFFFF"/>
                </a:solidFill>
                <a:ea typeface="隶书" panose="02010509060101010101" pitchFamily="49" charset="-122"/>
              </a:rPr>
              <a:t>变量的声明和定义</a:t>
            </a:r>
            <a:endParaRPr lang="en-US" altLang="zh-CN" b="1">
              <a:solidFill>
                <a:srgbClr val="FFFFFF"/>
              </a:solidFill>
              <a:ea typeface="隶书" panose="02010509060101010101" pitchFamily="49" charset="-122"/>
            </a:endParaRPr>
          </a:p>
        </p:txBody>
      </p:sp>
      <p:sp>
        <p:nvSpPr>
          <p:cNvPr id="3" name="内容占位符 2"/>
          <p:cNvSpPr>
            <a:spLocks noGrp="1"/>
          </p:cNvSpPr>
          <p:nvPr>
            <p:ph idx="1"/>
          </p:nvPr>
        </p:nvSpPr>
        <p:spPr>
          <a:xfrm>
            <a:off x="457200" y="1412776"/>
            <a:ext cx="8229600" cy="4714875"/>
          </a:xfrm>
        </p:spPr>
        <p:txBody>
          <a:bodyPr/>
          <a:lstStyle/>
          <a:p>
            <a:pPr marL="109220" lvl="1" indent="0" eaLnBrk="1" hangingPunct="1">
              <a:lnSpc>
                <a:spcPct val="150000"/>
              </a:lnSpc>
              <a:buClr>
                <a:srgbClr val="A04DA3"/>
              </a:buClr>
              <a:buNone/>
              <a:defRPr/>
            </a:pPr>
            <a:r>
              <a:rPr lang="zh-CN" altLang="en-US" b="1" dirty="0">
                <a:solidFill>
                  <a:srgbClr val="FFFF00"/>
                </a:solidFill>
                <a:ea typeface="+mj-ea"/>
              </a:rPr>
              <a:t>变量的声明</a:t>
            </a:r>
            <a:endParaRPr lang="en-US" altLang="zh-CN" b="1" dirty="0">
              <a:solidFill>
                <a:srgbClr val="FFFF00"/>
              </a:solidFill>
              <a:ea typeface="+mj-ea"/>
            </a:endParaRPr>
          </a:p>
          <a:p>
            <a:pPr lvl="1" eaLnBrk="1" hangingPunct="1">
              <a:buFont typeface="Wingdings" panose="05000000000000000000" pitchFamily="2" charset="2"/>
              <a:buChar char="ü"/>
              <a:defRPr/>
            </a:pPr>
            <a:r>
              <a:rPr lang="zh-CN" altLang="en-US" b="1" dirty="0">
                <a:ea typeface="+mj-ea"/>
              </a:rPr>
              <a:t>将一个标识符声明为变量，告诉编译器这个标识符表示变量，同时还指出了它的数据类型；</a:t>
            </a:r>
            <a:endParaRPr lang="en-US" altLang="zh-CN" b="1" dirty="0">
              <a:ea typeface="+mj-ea"/>
            </a:endParaRPr>
          </a:p>
          <a:p>
            <a:pPr lvl="1" eaLnBrk="1" hangingPunct="1">
              <a:buFont typeface="Wingdings" panose="05000000000000000000" pitchFamily="2" charset="2"/>
              <a:buChar char="ü"/>
              <a:defRPr/>
            </a:pPr>
            <a:r>
              <a:rPr lang="zh-CN" altLang="en-US" b="1" dirty="0">
                <a:ea typeface="+mj-ea"/>
              </a:rPr>
              <a:t>只有确定了一个变量的数据类型，变量参与的操作才具有完整的意义，编译器才能将该变量参与的表达式翻译为合适的操作。</a:t>
            </a:r>
            <a:endParaRPr lang="en-US" altLang="zh-CN" b="1" dirty="0">
              <a:ea typeface="+mj-ea"/>
            </a:endParaRPr>
          </a:p>
          <a:p>
            <a:pPr marL="109220" lvl="1" indent="0" eaLnBrk="1" hangingPunct="1">
              <a:lnSpc>
                <a:spcPct val="150000"/>
              </a:lnSpc>
              <a:buClr>
                <a:srgbClr val="A04DA3"/>
              </a:buClr>
              <a:buNone/>
              <a:defRPr/>
            </a:pPr>
            <a:r>
              <a:rPr lang="zh-CN" altLang="en-US" b="1" dirty="0">
                <a:solidFill>
                  <a:srgbClr val="FFFF00"/>
                </a:solidFill>
                <a:ea typeface="+mj-ea"/>
              </a:rPr>
              <a:t>变量的定义</a:t>
            </a:r>
            <a:endParaRPr lang="en-US" altLang="zh-CN" b="1" dirty="0">
              <a:solidFill>
                <a:srgbClr val="FFFF00"/>
              </a:solidFill>
              <a:ea typeface="+mj-ea"/>
            </a:endParaRPr>
          </a:p>
          <a:p>
            <a:pPr lvl="1" eaLnBrk="1" hangingPunct="1">
              <a:lnSpc>
                <a:spcPct val="150000"/>
              </a:lnSpc>
              <a:buFont typeface="Wingdings" panose="05000000000000000000" pitchFamily="2" charset="2"/>
              <a:buChar char="ü"/>
              <a:defRPr/>
            </a:pPr>
            <a:r>
              <a:rPr lang="zh-CN" altLang="en-US" b="1" dirty="0">
                <a:ea typeface="+mj-ea"/>
              </a:rPr>
              <a:t>不仅确定了一个标识符表示变量，以及该变量的类型，还确定了变量地址的分配位置。</a:t>
            </a:r>
            <a:endParaRPr lang="en-US" altLang="zh-CN" b="1" dirty="0">
              <a:ea typeface="+mj-ea"/>
            </a:endParaRPr>
          </a:p>
        </p:txBody>
      </p:sp>
    </p:spTree>
  </p:cSld>
  <p:clrMapOvr>
    <a:masterClrMapping/>
  </p:clrMapOvr>
  <p:transition/>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标题 1"/>
          <p:cNvSpPr>
            <a:spLocks noGrp="1"/>
          </p:cNvSpPr>
          <p:nvPr>
            <p:ph type="title"/>
          </p:nvPr>
        </p:nvSpPr>
        <p:spPr/>
        <p:txBody>
          <a:bodyPr/>
          <a:lstStyle/>
          <a:p>
            <a:pPr algn="ctr"/>
            <a:r>
              <a:rPr lang="en-US" altLang="zh-CN" b="1" dirty="0">
                <a:solidFill>
                  <a:srgbClr val="FFFFFF"/>
                </a:solidFill>
                <a:ea typeface="隶书" panose="02010509060101010101" pitchFamily="49" charset="-122"/>
              </a:rPr>
              <a:t>2.6.2 </a:t>
            </a:r>
            <a:r>
              <a:rPr lang="en-US" altLang="zh-CN" b="1" dirty="0" smtClean="0">
                <a:solidFill>
                  <a:srgbClr val="FFFFFF"/>
                </a:solidFill>
                <a:ea typeface="隶书" panose="02010509060101010101" pitchFamily="49" charset="-122"/>
              </a:rPr>
              <a:t>  C</a:t>
            </a:r>
            <a:r>
              <a:rPr lang="en-US" altLang="zh-CN" b="1" dirty="0">
                <a:solidFill>
                  <a:srgbClr val="FFFFFF"/>
                </a:solidFill>
                <a:ea typeface="隶书" panose="02010509060101010101" pitchFamily="49" charset="-122"/>
              </a:rPr>
              <a:t>++</a:t>
            </a:r>
            <a:r>
              <a:rPr lang="zh-CN" altLang="en-US" b="1" dirty="0">
                <a:solidFill>
                  <a:srgbClr val="FFFFFF"/>
                </a:solidFill>
                <a:ea typeface="隶书" panose="02010509060101010101" pitchFamily="49" charset="-122"/>
              </a:rPr>
              <a:t>表达式的执行原理</a:t>
            </a:r>
            <a:endParaRPr lang="zh-CN" altLang="en-US" b="1" dirty="0">
              <a:solidFill>
                <a:srgbClr val="FFFFFF"/>
              </a:solidFill>
              <a:ea typeface="隶书" panose="02010509060101010101" pitchFamily="49" charset="-122"/>
            </a:endParaRPr>
          </a:p>
        </p:txBody>
      </p:sp>
      <p:sp>
        <p:nvSpPr>
          <p:cNvPr id="133123" name="内容占位符 2"/>
          <p:cNvSpPr>
            <a:spLocks noGrp="1"/>
          </p:cNvSpPr>
          <p:nvPr>
            <p:ph idx="1"/>
          </p:nvPr>
        </p:nvSpPr>
        <p:spPr>
          <a:xfrm>
            <a:off x="628650" y="1556792"/>
            <a:ext cx="7886700" cy="4351338"/>
          </a:xfrm>
        </p:spPr>
        <p:txBody>
          <a:bodyPr/>
          <a:lstStyle/>
          <a:p>
            <a:pPr eaLnBrk="1" hangingPunct="1"/>
            <a:r>
              <a:rPr lang="zh-CN" altLang="en-US" sz="2800" b="1" dirty="0">
                <a:ea typeface="+mj-ea"/>
              </a:rPr>
              <a:t>什么是寄存器？</a:t>
            </a:r>
            <a:endParaRPr lang="en-US" altLang="zh-CN" sz="2800" b="1" dirty="0">
              <a:ea typeface="+mj-ea"/>
            </a:endParaRPr>
          </a:p>
          <a:p>
            <a:pPr lvl="1" eaLnBrk="1" hangingPunct="1">
              <a:buFont typeface="Wingdings" panose="05000000000000000000" pitchFamily="2" charset="2"/>
              <a:buChar char="ü"/>
            </a:pPr>
            <a:r>
              <a:rPr lang="en-US" altLang="zh-CN" b="1" dirty="0">
                <a:ea typeface="+mj-ea"/>
              </a:rPr>
              <a:t>CPU</a:t>
            </a:r>
            <a:r>
              <a:rPr lang="zh-CN" altLang="en-US" b="1" dirty="0">
                <a:ea typeface="+mj-ea"/>
              </a:rPr>
              <a:t>内部的存储单元</a:t>
            </a:r>
            <a:endParaRPr lang="en-US" altLang="zh-CN" b="1" dirty="0">
              <a:ea typeface="+mj-ea"/>
            </a:endParaRPr>
          </a:p>
          <a:p>
            <a:pPr lvl="1" eaLnBrk="1" hangingPunct="1">
              <a:buFont typeface="Wingdings" panose="05000000000000000000" pitchFamily="2" charset="2"/>
              <a:buChar char="ü"/>
            </a:pPr>
            <a:r>
              <a:rPr lang="zh-CN" altLang="en-US" b="1" dirty="0">
                <a:ea typeface="+mj-ea"/>
              </a:rPr>
              <a:t>读写速度非常快</a:t>
            </a:r>
            <a:endParaRPr lang="en-US" altLang="zh-CN" b="1" dirty="0">
              <a:ea typeface="+mj-ea"/>
            </a:endParaRPr>
          </a:p>
          <a:p>
            <a:pPr lvl="1" eaLnBrk="1" hangingPunct="1">
              <a:buFont typeface="Wingdings" panose="05000000000000000000" pitchFamily="2" charset="2"/>
              <a:buChar char="ü"/>
            </a:pPr>
            <a:r>
              <a:rPr lang="zh-CN" altLang="en-US" b="1" dirty="0">
                <a:ea typeface="+mj-ea"/>
              </a:rPr>
              <a:t>数量很少</a:t>
            </a:r>
            <a:endParaRPr lang="en-US" altLang="zh-CN" b="1" dirty="0">
              <a:ea typeface="+mj-ea"/>
            </a:endParaRPr>
          </a:p>
          <a:p>
            <a:pPr marL="914400" lvl="2" indent="0" eaLnBrk="1" hangingPunct="1">
              <a:buNone/>
            </a:pPr>
            <a:r>
              <a:rPr lang="en-US" altLang="zh-CN" sz="2800" b="1" dirty="0">
                <a:ea typeface="+mj-ea"/>
              </a:rPr>
              <a:t>IA-32</a:t>
            </a:r>
            <a:r>
              <a:rPr lang="zh-CN" altLang="en-US" sz="2800" b="1" dirty="0">
                <a:ea typeface="+mj-ea"/>
              </a:rPr>
              <a:t>有</a:t>
            </a:r>
            <a:r>
              <a:rPr lang="en-US" altLang="zh-CN" sz="2800" b="1" dirty="0" err="1">
                <a:ea typeface="+mj-ea"/>
              </a:rPr>
              <a:t>eax</a:t>
            </a:r>
            <a:r>
              <a:rPr lang="zh-CN" altLang="en-US" sz="2800" b="1" dirty="0">
                <a:ea typeface="+mj-ea"/>
              </a:rPr>
              <a:t>、</a:t>
            </a:r>
            <a:r>
              <a:rPr lang="en-US" altLang="zh-CN" sz="2800" b="1" dirty="0" err="1">
                <a:ea typeface="+mj-ea"/>
              </a:rPr>
              <a:t>ebx</a:t>
            </a:r>
            <a:r>
              <a:rPr lang="zh-CN" altLang="en-US" sz="2800" b="1" dirty="0">
                <a:ea typeface="+mj-ea"/>
              </a:rPr>
              <a:t>、</a:t>
            </a:r>
            <a:r>
              <a:rPr lang="en-US" altLang="zh-CN" sz="2800" b="1" dirty="0" err="1">
                <a:ea typeface="+mj-ea"/>
              </a:rPr>
              <a:t>ecx</a:t>
            </a:r>
            <a:r>
              <a:rPr lang="zh-CN" altLang="en-US" sz="2800" b="1" dirty="0">
                <a:ea typeface="+mj-ea"/>
              </a:rPr>
              <a:t>、</a:t>
            </a:r>
            <a:r>
              <a:rPr lang="en-US" altLang="zh-CN" sz="2800" b="1" dirty="0" err="1">
                <a:ea typeface="+mj-ea"/>
              </a:rPr>
              <a:t>edx</a:t>
            </a:r>
            <a:r>
              <a:rPr lang="zh-CN" altLang="en-US" sz="2800" b="1" dirty="0">
                <a:ea typeface="+mj-ea"/>
              </a:rPr>
              <a:t>、</a:t>
            </a:r>
            <a:r>
              <a:rPr lang="en-US" altLang="zh-CN" sz="2800" b="1" dirty="0" err="1">
                <a:ea typeface="+mj-ea"/>
              </a:rPr>
              <a:t>esp</a:t>
            </a:r>
            <a:r>
              <a:rPr lang="zh-CN" altLang="en-US" sz="2800" b="1" dirty="0">
                <a:ea typeface="+mj-ea"/>
              </a:rPr>
              <a:t>、</a:t>
            </a:r>
            <a:r>
              <a:rPr lang="en-US" altLang="zh-CN" sz="2800" b="1" dirty="0" err="1">
                <a:ea typeface="+mj-ea"/>
              </a:rPr>
              <a:t>ebp</a:t>
            </a:r>
            <a:r>
              <a:rPr lang="zh-CN" altLang="en-US" sz="2800" b="1" dirty="0">
                <a:ea typeface="+mj-ea"/>
              </a:rPr>
              <a:t>、</a:t>
            </a:r>
            <a:r>
              <a:rPr lang="en-US" altLang="zh-CN" sz="2800" b="1" dirty="0" err="1">
                <a:ea typeface="+mj-ea"/>
              </a:rPr>
              <a:t>esi</a:t>
            </a:r>
            <a:r>
              <a:rPr lang="zh-CN" altLang="en-US" sz="2800" b="1" dirty="0">
                <a:ea typeface="+mj-ea"/>
              </a:rPr>
              <a:t>、</a:t>
            </a:r>
            <a:r>
              <a:rPr lang="en-US" altLang="zh-CN" sz="2800" b="1" dirty="0" err="1">
                <a:ea typeface="+mj-ea"/>
              </a:rPr>
              <a:t>edi</a:t>
            </a:r>
            <a:r>
              <a:rPr lang="zh-CN" altLang="en-US" sz="2800" b="1" dirty="0">
                <a:ea typeface="+mj-ea"/>
              </a:rPr>
              <a:t>八个通用寄存器</a:t>
            </a:r>
            <a:endParaRPr lang="en-US" altLang="zh-CN" sz="2800" b="1" dirty="0">
              <a:ea typeface="+mj-ea"/>
            </a:endParaRPr>
          </a:p>
          <a:p>
            <a:pPr eaLnBrk="1" hangingPunct="1"/>
            <a:r>
              <a:rPr lang="zh-CN" altLang="en-US" sz="2800" b="1" dirty="0">
                <a:ea typeface="+mj-ea"/>
              </a:rPr>
              <a:t>大部分</a:t>
            </a:r>
            <a:r>
              <a:rPr lang="en-US" altLang="zh-CN" sz="2800" b="1" dirty="0">
                <a:ea typeface="+mj-ea"/>
              </a:rPr>
              <a:t>CPU</a:t>
            </a:r>
            <a:r>
              <a:rPr lang="zh-CN" altLang="en-US" sz="2800" b="1" dirty="0">
                <a:ea typeface="+mj-ea"/>
              </a:rPr>
              <a:t>指令都需要读写寄存器。</a:t>
            </a:r>
            <a:endParaRPr lang="en-US" altLang="zh-CN" sz="2800" b="1" dirty="0">
              <a:ea typeface="+mj-ea"/>
            </a:endParaRPr>
          </a:p>
          <a:p>
            <a:pPr eaLnBrk="1" hangingPunct="1"/>
            <a:r>
              <a:rPr lang="zh-CN" altLang="en-US" sz="2800" b="1" dirty="0">
                <a:ea typeface="+mj-ea"/>
              </a:rPr>
              <a:t>复杂的表达式，分步执行，每条指令只能做一次基本运算，中间结果暂存在寄存器中。</a:t>
            </a:r>
            <a:endParaRPr lang="zh-CN" altLang="en-US" sz="2800" b="1" dirty="0">
              <a:ea typeface="+mj-ea"/>
            </a:endParaRPr>
          </a:p>
        </p:txBody>
      </p:sp>
    </p:spTree>
  </p:cSld>
  <p:clrMapOvr>
    <a:masterClrMapping/>
  </p:clrMapOvr>
  <p:transition/>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标题 1"/>
          <p:cNvSpPr>
            <a:spLocks noGrp="1"/>
          </p:cNvSpPr>
          <p:nvPr>
            <p:ph type="title"/>
          </p:nvPr>
        </p:nvSpPr>
        <p:spPr/>
        <p:txBody>
          <a:bodyPr/>
          <a:lstStyle/>
          <a:p>
            <a:pPr algn="ctr"/>
            <a:r>
              <a:rPr lang="en-US" altLang="zh-CN" b="1" dirty="0" smtClean="0">
                <a:solidFill>
                  <a:srgbClr val="FFFFFF"/>
                </a:solidFill>
                <a:ea typeface="隶书" panose="02010509060101010101" pitchFamily="49" charset="-122"/>
              </a:rPr>
              <a:t>2.6.2   </a:t>
            </a:r>
            <a:r>
              <a:rPr lang="en-US" altLang="zh-CN" b="1" dirty="0">
                <a:solidFill>
                  <a:srgbClr val="FFFFFF"/>
                </a:solidFill>
                <a:ea typeface="隶书" panose="02010509060101010101" pitchFamily="49" charset="-122"/>
              </a:rPr>
              <a:t>C++</a:t>
            </a:r>
            <a:r>
              <a:rPr lang="zh-CN" altLang="en-US" b="1" dirty="0">
                <a:solidFill>
                  <a:srgbClr val="FFFFFF"/>
                </a:solidFill>
                <a:ea typeface="隶书" panose="02010509060101010101" pitchFamily="49" charset="-122"/>
              </a:rPr>
              <a:t>表达式的执行原理（续）</a:t>
            </a:r>
            <a:endParaRPr lang="zh-CN" altLang="en-US" b="1" dirty="0">
              <a:solidFill>
                <a:srgbClr val="FFFFFF"/>
              </a:solidFill>
              <a:ea typeface="隶书" panose="02010509060101010101" pitchFamily="49" charset="-122"/>
            </a:endParaRPr>
          </a:p>
        </p:txBody>
      </p:sp>
      <p:sp>
        <p:nvSpPr>
          <p:cNvPr id="134149" name="内容占位符 5"/>
          <p:cNvSpPr>
            <a:spLocks noGrp="1"/>
          </p:cNvSpPr>
          <p:nvPr>
            <p:ph sz="half" idx="1"/>
          </p:nvPr>
        </p:nvSpPr>
        <p:spPr>
          <a:xfrm>
            <a:off x="714375" y="1928813"/>
            <a:ext cx="3543300" cy="4114800"/>
          </a:xfrm>
        </p:spPr>
        <p:txBody>
          <a:bodyPr/>
          <a:lstStyle/>
          <a:p>
            <a:pPr eaLnBrk="1" hangingPunct="1">
              <a:buFont typeface="Wingdings" panose="05000000000000000000" pitchFamily="2" charset="2"/>
              <a:buNone/>
            </a:pPr>
            <a:r>
              <a:rPr lang="en-US" altLang="zh-CN" sz="2000" b="1" dirty="0" err="1" smtClean="0"/>
              <a:t>int</a:t>
            </a:r>
            <a:r>
              <a:rPr lang="en-US" altLang="zh-CN" sz="2000" b="1" dirty="0" smtClean="0"/>
              <a:t> a, b, c, d;</a:t>
            </a:r>
            <a:endParaRPr lang="en-US" altLang="zh-CN" sz="2000" b="1" dirty="0" smtClean="0"/>
          </a:p>
          <a:p>
            <a:pPr eaLnBrk="1" hangingPunct="1">
              <a:buFont typeface="Wingdings" panose="05000000000000000000" pitchFamily="2" charset="2"/>
              <a:buNone/>
            </a:pPr>
            <a:r>
              <a:rPr lang="en-US" altLang="zh-CN" sz="2000" b="1" dirty="0" err="1" smtClean="0"/>
              <a:t>int</a:t>
            </a:r>
            <a:r>
              <a:rPr lang="en-US" altLang="zh-CN" sz="2000" b="1" dirty="0" smtClean="0"/>
              <a:t> e;</a:t>
            </a:r>
            <a:endParaRPr lang="en-US" altLang="zh-CN" sz="2000" b="1" dirty="0" smtClean="0"/>
          </a:p>
          <a:p>
            <a:pPr eaLnBrk="1" hangingPunct="1">
              <a:buFont typeface="Wingdings" panose="05000000000000000000" pitchFamily="2" charset="2"/>
              <a:buNone/>
            </a:pPr>
            <a:r>
              <a:rPr lang="en-US" altLang="zh-CN" sz="2000" b="1" dirty="0" err="1" smtClean="0"/>
              <a:t>int</a:t>
            </a:r>
            <a:r>
              <a:rPr lang="en-US" altLang="zh-CN" sz="2000" b="1" dirty="0" smtClean="0"/>
              <a:t> main() {</a:t>
            </a:r>
            <a:endParaRPr lang="en-US" altLang="zh-CN" sz="2000" b="1" dirty="0" smtClean="0"/>
          </a:p>
          <a:p>
            <a:pPr eaLnBrk="1" hangingPunct="1">
              <a:buFont typeface="Wingdings" panose="05000000000000000000" pitchFamily="2" charset="2"/>
              <a:buNone/>
            </a:pPr>
            <a:r>
              <a:rPr lang="en-US" altLang="zh-CN" sz="2000" b="1" dirty="0" smtClean="0"/>
              <a:t>	a = 4;</a:t>
            </a:r>
            <a:endParaRPr lang="en-US" altLang="zh-CN" sz="2000" b="1" dirty="0" smtClean="0"/>
          </a:p>
          <a:p>
            <a:pPr eaLnBrk="1" hangingPunct="1">
              <a:buFont typeface="Wingdings" panose="05000000000000000000" pitchFamily="2" charset="2"/>
              <a:buNone/>
            </a:pPr>
            <a:r>
              <a:rPr lang="en-US" altLang="zh-CN" sz="2000" b="1" dirty="0" smtClean="0"/>
              <a:t>	b = 2;</a:t>
            </a:r>
            <a:endParaRPr lang="en-US" altLang="zh-CN" sz="2000" b="1" dirty="0" smtClean="0"/>
          </a:p>
          <a:p>
            <a:pPr eaLnBrk="1" hangingPunct="1">
              <a:buFont typeface="Wingdings" panose="05000000000000000000" pitchFamily="2" charset="2"/>
              <a:buNone/>
            </a:pPr>
            <a:r>
              <a:rPr lang="en-US" altLang="zh-CN" sz="2000" b="1" dirty="0" smtClean="0"/>
              <a:t>	c = 1;</a:t>
            </a:r>
            <a:endParaRPr lang="en-US" altLang="zh-CN" sz="2000" b="1" dirty="0" smtClean="0"/>
          </a:p>
          <a:p>
            <a:pPr eaLnBrk="1" hangingPunct="1">
              <a:buFont typeface="Wingdings" panose="05000000000000000000" pitchFamily="2" charset="2"/>
              <a:buNone/>
            </a:pPr>
            <a:r>
              <a:rPr lang="en-US" altLang="zh-CN" sz="2000" b="1" dirty="0" smtClean="0"/>
              <a:t>	d = 10;</a:t>
            </a:r>
            <a:endParaRPr lang="en-US" altLang="zh-CN" sz="2000" b="1" dirty="0" smtClean="0"/>
          </a:p>
          <a:p>
            <a:pPr eaLnBrk="1" hangingPunct="1">
              <a:buFont typeface="Wingdings" panose="05000000000000000000" pitchFamily="2" charset="2"/>
              <a:buNone/>
            </a:pPr>
            <a:r>
              <a:rPr lang="en-US" altLang="zh-CN" sz="2000" b="1" dirty="0" smtClean="0"/>
              <a:t>	e = (a + b) * (c - d);</a:t>
            </a:r>
            <a:endParaRPr lang="en-US" altLang="zh-CN" sz="2000" b="1" dirty="0" smtClean="0"/>
          </a:p>
          <a:p>
            <a:pPr eaLnBrk="1" hangingPunct="1">
              <a:buFont typeface="Wingdings" panose="05000000000000000000" pitchFamily="2" charset="2"/>
              <a:buNone/>
            </a:pPr>
            <a:r>
              <a:rPr lang="en-US" altLang="zh-CN" sz="2000" b="1" dirty="0" smtClean="0"/>
              <a:t>	return 0;</a:t>
            </a:r>
            <a:endParaRPr lang="en-US" altLang="zh-CN" sz="2000" b="1" dirty="0" smtClean="0"/>
          </a:p>
          <a:p>
            <a:pPr eaLnBrk="1" hangingPunct="1">
              <a:buFont typeface="Wingdings" panose="05000000000000000000" pitchFamily="2" charset="2"/>
              <a:buNone/>
            </a:pPr>
            <a:r>
              <a:rPr lang="en-US" altLang="zh-CN" sz="2000" b="1" dirty="0" smtClean="0"/>
              <a:t>}</a:t>
            </a:r>
            <a:endParaRPr lang="en-US" altLang="zh-CN" sz="2000" b="1" dirty="0" smtClean="0"/>
          </a:p>
          <a:p>
            <a:pPr eaLnBrk="1" hangingPunct="1">
              <a:buFont typeface="Wingdings" panose="05000000000000000000" pitchFamily="2" charset="2"/>
              <a:buNone/>
            </a:pPr>
            <a:endParaRPr lang="zh-CN" altLang="en-US" b="1" dirty="0" smtClean="0"/>
          </a:p>
        </p:txBody>
      </p:sp>
      <p:sp>
        <p:nvSpPr>
          <p:cNvPr id="8" name="内容占位符 6"/>
          <p:cNvSpPr txBox="1"/>
          <p:nvPr/>
        </p:nvSpPr>
        <p:spPr>
          <a:xfrm>
            <a:off x="4395788" y="2798763"/>
            <a:ext cx="3060700" cy="1643062"/>
          </a:xfrm>
          <a:prstGeom prst="rect">
            <a:avLst/>
          </a:prstGeom>
          <a:ln w="6350">
            <a:solidFill>
              <a:schemeClr val="tx1"/>
            </a:solidFill>
          </a:ln>
        </p:spPr>
        <p:txBody>
          <a:bodyPr/>
          <a:lstStyle/>
          <a:p>
            <a:pPr marL="365125" indent="-255905" algn="l">
              <a:spcBef>
                <a:spcPts val="300"/>
              </a:spcBef>
              <a:buClr>
                <a:srgbClr val="A04DA3"/>
              </a:buClr>
              <a:buFont typeface="Wingdings" panose="05000000000000000000" pitchFamily="2" charset="2"/>
              <a:buNone/>
              <a:defRPr/>
            </a:pPr>
            <a:r>
              <a:rPr kumimoji="0" lang="en-US" altLang="zh-CN" sz="2000" b="1" dirty="0" err="1">
                <a:latin typeface="+mn-lt"/>
                <a:ea typeface="+mn-ea"/>
              </a:rPr>
              <a:t>movl</a:t>
            </a:r>
            <a:r>
              <a:rPr kumimoji="0" lang="en-US" altLang="zh-CN" sz="2000" b="1" dirty="0">
                <a:latin typeface="+mn-lt"/>
                <a:ea typeface="+mn-ea"/>
              </a:rPr>
              <a:t>   $0x4,0x80495d8</a:t>
            </a:r>
            <a:endParaRPr kumimoji="0" lang="en-US" altLang="zh-CN" sz="2000" b="1" dirty="0">
              <a:latin typeface="+mn-lt"/>
              <a:ea typeface="+mn-ea"/>
            </a:endParaRPr>
          </a:p>
          <a:p>
            <a:pPr marL="365125" indent="-255905" algn="l">
              <a:spcBef>
                <a:spcPts val="300"/>
              </a:spcBef>
              <a:buClr>
                <a:srgbClr val="A04DA3"/>
              </a:buClr>
              <a:buFont typeface="Wingdings" panose="05000000000000000000" pitchFamily="2" charset="2"/>
              <a:buNone/>
              <a:defRPr/>
            </a:pPr>
            <a:r>
              <a:rPr kumimoji="0" lang="en-US" altLang="zh-CN" sz="2000" b="1" dirty="0" err="1">
                <a:latin typeface="+mn-lt"/>
                <a:ea typeface="+mn-ea"/>
              </a:rPr>
              <a:t>movl</a:t>
            </a:r>
            <a:r>
              <a:rPr kumimoji="0" lang="en-US" altLang="zh-CN" sz="2000" b="1" dirty="0">
                <a:latin typeface="+mn-lt"/>
                <a:ea typeface="+mn-ea"/>
              </a:rPr>
              <a:t>   $0x2,0x80495dc</a:t>
            </a:r>
            <a:endParaRPr kumimoji="0" lang="en-US" altLang="zh-CN" sz="2000" b="1" dirty="0">
              <a:latin typeface="+mn-lt"/>
              <a:ea typeface="+mn-ea"/>
            </a:endParaRPr>
          </a:p>
          <a:p>
            <a:pPr marL="365125" indent="-255905" algn="l">
              <a:spcBef>
                <a:spcPts val="300"/>
              </a:spcBef>
              <a:buClr>
                <a:srgbClr val="A04DA3"/>
              </a:buClr>
              <a:buFont typeface="Wingdings" panose="05000000000000000000" pitchFamily="2" charset="2"/>
              <a:buNone/>
              <a:defRPr/>
            </a:pPr>
            <a:r>
              <a:rPr kumimoji="0" lang="en-US" altLang="zh-CN" sz="2000" b="1" dirty="0" err="1">
                <a:latin typeface="+mn-lt"/>
                <a:ea typeface="+mn-ea"/>
              </a:rPr>
              <a:t>movl</a:t>
            </a:r>
            <a:r>
              <a:rPr kumimoji="0" lang="en-US" altLang="zh-CN" sz="2000" b="1" dirty="0">
                <a:latin typeface="+mn-lt"/>
                <a:ea typeface="+mn-ea"/>
              </a:rPr>
              <a:t>   $0x1,0x80495e0</a:t>
            </a:r>
            <a:endParaRPr kumimoji="0" lang="en-US" altLang="zh-CN" sz="2000" b="1" dirty="0">
              <a:latin typeface="+mn-lt"/>
              <a:ea typeface="+mn-ea"/>
            </a:endParaRPr>
          </a:p>
          <a:p>
            <a:pPr marL="365125" indent="-255905" algn="l">
              <a:spcBef>
                <a:spcPts val="300"/>
              </a:spcBef>
              <a:buClr>
                <a:srgbClr val="A04DA3"/>
              </a:buClr>
              <a:buFont typeface="Wingdings" panose="05000000000000000000" pitchFamily="2" charset="2"/>
              <a:buNone/>
              <a:defRPr/>
            </a:pPr>
            <a:r>
              <a:rPr kumimoji="0" lang="en-US" altLang="zh-CN" sz="2000" b="1" dirty="0" err="1">
                <a:latin typeface="+mn-lt"/>
                <a:ea typeface="+mn-ea"/>
              </a:rPr>
              <a:t>movl</a:t>
            </a:r>
            <a:r>
              <a:rPr kumimoji="0" lang="en-US" altLang="zh-CN" sz="2000" b="1" dirty="0">
                <a:latin typeface="+mn-lt"/>
                <a:ea typeface="+mn-ea"/>
              </a:rPr>
              <a:t>   $0xa,0x80495e4</a:t>
            </a:r>
            <a:endParaRPr kumimoji="0" lang="en-US" altLang="zh-CN" sz="2000" b="1" dirty="0">
              <a:latin typeface="+mn-lt"/>
              <a:ea typeface="+mn-ea"/>
            </a:endParaRPr>
          </a:p>
          <a:p>
            <a:pPr marL="365125" indent="-255905" algn="l">
              <a:spcBef>
                <a:spcPts val="300"/>
              </a:spcBef>
              <a:buClr>
                <a:srgbClr val="A04DA3"/>
              </a:buClr>
              <a:buFont typeface="Wingdings" panose="05000000000000000000" pitchFamily="2" charset="2"/>
              <a:buNone/>
              <a:defRPr/>
            </a:pPr>
            <a:endParaRPr kumimoji="0" lang="zh-CN" altLang="en-US" sz="2800" b="1" dirty="0">
              <a:latin typeface="+mn-lt"/>
              <a:ea typeface="+mn-ea"/>
            </a:endParaRPr>
          </a:p>
        </p:txBody>
      </p:sp>
      <p:sp>
        <p:nvSpPr>
          <p:cNvPr id="134151" name="矩形 7"/>
          <p:cNvSpPr>
            <a:spLocks noChangeArrowheads="1"/>
          </p:cNvSpPr>
          <p:nvPr/>
        </p:nvSpPr>
        <p:spPr bwMode="auto">
          <a:xfrm>
            <a:off x="1027113" y="3140967"/>
            <a:ext cx="1044575" cy="1368153"/>
          </a:xfrm>
          <a:prstGeom prst="rect">
            <a:avLst/>
          </a:prstGeom>
          <a:noFill/>
          <a:ln w="12700" cap="sq" algn="ctr">
            <a:solidFill>
              <a:schemeClr val="tx1"/>
            </a:solidFill>
            <a:prstDash val="dash"/>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a:p>
        </p:txBody>
      </p:sp>
      <p:sp>
        <p:nvSpPr>
          <p:cNvPr id="10" name="右箭头 9"/>
          <p:cNvSpPr/>
          <p:nvPr/>
        </p:nvSpPr>
        <p:spPr bwMode="auto">
          <a:xfrm>
            <a:off x="2312988" y="3584575"/>
            <a:ext cx="2000250" cy="266700"/>
          </a:xfrm>
          <a:prstGeom prst="rightArrow">
            <a:avLst/>
          </a:prstGeom>
          <a:solidFill>
            <a:schemeClr val="tx2">
              <a:lumMod val="75000"/>
            </a:schemeClr>
          </a:solidFill>
          <a:ln w="12700" cap="sq" cmpd="sng" algn="ctr">
            <a:noFill/>
            <a:prstDash val="solid"/>
            <a:round/>
            <a:headEnd type="none" w="sm" len="sm"/>
            <a:tailEnd type="none" w="sm" len="sm"/>
          </a:ln>
          <a:effectLst/>
        </p:spPr>
        <p:txBody>
          <a:bodyPr/>
          <a:lstStyle/>
          <a:p>
            <a:pPr>
              <a:defRPr/>
            </a:pPr>
            <a:endParaRPr lang="zh-CN" altLang="en-US"/>
          </a:p>
        </p:txBody>
      </p:sp>
      <p:grpSp>
        <p:nvGrpSpPr>
          <p:cNvPr id="134153" name="Group 9"/>
          <p:cNvGrpSpPr/>
          <p:nvPr/>
        </p:nvGrpSpPr>
        <p:grpSpPr bwMode="auto">
          <a:xfrm>
            <a:off x="3170238" y="1727200"/>
            <a:ext cx="4054475" cy="1214438"/>
            <a:chOff x="1628" y="1113"/>
            <a:chExt cx="2554" cy="765"/>
          </a:xfrm>
        </p:grpSpPr>
        <p:sp>
          <p:nvSpPr>
            <p:cNvPr id="12" name="Rectangle 10"/>
            <p:cNvSpPr>
              <a:spLocks noChangeArrowheads="1"/>
            </p:cNvSpPr>
            <p:nvPr/>
          </p:nvSpPr>
          <p:spPr bwMode="auto">
            <a:xfrm>
              <a:off x="1628" y="1113"/>
              <a:ext cx="2554" cy="328"/>
            </a:xfrm>
            <a:prstGeom prst="rect">
              <a:avLst/>
            </a:prstGeom>
            <a:solidFill>
              <a:srgbClr val="CCFFFF"/>
            </a:solidFill>
            <a:ln w="12700">
              <a:solidFill>
                <a:schemeClr val="tx1"/>
              </a:solidFill>
              <a:miter lim="800000"/>
            </a:ln>
            <a:effectLst>
              <a:outerShdw dist="53882" dir="2700000" algn="ctr" rotWithShape="0">
                <a:srgbClr val="993300"/>
              </a:outerShdw>
            </a:effectLst>
          </p:spPr>
          <p:txBody>
            <a:bodyPr wrap="none" lIns="92075" tIns="46038" rIns="92075" bIns="46038" anchor="ctr"/>
            <a:lstStyle/>
            <a:p>
              <a:pPr algn="ctr" eaLnBrk="0" hangingPunct="0">
                <a:defRPr/>
              </a:pPr>
              <a:r>
                <a:rPr lang="zh-CN" altLang="en-US" b="1" dirty="0">
                  <a:solidFill>
                    <a:srgbClr val="C00000"/>
                  </a:solidFill>
                  <a:latin typeface="宋体" panose="02010600030101010101" pitchFamily="2" charset="-122"/>
                  <a:ea typeface="宋体" panose="02010600030101010101" pitchFamily="2" charset="-122"/>
                </a:rPr>
                <a:t>把</a:t>
              </a:r>
              <a:r>
                <a:rPr lang="en-US" altLang="zh-CN" b="1" dirty="0">
                  <a:solidFill>
                    <a:srgbClr val="C00000"/>
                  </a:solidFill>
                  <a:latin typeface="宋体" panose="02010600030101010101" pitchFamily="2" charset="-122"/>
                  <a:ea typeface="宋体" panose="02010600030101010101" pitchFamily="2" charset="-122"/>
                </a:rPr>
                <a:t>4</a:t>
              </a:r>
              <a:r>
                <a:rPr lang="zh-CN" altLang="en-US" b="1" dirty="0">
                  <a:solidFill>
                    <a:srgbClr val="C00000"/>
                  </a:solidFill>
                  <a:latin typeface="宋体" panose="02010600030101010101" pitchFamily="2" charset="-122"/>
                  <a:ea typeface="宋体" panose="02010600030101010101" pitchFamily="2" charset="-122"/>
                </a:rPr>
                <a:t>存入地址</a:t>
              </a:r>
              <a:r>
                <a:rPr lang="en-US" altLang="zh-CN" b="1" dirty="0">
                  <a:solidFill>
                    <a:srgbClr val="C00000"/>
                  </a:solidFill>
                  <a:latin typeface="宋体" panose="02010600030101010101" pitchFamily="2" charset="-122"/>
                  <a:ea typeface="宋体" panose="02010600030101010101" pitchFamily="2" charset="-122"/>
                </a:rPr>
                <a:t>0x80495d8</a:t>
              </a:r>
              <a:r>
                <a:rPr lang="zh-CN" altLang="en-US" b="1" dirty="0">
                  <a:solidFill>
                    <a:srgbClr val="C00000"/>
                  </a:solidFill>
                  <a:latin typeface="宋体" panose="02010600030101010101" pitchFamily="2" charset="-122"/>
                  <a:ea typeface="宋体" panose="02010600030101010101" pitchFamily="2" charset="-122"/>
                </a:rPr>
                <a:t>中</a:t>
              </a:r>
              <a:endParaRPr lang="zh-CN" altLang="en-US" b="1" dirty="0">
                <a:solidFill>
                  <a:srgbClr val="C00000"/>
                </a:solidFill>
                <a:latin typeface="宋体" panose="02010600030101010101" pitchFamily="2" charset="-122"/>
                <a:ea typeface="宋体" panose="02010600030101010101" pitchFamily="2" charset="-122"/>
              </a:endParaRPr>
            </a:p>
          </p:txBody>
        </p:sp>
        <p:sp>
          <p:nvSpPr>
            <p:cNvPr id="134156" name="Line 11"/>
            <p:cNvSpPr>
              <a:spLocks noChangeShapeType="1"/>
            </p:cNvSpPr>
            <p:nvPr/>
          </p:nvSpPr>
          <p:spPr bwMode="auto">
            <a:xfrm>
              <a:off x="2438" y="1428"/>
              <a:ext cx="585" cy="4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 name="Rectangle 10"/>
          <p:cNvSpPr>
            <a:spLocks noChangeArrowheads="1"/>
          </p:cNvSpPr>
          <p:nvPr/>
        </p:nvSpPr>
        <p:spPr bwMode="auto">
          <a:xfrm>
            <a:off x="4741863" y="4656138"/>
            <a:ext cx="2286000" cy="1357312"/>
          </a:xfrm>
          <a:prstGeom prst="rect">
            <a:avLst/>
          </a:prstGeom>
          <a:solidFill>
            <a:srgbClr val="CCFFFF"/>
          </a:solidFill>
          <a:ln w="12700">
            <a:solidFill>
              <a:schemeClr val="tx1"/>
            </a:solidFill>
            <a:miter lim="800000"/>
          </a:ln>
          <a:effectLst>
            <a:outerShdw dist="53882" dir="2700000" algn="ctr" rotWithShape="0">
              <a:srgbClr val="993300"/>
            </a:outerShdw>
          </a:effectLst>
        </p:spPr>
        <p:txBody>
          <a:bodyPr wrap="none" lIns="92075" tIns="46038" rIns="92075" bIns="46038" anchor="ctr"/>
          <a:lstStyle/>
          <a:p>
            <a:pPr algn="ctr" eaLnBrk="0" hangingPunct="0">
              <a:defRPr/>
            </a:pPr>
            <a:r>
              <a:rPr lang="en-US" altLang="zh-CN" sz="1800" b="1" dirty="0">
                <a:solidFill>
                  <a:srgbClr val="C00000"/>
                </a:solidFill>
                <a:latin typeface="+mn-lt"/>
                <a:ea typeface="宋体" panose="02010600030101010101" pitchFamily="2" charset="-122"/>
              </a:rPr>
              <a:t>0x80495d8</a:t>
            </a:r>
            <a:r>
              <a:rPr lang="zh-CN" altLang="en-US" sz="1800" b="1" dirty="0">
                <a:solidFill>
                  <a:srgbClr val="C00000"/>
                </a:solidFill>
                <a:latin typeface="+mn-lt"/>
                <a:ea typeface="宋体" panose="02010600030101010101" pitchFamily="2" charset="-122"/>
              </a:rPr>
              <a:t>：</a:t>
            </a:r>
            <a:r>
              <a:rPr lang="en-US" altLang="zh-CN" sz="1800" b="1" dirty="0">
                <a:solidFill>
                  <a:srgbClr val="C00000"/>
                </a:solidFill>
                <a:latin typeface="+mn-lt"/>
                <a:ea typeface="宋体" panose="02010600030101010101" pitchFamily="2" charset="-122"/>
              </a:rPr>
              <a:t>a</a:t>
            </a:r>
            <a:r>
              <a:rPr lang="zh-CN" altLang="en-US" sz="1800" b="1" dirty="0">
                <a:solidFill>
                  <a:srgbClr val="C00000"/>
                </a:solidFill>
                <a:latin typeface="+mn-lt"/>
                <a:ea typeface="宋体" panose="02010600030101010101" pitchFamily="2" charset="-122"/>
              </a:rPr>
              <a:t>变量</a:t>
            </a:r>
            <a:endParaRPr lang="en-US" altLang="zh-CN" sz="1800" b="1" dirty="0">
              <a:solidFill>
                <a:srgbClr val="C00000"/>
              </a:solidFill>
              <a:latin typeface="+mn-lt"/>
              <a:ea typeface="宋体" panose="02010600030101010101" pitchFamily="2" charset="-122"/>
            </a:endParaRPr>
          </a:p>
          <a:p>
            <a:pPr algn="ctr" eaLnBrk="0" hangingPunct="0">
              <a:defRPr/>
            </a:pPr>
            <a:r>
              <a:rPr lang="en-US" altLang="zh-CN" sz="1800" b="1" dirty="0">
                <a:solidFill>
                  <a:srgbClr val="C00000"/>
                </a:solidFill>
                <a:latin typeface="+mn-lt"/>
                <a:ea typeface="宋体" panose="02010600030101010101" pitchFamily="2" charset="-122"/>
              </a:rPr>
              <a:t>0x80495dc</a:t>
            </a:r>
            <a:r>
              <a:rPr lang="zh-CN" altLang="en-US" sz="1800" b="1" dirty="0">
                <a:solidFill>
                  <a:srgbClr val="C00000"/>
                </a:solidFill>
                <a:latin typeface="+mn-lt"/>
                <a:ea typeface="宋体" panose="02010600030101010101" pitchFamily="2" charset="-122"/>
              </a:rPr>
              <a:t>：</a:t>
            </a:r>
            <a:r>
              <a:rPr lang="en-US" altLang="zh-CN" sz="1800" b="1" dirty="0">
                <a:solidFill>
                  <a:srgbClr val="C00000"/>
                </a:solidFill>
                <a:latin typeface="+mn-lt"/>
                <a:ea typeface="宋体" panose="02010600030101010101" pitchFamily="2" charset="-122"/>
              </a:rPr>
              <a:t>b</a:t>
            </a:r>
            <a:r>
              <a:rPr lang="zh-CN" altLang="en-US" sz="1800" b="1" dirty="0">
                <a:solidFill>
                  <a:srgbClr val="C00000"/>
                </a:solidFill>
                <a:latin typeface="+mn-lt"/>
                <a:ea typeface="宋体" panose="02010600030101010101" pitchFamily="2" charset="-122"/>
              </a:rPr>
              <a:t>变量</a:t>
            </a:r>
            <a:endParaRPr lang="en-US" altLang="zh-CN" sz="1800" b="1" dirty="0">
              <a:solidFill>
                <a:srgbClr val="C00000"/>
              </a:solidFill>
              <a:latin typeface="+mn-lt"/>
              <a:ea typeface="宋体" panose="02010600030101010101" pitchFamily="2" charset="-122"/>
            </a:endParaRPr>
          </a:p>
          <a:p>
            <a:pPr algn="ctr" eaLnBrk="0" hangingPunct="0">
              <a:defRPr/>
            </a:pPr>
            <a:r>
              <a:rPr lang="en-US" altLang="zh-CN" sz="1800" b="1" dirty="0">
                <a:solidFill>
                  <a:srgbClr val="C00000"/>
                </a:solidFill>
                <a:latin typeface="+mn-lt"/>
                <a:ea typeface="宋体" panose="02010600030101010101" pitchFamily="2" charset="-122"/>
              </a:rPr>
              <a:t>0x80495e0</a:t>
            </a:r>
            <a:r>
              <a:rPr lang="zh-CN" altLang="en-US" sz="1800" b="1" dirty="0">
                <a:solidFill>
                  <a:srgbClr val="C00000"/>
                </a:solidFill>
                <a:latin typeface="+mn-lt"/>
                <a:ea typeface="宋体" panose="02010600030101010101" pitchFamily="2" charset="-122"/>
              </a:rPr>
              <a:t>：</a:t>
            </a:r>
            <a:r>
              <a:rPr lang="en-US" altLang="zh-CN" sz="1800" b="1" dirty="0">
                <a:solidFill>
                  <a:srgbClr val="C00000"/>
                </a:solidFill>
                <a:latin typeface="+mn-lt"/>
                <a:ea typeface="宋体" panose="02010600030101010101" pitchFamily="2" charset="-122"/>
              </a:rPr>
              <a:t>c</a:t>
            </a:r>
            <a:r>
              <a:rPr lang="zh-CN" altLang="en-US" sz="1800" b="1" dirty="0">
                <a:solidFill>
                  <a:srgbClr val="C00000"/>
                </a:solidFill>
                <a:latin typeface="+mn-lt"/>
                <a:ea typeface="宋体" panose="02010600030101010101" pitchFamily="2" charset="-122"/>
              </a:rPr>
              <a:t>变量</a:t>
            </a:r>
            <a:endParaRPr lang="en-US" altLang="zh-CN" sz="1800" b="1" dirty="0">
              <a:solidFill>
                <a:srgbClr val="C00000"/>
              </a:solidFill>
              <a:latin typeface="+mn-lt"/>
              <a:ea typeface="宋体" panose="02010600030101010101" pitchFamily="2" charset="-122"/>
            </a:endParaRPr>
          </a:p>
          <a:p>
            <a:pPr algn="ctr" eaLnBrk="0" hangingPunct="0">
              <a:defRPr/>
            </a:pPr>
            <a:r>
              <a:rPr lang="en-US" altLang="zh-CN" sz="1800" b="1" dirty="0">
                <a:solidFill>
                  <a:srgbClr val="C00000"/>
                </a:solidFill>
                <a:latin typeface="+mn-lt"/>
                <a:ea typeface="宋体" panose="02010600030101010101" pitchFamily="2" charset="-122"/>
              </a:rPr>
              <a:t>0x80495e4</a:t>
            </a:r>
            <a:r>
              <a:rPr lang="zh-CN" altLang="en-US" sz="1800" b="1" dirty="0">
                <a:solidFill>
                  <a:srgbClr val="C00000"/>
                </a:solidFill>
                <a:latin typeface="+mn-lt"/>
                <a:ea typeface="宋体" panose="02010600030101010101" pitchFamily="2" charset="-122"/>
              </a:rPr>
              <a:t>：</a:t>
            </a:r>
            <a:r>
              <a:rPr lang="en-US" altLang="zh-CN" sz="1800" b="1" dirty="0">
                <a:solidFill>
                  <a:srgbClr val="C00000"/>
                </a:solidFill>
                <a:latin typeface="+mn-lt"/>
                <a:ea typeface="宋体" panose="02010600030101010101" pitchFamily="2" charset="-122"/>
              </a:rPr>
              <a:t>d</a:t>
            </a:r>
            <a:r>
              <a:rPr lang="zh-CN" altLang="en-US" sz="1800" b="1" dirty="0">
                <a:solidFill>
                  <a:srgbClr val="C00000"/>
                </a:solidFill>
                <a:latin typeface="+mn-lt"/>
                <a:ea typeface="宋体" panose="02010600030101010101" pitchFamily="2" charset="-122"/>
              </a:rPr>
              <a:t>变量</a:t>
            </a:r>
            <a:endParaRPr lang="en-US" altLang="zh-CN" sz="1800" b="1" dirty="0">
              <a:solidFill>
                <a:srgbClr val="C00000"/>
              </a:solidFill>
              <a:latin typeface="+mn-lt"/>
              <a:ea typeface="宋体" panose="02010600030101010101" pitchFamily="2" charset="-122"/>
            </a:endParaRPr>
          </a:p>
          <a:p>
            <a:pPr algn="ctr" eaLnBrk="0" hangingPunct="0">
              <a:defRPr/>
            </a:pPr>
            <a:r>
              <a:rPr lang="en-US" altLang="zh-CN" sz="1800" b="1" dirty="0">
                <a:solidFill>
                  <a:srgbClr val="C00000"/>
                </a:solidFill>
                <a:latin typeface="+mn-lt"/>
                <a:ea typeface="宋体" panose="02010600030101010101" pitchFamily="2" charset="-122"/>
              </a:rPr>
              <a:t>0x80495e8</a:t>
            </a:r>
            <a:r>
              <a:rPr lang="zh-CN" altLang="en-US" sz="1800" b="1" dirty="0">
                <a:solidFill>
                  <a:srgbClr val="C00000"/>
                </a:solidFill>
                <a:latin typeface="+mn-lt"/>
                <a:ea typeface="宋体" panose="02010600030101010101" pitchFamily="2" charset="-122"/>
              </a:rPr>
              <a:t>：</a:t>
            </a:r>
            <a:r>
              <a:rPr lang="en-US" altLang="zh-CN" sz="1800" b="1" dirty="0">
                <a:solidFill>
                  <a:srgbClr val="C00000"/>
                </a:solidFill>
                <a:latin typeface="+mn-lt"/>
                <a:ea typeface="宋体" panose="02010600030101010101" pitchFamily="2" charset="-122"/>
              </a:rPr>
              <a:t>e</a:t>
            </a:r>
            <a:r>
              <a:rPr lang="zh-CN" altLang="en-US" sz="1800" b="1" dirty="0">
                <a:solidFill>
                  <a:srgbClr val="C00000"/>
                </a:solidFill>
                <a:latin typeface="+mn-lt"/>
                <a:ea typeface="宋体" panose="02010600030101010101" pitchFamily="2" charset="-122"/>
              </a:rPr>
              <a:t>变量</a:t>
            </a:r>
            <a:endParaRPr lang="zh-CN" altLang="en-US" sz="1800" b="1" dirty="0">
              <a:solidFill>
                <a:srgbClr val="C00000"/>
              </a:solidFill>
              <a:latin typeface="+mn-lt"/>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标题 1"/>
          <p:cNvSpPr>
            <a:spLocks noGrp="1"/>
          </p:cNvSpPr>
          <p:nvPr>
            <p:ph type="title"/>
          </p:nvPr>
        </p:nvSpPr>
        <p:spPr/>
        <p:txBody>
          <a:bodyPr/>
          <a:lstStyle/>
          <a:p>
            <a:pPr algn="ctr"/>
            <a:r>
              <a:rPr lang="en-US" altLang="zh-CN" b="1">
                <a:solidFill>
                  <a:srgbClr val="FFFFFF"/>
                </a:solidFill>
                <a:ea typeface="隶书" panose="02010509060101010101" pitchFamily="49" charset="-122"/>
              </a:rPr>
              <a:t>2.6.2 C++</a:t>
            </a:r>
            <a:r>
              <a:rPr lang="zh-CN" altLang="en-US" b="1">
                <a:solidFill>
                  <a:srgbClr val="FFFFFF"/>
                </a:solidFill>
                <a:ea typeface="隶书" panose="02010509060101010101" pitchFamily="49" charset="-122"/>
              </a:rPr>
              <a:t>表达式的执行原理（续）</a:t>
            </a:r>
            <a:endParaRPr lang="zh-CN" altLang="en-US" b="1">
              <a:solidFill>
                <a:srgbClr val="FFFFFF"/>
              </a:solidFill>
              <a:ea typeface="隶书" panose="02010509060101010101" pitchFamily="49" charset="-122"/>
            </a:endParaRPr>
          </a:p>
        </p:txBody>
      </p:sp>
      <p:sp>
        <p:nvSpPr>
          <p:cNvPr id="135173" name="内容占位符 5"/>
          <p:cNvSpPr>
            <a:spLocks noGrp="1"/>
          </p:cNvSpPr>
          <p:nvPr>
            <p:ph sz="half" idx="1"/>
          </p:nvPr>
        </p:nvSpPr>
        <p:spPr>
          <a:xfrm>
            <a:off x="714375" y="1714500"/>
            <a:ext cx="3543300" cy="4114800"/>
          </a:xfrm>
        </p:spPr>
        <p:txBody>
          <a:bodyPr/>
          <a:lstStyle/>
          <a:p>
            <a:pPr eaLnBrk="1" hangingPunct="1">
              <a:buFont typeface="Wingdings" panose="05000000000000000000" pitchFamily="2" charset="2"/>
              <a:buNone/>
            </a:pPr>
            <a:r>
              <a:rPr lang="en-US" altLang="zh-CN" sz="2000" b="1" smtClean="0"/>
              <a:t>int a, b, c, d;</a:t>
            </a:r>
            <a:endParaRPr lang="en-US" altLang="zh-CN" sz="2000" b="1" smtClean="0"/>
          </a:p>
          <a:p>
            <a:pPr eaLnBrk="1" hangingPunct="1">
              <a:buFont typeface="Wingdings" panose="05000000000000000000" pitchFamily="2" charset="2"/>
              <a:buNone/>
            </a:pPr>
            <a:r>
              <a:rPr lang="en-US" altLang="zh-CN" sz="2000" b="1" smtClean="0"/>
              <a:t>int e;</a:t>
            </a:r>
            <a:endParaRPr lang="en-US" altLang="zh-CN" sz="2000" b="1" smtClean="0"/>
          </a:p>
          <a:p>
            <a:pPr eaLnBrk="1" hangingPunct="1">
              <a:buFont typeface="Wingdings" panose="05000000000000000000" pitchFamily="2" charset="2"/>
              <a:buNone/>
            </a:pPr>
            <a:r>
              <a:rPr lang="en-US" altLang="zh-CN" sz="2000" b="1" smtClean="0"/>
              <a:t>int main() {</a:t>
            </a:r>
            <a:endParaRPr lang="en-US" altLang="zh-CN" sz="2000" b="1" smtClean="0"/>
          </a:p>
          <a:p>
            <a:pPr eaLnBrk="1" hangingPunct="1">
              <a:buFont typeface="Wingdings" panose="05000000000000000000" pitchFamily="2" charset="2"/>
              <a:buNone/>
            </a:pPr>
            <a:r>
              <a:rPr lang="en-US" altLang="zh-CN" sz="2000" b="1" smtClean="0"/>
              <a:t>	a = 4;</a:t>
            </a:r>
            <a:endParaRPr lang="en-US" altLang="zh-CN" sz="2000" b="1" smtClean="0"/>
          </a:p>
          <a:p>
            <a:pPr eaLnBrk="1" hangingPunct="1">
              <a:buFont typeface="Wingdings" panose="05000000000000000000" pitchFamily="2" charset="2"/>
              <a:buNone/>
            </a:pPr>
            <a:r>
              <a:rPr lang="en-US" altLang="zh-CN" sz="2000" b="1" smtClean="0"/>
              <a:t>	b = 2;</a:t>
            </a:r>
            <a:endParaRPr lang="en-US" altLang="zh-CN" sz="2000" b="1" smtClean="0"/>
          </a:p>
          <a:p>
            <a:pPr eaLnBrk="1" hangingPunct="1">
              <a:buFont typeface="Wingdings" panose="05000000000000000000" pitchFamily="2" charset="2"/>
              <a:buNone/>
            </a:pPr>
            <a:r>
              <a:rPr lang="en-US" altLang="zh-CN" sz="2000" b="1" smtClean="0"/>
              <a:t>	c = 1;</a:t>
            </a:r>
            <a:endParaRPr lang="en-US" altLang="zh-CN" sz="2000" b="1" smtClean="0"/>
          </a:p>
          <a:p>
            <a:pPr eaLnBrk="1" hangingPunct="1">
              <a:buFont typeface="Wingdings" panose="05000000000000000000" pitchFamily="2" charset="2"/>
              <a:buNone/>
            </a:pPr>
            <a:r>
              <a:rPr lang="en-US" altLang="zh-CN" sz="2000" b="1" smtClean="0"/>
              <a:t>	d = 10;</a:t>
            </a:r>
            <a:endParaRPr lang="en-US" altLang="zh-CN" sz="2000" b="1" smtClean="0"/>
          </a:p>
          <a:p>
            <a:pPr eaLnBrk="1" hangingPunct="1">
              <a:buFont typeface="Wingdings" panose="05000000000000000000" pitchFamily="2" charset="2"/>
              <a:buNone/>
            </a:pPr>
            <a:r>
              <a:rPr lang="en-US" altLang="zh-CN" sz="2000" b="1" smtClean="0"/>
              <a:t>	e = (a + b) * (c - d);</a:t>
            </a:r>
            <a:endParaRPr lang="en-US" altLang="zh-CN" sz="2000" b="1" smtClean="0"/>
          </a:p>
          <a:p>
            <a:pPr eaLnBrk="1" hangingPunct="1">
              <a:buFont typeface="Wingdings" panose="05000000000000000000" pitchFamily="2" charset="2"/>
              <a:buNone/>
            </a:pPr>
            <a:r>
              <a:rPr lang="en-US" altLang="zh-CN" sz="2000" b="1" smtClean="0"/>
              <a:t>	return 0;</a:t>
            </a:r>
            <a:endParaRPr lang="en-US" altLang="zh-CN" sz="2000" b="1" smtClean="0"/>
          </a:p>
          <a:p>
            <a:pPr eaLnBrk="1" hangingPunct="1">
              <a:buFont typeface="Wingdings" panose="05000000000000000000" pitchFamily="2" charset="2"/>
              <a:buNone/>
            </a:pPr>
            <a:r>
              <a:rPr lang="en-US" altLang="zh-CN" sz="2000" b="1" smtClean="0"/>
              <a:t>}</a:t>
            </a:r>
            <a:endParaRPr lang="en-US" altLang="zh-CN" sz="2000" b="1" smtClean="0"/>
          </a:p>
          <a:p>
            <a:pPr eaLnBrk="1" hangingPunct="1">
              <a:buFont typeface="Wingdings" panose="05000000000000000000" pitchFamily="2" charset="2"/>
              <a:buNone/>
            </a:pPr>
            <a:endParaRPr lang="zh-CN" altLang="en-US" b="1" smtClean="0"/>
          </a:p>
        </p:txBody>
      </p:sp>
      <p:sp>
        <p:nvSpPr>
          <p:cNvPr id="8" name="内容占位符 6"/>
          <p:cNvSpPr txBox="1"/>
          <p:nvPr/>
        </p:nvSpPr>
        <p:spPr>
          <a:xfrm>
            <a:off x="4681538" y="2441575"/>
            <a:ext cx="3462337" cy="3000375"/>
          </a:xfrm>
          <a:prstGeom prst="rect">
            <a:avLst/>
          </a:prstGeom>
          <a:ln w="6350">
            <a:solidFill>
              <a:schemeClr val="tx1"/>
            </a:solidFill>
          </a:ln>
        </p:spPr>
        <p:txBody>
          <a:bodyPr/>
          <a:lstStyle/>
          <a:p>
            <a:pPr marL="365125" indent="-255905" algn="l">
              <a:spcBef>
                <a:spcPts val="300"/>
              </a:spcBef>
              <a:buClr>
                <a:srgbClr val="A04DA3"/>
              </a:buClr>
              <a:buFont typeface="Wingdings" panose="05000000000000000000" pitchFamily="2" charset="2"/>
              <a:buNone/>
              <a:defRPr/>
            </a:pPr>
            <a:r>
              <a:rPr kumimoji="0" lang="en-US" altLang="zh-CN" sz="2000" b="1" dirty="0">
                <a:latin typeface="+mn-lt"/>
                <a:ea typeface="+mn-ea"/>
              </a:rPr>
              <a:t> </a:t>
            </a:r>
            <a:r>
              <a:rPr kumimoji="0" lang="en-US" altLang="zh-CN" sz="2000" b="1" dirty="0" err="1">
                <a:latin typeface="+mn-lt"/>
                <a:ea typeface="+mn-ea"/>
              </a:rPr>
              <a:t>mov</a:t>
            </a:r>
            <a:r>
              <a:rPr kumimoji="0" lang="en-US" altLang="zh-CN" sz="2000" b="1" dirty="0">
                <a:latin typeface="+mn-lt"/>
                <a:ea typeface="+mn-ea"/>
              </a:rPr>
              <a:t>    0x80495dc,%eax</a:t>
            </a:r>
            <a:endParaRPr kumimoji="0" lang="en-US" altLang="zh-CN" sz="2000" b="1" dirty="0">
              <a:latin typeface="+mn-lt"/>
              <a:ea typeface="+mn-ea"/>
            </a:endParaRPr>
          </a:p>
          <a:p>
            <a:pPr marL="365125" indent="-255905" algn="l">
              <a:spcBef>
                <a:spcPts val="300"/>
              </a:spcBef>
              <a:buClr>
                <a:srgbClr val="A04DA3"/>
              </a:buClr>
              <a:buFont typeface="Wingdings" panose="05000000000000000000" pitchFamily="2" charset="2"/>
              <a:buNone/>
              <a:defRPr/>
            </a:pPr>
            <a:r>
              <a:rPr kumimoji="0" lang="en-US" altLang="zh-CN" sz="2000" b="1" dirty="0">
                <a:latin typeface="+mn-lt"/>
                <a:ea typeface="+mn-ea"/>
              </a:rPr>
              <a:t> </a:t>
            </a:r>
            <a:r>
              <a:rPr kumimoji="0" lang="en-US" altLang="zh-CN" sz="2000" b="1" dirty="0" err="1">
                <a:latin typeface="+mn-lt"/>
                <a:ea typeface="+mn-ea"/>
              </a:rPr>
              <a:t>mov</a:t>
            </a:r>
            <a:r>
              <a:rPr kumimoji="0" lang="en-US" altLang="zh-CN" sz="2000" b="1" dirty="0">
                <a:latin typeface="+mn-lt"/>
                <a:ea typeface="+mn-ea"/>
              </a:rPr>
              <a:t>    0x80495d8,%ecx</a:t>
            </a:r>
            <a:endParaRPr kumimoji="0" lang="en-US" altLang="zh-CN" sz="2000" b="1" dirty="0">
              <a:latin typeface="+mn-lt"/>
              <a:ea typeface="+mn-ea"/>
            </a:endParaRPr>
          </a:p>
          <a:p>
            <a:pPr marL="365125" indent="-255905" algn="l">
              <a:spcBef>
                <a:spcPts val="300"/>
              </a:spcBef>
              <a:buClr>
                <a:srgbClr val="A04DA3"/>
              </a:buClr>
              <a:buFont typeface="Wingdings" panose="05000000000000000000" pitchFamily="2" charset="2"/>
              <a:buNone/>
              <a:defRPr/>
            </a:pPr>
            <a:r>
              <a:rPr kumimoji="0" lang="en-US" altLang="zh-CN" sz="2000" b="1" dirty="0">
                <a:latin typeface="+mn-lt"/>
                <a:ea typeface="+mn-ea"/>
              </a:rPr>
              <a:t> add    %</a:t>
            </a:r>
            <a:r>
              <a:rPr kumimoji="0" lang="en-US" altLang="zh-CN" sz="2000" b="1" dirty="0" err="1">
                <a:latin typeface="+mn-lt"/>
                <a:ea typeface="+mn-ea"/>
              </a:rPr>
              <a:t>eax,%ecx</a:t>
            </a:r>
            <a:endParaRPr kumimoji="0" lang="en-US" altLang="zh-CN" sz="2000" b="1" dirty="0">
              <a:latin typeface="+mn-lt"/>
              <a:ea typeface="+mn-ea"/>
            </a:endParaRPr>
          </a:p>
          <a:p>
            <a:pPr marL="365125" indent="-255905" algn="l">
              <a:spcBef>
                <a:spcPts val="300"/>
              </a:spcBef>
              <a:buClr>
                <a:srgbClr val="A04DA3"/>
              </a:buClr>
              <a:buFont typeface="Wingdings" panose="05000000000000000000" pitchFamily="2" charset="2"/>
              <a:buNone/>
              <a:defRPr/>
            </a:pPr>
            <a:r>
              <a:rPr kumimoji="0" lang="en-US" altLang="zh-CN" sz="2000" b="1" dirty="0">
                <a:latin typeface="+mn-lt"/>
                <a:ea typeface="+mn-ea"/>
              </a:rPr>
              <a:t> </a:t>
            </a:r>
            <a:r>
              <a:rPr kumimoji="0" lang="en-US" altLang="zh-CN" sz="2000" b="1" dirty="0" err="1">
                <a:latin typeface="+mn-lt"/>
                <a:ea typeface="+mn-ea"/>
              </a:rPr>
              <a:t>mov</a:t>
            </a:r>
            <a:r>
              <a:rPr kumimoji="0" lang="en-US" altLang="zh-CN" sz="2000" b="1" dirty="0">
                <a:latin typeface="+mn-lt"/>
                <a:ea typeface="+mn-ea"/>
              </a:rPr>
              <a:t>    0x80495e4,%edx</a:t>
            </a:r>
            <a:endParaRPr kumimoji="0" lang="en-US" altLang="zh-CN" sz="2000" b="1" dirty="0">
              <a:latin typeface="+mn-lt"/>
              <a:ea typeface="+mn-ea"/>
            </a:endParaRPr>
          </a:p>
          <a:p>
            <a:pPr marL="365125" indent="-255905" algn="l">
              <a:spcBef>
                <a:spcPts val="300"/>
              </a:spcBef>
              <a:buClr>
                <a:srgbClr val="A04DA3"/>
              </a:buClr>
              <a:buFont typeface="Wingdings" panose="05000000000000000000" pitchFamily="2" charset="2"/>
              <a:buNone/>
              <a:defRPr/>
            </a:pPr>
            <a:r>
              <a:rPr kumimoji="0" lang="en-US" altLang="zh-CN" sz="2000" b="1" dirty="0">
                <a:latin typeface="+mn-lt"/>
                <a:ea typeface="+mn-ea"/>
              </a:rPr>
              <a:t> </a:t>
            </a:r>
            <a:r>
              <a:rPr kumimoji="0" lang="en-US" altLang="zh-CN" sz="2000" b="1" dirty="0" err="1">
                <a:latin typeface="+mn-lt"/>
                <a:ea typeface="+mn-ea"/>
              </a:rPr>
              <a:t>mov</a:t>
            </a:r>
            <a:r>
              <a:rPr kumimoji="0" lang="en-US" altLang="zh-CN" sz="2000" b="1" dirty="0">
                <a:latin typeface="+mn-lt"/>
                <a:ea typeface="+mn-ea"/>
              </a:rPr>
              <a:t>    0x80495e0,%eax</a:t>
            </a:r>
            <a:endParaRPr kumimoji="0" lang="en-US" altLang="zh-CN" sz="2000" b="1" dirty="0">
              <a:latin typeface="+mn-lt"/>
              <a:ea typeface="+mn-ea"/>
            </a:endParaRPr>
          </a:p>
          <a:p>
            <a:pPr marL="365125" indent="-255905" algn="l">
              <a:spcBef>
                <a:spcPts val="300"/>
              </a:spcBef>
              <a:buClr>
                <a:srgbClr val="A04DA3"/>
              </a:buClr>
              <a:buFont typeface="Wingdings" panose="05000000000000000000" pitchFamily="2" charset="2"/>
              <a:buNone/>
              <a:defRPr/>
            </a:pPr>
            <a:r>
              <a:rPr kumimoji="0" lang="en-US" altLang="zh-CN" sz="2000" b="1" dirty="0">
                <a:latin typeface="+mn-lt"/>
                <a:ea typeface="+mn-ea"/>
              </a:rPr>
              <a:t> sub    %</a:t>
            </a:r>
            <a:r>
              <a:rPr kumimoji="0" lang="en-US" altLang="zh-CN" sz="2000" b="1" dirty="0" err="1">
                <a:latin typeface="+mn-lt"/>
                <a:ea typeface="+mn-ea"/>
              </a:rPr>
              <a:t>edx,%eax</a:t>
            </a:r>
            <a:endParaRPr kumimoji="0" lang="en-US" altLang="zh-CN" sz="2000" b="1" dirty="0">
              <a:latin typeface="+mn-lt"/>
              <a:ea typeface="+mn-ea"/>
            </a:endParaRPr>
          </a:p>
          <a:p>
            <a:pPr marL="365125" indent="-255905" algn="l">
              <a:spcBef>
                <a:spcPts val="300"/>
              </a:spcBef>
              <a:buClr>
                <a:srgbClr val="A04DA3"/>
              </a:buClr>
              <a:buFont typeface="Wingdings" panose="05000000000000000000" pitchFamily="2" charset="2"/>
              <a:buNone/>
              <a:defRPr/>
            </a:pPr>
            <a:r>
              <a:rPr kumimoji="0" lang="en-US" altLang="zh-CN" sz="2000" b="1" dirty="0">
                <a:latin typeface="+mn-lt"/>
                <a:ea typeface="+mn-ea"/>
              </a:rPr>
              <a:t> </a:t>
            </a:r>
            <a:r>
              <a:rPr kumimoji="0" lang="en-US" altLang="zh-CN" sz="2000" b="1" dirty="0" err="1">
                <a:latin typeface="+mn-lt"/>
                <a:ea typeface="+mn-ea"/>
              </a:rPr>
              <a:t>imul</a:t>
            </a:r>
            <a:r>
              <a:rPr kumimoji="0" lang="en-US" altLang="zh-CN" sz="2000" b="1" dirty="0">
                <a:latin typeface="+mn-lt"/>
                <a:ea typeface="+mn-ea"/>
              </a:rPr>
              <a:t>   %</a:t>
            </a:r>
            <a:r>
              <a:rPr kumimoji="0" lang="en-US" altLang="zh-CN" sz="2000" b="1" dirty="0" err="1">
                <a:latin typeface="+mn-lt"/>
                <a:ea typeface="+mn-ea"/>
              </a:rPr>
              <a:t>ecx,%eax</a:t>
            </a:r>
            <a:endParaRPr kumimoji="0" lang="en-US" altLang="zh-CN" sz="2000" b="1" dirty="0">
              <a:latin typeface="+mn-lt"/>
              <a:ea typeface="+mn-ea"/>
            </a:endParaRPr>
          </a:p>
          <a:p>
            <a:pPr marL="365125" indent="-255905" algn="l">
              <a:spcBef>
                <a:spcPts val="300"/>
              </a:spcBef>
              <a:buClr>
                <a:srgbClr val="A04DA3"/>
              </a:buClr>
              <a:buFont typeface="Wingdings" panose="05000000000000000000" pitchFamily="2" charset="2"/>
              <a:buNone/>
              <a:defRPr/>
            </a:pPr>
            <a:r>
              <a:rPr kumimoji="0" lang="en-US" altLang="zh-CN" sz="2000" b="1" dirty="0">
                <a:latin typeface="+mn-lt"/>
                <a:ea typeface="+mn-ea"/>
              </a:rPr>
              <a:t> </a:t>
            </a:r>
            <a:r>
              <a:rPr kumimoji="0" lang="en-US" altLang="zh-CN" sz="2000" b="1" dirty="0" err="1">
                <a:latin typeface="+mn-lt"/>
                <a:ea typeface="+mn-ea"/>
              </a:rPr>
              <a:t>mov</a:t>
            </a:r>
            <a:r>
              <a:rPr kumimoji="0" lang="en-US" altLang="zh-CN" sz="2000" b="1" dirty="0">
                <a:latin typeface="+mn-lt"/>
                <a:ea typeface="+mn-ea"/>
              </a:rPr>
              <a:t>    %eax,0x80495e8</a:t>
            </a:r>
            <a:endParaRPr kumimoji="0" lang="en-US" altLang="zh-CN" sz="2000" b="1" dirty="0">
              <a:latin typeface="+mn-lt"/>
              <a:ea typeface="+mn-ea"/>
            </a:endParaRPr>
          </a:p>
          <a:p>
            <a:pPr marL="365125" indent="-255905" algn="l">
              <a:spcBef>
                <a:spcPts val="300"/>
              </a:spcBef>
              <a:buClr>
                <a:srgbClr val="A04DA3"/>
              </a:buClr>
              <a:buFont typeface="Wingdings" panose="05000000000000000000" pitchFamily="2" charset="2"/>
              <a:buNone/>
              <a:defRPr/>
            </a:pPr>
            <a:endParaRPr kumimoji="0" lang="zh-CN" altLang="en-US" sz="2800" b="1" dirty="0">
              <a:latin typeface="+mn-lt"/>
              <a:ea typeface="+mn-ea"/>
            </a:endParaRPr>
          </a:p>
        </p:txBody>
      </p:sp>
      <p:sp>
        <p:nvSpPr>
          <p:cNvPr id="135175" name="矩形 7"/>
          <p:cNvSpPr>
            <a:spLocks noChangeArrowheads="1"/>
          </p:cNvSpPr>
          <p:nvPr/>
        </p:nvSpPr>
        <p:spPr bwMode="auto">
          <a:xfrm>
            <a:off x="1000125" y="4295949"/>
            <a:ext cx="3000375" cy="357187"/>
          </a:xfrm>
          <a:prstGeom prst="rect">
            <a:avLst/>
          </a:prstGeom>
          <a:noFill/>
          <a:ln w="12700" cap="sq" algn="ctr">
            <a:solidFill>
              <a:schemeClr val="tx1"/>
            </a:solidFill>
            <a:prstDash val="dash"/>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a:p>
        </p:txBody>
      </p:sp>
      <p:sp>
        <p:nvSpPr>
          <p:cNvPr id="10" name="右箭头 9"/>
          <p:cNvSpPr/>
          <p:nvPr/>
        </p:nvSpPr>
        <p:spPr bwMode="auto">
          <a:xfrm>
            <a:off x="4079875" y="4346575"/>
            <a:ext cx="571500" cy="266700"/>
          </a:xfrm>
          <a:prstGeom prst="rightArrow">
            <a:avLst/>
          </a:prstGeom>
          <a:solidFill>
            <a:schemeClr val="tx2">
              <a:lumMod val="75000"/>
            </a:schemeClr>
          </a:solidFill>
          <a:ln w="12700" cap="sq" cmpd="sng" algn="ctr">
            <a:noFill/>
            <a:prstDash val="solid"/>
            <a:round/>
            <a:headEnd type="none" w="sm" len="sm"/>
            <a:tailEnd type="none" w="sm" len="sm"/>
          </a:ln>
          <a:effectLst/>
        </p:spPr>
        <p:txBody>
          <a:bodyPr/>
          <a:lstStyle/>
          <a:p>
            <a:pPr>
              <a:defRPr/>
            </a:pPr>
            <a:endParaRPr lang="zh-CN" altLang="en-US" b="1">
              <a:latin typeface="+mn-lt"/>
            </a:endParaRPr>
          </a:p>
        </p:txBody>
      </p:sp>
      <p:grpSp>
        <p:nvGrpSpPr>
          <p:cNvPr id="135177" name="Group 9"/>
          <p:cNvGrpSpPr/>
          <p:nvPr/>
        </p:nvGrpSpPr>
        <p:grpSpPr bwMode="auto">
          <a:xfrm>
            <a:off x="3241675" y="1655763"/>
            <a:ext cx="4973638" cy="857250"/>
            <a:chOff x="1628" y="1203"/>
            <a:chExt cx="2735" cy="540"/>
          </a:xfrm>
        </p:grpSpPr>
        <p:sp>
          <p:nvSpPr>
            <p:cNvPr id="12" name="Rectangle 10"/>
            <p:cNvSpPr>
              <a:spLocks noChangeArrowheads="1"/>
            </p:cNvSpPr>
            <p:nvPr/>
          </p:nvSpPr>
          <p:spPr bwMode="auto">
            <a:xfrm>
              <a:off x="1628" y="1203"/>
              <a:ext cx="2735" cy="225"/>
            </a:xfrm>
            <a:prstGeom prst="rect">
              <a:avLst/>
            </a:prstGeom>
            <a:solidFill>
              <a:srgbClr val="CCFFFF"/>
            </a:solidFill>
            <a:ln w="12700">
              <a:solidFill>
                <a:schemeClr val="tx1"/>
              </a:solidFill>
              <a:miter lim="800000"/>
            </a:ln>
            <a:effectLst>
              <a:outerShdw dist="53882" dir="2700000" algn="ctr" rotWithShape="0">
                <a:srgbClr val="993300"/>
              </a:outerShdw>
            </a:effectLst>
          </p:spPr>
          <p:txBody>
            <a:bodyPr wrap="none" lIns="92075" tIns="46038" rIns="92075" bIns="46038" anchor="ctr"/>
            <a:lstStyle/>
            <a:p>
              <a:pPr algn="ctr" eaLnBrk="0" hangingPunct="0">
                <a:defRPr/>
              </a:pPr>
              <a:r>
                <a:rPr lang="zh-CN" altLang="en-US" b="1" dirty="0">
                  <a:solidFill>
                    <a:srgbClr val="C00000"/>
                  </a:solidFill>
                  <a:latin typeface="+mn-lt"/>
                  <a:ea typeface="宋体" panose="02010600030101010101" pitchFamily="2" charset="-122"/>
                </a:rPr>
                <a:t>把</a:t>
              </a:r>
              <a:r>
                <a:rPr lang="en-US" altLang="zh-CN" b="1" dirty="0">
                  <a:solidFill>
                    <a:srgbClr val="C00000"/>
                  </a:solidFill>
                  <a:latin typeface="+mn-lt"/>
                  <a:ea typeface="宋体" panose="02010600030101010101" pitchFamily="2" charset="-122"/>
                </a:rPr>
                <a:t>0x80495dc</a:t>
              </a:r>
              <a:r>
                <a:rPr lang="zh-CN" altLang="en-US" b="1" dirty="0">
                  <a:solidFill>
                    <a:srgbClr val="C00000"/>
                  </a:solidFill>
                  <a:latin typeface="+mn-lt"/>
                  <a:ea typeface="宋体" panose="02010600030101010101" pitchFamily="2" charset="-122"/>
                </a:rPr>
                <a:t>地址的值到</a:t>
              </a:r>
              <a:r>
                <a:rPr lang="en-US" altLang="zh-CN" b="1" dirty="0" err="1">
                  <a:solidFill>
                    <a:srgbClr val="C00000"/>
                  </a:solidFill>
                  <a:latin typeface="+mn-lt"/>
                  <a:ea typeface="宋体" panose="02010600030101010101" pitchFamily="2" charset="-122"/>
                </a:rPr>
                <a:t>eax</a:t>
              </a:r>
              <a:r>
                <a:rPr lang="zh-CN" altLang="en-US" b="1" dirty="0">
                  <a:solidFill>
                    <a:srgbClr val="C00000"/>
                  </a:solidFill>
                  <a:latin typeface="+mn-lt"/>
                  <a:ea typeface="宋体" panose="02010600030101010101" pitchFamily="2" charset="-122"/>
                </a:rPr>
                <a:t>寄存器中</a:t>
              </a:r>
              <a:endParaRPr lang="zh-CN" altLang="en-US" b="1" dirty="0">
                <a:solidFill>
                  <a:srgbClr val="C00000"/>
                </a:solidFill>
                <a:latin typeface="+mn-lt"/>
                <a:ea typeface="宋体" panose="02010600030101010101" pitchFamily="2" charset="-122"/>
              </a:endParaRPr>
            </a:p>
          </p:txBody>
        </p:sp>
        <p:sp>
          <p:nvSpPr>
            <p:cNvPr id="135187" name="Line 11"/>
            <p:cNvSpPr>
              <a:spLocks noChangeShapeType="1"/>
            </p:cNvSpPr>
            <p:nvPr/>
          </p:nvSpPr>
          <p:spPr bwMode="auto">
            <a:xfrm>
              <a:off x="2438" y="1428"/>
              <a:ext cx="686" cy="315"/>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b="1">
                <a:latin typeface="+mn-lt"/>
              </a:endParaRPr>
            </a:p>
          </p:txBody>
        </p:sp>
      </p:grpSp>
      <p:sp>
        <p:nvSpPr>
          <p:cNvPr id="14" name="Rectangle 10"/>
          <p:cNvSpPr>
            <a:spLocks noChangeArrowheads="1"/>
          </p:cNvSpPr>
          <p:nvPr/>
        </p:nvSpPr>
        <p:spPr bwMode="auto">
          <a:xfrm>
            <a:off x="1227138" y="5113338"/>
            <a:ext cx="2286000" cy="1357312"/>
          </a:xfrm>
          <a:prstGeom prst="rect">
            <a:avLst/>
          </a:prstGeom>
          <a:solidFill>
            <a:srgbClr val="CCFFFF"/>
          </a:solidFill>
          <a:ln w="12700">
            <a:solidFill>
              <a:schemeClr val="tx1"/>
            </a:solidFill>
            <a:miter lim="800000"/>
          </a:ln>
          <a:effectLst>
            <a:outerShdw dist="53882" dir="2700000" algn="ctr" rotWithShape="0">
              <a:srgbClr val="993300"/>
            </a:outerShdw>
          </a:effectLst>
        </p:spPr>
        <p:txBody>
          <a:bodyPr wrap="none" lIns="92075" tIns="46038" rIns="92075" bIns="46038" anchor="ctr"/>
          <a:lstStyle/>
          <a:p>
            <a:pPr algn="ctr" eaLnBrk="0" hangingPunct="0">
              <a:defRPr/>
            </a:pPr>
            <a:r>
              <a:rPr lang="en-US" altLang="zh-CN" sz="1800" b="1" dirty="0">
                <a:solidFill>
                  <a:srgbClr val="C00000"/>
                </a:solidFill>
                <a:latin typeface="+mn-lt"/>
                <a:ea typeface="宋体" panose="02010600030101010101" pitchFamily="2" charset="-122"/>
              </a:rPr>
              <a:t>0x80495d8</a:t>
            </a:r>
            <a:r>
              <a:rPr lang="zh-CN" altLang="en-US" sz="1800" b="1" dirty="0">
                <a:solidFill>
                  <a:srgbClr val="C00000"/>
                </a:solidFill>
                <a:latin typeface="+mn-lt"/>
                <a:ea typeface="宋体" panose="02010600030101010101" pitchFamily="2" charset="-122"/>
              </a:rPr>
              <a:t>：</a:t>
            </a:r>
            <a:r>
              <a:rPr lang="en-US" altLang="zh-CN" sz="1800" b="1" dirty="0">
                <a:solidFill>
                  <a:srgbClr val="C00000"/>
                </a:solidFill>
                <a:latin typeface="+mn-lt"/>
                <a:ea typeface="宋体" panose="02010600030101010101" pitchFamily="2" charset="-122"/>
              </a:rPr>
              <a:t>a</a:t>
            </a:r>
            <a:r>
              <a:rPr lang="zh-CN" altLang="en-US" sz="1800" b="1" dirty="0">
                <a:solidFill>
                  <a:srgbClr val="C00000"/>
                </a:solidFill>
                <a:latin typeface="+mn-lt"/>
                <a:ea typeface="宋体" panose="02010600030101010101" pitchFamily="2" charset="-122"/>
              </a:rPr>
              <a:t>变量</a:t>
            </a:r>
            <a:endParaRPr lang="en-US" altLang="zh-CN" sz="1800" b="1" dirty="0">
              <a:solidFill>
                <a:srgbClr val="C00000"/>
              </a:solidFill>
              <a:latin typeface="+mn-lt"/>
              <a:ea typeface="宋体" panose="02010600030101010101" pitchFamily="2" charset="-122"/>
            </a:endParaRPr>
          </a:p>
          <a:p>
            <a:pPr algn="ctr" eaLnBrk="0" hangingPunct="0">
              <a:defRPr/>
            </a:pPr>
            <a:r>
              <a:rPr lang="en-US" altLang="zh-CN" sz="1800" b="1" dirty="0">
                <a:solidFill>
                  <a:srgbClr val="C00000"/>
                </a:solidFill>
                <a:latin typeface="+mn-lt"/>
                <a:ea typeface="宋体" panose="02010600030101010101" pitchFamily="2" charset="-122"/>
              </a:rPr>
              <a:t>0x80495dc</a:t>
            </a:r>
            <a:r>
              <a:rPr lang="zh-CN" altLang="en-US" sz="1800" b="1" dirty="0">
                <a:solidFill>
                  <a:srgbClr val="C00000"/>
                </a:solidFill>
                <a:latin typeface="+mn-lt"/>
                <a:ea typeface="宋体" panose="02010600030101010101" pitchFamily="2" charset="-122"/>
              </a:rPr>
              <a:t>：</a:t>
            </a:r>
            <a:r>
              <a:rPr lang="en-US" altLang="zh-CN" sz="1800" b="1" dirty="0">
                <a:solidFill>
                  <a:srgbClr val="C00000"/>
                </a:solidFill>
                <a:latin typeface="+mn-lt"/>
                <a:ea typeface="宋体" panose="02010600030101010101" pitchFamily="2" charset="-122"/>
              </a:rPr>
              <a:t>b</a:t>
            </a:r>
            <a:r>
              <a:rPr lang="zh-CN" altLang="en-US" sz="1800" b="1" dirty="0">
                <a:solidFill>
                  <a:srgbClr val="C00000"/>
                </a:solidFill>
                <a:latin typeface="+mn-lt"/>
                <a:ea typeface="宋体" panose="02010600030101010101" pitchFamily="2" charset="-122"/>
              </a:rPr>
              <a:t>变量</a:t>
            </a:r>
            <a:endParaRPr lang="en-US" altLang="zh-CN" sz="1800" b="1" dirty="0">
              <a:solidFill>
                <a:srgbClr val="C00000"/>
              </a:solidFill>
              <a:latin typeface="+mn-lt"/>
              <a:ea typeface="宋体" panose="02010600030101010101" pitchFamily="2" charset="-122"/>
            </a:endParaRPr>
          </a:p>
          <a:p>
            <a:pPr algn="ctr" eaLnBrk="0" hangingPunct="0">
              <a:defRPr/>
            </a:pPr>
            <a:r>
              <a:rPr lang="en-US" altLang="zh-CN" sz="1800" b="1" dirty="0">
                <a:solidFill>
                  <a:srgbClr val="C00000"/>
                </a:solidFill>
                <a:latin typeface="+mn-lt"/>
                <a:ea typeface="宋体" panose="02010600030101010101" pitchFamily="2" charset="-122"/>
              </a:rPr>
              <a:t>0x80495e0</a:t>
            </a:r>
            <a:r>
              <a:rPr lang="zh-CN" altLang="en-US" sz="1800" b="1" dirty="0">
                <a:solidFill>
                  <a:srgbClr val="C00000"/>
                </a:solidFill>
                <a:latin typeface="+mn-lt"/>
                <a:ea typeface="宋体" panose="02010600030101010101" pitchFamily="2" charset="-122"/>
              </a:rPr>
              <a:t>：</a:t>
            </a:r>
            <a:r>
              <a:rPr lang="en-US" altLang="zh-CN" sz="1800" b="1" dirty="0">
                <a:solidFill>
                  <a:srgbClr val="C00000"/>
                </a:solidFill>
                <a:latin typeface="+mn-lt"/>
                <a:ea typeface="宋体" panose="02010600030101010101" pitchFamily="2" charset="-122"/>
              </a:rPr>
              <a:t>c</a:t>
            </a:r>
            <a:r>
              <a:rPr lang="zh-CN" altLang="en-US" sz="1800" b="1" dirty="0">
                <a:solidFill>
                  <a:srgbClr val="C00000"/>
                </a:solidFill>
                <a:latin typeface="+mn-lt"/>
                <a:ea typeface="宋体" panose="02010600030101010101" pitchFamily="2" charset="-122"/>
              </a:rPr>
              <a:t>变量</a:t>
            </a:r>
            <a:endParaRPr lang="en-US" altLang="zh-CN" sz="1800" b="1" dirty="0">
              <a:solidFill>
                <a:srgbClr val="C00000"/>
              </a:solidFill>
              <a:latin typeface="+mn-lt"/>
              <a:ea typeface="宋体" panose="02010600030101010101" pitchFamily="2" charset="-122"/>
            </a:endParaRPr>
          </a:p>
          <a:p>
            <a:pPr algn="ctr" eaLnBrk="0" hangingPunct="0">
              <a:defRPr/>
            </a:pPr>
            <a:r>
              <a:rPr lang="en-US" altLang="zh-CN" sz="1800" b="1" dirty="0">
                <a:solidFill>
                  <a:srgbClr val="C00000"/>
                </a:solidFill>
                <a:latin typeface="+mn-lt"/>
                <a:ea typeface="宋体" panose="02010600030101010101" pitchFamily="2" charset="-122"/>
              </a:rPr>
              <a:t>0x80495e4</a:t>
            </a:r>
            <a:r>
              <a:rPr lang="zh-CN" altLang="en-US" sz="1800" b="1" dirty="0">
                <a:solidFill>
                  <a:srgbClr val="C00000"/>
                </a:solidFill>
                <a:latin typeface="+mn-lt"/>
                <a:ea typeface="宋体" panose="02010600030101010101" pitchFamily="2" charset="-122"/>
              </a:rPr>
              <a:t>：</a:t>
            </a:r>
            <a:r>
              <a:rPr lang="en-US" altLang="zh-CN" sz="1800" b="1" dirty="0">
                <a:solidFill>
                  <a:srgbClr val="C00000"/>
                </a:solidFill>
                <a:latin typeface="+mn-lt"/>
                <a:ea typeface="宋体" panose="02010600030101010101" pitchFamily="2" charset="-122"/>
              </a:rPr>
              <a:t>d</a:t>
            </a:r>
            <a:r>
              <a:rPr lang="zh-CN" altLang="en-US" sz="1800" b="1" dirty="0">
                <a:solidFill>
                  <a:srgbClr val="C00000"/>
                </a:solidFill>
                <a:latin typeface="+mn-lt"/>
                <a:ea typeface="宋体" panose="02010600030101010101" pitchFamily="2" charset="-122"/>
              </a:rPr>
              <a:t>变量</a:t>
            </a:r>
            <a:endParaRPr lang="en-US" altLang="zh-CN" sz="1800" b="1" dirty="0">
              <a:solidFill>
                <a:srgbClr val="C00000"/>
              </a:solidFill>
              <a:latin typeface="+mn-lt"/>
              <a:ea typeface="宋体" panose="02010600030101010101" pitchFamily="2" charset="-122"/>
            </a:endParaRPr>
          </a:p>
          <a:p>
            <a:pPr algn="ctr" eaLnBrk="0" hangingPunct="0">
              <a:defRPr/>
            </a:pPr>
            <a:r>
              <a:rPr lang="en-US" altLang="zh-CN" sz="1800" b="1" dirty="0">
                <a:solidFill>
                  <a:srgbClr val="C00000"/>
                </a:solidFill>
                <a:latin typeface="+mn-lt"/>
                <a:ea typeface="宋体" panose="02010600030101010101" pitchFamily="2" charset="-122"/>
              </a:rPr>
              <a:t>0x80495e8</a:t>
            </a:r>
            <a:r>
              <a:rPr lang="zh-CN" altLang="en-US" sz="1800" b="1" dirty="0">
                <a:solidFill>
                  <a:srgbClr val="C00000"/>
                </a:solidFill>
                <a:latin typeface="+mn-lt"/>
                <a:ea typeface="宋体" panose="02010600030101010101" pitchFamily="2" charset="-122"/>
              </a:rPr>
              <a:t>：</a:t>
            </a:r>
            <a:r>
              <a:rPr lang="en-US" altLang="zh-CN" sz="1800" b="1" dirty="0">
                <a:solidFill>
                  <a:srgbClr val="C00000"/>
                </a:solidFill>
                <a:latin typeface="+mn-lt"/>
                <a:ea typeface="宋体" panose="02010600030101010101" pitchFamily="2" charset="-122"/>
              </a:rPr>
              <a:t>e</a:t>
            </a:r>
            <a:r>
              <a:rPr lang="zh-CN" altLang="en-US" sz="1800" b="1" dirty="0">
                <a:solidFill>
                  <a:srgbClr val="C00000"/>
                </a:solidFill>
                <a:latin typeface="+mn-lt"/>
                <a:ea typeface="宋体" panose="02010600030101010101" pitchFamily="2" charset="-122"/>
              </a:rPr>
              <a:t>变量</a:t>
            </a:r>
            <a:endParaRPr lang="zh-CN" altLang="en-US" sz="1800" b="1" dirty="0">
              <a:solidFill>
                <a:srgbClr val="C00000"/>
              </a:solidFill>
              <a:latin typeface="+mn-lt"/>
              <a:ea typeface="宋体" panose="02010600030101010101" pitchFamily="2" charset="-122"/>
            </a:endParaRPr>
          </a:p>
        </p:txBody>
      </p:sp>
      <p:grpSp>
        <p:nvGrpSpPr>
          <p:cNvPr id="135179" name="Group 9"/>
          <p:cNvGrpSpPr/>
          <p:nvPr/>
        </p:nvGrpSpPr>
        <p:grpSpPr bwMode="auto">
          <a:xfrm>
            <a:off x="2241550" y="2584450"/>
            <a:ext cx="5330825" cy="3643313"/>
            <a:chOff x="1628" y="1293"/>
            <a:chExt cx="3189" cy="2295"/>
          </a:xfrm>
        </p:grpSpPr>
        <p:sp>
          <p:nvSpPr>
            <p:cNvPr id="16" name="Rectangle 10"/>
            <p:cNvSpPr>
              <a:spLocks noChangeArrowheads="1"/>
            </p:cNvSpPr>
            <p:nvPr/>
          </p:nvSpPr>
          <p:spPr bwMode="auto">
            <a:xfrm>
              <a:off x="1628" y="1293"/>
              <a:ext cx="1325" cy="225"/>
            </a:xfrm>
            <a:prstGeom prst="rect">
              <a:avLst/>
            </a:prstGeom>
            <a:solidFill>
              <a:srgbClr val="CCFFFF"/>
            </a:solidFill>
            <a:ln w="12700">
              <a:solidFill>
                <a:schemeClr val="tx1"/>
              </a:solidFill>
              <a:miter lim="800000"/>
            </a:ln>
            <a:effectLst>
              <a:outerShdw dist="53882" dir="2700000" algn="ctr" rotWithShape="0">
                <a:srgbClr val="993300"/>
              </a:outerShdw>
            </a:effectLst>
          </p:spPr>
          <p:txBody>
            <a:bodyPr wrap="none" lIns="92075" tIns="46038" rIns="92075" bIns="46038" anchor="ctr"/>
            <a:lstStyle/>
            <a:p>
              <a:pPr algn="ctr" eaLnBrk="0" hangingPunct="0">
                <a:defRPr/>
              </a:pPr>
              <a:r>
                <a:rPr lang="en-US" altLang="zh-CN" b="1" dirty="0" err="1">
                  <a:solidFill>
                    <a:srgbClr val="C00000"/>
                  </a:solidFill>
                  <a:latin typeface="+mn-lt"/>
                  <a:ea typeface="宋体" panose="02010600030101010101" pitchFamily="2" charset="-122"/>
                </a:rPr>
                <a:t>ecx</a:t>
              </a:r>
              <a:r>
                <a:rPr lang="en-US" altLang="zh-CN" b="1" dirty="0" err="1">
                  <a:solidFill>
                    <a:srgbClr val="C00000"/>
                  </a:solidFill>
                  <a:latin typeface="+mn-lt"/>
                  <a:ea typeface="宋体" panose="02010600030101010101" pitchFamily="2" charset="-122"/>
                  <a:sym typeface="Wingdings" panose="05000000000000000000" pitchFamily="2" charset="2"/>
                </a:rPr>
                <a:t>ecx</a:t>
              </a:r>
              <a:r>
                <a:rPr lang="en-US" altLang="zh-CN" b="1" dirty="0">
                  <a:solidFill>
                    <a:srgbClr val="C00000"/>
                  </a:solidFill>
                  <a:latin typeface="+mn-lt"/>
                  <a:ea typeface="宋体" panose="02010600030101010101" pitchFamily="2" charset="-122"/>
                  <a:sym typeface="Wingdings" panose="05000000000000000000" pitchFamily="2" charset="2"/>
                </a:rPr>
                <a:t> + </a:t>
              </a:r>
              <a:r>
                <a:rPr lang="en-US" altLang="zh-CN" b="1" dirty="0" err="1">
                  <a:solidFill>
                    <a:srgbClr val="C00000"/>
                  </a:solidFill>
                  <a:latin typeface="+mn-lt"/>
                  <a:ea typeface="宋体" panose="02010600030101010101" pitchFamily="2" charset="-122"/>
                  <a:sym typeface="Wingdings" panose="05000000000000000000" pitchFamily="2" charset="2"/>
                </a:rPr>
                <a:t>eax</a:t>
              </a:r>
              <a:endParaRPr lang="zh-CN" altLang="en-US" b="1" dirty="0">
                <a:solidFill>
                  <a:srgbClr val="C00000"/>
                </a:solidFill>
                <a:latin typeface="+mn-lt"/>
                <a:ea typeface="宋体" panose="02010600030101010101" pitchFamily="2" charset="-122"/>
              </a:endParaRPr>
            </a:p>
          </p:txBody>
        </p:sp>
        <p:sp>
          <p:nvSpPr>
            <p:cNvPr id="135181" name="Line 11"/>
            <p:cNvSpPr>
              <a:spLocks noChangeShapeType="1"/>
            </p:cNvSpPr>
            <p:nvPr/>
          </p:nvSpPr>
          <p:spPr bwMode="auto">
            <a:xfrm>
              <a:off x="2483" y="1518"/>
              <a:ext cx="684" cy="27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b="1">
                <a:latin typeface="+mn-lt"/>
              </a:endParaRPr>
            </a:p>
          </p:txBody>
        </p:sp>
        <p:sp>
          <p:nvSpPr>
            <p:cNvPr id="18" name="Rectangle 10"/>
            <p:cNvSpPr>
              <a:spLocks noChangeArrowheads="1"/>
            </p:cNvSpPr>
            <p:nvPr/>
          </p:nvSpPr>
          <p:spPr bwMode="auto">
            <a:xfrm>
              <a:off x="1628" y="1968"/>
              <a:ext cx="1325" cy="225"/>
            </a:xfrm>
            <a:prstGeom prst="rect">
              <a:avLst/>
            </a:prstGeom>
            <a:solidFill>
              <a:srgbClr val="CCFFFF"/>
            </a:solidFill>
            <a:ln w="12700">
              <a:solidFill>
                <a:schemeClr val="tx1"/>
              </a:solidFill>
              <a:miter lim="800000"/>
            </a:ln>
            <a:effectLst>
              <a:outerShdw dist="53882" dir="2700000" algn="ctr" rotWithShape="0">
                <a:srgbClr val="993300"/>
              </a:outerShdw>
            </a:effectLst>
          </p:spPr>
          <p:txBody>
            <a:bodyPr wrap="none" lIns="92075" tIns="46038" rIns="92075" bIns="46038" anchor="ctr"/>
            <a:lstStyle/>
            <a:p>
              <a:pPr algn="ctr" eaLnBrk="0" hangingPunct="0">
                <a:defRPr/>
              </a:pPr>
              <a:r>
                <a:rPr lang="en-US" altLang="zh-CN" b="1" dirty="0" err="1">
                  <a:solidFill>
                    <a:srgbClr val="C00000"/>
                  </a:solidFill>
                  <a:latin typeface="+mn-lt"/>
                  <a:ea typeface="宋体" panose="02010600030101010101" pitchFamily="2" charset="-122"/>
                </a:rPr>
                <a:t>eax</a:t>
              </a:r>
              <a:r>
                <a:rPr lang="en-US" altLang="zh-CN" b="1" dirty="0" err="1">
                  <a:solidFill>
                    <a:srgbClr val="C00000"/>
                  </a:solidFill>
                  <a:latin typeface="+mn-lt"/>
                  <a:ea typeface="宋体" panose="02010600030101010101" pitchFamily="2" charset="-122"/>
                  <a:sym typeface="Wingdings" panose="05000000000000000000" pitchFamily="2" charset="2"/>
                </a:rPr>
                <a:t>eax</a:t>
              </a:r>
              <a:r>
                <a:rPr lang="en-US" altLang="zh-CN" b="1" dirty="0">
                  <a:solidFill>
                    <a:srgbClr val="C00000"/>
                  </a:solidFill>
                  <a:latin typeface="+mn-lt"/>
                  <a:ea typeface="宋体" panose="02010600030101010101" pitchFamily="2" charset="-122"/>
                  <a:sym typeface="Wingdings" panose="05000000000000000000" pitchFamily="2" charset="2"/>
                </a:rPr>
                <a:t> - </a:t>
              </a:r>
              <a:r>
                <a:rPr lang="en-US" altLang="zh-CN" b="1" dirty="0" err="1">
                  <a:solidFill>
                    <a:srgbClr val="C00000"/>
                  </a:solidFill>
                  <a:latin typeface="+mn-lt"/>
                  <a:ea typeface="宋体" panose="02010600030101010101" pitchFamily="2" charset="-122"/>
                  <a:sym typeface="Wingdings" panose="05000000000000000000" pitchFamily="2" charset="2"/>
                </a:rPr>
                <a:t>eax</a:t>
              </a:r>
              <a:endParaRPr lang="zh-CN" altLang="en-US" b="1" dirty="0">
                <a:solidFill>
                  <a:srgbClr val="C00000"/>
                </a:solidFill>
                <a:latin typeface="+mn-lt"/>
                <a:ea typeface="宋体" panose="02010600030101010101" pitchFamily="2" charset="-122"/>
              </a:endParaRPr>
            </a:p>
          </p:txBody>
        </p:sp>
        <p:sp>
          <p:nvSpPr>
            <p:cNvPr id="135183" name="Line 11"/>
            <p:cNvSpPr>
              <a:spLocks noChangeShapeType="1"/>
            </p:cNvSpPr>
            <p:nvPr/>
          </p:nvSpPr>
          <p:spPr bwMode="auto">
            <a:xfrm>
              <a:off x="2766" y="2230"/>
              <a:ext cx="513" cy="18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b="1">
                <a:latin typeface="+mn-lt"/>
              </a:endParaRPr>
            </a:p>
          </p:txBody>
        </p:sp>
        <p:sp>
          <p:nvSpPr>
            <p:cNvPr id="20" name="Rectangle 10"/>
            <p:cNvSpPr>
              <a:spLocks noChangeArrowheads="1"/>
            </p:cNvSpPr>
            <p:nvPr/>
          </p:nvSpPr>
          <p:spPr bwMode="auto">
            <a:xfrm>
              <a:off x="2611" y="3363"/>
              <a:ext cx="2206" cy="225"/>
            </a:xfrm>
            <a:prstGeom prst="rect">
              <a:avLst/>
            </a:prstGeom>
            <a:solidFill>
              <a:srgbClr val="CCFFFF"/>
            </a:solidFill>
            <a:ln w="12700">
              <a:solidFill>
                <a:schemeClr val="tx1"/>
              </a:solidFill>
              <a:miter lim="800000"/>
            </a:ln>
            <a:effectLst>
              <a:outerShdw dist="53882" dir="2700000" algn="ctr" rotWithShape="0">
                <a:srgbClr val="993300"/>
              </a:outerShdw>
            </a:effectLst>
          </p:spPr>
          <p:txBody>
            <a:bodyPr wrap="none" lIns="92075" tIns="46038" rIns="92075" bIns="46038" anchor="ctr"/>
            <a:lstStyle/>
            <a:p>
              <a:pPr algn="ctr" eaLnBrk="0" hangingPunct="0">
                <a:defRPr/>
              </a:pPr>
              <a:r>
                <a:rPr lang="en-US" altLang="zh-CN" b="1" dirty="0" err="1">
                  <a:solidFill>
                    <a:srgbClr val="C00000"/>
                  </a:solidFill>
                  <a:latin typeface="+mn-lt"/>
                  <a:ea typeface="宋体" panose="02010600030101010101" pitchFamily="2" charset="-122"/>
                </a:rPr>
                <a:t>eax</a:t>
              </a:r>
              <a:r>
                <a:rPr lang="en-US" altLang="zh-CN" b="1" dirty="0">
                  <a:solidFill>
                    <a:srgbClr val="C00000"/>
                  </a:solidFill>
                  <a:latin typeface="+mn-lt"/>
                  <a:ea typeface="宋体" panose="02010600030101010101" pitchFamily="2" charset="-122"/>
                  <a:sym typeface="Wingdings" panose="05000000000000000000" pitchFamily="2" charset="2"/>
                </a:rPr>
                <a:t>(</a:t>
              </a:r>
              <a:r>
                <a:rPr lang="en-US" altLang="zh-CN" b="1" dirty="0" err="1">
                  <a:solidFill>
                    <a:srgbClr val="C00000"/>
                  </a:solidFill>
                  <a:latin typeface="+mn-lt"/>
                  <a:ea typeface="宋体" panose="02010600030101010101" pitchFamily="2" charset="-122"/>
                  <a:sym typeface="Wingdings" panose="05000000000000000000" pitchFamily="2" charset="2"/>
                </a:rPr>
                <a:t>eax</a:t>
              </a:r>
              <a:r>
                <a:rPr lang="en-US" altLang="zh-CN" b="1" dirty="0">
                  <a:solidFill>
                    <a:srgbClr val="C00000"/>
                  </a:solidFill>
                  <a:latin typeface="+mn-lt"/>
                  <a:ea typeface="宋体" panose="02010600030101010101" pitchFamily="2" charset="-122"/>
                  <a:sym typeface="Wingdings" panose="05000000000000000000" pitchFamily="2" charset="2"/>
                </a:rPr>
                <a:t> * </a:t>
              </a:r>
              <a:r>
                <a:rPr lang="en-US" altLang="zh-CN" b="1" dirty="0" err="1">
                  <a:solidFill>
                    <a:srgbClr val="C00000"/>
                  </a:solidFill>
                  <a:latin typeface="+mn-lt"/>
                  <a:ea typeface="宋体" panose="02010600030101010101" pitchFamily="2" charset="-122"/>
                  <a:sym typeface="Wingdings" panose="05000000000000000000" pitchFamily="2" charset="2"/>
                </a:rPr>
                <a:t>eax</a:t>
              </a:r>
              <a:r>
                <a:rPr lang="en-US" altLang="zh-CN" b="1" dirty="0">
                  <a:solidFill>
                    <a:srgbClr val="C00000"/>
                  </a:solidFill>
                  <a:latin typeface="+mn-lt"/>
                  <a:ea typeface="宋体" panose="02010600030101010101" pitchFamily="2" charset="-122"/>
                  <a:sym typeface="Wingdings" panose="05000000000000000000" pitchFamily="2" charset="2"/>
                </a:rPr>
                <a:t>)</a:t>
              </a:r>
              <a:r>
                <a:rPr lang="zh-CN" altLang="en-US" b="1" dirty="0">
                  <a:solidFill>
                    <a:srgbClr val="C00000"/>
                  </a:solidFill>
                  <a:latin typeface="+mn-lt"/>
                  <a:ea typeface="宋体" panose="02010600030101010101" pitchFamily="2" charset="-122"/>
                  <a:sym typeface="Wingdings" panose="05000000000000000000" pitchFamily="2" charset="2"/>
                </a:rPr>
                <a:t>的低</a:t>
              </a:r>
              <a:r>
                <a:rPr lang="en-US" altLang="zh-CN" b="1" dirty="0">
                  <a:solidFill>
                    <a:srgbClr val="C00000"/>
                  </a:solidFill>
                  <a:latin typeface="+mn-lt"/>
                  <a:ea typeface="宋体" panose="02010600030101010101" pitchFamily="2" charset="-122"/>
                  <a:sym typeface="Wingdings" panose="05000000000000000000" pitchFamily="2" charset="2"/>
                </a:rPr>
                <a:t>32</a:t>
              </a:r>
              <a:r>
                <a:rPr lang="zh-CN" altLang="en-US" b="1" dirty="0">
                  <a:solidFill>
                    <a:srgbClr val="C00000"/>
                  </a:solidFill>
                  <a:latin typeface="+mn-lt"/>
                  <a:ea typeface="宋体" panose="02010600030101010101" pitchFamily="2" charset="-122"/>
                  <a:sym typeface="Wingdings" panose="05000000000000000000" pitchFamily="2" charset="2"/>
                </a:rPr>
                <a:t>位</a:t>
              </a:r>
              <a:endParaRPr lang="zh-CN" altLang="en-US" b="1" dirty="0">
                <a:solidFill>
                  <a:srgbClr val="C00000"/>
                </a:solidFill>
                <a:latin typeface="+mn-lt"/>
                <a:ea typeface="宋体" panose="02010600030101010101" pitchFamily="2" charset="-122"/>
              </a:endParaRPr>
            </a:p>
          </p:txBody>
        </p:sp>
        <p:sp>
          <p:nvSpPr>
            <p:cNvPr id="135185" name="Line 11"/>
            <p:cNvSpPr>
              <a:spLocks noChangeShapeType="1"/>
            </p:cNvSpPr>
            <p:nvPr/>
          </p:nvSpPr>
          <p:spPr bwMode="auto">
            <a:xfrm flipV="1">
              <a:off x="3364" y="2725"/>
              <a:ext cx="385" cy="54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b="1">
                <a:latin typeface="+mn-lt"/>
              </a:endParaRPr>
            </a:p>
          </p:txBody>
        </p:sp>
      </p:grpSp>
    </p:spTree>
  </p:cSld>
  <p:clrMapOvr>
    <a:masterClrMapping/>
  </p:clrMapOvr>
  <p:transition/>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标题 1"/>
          <p:cNvSpPr>
            <a:spLocks noGrp="1"/>
          </p:cNvSpPr>
          <p:nvPr>
            <p:ph type="title"/>
          </p:nvPr>
        </p:nvSpPr>
        <p:spPr/>
        <p:txBody>
          <a:bodyPr/>
          <a:lstStyle/>
          <a:p>
            <a:pPr algn="ctr"/>
            <a:r>
              <a:rPr lang="en-US" altLang="zh-CN" b="1" dirty="0" smtClean="0">
                <a:solidFill>
                  <a:srgbClr val="FFFFFF"/>
                </a:solidFill>
                <a:ea typeface="隶书" panose="02010509060101010101" pitchFamily="49" charset="-122"/>
              </a:rPr>
              <a:t>2.6.3   </a:t>
            </a:r>
            <a:r>
              <a:rPr lang="zh-CN" altLang="en-US" b="1" dirty="0" smtClean="0">
                <a:solidFill>
                  <a:srgbClr val="FFFFFF"/>
                </a:solidFill>
                <a:ea typeface="隶书" panose="02010509060101010101" pitchFamily="49" charset="-122"/>
              </a:rPr>
              <a:t>数值类型的计算误差问题</a:t>
            </a:r>
            <a:endParaRPr lang="zh-CN" altLang="en-US" b="1" dirty="0">
              <a:solidFill>
                <a:srgbClr val="FFFFFF"/>
              </a:solidFill>
              <a:ea typeface="隶书" panose="02010509060101010101" pitchFamily="49" charset="-122"/>
            </a:endParaRPr>
          </a:p>
        </p:txBody>
      </p:sp>
      <p:sp>
        <p:nvSpPr>
          <p:cNvPr id="4" name="Rectangle 3"/>
          <p:cNvSpPr>
            <a:spLocks noChangeArrowheads="1"/>
          </p:cNvSpPr>
          <p:nvPr/>
        </p:nvSpPr>
        <p:spPr bwMode="auto">
          <a:xfrm>
            <a:off x="827037" y="1412776"/>
            <a:ext cx="7272338" cy="1727200"/>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Font typeface="Wingdings" panose="05000000000000000000" pitchFamily="2" charset="2"/>
              <a:buNone/>
            </a:pPr>
            <a:r>
              <a:rPr lang="zh-CN" altLang="en-US" b="1" dirty="0">
                <a:solidFill>
                  <a:srgbClr val="FFFF00"/>
                </a:solidFill>
                <a:latin typeface="宋体" panose="02010600030101010101" pitchFamily="2" charset="-122"/>
                <a:ea typeface="华文楷体" panose="02010600040101010101" pitchFamily="2" charset="-122"/>
              </a:rPr>
              <a:t>计算误差问题：</a:t>
            </a:r>
            <a:r>
              <a:rPr lang="zh-CN" altLang="en-US" sz="2500" b="1" dirty="0">
                <a:latin typeface="宋体" panose="02010600030101010101" pitchFamily="2" charset="-122"/>
                <a:ea typeface="华文楷体" panose="02010600040101010101" pitchFamily="2" charset="-122"/>
              </a:rPr>
              <a:t>受字长限制，计算机无法表示无限位数的整数或实数；实数还存在表示精度的问题。一旦操作数过大、过小或者两个操作数相差过大，可能产生不准确或者完全错误的数据。</a:t>
            </a:r>
            <a:endParaRPr lang="zh-CN" altLang="en-US" b="1" dirty="0"/>
          </a:p>
        </p:txBody>
      </p:sp>
      <p:sp>
        <p:nvSpPr>
          <p:cNvPr id="5" name="Rectangle 4"/>
          <p:cNvSpPr>
            <a:spLocks noChangeArrowheads="1"/>
          </p:cNvSpPr>
          <p:nvPr/>
        </p:nvSpPr>
        <p:spPr bwMode="auto">
          <a:xfrm>
            <a:off x="827037" y="3284438"/>
            <a:ext cx="7345363" cy="2879725"/>
          </a:xfrm>
          <a:prstGeom prst="rect">
            <a:avLst/>
          </a:prstGeom>
          <a:noFill/>
          <a:ln w="9525">
            <a:solidFill>
              <a:srgbClr val="00808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Font typeface="Wingdings" panose="05000000000000000000" pitchFamily="2" charset="2"/>
              <a:buNone/>
            </a:pPr>
            <a:r>
              <a:rPr lang="zh-CN" altLang="en-US" b="1" dirty="0">
                <a:latin typeface="华文楷体" panose="02010600040101010101" pitchFamily="2" charset="-122"/>
                <a:ea typeface="华文楷体" panose="02010600040101010101" pitchFamily="2" charset="-122"/>
              </a:rPr>
              <a:t>计算误差的类别：</a:t>
            </a:r>
            <a:endParaRPr lang="zh-CN" altLang="en-US" b="1" dirty="0">
              <a:latin typeface="华文楷体" panose="02010600040101010101" pitchFamily="2" charset="-122"/>
              <a:ea typeface="华文楷体" panose="02010600040101010101" pitchFamily="2" charset="-122"/>
            </a:endParaRPr>
          </a:p>
          <a:p>
            <a:pPr marL="522605" lvl="1" indent="-342900" algn="l" eaLnBrk="1" hangingPunct="1">
              <a:buClr>
                <a:srgbClr val="00B0F0"/>
              </a:buClr>
              <a:buFont typeface="Wingdings" panose="05000000000000000000" pitchFamily="2" charset="2"/>
              <a:buChar char="u"/>
            </a:pPr>
            <a:r>
              <a:rPr lang="zh-CN" altLang="en-US" b="1" dirty="0">
                <a:latin typeface="宋体" panose="02010600030101010101" pitchFamily="2" charset="-122"/>
                <a:ea typeface="华文楷体" panose="02010600040101010101" pitchFamily="2" charset="-122"/>
              </a:rPr>
              <a:t> </a:t>
            </a:r>
            <a:r>
              <a:rPr lang="zh-CN" altLang="en-US" b="1" dirty="0">
                <a:solidFill>
                  <a:srgbClr val="FFFF00"/>
                </a:solidFill>
                <a:latin typeface="宋体" panose="02010600030101010101" pitchFamily="2" charset="-122"/>
                <a:ea typeface="华文楷体" panose="02010600040101010101" pitchFamily="2" charset="-122"/>
              </a:rPr>
              <a:t>上溢：</a:t>
            </a:r>
            <a:r>
              <a:rPr lang="zh-CN" altLang="en-US" sz="2000" b="1" dirty="0">
                <a:latin typeface="宋体" panose="02010600030101010101" pitchFamily="2" charset="-122"/>
                <a:ea typeface="华文楷体" panose="02010600040101010101" pitchFamily="2" charset="-122"/>
              </a:rPr>
              <a:t>运算结果过大，超过数据类型的可表示范围之外的一种错误状态</a:t>
            </a:r>
            <a:r>
              <a:rPr lang="zh-CN" altLang="en-US" b="1" dirty="0">
                <a:latin typeface="宋体" panose="02010600030101010101" pitchFamily="2" charset="-122"/>
                <a:ea typeface="华文楷体" panose="02010600040101010101" pitchFamily="2" charset="-122"/>
              </a:rPr>
              <a:t> </a:t>
            </a:r>
            <a:endParaRPr lang="zh-CN" altLang="en-US" b="1" dirty="0">
              <a:latin typeface="宋体" panose="02010600030101010101" pitchFamily="2" charset="-122"/>
              <a:ea typeface="华文楷体" panose="02010600040101010101" pitchFamily="2" charset="-122"/>
            </a:endParaRPr>
          </a:p>
          <a:p>
            <a:pPr marL="522605" lvl="1" indent="-342900" algn="l" eaLnBrk="1" hangingPunct="1">
              <a:buClr>
                <a:srgbClr val="00B0F0"/>
              </a:buClr>
              <a:buFont typeface="Wingdings" panose="05000000000000000000" pitchFamily="2" charset="2"/>
              <a:buChar char="u"/>
            </a:pPr>
            <a:r>
              <a:rPr lang="zh-CN" altLang="en-US" b="1" dirty="0">
                <a:latin typeface="宋体" panose="02010600030101010101" pitchFamily="2" charset="-122"/>
                <a:ea typeface="华文楷体" panose="02010600040101010101" pitchFamily="2" charset="-122"/>
              </a:rPr>
              <a:t> </a:t>
            </a:r>
            <a:r>
              <a:rPr lang="zh-CN" altLang="en-US" b="1" dirty="0">
                <a:solidFill>
                  <a:srgbClr val="FFFF00"/>
                </a:solidFill>
                <a:latin typeface="宋体" panose="02010600030101010101" pitchFamily="2" charset="-122"/>
                <a:ea typeface="华文楷体" panose="02010600040101010101" pitchFamily="2" charset="-122"/>
              </a:rPr>
              <a:t>下溢：</a:t>
            </a:r>
            <a:r>
              <a:rPr lang="zh-CN" altLang="en-US" sz="2000" b="1" dirty="0">
                <a:latin typeface="宋体" panose="02010600030101010101" pitchFamily="2" charset="-122"/>
                <a:ea typeface="华文楷体" panose="02010600040101010101" pitchFamily="2" charset="-122"/>
              </a:rPr>
              <a:t>数据小于最小可表示数值时产生的一种错误状态；整数不会下溢；</a:t>
            </a:r>
            <a:r>
              <a:rPr lang="zh-CN" altLang="en-US" sz="2900" b="1" dirty="0"/>
              <a:t> </a:t>
            </a:r>
            <a:endParaRPr lang="zh-CN" altLang="en-US" b="1" dirty="0">
              <a:latin typeface="宋体" panose="02010600030101010101" pitchFamily="2" charset="-122"/>
              <a:ea typeface="华文楷体" panose="02010600040101010101" pitchFamily="2" charset="-122"/>
            </a:endParaRPr>
          </a:p>
          <a:p>
            <a:pPr marL="522605" lvl="1" indent="-342900" algn="l" eaLnBrk="1" hangingPunct="1">
              <a:buClr>
                <a:srgbClr val="00B0F0"/>
              </a:buClr>
              <a:buFont typeface="Wingdings" panose="05000000000000000000" pitchFamily="2" charset="2"/>
              <a:buChar char="u"/>
            </a:pPr>
            <a:r>
              <a:rPr lang="zh-CN" altLang="en-US" b="1" dirty="0">
                <a:latin typeface="宋体" panose="02010600030101010101" pitchFamily="2" charset="-122"/>
                <a:ea typeface="华文楷体" panose="02010600040101010101" pitchFamily="2" charset="-122"/>
              </a:rPr>
              <a:t> </a:t>
            </a:r>
            <a:r>
              <a:rPr lang="zh-CN" altLang="en-US" b="1" dirty="0">
                <a:solidFill>
                  <a:srgbClr val="FFFF00"/>
                </a:solidFill>
                <a:latin typeface="宋体" panose="02010600030101010101" pitchFamily="2" charset="-122"/>
                <a:ea typeface="华文楷体" panose="02010600040101010101" pitchFamily="2" charset="-122"/>
              </a:rPr>
              <a:t>可表示误差：</a:t>
            </a:r>
            <a:r>
              <a:rPr lang="zh-CN" altLang="en-US" sz="2000" b="1" dirty="0">
                <a:latin typeface="宋体" panose="02010600030101010101" pitchFamily="2" charset="-122"/>
                <a:ea typeface="华文楷体" panose="02010600040101010101" pitchFamily="2" charset="-122"/>
              </a:rPr>
              <a:t>计算机无法表示无限数位的实数 </a:t>
            </a:r>
            <a:endParaRPr lang="zh-CN" altLang="en-US" sz="2000" b="1" dirty="0">
              <a:latin typeface="宋体" panose="02010600030101010101" pitchFamily="2" charset="-122"/>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51204" name="Rectangle 4"/>
          <p:cNvSpPr>
            <a:spLocks noChangeArrowheads="1"/>
          </p:cNvSpPr>
          <p:nvPr/>
        </p:nvSpPr>
        <p:spPr bwMode="auto">
          <a:xfrm>
            <a:off x="1042988" y="1655763"/>
            <a:ext cx="7888287" cy="504825"/>
          </a:xfrm>
          <a:prstGeom prst="rect">
            <a:avLst/>
          </a:prstGeom>
          <a:solidFill>
            <a:srgbClr val="ECECEC"/>
          </a:solidFill>
          <a:ln w="9525">
            <a:solidFill>
              <a:schemeClr val="tx1"/>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zh-CN" altLang="en-US" sz="2000" b="1" dirty="0" smtClean="0">
                <a:solidFill>
                  <a:srgbClr val="000000"/>
                </a:solidFill>
                <a:latin typeface="Times New Roman" panose="02020603050405020304" pitchFamily="18" charset="0"/>
                <a:ea typeface="华文楷体" panose="02010600040101010101" pitchFamily="2" charset="-122"/>
              </a:rPr>
              <a:t>例题    </a:t>
            </a:r>
            <a:r>
              <a:rPr lang="en-US" altLang="zh-CN" sz="2000" b="1" dirty="0" smtClean="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整型数据溢出示例，</a:t>
            </a:r>
            <a:r>
              <a:rPr lang="en-US" altLang="zh-CN" sz="2000" b="1" dirty="0">
                <a:solidFill>
                  <a:srgbClr val="000000"/>
                </a:solidFill>
                <a:latin typeface="Times New Roman" panose="02020603050405020304" pitchFamily="18" charset="0"/>
                <a:ea typeface="华文楷体" panose="02010600040101010101" pitchFamily="2" charset="-122"/>
              </a:rPr>
              <a:t>32767</a:t>
            </a:r>
            <a:r>
              <a:rPr lang="zh-CN" altLang="en-US" sz="2000" b="1" dirty="0">
                <a:solidFill>
                  <a:srgbClr val="000000"/>
                </a:solidFill>
                <a:latin typeface="Times New Roman" panose="02020603050405020304" pitchFamily="18" charset="0"/>
                <a:ea typeface="华文楷体" panose="02010600040101010101" pitchFamily="2" charset="-122"/>
              </a:rPr>
              <a:t>加</a:t>
            </a:r>
            <a:r>
              <a:rPr lang="en-US" altLang="zh-CN" sz="2000" b="1" dirty="0">
                <a:solidFill>
                  <a:srgbClr val="000000"/>
                </a:solidFill>
                <a:latin typeface="Times New Roman" panose="02020603050405020304" pitchFamily="18" charset="0"/>
                <a:ea typeface="华文楷体" panose="02010600040101010101" pitchFamily="2" charset="-122"/>
              </a:rPr>
              <a:t>1</a:t>
            </a:r>
            <a:r>
              <a:rPr lang="zh-CN" altLang="en-US" sz="2000" b="1" dirty="0">
                <a:solidFill>
                  <a:srgbClr val="000000"/>
                </a:solidFill>
                <a:latin typeface="Times New Roman" panose="02020603050405020304" pitchFamily="18" charset="0"/>
                <a:ea typeface="华文楷体" panose="02010600040101010101" pitchFamily="2" charset="-122"/>
              </a:rPr>
              <a:t>运算</a:t>
            </a:r>
            <a:r>
              <a:rPr lang="zh-CN" altLang="en-US" sz="2000" b="1" dirty="0" smtClean="0">
                <a:solidFill>
                  <a:srgbClr val="000000"/>
                </a:solidFill>
                <a:latin typeface="Times New Roman" panose="02020603050405020304" pitchFamily="18" charset="0"/>
                <a:ea typeface="华文楷体" panose="02010600040101010101" pitchFamily="2" charset="-122"/>
              </a:rPr>
              <a:t>。</a:t>
            </a:r>
            <a:endParaRPr lang="zh-CN" altLang="en-US" sz="1600" b="1" dirty="0">
              <a:solidFill>
                <a:srgbClr val="000000"/>
              </a:solidFill>
              <a:latin typeface="Times New Roman" panose="02020603050405020304" pitchFamily="18" charset="0"/>
              <a:ea typeface="华文楷体" panose="02010600040101010101" pitchFamily="2" charset="-122"/>
            </a:endParaRPr>
          </a:p>
        </p:txBody>
      </p:sp>
      <p:sp>
        <p:nvSpPr>
          <p:cNvPr id="51205"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118790" name="Rectangle 6"/>
          <p:cNvSpPr>
            <a:spLocks noChangeArrowheads="1"/>
          </p:cNvSpPr>
          <p:nvPr/>
        </p:nvSpPr>
        <p:spPr bwMode="auto">
          <a:xfrm>
            <a:off x="1042988" y="2160588"/>
            <a:ext cx="7888287" cy="3860800"/>
          </a:xfrm>
          <a:prstGeom prst="rect">
            <a:avLst/>
          </a:prstGeom>
          <a:solidFill>
            <a:schemeClr val="tx1"/>
          </a:solidFill>
          <a:ln w="9525">
            <a:solidFill>
              <a:schemeClr val="tx1"/>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l" eaLnBrk="1" hangingPunct="1">
              <a:lnSpc>
                <a:spcPct val="80000"/>
              </a:lnSpc>
              <a:spcBef>
                <a:spcPct val="0"/>
              </a:spcBef>
              <a:buFont typeface="Wingdings" panose="05000000000000000000" pitchFamily="2" charset="2"/>
              <a:buNone/>
            </a:pPr>
            <a:r>
              <a:rPr lang="zh-CN" altLang="zh-CN" sz="2000" b="1" noProof="1" smtClean="0">
                <a:solidFill>
                  <a:srgbClr val="000000"/>
                </a:solidFill>
                <a:latin typeface="Times New Roman" panose="02020603050405020304" pitchFamily="18" charset="0"/>
                <a:ea typeface="华文楷体" panose="02010600040101010101" pitchFamily="2" charset="-122"/>
              </a:rPr>
              <a:t>/</a:t>
            </a:r>
            <a:r>
              <a:rPr lang="en-US" altLang="zh-CN" sz="2000" b="1" noProof="1" smtClean="0">
                <a:solidFill>
                  <a:srgbClr val="000000"/>
                </a:solidFill>
                <a:latin typeface="Times New Roman" panose="02020603050405020304" pitchFamily="18" charset="0"/>
                <a:ea typeface="华文楷体" panose="02010600040101010101" pitchFamily="2" charset="-122"/>
              </a:rPr>
              <a:t>/</a:t>
            </a:r>
            <a:r>
              <a:rPr lang="zh-CN" altLang="en-US" sz="2000" b="1" noProof="1" smtClean="0">
                <a:solidFill>
                  <a:srgbClr val="000000"/>
                </a:solidFill>
                <a:latin typeface="Times New Roman" panose="02020603050405020304" pitchFamily="18" charset="0"/>
                <a:ea typeface="华文楷体" panose="02010600040101010101" pitchFamily="2" charset="-122"/>
              </a:rPr>
              <a:t>整型</a:t>
            </a:r>
            <a:r>
              <a:rPr lang="zh-CN" altLang="en-US" sz="2000" b="1" noProof="1">
                <a:solidFill>
                  <a:srgbClr val="000000"/>
                </a:solidFill>
                <a:latin typeface="Times New Roman" panose="02020603050405020304" pitchFamily="18" charset="0"/>
                <a:ea typeface="华文楷体" panose="02010600040101010101" pitchFamily="2" charset="-122"/>
              </a:rPr>
              <a:t>数据溢出范例</a:t>
            </a:r>
            <a:r>
              <a:rPr lang="zh-CN" altLang="en-US" sz="2000" b="1" noProof="1" smtClean="0">
                <a:solidFill>
                  <a:srgbClr val="000000"/>
                </a:solidFill>
                <a:latin typeface="Times New Roman" panose="02020603050405020304" pitchFamily="18" charset="0"/>
                <a:ea typeface="华文楷体" panose="02010600040101010101" pitchFamily="2" charset="-122"/>
              </a:rPr>
              <a:t>。</a:t>
            </a:r>
            <a:endParaRPr lang="en-US" altLang="zh-CN" sz="2000" b="1" noProof="1" smtClean="0">
              <a:solidFill>
                <a:srgbClr val="000000"/>
              </a:solidFill>
              <a:latin typeface="Times New Roman" panose="02020603050405020304" pitchFamily="18" charset="0"/>
              <a:ea typeface="华文楷体" panose="02010600040101010101" pitchFamily="2" charset="-122"/>
            </a:endParaRPr>
          </a:p>
          <a:p>
            <a:pPr lvl="1" algn="l" eaLnBrk="1" hangingPunct="1">
              <a:lnSpc>
                <a:spcPct val="80000"/>
              </a:lnSpc>
              <a:spcBef>
                <a:spcPct val="0"/>
              </a:spcBef>
              <a:buFont typeface="Wingdings" panose="05000000000000000000" pitchFamily="2" charset="2"/>
              <a:buNone/>
            </a:pPr>
            <a:r>
              <a:rPr lang="en-US" altLang="zh-CN" sz="2000" b="1" noProof="1" smtClean="0">
                <a:solidFill>
                  <a:srgbClr val="000000"/>
                </a:solidFill>
                <a:latin typeface="Times New Roman" panose="02020603050405020304" pitchFamily="18" charset="0"/>
                <a:ea typeface="华文楷体" panose="02010600040101010101" pitchFamily="2" charset="-122"/>
              </a:rPr>
              <a:t>#</a:t>
            </a:r>
            <a:r>
              <a:rPr lang="en-US" altLang="zh-CN" sz="2000" b="1" noProof="1">
                <a:solidFill>
                  <a:srgbClr val="000000"/>
                </a:solidFill>
                <a:latin typeface="Times New Roman" panose="02020603050405020304" pitchFamily="18" charset="0"/>
                <a:ea typeface="华文楷体" panose="02010600040101010101" pitchFamily="2" charset="-122"/>
              </a:rPr>
              <a:t>include </a:t>
            </a:r>
            <a:r>
              <a:rPr lang="en-US" altLang="zh-CN" sz="2000" b="1" noProof="1" smtClean="0">
                <a:solidFill>
                  <a:srgbClr val="000000"/>
                </a:solidFill>
                <a:latin typeface="Times New Roman" panose="02020603050405020304" pitchFamily="18" charset="0"/>
                <a:ea typeface="华文楷体" panose="02010600040101010101" pitchFamily="2" charset="-122"/>
              </a:rPr>
              <a:t>&lt;iostream&gt;</a:t>
            </a:r>
            <a:endParaRPr lang="en-US" altLang="zh-CN" sz="2000" b="1" noProof="1">
              <a:solidFill>
                <a:srgbClr val="000000"/>
              </a:solidFill>
              <a:latin typeface="Times New Roman" panose="02020603050405020304" pitchFamily="18" charset="0"/>
              <a:ea typeface="华文楷体" panose="02010600040101010101" pitchFamily="2" charset="-122"/>
            </a:endParaRPr>
          </a:p>
          <a:p>
            <a:pPr lvl="1" algn="l" eaLnBrk="1" hangingPunct="1">
              <a:lnSpc>
                <a:spcPct val="80000"/>
              </a:lnSpc>
              <a:spcBef>
                <a:spcPct val="0"/>
              </a:spcBef>
              <a:buFont typeface="Wingdings" panose="05000000000000000000" pitchFamily="2" charset="2"/>
              <a:buNone/>
            </a:pPr>
            <a:r>
              <a:rPr lang="en-US" altLang="zh-CN" sz="2000" b="1" noProof="1" smtClean="0">
                <a:solidFill>
                  <a:srgbClr val="000000"/>
                </a:solidFill>
                <a:latin typeface="Times New Roman" panose="02020603050405020304" pitchFamily="18" charset="0"/>
                <a:ea typeface="华文楷体" panose="02010600040101010101" pitchFamily="2" charset="-122"/>
              </a:rPr>
              <a:t>using namespace std;</a:t>
            </a:r>
            <a:endParaRPr lang="en-US" altLang="zh-CN" sz="2000" b="1" noProof="1">
              <a:solidFill>
                <a:srgbClr val="000000"/>
              </a:solidFill>
              <a:latin typeface="Times New Roman" panose="02020603050405020304" pitchFamily="18" charset="0"/>
              <a:ea typeface="华文楷体" panose="02010600040101010101" pitchFamily="2" charset="-122"/>
            </a:endParaRPr>
          </a:p>
          <a:p>
            <a:pPr lvl="1" algn="l" eaLnBrk="1" hangingPunct="1">
              <a:lnSpc>
                <a:spcPct val="80000"/>
              </a:lnSpc>
              <a:spcBef>
                <a:spcPct val="0"/>
              </a:spcBef>
              <a:buFont typeface="Wingdings" panose="05000000000000000000" pitchFamily="2" charset="2"/>
              <a:buNone/>
            </a:pPr>
            <a:r>
              <a:rPr lang="en-US" altLang="zh-CN" sz="2000" b="1" noProof="1">
                <a:solidFill>
                  <a:srgbClr val="000000"/>
                </a:solidFill>
                <a:latin typeface="Times New Roman" panose="02020603050405020304" pitchFamily="18" charset="0"/>
                <a:ea typeface="华文楷体" panose="02010600040101010101" pitchFamily="2" charset="-122"/>
              </a:rPr>
              <a:t>int main(void)</a:t>
            </a:r>
            <a:endParaRPr lang="en-US" altLang="zh-CN" sz="2000" b="1" dirty="0">
              <a:solidFill>
                <a:srgbClr val="000000"/>
              </a:solidFill>
              <a:latin typeface="Times New Roman" panose="02020603050405020304" pitchFamily="18" charset="0"/>
              <a:ea typeface="华文楷体" panose="02010600040101010101" pitchFamily="2" charset="-122"/>
            </a:endParaRPr>
          </a:p>
          <a:p>
            <a:pPr lvl="1" algn="l" eaLnBrk="1" hangingPunct="1">
              <a:lnSpc>
                <a:spcPct val="80000"/>
              </a:lnSpc>
              <a:spcBef>
                <a:spcPct val="0"/>
              </a:spcBef>
              <a:buFont typeface="Wingdings" panose="05000000000000000000" pitchFamily="2" charset="2"/>
              <a:buNone/>
            </a:pPr>
            <a:r>
              <a:rPr lang="en-US" altLang="zh-CN" sz="2000" b="1" noProof="1">
                <a:solidFill>
                  <a:srgbClr val="000000"/>
                </a:solidFill>
                <a:latin typeface="Times New Roman" panose="02020603050405020304" pitchFamily="18" charset="0"/>
                <a:ea typeface="华文楷体" panose="02010600040101010101" pitchFamily="2" charset="-122"/>
              </a:rPr>
              <a:t>{</a:t>
            </a:r>
            <a:endParaRPr lang="en-US" altLang="zh-CN" sz="2000" b="1" noProof="1">
              <a:solidFill>
                <a:srgbClr val="000000"/>
              </a:solidFill>
              <a:latin typeface="Times New Roman" panose="02020603050405020304" pitchFamily="18" charset="0"/>
              <a:ea typeface="华文楷体" panose="02010600040101010101" pitchFamily="2" charset="-122"/>
            </a:endParaRPr>
          </a:p>
          <a:p>
            <a:pPr lvl="1" algn="l" eaLnBrk="1" hangingPunct="1">
              <a:lnSpc>
                <a:spcPct val="80000"/>
              </a:lnSpc>
              <a:spcBef>
                <a:spcPct val="0"/>
              </a:spcBef>
              <a:buFont typeface="Wingdings" panose="05000000000000000000" pitchFamily="2" charset="2"/>
              <a:buNone/>
            </a:pPr>
            <a:r>
              <a:rPr lang="en-US" altLang="zh-CN" sz="2000" b="1" noProof="1">
                <a:solidFill>
                  <a:srgbClr val="000000"/>
                </a:solidFill>
                <a:latin typeface="Times New Roman" panose="02020603050405020304" pitchFamily="18" charset="0"/>
                <a:ea typeface="华文楷体" panose="02010600040101010101" pitchFamily="2" charset="-122"/>
              </a:rPr>
              <a:t>	short int a,b;</a:t>
            </a:r>
            <a:endParaRPr lang="en-US" altLang="zh-CN" sz="2000" b="1" dirty="0">
              <a:solidFill>
                <a:srgbClr val="000000"/>
              </a:solidFill>
              <a:latin typeface="Times New Roman" panose="02020603050405020304" pitchFamily="18" charset="0"/>
              <a:ea typeface="华文楷体" panose="02010600040101010101" pitchFamily="2" charset="-122"/>
            </a:endParaRPr>
          </a:p>
          <a:p>
            <a:pPr lvl="1" algn="l" eaLnBrk="1" hangingPunct="1">
              <a:lnSpc>
                <a:spcPct val="80000"/>
              </a:lnSpc>
              <a:spcBef>
                <a:spcPct val="0"/>
              </a:spcBef>
              <a:buFont typeface="Wingdings" panose="05000000000000000000" pitchFamily="2" charset="2"/>
              <a:buNone/>
            </a:pPr>
            <a:endParaRPr lang="en-US" altLang="zh-CN" sz="2000" b="1" noProof="1">
              <a:solidFill>
                <a:srgbClr val="000000"/>
              </a:solidFill>
              <a:latin typeface="Times New Roman" panose="02020603050405020304" pitchFamily="18" charset="0"/>
              <a:ea typeface="华文楷体" panose="02010600040101010101" pitchFamily="2" charset="-122"/>
            </a:endParaRPr>
          </a:p>
          <a:p>
            <a:pPr lvl="1" algn="l" eaLnBrk="1" hangingPunct="1">
              <a:lnSpc>
                <a:spcPct val="80000"/>
              </a:lnSpc>
              <a:spcBef>
                <a:spcPct val="0"/>
              </a:spcBef>
              <a:buFont typeface="Wingdings" panose="05000000000000000000" pitchFamily="2" charset="2"/>
              <a:buNone/>
            </a:pPr>
            <a:r>
              <a:rPr lang="en-US" altLang="zh-CN" sz="2000" b="1" noProof="1">
                <a:solidFill>
                  <a:srgbClr val="000000"/>
                </a:solidFill>
                <a:latin typeface="Times New Roman" panose="02020603050405020304" pitchFamily="18" charset="0"/>
                <a:ea typeface="华文楷体" panose="02010600040101010101" pitchFamily="2" charset="-122"/>
              </a:rPr>
              <a:t>	a=32767;</a:t>
            </a:r>
            <a:endParaRPr lang="en-US" altLang="zh-CN" sz="2000" b="1" noProof="1">
              <a:solidFill>
                <a:srgbClr val="000000"/>
              </a:solidFill>
              <a:latin typeface="Times New Roman" panose="02020603050405020304" pitchFamily="18" charset="0"/>
              <a:ea typeface="华文楷体" panose="02010600040101010101" pitchFamily="2" charset="-122"/>
            </a:endParaRPr>
          </a:p>
          <a:p>
            <a:pPr lvl="1" algn="l" eaLnBrk="1" hangingPunct="1">
              <a:lnSpc>
                <a:spcPct val="80000"/>
              </a:lnSpc>
              <a:spcBef>
                <a:spcPct val="0"/>
              </a:spcBef>
              <a:buFont typeface="Wingdings" panose="05000000000000000000" pitchFamily="2" charset="2"/>
              <a:buNone/>
            </a:pPr>
            <a:r>
              <a:rPr lang="en-US" altLang="zh-CN" sz="2000" b="1" noProof="1">
                <a:solidFill>
                  <a:srgbClr val="000000"/>
                </a:solidFill>
                <a:latin typeface="Times New Roman" panose="02020603050405020304" pitchFamily="18" charset="0"/>
                <a:ea typeface="华文楷体" panose="02010600040101010101" pitchFamily="2" charset="-122"/>
              </a:rPr>
              <a:t>	b=a+1;</a:t>
            </a:r>
            <a:endParaRPr lang="en-US" altLang="zh-CN" sz="2000" b="1" dirty="0">
              <a:solidFill>
                <a:srgbClr val="000000"/>
              </a:solidFill>
              <a:latin typeface="Times New Roman" panose="02020603050405020304" pitchFamily="18" charset="0"/>
              <a:ea typeface="华文楷体" panose="02010600040101010101" pitchFamily="2" charset="-122"/>
            </a:endParaRPr>
          </a:p>
          <a:p>
            <a:pPr lvl="1" algn="l" eaLnBrk="1" hangingPunct="1">
              <a:lnSpc>
                <a:spcPct val="80000"/>
              </a:lnSpc>
              <a:spcBef>
                <a:spcPct val="0"/>
              </a:spcBef>
              <a:buFont typeface="Wingdings" panose="05000000000000000000" pitchFamily="2" charset="2"/>
              <a:buNone/>
            </a:pPr>
            <a:endParaRPr lang="en-US" altLang="zh-CN" sz="2000" b="1" noProof="1">
              <a:solidFill>
                <a:srgbClr val="000000"/>
              </a:solidFill>
              <a:latin typeface="Times New Roman" panose="02020603050405020304" pitchFamily="18" charset="0"/>
              <a:ea typeface="华文楷体" panose="02010600040101010101" pitchFamily="2" charset="-122"/>
            </a:endParaRPr>
          </a:p>
          <a:p>
            <a:pPr lvl="1" algn="l" eaLnBrk="1" hangingPunct="1">
              <a:lnSpc>
                <a:spcPct val="80000"/>
              </a:lnSpc>
              <a:spcBef>
                <a:spcPct val="0"/>
              </a:spcBef>
              <a:buFont typeface="Wingdings" panose="05000000000000000000" pitchFamily="2" charset="2"/>
              <a:buNone/>
            </a:pPr>
            <a:r>
              <a:rPr lang="en-US" altLang="zh-CN" sz="2000" b="1" noProof="1">
                <a:solidFill>
                  <a:srgbClr val="000000"/>
                </a:solidFill>
                <a:latin typeface="Times New Roman" panose="02020603050405020304" pitchFamily="18" charset="0"/>
                <a:ea typeface="华文楷体" panose="02010600040101010101" pitchFamily="2" charset="-122"/>
              </a:rPr>
              <a:t>	</a:t>
            </a:r>
            <a:r>
              <a:rPr lang="en-US" altLang="zh-CN" sz="2000" b="1" noProof="1" smtClean="0">
                <a:solidFill>
                  <a:srgbClr val="000000"/>
                </a:solidFill>
                <a:latin typeface="Times New Roman" panose="02020603050405020304" pitchFamily="18" charset="0"/>
                <a:ea typeface="华文楷体" panose="02010600040101010101" pitchFamily="2" charset="-122"/>
              </a:rPr>
              <a:t>cout&lt;&lt;“a=”&lt;&lt;a&lt;&lt;“, b=”&lt;&lt;b&lt;&lt;endl;</a:t>
            </a:r>
            <a:endParaRPr lang="en-US" altLang="zh-CN" sz="2000" b="1" noProof="1" smtClean="0">
              <a:solidFill>
                <a:srgbClr val="000000"/>
              </a:solidFill>
              <a:latin typeface="Times New Roman" panose="02020603050405020304" pitchFamily="18" charset="0"/>
              <a:ea typeface="华文楷体" panose="02010600040101010101" pitchFamily="2" charset="-122"/>
            </a:endParaRPr>
          </a:p>
          <a:p>
            <a:pPr lvl="1" algn="l" eaLnBrk="1" hangingPunct="1">
              <a:lnSpc>
                <a:spcPct val="80000"/>
              </a:lnSpc>
              <a:spcBef>
                <a:spcPct val="0"/>
              </a:spcBef>
              <a:buFont typeface="Wingdings" panose="05000000000000000000" pitchFamily="2" charset="2"/>
              <a:buNone/>
            </a:pPr>
            <a:r>
              <a:rPr lang="en-US" altLang="zh-CN" sz="2000" b="1" noProof="1" smtClean="0">
                <a:solidFill>
                  <a:srgbClr val="000000"/>
                </a:solidFill>
                <a:latin typeface="Times New Roman" panose="02020603050405020304" pitchFamily="18" charset="0"/>
                <a:ea typeface="华文楷体" panose="02010600040101010101" pitchFamily="2" charset="-122"/>
              </a:rPr>
              <a:t>);</a:t>
            </a:r>
            <a:endParaRPr lang="en-US" altLang="zh-CN" sz="2000" b="1" noProof="1">
              <a:solidFill>
                <a:srgbClr val="000000"/>
              </a:solidFill>
              <a:latin typeface="Times New Roman" panose="02020603050405020304" pitchFamily="18" charset="0"/>
              <a:ea typeface="华文楷体" panose="02010600040101010101" pitchFamily="2" charset="-122"/>
            </a:endParaRPr>
          </a:p>
          <a:p>
            <a:pPr lvl="1" algn="l" eaLnBrk="1" hangingPunct="1">
              <a:lnSpc>
                <a:spcPct val="80000"/>
              </a:lnSpc>
              <a:spcBef>
                <a:spcPct val="0"/>
              </a:spcBef>
              <a:buFont typeface="Wingdings" panose="05000000000000000000" pitchFamily="2" charset="2"/>
              <a:buNone/>
            </a:pPr>
            <a:r>
              <a:rPr lang="en-US" altLang="zh-CN" sz="2000" b="1" noProof="1">
                <a:solidFill>
                  <a:srgbClr val="000000"/>
                </a:solidFill>
                <a:latin typeface="Times New Roman" panose="02020603050405020304" pitchFamily="18" charset="0"/>
                <a:ea typeface="华文楷体" panose="02010600040101010101" pitchFamily="2" charset="-122"/>
              </a:rPr>
              <a:t>	return 0;</a:t>
            </a:r>
            <a:endParaRPr lang="en-US" altLang="zh-CN" sz="2000" b="1" noProof="1">
              <a:solidFill>
                <a:srgbClr val="000000"/>
              </a:solidFill>
              <a:latin typeface="Times New Roman" panose="02020603050405020304" pitchFamily="18" charset="0"/>
              <a:ea typeface="华文楷体" panose="02010600040101010101" pitchFamily="2" charset="-122"/>
            </a:endParaRPr>
          </a:p>
          <a:p>
            <a:pPr lvl="1" algn="l" eaLnBrk="1" hangingPunct="1">
              <a:lnSpc>
                <a:spcPct val="80000"/>
              </a:lnSpc>
              <a:spcBef>
                <a:spcPct val="0"/>
              </a:spcBef>
              <a:buFont typeface="Wingdings" panose="05000000000000000000" pitchFamily="2" charset="2"/>
              <a:buNone/>
            </a:pPr>
            <a:r>
              <a:rPr lang="en-US" altLang="zh-CN" sz="2000" b="1" noProof="1">
                <a:solidFill>
                  <a:srgbClr val="000000"/>
                </a:solidFill>
                <a:latin typeface="Times New Roman" panose="02020603050405020304" pitchFamily="18" charset="0"/>
                <a:ea typeface="华文楷体" panose="02010600040101010101" pitchFamily="2" charset="-122"/>
              </a:rPr>
              <a:t>}/*main</a:t>
            </a:r>
            <a:r>
              <a:rPr lang="zh-CN" altLang="en-US" sz="2000" b="1" noProof="1">
                <a:solidFill>
                  <a:srgbClr val="000000"/>
                </a:solidFill>
                <a:latin typeface="Times New Roman" panose="02020603050405020304" pitchFamily="18" charset="0"/>
                <a:ea typeface="华文楷体" panose="02010600040101010101" pitchFamily="2" charset="-122"/>
              </a:rPr>
              <a:t>函数结束*</a:t>
            </a:r>
            <a:r>
              <a:rPr lang="zh-CN" altLang="zh-CN" sz="2000" b="1" noProof="1">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118791" name="Rectangle 7"/>
          <p:cNvSpPr>
            <a:spLocks noChangeArrowheads="1"/>
          </p:cNvSpPr>
          <p:nvPr/>
        </p:nvSpPr>
        <p:spPr bwMode="auto">
          <a:xfrm>
            <a:off x="1042988" y="6048375"/>
            <a:ext cx="7888287" cy="765175"/>
          </a:xfrm>
          <a:prstGeom prst="rect">
            <a:avLst/>
          </a:prstGeom>
          <a:solidFill>
            <a:srgbClr val="000000"/>
          </a:solidFill>
          <a:ln w="9525">
            <a:solidFill>
              <a:schemeClr val="tx1"/>
            </a:solidFill>
            <a:miter lim="800000"/>
          </a:ln>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a=32767,b=-</a:t>
            </a:r>
            <a:r>
              <a:rPr lang="en-US" altLang="zh-CN" sz="2000" b="1" dirty="0" smtClean="0">
                <a:latin typeface="Times New Roman" panose="02020603050405020304" pitchFamily="18" charset="0"/>
                <a:ea typeface="华文楷体" panose="02010600040101010101" pitchFamily="2" charset="-122"/>
              </a:rPr>
              <a:t>32768</a:t>
            </a:r>
            <a:endParaRPr lang="en-US" altLang="zh-CN" sz="2000" b="1" dirty="0">
              <a:latin typeface="Times New Roman" panose="02020603050405020304" pitchFamily="18" charset="0"/>
              <a:ea typeface="华文楷体" panose="02010600040101010101" pitchFamily="2" charset="-122"/>
            </a:endParaRPr>
          </a:p>
        </p:txBody>
      </p:sp>
      <p:sp>
        <p:nvSpPr>
          <p:cNvPr id="118792" name="AutoShape 8"/>
          <p:cNvSpPr>
            <a:spLocks noChangeArrowheads="1"/>
          </p:cNvSpPr>
          <p:nvPr/>
        </p:nvSpPr>
        <p:spPr bwMode="auto">
          <a:xfrm>
            <a:off x="0" y="3789363"/>
            <a:ext cx="1692275" cy="1295400"/>
          </a:xfrm>
          <a:prstGeom prst="wedgeRoundRectCallout">
            <a:avLst>
              <a:gd name="adj1" fmla="val 8069"/>
              <a:gd name="adj2" fmla="val 106370"/>
              <a:gd name="adj3" fmla="val 16667"/>
            </a:avLst>
          </a:prstGeom>
          <a:solidFill>
            <a:srgbClr val="00006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rIns="0"/>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SzPct val="75000"/>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rPr>
              <a:t>WHY?</a:t>
            </a:r>
            <a:endParaRPr lang="en-US" altLang="zh-CN" sz="2000" b="1">
              <a:latin typeface="Times New Roman" panose="02020603050405020304" pitchFamily="18" charset="0"/>
              <a:ea typeface="华文楷体" panose="02010600040101010101" pitchFamily="2" charset="-122"/>
            </a:endParaRPr>
          </a:p>
          <a:p>
            <a:pPr algn="l" eaLnBrk="1" hangingPunct="1">
              <a:buSzPct val="75000"/>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rPr>
              <a:t>32767+1</a:t>
            </a:r>
            <a:r>
              <a:rPr lang="zh-CN" altLang="en-US" sz="2000" b="1">
                <a:latin typeface="Times New Roman" panose="02020603050405020304" pitchFamily="18" charset="0"/>
                <a:ea typeface="华文楷体" panose="02010600040101010101" pitchFamily="2" charset="-122"/>
              </a:rPr>
              <a:t>结果为</a:t>
            </a:r>
            <a:r>
              <a:rPr lang="en-US" altLang="zh-CN" sz="2000" b="1">
                <a:latin typeface="Times New Roman" panose="02020603050405020304" pitchFamily="18" charset="0"/>
                <a:ea typeface="华文楷体" panose="02010600040101010101" pitchFamily="2" charset="-122"/>
              </a:rPr>
              <a:t>-32768</a:t>
            </a:r>
            <a:endParaRPr lang="en-US" altLang="zh-CN" sz="2000" b="1">
              <a:latin typeface="Times New Roman" panose="02020603050405020304" pitchFamily="18" charset="0"/>
              <a:ea typeface="华文楷体" panose="02010600040101010101" pitchFamily="2" charset="-122"/>
            </a:endParaRPr>
          </a:p>
        </p:txBody>
      </p:sp>
      <p:sp>
        <p:nvSpPr>
          <p:cNvPr id="118793" name="AutoShape 9"/>
          <p:cNvSpPr>
            <a:spLocks noChangeArrowheads="1"/>
          </p:cNvSpPr>
          <p:nvPr/>
        </p:nvSpPr>
        <p:spPr bwMode="auto">
          <a:xfrm>
            <a:off x="5292725" y="4076700"/>
            <a:ext cx="3816350" cy="1512888"/>
          </a:xfrm>
          <a:prstGeom prst="wedgeRoundRectCallout">
            <a:avLst>
              <a:gd name="adj1" fmla="val -92222"/>
              <a:gd name="adj2" fmla="val 68046"/>
              <a:gd name="adj3" fmla="val 16667"/>
            </a:avLst>
          </a:prstGeom>
          <a:solidFill>
            <a:srgbClr val="00006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rIns="0"/>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buSzPct val="75000"/>
              <a:buFont typeface="Wingdings" panose="05000000000000000000" pitchFamily="2" charset="2"/>
              <a:buNone/>
            </a:pPr>
            <a:r>
              <a:rPr lang="zh-CN" altLang="en-US" sz="2000" b="1">
                <a:latin typeface="Times New Roman" panose="02020603050405020304" pitchFamily="18" charset="0"/>
                <a:ea typeface="华文楷体" panose="02010600040101010101" pitchFamily="2" charset="-122"/>
              </a:rPr>
              <a:t>解答：</a:t>
            </a:r>
            <a:endParaRPr lang="zh-CN" altLang="en-US" sz="2000" b="1">
              <a:latin typeface="Times New Roman" panose="02020603050405020304" pitchFamily="18" charset="0"/>
              <a:ea typeface="华文楷体" panose="02010600040101010101" pitchFamily="2" charset="-122"/>
            </a:endParaRPr>
          </a:p>
          <a:p>
            <a:pPr eaLnBrk="1" hangingPunct="1">
              <a:buSzPct val="75000"/>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rPr>
              <a:t>32767       0111  1111  1111 1111</a:t>
            </a:r>
            <a:endParaRPr lang="en-US" altLang="zh-CN" sz="2000" b="1">
              <a:latin typeface="Times New Roman" panose="02020603050405020304" pitchFamily="18" charset="0"/>
              <a:ea typeface="华文楷体" panose="02010600040101010101" pitchFamily="2" charset="-122"/>
            </a:endParaRPr>
          </a:p>
          <a:p>
            <a:pPr eaLnBrk="1" hangingPunct="1">
              <a:buSzPct val="75000"/>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rPr>
              <a:t>+     1        0000 0000 0000 0001</a:t>
            </a:r>
            <a:endParaRPr lang="en-US" altLang="zh-CN" sz="2000" b="1">
              <a:latin typeface="Times New Roman" panose="02020603050405020304" pitchFamily="18" charset="0"/>
              <a:ea typeface="华文楷体" panose="02010600040101010101" pitchFamily="2" charset="-122"/>
            </a:endParaRPr>
          </a:p>
          <a:p>
            <a:pPr eaLnBrk="1" hangingPunct="1">
              <a:buSzPct val="75000"/>
              <a:buFont typeface="Wingdings" panose="05000000000000000000" pitchFamily="2" charset="2"/>
              <a:buNone/>
            </a:pPr>
            <a:r>
              <a:rPr lang="en-US" altLang="zh-CN" sz="2000" b="1">
                <a:latin typeface="Times New Roman" panose="02020603050405020304" pitchFamily="18" charset="0"/>
                <a:ea typeface="华文楷体" panose="02010600040101010101" pitchFamily="2" charset="-122"/>
              </a:rPr>
              <a:t>                 1000 0000 0000 0000</a:t>
            </a:r>
            <a:endParaRPr lang="en-US" altLang="zh-CN" sz="2000" b="1">
              <a:latin typeface="Times New Roman" panose="02020603050405020304" pitchFamily="18" charset="0"/>
              <a:ea typeface="华文楷体" panose="02010600040101010101" pitchFamily="2" charset="-122"/>
            </a:endParaRPr>
          </a:p>
        </p:txBody>
      </p:sp>
      <p:sp>
        <p:nvSpPr>
          <p:cNvPr id="51210" name="Line 10"/>
          <p:cNvSpPr>
            <a:spLocks noChangeShapeType="1"/>
          </p:cNvSpPr>
          <p:nvPr/>
        </p:nvSpPr>
        <p:spPr bwMode="auto">
          <a:xfrm>
            <a:off x="5545138" y="5229225"/>
            <a:ext cx="3313112" cy="0"/>
          </a:xfrm>
          <a:prstGeom prst="line">
            <a:avLst/>
          </a:prstGeom>
          <a:noFill/>
          <a:ln w="9525">
            <a:solidFill>
              <a:schemeClr val="bg1"/>
            </a:solidFill>
            <a:round/>
          </a:ln>
          <a:extLst>
            <a:ext uri="{909E8E84-426E-40DD-AFC4-6F175D3DCCD1}">
              <a14:hiddenFill xmlns:a14="http://schemas.microsoft.com/office/drawing/2010/main">
                <a:noFill/>
              </a14:hiddenFill>
            </a:ext>
          </a:extLst>
        </p:spPr>
        <p:txBody>
          <a:bodyPr lIns="0" rIns="0"/>
          <a:lstStyle/>
          <a:p>
            <a:endParaRPr lang="zh-CN" altLang="en-US"/>
          </a:p>
        </p:txBody>
      </p:sp>
      <p:sp>
        <p:nvSpPr>
          <p:cNvPr id="12" name="标题 1"/>
          <p:cNvSpPr>
            <a:spLocks noGrp="1"/>
          </p:cNvSpPr>
          <p:nvPr>
            <p:ph type="title"/>
          </p:nvPr>
        </p:nvSpPr>
        <p:spPr>
          <a:xfrm>
            <a:off x="628650" y="365129"/>
            <a:ext cx="7886700" cy="1325563"/>
          </a:xfrm>
        </p:spPr>
        <p:txBody>
          <a:bodyPr/>
          <a:lstStyle/>
          <a:p>
            <a:pPr algn="ctr"/>
            <a:r>
              <a:rPr lang="en-US" altLang="zh-CN" b="1" dirty="0" smtClean="0">
                <a:solidFill>
                  <a:srgbClr val="FFFFFF"/>
                </a:solidFill>
                <a:ea typeface="隶书" panose="02010509060101010101" pitchFamily="49" charset="-122"/>
              </a:rPr>
              <a:t>2.6.3   </a:t>
            </a:r>
            <a:r>
              <a:rPr lang="zh-CN" altLang="en-US" b="1" dirty="0" smtClean="0">
                <a:solidFill>
                  <a:srgbClr val="FFFFFF"/>
                </a:solidFill>
                <a:ea typeface="隶书" panose="02010509060101010101" pitchFamily="49" charset="-122"/>
              </a:rPr>
              <a:t>数值类型的计算误差问题</a:t>
            </a:r>
            <a:endParaRPr lang="zh-CN" altLang="en-US" b="1" dirty="0">
              <a:solidFill>
                <a:srgbClr val="FFFFFF"/>
              </a:solidFill>
              <a:ea typeface="隶书" panose="020105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8790"/>
                                        </p:tgtEl>
                                        <p:attrNameLst>
                                          <p:attrName>style.visibility</p:attrName>
                                        </p:attrNameLst>
                                      </p:cBhvr>
                                      <p:to>
                                        <p:strVal val="visible"/>
                                      </p:to>
                                    </p:set>
                                    <p:animEffect transition="in" filter="blinds(horizontal)">
                                      <p:cBhvr>
                                        <p:cTn id="7" dur="500"/>
                                        <p:tgtEl>
                                          <p:spTgt spid="11879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8791"/>
                                        </p:tgtEl>
                                        <p:attrNameLst>
                                          <p:attrName>style.visibility</p:attrName>
                                        </p:attrNameLst>
                                      </p:cBhvr>
                                      <p:to>
                                        <p:strVal val="visible"/>
                                      </p:to>
                                    </p:set>
                                    <p:animEffect transition="in" filter="blinds(horizontal)">
                                      <p:cBhvr>
                                        <p:cTn id="12" dur="500"/>
                                        <p:tgtEl>
                                          <p:spTgt spid="11879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8792"/>
                                        </p:tgtEl>
                                        <p:attrNameLst>
                                          <p:attrName>style.visibility</p:attrName>
                                        </p:attrNameLst>
                                      </p:cBhvr>
                                      <p:to>
                                        <p:strVal val="visible"/>
                                      </p:to>
                                    </p:set>
                                    <p:animEffect transition="in" filter="blinds(horizontal)">
                                      <p:cBhvr>
                                        <p:cTn id="17" dur="500"/>
                                        <p:tgtEl>
                                          <p:spTgt spid="11879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8793"/>
                                        </p:tgtEl>
                                        <p:attrNameLst>
                                          <p:attrName>style.visibility</p:attrName>
                                        </p:attrNameLst>
                                      </p:cBhvr>
                                      <p:to>
                                        <p:strVal val="visible"/>
                                      </p:to>
                                    </p:set>
                                    <p:animEffect transition="in" filter="blinds(horizontal)">
                                      <p:cBhvr>
                                        <p:cTn id="22" dur="500"/>
                                        <p:tgtEl>
                                          <p:spTgt spid="1187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90" grpId="0" animBg="1"/>
      <p:bldP spid="118791" grpId="0" animBg="1"/>
      <p:bldP spid="118792" grpId="0" animBg="1"/>
      <p:bldP spid="118793" grpId="0" animBg="1"/>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algn="ctr" eaLnBrk="1" hangingPunct="1"/>
            <a:r>
              <a:rPr lang="zh-CN" altLang="en-US" b="1" dirty="0" smtClean="0">
                <a:latin typeface="Times New Roman" panose="02020603050405020304" pitchFamily="18" charset="0"/>
                <a:ea typeface="隶书" panose="02010509060101010101" pitchFamily="49" charset="-122"/>
              </a:rPr>
              <a:t>浮点数的可表示误差</a:t>
            </a:r>
            <a:endParaRPr lang="zh-CN" altLang="en-US" b="1" dirty="0" smtClean="0">
              <a:latin typeface="Times New Roman" panose="02020603050405020304" pitchFamily="18" charset="0"/>
              <a:ea typeface="隶书" panose="02010509060101010101" pitchFamily="49" charset="-122"/>
            </a:endParaRPr>
          </a:p>
        </p:txBody>
      </p:sp>
      <p:sp>
        <p:nvSpPr>
          <p:cNvPr id="47107"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47108" name="Rectangle 4"/>
          <p:cNvSpPr>
            <a:spLocks noChangeArrowheads="1"/>
          </p:cNvSpPr>
          <p:nvPr/>
        </p:nvSpPr>
        <p:spPr bwMode="auto">
          <a:xfrm>
            <a:off x="1042988" y="1655763"/>
            <a:ext cx="7888287" cy="504825"/>
          </a:xfrm>
          <a:prstGeom prst="rect">
            <a:avLst/>
          </a:prstGeom>
          <a:solidFill>
            <a:srgbClr val="ECECEC"/>
          </a:solidFill>
          <a:ln w="9525">
            <a:solidFill>
              <a:schemeClr val="tx1"/>
            </a:solid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179705"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lvl="1" algn="just" eaLnBrk="1" hangingPunct="1">
              <a:lnSpc>
                <a:spcPct val="100000"/>
              </a:lnSpc>
              <a:spcBef>
                <a:spcPct val="20000"/>
              </a:spcBef>
              <a:buClr>
                <a:srgbClr val="000099"/>
              </a:buClr>
            </a:pPr>
            <a:r>
              <a:rPr lang="zh-CN" altLang="en-US" sz="2400" dirty="0" smtClean="0">
                <a:solidFill>
                  <a:srgbClr val="000000"/>
                </a:solidFill>
              </a:rPr>
              <a:t>例题</a:t>
            </a:r>
            <a:r>
              <a:rPr lang="en-US" altLang="zh-CN" sz="2400" dirty="0" smtClean="0">
                <a:solidFill>
                  <a:srgbClr val="000000"/>
                </a:solidFill>
              </a:rPr>
              <a:t> </a:t>
            </a:r>
            <a:r>
              <a:rPr lang="zh-CN" altLang="en-US" sz="2400" dirty="0">
                <a:solidFill>
                  <a:srgbClr val="000000"/>
                </a:solidFill>
              </a:rPr>
              <a:t>浮点数可表示误差示例</a:t>
            </a:r>
            <a:r>
              <a:rPr lang="zh-CN" altLang="en-US" sz="2400" dirty="0" smtClean="0">
                <a:solidFill>
                  <a:srgbClr val="000000"/>
                </a:solidFill>
              </a:rPr>
              <a:t>。</a:t>
            </a:r>
            <a:endParaRPr lang="zh-CN" altLang="en-US" sz="1800" dirty="0"/>
          </a:p>
        </p:txBody>
      </p:sp>
      <p:sp>
        <p:nvSpPr>
          <p:cNvPr id="47109"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124934" name="Rectangle 6"/>
          <p:cNvSpPr>
            <a:spLocks noChangeArrowheads="1"/>
          </p:cNvSpPr>
          <p:nvPr/>
        </p:nvSpPr>
        <p:spPr bwMode="auto">
          <a:xfrm>
            <a:off x="1042988" y="2160588"/>
            <a:ext cx="7888287" cy="4508500"/>
          </a:xfrm>
          <a:prstGeom prst="rect">
            <a:avLst/>
          </a:prstGeom>
          <a:solidFill>
            <a:schemeClr val="tx1"/>
          </a:solidFill>
          <a:ln w="9525">
            <a:solidFill>
              <a:schemeClr val="tx1"/>
            </a:solid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179705"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algn="l"/>
            <a:r>
              <a:rPr lang="en-US" altLang="zh-CN" sz="1800" dirty="0">
                <a:solidFill>
                  <a:srgbClr val="000000"/>
                </a:solidFill>
              </a:rPr>
              <a:t>//</a:t>
            </a:r>
            <a:r>
              <a:rPr lang="zh-CN" altLang="en-US" sz="1800" dirty="0">
                <a:solidFill>
                  <a:srgbClr val="000000"/>
                </a:solidFill>
              </a:rPr>
              <a:t>浮点数可表示误差范例。源文件：</a:t>
            </a:r>
            <a:r>
              <a:rPr lang="en-US" altLang="zh-CN" sz="1800" dirty="0">
                <a:solidFill>
                  <a:srgbClr val="000000"/>
                </a:solidFill>
              </a:rPr>
              <a:t>LT2-6-1.cpp</a:t>
            </a:r>
            <a:endParaRPr lang="zh-CN" altLang="en-US" sz="1800" dirty="0">
              <a:solidFill>
                <a:srgbClr val="000000"/>
              </a:solidFill>
            </a:endParaRPr>
          </a:p>
          <a:p>
            <a:pPr algn="l"/>
            <a:r>
              <a:rPr lang="en-US" altLang="zh-CN" sz="1800" dirty="0">
                <a:solidFill>
                  <a:srgbClr val="000000"/>
                </a:solidFill>
              </a:rPr>
              <a:t>#include &lt;</a:t>
            </a:r>
            <a:r>
              <a:rPr lang="en-US" altLang="zh-CN" sz="1800" dirty="0" err="1">
                <a:solidFill>
                  <a:srgbClr val="000000"/>
                </a:solidFill>
              </a:rPr>
              <a:t>iostream</a:t>
            </a:r>
            <a:r>
              <a:rPr lang="en-US" altLang="zh-CN" sz="1800" dirty="0">
                <a:solidFill>
                  <a:srgbClr val="000000"/>
                </a:solidFill>
              </a:rPr>
              <a:t>&gt;</a:t>
            </a:r>
            <a:endParaRPr lang="en-US" altLang="zh-CN" sz="1800" dirty="0">
              <a:solidFill>
                <a:srgbClr val="000000"/>
              </a:solidFill>
            </a:endParaRPr>
          </a:p>
          <a:p>
            <a:pPr algn="l"/>
            <a:r>
              <a:rPr lang="en-US" altLang="zh-CN" sz="1800" dirty="0">
                <a:solidFill>
                  <a:srgbClr val="000000"/>
                </a:solidFill>
              </a:rPr>
              <a:t>using namespace </a:t>
            </a:r>
            <a:r>
              <a:rPr lang="en-US" altLang="zh-CN" sz="1800" dirty="0" err="1">
                <a:solidFill>
                  <a:srgbClr val="000000"/>
                </a:solidFill>
              </a:rPr>
              <a:t>std</a:t>
            </a:r>
            <a:r>
              <a:rPr lang="en-US" altLang="zh-CN" sz="1800" dirty="0">
                <a:solidFill>
                  <a:srgbClr val="000000"/>
                </a:solidFill>
              </a:rPr>
              <a:t>;</a:t>
            </a:r>
            <a:endParaRPr lang="en-US" altLang="zh-CN" sz="1800" dirty="0">
              <a:solidFill>
                <a:srgbClr val="000000"/>
              </a:solidFill>
            </a:endParaRPr>
          </a:p>
          <a:p>
            <a:pPr algn="l"/>
            <a:endParaRPr lang="zh-CN" altLang="en-US" sz="1800" dirty="0">
              <a:solidFill>
                <a:srgbClr val="000000"/>
              </a:solidFill>
            </a:endParaRPr>
          </a:p>
          <a:p>
            <a:pPr algn="l"/>
            <a:r>
              <a:rPr lang="en-US" altLang="zh-CN" sz="1800" dirty="0" err="1">
                <a:solidFill>
                  <a:srgbClr val="000000"/>
                </a:solidFill>
              </a:rPr>
              <a:t>int</a:t>
            </a:r>
            <a:r>
              <a:rPr lang="en-US" altLang="zh-CN" sz="1800" dirty="0">
                <a:solidFill>
                  <a:srgbClr val="000000"/>
                </a:solidFill>
              </a:rPr>
              <a:t> main(void)</a:t>
            </a:r>
            <a:endParaRPr lang="en-US" altLang="zh-CN" sz="1800" dirty="0">
              <a:solidFill>
                <a:srgbClr val="000000"/>
              </a:solidFill>
            </a:endParaRPr>
          </a:p>
          <a:p>
            <a:pPr algn="l"/>
            <a:r>
              <a:rPr lang="en-US" altLang="zh-CN" sz="1800" dirty="0">
                <a:solidFill>
                  <a:srgbClr val="000000"/>
                </a:solidFill>
              </a:rPr>
              <a:t>{</a:t>
            </a:r>
            <a:endParaRPr lang="en-US" altLang="zh-CN" sz="1800" dirty="0">
              <a:solidFill>
                <a:srgbClr val="000000"/>
              </a:solidFill>
            </a:endParaRPr>
          </a:p>
          <a:p>
            <a:pPr algn="l"/>
            <a:r>
              <a:rPr lang="en-US" altLang="zh-CN" sz="1800" dirty="0">
                <a:solidFill>
                  <a:srgbClr val="000000"/>
                </a:solidFill>
              </a:rPr>
              <a:t>float w = 4.4;</a:t>
            </a:r>
            <a:endParaRPr lang="en-US" altLang="zh-CN" sz="1800" dirty="0">
              <a:solidFill>
                <a:srgbClr val="000000"/>
              </a:solidFill>
            </a:endParaRPr>
          </a:p>
          <a:p>
            <a:pPr algn="l"/>
            <a:r>
              <a:rPr lang="en-US" altLang="zh-CN" sz="1800" dirty="0">
                <a:solidFill>
                  <a:srgbClr val="000000"/>
                </a:solidFill>
              </a:rPr>
              <a:t>double x = 4.4;</a:t>
            </a:r>
            <a:endParaRPr lang="en-US" altLang="zh-CN" sz="1800" dirty="0">
              <a:solidFill>
                <a:srgbClr val="000000"/>
              </a:solidFill>
            </a:endParaRPr>
          </a:p>
          <a:p>
            <a:pPr algn="l"/>
            <a:endParaRPr lang="zh-CN" altLang="en-US" sz="1800" dirty="0">
              <a:solidFill>
                <a:srgbClr val="000000"/>
              </a:solidFill>
            </a:endParaRPr>
          </a:p>
          <a:p>
            <a:pPr algn="l"/>
            <a:r>
              <a:rPr lang="en-US" altLang="zh-CN" sz="1800" dirty="0" err="1">
                <a:solidFill>
                  <a:srgbClr val="000000"/>
                </a:solidFill>
              </a:rPr>
              <a:t>cout</a:t>
            </a:r>
            <a:r>
              <a:rPr lang="en-US" altLang="zh-CN" sz="1800" dirty="0">
                <a:solidFill>
                  <a:srgbClr val="000000"/>
                </a:solidFill>
              </a:rPr>
              <a:t>&lt;&lt;x&lt;&lt;","&lt;&lt;w&lt;&lt;</a:t>
            </a:r>
            <a:r>
              <a:rPr lang="en-US" altLang="zh-CN" sz="1800" dirty="0" err="1">
                <a:solidFill>
                  <a:srgbClr val="000000"/>
                </a:solidFill>
              </a:rPr>
              <a:t>endl</a:t>
            </a:r>
            <a:r>
              <a:rPr lang="en-US" altLang="zh-CN" sz="1800" dirty="0">
                <a:solidFill>
                  <a:srgbClr val="000000"/>
                </a:solidFill>
              </a:rPr>
              <a:t>;</a:t>
            </a:r>
            <a:endParaRPr lang="en-US" altLang="zh-CN" sz="1800" dirty="0">
              <a:solidFill>
                <a:srgbClr val="000000"/>
              </a:solidFill>
            </a:endParaRPr>
          </a:p>
          <a:p>
            <a:pPr algn="l"/>
            <a:r>
              <a:rPr lang="en-US" altLang="zh-CN" sz="1800" dirty="0" err="1">
                <a:solidFill>
                  <a:srgbClr val="000000"/>
                </a:solidFill>
              </a:rPr>
              <a:t>cout</a:t>
            </a:r>
            <a:r>
              <a:rPr lang="en-US" altLang="zh-CN" sz="1800" dirty="0">
                <a:solidFill>
                  <a:srgbClr val="000000"/>
                </a:solidFill>
              </a:rPr>
              <a:t>&lt;&lt;"x==(double)w is "&lt;&lt;(x == (double)w)&lt;&lt;</a:t>
            </a:r>
            <a:r>
              <a:rPr lang="en-US" altLang="zh-CN" sz="1800" dirty="0" err="1">
                <a:solidFill>
                  <a:srgbClr val="000000"/>
                </a:solidFill>
              </a:rPr>
              <a:t>endl</a:t>
            </a:r>
            <a:r>
              <a:rPr lang="en-US" altLang="zh-CN" sz="1800" dirty="0">
                <a:solidFill>
                  <a:srgbClr val="000000"/>
                </a:solidFill>
              </a:rPr>
              <a:t>;</a:t>
            </a:r>
            <a:endParaRPr lang="en-US" altLang="zh-CN" sz="1800" dirty="0">
              <a:solidFill>
                <a:srgbClr val="000000"/>
              </a:solidFill>
            </a:endParaRPr>
          </a:p>
          <a:p>
            <a:pPr algn="l"/>
            <a:r>
              <a:rPr lang="en-US" altLang="zh-CN" sz="1800" dirty="0" err="1">
                <a:solidFill>
                  <a:srgbClr val="000000"/>
                </a:solidFill>
              </a:rPr>
              <a:t>cout</a:t>
            </a:r>
            <a:r>
              <a:rPr lang="en-US" altLang="zh-CN" sz="1800" dirty="0">
                <a:solidFill>
                  <a:srgbClr val="000000"/>
                </a:solidFill>
              </a:rPr>
              <a:t>&lt;&lt;"Is (float)x ==w ? "&lt;&lt;((float)x == w)&lt;&lt;</a:t>
            </a:r>
            <a:r>
              <a:rPr lang="en-US" altLang="zh-CN" sz="1800" dirty="0" err="1">
                <a:solidFill>
                  <a:srgbClr val="000000"/>
                </a:solidFill>
              </a:rPr>
              <a:t>endl</a:t>
            </a:r>
            <a:r>
              <a:rPr lang="en-US" altLang="zh-CN" sz="1800" dirty="0">
                <a:solidFill>
                  <a:srgbClr val="000000"/>
                </a:solidFill>
              </a:rPr>
              <a:t> ;</a:t>
            </a:r>
            <a:endParaRPr lang="en-US" altLang="zh-CN" sz="1800" dirty="0">
              <a:solidFill>
                <a:srgbClr val="000000"/>
              </a:solidFill>
            </a:endParaRPr>
          </a:p>
          <a:p>
            <a:pPr algn="l"/>
            <a:endParaRPr lang="zh-CN" altLang="en-US" sz="1800" dirty="0">
              <a:solidFill>
                <a:srgbClr val="000000"/>
              </a:solidFill>
            </a:endParaRPr>
          </a:p>
          <a:p>
            <a:pPr algn="l"/>
            <a:r>
              <a:rPr lang="en-US" altLang="zh-CN" sz="1800" dirty="0" err="1">
                <a:solidFill>
                  <a:srgbClr val="000000"/>
                </a:solidFill>
              </a:rPr>
              <a:t>cin.ignore</a:t>
            </a:r>
            <a:r>
              <a:rPr lang="en-US" altLang="zh-CN" sz="1800" dirty="0">
                <a:solidFill>
                  <a:srgbClr val="000000"/>
                </a:solidFill>
              </a:rPr>
              <a:t> ();</a:t>
            </a:r>
            <a:endParaRPr lang="en-US" altLang="zh-CN" sz="1800" dirty="0">
              <a:solidFill>
                <a:srgbClr val="000000"/>
              </a:solidFill>
            </a:endParaRPr>
          </a:p>
          <a:p>
            <a:pPr algn="l"/>
            <a:r>
              <a:rPr lang="en-US" altLang="zh-CN" sz="1800" dirty="0">
                <a:solidFill>
                  <a:srgbClr val="000000"/>
                </a:solidFill>
              </a:rPr>
              <a:t>return 0;</a:t>
            </a:r>
            <a:endParaRPr lang="en-US" altLang="zh-CN" sz="1800" dirty="0">
              <a:solidFill>
                <a:srgbClr val="000000"/>
              </a:solidFill>
            </a:endParaRPr>
          </a:p>
          <a:p>
            <a:pPr algn="l"/>
            <a:r>
              <a:rPr lang="en-US" altLang="zh-CN" sz="1800" dirty="0">
                <a:solidFill>
                  <a:srgbClr val="000000"/>
                </a:solidFill>
              </a:rPr>
              <a:t>}/*main</a:t>
            </a:r>
            <a:r>
              <a:rPr lang="zh-CN" altLang="en-US" sz="1800" dirty="0">
                <a:solidFill>
                  <a:srgbClr val="000000"/>
                </a:solidFill>
              </a:rPr>
              <a:t>函数结束*</a:t>
            </a:r>
            <a:r>
              <a:rPr lang="en-US" altLang="zh-CN" sz="1800" dirty="0">
                <a:solidFill>
                  <a:srgbClr val="000000"/>
                </a:solidFill>
              </a:rPr>
              <a:t>/</a:t>
            </a:r>
            <a:endParaRPr lang="en-US" altLang="zh-CN" sz="1800" dirty="0">
              <a:solidFill>
                <a:srgbClr val="000000"/>
              </a:solidFill>
            </a:endParaRPr>
          </a:p>
        </p:txBody>
      </p:sp>
      <p:pic>
        <p:nvPicPr>
          <p:cNvPr id="3" name="图片 2"/>
          <p:cNvPicPr>
            <a:picLocks noChangeAspect="1"/>
          </p:cNvPicPr>
          <p:nvPr/>
        </p:nvPicPr>
        <p:blipFill>
          <a:blip r:embed="rId1"/>
          <a:stretch>
            <a:fillRect/>
          </a:stretch>
        </p:blipFill>
        <p:spPr>
          <a:xfrm>
            <a:off x="4067944" y="2706687"/>
            <a:ext cx="4647619" cy="1657143"/>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4934"/>
                                        </p:tgtEl>
                                        <p:attrNameLst>
                                          <p:attrName>style.visibility</p:attrName>
                                        </p:attrNameLst>
                                      </p:cBhvr>
                                      <p:to>
                                        <p:strVal val="visible"/>
                                      </p:to>
                                    </p:set>
                                    <p:animEffect transition="in" filter="blinds(horizontal)">
                                      <p:cBhvr>
                                        <p:cTn id="7" dur="500"/>
                                        <p:tgtEl>
                                          <p:spTgt spid="1249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4" grpId="0" animBg="1"/>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algn="ctr" eaLnBrk="1" hangingPunct="1"/>
            <a:r>
              <a:rPr lang="zh-CN" altLang="en-US" b="1" dirty="0" smtClean="0">
                <a:latin typeface="Times New Roman" panose="02020603050405020304" pitchFamily="18" charset="0"/>
                <a:ea typeface="隶书" panose="02010509060101010101" pitchFamily="49" charset="-122"/>
              </a:rPr>
              <a:t>浮点数的可表示误差</a:t>
            </a:r>
            <a:endParaRPr lang="zh-CN" altLang="en-US" b="1" dirty="0" smtClean="0">
              <a:latin typeface="Times New Roman" panose="02020603050405020304" pitchFamily="18" charset="0"/>
              <a:ea typeface="隶书" panose="02010509060101010101" pitchFamily="49" charset="-122"/>
            </a:endParaRPr>
          </a:p>
        </p:txBody>
      </p:sp>
      <p:sp>
        <p:nvSpPr>
          <p:cNvPr id="48131"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48132" name="Rectangle 4"/>
          <p:cNvSpPr>
            <a:spLocks noChangeArrowheads="1"/>
          </p:cNvSpPr>
          <p:nvPr/>
        </p:nvSpPr>
        <p:spPr bwMode="auto">
          <a:xfrm>
            <a:off x="1042988" y="1655763"/>
            <a:ext cx="7888287" cy="504825"/>
          </a:xfrm>
          <a:prstGeom prst="rect">
            <a:avLst/>
          </a:prstGeom>
          <a:solidFill>
            <a:srgbClr val="ECECEC"/>
          </a:solidFill>
          <a:ln w="9525">
            <a:solidFill>
              <a:schemeClr val="tx1"/>
            </a:solid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179705"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lvl="1" algn="just" eaLnBrk="1" hangingPunct="1">
              <a:lnSpc>
                <a:spcPct val="100000"/>
              </a:lnSpc>
              <a:spcBef>
                <a:spcPct val="20000"/>
              </a:spcBef>
              <a:buClr>
                <a:srgbClr val="000099"/>
              </a:buClr>
            </a:pPr>
            <a:r>
              <a:rPr lang="zh-CN" altLang="en-US" sz="2400" dirty="0" smtClean="0">
                <a:solidFill>
                  <a:srgbClr val="000000"/>
                </a:solidFill>
              </a:rPr>
              <a:t>例题</a:t>
            </a:r>
            <a:r>
              <a:rPr lang="en-US" altLang="zh-CN" sz="2400" dirty="0" smtClean="0">
                <a:solidFill>
                  <a:srgbClr val="000000"/>
                </a:solidFill>
              </a:rPr>
              <a:t>  </a:t>
            </a:r>
            <a:r>
              <a:rPr lang="zh-CN" altLang="en-US" sz="2400" dirty="0" smtClean="0">
                <a:solidFill>
                  <a:srgbClr val="000000"/>
                </a:solidFill>
              </a:rPr>
              <a:t>浮点数可表示误差示例。</a:t>
            </a:r>
            <a:endParaRPr lang="zh-CN" altLang="en-US" sz="2400" dirty="0"/>
          </a:p>
        </p:txBody>
      </p:sp>
      <p:sp>
        <p:nvSpPr>
          <p:cNvPr id="48133"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126982" name="Rectangle 6"/>
          <p:cNvSpPr>
            <a:spLocks noChangeArrowheads="1"/>
          </p:cNvSpPr>
          <p:nvPr/>
        </p:nvSpPr>
        <p:spPr bwMode="auto">
          <a:xfrm>
            <a:off x="1042988" y="2160588"/>
            <a:ext cx="7888287" cy="3644900"/>
          </a:xfrm>
          <a:prstGeom prst="rect">
            <a:avLst/>
          </a:prstGeom>
          <a:solidFill>
            <a:schemeClr val="tx1"/>
          </a:solidFill>
          <a:ln w="9525">
            <a:solidFill>
              <a:schemeClr val="tx1"/>
            </a:solid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179705"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lvl="1" algn="l" eaLnBrk="1" hangingPunct="1">
              <a:lnSpc>
                <a:spcPct val="120000"/>
              </a:lnSpc>
              <a:spcBef>
                <a:spcPct val="50000"/>
              </a:spcBef>
            </a:pPr>
            <a:r>
              <a:rPr lang="en-US" altLang="zh-CN" sz="2400" dirty="0">
                <a:solidFill>
                  <a:srgbClr val="CC0000"/>
                </a:solidFill>
              </a:rPr>
              <a:t> </a:t>
            </a:r>
            <a:r>
              <a:rPr lang="zh-CN" altLang="en-US" sz="2400" dirty="0">
                <a:solidFill>
                  <a:srgbClr val="CC0000"/>
                </a:solidFill>
              </a:rPr>
              <a:t>引出一个问题：应该如何比较浮点数是否相等？</a:t>
            </a:r>
            <a:endParaRPr lang="zh-CN" altLang="en-US" sz="2400" dirty="0">
              <a:solidFill>
                <a:srgbClr val="CC0000"/>
              </a:solidFill>
            </a:endParaRPr>
          </a:p>
          <a:p>
            <a:pPr lvl="1" algn="l" eaLnBrk="1" hangingPunct="1">
              <a:lnSpc>
                <a:spcPct val="120000"/>
              </a:lnSpc>
              <a:spcBef>
                <a:spcPct val="50000"/>
              </a:spcBef>
              <a:buFont typeface="Wingdings" panose="05000000000000000000" pitchFamily="2" charset="2"/>
              <a:buChar char="¡"/>
            </a:pPr>
            <a:r>
              <a:rPr lang="zh-CN" altLang="en-US" sz="2400" dirty="0">
                <a:solidFill>
                  <a:srgbClr val="0000CC"/>
                </a:solidFill>
              </a:rPr>
              <a:t>解答是：</a:t>
            </a:r>
            <a:r>
              <a:rPr lang="zh-CN" altLang="en-US" sz="2400" dirty="0">
                <a:solidFill>
                  <a:srgbClr val="000000"/>
                </a:solidFill>
              </a:rPr>
              <a:t>如果两个浮点数之间的差值非常小，小于问题的精度要求，就可认为二者相等。</a:t>
            </a:r>
            <a:endParaRPr lang="zh-CN" altLang="en-US" sz="2400" dirty="0">
              <a:solidFill>
                <a:srgbClr val="000000"/>
              </a:solidFill>
            </a:endParaRPr>
          </a:p>
          <a:p>
            <a:pPr lvl="1" algn="l" eaLnBrk="1" hangingPunct="1">
              <a:lnSpc>
                <a:spcPct val="120000"/>
              </a:lnSpc>
              <a:spcBef>
                <a:spcPct val="50000"/>
              </a:spcBef>
            </a:pPr>
            <a:r>
              <a:rPr lang="zh-CN" altLang="en-US" sz="2400" dirty="0">
                <a:solidFill>
                  <a:srgbClr val="000000"/>
                </a:solidFill>
              </a:rPr>
              <a:t>   例如，判断变量</a:t>
            </a:r>
            <a:r>
              <a:rPr lang="en-US" altLang="zh-CN" sz="2400" dirty="0">
                <a:solidFill>
                  <a:srgbClr val="000000"/>
                </a:solidFill>
              </a:rPr>
              <a:t>w</a:t>
            </a:r>
            <a:r>
              <a:rPr lang="zh-CN" altLang="en-US" sz="2400" dirty="0">
                <a:solidFill>
                  <a:srgbClr val="000000"/>
                </a:solidFill>
              </a:rPr>
              <a:t>和</a:t>
            </a:r>
            <a:r>
              <a:rPr lang="en-US" altLang="zh-CN" sz="2400" dirty="0">
                <a:solidFill>
                  <a:srgbClr val="000000"/>
                </a:solidFill>
              </a:rPr>
              <a:t>x</a:t>
            </a:r>
            <a:r>
              <a:rPr lang="zh-CN" altLang="en-US" sz="2400" dirty="0">
                <a:solidFill>
                  <a:srgbClr val="000000"/>
                </a:solidFill>
              </a:rPr>
              <a:t>是否相等，可以用表达式：</a:t>
            </a:r>
            <a:endParaRPr lang="zh-CN" altLang="en-US" sz="2400" dirty="0">
              <a:solidFill>
                <a:srgbClr val="000000"/>
              </a:solidFill>
            </a:endParaRPr>
          </a:p>
          <a:p>
            <a:pPr lvl="1" algn="l" eaLnBrk="1" hangingPunct="1">
              <a:lnSpc>
                <a:spcPct val="100000"/>
              </a:lnSpc>
              <a:spcBef>
                <a:spcPct val="20000"/>
              </a:spcBef>
            </a:pPr>
            <a:r>
              <a:rPr lang="zh-CN" altLang="en-US" sz="2400" dirty="0">
                <a:solidFill>
                  <a:srgbClr val="000000"/>
                </a:solidFill>
              </a:rPr>
              <a:t>    </a:t>
            </a:r>
            <a:r>
              <a:rPr lang="en-US" altLang="zh-CN" sz="2400" dirty="0" err="1">
                <a:solidFill>
                  <a:srgbClr val="000000"/>
                </a:solidFill>
              </a:rPr>
              <a:t>fabs</a:t>
            </a:r>
            <a:r>
              <a:rPr lang="en-US" altLang="zh-CN" sz="2400" dirty="0">
                <a:solidFill>
                  <a:srgbClr val="000000"/>
                </a:solidFill>
              </a:rPr>
              <a:t>(w – x ) &lt; epsilon</a:t>
            </a:r>
            <a:endParaRPr lang="en-US" altLang="zh-CN" sz="2400" dirty="0">
              <a:solidFill>
                <a:srgbClr val="000000"/>
              </a:solidFill>
            </a:endParaRPr>
          </a:p>
          <a:p>
            <a:pPr lvl="1" algn="l" eaLnBrk="1" hangingPunct="1">
              <a:lnSpc>
                <a:spcPct val="100000"/>
              </a:lnSpc>
              <a:spcBef>
                <a:spcPct val="20000"/>
              </a:spcBef>
            </a:pPr>
            <a:r>
              <a:rPr lang="en-US" altLang="zh-CN" sz="2400" dirty="0">
                <a:solidFill>
                  <a:srgbClr val="000000"/>
                </a:solidFill>
              </a:rPr>
              <a:t>   </a:t>
            </a:r>
            <a:r>
              <a:rPr lang="zh-CN" altLang="en-US" sz="2400" dirty="0">
                <a:solidFill>
                  <a:srgbClr val="000000"/>
                </a:solidFill>
              </a:rPr>
              <a:t>其值，</a:t>
            </a:r>
            <a:r>
              <a:rPr lang="en-US" altLang="zh-CN" sz="2400" dirty="0" err="1">
                <a:solidFill>
                  <a:srgbClr val="000000"/>
                </a:solidFill>
              </a:rPr>
              <a:t>fabs</a:t>
            </a:r>
            <a:r>
              <a:rPr lang="en-US" altLang="zh-CN" sz="2400" dirty="0">
                <a:solidFill>
                  <a:srgbClr val="000000"/>
                </a:solidFill>
              </a:rPr>
              <a:t>( )</a:t>
            </a:r>
            <a:r>
              <a:rPr lang="zh-CN" altLang="pl-PL" sz="2400" dirty="0">
                <a:solidFill>
                  <a:srgbClr val="000000"/>
                </a:solidFill>
              </a:rPr>
              <a:t>是计算绝对值的库</a:t>
            </a:r>
            <a:r>
              <a:rPr lang="zh-CN" altLang="pl-PL" sz="2400" dirty="0" smtClean="0">
                <a:solidFill>
                  <a:srgbClr val="000000"/>
                </a:solidFill>
              </a:rPr>
              <a:t>函数，</a:t>
            </a:r>
            <a:r>
              <a:rPr lang="en-US" altLang="zh-CN" sz="2400" dirty="0">
                <a:solidFill>
                  <a:srgbClr val="000000"/>
                </a:solidFill>
              </a:rPr>
              <a:t>epsilon</a:t>
            </a:r>
            <a:r>
              <a:rPr lang="zh-CN" altLang="pl-PL" sz="2400" dirty="0">
                <a:solidFill>
                  <a:srgbClr val="000000"/>
                </a:solidFill>
              </a:rPr>
              <a:t>是自行设定的一个误差值，例如</a:t>
            </a:r>
            <a:r>
              <a:rPr lang="en-US" altLang="zh-CN" sz="2400" dirty="0">
                <a:solidFill>
                  <a:srgbClr val="000000"/>
                </a:solidFill>
              </a:rPr>
              <a:t>1e-4</a:t>
            </a:r>
            <a:r>
              <a:rPr lang="zh-CN" altLang="pl-PL" sz="2400" dirty="0">
                <a:solidFill>
                  <a:srgbClr val="000000"/>
                </a:solidFill>
              </a:rPr>
              <a:t>。</a:t>
            </a:r>
            <a:endParaRPr lang="zh-CN" altLang="en-US" sz="2400" dirty="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6982"/>
                                        </p:tgtEl>
                                        <p:attrNameLst>
                                          <p:attrName>style.visibility</p:attrName>
                                        </p:attrNameLst>
                                      </p:cBhvr>
                                      <p:to>
                                        <p:strVal val="visible"/>
                                      </p:to>
                                    </p:set>
                                    <p:animEffect transition="in" filter="blinds(horizontal)">
                                      <p:cBhvr>
                                        <p:cTn id="7" dur="500"/>
                                        <p:tgtEl>
                                          <p:spTgt spid="1269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2" grpId="0" animBg="1"/>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algn="ctr" eaLnBrk="1" hangingPunct="1"/>
            <a:r>
              <a:rPr lang="zh-CN" altLang="en-US" b="1" dirty="0" smtClean="0">
                <a:latin typeface="Times New Roman" panose="02020603050405020304" pitchFamily="18" charset="0"/>
                <a:ea typeface="隶书" panose="02010509060101010101" pitchFamily="49" charset="-122"/>
              </a:rPr>
              <a:t>浮点数的上溢</a:t>
            </a:r>
            <a:endParaRPr lang="zh-CN" altLang="en-US" b="1" dirty="0" smtClean="0">
              <a:latin typeface="Times New Roman" panose="02020603050405020304" pitchFamily="18" charset="0"/>
              <a:ea typeface="隶书" panose="02010509060101010101" pitchFamily="49" charset="-122"/>
            </a:endParaRPr>
          </a:p>
        </p:txBody>
      </p:sp>
      <p:sp>
        <p:nvSpPr>
          <p:cNvPr id="4915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49156" name="Rectangle 4"/>
          <p:cNvSpPr>
            <a:spLocks noChangeArrowheads="1"/>
          </p:cNvSpPr>
          <p:nvPr/>
        </p:nvSpPr>
        <p:spPr bwMode="auto">
          <a:xfrm>
            <a:off x="1042988" y="1655763"/>
            <a:ext cx="7888287" cy="504825"/>
          </a:xfrm>
          <a:prstGeom prst="rect">
            <a:avLst/>
          </a:prstGeom>
          <a:solidFill>
            <a:srgbClr val="ECECEC"/>
          </a:solidFill>
          <a:ln w="9525">
            <a:solidFill>
              <a:schemeClr val="tx1"/>
            </a:solid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179705"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lvl="1" algn="l" eaLnBrk="1" hangingPunct="1">
              <a:lnSpc>
                <a:spcPct val="100000"/>
              </a:lnSpc>
              <a:spcBef>
                <a:spcPct val="20000"/>
              </a:spcBef>
              <a:buClr>
                <a:srgbClr val="000099"/>
              </a:buClr>
            </a:pPr>
            <a:r>
              <a:rPr lang="zh-CN" altLang="en-US" dirty="0" smtClean="0">
                <a:solidFill>
                  <a:srgbClr val="000000"/>
                </a:solidFill>
              </a:rPr>
              <a:t>例题</a:t>
            </a:r>
            <a:r>
              <a:rPr lang="en-US" altLang="zh-CN" dirty="0" smtClean="0">
                <a:solidFill>
                  <a:srgbClr val="000000"/>
                </a:solidFill>
              </a:rPr>
              <a:t>  </a:t>
            </a:r>
            <a:r>
              <a:rPr lang="zh-CN" altLang="en-US" dirty="0">
                <a:solidFill>
                  <a:srgbClr val="000000"/>
                </a:solidFill>
              </a:rPr>
              <a:t>浮点数上溢示例，计算</a:t>
            </a:r>
            <a:r>
              <a:rPr lang="en-US" altLang="zh-CN" dirty="0">
                <a:solidFill>
                  <a:srgbClr val="000000"/>
                </a:solidFill>
              </a:rPr>
              <a:t>35</a:t>
            </a:r>
            <a:r>
              <a:rPr lang="zh-CN" altLang="en-US" dirty="0">
                <a:solidFill>
                  <a:srgbClr val="000000"/>
                </a:solidFill>
              </a:rPr>
              <a:t>的阶乘</a:t>
            </a:r>
            <a:r>
              <a:rPr lang="zh-CN" altLang="en-US" dirty="0" smtClean="0">
                <a:solidFill>
                  <a:srgbClr val="000000"/>
                </a:solidFill>
              </a:rPr>
              <a:t>。</a:t>
            </a:r>
            <a:endParaRPr lang="zh-CN" altLang="en-US" sz="1600" dirty="0"/>
          </a:p>
        </p:txBody>
      </p:sp>
      <p:sp>
        <p:nvSpPr>
          <p:cNvPr id="49157"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125958" name="Rectangle 6"/>
          <p:cNvSpPr>
            <a:spLocks noChangeArrowheads="1"/>
          </p:cNvSpPr>
          <p:nvPr/>
        </p:nvSpPr>
        <p:spPr bwMode="auto">
          <a:xfrm>
            <a:off x="1042988" y="2160588"/>
            <a:ext cx="7888287" cy="4508500"/>
          </a:xfrm>
          <a:prstGeom prst="rect">
            <a:avLst/>
          </a:prstGeom>
          <a:solidFill>
            <a:schemeClr val="tx1"/>
          </a:solidFill>
          <a:ln w="9525">
            <a:solidFill>
              <a:schemeClr val="tx1"/>
            </a:solid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179705"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algn="l"/>
            <a:r>
              <a:rPr lang="en-US" altLang="zh-CN" sz="1800" dirty="0">
                <a:solidFill>
                  <a:srgbClr val="000000"/>
                </a:solidFill>
              </a:rPr>
              <a:t>//</a:t>
            </a:r>
            <a:r>
              <a:rPr lang="zh-CN" altLang="en-US" sz="1800" dirty="0">
                <a:solidFill>
                  <a:srgbClr val="000000"/>
                </a:solidFill>
              </a:rPr>
              <a:t>浮点数上溢范例，计算</a:t>
            </a:r>
            <a:r>
              <a:rPr lang="en-US" altLang="zh-CN" sz="1800" dirty="0">
                <a:solidFill>
                  <a:srgbClr val="000000"/>
                </a:solidFill>
              </a:rPr>
              <a:t>35</a:t>
            </a:r>
            <a:r>
              <a:rPr lang="zh-CN" altLang="en-US" sz="1800" dirty="0">
                <a:solidFill>
                  <a:srgbClr val="000000"/>
                </a:solidFill>
              </a:rPr>
              <a:t>的阶乘。</a:t>
            </a:r>
            <a:endParaRPr lang="zh-CN" altLang="en-US" sz="1800" dirty="0">
              <a:solidFill>
                <a:srgbClr val="000000"/>
              </a:solidFill>
            </a:endParaRPr>
          </a:p>
          <a:p>
            <a:pPr algn="l"/>
            <a:r>
              <a:rPr lang="en-US" altLang="zh-CN" sz="1800" dirty="0">
                <a:solidFill>
                  <a:srgbClr val="000000"/>
                </a:solidFill>
              </a:rPr>
              <a:t>#include &lt;</a:t>
            </a:r>
            <a:r>
              <a:rPr lang="en-US" altLang="zh-CN" sz="1800" dirty="0" err="1">
                <a:solidFill>
                  <a:srgbClr val="000000"/>
                </a:solidFill>
              </a:rPr>
              <a:t>iostream</a:t>
            </a:r>
            <a:r>
              <a:rPr lang="en-US" altLang="zh-CN" sz="1800" dirty="0">
                <a:solidFill>
                  <a:srgbClr val="000000"/>
                </a:solidFill>
              </a:rPr>
              <a:t>&gt;</a:t>
            </a:r>
            <a:endParaRPr lang="en-US" altLang="zh-CN" sz="1800" dirty="0">
              <a:solidFill>
                <a:srgbClr val="000000"/>
              </a:solidFill>
            </a:endParaRPr>
          </a:p>
          <a:p>
            <a:pPr algn="l"/>
            <a:r>
              <a:rPr lang="en-US" altLang="zh-CN" sz="1800" dirty="0">
                <a:solidFill>
                  <a:srgbClr val="000000"/>
                </a:solidFill>
              </a:rPr>
              <a:t>using namespace </a:t>
            </a:r>
            <a:r>
              <a:rPr lang="en-US" altLang="zh-CN" sz="1800" dirty="0" err="1">
                <a:solidFill>
                  <a:srgbClr val="000000"/>
                </a:solidFill>
              </a:rPr>
              <a:t>std</a:t>
            </a:r>
            <a:r>
              <a:rPr lang="en-US" altLang="zh-CN" sz="1800" dirty="0">
                <a:solidFill>
                  <a:srgbClr val="000000"/>
                </a:solidFill>
              </a:rPr>
              <a:t>;</a:t>
            </a:r>
            <a:endParaRPr lang="en-US" altLang="zh-CN" sz="1800" dirty="0">
              <a:solidFill>
                <a:srgbClr val="000000"/>
              </a:solidFill>
            </a:endParaRPr>
          </a:p>
          <a:p>
            <a:pPr algn="l"/>
            <a:endParaRPr lang="zh-CN" altLang="en-US" sz="1800" dirty="0">
              <a:solidFill>
                <a:srgbClr val="000000"/>
              </a:solidFill>
            </a:endParaRPr>
          </a:p>
          <a:p>
            <a:pPr algn="l"/>
            <a:r>
              <a:rPr lang="en-US" altLang="zh-CN" sz="1800" dirty="0" err="1">
                <a:solidFill>
                  <a:srgbClr val="000000"/>
                </a:solidFill>
              </a:rPr>
              <a:t>int</a:t>
            </a:r>
            <a:r>
              <a:rPr lang="en-US" altLang="zh-CN" sz="1800" dirty="0">
                <a:solidFill>
                  <a:srgbClr val="000000"/>
                </a:solidFill>
              </a:rPr>
              <a:t> main(void)</a:t>
            </a:r>
            <a:endParaRPr lang="en-US" altLang="zh-CN" sz="1800" dirty="0">
              <a:solidFill>
                <a:srgbClr val="000000"/>
              </a:solidFill>
            </a:endParaRPr>
          </a:p>
          <a:p>
            <a:pPr algn="l"/>
            <a:r>
              <a:rPr lang="en-US" altLang="zh-CN" sz="1800" dirty="0">
                <a:solidFill>
                  <a:srgbClr val="000000"/>
                </a:solidFill>
              </a:rPr>
              <a:t>{</a:t>
            </a:r>
            <a:endParaRPr lang="en-US" altLang="zh-CN" sz="1800" dirty="0">
              <a:solidFill>
                <a:srgbClr val="000000"/>
              </a:solidFill>
            </a:endParaRPr>
          </a:p>
          <a:p>
            <a:pPr algn="l"/>
            <a:r>
              <a:rPr lang="en-US" altLang="zh-CN" sz="1800" dirty="0" err="1">
                <a:solidFill>
                  <a:srgbClr val="000000"/>
                </a:solidFill>
              </a:rPr>
              <a:t>int</a:t>
            </a:r>
            <a:r>
              <a:rPr lang="en-US" altLang="zh-CN" sz="1800" dirty="0">
                <a:solidFill>
                  <a:srgbClr val="000000"/>
                </a:solidFill>
              </a:rPr>
              <a:t> n;</a:t>
            </a:r>
            <a:endParaRPr lang="en-US" altLang="zh-CN" sz="1800" dirty="0">
              <a:solidFill>
                <a:srgbClr val="000000"/>
              </a:solidFill>
            </a:endParaRPr>
          </a:p>
          <a:p>
            <a:pPr algn="l"/>
            <a:r>
              <a:rPr lang="en-US" altLang="zh-CN" sz="1800" dirty="0">
                <a:solidFill>
                  <a:srgbClr val="000000"/>
                </a:solidFill>
              </a:rPr>
              <a:t>float </a:t>
            </a:r>
            <a:r>
              <a:rPr lang="en-US" altLang="zh-CN" sz="1800" dirty="0" err="1">
                <a:solidFill>
                  <a:srgbClr val="000000"/>
                </a:solidFill>
              </a:rPr>
              <a:t>factf</a:t>
            </a:r>
            <a:r>
              <a:rPr lang="en-US" altLang="zh-CN" sz="1800" dirty="0">
                <a:solidFill>
                  <a:srgbClr val="000000"/>
                </a:solidFill>
              </a:rPr>
              <a:t> = 1.0;</a:t>
            </a:r>
            <a:endParaRPr lang="en-US" altLang="zh-CN" sz="1800" dirty="0">
              <a:solidFill>
                <a:srgbClr val="000000"/>
              </a:solidFill>
            </a:endParaRPr>
          </a:p>
          <a:p>
            <a:pPr algn="l"/>
            <a:endParaRPr lang="zh-CN" altLang="en-US" sz="1800" dirty="0">
              <a:solidFill>
                <a:srgbClr val="000000"/>
              </a:solidFill>
            </a:endParaRPr>
          </a:p>
          <a:p>
            <a:pPr algn="l"/>
            <a:r>
              <a:rPr lang="pt-BR" altLang="zh-CN" sz="1800" dirty="0">
                <a:solidFill>
                  <a:srgbClr val="000000"/>
                </a:solidFill>
              </a:rPr>
              <a:t>for (n = 1; n &lt;= 35; n++)</a:t>
            </a:r>
            <a:endParaRPr lang="pt-BR" altLang="zh-CN" sz="1800" dirty="0">
              <a:solidFill>
                <a:srgbClr val="000000"/>
              </a:solidFill>
            </a:endParaRPr>
          </a:p>
          <a:p>
            <a:pPr algn="l"/>
            <a:r>
              <a:rPr lang="en-US" altLang="zh-CN" sz="1800" dirty="0" err="1">
                <a:solidFill>
                  <a:srgbClr val="000000"/>
                </a:solidFill>
              </a:rPr>
              <a:t>factf</a:t>
            </a:r>
            <a:r>
              <a:rPr lang="en-US" altLang="zh-CN" sz="1800" dirty="0">
                <a:solidFill>
                  <a:srgbClr val="000000"/>
                </a:solidFill>
              </a:rPr>
              <a:t> = </a:t>
            </a:r>
            <a:r>
              <a:rPr lang="en-US" altLang="zh-CN" sz="1800" dirty="0" err="1">
                <a:solidFill>
                  <a:srgbClr val="000000"/>
                </a:solidFill>
              </a:rPr>
              <a:t>factf</a:t>
            </a:r>
            <a:r>
              <a:rPr lang="en-US" altLang="zh-CN" sz="1800" dirty="0">
                <a:solidFill>
                  <a:srgbClr val="000000"/>
                </a:solidFill>
              </a:rPr>
              <a:t> * n;</a:t>
            </a:r>
            <a:endParaRPr lang="en-US" altLang="zh-CN" sz="1800" dirty="0">
              <a:solidFill>
                <a:srgbClr val="000000"/>
              </a:solidFill>
            </a:endParaRPr>
          </a:p>
          <a:p>
            <a:pPr algn="l"/>
            <a:endParaRPr lang="zh-CN" altLang="en-US" sz="1800" dirty="0">
              <a:solidFill>
                <a:srgbClr val="000000"/>
              </a:solidFill>
            </a:endParaRPr>
          </a:p>
          <a:p>
            <a:pPr algn="l"/>
            <a:r>
              <a:rPr lang="en-US" altLang="zh-CN" sz="1800" dirty="0" err="1">
                <a:solidFill>
                  <a:srgbClr val="000000"/>
                </a:solidFill>
              </a:rPr>
              <a:t>cout</a:t>
            </a:r>
            <a:r>
              <a:rPr lang="en-US" altLang="zh-CN" sz="1800" dirty="0">
                <a:solidFill>
                  <a:srgbClr val="000000"/>
                </a:solidFill>
              </a:rPr>
              <a:t>&lt;&lt;" 35</a:t>
            </a:r>
            <a:r>
              <a:rPr lang="zh-CN" altLang="en-US" sz="1800" dirty="0">
                <a:solidFill>
                  <a:srgbClr val="000000"/>
                </a:solidFill>
              </a:rPr>
              <a:t>的阶乘是</a:t>
            </a:r>
            <a:r>
              <a:rPr lang="en-US" altLang="zh-CN" sz="1800" dirty="0">
                <a:solidFill>
                  <a:srgbClr val="000000"/>
                </a:solidFill>
              </a:rPr>
              <a:t>"&lt;&lt; </a:t>
            </a:r>
            <a:r>
              <a:rPr lang="en-US" altLang="zh-CN" sz="1800" dirty="0" err="1">
                <a:solidFill>
                  <a:srgbClr val="000000"/>
                </a:solidFill>
              </a:rPr>
              <a:t>factf</a:t>
            </a:r>
            <a:r>
              <a:rPr lang="en-US" altLang="zh-CN" sz="1800" dirty="0">
                <a:solidFill>
                  <a:srgbClr val="000000"/>
                </a:solidFill>
              </a:rPr>
              <a:t>&lt;&lt;</a:t>
            </a:r>
            <a:r>
              <a:rPr lang="en-US" altLang="zh-CN" sz="1800" dirty="0" err="1">
                <a:solidFill>
                  <a:srgbClr val="000000"/>
                </a:solidFill>
              </a:rPr>
              <a:t>endl</a:t>
            </a:r>
            <a:r>
              <a:rPr lang="en-US" altLang="zh-CN" sz="1800" dirty="0">
                <a:solidFill>
                  <a:srgbClr val="000000"/>
                </a:solidFill>
              </a:rPr>
              <a:t> ;</a:t>
            </a:r>
            <a:endParaRPr lang="en-US" altLang="zh-CN" sz="1800" dirty="0">
              <a:solidFill>
                <a:srgbClr val="000000"/>
              </a:solidFill>
            </a:endParaRPr>
          </a:p>
          <a:p>
            <a:pPr algn="l"/>
            <a:endParaRPr lang="zh-CN" altLang="en-US" sz="1800" dirty="0">
              <a:solidFill>
                <a:srgbClr val="000000"/>
              </a:solidFill>
            </a:endParaRPr>
          </a:p>
          <a:p>
            <a:pPr algn="l"/>
            <a:r>
              <a:rPr lang="en-US" altLang="zh-CN" sz="1800" dirty="0">
                <a:solidFill>
                  <a:srgbClr val="000000"/>
                </a:solidFill>
              </a:rPr>
              <a:t>return 0;</a:t>
            </a:r>
            <a:endParaRPr lang="en-US" altLang="zh-CN" sz="1800" dirty="0">
              <a:solidFill>
                <a:srgbClr val="000000"/>
              </a:solidFill>
            </a:endParaRPr>
          </a:p>
          <a:p>
            <a:pPr algn="l"/>
            <a:r>
              <a:rPr lang="en-US" altLang="zh-CN" sz="1800" dirty="0">
                <a:solidFill>
                  <a:srgbClr val="000000"/>
                </a:solidFill>
              </a:rPr>
              <a:t>}/*main</a:t>
            </a:r>
            <a:r>
              <a:rPr lang="zh-CN" altLang="en-US" sz="1800" dirty="0">
                <a:solidFill>
                  <a:srgbClr val="000000"/>
                </a:solidFill>
              </a:rPr>
              <a:t>函数结束*</a:t>
            </a:r>
            <a:r>
              <a:rPr lang="en-US" altLang="zh-CN" sz="1800" dirty="0">
                <a:solidFill>
                  <a:srgbClr val="000000"/>
                </a:solidFill>
              </a:rPr>
              <a:t>/</a:t>
            </a:r>
            <a:endParaRPr lang="en-US" altLang="zh-CN" sz="1800" dirty="0">
              <a:solidFill>
                <a:srgbClr val="000000"/>
              </a:solidFill>
            </a:endParaRPr>
          </a:p>
        </p:txBody>
      </p:sp>
      <p:pic>
        <p:nvPicPr>
          <p:cNvPr id="2" name="图片 1"/>
          <p:cNvPicPr>
            <a:picLocks noChangeAspect="1"/>
          </p:cNvPicPr>
          <p:nvPr/>
        </p:nvPicPr>
        <p:blipFill>
          <a:blip r:embed="rId1"/>
          <a:stretch>
            <a:fillRect/>
          </a:stretch>
        </p:blipFill>
        <p:spPr>
          <a:xfrm>
            <a:off x="4067944" y="2786266"/>
            <a:ext cx="3971429" cy="1628571"/>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5958"/>
                                        </p:tgtEl>
                                        <p:attrNameLst>
                                          <p:attrName>style.visibility</p:attrName>
                                        </p:attrNameLst>
                                      </p:cBhvr>
                                      <p:to>
                                        <p:strVal val="visible"/>
                                      </p:to>
                                    </p:set>
                                    <p:animEffect transition="in" filter="blinds(horizontal)">
                                      <p:cBhvr>
                                        <p:cTn id="7" dur="500"/>
                                        <p:tgtEl>
                                          <p:spTgt spid="1259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8" grpId="0" animBg="1"/>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algn="ctr" eaLnBrk="1" hangingPunct="1"/>
            <a:r>
              <a:rPr lang="zh-CN" altLang="en-US" b="1" dirty="0" smtClean="0">
                <a:latin typeface="Times New Roman" panose="02020603050405020304" pitchFamily="18" charset="0"/>
                <a:ea typeface="隶书" panose="02010509060101010101" pitchFamily="49" charset="-122"/>
              </a:rPr>
              <a:t>浮点数的上溢</a:t>
            </a:r>
            <a:endParaRPr lang="zh-CN" altLang="en-US" b="1" dirty="0" smtClean="0">
              <a:latin typeface="Times New Roman" panose="02020603050405020304" pitchFamily="18" charset="0"/>
              <a:ea typeface="隶书" panose="02010509060101010101" pitchFamily="49" charset="-122"/>
            </a:endParaRPr>
          </a:p>
        </p:txBody>
      </p:sp>
      <p:sp>
        <p:nvSpPr>
          <p:cNvPr id="4915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49156" name="Rectangle 4"/>
          <p:cNvSpPr>
            <a:spLocks noChangeArrowheads="1"/>
          </p:cNvSpPr>
          <p:nvPr/>
        </p:nvSpPr>
        <p:spPr bwMode="auto">
          <a:xfrm>
            <a:off x="1042988" y="1655763"/>
            <a:ext cx="7888287" cy="504825"/>
          </a:xfrm>
          <a:prstGeom prst="rect">
            <a:avLst/>
          </a:prstGeom>
          <a:solidFill>
            <a:srgbClr val="ECECEC"/>
          </a:solidFill>
          <a:ln w="9525">
            <a:solidFill>
              <a:schemeClr val="tx1"/>
            </a:solid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179705"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lvl="1" algn="l" eaLnBrk="1" hangingPunct="1">
              <a:lnSpc>
                <a:spcPct val="100000"/>
              </a:lnSpc>
              <a:spcBef>
                <a:spcPct val="20000"/>
              </a:spcBef>
              <a:buClr>
                <a:srgbClr val="000099"/>
              </a:buClr>
            </a:pPr>
            <a:r>
              <a:rPr lang="zh-CN" altLang="en-US" dirty="0" smtClean="0">
                <a:solidFill>
                  <a:srgbClr val="000000"/>
                </a:solidFill>
              </a:rPr>
              <a:t>例题</a:t>
            </a:r>
            <a:r>
              <a:rPr lang="en-US" altLang="zh-CN" dirty="0" smtClean="0">
                <a:solidFill>
                  <a:srgbClr val="000000"/>
                </a:solidFill>
              </a:rPr>
              <a:t>  </a:t>
            </a:r>
            <a:r>
              <a:rPr lang="zh-CN" altLang="en-US" dirty="0">
                <a:solidFill>
                  <a:srgbClr val="000000"/>
                </a:solidFill>
              </a:rPr>
              <a:t>浮点数上溢示例，计算</a:t>
            </a:r>
            <a:r>
              <a:rPr lang="en-US" altLang="zh-CN" dirty="0">
                <a:solidFill>
                  <a:srgbClr val="000000"/>
                </a:solidFill>
              </a:rPr>
              <a:t>35</a:t>
            </a:r>
            <a:r>
              <a:rPr lang="zh-CN" altLang="en-US" dirty="0">
                <a:solidFill>
                  <a:srgbClr val="000000"/>
                </a:solidFill>
              </a:rPr>
              <a:t>的阶乘</a:t>
            </a:r>
            <a:r>
              <a:rPr lang="zh-CN" altLang="en-US" dirty="0" smtClean="0">
                <a:solidFill>
                  <a:srgbClr val="000000"/>
                </a:solidFill>
              </a:rPr>
              <a:t>。</a:t>
            </a:r>
            <a:endParaRPr lang="zh-CN" altLang="en-US" sz="1600" dirty="0"/>
          </a:p>
        </p:txBody>
      </p:sp>
      <p:sp>
        <p:nvSpPr>
          <p:cNvPr id="49157"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125958" name="Rectangle 6"/>
          <p:cNvSpPr>
            <a:spLocks noChangeArrowheads="1"/>
          </p:cNvSpPr>
          <p:nvPr/>
        </p:nvSpPr>
        <p:spPr bwMode="auto">
          <a:xfrm>
            <a:off x="1042988" y="2160588"/>
            <a:ext cx="7888287" cy="4508500"/>
          </a:xfrm>
          <a:prstGeom prst="rect">
            <a:avLst/>
          </a:prstGeom>
          <a:solidFill>
            <a:schemeClr val="tx1"/>
          </a:solidFill>
          <a:ln w="9525">
            <a:solidFill>
              <a:schemeClr val="tx1"/>
            </a:solid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179705"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algn="l"/>
            <a:r>
              <a:rPr lang="en-US" altLang="zh-CN" sz="1800" dirty="0">
                <a:solidFill>
                  <a:srgbClr val="000000"/>
                </a:solidFill>
              </a:rPr>
              <a:t>//</a:t>
            </a:r>
            <a:r>
              <a:rPr lang="zh-CN" altLang="en-US" sz="1800" dirty="0">
                <a:solidFill>
                  <a:srgbClr val="000000"/>
                </a:solidFill>
              </a:rPr>
              <a:t>浮点数上溢范例，计算</a:t>
            </a:r>
            <a:r>
              <a:rPr lang="en-US" altLang="zh-CN" sz="1800" dirty="0">
                <a:solidFill>
                  <a:srgbClr val="000000"/>
                </a:solidFill>
              </a:rPr>
              <a:t>35</a:t>
            </a:r>
            <a:r>
              <a:rPr lang="zh-CN" altLang="en-US" sz="1800" dirty="0">
                <a:solidFill>
                  <a:srgbClr val="000000"/>
                </a:solidFill>
              </a:rPr>
              <a:t>的阶乘。</a:t>
            </a:r>
            <a:endParaRPr lang="zh-CN" altLang="en-US" sz="1800" dirty="0">
              <a:solidFill>
                <a:srgbClr val="000000"/>
              </a:solidFill>
            </a:endParaRPr>
          </a:p>
          <a:p>
            <a:pPr algn="l"/>
            <a:r>
              <a:rPr lang="en-US" altLang="zh-CN" sz="1800" dirty="0">
                <a:solidFill>
                  <a:srgbClr val="000000"/>
                </a:solidFill>
              </a:rPr>
              <a:t>#include &lt;</a:t>
            </a:r>
            <a:r>
              <a:rPr lang="en-US" altLang="zh-CN" sz="1800" dirty="0" err="1">
                <a:solidFill>
                  <a:srgbClr val="000000"/>
                </a:solidFill>
              </a:rPr>
              <a:t>iostream</a:t>
            </a:r>
            <a:r>
              <a:rPr lang="en-US" altLang="zh-CN" sz="1800" dirty="0">
                <a:solidFill>
                  <a:srgbClr val="000000"/>
                </a:solidFill>
              </a:rPr>
              <a:t>&gt;</a:t>
            </a:r>
            <a:endParaRPr lang="en-US" altLang="zh-CN" sz="1800" dirty="0">
              <a:solidFill>
                <a:srgbClr val="000000"/>
              </a:solidFill>
            </a:endParaRPr>
          </a:p>
          <a:p>
            <a:pPr algn="l"/>
            <a:r>
              <a:rPr lang="en-US" altLang="zh-CN" sz="1800" dirty="0">
                <a:solidFill>
                  <a:srgbClr val="000000"/>
                </a:solidFill>
              </a:rPr>
              <a:t>using namespace </a:t>
            </a:r>
            <a:r>
              <a:rPr lang="en-US" altLang="zh-CN" sz="1800" dirty="0" err="1">
                <a:solidFill>
                  <a:srgbClr val="000000"/>
                </a:solidFill>
              </a:rPr>
              <a:t>std</a:t>
            </a:r>
            <a:r>
              <a:rPr lang="en-US" altLang="zh-CN" sz="1800" dirty="0">
                <a:solidFill>
                  <a:srgbClr val="000000"/>
                </a:solidFill>
              </a:rPr>
              <a:t>;</a:t>
            </a:r>
            <a:endParaRPr lang="en-US" altLang="zh-CN" sz="1800" dirty="0">
              <a:solidFill>
                <a:srgbClr val="000000"/>
              </a:solidFill>
            </a:endParaRPr>
          </a:p>
          <a:p>
            <a:pPr algn="l"/>
            <a:endParaRPr lang="zh-CN" altLang="en-US" sz="1800" dirty="0">
              <a:solidFill>
                <a:srgbClr val="000000"/>
              </a:solidFill>
            </a:endParaRPr>
          </a:p>
          <a:p>
            <a:pPr algn="l"/>
            <a:r>
              <a:rPr lang="en-US" altLang="zh-CN" sz="1800" dirty="0" err="1">
                <a:solidFill>
                  <a:srgbClr val="000000"/>
                </a:solidFill>
              </a:rPr>
              <a:t>int</a:t>
            </a:r>
            <a:r>
              <a:rPr lang="en-US" altLang="zh-CN" sz="1800" dirty="0">
                <a:solidFill>
                  <a:srgbClr val="000000"/>
                </a:solidFill>
              </a:rPr>
              <a:t> main(void)</a:t>
            </a:r>
            <a:endParaRPr lang="en-US" altLang="zh-CN" sz="1800" dirty="0">
              <a:solidFill>
                <a:srgbClr val="000000"/>
              </a:solidFill>
            </a:endParaRPr>
          </a:p>
          <a:p>
            <a:pPr algn="l"/>
            <a:r>
              <a:rPr lang="en-US" altLang="zh-CN" sz="1800" dirty="0">
                <a:solidFill>
                  <a:srgbClr val="000000"/>
                </a:solidFill>
              </a:rPr>
              <a:t>{</a:t>
            </a:r>
            <a:endParaRPr lang="en-US" altLang="zh-CN" sz="1800" dirty="0">
              <a:solidFill>
                <a:srgbClr val="000000"/>
              </a:solidFill>
            </a:endParaRPr>
          </a:p>
          <a:p>
            <a:pPr algn="l"/>
            <a:r>
              <a:rPr lang="en-US" altLang="zh-CN" sz="1800" dirty="0" err="1">
                <a:solidFill>
                  <a:srgbClr val="000000"/>
                </a:solidFill>
              </a:rPr>
              <a:t>int</a:t>
            </a:r>
            <a:r>
              <a:rPr lang="en-US" altLang="zh-CN" sz="1800" dirty="0">
                <a:solidFill>
                  <a:srgbClr val="000000"/>
                </a:solidFill>
              </a:rPr>
              <a:t> n;</a:t>
            </a:r>
            <a:endParaRPr lang="en-US" altLang="zh-CN" sz="1800" dirty="0">
              <a:solidFill>
                <a:srgbClr val="000000"/>
              </a:solidFill>
            </a:endParaRPr>
          </a:p>
          <a:p>
            <a:pPr algn="l"/>
            <a:r>
              <a:rPr lang="en-US" altLang="zh-CN" sz="1800" dirty="0" smtClean="0">
                <a:solidFill>
                  <a:srgbClr val="000000"/>
                </a:solidFill>
              </a:rPr>
              <a:t>double </a:t>
            </a:r>
            <a:r>
              <a:rPr lang="en-US" altLang="zh-CN" sz="1800" dirty="0" err="1">
                <a:solidFill>
                  <a:srgbClr val="000000"/>
                </a:solidFill>
              </a:rPr>
              <a:t>factf</a:t>
            </a:r>
            <a:r>
              <a:rPr lang="en-US" altLang="zh-CN" sz="1800" dirty="0">
                <a:solidFill>
                  <a:srgbClr val="000000"/>
                </a:solidFill>
              </a:rPr>
              <a:t> = 1.0;</a:t>
            </a:r>
            <a:endParaRPr lang="en-US" altLang="zh-CN" sz="1800" dirty="0">
              <a:solidFill>
                <a:srgbClr val="000000"/>
              </a:solidFill>
            </a:endParaRPr>
          </a:p>
          <a:p>
            <a:pPr algn="l"/>
            <a:endParaRPr lang="zh-CN" altLang="en-US" sz="1800" dirty="0">
              <a:solidFill>
                <a:srgbClr val="000000"/>
              </a:solidFill>
            </a:endParaRPr>
          </a:p>
          <a:p>
            <a:pPr algn="l"/>
            <a:r>
              <a:rPr lang="pt-BR" altLang="zh-CN" sz="1800" dirty="0">
                <a:solidFill>
                  <a:srgbClr val="000000"/>
                </a:solidFill>
              </a:rPr>
              <a:t>for (n = 1; n &lt;= 35; n++)</a:t>
            </a:r>
            <a:endParaRPr lang="pt-BR" altLang="zh-CN" sz="1800" dirty="0">
              <a:solidFill>
                <a:srgbClr val="000000"/>
              </a:solidFill>
            </a:endParaRPr>
          </a:p>
          <a:p>
            <a:pPr algn="l"/>
            <a:r>
              <a:rPr lang="en-US" altLang="zh-CN" sz="1800" dirty="0" err="1">
                <a:solidFill>
                  <a:srgbClr val="000000"/>
                </a:solidFill>
              </a:rPr>
              <a:t>factf</a:t>
            </a:r>
            <a:r>
              <a:rPr lang="en-US" altLang="zh-CN" sz="1800" dirty="0">
                <a:solidFill>
                  <a:srgbClr val="000000"/>
                </a:solidFill>
              </a:rPr>
              <a:t> = </a:t>
            </a:r>
            <a:r>
              <a:rPr lang="en-US" altLang="zh-CN" sz="1800" dirty="0" err="1">
                <a:solidFill>
                  <a:srgbClr val="000000"/>
                </a:solidFill>
              </a:rPr>
              <a:t>factf</a:t>
            </a:r>
            <a:r>
              <a:rPr lang="en-US" altLang="zh-CN" sz="1800" dirty="0">
                <a:solidFill>
                  <a:srgbClr val="000000"/>
                </a:solidFill>
              </a:rPr>
              <a:t> * n;</a:t>
            </a:r>
            <a:endParaRPr lang="en-US" altLang="zh-CN" sz="1800" dirty="0">
              <a:solidFill>
                <a:srgbClr val="000000"/>
              </a:solidFill>
            </a:endParaRPr>
          </a:p>
          <a:p>
            <a:pPr algn="l"/>
            <a:endParaRPr lang="zh-CN" altLang="en-US" sz="1800" dirty="0">
              <a:solidFill>
                <a:srgbClr val="000000"/>
              </a:solidFill>
            </a:endParaRPr>
          </a:p>
          <a:p>
            <a:pPr algn="l"/>
            <a:r>
              <a:rPr lang="en-US" altLang="zh-CN" sz="1800" dirty="0" err="1">
                <a:solidFill>
                  <a:srgbClr val="000000"/>
                </a:solidFill>
              </a:rPr>
              <a:t>cout</a:t>
            </a:r>
            <a:r>
              <a:rPr lang="en-US" altLang="zh-CN" sz="1800" dirty="0">
                <a:solidFill>
                  <a:srgbClr val="000000"/>
                </a:solidFill>
              </a:rPr>
              <a:t>&lt;&lt;" 35</a:t>
            </a:r>
            <a:r>
              <a:rPr lang="zh-CN" altLang="en-US" sz="1800" dirty="0">
                <a:solidFill>
                  <a:srgbClr val="000000"/>
                </a:solidFill>
              </a:rPr>
              <a:t>的阶乘是</a:t>
            </a:r>
            <a:r>
              <a:rPr lang="en-US" altLang="zh-CN" sz="1800" dirty="0">
                <a:solidFill>
                  <a:srgbClr val="000000"/>
                </a:solidFill>
              </a:rPr>
              <a:t>"&lt;&lt; </a:t>
            </a:r>
            <a:r>
              <a:rPr lang="en-US" altLang="zh-CN" sz="1800" dirty="0" err="1">
                <a:solidFill>
                  <a:srgbClr val="000000"/>
                </a:solidFill>
              </a:rPr>
              <a:t>factf</a:t>
            </a:r>
            <a:r>
              <a:rPr lang="en-US" altLang="zh-CN" sz="1800" dirty="0">
                <a:solidFill>
                  <a:srgbClr val="000000"/>
                </a:solidFill>
              </a:rPr>
              <a:t>&lt;&lt;</a:t>
            </a:r>
            <a:r>
              <a:rPr lang="en-US" altLang="zh-CN" sz="1800" dirty="0" err="1">
                <a:solidFill>
                  <a:srgbClr val="000000"/>
                </a:solidFill>
              </a:rPr>
              <a:t>endl</a:t>
            </a:r>
            <a:r>
              <a:rPr lang="en-US" altLang="zh-CN" sz="1800" dirty="0">
                <a:solidFill>
                  <a:srgbClr val="000000"/>
                </a:solidFill>
              </a:rPr>
              <a:t> ;</a:t>
            </a:r>
            <a:endParaRPr lang="en-US" altLang="zh-CN" sz="1800" dirty="0">
              <a:solidFill>
                <a:srgbClr val="000000"/>
              </a:solidFill>
            </a:endParaRPr>
          </a:p>
          <a:p>
            <a:pPr algn="l"/>
            <a:endParaRPr lang="zh-CN" altLang="en-US" sz="1800" dirty="0">
              <a:solidFill>
                <a:srgbClr val="000000"/>
              </a:solidFill>
            </a:endParaRPr>
          </a:p>
          <a:p>
            <a:pPr algn="l"/>
            <a:r>
              <a:rPr lang="en-US" altLang="zh-CN" sz="1800" dirty="0">
                <a:solidFill>
                  <a:srgbClr val="000000"/>
                </a:solidFill>
              </a:rPr>
              <a:t>return 0;</a:t>
            </a:r>
            <a:endParaRPr lang="en-US" altLang="zh-CN" sz="1800" dirty="0">
              <a:solidFill>
                <a:srgbClr val="000000"/>
              </a:solidFill>
            </a:endParaRPr>
          </a:p>
          <a:p>
            <a:pPr algn="l"/>
            <a:r>
              <a:rPr lang="en-US" altLang="zh-CN" sz="1800" dirty="0">
                <a:solidFill>
                  <a:srgbClr val="000000"/>
                </a:solidFill>
              </a:rPr>
              <a:t>}/*main</a:t>
            </a:r>
            <a:r>
              <a:rPr lang="zh-CN" altLang="en-US" sz="1800" dirty="0">
                <a:solidFill>
                  <a:srgbClr val="000000"/>
                </a:solidFill>
              </a:rPr>
              <a:t>函数结束*</a:t>
            </a:r>
            <a:r>
              <a:rPr lang="en-US" altLang="zh-CN" sz="1800" dirty="0">
                <a:solidFill>
                  <a:srgbClr val="000000"/>
                </a:solidFill>
              </a:rPr>
              <a:t>/</a:t>
            </a:r>
            <a:endParaRPr lang="en-US" altLang="zh-CN" sz="1800" dirty="0">
              <a:solidFill>
                <a:srgbClr val="000000"/>
              </a:solidFill>
            </a:endParaRPr>
          </a:p>
        </p:txBody>
      </p:sp>
      <p:pic>
        <p:nvPicPr>
          <p:cNvPr id="3" name="图片 2"/>
          <p:cNvPicPr>
            <a:picLocks noChangeAspect="1"/>
          </p:cNvPicPr>
          <p:nvPr/>
        </p:nvPicPr>
        <p:blipFill>
          <a:blip r:embed="rId1"/>
          <a:stretch>
            <a:fillRect/>
          </a:stretch>
        </p:blipFill>
        <p:spPr>
          <a:xfrm>
            <a:off x="4530064" y="2816414"/>
            <a:ext cx="3990476" cy="147619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5958"/>
                                        </p:tgtEl>
                                        <p:attrNameLst>
                                          <p:attrName>style.visibility</p:attrName>
                                        </p:attrNameLst>
                                      </p:cBhvr>
                                      <p:to>
                                        <p:strVal val="visible"/>
                                      </p:to>
                                    </p:set>
                                    <p:animEffect transition="in" filter="blinds(horizontal)">
                                      <p:cBhvr>
                                        <p:cTn id="7" dur="500"/>
                                        <p:tgtEl>
                                          <p:spTgt spid="1259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8" grpId="0" animBg="1"/>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algn="ctr" eaLnBrk="1" hangingPunct="1"/>
            <a:r>
              <a:rPr lang="zh-CN" altLang="en-US" b="1" dirty="0" smtClean="0">
                <a:latin typeface="Times New Roman" panose="02020603050405020304" pitchFamily="18" charset="0"/>
                <a:ea typeface="隶书" panose="02010509060101010101" pitchFamily="49" charset="-122"/>
              </a:rPr>
              <a:t>浮点数的下溢</a:t>
            </a:r>
            <a:endParaRPr lang="zh-CN" altLang="en-US" b="1" dirty="0" smtClean="0">
              <a:latin typeface="Times New Roman" panose="02020603050405020304" pitchFamily="18" charset="0"/>
              <a:ea typeface="隶书" panose="02010509060101010101" pitchFamily="49" charset="-122"/>
            </a:endParaRPr>
          </a:p>
        </p:txBody>
      </p:sp>
      <p:sp>
        <p:nvSpPr>
          <p:cNvPr id="5120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51204" name="Rectangle 4"/>
          <p:cNvSpPr>
            <a:spLocks noChangeArrowheads="1"/>
          </p:cNvSpPr>
          <p:nvPr/>
        </p:nvSpPr>
        <p:spPr bwMode="auto">
          <a:xfrm>
            <a:off x="1042988" y="1655763"/>
            <a:ext cx="7888287" cy="1052512"/>
          </a:xfrm>
          <a:prstGeom prst="rect">
            <a:avLst/>
          </a:prstGeom>
          <a:solidFill>
            <a:srgbClr val="ECECEC"/>
          </a:solidFill>
          <a:ln w="9525">
            <a:solidFill>
              <a:schemeClr val="tx1"/>
            </a:solid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179705"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lvl="1" algn="just" eaLnBrk="1" hangingPunct="1">
              <a:lnSpc>
                <a:spcPct val="100000"/>
              </a:lnSpc>
              <a:spcBef>
                <a:spcPct val="20000"/>
              </a:spcBef>
              <a:buClr>
                <a:srgbClr val="000099"/>
              </a:buClr>
            </a:pPr>
            <a:r>
              <a:rPr lang="zh-CN" altLang="en-US" sz="2800" dirty="0" smtClean="0">
                <a:solidFill>
                  <a:srgbClr val="000000"/>
                </a:solidFill>
              </a:rPr>
              <a:t>例题</a:t>
            </a:r>
            <a:r>
              <a:rPr lang="en-US" altLang="zh-CN" sz="2800" dirty="0" smtClean="0">
                <a:solidFill>
                  <a:srgbClr val="000000"/>
                </a:solidFill>
              </a:rPr>
              <a:t>  </a:t>
            </a:r>
            <a:r>
              <a:rPr lang="zh-CN" altLang="en-US" sz="2800" dirty="0">
                <a:solidFill>
                  <a:srgbClr val="000000"/>
                </a:solidFill>
              </a:rPr>
              <a:t>浮点数下溢示例，不断用</a:t>
            </a:r>
            <a:r>
              <a:rPr lang="en-US" altLang="zh-CN" sz="2800" dirty="0">
                <a:solidFill>
                  <a:srgbClr val="000000"/>
                </a:solidFill>
              </a:rPr>
              <a:t>1.0</a:t>
            </a:r>
            <a:r>
              <a:rPr lang="zh-CN" altLang="en-US" sz="2800" dirty="0">
                <a:solidFill>
                  <a:srgbClr val="000000"/>
                </a:solidFill>
              </a:rPr>
              <a:t>除以</a:t>
            </a:r>
            <a:r>
              <a:rPr lang="en-US" altLang="zh-CN" sz="2800" dirty="0">
                <a:solidFill>
                  <a:srgbClr val="000000"/>
                </a:solidFill>
              </a:rPr>
              <a:t>10</a:t>
            </a:r>
            <a:r>
              <a:rPr lang="zh-CN" altLang="en-US" sz="2800" dirty="0">
                <a:solidFill>
                  <a:srgbClr val="000000"/>
                </a:solidFill>
              </a:rPr>
              <a:t>，显示</a:t>
            </a:r>
            <a:r>
              <a:rPr lang="en-US" altLang="zh-CN" sz="2800" dirty="0">
                <a:solidFill>
                  <a:srgbClr val="000000"/>
                </a:solidFill>
              </a:rPr>
              <a:t>10</a:t>
            </a:r>
            <a:r>
              <a:rPr lang="en-US" altLang="zh-CN" sz="2800" baseline="30000" dirty="0">
                <a:solidFill>
                  <a:srgbClr val="000000"/>
                </a:solidFill>
              </a:rPr>
              <a:t>-43</a:t>
            </a:r>
            <a:r>
              <a:rPr lang="zh-CN" altLang="en-US" sz="2800" dirty="0">
                <a:solidFill>
                  <a:srgbClr val="000000"/>
                </a:solidFill>
              </a:rPr>
              <a:t>到</a:t>
            </a:r>
            <a:r>
              <a:rPr lang="en-US" altLang="zh-CN" sz="2800" dirty="0">
                <a:solidFill>
                  <a:srgbClr val="000000"/>
                </a:solidFill>
              </a:rPr>
              <a:t>10</a:t>
            </a:r>
            <a:r>
              <a:rPr lang="en-US" altLang="zh-CN" sz="2800" baseline="30000" dirty="0">
                <a:solidFill>
                  <a:srgbClr val="000000"/>
                </a:solidFill>
              </a:rPr>
              <a:t>-47</a:t>
            </a:r>
            <a:r>
              <a:rPr lang="zh-CN" altLang="en-US" sz="2800" dirty="0">
                <a:solidFill>
                  <a:srgbClr val="000000"/>
                </a:solidFill>
              </a:rPr>
              <a:t>的结果</a:t>
            </a:r>
            <a:r>
              <a:rPr lang="zh-CN" altLang="en-US" sz="2800" dirty="0" smtClean="0">
                <a:solidFill>
                  <a:srgbClr val="000000"/>
                </a:solidFill>
              </a:rPr>
              <a:t>。</a:t>
            </a:r>
            <a:endParaRPr lang="zh-CN" altLang="en-US" sz="2800" dirty="0">
              <a:solidFill>
                <a:srgbClr val="000000"/>
              </a:solidFill>
            </a:endParaRPr>
          </a:p>
        </p:txBody>
      </p:sp>
      <p:sp>
        <p:nvSpPr>
          <p:cNvPr id="51205"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129030" name="Rectangle 6"/>
          <p:cNvSpPr>
            <a:spLocks noChangeArrowheads="1"/>
          </p:cNvSpPr>
          <p:nvPr/>
        </p:nvSpPr>
        <p:spPr bwMode="auto">
          <a:xfrm>
            <a:off x="1042988" y="2708275"/>
            <a:ext cx="7888287" cy="3960813"/>
          </a:xfrm>
          <a:prstGeom prst="rect">
            <a:avLst/>
          </a:prstGeom>
          <a:solidFill>
            <a:schemeClr val="tx1"/>
          </a:solidFill>
          <a:ln w="9525">
            <a:solidFill>
              <a:schemeClr val="tx1"/>
            </a:solid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179705"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algn="l"/>
            <a:r>
              <a:rPr lang="en-US" altLang="zh-CN" sz="1800" dirty="0">
                <a:solidFill>
                  <a:srgbClr val="000000"/>
                </a:solidFill>
              </a:rPr>
              <a:t>//</a:t>
            </a:r>
            <a:r>
              <a:rPr lang="zh-CN" altLang="en-US" sz="1800" dirty="0">
                <a:solidFill>
                  <a:srgbClr val="000000"/>
                </a:solidFill>
              </a:rPr>
              <a:t>浮点数下溢范例，计算</a:t>
            </a:r>
            <a:r>
              <a:rPr lang="en-US" altLang="zh-CN" sz="1800" dirty="0">
                <a:solidFill>
                  <a:srgbClr val="000000"/>
                </a:solidFill>
              </a:rPr>
              <a:t>10</a:t>
            </a:r>
            <a:r>
              <a:rPr lang="zh-CN" altLang="en-US" sz="1800" dirty="0">
                <a:solidFill>
                  <a:srgbClr val="000000"/>
                </a:solidFill>
              </a:rPr>
              <a:t>的</a:t>
            </a:r>
            <a:r>
              <a:rPr lang="en-US" altLang="zh-CN" sz="1800" dirty="0">
                <a:solidFill>
                  <a:srgbClr val="000000"/>
                </a:solidFill>
              </a:rPr>
              <a:t>-43</a:t>
            </a:r>
            <a:r>
              <a:rPr lang="zh-CN" altLang="en-US" sz="1800" dirty="0">
                <a:solidFill>
                  <a:srgbClr val="000000"/>
                </a:solidFill>
              </a:rPr>
              <a:t>～</a:t>
            </a:r>
            <a:r>
              <a:rPr lang="en-US" altLang="zh-CN" sz="1800" dirty="0">
                <a:solidFill>
                  <a:srgbClr val="000000"/>
                </a:solidFill>
              </a:rPr>
              <a:t>-47</a:t>
            </a:r>
            <a:r>
              <a:rPr lang="zh-CN" altLang="en-US" sz="1800" dirty="0">
                <a:solidFill>
                  <a:srgbClr val="000000"/>
                </a:solidFill>
              </a:rPr>
              <a:t>次方。</a:t>
            </a:r>
            <a:endParaRPr lang="zh-CN" altLang="en-US" sz="1800" dirty="0">
              <a:solidFill>
                <a:srgbClr val="000000"/>
              </a:solidFill>
            </a:endParaRPr>
          </a:p>
          <a:p>
            <a:pPr algn="l"/>
            <a:r>
              <a:rPr lang="en-US" altLang="zh-CN" sz="1800" dirty="0">
                <a:solidFill>
                  <a:srgbClr val="000000"/>
                </a:solidFill>
              </a:rPr>
              <a:t>#include &lt;</a:t>
            </a:r>
            <a:r>
              <a:rPr lang="en-US" altLang="zh-CN" sz="1800" dirty="0" err="1">
                <a:solidFill>
                  <a:srgbClr val="000000"/>
                </a:solidFill>
              </a:rPr>
              <a:t>iostream</a:t>
            </a:r>
            <a:r>
              <a:rPr lang="en-US" altLang="zh-CN" sz="1800" dirty="0">
                <a:solidFill>
                  <a:srgbClr val="000000"/>
                </a:solidFill>
              </a:rPr>
              <a:t>&gt;</a:t>
            </a:r>
            <a:endParaRPr lang="en-US" altLang="zh-CN" sz="1800" dirty="0">
              <a:solidFill>
                <a:srgbClr val="000000"/>
              </a:solidFill>
            </a:endParaRPr>
          </a:p>
          <a:p>
            <a:pPr algn="l"/>
            <a:r>
              <a:rPr lang="en-US" altLang="zh-CN" sz="1800" dirty="0">
                <a:solidFill>
                  <a:srgbClr val="000000"/>
                </a:solidFill>
              </a:rPr>
              <a:t>using namespace </a:t>
            </a:r>
            <a:r>
              <a:rPr lang="en-US" altLang="zh-CN" sz="1800" dirty="0" err="1">
                <a:solidFill>
                  <a:srgbClr val="000000"/>
                </a:solidFill>
              </a:rPr>
              <a:t>std</a:t>
            </a:r>
            <a:r>
              <a:rPr lang="en-US" altLang="zh-CN" sz="1800" dirty="0">
                <a:solidFill>
                  <a:srgbClr val="000000"/>
                </a:solidFill>
              </a:rPr>
              <a:t>;</a:t>
            </a:r>
            <a:endParaRPr lang="en-US" altLang="zh-CN" sz="1800" dirty="0">
              <a:solidFill>
                <a:srgbClr val="000000"/>
              </a:solidFill>
            </a:endParaRPr>
          </a:p>
          <a:p>
            <a:pPr algn="l"/>
            <a:r>
              <a:rPr lang="en-US" altLang="zh-CN" sz="1800" dirty="0" err="1" smtClean="0">
                <a:solidFill>
                  <a:srgbClr val="000000"/>
                </a:solidFill>
              </a:rPr>
              <a:t>int</a:t>
            </a:r>
            <a:r>
              <a:rPr lang="en-US" altLang="zh-CN" sz="1800" dirty="0" smtClean="0">
                <a:solidFill>
                  <a:srgbClr val="000000"/>
                </a:solidFill>
              </a:rPr>
              <a:t> </a:t>
            </a:r>
            <a:r>
              <a:rPr lang="en-US" altLang="zh-CN" sz="1800" dirty="0">
                <a:solidFill>
                  <a:srgbClr val="000000"/>
                </a:solidFill>
              </a:rPr>
              <a:t>main(void</a:t>
            </a:r>
            <a:r>
              <a:rPr lang="en-US" altLang="zh-CN" sz="1800" dirty="0" smtClean="0">
                <a:solidFill>
                  <a:srgbClr val="000000"/>
                </a:solidFill>
              </a:rPr>
              <a:t>){</a:t>
            </a:r>
            <a:endParaRPr lang="en-US" altLang="zh-CN" sz="1800" dirty="0">
              <a:solidFill>
                <a:srgbClr val="000000"/>
              </a:solidFill>
            </a:endParaRPr>
          </a:p>
          <a:p>
            <a:pPr algn="l"/>
            <a:r>
              <a:rPr lang="en-US" altLang="zh-CN" sz="1800" dirty="0" err="1">
                <a:solidFill>
                  <a:srgbClr val="000000"/>
                </a:solidFill>
              </a:rPr>
              <a:t>int</a:t>
            </a:r>
            <a:r>
              <a:rPr lang="en-US" altLang="zh-CN" sz="1800" dirty="0">
                <a:solidFill>
                  <a:srgbClr val="000000"/>
                </a:solidFill>
              </a:rPr>
              <a:t> n;</a:t>
            </a:r>
            <a:endParaRPr lang="en-US" altLang="zh-CN" sz="1800" dirty="0">
              <a:solidFill>
                <a:srgbClr val="000000"/>
              </a:solidFill>
            </a:endParaRPr>
          </a:p>
          <a:p>
            <a:pPr algn="l"/>
            <a:r>
              <a:rPr lang="en-US" altLang="zh-CN" sz="1800" dirty="0">
                <a:solidFill>
                  <a:srgbClr val="000000"/>
                </a:solidFill>
              </a:rPr>
              <a:t>float </a:t>
            </a:r>
            <a:r>
              <a:rPr lang="en-US" altLang="zh-CN" sz="1800" dirty="0" err="1">
                <a:solidFill>
                  <a:srgbClr val="000000"/>
                </a:solidFill>
              </a:rPr>
              <a:t>frac</a:t>
            </a:r>
            <a:r>
              <a:rPr lang="en-US" altLang="zh-CN" sz="1800" dirty="0">
                <a:solidFill>
                  <a:srgbClr val="000000"/>
                </a:solidFill>
              </a:rPr>
              <a:t> = 1.0</a:t>
            </a:r>
            <a:r>
              <a:rPr lang="en-US" altLang="zh-CN" sz="1800" dirty="0" smtClean="0">
                <a:solidFill>
                  <a:srgbClr val="000000"/>
                </a:solidFill>
              </a:rPr>
              <a:t>;</a:t>
            </a:r>
            <a:endParaRPr lang="zh-CN" altLang="en-US" sz="1800" dirty="0">
              <a:solidFill>
                <a:srgbClr val="000000"/>
              </a:solidFill>
            </a:endParaRPr>
          </a:p>
          <a:p>
            <a:pPr algn="l"/>
            <a:r>
              <a:rPr lang="pt-BR" altLang="zh-CN" sz="1800" dirty="0">
                <a:solidFill>
                  <a:srgbClr val="000000"/>
                </a:solidFill>
              </a:rPr>
              <a:t>for (n = 1; n &lt;= 42; n++)</a:t>
            </a:r>
            <a:endParaRPr lang="pt-BR" altLang="zh-CN" sz="1800" dirty="0">
              <a:solidFill>
                <a:srgbClr val="000000"/>
              </a:solidFill>
            </a:endParaRPr>
          </a:p>
          <a:p>
            <a:pPr algn="l"/>
            <a:r>
              <a:rPr lang="en-US" altLang="zh-CN" sz="1800" dirty="0" err="1">
                <a:solidFill>
                  <a:srgbClr val="000000"/>
                </a:solidFill>
              </a:rPr>
              <a:t>frac</a:t>
            </a:r>
            <a:r>
              <a:rPr lang="en-US" altLang="zh-CN" sz="1800" dirty="0">
                <a:solidFill>
                  <a:srgbClr val="000000"/>
                </a:solidFill>
              </a:rPr>
              <a:t> = </a:t>
            </a:r>
            <a:r>
              <a:rPr lang="en-US" altLang="zh-CN" sz="1800" dirty="0" err="1">
                <a:solidFill>
                  <a:srgbClr val="000000"/>
                </a:solidFill>
              </a:rPr>
              <a:t>frac</a:t>
            </a:r>
            <a:r>
              <a:rPr lang="en-US" altLang="zh-CN" sz="1800" dirty="0">
                <a:solidFill>
                  <a:srgbClr val="000000"/>
                </a:solidFill>
              </a:rPr>
              <a:t> / 10</a:t>
            </a:r>
            <a:r>
              <a:rPr lang="en-US" altLang="zh-CN" sz="1800" dirty="0" smtClean="0">
                <a:solidFill>
                  <a:srgbClr val="000000"/>
                </a:solidFill>
              </a:rPr>
              <a:t>;</a:t>
            </a:r>
            <a:endParaRPr lang="zh-CN" altLang="en-US" sz="1800" dirty="0">
              <a:solidFill>
                <a:srgbClr val="000000"/>
              </a:solidFill>
            </a:endParaRPr>
          </a:p>
          <a:p>
            <a:pPr algn="l"/>
            <a:r>
              <a:rPr lang="pt-BR" altLang="zh-CN" sz="1800" dirty="0">
                <a:solidFill>
                  <a:srgbClr val="000000"/>
                </a:solidFill>
              </a:rPr>
              <a:t>for (n = 43; n &lt;= 47; n++) {</a:t>
            </a:r>
            <a:endParaRPr lang="pt-BR" altLang="zh-CN" sz="1800" dirty="0">
              <a:solidFill>
                <a:srgbClr val="000000"/>
              </a:solidFill>
            </a:endParaRPr>
          </a:p>
          <a:p>
            <a:pPr algn="l"/>
            <a:r>
              <a:rPr lang="en-US" altLang="zh-CN" sz="1800" dirty="0" err="1">
                <a:solidFill>
                  <a:srgbClr val="000000"/>
                </a:solidFill>
              </a:rPr>
              <a:t>frac</a:t>
            </a:r>
            <a:r>
              <a:rPr lang="en-US" altLang="zh-CN" sz="1800" dirty="0">
                <a:solidFill>
                  <a:srgbClr val="000000"/>
                </a:solidFill>
              </a:rPr>
              <a:t> = </a:t>
            </a:r>
            <a:r>
              <a:rPr lang="en-US" altLang="zh-CN" sz="1800" dirty="0" err="1">
                <a:solidFill>
                  <a:srgbClr val="000000"/>
                </a:solidFill>
              </a:rPr>
              <a:t>frac</a:t>
            </a:r>
            <a:r>
              <a:rPr lang="en-US" altLang="zh-CN" sz="1800" dirty="0">
                <a:solidFill>
                  <a:srgbClr val="000000"/>
                </a:solidFill>
              </a:rPr>
              <a:t> / 10;</a:t>
            </a:r>
            <a:endParaRPr lang="en-US" altLang="zh-CN" sz="1800" dirty="0">
              <a:solidFill>
                <a:srgbClr val="000000"/>
              </a:solidFill>
            </a:endParaRPr>
          </a:p>
          <a:p>
            <a:pPr algn="l"/>
            <a:r>
              <a:rPr lang="fr-FR" altLang="zh-CN" sz="1800" dirty="0">
                <a:solidFill>
                  <a:srgbClr val="000000"/>
                </a:solidFill>
              </a:rPr>
              <a:t>cout&lt;&lt; n&lt;&lt;"\t"&lt;&lt; frac&lt;&lt;endl ;</a:t>
            </a:r>
            <a:endParaRPr lang="fr-FR" altLang="zh-CN" sz="1800" dirty="0">
              <a:solidFill>
                <a:srgbClr val="000000"/>
              </a:solidFill>
            </a:endParaRPr>
          </a:p>
          <a:p>
            <a:pPr algn="l"/>
            <a:r>
              <a:rPr lang="en-US" altLang="zh-CN" sz="1800" dirty="0">
                <a:solidFill>
                  <a:srgbClr val="000000"/>
                </a:solidFill>
              </a:rPr>
              <a:t>}</a:t>
            </a:r>
            <a:endParaRPr lang="en-US" altLang="zh-CN" sz="1800" dirty="0">
              <a:solidFill>
                <a:srgbClr val="000000"/>
              </a:solidFill>
            </a:endParaRPr>
          </a:p>
          <a:p>
            <a:pPr algn="l"/>
            <a:r>
              <a:rPr lang="en-US" altLang="zh-CN" sz="1800" dirty="0" smtClean="0">
                <a:solidFill>
                  <a:srgbClr val="000000"/>
                </a:solidFill>
              </a:rPr>
              <a:t>return </a:t>
            </a:r>
            <a:r>
              <a:rPr lang="en-US" altLang="zh-CN" sz="1800" dirty="0">
                <a:solidFill>
                  <a:srgbClr val="000000"/>
                </a:solidFill>
              </a:rPr>
              <a:t>0;</a:t>
            </a:r>
            <a:endParaRPr lang="en-US" altLang="zh-CN" sz="1800" dirty="0">
              <a:solidFill>
                <a:srgbClr val="000000"/>
              </a:solidFill>
            </a:endParaRPr>
          </a:p>
          <a:p>
            <a:pPr algn="l"/>
            <a:r>
              <a:rPr lang="en-US" altLang="zh-CN" sz="1800" dirty="0" smtClean="0">
                <a:solidFill>
                  <a:srgbClr val="000000"/>
                </a:solidFill>
              </a:rPr>
              <a:t>}/*main</a:t>
            </a:r>
            <a:r>
              <a:rPr lang="zh-CN" altLang="en-US" sz="1800" dirty="0" smtClean="0">
                <a:solidFill>
                  <a:srgbClr val="000000"/>
                </a:solidFill>
              </a:rPr>
              <a:t>函数结束*</a:t>
            </a:r>
            <a:r>
              <a:rPr lang="en-US" altLang="zh-CN" sz="1800" dirty="0" smtClean="0">
                <a:solidFill>
                  <a:srgbClr val="000000"/>
                </a:solidFill>
              </a:rPr>
              <a:t>/</a:t>
            </a:r>
            <a:endParaRPr lang="en-US" altLang="zh-CN" sz="1800" dirty="0">
              <a:solidFill>
                <a:srgbClr val="000000"/>
              </a:solidFill>
            </a:endParaRPr>
          </a:p>
        </p:txBody>
      </p:sp>
      <p:pic>
        <p:nvPicPr>
          <p:cNvPr id="2" name="图片 1"/>
          <p:cNvPicPr>
            <a:picLocks noChangeAspect="1"/>
          </p:cNvPicPr>
          <p:nvPr/>
        </p:nvPicPr>
        <p:blipFill>
          <a:blip r:embed="rId1"/>
          <a:stretch>
            <a:fillRect/>
          </a:stretch>
        </p:blipFill>
        <p:spPr>
          <a:xfrm>
            <a:off x="5652120" y="3429000"/>
            <a:ext cx="2257143" cy="2009524"/>
          </a:xfrm>
          <a:prstGeom prst="rect">
            <a:avLst/>
          </a:prstGeom>
        </p:spPr>
      </p:pic>
      <p:sp>
        <p:nvSpPr>
          <p:cNvPr id="9" name="AutoShape 9"/>
          <p:cNvSpPr>
            <a:spLocks noChangeArrowheads="1"/>
          </p:cNvSpPr>
          <p:nvPr/>
        </p:nvSpPr>
        <p:spPr bwMode="auto">
          <a:xfrm>
            <a:off x="6012159" y="5799680"/>
            <a:ext cx="3115171" cy="719137"/>
          </a:xfrm>
          <a:prstGeom prst="wedgeRoundRectCallout">
            <a:avLst>
              <a:gd name="adj1" fmla="val -41258"/>
              <a:gd name="adj2" fmla="val -229926"/>
              <a:gd name="adj3" fmla="val 16667"/>
            </a:avLst>
          </a:prstGeom>
          <a:solidFill>
            <a:srgbClr val="00006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marL="179705"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0000"/>
              </a:lnSpc>
              <a:spcBef>
                <a:spcPct val="20000"/>
              </a:spcBef>
              <a:buClr>
                <a:schemeClr val="tx2"/>
              </a:buClr>
              <a:buSzPct val="75000"/>
            </a:pPr>
            <a:r>
              <a:rPr lang="zh-CN" altLang="en-US"/>
              <a:t>结果为</a:t>
            </a:r>
            <a:r>
              <a:rPr lang="en-US" altLang="zh-CN"/>
              <a:t>0</a:t>
            </a:r>
            <a:r>
              <a:rPr lang="zh-CN" altLang="en-US"/>
              <a:t>，浮点数下溢</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9030"/>
                                        </p:tgtEl>
                                        <p:attrNameLst>
                                          <p:attrName>style.visibility</p:attrName>
                                        </p:attrNameLst>
                                      </p:cBhvr>
                                      <p:to>
                                        <p:strVal val="visible"/>
                                      </p:to>
                                    </p:set>
                                    <p:animEffect transition="in" filter="blinds(horizontal)">
                                      <p:cBhvr>
                                        <p:cTn id="7" dur="500"/>
                                        <p:tgtEl>
                                          <p:spTgt spid="12903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30" grpId="0" animBg="1"/>
      <p:bldP spid="9" grpId="0" animBg="1"/>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algn="ctr" eaLnBrk="1" hangingPunct="1"/>
            <a:r>
              <a:rPr lang="zh-CN" altLang="en-US" b="1" dirty="0" smtClean="0">
                <a:latin typeface="Times New Roman" panose="02020603050405020304" pitchFamily="18" charset="0"/>
                <a:ea typeface="隶书" panose="02010509060101010101" pitchFamily="49" charset="-122"/>
              </a:rPr>
              <a:t>浮点数的下溢</a:t>
            </a:r>
            <a:endParaRPr lang="zh-CN" altLang="en-US" b="1" dirty="0" smtClean="0">
              <a:latin typeface="Times New Roman" panose="02020603050405020304" pitchFamily="18" charset="0"/>
              <a:ea typeface="隶书" panose="02010509060101010101" pitchFamily="49" charset="-122"/>
            </a:endParaRPr>
          </a:p>
        </p:txBody>
      </p:sp>
      <p:sp>
        <p:nvSpPr>
          <p:cNvPr id="53251"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53252"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123910" name="Rectangle 6"/>
          <p:cNvSpPr>
            <a:spLocks noChangeArrowheads="1"/>
          </p:cNvSpPr>
          <p:nvPr/>
        </p:nvSpPr>
        <p:spPr bwMode="auto">
          <a:xfrm>
            <a:off x="1042988" y="2160588"/>
            <a:ext cx="7888287" cy="3284537"/>
          </a:xfrm>
          <a:prstGeom prst="rect">
            <a:avLst/>
          </a:prstGeom>
          <a:solidFill>
            <a:schemeClr val="tx1"/>
          </a:solidFill>
          <a:ln w="9525">
            <a:solidFill>
              <a:schemeClr val="tx1"/>
            </a:solid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179705"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80000"/>
              </a:lnSpc>
              <a:spcBef>
                <a:spcPct val="0"/>
              </a:spcBef>
              <a:spcAft>
                <a:spcPct val="0"/>
              </a:spcAft>
              <a:buClr>
                <a:schemeClr val="accent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lvl="1" algn="l" eaLnBrk="1" hangingPunct="1">
              <a:lnSpc>
                <a:spcPct val="120000"/>
              </a:lnSpc>
              <a:spcBef>
                <a:spcPct val="50000"/>
              </a:spcBef>
            </a:pPr>
            <a:r>
              <a:rPr lang="zh-CN" altLang="en-US" sz="2400">
                <a:solidFill>
                  <a:srgbClr val="000000"/>
                </a:solidFill>
              </a:rPr>
              <a:t>产生浮点数下溢的几种运算：</a:t>
            </a:r>
            <a:endParaRPr lang="zh-CN" altLang="en-US" sz="2400">
              <a:solidFill>
                <a:srgbClr val="000000"/>
              </a:solidFill>
            </a:endParaRPr>
          </a:p>
          <a:p>
            <a:pPr lvl="1" algn="l" eaLnBrk="1" hangingPunct="1">
              <a:lnSpc>
                <a:spcPct val="100000"/>
              </a:lnSpc>
              <a:spcBef>
                <a:spcPct val="20000"/>
              </a:spcBef>
              <a:buFont typeface="Wingdings" panose="05000000000000000000" pitchFamily="2" charset="2"/>
              <a:buChar char="¡"/>
            </a:pPr>
            <a:r>
              <a:rPr lang="zh-CN" altLang="en-US" sz="2500">
                <a:solidFill>
                  <a:srgbClr val="000000"/>
                </a:solidFill>
              </a:rPr>
              <a:t>用一个非常大的数作为除数或者如例题</a:t>
            </a:r>
            <a:r>
              <a:rPr lang="en-US" altLang="zh-CN" sz="2500">
                <a:solidFill>
                  <a:srgbClr val="000000"/>
                </a:solidFill>
              </a:rPr>
              <a:t>2-6</a:t>
            </a:r>
            <a:r>
              <a:rPr lang="zh-CN" altLang="en-US" sz="2500">
                <a:solidFill>
                  <a:srgbClr val="000000"/>
                </a:solidFill>
              </a:rPr>
              <a:t>所示的反复执行除法运算。</a:t>
            </a:r>
            <a:endParaRPr lang="zh-CN" altLang="en-US" sz="2500">
              <a:solidFill>
                <a:srgbClr val="000000"/>
              </a:solidFill>
            </a:endParaRPr>
          </a:p>
          <a:p>
            <a:pPr lvl="1" algn="l" eaLnBrk="1" hangingPunct="1">
              <a:lnSpc>
                <a:spcPct val="100000"/>
              </a:lnSpc>
              <a:spcBef>
                <a:spcPct val="20000"/>
              </a:spcBef>
              <a:buFont typeface="Wingdings" panose="05000000000000000000" pitchFamily="2" charset="2"/>
              <a:buChar char="¡"/>
            </a:pPr>
            <a:r>
              <a:rPr lang="zh-CN" altLang="en-US" sz="2500">
                <a:solidFill>
                  <a:srgbClr val="000000"/>
                </a:solidFill>
              </a:rPr>
              <a:t>乘以一个非常接近</a:t>
            </a:r>
            <a:r>
              <a:rPr lang="en-US" altLang="zh-CN" sz="2500">
                <a:solidFill>
                  <a:srgbClr val="000000"/>
                </a:solidFill>
              </a:rPr>
              <a:t>0</a:t>
            </a:r>
            <a:r>
              <a:rPr lang="zh-CN" altLang="en-US" sz="2500">
                <a:solidFill>
                  <a:srgbClr val="000000"/>
                </a:solidFill>
              </a:rPr>
              <a:t>的小数据。</a:t>
            </a:r>
            <a:endParaRPr lang="zh-CN" altLang="en-US" sz="2500">
              <a:solidFill>
                <a:srgbClr val="000000"/>
              </a:solidFill>
            </a:endParaRPr>
          </a:p>
          <a:p>
            <a:pPr lvl="1" algn="l" eaLnBrk="1" hangingPunct="1">
              <a:lnSpc>
                <a:spcPct val="100000"/>
              </a:lnSpc>
              <a:spcBef>
                <a:spcPct val="20000"/>
              </a:spcBef>
              <a:buFont typeface="Wingdings" panose="05000000000000000000" pitchFamily="2" charset="2"/>
              <a:buChar char="¡"/>
            </a:pPr>
            <a:r>
              <a:rPr lang="zh-CN" altLang="en-US" sz="2500">
                <a:solidFill>
                  <a:srgbClr val="000000"/>
                </a:solidFill>
              </a:rPr>
              <a:t>两个接近</a:t>
            </a:r>
            <a:r>
              <a:rPr lang="en-US" altLang="zh-CN" sz="2500">
                <a:solidFill>
                  <a:srgbClr val="000000"/>
                </a:solidFill>
              </a:rPr>
              <a:t>float</a:t>
            </a:r>
            <a:r>
              <a:rPr lang="zh-CN" altLang="en-US" sz="2500">
                <a:solidFill>
                  <a:srgbClr val="000000"/>
                </a:solidFill>
              </a:rPr>
              <a:t>表示法的最小值的数相减，或者两个本应相等，但是由于舍入误差而不相等的两个数相减。</a:t>
            </a:r>
            <a:endParaRPr lang="zh-CN" altLang="en-US" sz="250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3910"/>
                                        </p:tgtEl>
                                        <p:attrNameLst>
                                          <p:attrName>style.visibility</p:attrName>
                                        </p:attrNameLst>
                                      </p:cBhvr>
                                      <p:to>
                                        <p:strVal val="visible"/>
                                      </p:to>
                                    </p:set>
                                    <p:animEffect transition="in" filter="blinds(horizontal)">
                                      <p:cBhvr>
                                        <p:cTn id="7" dur="500"/>
                                        <p:tgtEl>
                                          <p:spTgt spid="1239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10" grpId="0" animBg="1"/>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algn="ctr" eaLnBrk="1" hangingPunct="1"/>
            <a:r>
              <a:rPr lang="zh-CN" altLang="en-US" b="1" smtClean="0">
                <a:latin typeface="Times New Roman" panose="02020603050405020304" pitchFamily="18" charset="0"/>
                <a:ea typeface="隶书" panose="02010509060101010101" pitchFamily="49" charset="-122"/>
              </a:rPr>
              <a:t>可计算误差小结：数据类型的选择</a:t>
            </a:r>
            <a:endParaRPr lang="zh-CN" altLang="en-US" b="1" smtClean="0">
              <a:latin typeface="Times New Roman" panose="02020603050405020304" pitchFamily="18" charset="0"/>
              <a:ea typeface="隶书" panose="02010509060101010101" pitchFamily="49" charset="-122"/>
            </a:endParaRPr>
          </a:p>
        </p:txBody>
      </p:sp>
      <p:sp>
        <p:nvSpPr>
          <p:cNvPr id="6144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
        <p:nvSpPr>
          <p:cNvPr id="61444" name="Rectangle 4"/>
          <p:cNvSpPr>
            <a:spLocks noChangeArrowheads="1"/>
          </p:cNvSpPr>
          <p:nvPr/>
        </p:nvSpPr>
        <p:spPr bwMode="auto">
          <a:xfrm>
            <a:off x="1042987" y="1916832"/>
            <a:ext cx="7888287" cy="374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179705">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algn="just" eaLnBrk="1" hangingPunct="1">
              <a:buClr>
                <a:srgbClr val="000099"/>
              </a:buClr>
              <a:buFont typeface="Wingdings" panose="05000000000000000000" pitchFamily="2" charset="2"/>
              <a:buNone/>
            </a:pPr>
            <a:r>
              <a:rPr lang="en-US" altLang="zh-CN" sz="2800" b="1" dirty="0" smtClean="0">
                <a:latin typeface="Times New Roman" panose="02020603050405020304" pitchFamily="18" charset="0"/>
                <a:ea typeface="华文楷体" panose="02010600040101010101" pitchFamily="2" charset="-122"/>
              </a:rPr>
              <a:t>C++</a:t>
            </a:r>
            <a:r>
              <a:rPr lang="zh-CN" altLang="en-US" sz="2800" b="1" dirty="0" smtClean="0">
                <a:latin typeface="Times New Roman" panose="02020603050405020304" pitchFamily="18" charset="0"/>
                <a:ea typeface="华文楷体" panose="02010600040101010101" pitchFamily="2" charset="-122"/>
              </a:rPr>
              <a:t>语言</a:t>
            </a:r>
            <a:r>
              <a:rPr lang="zh-CN" altLang="en-US" sz="2800" b="1" dirty="0">
                <a:latin typeface="Times New Roman" panose="02020603050405020304" pitchFamily="18" charset="0"/>
                <a:ea typeface="华文楷体" panose="02010600040101010101" pitchFamily="2" charset="-122"/>
              </a:rPr>
              <a:t>中那么多种数据类型，我该定义变量为哪种类型？</a:t>
            </a:r>
            <a:endParaRPr lang="zh-CN" altLang="en-US" sz="2800" b="1" dirty="0">
              <a:latin typeface="Times New Roman" panose="02020603050405020304" pitchFamily="18" charset="0"/>
              <a:ea typeface="华文楷体" panose="02010600040101010101" pitchFamily="2" charset="-122"/>
            </a:endParaRPr>
          </a:p>
          <a:p>
            <a:pPr lvl="1" algn="just" eaLnBrk="1" hangingPunct="1">
              <a:buClr>
                <a:srgbClr val="000099"/>
              </a:buClr>
              <a:buFont typeface="Wingdings" panose="05000000000000000000" pitchFamily="2" charset="2"/>
              <a:buNone/>
            </a:pPr>
            <a:endParaRPr lang="zh-CN" altLang="en-US" sz="2800" b="1" dirty="0">
              <a:latin typeface="Times New Roman" panose="02020603050405020304" pitchFamily="18" charset="0"/>
              <a:ea typeface="华文楷体" panose="02010600040101010101" pitchFamily="2" charset="-122"/>
            </a:endParaRPr>
          </a:p>
          <a:p>
            <a:pPr lvl="1" algn="just" eaLnBrk="1" hangingPunct="1">
              <a:lnSpc>
                <a:spcPct val="120000"/>
              </a:lnSpc>
              <a:spcBef>
                <a:spcPct val="50000"/>
              </a:spcBef>
              <a:buClr>
                <a:schemeClr val="tx2"/>
              </a:buClr>
              <a:buSzPct val="75000"/>
              <a:buFont typeface="Wingdings" panose="05000000000000000000" pitchFamily="2" charset="2"/>
              <a:buChar char="¡"/>
            </a:pPr>
            <a:r>
              <a:rPr lang="zh-CN" altLang="en-US" sz="2400" b="1" dirty="0">
                <a:latin typeface="Times New Roman" panose="02020603050405020304" pitchFamily="18" charset="0"/>
                <a:ea typeface="华文楷体" panose="02010600040101010101" pitchFamily="2" charset="-122"/>
              </a:rPr>
              <a:t> </a:t>
            </a:r>
            <a:r>
              <a:rPr lang="zh-CN" altLang="en-US" sz="2400" b="1" dirty="0">
                <a:solidFill>
                  <a:srgbClr val="FFFF00"/>
                </a:solidFill>
                <a:latin typeface="Times New Roman" panose="02020603050405020304" pitchFamily="18" charset="0"/>
                <a:ea typeface="华文楷体" panose="02010600040101010101" pitchFamily="2" charset="-122"/>
              </a:rPr>
              <a:t>合适的数据范围：</a:t>
            </a:r>
            <a:r>
              <a:rPr lang="zh-CN" altLang="en-US" sz="2400" b="1" dirty="0">
                <a:latin typeface="Times New Roman" panose="02020603050405020304" pitchFamily="18" charset="0"/>
                <a:ea typeface="华文楷体" panose="02010600040101010101" pitchFamily="2" charset="-122"/>
              </a:rPr>
              <a:t>足够表示所有可能出现的数据取值；</a:t>
            </a:r>
            <a:endParaRPr lang="zh-CN" altLang="en-US" sz="2400" b="1" dirty="0">
              <a:latin typeface="Times New Roman" panose="02020603050405020304" pitchFamily="18" charset="0"/>
              <a:ea typeface="华文楷体" panose="02010600040101010101" pitchFamily="2" charset="-122"/>
            </a:endParaRPr>
          </a:p>
          <a:p>
            <a:pPr lvl="1" algn="just" eaLnBrk="1" hangingPunct="1">
              <a:lnSpc>
                <a:spcPct val="120000"/>
              </a:lnSpc>
              <a:spcBef>
                <a:spcPct val="50000"/>
              </a:spcBef>
              <a:buClr>
                <a:schemeClr val="tx2"/>
              </a:buClr>
              <a:buSzPct val="80000"/>
              <a:buFont typeface="Wingdings" panose="05000000000000000000" pitchFamily="2" charset="2"/>
              <a:buChar char="¡"/>
            </a:pPr>
            <a:r>
              <a:rPr lang="zh-CN" altLang="en-US" sz="2400" b="1" dirty="0">
                <a:solidFill>
                  <a:srgbClr val="0000CC"/>
                </a:solidFill>
                <a:latin typeface="Times New Roman" panose="02020603050405020304" pitchFamily="18" charset="0"/>
                <a:ea typeface="华文楷体" panose="02010600040101010101" pitchFamily="2" charset="-122"/>
              </a:rPr>
              <a:t> </a:t>
            </a:r>
            <a:r>
              <a:rPr lang="zh-CN" altLang="en-US" sz="2400" b="1" dirty="0">
                <a:solidFill>
                  <a:srgbClr val="FFFF00"/>
                </a:solidFill>
                <a:latin typeface="Times New Roman" panose="02020603050405020304" pitchFamily="18" charset="0"/>
                <a:ea typeface="华文楷体" panose="02010600040101010101" pitchFamily="2" charset="-122"/>
              </a:rPr>
              <a:t>满足精度要求；</a:t>
            </a:r>
            <a:endParaRPr lang="zh-CN" altLang="en-US" sz="2400" b="1" dirty="0">
              <a:solidFill>
                <a:srgbClr val="FFFF00"/>
              </a:solidFill>
              <a:latin typeface="Times New Roman" panose="02020603050405020304" pitchFamily="18" charset="0"/>
              <a:ea typeface="华文楷体" panose="02010600040101010101" pitchFamily="2" charset="-122"/>
            </a:endParaRPr>
          </a:p>
          <a:p>
            <a:pPr lvl="1" algn="just" eaLnBrk="1" hangingPunct="1">
              <a:lnSpc>
                <a:spcPct val="120000"/>
              </a:lnSpc>
              <a:spcBef>
                <a:spcPct val="50000"/>
              </a:spcBef>
              <a:buClr>
                <a:schemeClr val="tx2"/>
              </a:buClr>
              <a:buSzPct val="80000"/>
              <a:buFont typeface="Wingdings" panose="05000000000000000000" pitchFamily="2" charset="2"/>
              <a:buChar char="¡"/>
            </a:pPr>
            <a:r>
              <a:rPr lang="zh-CN" altLang="en-US" sz="2400" b="1" dirty="0">
                <a:solidFill>
                  <a:srgbClr val="FFFF00"/>
                </a:solidFill>
                <a:latin typeface="Times New Roman" panose="02020603050405020304" pitchFamily="18" charset="0"/>
                <a:ea typeface="华文楷体" panose="02010600040101010101" pitchFamily="2" charset="-122"/>
              </a:rPr>
              <a:t>尽量少占据内存空间：</a:t>
            </a:r>
            <a:r>
              <a:rPr lang="zh-CN" altLang="en-US" sz="2400" b="1" dirty="0">
                <a:latin typeface="Times New Roman" panose="02020603050405020304" pitchFamily="18" charset="0"/>
                <a:ea typeface="华文楷体" panose="02010600040101010101" pitchFamily="2" charset="-122"/>
              </a:rPr>
              <a:t>满足上述条件的前提下，尽可能少占据内存空间。</a:t>
            </a:r>
            <a:endParaRPr lang="zh-CN" altLang="en-US" sz="2000" b="1" dirty="0">
              <a:latin typeface="Times New Roman" panose="02020603050405020304" pitchFamily="18" charset="0"/>
              <a:ea typeface="华文楷体" panose="02010600040101010101" pitchFamily="2" charset="-122"/>
            </a:endParaRPr>
          </a:p>
        </p:txBody>
      </p:sp>
      <p:sp>
        <p:nvSpPr>
          <p:cNvPr id="61445"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0"/>
              </a:spcBef>
              <a:buClr>
                <a:schemeClr val="accent2"/>
              </a:buClr>
              <a:buFont typeface="Wingdings" panose="05000000000000000000" pitchFamily="2" charset="2"/>
              <a:buNone/>
            </a:pPr>
            <a:endParaRPr lang="zh-CN" altLang="en-US" sz="2000">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681905" y="2924944"/>
            <a:ext cx="7313613" cy="1143000"/>
          </a:xfrm>
        </p:spPr>
        <p:txBody>
          <a:bodyPr/>
          <a:lstStyle/>
          <a:p>
            <a:pPr algn="ctr" eaLnBrk="1" hangingPunct="1"/>
            <a:r>
              <a:rPr lang="zh-CN" altLang="en-US" sz="5800" b="1" dirty="0">
                <a:ea typeface="华文彩云" panose="02010800040101010101" pitchFamily="2" charset="-122"/>
              </a:rPr>
              <a:t>本讲小结</a:t>
            </a:r>
            <a:endParaRPr lang="zh-CN" altLang="en-US" sz="5800" b="1" dirty="0">
              <a:ea typeface="华文彩云" panose="02010800040101010101" pitchFamily="2" charset="-122"/>
            </a:endParaRPr>
          </a:p>
        </p:txBody>
      </p:sp>
      <p:grpSp>
        <p:nvGrpSpPr>
          <p:cNvPr id="3" name="Group 16"/>
          <p:cNvGrpSpPr/>
          <p:nvPr/>
        </p:nvGrpSpPr>
        <p:grpSpPr bwMode="auto">
          <a:xfrm>
            <a:off x="6084168" y="332656"/>
            <a:ext cx="2438400" cy="1752600"/>
            <a:chOff x="2208" y="384"/>
            <a:chExt cx="1536" cy="1104"/>
          </a:xfrm>
        </p:grpSpPr>
        <p:sp>
          <p:nvSpPr>
            <p:cNvPr id="4" name="Oval 5"/>
            <p:cNvSpPr>
              <a:spLocks noChangeArrowheads="1"/>
            </p:cNvSpPr>
            <p:nvPr/>
          </p:nvSpPr>
          <p:spPr bwMode="auto">
            <a:xfrm>
              <a:off x="2208" y="576"/>
              <a:ext cx="1536" cy="912"/>
            </a:xfrm>
            <a:prstGeom prst="ellipse">
              <a:avLst/>
            </a:prstGeom>
            <a:solidFill>
              <a:schemeClr val="bg1"/>
            </a:solidFill>
            <a:ln w="38100">
              <a:solidFill>
                <a:schemeClr val="hlink"/>
              </a:solidFill>
              <a:round/>
            </a:ln>
            <a:effectLst>
              <a:outerShdw dist="53882" dir="2700000" algn="ctr" rotWithShape="0">
                <a:srgbClr val="DDDDDD"/>
              </a:outerShdw>
            </a:effectLst>
          </p:spPr>
          <p:txBody>
            <a:bodyPr wrap="none" anchor="ctr"/>
            <a:lstStyle/>
            <a:p>
              <a:endParaRPr lang="zh-CN" altLang="en-US"/>
            </a:p>
          </p:txBody>
        </p:sp>
        <p:grpSp>
          <p:nvGrpSpPr>
            <p:cNvPr id="5" name="Group 6"/>
            <p:cNvGrpSpPr/>
            <p:nvPr/>
          </p:nvGrpSpPr>
          <p:grpSpPr bwMode="auto">
            <a:xfrm>
              <a:off x="2592" y="384"/>
              <a:ext cx="820" cy="734"/>
              <a:chOff x="613" y="1858"/>
              <a:chExt cx="672" cy="686"/>
            </a:xfrm>
          </p:grpSpPr>
          <p:grpSp>
            <p:nvGrpSpPr>
              <p:cNvPr id="6" name="Group 7"/>
              <p:cNvGrpSpPr/>
              <p:nvPr/>
            </p:nvGrpSpPr>
            <p:grpSpPr bwMode="auto">
              <a:xfrm>
                <a:off x="613" y="2062"/>
                <a:ext cx="216" cy="482"/>
                <a:chOff x="3064" y="2792"/>
                <a:chExt cx="281" cy="626"/>
              </a:xfrm>
            </p:grpSpPr>
            <p:sp>
              <p:nvSpPr>
                <p:cNvPr id="13" name="Oval 8"/>
                <p:cNvSpPr>
                  <a:spLocks noChangeArrowheads="1"/>
                </p:cNvSpPr>
                <p:nvPr/>
              </p:nvSpPr>
              <p:spPr bwMode="auto">
                <a:xfrm>
                  <a:off x="3156" y="2792"/>
                  <a:ext cx="95" cy="102"/>
                </a:xfrm>
                <a:prstGeom prst="ellipse">
                  <a:avLst/>
                </a:prstGeom>
                <a:gradFill rotWithShape="0">
                  <a:gsLst>
                    <a:gs pos="0">
                      <a:srgbClr val="9234DB">
                        <a:gamma/>
                        <a:tint val="33333"/>
                        <a:invGamma/>
                      </a:srgbClr>
                    </a:gs>
                    <a:gs pos="100000">
                      <a:srgbClr val="9234DB"/>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14" name="Freeform 9"/>
                <p:cNvSpPr/>
                <p:nvPr/>
              </p:nvSpPr>
              <p:spPr bwMode="auto">
                <a:xfrm>
                  <a:off x="3064" y="2914"/>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9234DB">
                        <a:gamma/>
                        <a:tint val="33333"/>
                        <a:invGamma/>
                      </a:srgbClr>
                    </a:gs>
                    <a:gs pos="100000">
                      <a:srgbClr val="9234DB"/>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7" name="Group 10"/>
              <p:cNvGrpSpPr/>
              <p:nvPr/>
            </p:nvGrpSpPr>
            <p:grpSpPr bwMode="auto">
              <a:xfrm>
                <a:off x="850" y="1858"/>
                <a:ext cx="183" cy="470"/>
                <a:chOff x="2073" y="2933"/>
                <a:chExt cx="238" cy="611"/>
              </a:xfrm>
            </p:grpSpPr>
            <p:sp>
              <p:nvSpPr>
                <p:cNvPr id="11" name="Oval 11"/>
                <p:cNvSpPr>
                  <a:spLocks noChangeArrowheads="1"/>
                </p:cNvSpPr>
                <p:nvPr/>
              </p:nvSpPr>
              <p:spPr bwMode="auto">
                <a:xfrm>
                  <a:off x="2139" y="2933"/>
                  <a:ext cx="99" cy="101"/>
                </a:xfrm>
                <a:prstGeom prst="ellipse">
                  <a:avLst/>
                </a:prstGeom>
                <a:gradFill rotWithShape="0">
                  <a:gsLst>
                    <a:gs pos="0">
                      <a:srgbClr val="F95AB7">
                        <a:gamma/>
                        <a:tint val="52549"/>
                        <a:invGamma/>
                      </a:srgbClr>
                    </a:gs>
                    <a:gs pos="100000">
                      <a:srgbClr val="F95AB7"/>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12" name="Freeform 12"/>
                <p:cNvSpPr/>
                <p:nvPr/>
              </p:nvSpPr>
              <p:spPr bwMode="auto">
                <a:xfrm>
                  <a:off x="2073" y="3048"/>
                  <a:ext cx="238" cy="496"/>
                </a:xfrm>
                <a:custGeom>
                  <a:avLst/>
                  <a:gdLst>
                    <a:gd name="T0" fmla="*/ 186 w 238"/>
                    <a:gd name="T1" fmla="*/ 0 h 496"/>
                    <a:gd name="T2" fmla="*/ 195 w 238"/>
                    <a:gd name="T3" fmla="*/ 3 h 496"/>
                    <a:gd name="T4" fmla="*/ 204 w 238"/>
                    <a:gd name="T5" fmla="*/ 4 h 496"/>
                    <a:gd name="T6" fmla="*/ 212 w 238"/>
                    <a:gd name="T7" fmla="*/ 9 h 496"/>
                    <a:gd name="T8" fmla="*/ 224 w 238"/>
                    <a:gd name="T9" fmla="*/ 13 h 496"/>
                    <a:gd name="T10" fmla="*/ 230 w 238"/>
                    <a:gd name="T11" fmla="*/ 24 h 496"/>
                    <a:gd name="T12" fmla="*/ 237 w 238"/>
                    <a:gd name="T13" fmla="*/ 34 h 496"/>
                    <a:gd name="T14" fmla="*/ 237 w 238"/>
                    <a:gd name="T15" fmla="*/ 226 h 496"/>
                    <a:gd name="T16" fmla="*/ 234 w 238"/>
                    <a:gd name="T17" fmla="*/ 232 h 496"/>
                    <a:gd name="T18" fmla="*/ 230 w 238"/>
                    <a:gd name="T19" fmla="*/ 239 h 496"/>
                    <a:gd name="T20" fmla="*/ 221 w 238"/>
                    <a:gd name="T21" fmla="*/ 242 h 496"/>
                    <a:gd name="T22" fmla="*/ 212 w 238"/>
                    <a:gd name="T23" fmla="*/ 244 h 496"/>
                    <a:gd name="T24" fmla="*/ 204 w 238"/>
                    <a:gd name="T25" fmla="*/ 242 h 496"/>
                    <a:gd name="T26" fmla="*/ 200 w 238"/>
                    <a:gd name="T27" fmla="*/ 235 h 496"/>
                    <a:gd name="T28" fmla="*/ 195 w 238"/>
                    <a:gd name="T29" fmla="*/ 230 h 496"/>
                    <a:gd name="T30" fmla="*/ 195 w 238"/>
                    <a:gd name="T31" fmla="*/ 84 h 496"/>
                    <a:gd name="T32" fmla="*/ 182 w 238"/>
                    <a:gd name="T33" fmla="*/ 471 h 496"/>
                    <a:gd name="T34" fmla="*/ 177 w 238"/>
                    <a:gd name="T35" fmla="*/ 483 h 496"/>
                    <a:gd name="T36" fmla="*/ 170 w 238"/>
                    <a:gd name="T37" fmla="*/ 491 h 496"/>
                    <a:gd name="T38" fmla="*/ 161 w 238"/>
                    <a:gd name="T39" fmla="*/ 495 h 496"/>
                    <a:gd name="T40" fmla="*/ 152 w 238"/>
                    <a:gd name="T41" fmla="*/ 495 h 496"/>
                    <a:gd name="T42" fmla="*/ 140 w 238"/>
                    <a:gd name="T43" fmla="*/ 492 h 496"/>
                    <a:gd name="T44" fmla="*/ 132 w 238"/>
                    <a:gd name="T45" fmla="*/ 486 h 496"/>
                    <a:gd name="T46" fmla="*/ 128 w 238"/>
                    <a:gd name="T47" fmla="*/ 479 h 496"/>
                    <a:gd name="T48" fmla="*/ 126 w 238"/>
                    <a:gd name="T49" fmla="*/ 470 h 496"/>
                    <a:gd name="T50" fmla="*/ 111 w 238"/>
                    <a:gd name="T51" fmla="*/ 470 h 496"/>
                    <a:gd name="T52" fmla="*/ 107 w 238"/>
                    <a:gd name="T53" fmla="*/ 479 h 496"/>
                    <a:gd name="T54" fmla="*/ 101 w 238"/>
                    <a:gd name="T55" fmla="*/ 491 h 496"/>
                    <a:gd name="T56" fmla="*/ 89 w 238"/>
                    <a:gd name="T57" fmla="*/ 495 h 496"/>
                    <a:gd name="T58" fmla="*/ 77 w 238"/>
                    <a:gd name="T59" fmla="*/ 495 h 496"/>
                    <a:gd name="T60" fmla="*/ 69 w 238"/>
                    <a:gd name="T61" fmla="*/ 491 h 496"/>
                    <a:gd name="T62" fmla="*/ 60 w 238"/>
                    <a:gd name="T63" fmla="*/ 486 h 496"/>
                    <a:gd name="T64" fmla="*/ 56 w 238"/>
                    <a:gd name="T65" fmla="*/ 477 h 496"/>
                    <a:gd name="T66" fmla="*/ 56 w 238"/>
                    <a:gd name="T67" fmla="*/ 84 h 496"/>
                    <a:gd name="T68" fmla="*/ 42 w 238"/>
                    <a:gd name="T69" fmla="*/ 227 h 496"/>
                    <a:gd name="T70" fmla="*/ 38 w 238"/>
                    <a:gd name="T71" fmla="*/ 235 h 496"/>
                    <a:gd name="T72" fmla="*/ 33 w 238"/>
                    <a:gd name="T73" fmla="*/ 239 h 496"/>
                    <a:gd name="T74" fmla="*/ 26 w 238"/>
                    <a:gd name="T75" fmla="*/ 244 h 496"/>
                    <a:gd name="T76" fmla="*/ 17 w 238"/>
                    <a:gd name="T77" fmla="*/ 244 h 496"/>
                    <a:gd name="T78" fmla="*/ 9 w 238"/>
                    <a:gd name="T79" fmla="*/ 239 h 496"/>
                    <a:gd name="T80" fmla="*/ 5 w 238"/>
                    <a:gd name="T81" fmla="*/ 238 h 496"/>
                    <a:gd name="T82" fmla="*/ 0 w 238"/>
                    <a:gd name="T83" fmla="*/ 230 h 496"/>
                    <a:gd name="T84" fmla="*/ 0 w 238"/>
                    <a:gd name="T85" fmla="*/ 39 h 496"/>
                    <a:gd name="T86" fmla="*/ 5 w 238"/>
                    <a:gd name="T87" fmla="*/ 25 h 496"/>
                    <a:gd name="T88" fmla="*/ 14 w 238"/>
                    <a:gd name="T89" fmla="*/ 13 h 496"/>
                    <a:gd name="T90" fmla="*/ 30 w 238"/>
                    <a:gd name="T91" fmla="*/ 7 h 496"/>
                    <a:gd name="T92" fmla="*/ 44 w 238"/>
                    <a:gd name="T93" fmla="*/ 3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8" h="496">
                      <a:moveTo>
                        <a:pt x="56" y="0"/>
                      </a:moveTo>
                      <a:lnTo>
                        <a:pt x="182" y="0"/>
                      </a:lnTo>
                      <a:lnTo>
                        <a:pt x="186" y="0"/>
                      </a:lnTo>
                      <a:lnTo>
                        <a:pt x="188" y="0"/>
                      </a:lnTo>
                      <a:lnTo>
                        <a:pt x="191" y="0"/>
                      </a:lnTo>
                      <a:lnTo>
                        <a:pt x="195" y="3"/>
                      </a:lnTo>
                      <a:lnTo>
                        <a:pt x="198" y="3"/>
                      </a:lnTo>
                      <a:lnTo>
                        <a:pt x="200" y="3"/>
                      </a:lnTo>
                      <a:lnTo>
                        <a:pt x="204" y="4"/>
                      </a:lnTo>
                      <a:lnTo>
                        <a:pt x="207" y="4"/>
                      </a:lnTo>
                      <a:lnTo>
                        <a:pt x="209" y="7"/>
                      </a:lnTo>
                      <a:lnTo>
                        <a:pt x="212" y="9"/>
                      </a:lnTo>
                      <a:lnTo>
                        <a:pt x="216" y="9"/>
                      </a:lnTo>
                      <a:lnTo>
                        <a:pt x="219" y="12"/>
                      </a:lnTo>
                      <a:lnTo>
                        <a:pt x="224" y="13"/>
                      </a:lnTo>
                      <a:lnTo>
                        <a:pt x="225" y="18"/>
                      </a:lnTo>
                      <a:lnTo>
                        <a:pt x="228" y="21"/>
                      </a:lnTo>
                      <a:lnTo>
                        <a:pt x="230" y="24"/>
                      </a:lnTo>
                      <a:lnTo>
                        <a:pt x="234" y="28"/>
                      </a:lnTo>
                      <a:lnTo>
                        <a:pt x="234" y="30"/>
                      </a:lnTo>
                      <a:lnTo>
                        <a:pt x="237" y="34"/>
                      </a:lnTo>
                      <a:lnTo>
                        <a:pt x="237" y="39"/>
                      </a:lnTo>
                      <a:lnTo>
                        <a:pt x="237" y="42"/>
                      </a:lnTo>
                      <a:lnTo>
                        <a:pt x="237" y="226"/>
                      </a:lnTo>
                      <a:lnTo>
                        <a:pt x="237" y="227"/>
                      </a:lnTo>
                      <a:lnTo>
                        <a:pt x="234" y="230"/>
                      </a:lnTo>
                      <a:lnTo>
                        <a:pt x="234" y="232"/>
                      </a:lnTo>
                      <a:lnTo>
                        <a:pt x="234" y="235"/>
                      </a:lnTo>
                      <a:lnTo>
                        <a:pt x="233" y="238"/>
                      </a:lnTo>
                      <a:lnTo>
                        <a:pt x="230" y="239"/>
                      </a:lnTo>
                      <a:lnTo>
                        <a:pt x="228" y="239"/>
                      </a:lnTo>
                      <a:lnTo>
                        <a:pt x="224" y="242"/>
                      </a:lnTo>
                      <a:lnTo>
                        <a:pt x="221" y="242"/>
                      </a:lnTo>
                      <a:lnTo>
                        <a:pt x="219" y="244"/>
                      </a:lnTo>
                      <a:lnTo>
                        <a:pt x="216" y="244"/>
                      </a:lnTo>
                      <a:lnTo>
                        <a:pt x="212" y="244"/>
                      </a:lnTo>
                      <a:lnTo>
                        <a:pt x="209" y="242"/>
                      </a:lnTo>
                      <a:lnTo>
                        <a:pt x="207" y="242"/>
                      </a:lnTo>
                      <a:lnTo>
                        <a:pt x="204" y="242"/>
                      </a:lnTo>
                      <a:lnTo>
                        <a:pt x="203" y="239"/>
                      </a:lnTo>
                      <a:lnTo>
                        <a:pt x="200" y="238"/>
                      </a:lnTo>
                      <a:lnTo>
                        <a:pt x="200" y="235"/>
                      </a:lnTo>
                      <a:lnTo>
                        <a:pt x="198" y="235"/>
                      </a:lnTo>
                      <a:lnTo>
                        <a:pt x="195" y="232"/>
                      </a:lnTo>
                      <a:lnTo>
                        <a:pt x="195" y="230"/>
                      </a:lnTo>
                      <a:lnTo>
                        <a:pt x="195" y="227"/>
                      </a:lnTo>
                      <a:lnTo>
                        <a:pt x="195" y="226"/>
                      </a:lnTo>
                      <a:lnTo>
                        <a:pt x="195" y="84"/>
                      </a:lnTo>
                      <a:lnTo>
                        <a:pt x="182" y="84"/>
                      </a:lnTo>
                      <a:lnTo>
                        <a:pt x="182" y="467"/>
                      </a:lnTo>
                      <a:lnTo>
                        <a:pt x="182" y="471"/>
                      </a:lnTo>
                      <a:lnTo>
                        <a:pt x="182" y="474"/>
                      </a:lnTo>
                      <a:lnTo>
                        <a:pt x="179" y="479"/>
                      </a:lnTo>
                      <a:lnTo>
                        <a:pt x="177" y="483"/>
                      </a:lnTo>
                      <a:lnTo>
                        <a:pt x="174" y="486"/>
                      </a:lnTo>
                      <a:lnTo>
                        <a:pt x="173" y="488"/>
                      </a:lnTo>
                      <a:lnTo>
                        <a:pt x="170" y="491"/>
                      </a:lnTo>
                      <a:lnTo>
                        <a:pt x="165" y="492"/>
                      </a:lnTo>
                      <a:lnTo>
                        <a:pt x="162" y="492"/>
                      </a:lnTo>
                      <a:lnTo>
                        <a:pt x="161" y="495"/>
                      </a:lnTo>
                      <a:lnTo>
                        <a:pt x="156" y="495"/>
                      </a:lnTo>
                      <a:lnTo>
                        <a:pt x="153" y="495"/>
                      </a:lnTo>
                      <a:lnTo>
                        <a:pt x="152" y="495"/>
                      </a:lnTo>
                      <a:lnTo>
                        <a:pt x="147" y="495"/>
                      </a:lnTo>
                      <a:lnTo>
                        <a:pt x="144" y="492"/>
                      </a:lnTo>
                      <a:lnTo>
                        <a:pt x="140" y="492"/>
                      </a:lnTo>
                      <a:lnTo>
                        <a:pt x="137" y="491"/>
                      </a:lnTo>
                      <a:lnTo>
                        <a:pt x="135" y="488"/>
                      </a:lnTo>
                      <a:lnTo>
                        <a:pt x="132" y="486"/>
                      </a:lnTo>
                      <a:lnTo>
                        <a:pt x="131" y="483"/>
                      </a:lnTo>
                      <a:lnTo>
                        <a:pt x="128" y="482"/>
                      </a:lnTo>
                      <a:lnTo>
                        <a:pt x="128" y="479"/>
                      </a:lnTo>
                      <a:lnTo>
                        <a:pt x="126" y="477"/>
                      </a:lnTo>
                      <a:lnTo>
                        <a:pt x="126" y="474"/>
                      </a:lnTo>
                      <a:lnTo>
                        <a:pt x="126" y="470"/>
                      </a:lnTo>
                      <a:lnTo>
                        <a:pt x="126" y="238"/>
                      </a:lnTo>
                      <a:lnTo>
                        <a:pt x="111" y="238"/>
                      </a:lnTo>
                      <a:lnTo>
                        <a:pt x="111" y="470"/>
                      </a:lnTo>
                      <a:lnTo>
                        <a:pt x="111" y="471"/>
                      </a:lnTo>
                      <a:lnTo>
                        <a:pt x="110" y="477"/>
                      </a:lnTo>
                      <a:lnTo>
                        <a:pt x="107" y="479"/>
                      </a:lnTo>
                      <a:lnTo>
                        <a:pt x="107" y="483"/>
                      </a:lnTo>
                      <a:lnTo>
                        <a:pt x="105" y="486"/>
                      </a:lnTo>
                      <a:lnTo>
                        <a:pt x="101" y="491"/>
                      </a:lnTo>
                      <a:lnTo>
                        <a:pt x="98" y="491"/>
                      </a:lnTo>
                      <a:lnTo>
                        <a:pt x="93" y="492"/>
                      </a:lnTo>
                      <a:lnTo>
                        <a:pt x="89" y="495"/>
                      </a:lnTo>
                      <a:lnTo>
                        <a:pt x="86" y="495"/>
                      </a:lnTo>
                      <a:lnTo>
                        <a:pt x="81" y="495"/>
                      </a:lnTo>
                      <a:lnTo>
                        <a:pt x="77" y="495"/>
                      </a:lnTo>
                      <a:lnTo>
                        <a:pt x="75" y="495"/>
                      </a:lnTo>
                      <a:lnTo>
                        <a:pt x="72" y="492"/>
                      </a:lnTo>
                      <a:lnTo>
                        <a:pt x="69" y="491"/>
                      </a:lnTo>
                      <a:lnTo>
                        <a:pt x="65" y="491"/>
                      </a:lnTo>
                      <a:lnTo>
                        <a:pt x="63" y="486"/>
                      </a:lnTo>
                      <a:lnTo>
                        <a:pt x="60" y="486"/>
                      </a:lnTo>
                      <a:lnTo>
                        <a:pt x="59" y="482"/>
                      </a:lnTo>
                      <a:lnTo>
                        <a:pt x="59" y="479"/>
                      </a:lnTo>
                      <a:lnTo>
                        <a:pt x="56" y="477"/>
                      </a:lnTo>
                      <a:lnTo>
                        <a:pt x="56" y="474"/>
                      </a:lnTo>
                      <a:lnTo>
                        <a:pt x="56" y="470"/>
                      </a:lnTo>
                      <a:lnTo>
                        <a:pt x="56" y="84"/>
                      </a:lnTo>
                      <a:lnTo>
                        <a:pt x="42" y="84"/>
                      </a:lnTo>
                      <a:lnTo>
                        <a:pt x="42" y="226"/>
                      </a:lnTo>
                      <a:lnTo>
                        <a:pt x="42" y="227"/>
                      </a:lnTo>
                      <a:lnTo>
                        <a:pt x="39" y="230"/>
                      </a:lnTo>
                      <a:lnTo>
                        <a:pt x="39" y="232"/>
                      </a:lnTo>
                      <a:lnTo>
                        <a:pt x="38" y="235"/>
                      </a:lnTo>
                      <a:lnTo>
                        <a:pt x="35" y="238"/>
                      </a:lnTo>
                      <a:lnTo>
                        <a:pt x="35" y="239"/>
                      </a:lnTo>
                      <a:lnTo>
                        <a:pt x="33" y="239"/>
                      </a:lnTo>
                      <a:lnTo>
                        <a:pt x="30" y="242"/>
                      </a:lnTo>
                      <a:lnTo>
                        <a:pt x="29" y="242"/>
                      </a:lnTo>
                      <a:lnTo>
                        <a:pt x="26" y="244"/>
                      </a:lnTo>
                      <a:lnTo>
                        <a:pt x="23" y="244"/>
                      </a:lnTo>
                      <a:lnTo>
                        <a:pt x="18" y="244"/>
                      </a:lnTo>
                      <a:lnTo>
                        <a:pt x="17" y="244"/>
                      </a:lnTo>
                      <a:lnTo>
                        <a:pt x="14" y="242"/>
                      </a:lnTo>
                      <a:lnTo>
                        <a:pt x="12" y="242"/>
                      </a:lnTo>
                      <a:lnTo>
                        <a:pt x="9" y="239"/>
                      </a:lnTo>
                      <a:lnTo>
                        <a:pt x="8" y="239"/>
                      </a:lnTo>
                      <a:lnTo>
                        <a:pt x="8" y="238"/>
                      </a:lnTo>
                      <a:lnTo>
                        <a:pt x="5" y="238"/>
                      </a:lnTo>
                      <a:lnTo>
                        <a:pt x="3" y="235"/>
                      </a:lnTo>
                      <a:lnTo>
                        <a:pt x="3" y="232"/>
                      </a:lnTo>
                      <a:lnTo>
                        <a:pt x="0" y="230"/>
                      </a:lnTo>
                      <a:lnTo>
                        <a:pt x="0" y="227"/>
                      </a:lnTo>
                      <a:lnTo>
                        <a:pt x="0" y="226"/>
                      </a:lnTo>
                      <a:lnTo>
                        <a:pt x="0" y="39"/>
                      </a:lnTo>
                      <a:lnTo>
                        <a:pt x="0" y="34"/>
                      </a:lnTo>
                      <a:lnTo>
                        <a:pt x="3" y="30"/>
                      </a:lnTo>
                      <a:lnTo>
                        <a:pt x="5" y="25"/>
                      </a:lnTo>
                      <a:lnTo>
                        <a:pt x="8" y="21"/>
                      </a:lnTo>
                      <a:lnTo>
                        <a:pt x="12" y="18"/>
                      </a:lnTo>
                      <a:lnTo>
                        <a:pt x="14" y="13"/>
                      </a:lnTo>
                      <a:lnTo>
                        <a:pt x="18" y="12"/>
                      </a:lnTo>
                      <a:lnTo>
                        <a:pt x="26" y="9"/>
                      </a:lnTo>
                      <a:lnTo>
                        <a:pt x="30" y="7"/>
                      </a:lnTo>
                      <a:lnTo>
                        <a:pt x="33" y="4"/>
                      </a:lnTo>
                      <a:lnTo>
                        <a:pt x="39" y="3"/>
                      </a:lnTo>
                      <a:lnTo>
                        <a:pt x="44" y="3"/>
                      </a:lnTo>
                      <a:lnTo>
                        <a:pt x="51" y="0"/>
                      </a:lnTo>
                      <a:lnTo>
                        <a:pt x="56" y="0"/>
                      </a:lnTo>
                    </a:path>
                  </a:pathLst>
                </a:custGeom>
                <a:gradFill rotWithShape="0">
                  <a:gsLst>
                    <a:gs pos="0">
                      <a:srgbClr val="F95AB7">
                        <a:gamma/>
                        <a:tint val="52549"/>
                        <a:invGamma/>
                      </a:srgbClr>
                    </a:gs>
                    <a:gs pos="100000">
                      <a:srgbClr val="F95AB7"/>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8" name="Group 13"/>
              <p:cNvGrpSpPr/>
              <p:nvPr/>
            </p:nvGrpSpPr>
            <p:grpSpPr bwMode="auto">
              <a:xfrm>
                <a:off x="1069" y="1987"/>
                <a:ext cx="216" cy="482"/>
                <a:chOff x="2326" y="3101"/>
                <a:chExt cx="281" cy="626"/>
              </a:xfrm>
            </p:grpSpPr>
            <p:sp>
              <p:nvSpPr>
                <p:cNvPr id="9" name="Oval 14"/>
                <p:cNvSpPr>
                  <a:spLocks noChangeArrowheads="1"/>
                </p:cNvSpPr>
                <p:nvPr/>
              </p:nvSpPr>
              <p:spPr bwMode="auto">
                <a:xfrm>
                  <a:off x="2418" y="3101"/>
                  <a:ext cx="95" cy="101"/>
                </a:xfrm>
                <a:prstGeom prst="ellipse">
                  <a:avLst/>
                </a:prstGeom>
                <a:gradFill rotWithShape="0">
                  <a:gsLst>
                    <a:gs pos="0">
                      <a:srgbClr val="FF9900">
                        <a:gamma/>
                        <a:tint val="54902"/>
                        <a:invGamma/>
                      </a:srgbClr>
                    </a:gs>
                    <a:gs pos="100000">
                      <a:srgbClr val="FF9900"/>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10" name="Freeform 15"/>
                <p:cNvSpPr/>
                <p:nvPr/>
              </p:nvSpPr>
              <p:spPr bwMode="auto">
                <a:xfrm>
                  <a:off x="2326" y="3223"/>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FF9900">
                        <a:gamma/>
                        <a:tint val="54902"/>
                        <a:invGamma/>
                      </a:srgbClr>
                    </a:gs>
                    <a:gs pos="100000">
                      <a:srgbClr val="FF9900"/>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grpSp>
    </p:spTree>
  </p:cSld>
  <p:clrMapOvr>
    <a:masterClrMapping/>
  </p:clrMapOvr>
  <p:transition/>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algn="ctr" eaLnBrk="1" hangingPunct="1"/>
            <a:r>
              <a:rPr lang="zh-CN" altLang="en-US" b="1" dirty="0" smtClean="0">
                <a:latin typeface="Times New Roman" panose="02020603050405020304" pitchFamily="18" charset="0"/>
                <a:ea typeface="隶书" panose="02010509060101010101" pitchFamily="49" charset="-122"/>
              </a:rPr>
              <a:t>本讲主要知识点</a:t>
            </a:r>
            <a:endParaRPr lang="zh-CN" altLang="en-US" b="1" dirty="0" smtClean="0">
              <a:latin typeface="Times New Roman" panose="02020603050405020304" pitchFamily="18" charset="0"/>
              <a:ea typeface="隶书" panose="02010509060101010101" pitchFamily="49" charset="-122"/>
            </a:endParaRPr>
          </a:p>
        </p:txBody>
      </p:sp>
      <p:sp>
        <p:nvSpPr>
          <p:cNvPr id="6451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4516" name="Rectangle 4"/>
          <p:cNvSpPr>
            <a:spLocks noChangeArrowheads="1"/>
          </p:cNvSpPr>
          <p:nvPr/>
        </p:nvSpPr>
        <p:spPr bwMode="auto">
          <a:xfrm>
            <a:off x="873125" y="1053207"/>
            <a:ext cx="7956550" cy="4752057"/>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lIns="0" rIns="0"/>
          <a:lstStyle>
            <a:lvl1pPr marL="552450" indent="-552450"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50000"/>
              </a:lnSpc>
              <a:spcBef>
                <a:spcPct val="20000"/>
              </a:spcBef>
              <a:spcAft>
                <a:spcPts val="600"/>
              </a:spcAft>
              <a:buClr>
                <a:schemeClr val="tx2"/>
              </a:buClr>
              <a:buSzPct val="70000"/>
              <a:buFont typeface="Wingdings" panose="05000000000000000000" pitchFamily="2" charset="2"/>
              <a:buAutoNum type="arabicPeriod"/>
            </a:pPr>
            <a:r>
              <a:rPr lang="zh-CN" altLang="en-US" sz="2400" dirty="0" smtClean="0">
                <a:latin typeface="+mn-lt"/>
                <a:ea typeface="+mj-ea"/>
              </a:rPr>
              <a:t>主要内容</a:t>
            </a:r>
            <a:endParaRPr lang="en-US" altLang="zh-CN" sz="2400" dirty="0" smtClean="0">
              <a:latin typeface="+mn-lt"/>
              <a:ea typeface="+mj-ea"/>
            </a:endParaRPr>
          </a:p>
          <a:p>
            <a:pPr marL="914400" lvl="1" indent="-457200" algn="l" eaLnBrk="1" hangingPunct="1">
              <a:lnSpc>
                <a:spcPct val="150000"/>
              </a:lnSpc>
              <a:spcBef>
                <a:spcPct val="20000"/>
              </a:spcBef>
              <a:spcAft>
                <a:spcPts val="600"/>
              </a:spcAft>
              <a:buClr>
                <a:schemeClr val="tx2"/>
              </a:buClr>
              <a:buSzPct val="70000"/>
              <a:buFont typeface="+mj-ea"/>
              <a:buAutoNum type="circleNumDbPlain"/>
            </a:pPr>
            <a:r>
              <a:rPr lang="en-US" altLang="zh-CN" sz="2400" dirty="0" smtClean="0">
                <a:latin typeface="+mn-lt"/>
                <a:ea typeface="+mj-ea"/>
              </a:rPr>
              <a:t>C</a:t>
            </a:r>
            <a:r>
              <a:rPr lang="en-US" altLang="zh-CN" sz="2400" dirty="0">
                <a:latin typeface="+mn-lt"/>
                <a:ea typeface="+mj-ea"/>
              </a:rPr>
              <a:t>++</a:t>
            </a:r>
            <a:r>
              <a:rPr lang="zh-CN" altLang="en-US" sz="2400" dirty="0">
                <a:latin typeface="+mn-lt"/>
                <a:ea typeface="+mj-ea"/>
              </a:rPr>
              <a:t>语言</a:t>
            </a:r>
            <a:r>
              <a:rPr lang="zh-CN" altLang="en-US" sz="2400" dirty="0" smtClean="0">
                <a:latin typeface="+mn-lt"/>
                <a:ea typeface="+mj-ea"/>
              </a:rPr>
              <a:t>概述</a:t>
            </a:r>
            <a:endParaRPr lang="en-US" altLang="zh-CN" sz="2400" dirty="0" smtClean="0">
              <a:latin typeface="+mn-lt"/>
              <a:ea typeface="+mj-ea"/>
            </a:endParaRPr>
          </a:p>
          <a:p>
            <a:pPr marL="914400" lvl="1" indent="-457200" algn="l" eaLnBrk="1" hangingPunct="1">
              <a:lnSpc>
                <a:spcPct val="150000"/>
              </a:lnSpc>
              <a:spcBef>
                <a:spcPct val="20000"/>
              </a:spcBef>
              <a:spcAft>
                <a:spcPts val="600"/>
              </a:spcAft>
              <a:buClr>
                <a:schemeClr val="tx2"/>
              </a:buClr>
              <a:buSzPct val="70000"/>
              <a:buFont typeface="+mj-ea"/>
              <a:buAutoNum type="circleNumDbPlain"/>
            </a:pPr>
            <a:r>
              <a:rPr lang="zh-CN" altLang="en-US" sz="2400" dirty="0" smtClean="0">
                <a:latin typeface="+mn-lt"/>
                <a:ea typeface="+mj-ea"/>
              </a:rPr>
              <a:t>基本</a:t>
            </a:r>
            <a:r>
              <a:rPr lang="zh-CN" altLang="en-US" sz="2400" dirty="0">
                <a:latin typeface="+mn-lt"/>
                <a:ea typeface="+mj-ea"/>
              </a:rPr>
              <a:t>数据类型和</a:t>
            </a:r>
            <a:r>
              <a:rPr lang="zh-CN" altLang="en-US" sz="2400" dirty="0" smtClean="0">
                <a:latin typeface="+mn-lt"/>
                <a:ea typeface="+mj-ea"/>
              </a:rPr>
              <a:t>表达式</a:t>
            </a:r>
            <a:endParaRPr lang="en-US" altLang="zh-CN" sz="2400" dirty="0" smtClean="0">
              <a:latin typeface="+mn-lt"/>
              <a:ea typeface="+mj-ea"/>
            </a:endParaRPr>
          </a:p>
          <a:p>
            <a:pPr marL="914400" lvl="1" indent="-457200" algn="l" eaLnBrk="1" hangingPunct="1">
              <a:lnSpc>
                <a:spcPct val="150000"/>
              </a:lnSpc>
              <a:spcBef>
                <a:spcPct val="20000"/>
              </a:spcBef>
              <a:spcAft>
                <a:spcPts val="600"/>
              </a:spcAft>
              <a:buClr>
                <a:schemeClr val="tx2"/>
              </a:buClr>
              <a:buSzPct val="70000"/>
              <a:buFont typeface="+mj-ea"/>
              <a:buAutoNum type="circleNumDbPlain"/>
            </a:pPr>
            <a:r>
              <a:rPr lang="zh-CN" altLang="en-US" sz="2400" dirty="0" smtClean="0">
                <a:latin typeface="+mn-lt"/>
                <a:ea typeface="+mj-ea"/>
              </a:rPr>
              <a:t>数据</a:t>
            </a:r>
            <a:r>
              <a:rPr lang="zh-CN" altLang="en-US" sz="2400" dirty="0">
                <a:latin typeface="+mn-lt"/>
                <a:ea typeface="+mj-ea"/>
              </a:rPr>
              <a:t>的输入与</a:t>
            </a:r>
            <a:r>
              <a:rPr lang="zh-CN" altLang="en-US" sz="2400" dirty="0" smtClean="0">
                <a:latin typeface="+mn-lt"/>
                <a:ea typeface="+mj-ea"/>
              </a:rPr>
              <a:t>输出</a:t>
            </a:r>
            <a:endParaRPr lang="en-US" altLang="zh-CN" sz="2400" dirty="0" smtClean="0">
              <a:latin typeface="+mn-lt"/>
              <a:ea typeface="+mj-ea"/>
            </a:endParaRPr>
          </a:p>
          <a:p>
            <a:pPr marL="914400" lvl="1" indent="-457200" algn="l" eaLnBrk="1" hangingPunct="1">
              <a:lnSpc>
                <a:spcPct val="150000"/>
              </a:lnSpc>
              <a:spcBef>
                <a:spcPct val="20000"/>
              </a:spcBef>
              <a:spcAft>
                <a:spcPts val="600"/>
              </a:spcAft>
              <a:buClr>
                <a:schemeClr val="tx2"/>
              </a:buClr>
              <a:buSzPct val="70000"/>
              <a:buFont typeface="+mj-ea"/>
              <a:buAutoNum type="circleNumDbPlain"/>
            </a:pPr>
            <a:r>
              <a:rPr lang="zh-CN" altLang="en-US" sz="2400" dirty="0" smtClean="0">
                <a:latin typeface="+mn-lt"/>
                <a:ea typeface="+mj-ea"/>
              </a:rPr>
              <a:t>算法</a:t>
            </a:r>
            <a:r>
              <a:rPr lang="zh-CN" altLang="en-US" sz="2400" dirty="0">
                <a:latin typeface="+mn-lt"/>
                <a:ea typeface="+mj-ea"/>
              </a:rPr>
              <a:t>的基本</a:t>
            </a:r>
            <a:r>
              <a:rPr lang="zh-CN" altLang="en-US" sz="2400" dirty="0" smtClean="0">
                <a:latin typeface="+mn-lt"/>
                <a:ea typeface="+mj-ea"/>
              </a:rPr>
              <a:t>控制结构</a:t>
            </a:r>
            <a:endParaRPr lang="en-US" altLang="zh-CN" sz="2400" dirty="0" smtClean="0">
              <a:latin typeface="+mn-lt"/>
              <a:ea typeface="+mj-ea"/>
            </a:endParaRPr>
          </a:p>
          <a:p>
            <a:pPr marL="914400" lvl="1" indent="-457200" algn="l" eaLnBrk="1" hangingPunct="1">
              <a:lnSpc>
                <a:spcPct val="150000"/>
              </a:lnSpc>
              <a:spcBef>
                <a:spcPct val="20000"/>
              </a:spcBef>
              <a:spcAft>
                <a:spcPts val="600"/>
              </a:spcAft>
              <a:buClr>
                <a:schemeClr val="tx2"/>
              </a:buClr>
              <a:buSzPct val="70000"/>
              <a:buFont typeface="+mj-ea"/>
              <a:buAutoNum type="circleNumDbPlain"/>
            </a:pPr>
            <a:r>
              <a:rPr lang="zh-CN" altLang="en-US" sz="2400" dirty="0" smtClean="0">
                <a:latin typeface="+mn-lt"/>
                <a:ea typeface="+mj-ea"/>
              </a:rPr>
              <a:t>自定义数据类型</a:t>
            </a:r>
            <a:endParaRPr lang="en-US" altLang="zh-CN" sz="2400" dirty="0" smtClean="0">
              <a:latin typeface="+mn-lt"/>
              <a:ea typeface="+mj-ea"/>
            </a:endParaRPr>
          </a:p>
          <a:p>
            <a:pPr marL="723900" indent="-457200" algn="l" eaLnBrk="1" hangingPunct="1">
              <a:lnSpc>
                <a:spcPct val="150000"/>
              </a:lnSpc>
              <a:spcBef>
                <a:spcPct val="20000"/>
              </a:spcBef>
              <a:spcAft>
                <a:spcPts val="600"/>
              </a:spcAft>
              <a:buClr>
                <a:schemeClr val="tx2"/>
              </a:buClr>
              <a:buSzPct val="70000"/>
              <a:buFont typeface="+mj-ea"/>
              <a:buAutoNum type="arabicPeriod"/>
            </a:pPr>
            <a:r>
              <a:rPr lang="zh-CN" altLang="en-US" sz="2400" dirty="0" smtClean="0">
                <a:latin typeface="+mn-lt"/>
                <a:ea typeface="+mj-ea"/>
              </a:rPr>
              <a:t>达到</a:t>
            </a:r>
            <a:r>
              <a:rPr lang="zh-CN" altLang="en-US" sz="2400" dirty="0">
                <a:latin typeface="+mn-lt"/>
                <a:ea typeface="+mj-ea"/>
              </a:rPr>
              <a:t>的</a:t>
            </a:r>
            <a:r>
              <a:rPr lang="zh-CN" altLang="en-US" sz="2400" dirty="0" smtClean="0">
                <a:latin typeface="+mn-lt"/>
                <a:ea typeface="+mj-ea"/>
              </a:rPr>
              <a:t>目标：掌握</a:t>
            </a:r>
            <a:r>
              <a:rPr lang="en-US" altLang="zh-CN" sz="2400" dirty="0">
                <a:latin typeface="+mn-lt"/>
                <a:ea typeface="+mj-ea"/>
              </a:rPr>
              <a:t>C++</a:t>
            </a:r>
            <a:r>
              <a:rPr lang="zh-CN" altLang="en-US" sz="2400" dirty="0">
                <a:latin typeface="+mn-lt"/>
                <a:ea typeface="+mj-ea"/>
              </a:rPr>
              <a:t>语言的基本概念和基本语句，能够编写简单的程序段。</a:t>
            </a:r>
            <a:endParaRPr lang="zh-CN" altLang="en-US" sz="2400" dirty="0">
              <a:latin typeface="+mn-lt"/>
              <a:ea typeface="+mj-ea"/>
            </a:endParaRPr>
          </a:p>
        </p:txBody>
      </p:sp>
      <p:sp>
        <p:nvSpPr>
          <p:cNvPr id="64517"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4518"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4519"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Tree>
  </p:cSld>
  <p:clrMapOvr>
    <a:masterClrMapping/>
  </p:clrMapOvr>
  <p:transition/>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39" name="Rectangle 4"/>
          <p:cNvSpPr>
            <a:spLocks noChangeArrowheads="1"/>
          </p:cNvSpPr>
          <p:nvPr/>
        </p:nvSpPr>
        <p:spPr bwMode="auto">
          <a:xfrm>
            <a:off x="827584" y="1281800"/>
            <a:ext cx="7956550" cy="2663428"/>
          </a:xfrm>
          <a:prstGeom prst="rect">
            <a:avLst/>
          </a:prstGeom>
          <a:noFill/>
          <a:ln w="9525" algn="ctr">
            <a:no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655955" indent="-476250" eaLnBrk="0" hangingPunct="0">
              <a:defRPr sz="2000" b="1">
                <a:solidFill>
                  <a:schemeClr val="tx1"/>
                </a:solidFill>
                <a:latin typeface="Times New Roman" panose="02020603050405020304" pitchFamily="18" charset="0"/>
                <a:ea typeface="华文楷体" panose="02010600040101010101" pitchFamily="2" charset="-122"/>
              </a:defRPr>
            </a:lvl2pPr>
            <a:lvl3pPr marL="1333500" indent="-4191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marL="179705" lvl="1" indent="0" algn="l" eaLnBrk="1" hangingPunct="1">
              <a:lnSpc>
                <a:spcPct val="100000"/>
              </a:lnSpc>
              <a:spcBef>
                <a:spcPct val="20000"/>
              </a:spcBef>
              <a:spcAft>
                <a:spcPct val="10000"/>
              </a:spcAft>
              <a:buSzPct val="70000"/>
            </a:pPr>
            <a:r>
              <a:rPr lang="zh-CN" altLang="en-US" sz="3200" dirty="0" smtClean="0">
                <a:latin typeface="+mn-lt"/>
                <a:ea typeface="+mj-ea"/>
              </a:rPr>
              <a:t>作业：</a:t>
            </a:r>
            <a:endParaRPr lang="en-US" altLang="zh-CN" sz="3200" dirty="0" smtClean="0">
              <a:latin typeface="+mn-lt"/>
              <a:ea typeface="+mj-ea"/>
            </a:endParaRPr>
          </a:p>
          <a:p>
            <a:pPr marL="179705" lvl="1" indent="0" algn="l" eaLnBrk="1" hangingPunct="1">
              <a:lnSpc>
                <a:spcPct val="100000"/>
              </a:lnSpc>
              <a:spcBef>
                <a:spcPct val="20000"/>
              </a:spcBef>
              <a:spcAft>
                <a:spcPct val="10000"/>
              </a:spcAft>
              <a:buSzPct val="70000"/>
            </a:pPr>
            <a:r>
              <a:rPr lang="en-US" altLang="zh-CN" dirty="0" smtClean="0">
                <a:latin typeface="+mn-lt"/>
                <a:ea typeface="+mj-ea"/>
              </a:rPr>
              <a:t>2-23</a:t>
            </a:r>
            <a:r>
              <a:rPr lang="zh-CN" altLang="en-US" dirty="0">
                <a:latin typeface="+mn-lt"/>
                <a:ea typeface="+mj-ea"/>
              </a:rPr>
              <a:t>、若</a:t>
            </a:r>
            <a:r>
              <a:rPr lang="en-US" altLang="zh-CN" dirty="0" smtClean="0">
                <a:latin typeface="+mn-lt"/>
                <a:ea typeface="+mj-ea"/>
              </a:rPr>
              <a:t>a=1,b=2,c=3</a:t>
            </a:r>
            <a:r>
              <a:rPr lang="zh-CN" altLang="en-US" dirty="0" smtClean="0">
                <a:latin typeface="+mn-lt"/>
                <a:ea typeface="+mj-ea"/>
              </a:rPr>
              <a:t>，下列各式的结果是什么？</a:t>
            </a:r>
            <a:br>
              <a:rPr lang="en-US" altLang="zh-CN" dirty="0" smtClean="0">
                <a:latin typeface="+mn-lt"/>
                <a:ea typeface="+mj-ea"/>
              </a:rPr>
            </a:br>
            <a:r>
              <a:rPr lang="zh-CN" altLang="en-US" dirty="0" smtClean="0">
                <a:latin typeface="+mn-lt"/>
                <a:ea typeface="+mj-ea"/>
              </a:rPr>
              <a:t>（</a:t>
            </a:r>
            <a:r>
              <a:rPr lang="en-US" altLang="zh-CN" dirty="0" smtClean="0">
                <a:latin typeface="+mn-lt"/>
                <a:ea typeface="+mj-ea"/>
              </a:rPr>
              <a:t>1</a:t>
            </a:r>
            <a:r>
              <a:rPr lang="zh-CN" altLang="en-US" dirty="0" smtClean="0">
                <a:latin typeface="+mn-lt"/>
                <a:ea typeface="+mj-ea"/>
              </a:rPr>
              <a:t>）</a:t>
            </a:r>
            <a:r>
              <a:rPr lang="en-US" altLang="zh-CN" dirty="0" err="1" smtClean="0">
                <a:latin typeface="+mn-lt"/>
                <a:ea typeface="+mj-ea"/>
              </a:rPr>
              <a:t>a|b-c</a:t>
            </a:r>
            <a:r>
              <a:rPr lang="en-US" altLang="zh-CN" dirty="0" smtClean="0">
                <a:latin typeface="+mn-lt"/>
                <a:ea typeface="+mj-ea"/>
              </a:rPr>
              <a:t>		</a:t>
            </a:r>
            <a:r>
              <a:rPr lang="zh-CN" altLang="en-US" dirty="0" smtClean="0">
                <a:latin typeface="+mn-lt"/>
                <a:ea typeface="+mj-ea"/>
              </a:rPr>
              <a:t>（</a:t>
            </a:r>
            <a:r>
              <a:rPr lang="en-US" altLang="zh-CN" dirty="0" smtClean="0">
                <a:latin typeface="+mn-lt"/>
                <a:ea typeface="+mj-ea"/>
              </a:rPr>
              <a:t>2</a:t>
            </a:r>
            <a:r>
              <a:rPr lang="zh-CN" altLang="en-US" dirty="0" smtClean="0">
                <a:latin typeface="+mn-lt"/>
                <a:ea typeface="+mj-ea"/>
              </a:rPr>
              <a:t>）</a:t>
            </a:r>
            <a:r>
              <a:rPr lang="en-US" altLang="zh-CN" dirty="0" err="1" smtClean="0">
                <a:latin typeface="+mn-lt"/>
                <a:ea typeface="+mj-ea"/>
              </a:rPr>
              <a:t>a^b</a:t>
            </a:r>
            <a:r>
              <a:rPr lang="en-US" altLang="zh-CN" dirty="0" smtClean="0">
                <a:latin typeface="+mn-lt"/>
                <a:ea typeface="+mj-ea"/>
              </a:rPr>
              <a:t>&amp;-c</a:t>
            </a:r>
            <a:br>
              <a:rPr lang="en-US" altLang="zh-CN" dirty="0" smtClean="0">
                <a:latin typeface="+mn-lt"/>
                <a:ea typeface="+mj-ea"/>
              </a:rPr>
            </a:br>
            <a:r>
              <a:rPr lang="zh-CN" altLang="en-US" dirty="0" smtClean="0">
                <a:latin typeface="+mn-lt"/>
                <a:ea typeface="+mj-ea"/>
              </a:rPr>
              <a:t>（</a:t>
            </a:r>
            <a:r>
              <a:rPr lang="en-US" altLang="zh-CN" dirty="0" smtClean="0">
                <a:latin typeface="+mn-lt"/>
                <a:ea typeface="+mj-ea"/>
              </a:rPr>
              <a:t>3</a:t>
            </a:r>
            <a:r>
              <a:rPr lang="zh-CN" altLang="en-US" dirty="0" smtClean="0">
                <a:latin typeface="+mn-lt"/>
                <a:ea typeface="+mj-ea"/>
              </a:rPr>
              <a:t>）</a:t>
            </a:r>
            <a:r>
              <a:rPr lang="en-US" altLang="zh-CN" dirty="0" err="1" smtClean="0">
                <a:latin typeface="+mn-lt"/>
                <a:ea typeface="+mj-ea"/>
              </a:rPr>
              <a:t>a&amp;b|c</a:t>
            </a:r>
            <a:r>
              <a:rPr lang="en-US" altLang="zh-CN" dirty="0" smtClean="0">
                <a:latin typeface="+mn-lt"/>
                <a:ea typeface="+mj-ea"/>
              </a:rPr>
              <a:t>		</a:t>
            </a:r>
            <a:r>
              <a:rPr lang="zh-CN" altLang="en-US" dirty="0" smtClean="0">
                <a:latin typeface="+mn-lt"/>
                <a:ea typeface="+mj-ea"/>
              </a:rPr>
              <a:t>（</a:t>
            </a:r>
            <a:r>
              <a:rPr lang="en-US" altLang="zh-CN" dirty="0" smtClean="0">
                <a:latin typeface="+mn-lt"/>
                <a:ea typeface="+mj-ea"/>
              </a:rPr>
              <a:t>4</a:t>
            </a:r>
            <a:r>
              <a:rPr lang="zh-CN" altLang="en-US" dirty="0" smtClean="0">
                <a:latin typeface="+mn-lt"/>
                <a:ea typeface="+mj-ea"/>
              </a:rPr>
              <a:t>）</a:t>
            </a:r>
            <a:r>
              <a:rPr lang="en-US" altLang="zh-CN" dirty="0" err="1" smtClean="0">
                <a:latin typeface="+mn-lt"/>
                <a:ea typeface="+mj-ea"/>
              </a:rPr>
              <a:t>a|b&amp;c</a:t>
            </a:r>
            <a:endParaRPr lang="en-US" altLang="zh-CN" dirty="0" smtClean="0">
              <a:latin typeface="+mn-lt"/>
              <a:ea typeface="+mj-ea"/>
            </a:endParaRPr>
          </a:p>
          <a:p>
            <a:pPr marL="179705" lvl="1" indent="0" algn="l" eaLnBrk="1" hangingPunct="1">
              <a:lnSpc>
                <a:spcPct val="100000"/>
              </a:lnSpc>
              <a:spcBef>
                <a:spcPct val="20000"/>
              </a:spcBef>
              <a:spcAft>
                <a:spcPct val="10000"/>
              </a:spcAft>
              <a:buSzPct val="70000"/>
            </a:pPr>
            <a:endParaRPr lang="en-US" altLang="zh-CN" dirty="0" smtClean="0">
              <a:latin typeface="+mn-lt"/>
              <a:ea typeface="+mj-ea"/>
            </a:endParaRPr>
          </a:p>
          <a:p>
            <a:pPr marL="179705" lvl="1" indent="0" algn="l" eaLnBrk="1" hangingPunct="1">
              <a:lnSpc>
                <a:spcPct val="100000"/>
              </a:lnSpc>
              <a:spcBef>
                <a:spcPct val="20000"/>
              </a:spcBef>
              <a:spcAft>
                <a:spcPct val="10000"/>
              </a:spcAft>
              <a:buSzPct val="70000"/>
            </a:pPr>
            <a:r>
              <a:rPr lang="en-US" altLang="zh-CN" dirty="0" smtClean="0">
                <a:latin typeface="+mn-lt"/>
                <a:ea typeface="+mj-ea"/>
              </a:rPr>
              <a:t>2-24</a:t>
            </a:r>
            <a:r>
              <a:rPr lang="zh-CN" altLang="en-US" dirty="0" smtClean="0">
                <a:latin typeface="+mn-lt"/>
                <a:ea typeface="+mj-ea"/>
              </a:rPr>
              <a:t>、</a:t>
            </a:r>
            <a:r>
              <a:rPr lang="zh-CN" altLang="en-US" sz="1800" dirty="0"/>
              <a:t>若</a:t>
            </a:r>
            <a:r>
              <a:rPr lang="en-US" altLang="zh-CN" sz="1800" dirty="0" smtClean="0"/>
              <a:t>a=1</a:t>
            </a:r>
            <a:r>
              <a:rPr lang="zh-CN" altLang="en-US" sz="1800" dirty="0" smtClean="0"/>
              <a:t>，</a:t>
            </a:r>
            <a:r>
              <a:rPr lang="zh-CN" altLang="en-US" sz="1800" dirty="0"/>
              <a:t>下列各式的结果是什么</a:t>
            </a:r>
            <a:r>
              <a:rPr lang="zh-CN" altLang="en-US" sz="1800" dirty="0" smtClean="0"/>
              <a:t>？</a:t>
            </a:r>
            <a:br>
              <a:rPr lang="en-US" altLang="zh-CN" sz="1800" dirty="0" smtClean="0"/>
            </a:br>
            <a:r>
              <a:rPr lang="zh-CN" altLang="en-US" sz="1800" dirty="0" smtClean="0"/>
              <a:t>（</a:t>
            </a:r>
            <a:r>
              <a:rPr lang="en-US" altLang="zh-CN" sz="1800" dirty="0" smtClean="0"/>
              <a:t>1</a:t>
            </a:r>
            <a:r>
              <a:rPr lang="zh-CN" altLang="en-US" sz="1800" dirty="0" smtClean="0"/>
              <a:t>）</a:t>
            </a:r>
            <a:r>
              <a:rPr lang="en-US" altLang="zh-CN" sz="1800" dirty="0" smtClean="0"/>
              <a:t>!</a:t>
            </a:r>
            <a:r>
              <a:rPr lang="en-US" altLang="zh-CN" sz="1800" dirty="0" err="1" smtClean="0"/>
              <a:t>a|a</a:t>
            </a:r>
            <a:r>
              <a:rPr lang="en-US" altLang="zh-CN" sz="1800" dirty="0" smtClean="0"/>
              <a:t>	</a:t>
            </a:r>
            <a:r>
              <a:rPr lang="zh-CN" altLang="en-US" sz="1800" dirty="0" smtClean="0"/>
              <a:t>（</a:t>
            </a:r>
            <a:r>
              <a:rPr lang="en-US" altLang="zh-CN" sz="1800" dirty="0" smtClean="0"/>
              <a:t>2</a:t>
            </a:r>
            <a:r>
              <a:rPr lang="zh-CN" altLang="en-US" sz="1800" dirty="0" smtClean="0"/>
              <a:t>）</a:t>
            </a:r>
            <a:r>
              <a:rPr lang="en-US" altLang="zh-CN" sz="1800" dirty="0" smtClean="0"/>
              <a:t>~</a:t>
            </a:r>
            <a:r>
              <a:rPr lang="en-US" altLang="zh-CN" sz="1800" dirty="0" err="1" smtClean="0"/>
              <a:t>a|a</a:t>
            </a:r>
            <a:r>
              <a:rPr lang="en-US" altLang="zh-CN" sz="1800" dirty="0" smtClean="0"/>
              <a:t>	</a:t>
            </a:r>
            <a:r>
              <a:rPr lang="zh-CN" altLang="en-US" sz="1800" dirty="0" smtClean="0"/>
              <a:t>（</a:t>
            </a:r>
            <a:r>
              <a:rPr lang="en-US" altLang="zh-CN" sz="1800" dirty="0" smtClean="0"/>
              <a:t>3</a:t>
            </a:r>
            <a:r>
              <a:rPr lang="zh-CN" altLang="en-US" sz="1800" dirty="0" smtClean="0"/>
              <a:t>）</a:t>
            </a:r>
            <a:r>
              <a:rPr lang="en-US" altLang="zh-CN" sz="1800" dirty="0" err="1" smtClean="0"/>
              <a:t>a^a</a:t>
            </a:r>
            <a:r>
              <a:rPr lang="en-US" altLang="zh-CN" sz="1800" dirty="0" smtClean="0"/>
              <a:t>	</a:t>
            </a:r>
            <a:r>
              <a:rPr lang="zh-CN" altLang="en-US" sz="1800" dirty="0" smtClean="0"/>
              <a:t>（</a:t>
            </a:r>
            <a:r>
              <a:rPr lang="en-US" altLang="zh-CN" sz="1800" dirty="0" smtClean="0"/>
              <a:t>4</a:t>
            </a:r>
            <a:r>
              <a:rPr lang="zh-CN" altLang="en-US" sz="1800" dirty="0" smtClean="0"/>
              <a:t>）</a:t>
            </a:r>
            <a:r>
              <a:rPr lang="en-US" altLang="zh-CN" sz="1800" dirty="0" smtClean="0"/>
              <a:t>a&gt;&gt;2</a:t>
            </a:r>
            <a:endParaRPr lang="en-US" altLang="zh-CN" sz="1800" dirty="0" smtClean="0"/>
          </a:p>
          <a:p>
            <a:pPr marL="179705" lvl="1" indent="0" algn="l" eaLnBrk="1" hangingPunct="1">
              <a:lnSpc>
                <a:spcPct val="100000"/>
              </a:lnSpc>
              <a:spcBef>
                <a:spcPct val="20000"/>
              </a:spcBef>
              <a:spcAft>
                <a:spcPct val="10000"/>
              </a:spcAft>
              <a:buSzPct val="70000"/>
            </a:pPr>
            <a:endParaRPr lang="en-US" altLang="zh-CN" dirty="0" smtClean="0">
              <a:latin typeface="+mn-lt"/>
              <a:ea typeface="+mj-ea"/>
            </a:endParaRPr>
          </a:p>
          <a:p>
            <a:pPr marL="179705" lvl="1" indent="0" algn="l" eaLnBrk="1" hangingPunct="1">
              <a:lnSpc>
                <a:spcPct val="100000"/>
              </a:lnSpc>
              <a:spcBef>
                <a:spcPct val="20000"/>
              </a:spcBef>
              <a:spcAft>
                <a:spcPct val="10000"/>
              </a:spcAft>
              <a:buSzPct val="70000"/>
            </a:pPr>
            <a:r>
              <a:rPr lang="en-US" altLang="zh-CN" dirty="0" smtClean="0">
                <a:latin typeface="+mn-lt"/>
                <a:ea typeface="+mj-ea"/>
              </a:rPr>
              <a:t>2-28</a:t>
            </a:r>
            <a:r>
              <a:rPr lang="zh-CN" altLang="en-US" dirty="0" smtClean="0">
                <a:latin typeface="+mn-lt"/>
                <a:ea typeface="+mj-ea"/>
              </a:rPr>
              <a:t>、用穷举法找出</a:t>
            </a:r>
            <a:r>
              <a:rPr lang="en-US" altLang="zh-CN" dirty="0" smtClean="0">
                <a:latin typeface="+mn-lt"/>
                <a:ea typeface="+mj-ea"/>
              </a:rPr>
              <a:t>1~100</a:t>
            </a:r>
            <a:r>
              <a:rPr lang="zh-CN" altLang="en-US" dirty="0" smtClean="0">
                <a:latin typeface="+mn-lt"/>
                <a:ea typeface="+mj-ea"/>
              </a:rPr>
              <a:t>的质数并显示出来。分别用</a:t>
            </a:r>
            <a:r>
              <a:rPr lang="en-US" altLang="zh-CN" dirty="0" smtClean="0">
                <a:latin typeface="+mn-lt"/>
                <a:ea typeface="+mj-ea"/>
              </a:rPr>
              <a:t>while</a:t>
            </a:r>
            <a:r>
              <a:rPr lang="zh-CN" altLang="en-US" dirty="0" smtClean="0">
                <a:latin typeface="+mn-lt"/>
                <a:ea typeface="+mj-ea"/>
              </a:rPr>
              <a:t>、</a:t>
            </a:r>
            <a:r>
              <a:rPr lang="en-US" altLang="zh-CN" dirty="0" smtClean="0">
                <a:latin typeface="+mn-lt"/>
                <a:ea typeface="+mj-ea"/>
              </a:rPr>
              <a:t>do…while</a:t>
            </a:r>
            <a:r>
              <a:rPr lang="zh-CN" altLang="en-US" dirty="0">
                <a:latin typeface="+mn-lt"/>
                <a:ea typeface="+mj-ea"/>
              </a:rPr>
              <a:t>、、</a:t>
            </a:r>
            <a:r>
              <a:rPr lang="en-US" altLang="zh-CN" dirty="0">
                <a:latin typeface="+mn-lt"/>
                <a:ea typeface="+mj-ea"/>
              </a:rPr>
              <a:t>for</a:t>
            </a:r>
            <a:r>
              <a:rPr lang="zh-CN" altLang="en-US" dirty="0">
                <a:latin typeface="+mn-lt"/>
                <a:ea typeface="+mj-ea"/>
              </a:rPr>
              <a:t>循环实现。</a:t>
            </a:r>
            <a:endParaRPr lang="en-US" altLang="zh-CN" dirty="0">
              <a:latin typeface="+mn-lt"/>
              <a:ea typeface="+mj-ea"/>
            </a:endParaRPr>
          </a:p>
          <a:p>
            <a:pPr marL="179705" lvl="1" indent="0" algn="l" eaLnBrk="1" hangingPunct="1">
              <a:lnSpc>
                <a:spcPct val="100000"/>
              </a:lnSpc>
              <a:spcBef>
                <a:spcPct val="20000"/>
              </a:spcBef>
              <a:spcAft>
                <a:spcPct val="10000"/>
              </a:spcAft>
              <a:buSzPct val="70000"/>
            </a:pPr>
            <a:endParaRPr lang="en-US" altLang="zh-CN" dirty="0">
              <a:latin typeface="+mn-lt"/>
              <a:ea typeface="+mj-ea"/>
            </a:endParaRPr>
          </a:p>
          <a:p>
            <a:pPr marL="179705" lvl="1" indent="0" algn="l" eaLnBrk="1" hangingPunct="1">
              <a:lnSpc>
                <a:spcPct val="100000"/>
              </a:lnSpc>
              <a:spcBef>
                <a:spcPct val="20000"/>
              </a:spcBef>
              <a:spcAft>
                <a:spcPct val="10000"/>
              </a:spcAft>
              <a:buSzPct val="70000"/>
            </a:pPr>
            <a:r>
              <a:rPr lang="en-US" altLang="zh-CN" dirty="0">
                <a:latin typeface="+mn-lt"/>
                <a:ea typeface="+mj-ea"/>
              </a:rPr>
              <a:t>2-31</a:t>
            </a:r>
            <a:r>
              <a:rPr lang="zh-CN" altLang="en-US" dirty="0">
                <a:latin typeface="+mn-lt"/>
                <a:ea typeface="+mj-ea"/>
              </a:rPr>
              <a:t>、在程序中定义一个整型变量，赋以</a:t>
            </a:r>
            <a:r>
              <a:rPr lang="en-US" altLang="zh-CN" dirty="0">
                <a:latin typeface="+mn-lt"/>
                <a:ea typeface="+mj-ea"/>
              </a:rPr>
              <a:t>1~100</a:t>
            </a:r>
            <a:r>
              <a:rPr lang="zh-CN" altLang="en-US" dirty="0">
                <a:latin typeface="+mn-lt"/>
                <a:ea typeface="+mj-ea"/>
              </a:rPr>
              <a:t>的值，要求用户猜这个数，比较两个数的大小，把结果提示给用户，直到猜对为止。分别用</a:t>
            </a:r>
            <a:r>
              <a:rPr lang="en-US" altLang="zh-CN" dirty="0">
                <a:latin typeface="+mn-lt"/>
                <a:ea typeface="+mj-ea"/>
              </a:rPr>
              <a:t>while</a:t>
            </a:r>
            <a:r>
              <a:rPr lang="zh-CN" altLang="en-US" dirty="0">
                <a:latin typeface="+mn-lt"/>
                <a:ea typeface="+mj-ea"/>
              </a:rPr>
              <a:t>、</a:t>
            </a:r>
            <a:r>
              <a:rPr lang="en-US" altLang="zh-CN" dirty="0">
                <a:latin typeface="+mn-lt"/>
                <a:ea typeface="+mj-ea"/>
              </a:rPr>
              <a:t>do…while</a:t>
            </a:r>
            <a:r>
              <a:rPr lang="zh-CN" altLang="en-US" dirty="0">
                <a:latin typeface="+mn-lt"/>
                <a:ea typeface="+mj-ea"/>
              </a:rPr>
              <a:t>、、</a:t>
            </a:r>
            <a:r>
              <a:rPr lang="en-US" altLang="zh-CN" dirty="0">
                <a:latin typeface="+mn-lt"/>
                <a:ea typeface="+mj-ea"/>
              </a:rPr>
              <a:t>for</a:t>
            </a:r>
            <a:r>
              <a:rPr lang="zh-CN" altLang="en-US" dirty="0">
                <a:latin typeface="+mn-lt"/>
                <a:ea typeface="+mj-ea"/>
              </a:rPr>
              <a:t>循环实现。</a:t>
            </a:r>
            <a:endParaRPr lang="en-US" altLang="zh-CN" dirty="0">
              <a:latin typeface="+mn-lt"/>
              <a:ea typeface="+mj-ea"/>
            </a:endParaRPr>
          </a:p>
          <a:p>
            <a:pPr marL="179705" lvl="1" indent="0" algn="l" eaLnBrk="1" hangingPunct="1">
              <a:lnSpc>
                <a:spcPct val="100000"/>
              </a:lnSpc>
              <a:spcBef>
                <a:spcPct val="20000"/>
              </a:spcBef>
              <a:spcAft>
                <a:spcPct val="10000"/>
              </a:spcAft>
              <a:buSzPct val="70000"/>
            </a:pPr>
            <a:endParaRPr lang="en-US" altLang="zh-CN" sz="3200" dirty="0">
              <a:latin typeface="+mn-lt"/>
              <a:ea typeface="+mj-ea"/>
            </a:endParaRPr>
          </a:p>
        </p:txBody>
      </p:sp>
      <p:sp>
        <p:nvSpPr>
          <p:cNvPr id="65540"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1"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2"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3" name="Rectangle 8"/>
          <p:cNvSpPr>
            <a:spLocks noChangeArrowheads="1"/>
          </p:cNvSpPr>
          <p:nvPr/>
        </p:nvSpPr>
        <p:spPr bwMode="auto">
          <a:xfrm>
            <a:off x="1293018" y="225428"/>
            <a:ext cx="7313613" cy="725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0000"/>
              </a:lnSpc>
              <a:spcBef>
                <a:spcPct val="0"/>
              </a:spcBef>
              <a:buClrTx/>
              <a:buSzTx/>
              <a:buFontTx/>
              <a:buNone/>
            </a:pPr>
            <a:r>
              <a:rPr lang="zh-CN" altLang="en-US" sz="3600" i="1" dirty="0" smtClean="0">
                <a:effectLst>
                  <a:outerShdw blurRad="38100" dist="38100" dir="2700000" algn="tl">
                    <a:srgbClr val="000000"/>
                  </a:outerShdw>
                </a:effectLst>
                <a:ea typeface="隶书" panose="02010509060101010101" pitchFamily="49" charset="-122"/>
                <a:cs typeface="+mj-cs"/>
              </a:rPr>
              <a:t>第</a:t>
            </a:r>
            <a:r>
              <a:rPr lang="en-US" altLang="zh-CN" sz="3600" i="1" dirty="0" smtClean="0">
                <a:effectLst>
                  <a:outerShdw blurRad="38100" dist="38100" dir="2700000" algn="tl">
                    <a:srgbClr val="000000"/>
                  </a:outerShdw>
                </a:effectLst>
                <a:ea typeface="隶书" panose="02010509060101010101" pitchFamily="49" charset="-122"/>
                <a:cs typeface="+mj-cs"/>
              </a:rPr>
              <a:t>2</a:t>
            </a:r>
            <a:r>
              <a:rPr lang="zh-CN" altLang="en-US" sz="3600" i="1" smtClean="0">
                <a:effectLst>
                  <a:outerShdw blurRad="38100" dist="38100" dir="2700000" algn="tl">
                    <a:srgbClr val="000000"/>
                  </a:outerShdw>
                </a:effectLst>
                <a:ea typeface="隶书" panose="02010509060101010101" pitchFamily="49" charset="-122"/>
                <a:cs typeface="+mj-cs"/>
              </a:rPr>
              <a:t>讲  课后练习</a:t>
            </a:r>
            <a:endParaRPr lang="zh-CN" altLang="en-US" sz="3600" i="1" dirty="0">
              <a:solidFill>
                <a:srgbClr val="FFFF00"/>
              </a:solidFill>
              <a:effectLst>
                <a:outerShdw blurRad="38100" dist="38100" dir="2700000" algn="tl">
                  <a:srgbClr val="000000"/>
                </a:outerShdw>
              </a:effectLst>
              <a:ea typeface="隶书" panose="02010509060101010101" pitchFamily="49" charset="-122"/>
              <a:cs typeface="+mj-cs"/>
            </a:endParaRPr>
          </a:p>
        </p:txBody>
      </p:sp>
    </p:spTree>
  </p:cSld>
  <p:clrMapOvr>
    <a:masterClrMapping/>
  </p:clrMapOvr>
  <p:transition/>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39" name="Rectangle 4"/>
          <p:cNvSpPr>
            <a:spLocks noChangeArrowheads="1"/>
          </p:cNvSpPr>
          <p:nvPr/>
        </p:nvSpPr>
        <p:spPr bwMode="auto">
          <a:xfrm>
            <a:off x="827584" y="1281800"/>
            <a:ext cx="7956550" cy="2663428"/>
          </a:xfrm>
          <a:prstGeom prst="rect">
            <a:avLst/>
          </a:prstGeom>
          <a:noFill/>
          <a:ln w="9525" algn="ctr">
            <a:no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655955" indent="-476250" eaLnBrk="0" hangingPunct="0">
              <a:defRPr sz="2000" b="1">
                <a:solidFill>
                  <a:schemeClr val="tx1"/>
                </a:solidFill>
                <a:latin typeface="Times New Roman" panose="02020603050405020304" pitchFamily="18" charset="0"/>
                <a:ea typeface="华文楷体" panose="02010600040101010101" pitchFamily="2" charset="-122"/>
              </a:defRPr>
            </a:lvl2pPr>
            <a:lvl3pPr marL="1333500" indent="-4191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marL="179705" lvl="1" indent="0" algn="l" eaLnBrk="1" hangingPunct="1">
              <a:lnSpc>
                <a:spcPct val="100000"/>
              </a:lnSpc>
              <a:spcBef>
                <a:spcPct val="20000"/>
              </a:spcBef>
              <a:spcAft>
                <a:spcPct val="10000"/>
              </a:spcAft>
              <a:buSzPct val="70000"/>
            </a:pPr>
            <a:r>
              <a:rPr lang="zh-CN" altLang="en-US" sz="3200" dirty="0" smtClean="0">
                <a:latin typeface="+mn-lt"/>
                <a:ea typeface="+mj-ea"/>
              </a:rPr>
              <a:t>作业：</a:t>
            </a:r>
            <a:endParaRPr lang="en-US" altLang="zh-CN" sz="3200" dirty="0" smtClean="0">
              <a:latin typeface="+mn-lt"/>
              <a:ea typeface="+mj-ea"/>
            </a:endParaRPr>
          </a:p>
          <a:p>
            <a:pPr algn="l"/>
            <a:r>
              <a:rPr lang="en-US" altLang="zh-CN" dirty="0"/>
              <a:t>2-27 </a:t>
            </a:r>
            <a:r>
              <a:rPr lang="zh-CN" altLang="zh-CN" dirty="0"/>
              <a:t>编写一个完整的程序，运行时向用户提问“你考试考了多少分？（</a:t>
            </a:r>
            <a:r>
              <a:rPr lang="en-US" altLang="zh-CN" dirty="0"/>
              <a:t>0~100</a:t>
            </a:r>
            <a:r>
              <a:rPr lang="zh-CN" altLang="zh-CN" dirty="0"/>
              <a:t>）”，接收输入后判断其等级显示出来。规则如下：</a:t>
            </a:r>
            <a:endParaRPr lang="zh-CN" altLang="zh-CN" dirty="0"/>
          </a:p>
          <a:p>
            <a:pPr algn="l"/>
            <a:r>
              <a:rPr lang="en-US" altLang="zh-CN" dirty="0"/>
              <a:t>1</a:t>
            </a:r>
            <a:r>
              <a:rPr lang="zh-CN" altLang="zh-CN" dirty="0"/>
              <a:t>）如果高于</a:t>
            </a:r>
            <a:r>
              <a:rPr lang="en-US" altLang="zh-CN" dirty="0"/>
              <a:t>85</a:t>
            </a:r>
            <a:r>
              <a:rPr lang="zh-CN" altLang="zh-CN" dirty="0"/>
              <a:t>分，则输出</a:t>
            </a:r>
            <a:r>
              <a:rPr lang="en-US" altLang="zh-CN" dirty="0"/>
              <a:t>“</a:t>
            </a:r>
            <a:r>
              <a:rPr lang="zh-CN" altLang="zh-CN" dirty="0"/>
              <a:t>优</a:t>
            </a:r>
            <a:r>
              <a:rPr lang="en-US" altLang="zh-CN" dirty="0"/>
              <a:t>”</a:t>
            </a:r>
            <a:r>
              <a:rPr lang="zh-CN" altLang="zh-CN" dirty="0"/>
              <a:t>；</a:t>
            </a:r>
            <a:endParaRPr lang="zh-CN" altLang="zh-CN" dirty="0"/>
          </a:p>
          <a:p>
            <a:pPr algn="l"/>
            <a:r>
              <a:rPr lang="en-US" altLang="zh-CN" dirty="0"/>
              <a:t>2</a:t>
            </a:r>
            <a:r>
              <a:rPr lang="zh-CN" altLang="zh-CN" dirty="0"/>
              <a:t>）如果低于</a:t>
            </a:r>
            <a:r>
              <a:rPr lang="en-US" altLang="zh-CN" dirty="0"/>
              <a:t>85</a:t>
            </a:r>
            <a:r>
              <a:rPr lang="zh-CN" altLang="zh-CN" dirty="0"/>
              <a:t>但高于</a:t>
            </a:r>
            <a:r>
              <a:rPr lang="en-US" altLang="zh-CN" dirty="0"/>
              <a:t>75</a:t>
            </a:r>
            <a:r>
              <a:rPr lang="zh-CN" altLang="zh-CN" dirty="0"/>
              <a:t>，则输出</a:t>
            </a:r>
            <a:r>
              <a:rPr lang="en-US" altLang="zh-CN" dirty="0"/>
              <a:t>“</a:t>
            </a:r>
            <a:r>
              <a:rPr lang="zh-CN" altLang="zh-CN" dirty="0"/>
              <a:t>良</a:t>
            </a:r>
            <a:r>
              <a:rPr lang="en-US" altLang="zh-CN" dirty="0"/>
              <a:t>”</a:t>
            </a:r>
            <a:r>
              <a:rPr lang="zh-CN" altLang="zh-CN" dirty="0"/>
              <a:t>；</a:t>
            </a:r>
            <a:endParaRPr lang="zh-CN" altLang="zh-CN" dirty="0"/>
          </a:p>
          <a:p>
            <a:pPr algn="l"/>
            <a:r>
              <a:rPr lang="en-US" altLang="zh-CN" dirty="0"/>
              <a:t>3</a:t>
            </a:r>
            <a:r>
              <a:rPr lang="zh-CN" altLang="zh-CN" dirty="0"/>
              <a:t>）如果低于</a:t>
            </a:r>
            <a:r>
              <a:rPr lang="en-US" altLang="zh-CN" dirty="0"/>
              <a:t>75</a:t>
            </a:r>
            <a:r>
              <a:rPr lang="zh-CN" altLang="zh-CN" dirty="0"/>
              <a:t>但高于</a:t>
            </a:r>
            <a:r>
              <a:rPr lang="en-US" altLang="zh-CN" dirty="0"/>
              <a:t>60</a:t>
            </a:r>
            <a:r>
              <a:rPr lang="zh-CN" altLang="zh-CN" dirty="0"/>
              <a:t>，则输出</a:t>
            </a:r>
            <a:r>
              <a:rPr lang="en-US" altLang="zh-CN" dirty="0"/>
              <a:t>“</a:t>
            </a:r>
            <a:r>
              <a:rPr lang="zh-CN" altLang="zh-CN" dirty="0"/>
              <a:t>中</a:t>
            </a:r>
            <a:r>
              <a:rPr lang="en-US" altLang="zh-CN" dirty="0"/>
              <a:t>”</a:t>
            </a:r>
            <a:r>
              <a:rPr lang="zh-CN" altLang="zh-CN" dirty="0"/>
              <a:t>；</a:t>
            </a:r>
            <a:endParaRPr lang="zh-CN" altLang="zh-CN" dirty="0"/>
          </a:p>
          <a:p>
            <a:pPr algn="l"/>
            <a:r>
              <a:rPr lang="en-US" altLang="zh-CN" dirty="0"/>
              <a:t>4</a:t>
            </a:r>
            <a:r>
              <a:rPr lang="zh-CN" altLang="zh-CN" dirty="0"/>
              <a:t>）如果低于</a:t>
            </a:r>
            <a:r>
              <a:rPr lang="en-US" altLang="zh-CN" dirty="0"/>
              <a:t>60</a:t>
            </a:r>
            <a:r>
              <a:rPr lang="zh-CN" altLang="zh-CN" dirty="0"/>
              <a:t>分，则输出</a:t>
            </a:r>
            <a:r>
              <a:rPr lang="en-US" altLang="zh-CN" dirty="0"/>
              <a:t>“</a:t>
            </a:r>
            <a:r>
              <a:rPr lang="zh-CN" altLang="zh-CN" dirty="0"/>
              <a:t>差</a:t>
            </a:r>
            <a:r>
              <a:rPr lang="en-US" altLang="zh-CN" dirty="0"/>
              <a:t>”</a:t>
            </a:r>
            <a:r>
              <a:rPr lang="zh-CN" altLang="zh-CN" dirty="0"/>
              <a:t>。</a:t>
            </a:r>
            <a:endParaRPr lang="zh-CN" altLang="zh-CN" dirty="0"/>
          </a:p>
          <a:p>
            <a:pPr marL="179705" lvl="1" indent="0" algn="l" eaLnBrk="1" hangingPunct="1">
              <a:lnSpc>
                <a:spcPct val="100000"/>
              </a:lnSpc>
              <a:spcBef>
                <a:spcPct val="20000"/>
              </a:spcBef>
              <a:spcAft>
                <a:spcPct val="10000"/>
              </a:spcAft>
              <a:buSzPct val="70000"/>
            </a:pPr>
            <a:endParaRPr lang="en-US" altLang="zh-CN" sz="3200" dirty="0">
              <a:latin typeface="+mn-lt"/>
              <a:ea typeface="+mj-ea"/>
            </a:endParaRPr>
          </a:p>
        </p:txBody>
      </p:sp>
      <p:sp>
        <p:nvSpPr>
          <p:cNvPr id="65540"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1"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2"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3" name="Rectangle 8"/>
          <p:cNvSpPr>
            <a:spLocks noChangeArrowheads="1"/>
          </p:cNvSpPr>
          <p:nvPr/>
        </p:nvSpPr>
        <p:spPr bwMode="auto">
          <a:xfrm>
            <a:off x="1293018" y="225428"/>
            <a:ext cx="7313613" cy="725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0000"/>
              </a:lnSpc>
              <a:spcBef>
                <a:spcPct val="0"/>
              </a:spcBef>
              <a:buClrTx/>
              <a:buSzTx/>
              <a:buFontTx/>
              <a:buNone/>
            </a:pPr>
            <a:r>
              <a:rPr lang="zh-CN" altLang="en-US" sz="3600" i="1" dirty="0" smtClean="0">
                <a:effectLst>
                  <a:outerShdw blurRad="38100" dist="38100" dir="2700000" algn="tl">
                    <a:srgbClr val="000000"/>
                  </a:outerShdw>
                </a:effectLst>
                <a:ea typeface="隶书" panose="02010509060101010101" pitchFamily="49" charset="-122"/>
                <a:cs typeface="+mj-cs"/>
              </a:rPr>
              <a:t>第</a:t>
            </a:r>
            <a:r>
              <a:rPr lang="en-US" altLang="zh-CN" sz="3600" i="1" dirty="0" smtClean="0">
                <a:effectLst>
                  <a:outerShdw blurRad="38100" dist="38100" dir="2700000" algn="tl">
                    <a:srgbClr val="000000"/>
                  </a:outerShdw>
                </a:effectLst>
                <a:ea typeface="隶书" panose="02010509060101010101" pitchFamily="49" charset="-122"/>
                <a:cs typeface="+mj-cs"/>
              </a:rPr>
              <a:t>2</a:t>
            </a:r>
            <a:r>
              <a:rPr lang="zh-CN" altLang="en-US" sz="3600" i="1" smtClean="0">
                <a:effectLst>
                  <a:outerShdw blurRad="38100" dist="38100" dir="2700000" algn="tl">
                    <a:srgbClr val="000000"/>
                  </a:outerShdw>
                </a:effectLst>
                <a:ea typeface="隶书" panose="02010509060101010101" pitchFamily="49" charset="-122"/>
                <a:cs typeface="+mj-cs"/>
              </a:rPr>
              <a:t>讲  课后练习</a:t>
            </a:r>
            <a:endParaRPr lang="zh-CN" altLang="en-US" sz="3600" i="1" dirty="0">
              <a:solidFill>
                <a:srgbClr val="FFFF00"/>
              </a:solidFill>
              <a:effectLst>
                <a:outerShdw blurRad="38100" dist="38100" dir="2700000" algn="tl">
                  <a:srgbClr val="000000"/>
                </a:outerShdw>
              </a:effectLst>
              <a:ea typeface="隶书" panose="02010509060101010101" pitchFamily="49" charset="-122"/>
              <a:cs typeface="+mj-cs"/>
            </a:endParaRPr>
          </a:p>
        </p:txBody>
      </p:sp>
    </p:spTree>
  </p:cSld>
  <p:clrMapOvr>
    <a:masterClrMapping/>
  </p:clrMapOvr>
  <p:transition/>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6" name="WordArt 2"/>
          <p:cNvSpPr>
            <a:spLocks noChangeArrowheads="1" noChangeShapeType="1" noTextEdit="1"/>
          </p:cNvSpPr>
          <p:nvPr/>
        </p:nvSpPr>
        <p:spPr bwMode="auto">
          <a:xfrm>
            <a:off x="4644008" y="5181600"/>
            <a:ext cx="3966592" cy="838200"/>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r>
              <a:rPr lang="zh-CN" altLang="en-US" sz="3600" kern="10" dirty="0" smtClean="0">
                <a:gradFill rotWithShape="0">
                  <a:gsLst>
                    <a:gs pos="0">
                      <a:srgbClr val="FFFF00"/>
                    </a:gs>
                    <a:gs pos="100000">
                      <a:srgbClr val="FF9933"/>
                    </a:gs>
                  </a:gsLst>
                  <a:path path="rect">
                    <a:fillToRect l="50000" t="50000" r="50000" b="50000"/>
                  </a:path>
                </a:gradFill>
                <a:effectLst>
                  <a:outerShdw dist="35921" dir="2700000" algn="ctr" rotWithShape="0">
                    <a:srgbClr val="C0C0C0"/>
                  </a:outerShdw>
                </a:effectLst>
                <a:latin typeface="华文彩云" panose="02010800040101010101" pitchFamily="2" charset="-122"/>
                <a:ea typeface="华文彩云" panose="02010800040101010101" pitchFamily="2" charset="-122"/>
              </a:rPr>
              <a:t>有问题吗？</a:t>
            </a:r>
            <a:endParaRPr lang="zh-CN" altLang="en-US" sz="3600" kern="10" dirty="0">
              <a:gradFill rotWithShape="0">
                <a:gsLst>
                  <a:gs pos="0">
                    <a:srgbClr val="FFFF00"/>
                  </a:gs>
                  <a:gs pos="100000">
                    <a:srgbClr val="FF9933"/>
                  </a:gs>
                </a:gsLst>
                <a:path path="rect">
                  <a:fillToRect l="50000" t="50000" r="50000" b="50000"/>
                </a:path>
              </a:gradFill>
              <a:effectLst>
                <a:outerShdw dist="35921" dir="2700000" algn="ctr" rotWithShape="0">
                  <a:srgbClr val="C0C0C0"/>
                </a:outerShdw>
              </a:effectLst>
              <a:latin typeface="华文彩云" panose="02010800040101010101" pitchFamily="2" charset="-122"/>
              <a:ea typeface="华文彩云" panose="02010800040101010101" pitchFamily="2" charset="-122"/>
            </a:endParaRPr>
          </a:p>
        </p:txBody>
      </p:sp>
      <p:pic>
        <p:nvPicPr>
          <p:cNvPr id="635907" name="Picture 3"/>
          <p:cNvPicPr>
            <a:picLocks noChangeAspect="1" noChangeArrowheads="1"/>
          </p:cNvPicPr>
          <p:nvPr/>
        </p:nvPicPr>
        <p:blipFill>
          <a:blip r:embed="rId1" cstate="print">
            <a:clrChange>
              <a:clrFrom>
                <a:srgbClr val="FFFFFF"/>
              </a:clrFrom>
              <a:clrTo>
                <a:srgbClr val="FFFFFF">
                  <a:alpha val="0"/>
                </a:srgbClr>
              </a:clrTo>
            </a:clrChange>
            <a:biLevel thresh="50000"/>
            <a:grayscl/>
            <a:lum contrast="70000"/>
            <a:extLst>
              <a:ext uri="{28A0092B-C50C-407E-A947-70E740481C1C}">
                <a14:useLocalDpi xmlns:a14="http://schemas.microsoft.com/office/drawing/2010/main" val="0"/>
              </a:ext>
            </a:extLst>
          </a:blip>
          <a:srcRect/>
          <a:stretch>
            <a:fillRect/>
          </a:stretch>
        </p:blipFill>
        <p:spPr bwMode="auto">
          <a:xfrm>
            <a:off x="3505200" y="3048000"/>
            <a:ext cx="1828800" cy="1143000"/>
          </a:xfrm>
          <a:prstGeom prst="rect">
            <a:avLst/>
          </a:prstGeom>
          <a:noFill/>
          <a:effectLst>
            <a:prstShdw prst="shdw17">
              <a:srgbClr val="FFFFFF">
                <a:gamma/>
                <a:shade val="60000"/>
                <a:invGamma/>
              </a:srgbClr>
            </a:prstShdw>
          </a:effectLst>
          <a:extLst>
            <a:ext uri="{909E8E84-426E-40DD-AFC4-6F175D3DCCD1}">
              <a14:hiddenFill xmlns:a14="http://schemas.microsoft.com/office/drawing/2010/main">
                <a:solidFill>
                  <a:srgbClr val="FFFFFF"/>
                </a:solidFill>
              </a14:hiddenFill>
            </a:ext>
          </a:extLst>
        </p:spPr>
      </p:pic>
      <p:sp>
        <p:nvSpPr>
          <p:cNvPr id="635908" name="Text Box 4"/>
          <p:cNvSpPr txBox="1">
            <a:spLocks noChangeArrowheads="1"/>
          </p:cNvSpPr>
          <p:nvPr/>
        </p:nvSpPr>
        <p:spPr bwMode="auto">
          <a:xfrm>
            <a:off x="539552" y="1196752"/>
            <a:ext cx="8153400" cy="1142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dist">
              <a:lnSpc>
                <a:spcPct val="75000"/>
              </a:lnSpc>
              <a:spcBef>
                <a:spcPct val="50000"/>
              </a:spcBef>
            </a:pPr>
            <a:r>
              <a:rPr lang="zh-CN" altLang="en-US" sz="8800" dirty="0">
                <a:latin typeface="华文彩云" panose="02010800040101010101" pitchFamily="2" charset="-122"/>
                <a:ea typeface="华文彩云" panose="02010800040101010101" pitchFamily="2" charset="-122"/>
              </a:rPr>
              <a:t>本讲结束</a:t>
            </a:r>
            <a:endParaRPr lang="zh-CN" altLang="en-US" sz="8800" dirty="0">
              <a:ea typeface="华文行楷"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grpId="0" nodeType="afterEffect">
                                  <p:stCondLst>
                                    <p:cond delay="0"/>
                                  </p:stCondLst>
                                  <p:childTnLst>
                                    <p:set>
                                      <p:cBhvr>
                                        <p:cTn id="6" dur="1" fill="hold">
                                          <p:stCondLst>
                                            <p:cond delay="0"/>
                                          </p:stCondLst>
                                        </p:cTn>
                                        <p:tgtEl>
                                          <p:spTgt spid="635906"/>
                                        </p:tgtEl>
                                        <p:attrNameLst>
                                          <p:attrName>style.visibility</p:attrName>
                                        </p:attrNameLst>
                                      </p:cBhvr>
                                      <p:to>
                                        <p:strVal val="visible"/>
                                      </p:to>
                                    </p:set>
                                    <p:anim calcmode="lin" valueType="num">
                                      <p:cBhvr>
                                        <p:cTn id="7" dur="500" fill="hold"/>
                                        <p:tgtEl>
                                          <p:spTgt spid="635906"/>
                                        </p:tgtEl>
                                        <p:attrNameLst>
                                          <p:attrName>ppt_w</p:attrName>
                                        </p:attrNameLst>
                                      </p:cBhvr>
                                      <p:tavLst>
                                        <p:tav tm="0">
                                          <p:val>
                                            <p:fltVal val="0"/>
                                          </p:val>
                                        </p:tav>
                                        <p:tav tm="100000">
                                          <p:val>
                                            <p:strVal val="#ppt_w"/>
                                          </p:val>
                                        </p:tav>
                                      </p:tavLst>
                                    </p:anim>
                                    <p:anim calcmode="lin" valueType="num">
                                      <p:cBhvr>
                                        <p:cTn id="8" dur="500" fill="hold"/>
                                        <p:tgtEl>
                                          <p:spTgt spid="635906"/>
                                        </p:tgtEl>
                                        <p:attrNameLst>
                                          <p:attrName>ppt_h</p:attrName>
                                        </p:attrNameLst>
                                      </p:cBhvr>
                                      <p:tavLst>
                                        <p:tav tm="0">
                                          <p:val>
                                            <p:fltVal val="0"/>
                                          </p:val>
                                        </p:tav>
                                        <p:tav tm="100000">
                                          <p:val>
                                            <p:strVal val="#ppt_h"/>
                                          </p:val>
                                        </p:tav>
                                      </p:tavLst>
                                    </p:anim>
                                    <p:anim calcmode="lin" valueType="num">
                                      <p:cBhvr>
                                        <p:cTn id="9" dur="500" fill="hold"/>
                                        <p:tgtEl>
                                          <p:spTgt spid="635906"/>
                                        </p:tgtEl>
                                        <p:attrNameLst>
                                          <p:attrName>ppt_x</p:attrName>
                                        </p:attrNameLst>
                                      </p:cBhvr>
                                      <p:tavLst>
                                        <p:tav tm="0">
                                          <p:val>
                                            <p:fltVal val="0.5"/>
                                          </p:val>
                                        </p:tav>
                                        <p:tav tm="100000">
                                          <p:val>
                                            <p:strVal val="#ppt_x"/>
                                          </p:val>
                                        </p:tav>
                                      </p:tavLst>
                                    </p:anim>
                                    <p:anim calcmode="lin" valueType="num">
                                      <p:cBhvr>
                                        <p:cTn id="10" dur="500" fill="hold"/>
                                        <p:tgtEl>
                                          <p:spTgt spid="63590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906" grpId="0" animBg="1"/>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UNIT_TABLE_BEAUTIFY" val="smartTable{a712996c-be8f-43da-a6d3-a268b6debf0c}"/>
</p:tagLst>
</file>

<file path=ppt/tags/tag4.xml><?xml version="1.0" encoding="utf-8"?>
<p:tagLst xmlns:p="http://schemas.openxmlformats.org/presentationml/2006/main">
  <p:tag name="KSO_WPP_MARK_KEY" val="a27ea6a7-0040-4f6d-a32f-29d9080e5ed2"/>
  <p:tag name="COMMONDATA" val="eyJoZGlkIjoiYjE5NTMxMzVkMjIwM2E5N2RhNTBjOGFiMGNlN2E4NzUifQ=="/>
</p:tagLst>
</file>

<file path=ppt/theme/theme1.xml><?xml version="1.0" encoding="utf-8"?>
<a:theme xmlns:a="http://schemas.openxmlformats.org/drawingml/2006/main" name="Blank Presentation">
  <a:themeElements>
    <a:clrScheme name="Blank Presentation 1">
      <a:dk1>
        <a:srgbClr val="2A004E"/>
      </a:dk1>
      <a:lt1>
        <a:srgbClr val="FFFFFF"/>
      </a:lt1>
      <a:dk2>
        <a:srgbClr val="500093"/>
      </a:dk2>
      <a:lt2>
        <a:srgbClr val="00CCCC"/>
      </a:lt2>
      <a:accent1>
        <a:srgbClr val="D60093"/>
      </a:accent1>
      <a:accent2>
        <a:srgbClr val="0000FF"/>
      </a:accent2>
      <a:accent3>
        <a:srgbClr val="B3AAC8"/>
      </a:accent3>
      <a:accent4>
        <a:srgbClr val="DADADA"/>
      </a:accent4>
      <a:accent5>
        <a:srgbClr val="E8AAC8"/>
      </a:accent5>
      <a:accent6>
        <a:srgbClr val="0000E7"/>
      </a:accent6>
      <a:hlink>
        <a:srgbClr val="FFFF00"/>
      </a:hlink>
      <a:folHlink>
        <a:srgbClr val="7500D7"/>
      </a:folHlink>
    </a:clrScheme>
    <a:fontScheme name="Blank Presentation">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36000" tIns="0" rIns="36000" bIns="0" numCol="1" anchor="ctr" anchorCtr="1"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36000" tIns="0" rIns="36000" bIns="0" numCol="1" anchor="ctr" anchorCtr="1"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defRPr>
        </a:defPPr>
      </a:lstStyle>
    </a:lnDef>
  </a:objectDefaults>
  <a:extraClrSchemeLst>
    <a:extraClrScheme>
      <a:clrScheme name="Blank Presentation 1">
        <a:dk1>
          <a:srgbClr val="2A004E"/>
        </a:dk1>
        <a:lt1>
          <a:srgbClr val="FFFFFF"/>
        </a:lt1>
        <a:dk2>
          <a:srgbClr val="500093"/>
        </a:dk2>
        <a:lt2>
          <a:srgbClr val="00CCCC"/>
        </a:lt2>
        <a:accent1>
          <a:srgbClr val="D60093"/>
        </a:accent1>
        <a:accent2>
          <a:srgbClr val="0000FF"/>
        </a:accent2>
        <a:accent3>
          <a:srgbClr val="B3AAC8"/>
        </a:accent3>
        <a:accent4>
          <a:srgbClr val="DADADA"/>
        </a:accent4>
        <a:accent5>
          <a:srgbClr val="E8AAC8"/>
        </a:accent5>
        <a:accent6>
          <a:srgbClr val="0000E7"/>
        </a:accent6>
        <a:hlink>
          <a:srgbClr val="FFFF00"/>
        </a:hlink>
        <a:folHlink>
          <a:srgbClr val="7500D7"/>
        </a:folHlink>
      </a:clrScheme>
      <a:clrMap bg1="dk2" tx1="lt1" bg2="dk1" tx2="lt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CCECFF"/>
        </a:lt2>
        <a:accent1>
          <a:srgbClr val="CC99FF"/>
        </a:accent1>
        <a:accent2>
          <a:srgbClr val="3366FF"/>
        </a:accent2>
        <a:accent3>
          <a:srgbClr val="FFFFFF"/>
        </a:accent3>
        <a:accent4>
          <a:srgbClr val="000000"/>
        </a:accent4>
        <a:accent5>
          <a:srgbClr val="E2CAFF"/>
        </a:accent5>
        <a:accent6>
          <a:srgbClr val="2D5CE7"/>
        </a:accent6>
        <a:hlink>
          <a:srgbClr val="00CCFF"/>
        </a:hlink>
        <a:folHlink>
          <a:srgbClr val="99CCFF"/>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969696"/>
        </a:lt2>
        <a:accent1>
          <a:srgbClr val="777777"/>
        </a:accent1>
        <a:accent2>
          <a:srgbClr val="CBCBCB"/>
        </a:accent2>
        <a:accent3>
          <a:srgbClr val="FFFFFF"/>
        </a:accent3>
        <a:accent4>
          <a:srgbClr val="000000"/>
        </a:accent4>
        <a:accent5>
          <a:srgbClr val="BDBDBD"/>
        </a:accent5>
        <a:accent6>
          <a:srgbClr val="B8B8B8"/>
        </a:accent6>
        <a:hlink>
          <a:srgbClr val="4D4D4D"/>
        </a:hlink>
        <a:folHlink>
          <a:srgbClr val="DDDDDD"/>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00CCCC"/>
        </a:lt1>
        <a:dk2>
          <a:srgbClr val="FFFFCC"/>
        </a:dk2>
        <a:lt2>
          <a:srgbClr val="009999"/>
        </a:lt2>
        <a:accent1>
          <a:srgbClr val="CC99FF"/>
        </a:accent1>
        <a:accent2>
          <a:srgbClr val="3366FF"/>
        </a:accent2>
        <a:accent3>
          <a:srgbClr val="AAE2E2"/>
        </a:accent3>
        <a:accent4>
          <a:srgbClr val="000000"/>
        </a:accent4>
        <a:accent5>
          <a:srgbClr val="E2CAFF"/>
        </a:accent5>
        <a:accent6>
          <a:srgbClr val="2D5CE7"/>
        </a:accent6>
        <a:hlink>
          <a:srgbClr val="00CCFF"/>
        </a:hlink>
        <a:folHlink>
          <a:srgbClr val="00FFCC"/>
        </a:folHlink>
      </a:clrScheme>
      <a:clrMap bg1="lt1" tx1="dk1" bg2="lt2" tx2="dk2" accent1="accent1" accent2="accent2" accent3="accent3" accent4="accent4" accent5="accent5" accent6="accent6" hlink="hlink" folHlink="folHlink"/>
    </a:extraClrScheme>
    <a:extraClrScheme>
      <a:clrScheme name="Blank Presentation 5">
        <a:dk1>
          <a:srgbClr val="003300"/>
        </a:dk1>
        <a:lt1>
          <a:srgbClr val="FFFFFF"/>
        </a:lt1>
        <a:dk2>
          <a:srgbClr val="669900"/>
        </a:dk2>
        <a:lt2>
          <a:srgbClr val="FFCC66"/>
        </a:lt2>
        <a:accent1>
          <a:srgbClr val="990033"/>
        </a:accent1>
        <a:accent2>
          <a:srgbClr val="FF9933"/>
        </a:accent2>
        <a:accent3>
          <a:srgbClr val="B8CAAA"/>
        </a:accent3>
        <a:accent4>
          <a:srgbClr val="DADADA"/>
        </a:accent4>
        <a:accent5>
          <a:srgbClr val="CAAAAD"/>
        </a:accent5>
        <a:accent6>
          <a:srgbClr val="E78A2D"/>
        </a:accent6>
        <a:hlink>
          <a:srgbClr val="CCCC00"/>
        </a:hlink>
        <a:folHlink>
          <a:srgbClr val="009900"/>
        </a:folHlink>
      </a:clrScheme>
      <a:clrMap bg1="dk2" tx1="lt1" bg2="dk1" tx2="lt2" accent1="accent1" accent2="accent2" accent3="accent3" accent4="accent4" accent5="accent5" accent6="accent6" hlink="hlink" folHlink="folHlink"/>
    </a:extraClrScheme>
    <a:extraClrScheme>
      <a:clrScheme name="Blank Presentation 6">
        <a:dk1>
          <a:srgbClr val="663300"/>
        </a:dk1>
        <a:lt1>
          <a:srgbClr val="FFFFFF"/>
        </a:lt1>
        <a:dk2>
          <a:srgbClr val="CC6600"/>
        </a:dk2>
        <a:lt2>
          <a:srgbClr val="FFCC00"/>
        </a:lt2>
        <a:accent1>
          <a:srgbClr val="990033"/>
        </a:accent1>
        <a:accent2>
          <a:srgbClr val="FF0033"/>
        </a:accent2>
        <a:accent3>
          <a:srgbClr val="E2B8AA"/>
        </a:accent3>
        <a:accent4>
          <a:srgbClr val="DADADA"/>
        </a:accent4>
        <a:accent5>
          <a:srgbClr val="CAAAAD"/>
        </a:accent5>
        <a:accent6>
          <a:srgbClr val="E7002D"/>
        </a:accent6>
        <a:hlink>
          <a:srgbClr val="CCCC00"/>
        </a:hlink>
        <a:folHlink>
          <a:srgbClr val="FF9900"/>
        </a:folHlink>
      </a:clrScheme>
      <a:clrMap bg1="dk2" tx1="lt1" bg2="dk1" tx2="lt2" accent1="accent1" accent2="accent2" accent3="accent3" accent4="accent4" accent5="accent5" accent6="accent6" hlink="hlink" folHlink="folHlink"/>
    </a:extraClrScheme>
    <a:extraClrScheme>
      <a:clrScheme name="Blank Presentation 7">
        <a:dk1>
          <a:srgbClr val="660033"/>
        </a:dk1>
        <a:lt1>
          <a:srgbClr val="FFFFFF"/>
        </a:lt1>
        <a:dk2>
          <a:srgbClr val="990066"/>
        </a:dk2>
        <a:lt2>
          <a:srgbClr val="FFFF66"/>
        </a:lt2>
        <a:accent1>
          <a:srgbClr val="9933FF"/>
        </a:accent1>
        <a:accent2>
          <a:srgbClr val="00CCCC"/>
        </a:accent2>
        <a:accent3>
          <a:srgbClr val="CAAAB8"/>
        </a:accent3>
        <a:accent4>
          <a:srgbClr val="DADADA"/>
        </a:accent4>
        <a:accent5>
          <a:srgbClr val="CAADFF"/>
        </a:accent5>
        <a:accent6>
          <a:srgbClr val="00B9B9"/>
        </a:accent6>
        <a:hlink>
          <a:srgbClr val="CC66FF"/>
        </a:hlink>
        <a:folHlink>
          <a:srgbClr val="D6009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38753</Words>
  <Application>WPS 演示</Application>
  <PresentationFormat>全屏显示(4:3)</PresentationFormat>
  <Paragraphs>2932</Paragraphs>
  <Slides>184</Slides>
  <Notes>23</Notes>
  <HiddenSlides>0</HiddenSlides>
  <MMClips>0</MMClips>
  <ScaleCrop>false</ScaleCrop>
  <HeadingPairs>
    <vt:vector size="8" baseType="variant">
      <vt:variant>
        <vt:lpstr>已用的字体</vt:lpstr>
      </vt:variant>
      <vt:variant>
        <vt:i4>30</vt:i4>
      </vt:variant>
      <vt:variant>
        <vt:lpstr>主题</vt:lpstr>
      </vt:variant>
      <vt:variant>
        <vt:i4>1</vt:i4>
      </vt:variant>
      <vt:variant>
        <vt:lpstr>嵌入 OLE 服务器</vt:lpstr>
      </vt:variant>
      <vt:variant>
        <vt:i4>1</vt:i4>
      </vt:variant>
      <vt:variant>
        <vt:lpstr>幻灯片标题</vt:lpstr>
      </vt:variant>
      <vt:variant>
        <vt:i4>184</vt:i4>
      </vt:variant>
    </vt:vector>
  </HeadingPairs>
  <TitlesOfParts>
    <vt:vector size="216" baseType="lpstr">
      <vt:lpstr>Arial</vt:lpstr>
      <vt:lpstr>宋体</vt:lpstr>
      <vt:lpstr>Wingdings</vt:lpstr>
      <vt:lpstr>Times New Roman</vt:lpstr>
      <vt:lpstr>幼圆</vt:lpstr>
      <vt:lpstr>隶书</vt:lpstr>
      <vt:lpstr>Monotype Sorts</vt:lpstr>
      <vt:lpstr>Wingdings</vt:lpstr>
      <vt:lpstr>Book Antiqua</vt:lpstr>
      <vt:lpstr>黑体</vt:lpstr>
      <vt:lpstr>微软雅黑</vt:lpstr>
      <vt:lpstr>方正舒体</vt:lpstr>
      <vt:lpstr>华文新魏</vt:lpstr>
      <vt:lpstr>Cambria Math</vt:lpstr>
      <vt:lpstr>华文琥珀</vt:lpstr>
      <vt:lpstr>Verdana</vt:lpstr>
      <vt:lpstr>华文楷体</vt:lpstr>
      <vt:lpstr>华文中宋</vt:lpstr>
      <vt:lpstr>华文彩云</vt:lpstr>
      <vt:lpstr>华文行楷</vt:lpstr>
      <vt:lpstr>Arial Unicode MS</vt:lpstr>
      <vt:lpstr>Times New Roman</vt:lpstr>
      <vt:lpstr>Rockwell Extra Bold</vt:lpstr>
      <vt:lpstr>Segoe Print</vt:lpstr>
      <vt:lpstr>Georgia</vt:lpstr>
      <vt:lpstr>楷体_GB2312</vt:lpstr>
      <vt:lpstr>新宋体</vt:lpstr>
      <vt:lpstr>宋体-18030</vt:lpstr>
      <vt:lpstr>Georgia</vt:lpstr>
      <vt:lpstr>Symbol</vt:lpstr>
      <vt:lpstr>Blank Presentation</vt:lpstr>
      <vt:lpstr>Word.Document.8</vt:lpstr>
      <vt:lpstr>武汉大学《程序设计D》</vt:lpstr>
      <vt:lpstr>从高中走来、CS的门口                  ——进入计算机科学的美境</vt:lpstr>
      <vt:lpstr>理想&amp;机器的现实：数与编码                  ——冯诺依曼计算机之怪异</vt:lpstr>
      <vt:lpstr>CS的大门被打开 也许是魔瓶、。。。 走下去</vt:lpstr>
      <vt:lpstr>PowerPoint 演示文稿</vt:lpstr>
      <vt:lpstr>PowerPoint 演示文稿</vt:lpstr>
      <vt:lpstr>C++语言概述</vt:lpstr>
      <vt:lpstr>2.1.0    常用面向对象语言</vt:lpstr>
      <vt:lpstr>语言是交往的产物、工具</vt:lpstr>
      <vt:lpstr>PowerPoint 演示文稿</vt:lpstr>
      <vt:lpstr>PowerPoint 演示文稿</vt:lpstr>
      <vt:lpstr>PowerPoint 演示文稿</vt:lpstr>
      <vt:lpstr>PowerPoint 演示文稿</vt:lpstr>
      <vt:lpstr>PowerPoint 演示文稿</vt:lpstr>
      <vt:lpstr>PowerPoint 演示文稿</vt:lpstr>
      <vt:lpstr>2.1.2    C++语言特点</vt:lpstr>
      <vt:lpstr>2.1.2    C++语言特点</vt:lpstr>
      <vt:lpstr>PowerPoint 演示文稿</vt:lpstr>
      <vt:lpstr>2.1.3 C++程序实例 — 例2-1</vt:lpstr>
      <vt:lpstr>2.1.3 C++程序实例 </vt:lpstr>
      <vt:lpstr>2.1.3 C++程序实例 —— 注释</vt:lpstr>
      <vt:lpstr>2.1.3 C++程序实例 — 例2-1</vt:lpstr>
      <vt:lpstr>2.1.3 C++程序实例 — 例2-1</vt:lpstr>
      <vt:lpstr>2.1.3 C++程序实例 ）</vt:lpstr>
      <vt:lpstr>PowerPoint 演示文稿</vt:lpstr>
      <vt:lpstr>2.1.4、字符集</vt:lpstr>
      <vt:lpstr>2.1.4、字符集——词法记号</vt:lpstr>
      <vt:lpstr>2.1.4、字符集—— 标识符</vt:lpstr>
      <vt:lpstr>2.1.4、字符集—— 标识符</vt:lpstr>
      <vt:lpstr>2.1.4、字符集—— 关键字、文字</vt:lpstr>
      <vt:lpstr>2.1.4、字符集——操作符、分隔符</vt:lpstr>
      <vt:lpstr>2.1.4、字符集——空白</vt:lpstr>
      <vt:lpstr>PowerPoint 演示文稿</vt:lpstr>
      <vt:lpstr>数据的表达        基本类型&amp;表达式</vt:lpstr>
      <vt:lpstr>程序设计为什么需要数据类型？</vt:lpstr>
      <vt:lpstr>C++数据类型概述</vt:lpstr>
      <vt:lpstr>C++数据类型概述</vt:lpstr>
      <vt:lpstr>2.2.1 基本数据类型</vt:lpstr>
      <vt:lpstr>2.2.1 基本数据类型</vt:lpstr>
      <vt:lpstr>PowerPoint 演示文稿</vt:lpstr>
      <vt:lpstr>2.2.1 基本数据类型</vt:lpstr>
      <vt:lpstr>2.2.1 基本数据类型</vt:lpstr>
      <vt:lpstr>2.2.1 基本数据类型</vt:lpstr>
      <vt:lpstr>2.2.1 基本数据类型</vt:lpstr>
      <vt:lpstr>2.2.1 基本数据类型</vt:lpstr>
      <vt:lpstr>PowerPoint 演示文稿</vt:lpstr>
      <vt:lpstr>2.2.2 常量：整型常量（表示方法）</vt:lpstr>
      <vt:lpstr>2.2.2 常量：整型常量（数据类型）</vt:lpstr>
      <vt:lpstr>2.2.2  常量：浮点型常量（表示方法）</vt:lpstr>
      <vt:lpstr>2.2.2 常量：浮点型常量（数据类型）</vt:lpstr>
      <vt:lpstr>2.2.2 常量：字符型常量</vt:lpstr>
      <vt:lpstr>ASCII字符表</vt:lpstr>
      <vt:lpstr>2.2.2 常量：字符串常量</vt:lpstr>
      <vt:lpstr>C风格字符串常量</vt:lpstr>
      <vt:lpstr>2.2.2 常量：布尔常量</vt:lpstr>
      <vt:lpstr>PowerPoint 演示文稿</vt:lpstr>
      <vt:lpstr>2.2.3 变量：变量的定义形式</vt:lpstr>
      <vt:lpstr>2.2.3 变量：变量的定义位置</vt:lpstr>
      <vt:lpstr>2.2.3 变量：变量的初始化</vt:lpstr>
      <vt:lpstr>2.2.3 变量：变量的初始化</vt:lpstr>
      <vt:lpstr>2.2.3 变量：变量的初始化</vt:lpstr>
      <vt:lpstr>2.2.3 变量：变量的初始化</vt:lpstr>
      <vt:lpstr>2.2.3 变量：限定词</vt:lpstr>
      <vt:lpstr>2.2.3 变量：赋值及左值和右值</vt:lpstr>
      <vt:lpstr>2.2.3 变量：变量的存储类别</vt:lpstr>
      <vt:lpstr>2.2.3 变量：变量的存储类别</vt:lpstr>
      <vt:lpstr>2.2.4 符号常量</vt:lpstr>
      <vt:lpstr>2.2.5 constexpr与常量表达式</vt:lpstr>
      <vt:lpstr>2.2.6、运算符和表达式： 表达式的基本特征</vt:lpstr>
      <vt:lpstr>2.2.6、运算符和表达式： 运算符和算元</vt:lpstr>
      <vt:lpstr>2.2.6 运算符&amp;表达式：优先级别</vt:lpstr>
      <vt:lpstr>2.2.6、运算符和表达式： C++语言中的运算符</vt:lpstr>
      <vt:lpstr>2.2.6、运算符和表达式： C++语言中的运算符</vt:lpstr>
      <vt:lpstr>2.2.6、运算符和表达式：算术运算符</vt:lpstr>
      <vt:lpstr>2.2.6、运算符和表达式：算术运算符——增量、减量运算符</vt:lpstr>
      <vt:lpstr>2.2.6、运算符和表达式：算术运算符——增量、减量运算符</vt:lpstr>
      <vt:lpstr>2.2.6、运算符和表达式：算术运算符 ——不要滥用增量、减量运算符</vt:lpstr>
      <vt:lpstr>2.2.6、运算符和表达式： 赋值运算符</vt:lpstr>
      <vt:lpstr>2.2.6、运算符和表达式： 赋值运算符——赋值中的类型</vt:lpstr>
      <vt:lpstr>2.2.6、运算符和表达式： 赋值运算符——赋值中的类型转换</vt:lpstr>
      <vt:lpstr>2.2.6、运算符和表达式： 赋值运算符——赋值中的类型转换</vt:lpstr>
      <vt:lpstr>2.2.6、运算符和表达式： 赋值运算符——复合赋值运算符</vt:lpstr>
      <vt:lpstr>2.2.6、运算符和表达式： 逗号运算符</vt:lpstr>
      <vt:lpstr>2.2.6、运算符和表达式： 关系和逻辑运算符</vt:lpstr>
      <vt:lpstr>2.2.6、运算符和表达式： 关系与逻辑运算符</vt:lpstr>
      <vt:lpstr>2.2.6、运算符和表达式： 逻辑运算符（短路原则）</vt:lpstr>
      <vt:lpstr>2.2.6、运算符和表达式： 条件运算符</vt:lpstr>
      <vt:lpstr>2.2.6、运算符和表达式： 编译时运算符，sizeof()</vt:lpstr>
      <vt:lpstr>2.2.6、运算符和表达式： 位运算符</vt:lpstr>
      <vt:lpstr>2.2.6、运算符和表达式： 位运算符——位逻辑运算符</vt:lpstr>
      <vt:lpstr>2.2.5、运算符和表达式： 位运算符——位移位运算符</vt:lpstr>
      <vt:lpstr>2.2.6、运算符和表达式： 位运算符——位移位运算符</vt:lpstr>
      <vt:lpstr>2.2.6、运算符和表达式： 混合运算时数据类型的转换——隐含转换</vt:lpstr>
      <vt:lpstr>2.2.6、运算符和表达式： 混合运算时数据类型的转换——隐含转换</vt:lpstr>
      <vt:lpstr>2.2.6、运算符和表达式： 混合运算时数据类型的转换——隐含转换</vt:lpstr>
      <vt:lpstr>2.2.6、运算符和表达式： 混合运算时数据类型的转换——隐含转换</vt:lpstr>
      <vt:lpstr>2.2.6、运算符和表达式： 混合运算时数据类型的转换——显式转换</vt:lpstr>
      <vt:lpstr>2.2.7 语句</vt:lpstr>
      <vt:lpstr>数据の输入与输出</vt:lpstr>
      <vt:lpstr>PowerPoint 演示文稿</vt:lpstr>
      <vt:lpstr>2.3.1  I/O流</vt:lpstr>
      <vt:lpstr>2.3.2 预定义的插入符和提取符</vt:lpstr>
      <vt:lpstr>2.3.2 预定义的插入符和提取符</vt:lpstr>
      <vt:lpstr>2.3.3 简单的I/O格式控制</vt:lpstr>
      <vt:lpstr>算法の基本控制结构</vt:lpstr>
      <vt:lpstr>PowerPoint 演示文稿</vt:lpstr>
      <vt:lpstr>PowerPoint 演示文稿</vt:lpstr>
      <vt:lpstr>例2-2输入一个年份，判断是否闰年</vt:lpstr>
      <vt:lpstr>2.4.2、多重选择结构——嵌套的if语句</vt:lpstr>
      <vt:lpstr>2.4.2 多重选择结构——嵌套的if结构</vt:lpstr>
      <vt:lpstr>2.4.2 多重选择结构——嵌套的if结构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例2-4（续）</vt:lpstr>
      <vt:lpstr>2.4.3、循环结构——while语句</vt:lpstr>
      <vt:lpstr>2.4.3 循环结构 ——while语句</vt:lpstr>
      <vt:lpstr>例2-5（续）</vt:lpstr>
      <vt:lpstr>2.4.3 循环结构 —— do-while语句</vt:lpstr>
      <vt:lpstr>2.4.3 循环结构 —— do-while语句</vt:lpstr>
      <vt:lpstr>例2-7用do-while语句编程，求自然数1~10之和</vt:lpstr>
      <vt:lpstr>对比下面的程序</vt:lpstr>
      <vt:lpstr>2.4.3 循环结构 ——传统的for语句</vt:lpstr>
      <vt:lpstr>2.4.3 循环结构 ——传统的for语句</vt:lpstr>
      <vt:lpstr>2.4.3 循环结构 ——传统的for语句</vt:lpstr>
      <vt:lpstr>2.4.4 循环结构与选择结构的嵌套</vt:lpstr>
      <vt:lpstr>2.4.4 循环结构与选择结构的嵌套</vt:lpstr>
      <vt:lpstr>例2-10 （续）</vt:lpstr>
      <vt:lpstr>PowerPoint 演示文稿</vt:lpstr>
      <vt:lpstr>PowerPoint 演示文稿</vt:lpstr>
      <vt:lpstr>2.4.5、其他控制语句—— break语句</vt:lpstr>
      <vt:lpstr>2.4.5    循环结构—— continue语句</vt:lpstr>
      <vt:lpstr>2.4.5    循环结构—— goto语句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类型别名与类型推断</vt:lpstr>
      <vt:lpstr>什么是自定义数据类型</vt:lpstr>
      <vt:lpstr>2.5.1 、typedef声明——定义类型别名</vt:lpstr>
      <vt:lpstr>2.5.1 、typedef声明—— 定义步骤</vt:lpstr>
      <vt:lpstr>2.5.1 、typedef声明</vt:lpstr>
      <vt:lpstr>2.5.1 、typedef声明</vt:lpstr>
      <vt:lpstr>2.5.1 、typedef声明</vt:lpstr>
      <vt:lpstr>2.5.1 、typedef声明</vt:lpstr>
      <vt:lpstr>2.5.1 、typedef声明</vt:lpstr>
      <vt:lpstr>2.5.1 、typedef声明——C++11新用法</vt:lpstr>
      <vt:lpstr>2.5.1 、typedef声明——C++11新用法</vt:lpstr>
      <vt:lpstr>2.5.2  auto类型与decltype类型</vt:lpstr>
      <vt:lpstr>  深度探索</vt:lpstr>
      <vt:lpstr>2.6.1变量的实现机制</vt:lpstr>
      <vt:lpstr>变量名</vt:lpstr>
      <vt:lpstr>数据类型</vt:lpstr>
      <vt:lpstr>目标代码体现数据类型的方式</vt:lpstr>
      <vt:lpstr>变量的声明和定义</vt:lpstr>
      <vt:lpstr>2.6.2   C++表达式的执行原理</vt:lpstr>
      <vt:lpstr>2.6.2   C++表达式的执行原理（续）</vt:lpstr>
      <vt:lpstr>2.6.2 C++表达式的执行原理（续）</vt:lpstr>
      <vt:lpstr>2.6.3   数值类型的计算误差问题</vt:lpstr>
      <vt:lpstr>2.6.3   数值类型的计算误差问题</vt:lpstr>
      <vt:lpstr>浮点数的可表示误差</vt:lpstr>
      <vt:lpstr>浮点数的可表示误差</vt:lpstr>
      <vt:lpstr>浮点数的上溢</vt:lpstr>
      <vt:lpstr>浮点数的上溢</vt:lpstr>
      <vt:lpstr>浮点数的下溢</vt:lpstr>
      <vt:lpstr>浮点数的下溢</vt:lpstr>
      <vt:lpstr>可计算误差小结：数据类型的选择</vt:lpstr>
      <vt:lpstr>本讲小结</vt:lpstr>
      <vt:lpstr>本讲主要知识点</vt:lpstr>
      <vt:lpstr>PowerPoint 演示文稿</vt:lpstr>
      <vt:lpstr>PowerPoint 演示文稿</vt:lpstr>
      <vt:lpstr>PowerPoint 演示文稿</vt:lpstr>
    </vt:vector>
  </TitlesOfParts>
  <Company>武汉大学</Company>
  <LinksUpToDate>false</LinksUpToDate>
  <SharedDoc>false</SharedDoc>
  <HyperlinksChanged>false</HyperlinksChanged>
  <AppVersion>14.0000</AppVersion>
  <Pages>3</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谭成予</dc:creator>
  <cp:lastModifiedBy>刘峰</cp:lastModifiedBy>
  <cp:revision>1227</cp:revision>
  <cp:lastPrinted>2020-03-07T13:15:00Z</cp:lastPrinted>
  <dcterms:created xsi:type="dcterms:W3CDTF">1999-08-09T22:53:00Z</dcterms:created>
  <dcterms:modified xsi:type="dcterms:W3CDTF">2023-10-11T02:31:39Z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3F11FE85AD4E40D3BDF0E3D54A5846D2_13</vt:lpwstr>
  </property>
  <property fmtid="{D5CDD505-2E9C-101B-9397-08002B2CF9AE}" pid="3" name="KSOProductBuildVer">
    <vt:lpwstr>2052-11.1.0.14309</vt:lpwstr>
  </property>
</Properties>
</file>