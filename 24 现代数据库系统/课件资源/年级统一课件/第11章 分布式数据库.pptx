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0" r:id="rId2"/>
  </p:sldMasterIdLst>
  <p:notesMasterIdLst>
    <p:notesMasterId r:id="rId34"/>
  </p:notesMasterIdLst>
  <p:handoutMasterIdLst>
    <p:handoutMasterId r:id="rId35"/>
  </p:handoutMasterIdLst>
  <p:sldIdLst>
    <p:sldId id="256" r:id="rId3"/>
    <p:sldId id="526" r:id="rId4"/>
    <p:sldId id="527" r:id="rId5"/>
    <p:sldId id="6301" r:id="rId6"/>
    <p:sldId id="6348" r:id="rId7"/>
    <p:sldId id="6224" r:id="rId8"/>
    <p:sldId id="528" r:id="rId9"/>
    <p:sldId id="6319" r:id="rId10"/>
    <p:sldId id="6320" r:id="rId11"/>
    <p:sldId id="529" r:id="rId12"/>
    <p:sldId id="6321" r:id="rId13"/>
    <p:sldId id="530" r:id="rId14"/>
    <p:sldId id="6322" r:id="rId15"/>
    <p:sldId id="6349" r:id="rId16"/>
    <p:sldId id="531" r:id="rId17"/>
    <p:sldId id="6302" r:id="rId18"/>
    <p:sldId id="6303" r:id="rId19"/>
    <p:sldId id="6225" r:id="rId20"/>
    <p:sldId id="6304" r:id="rId21"/>
    <p:sldId id="532" r:id="rId22"/>
    <p:sldId id="6227" r:id="rId23"/>
    <p:sldId id="6248" r:id="rId24"/>
    <p:sldId id="6249" r:id="rId25"/>
    <p:sldId id="6250" r:id="rId26"/>
    <p:sldId id="533" r:id="rId27"/>
    <p:sldId id="6251" r:id="rId28"/>
    <p:sldId id="6350" r:id="rId29"/>
    <p:sldId id="6351" r:id="rId30"/>
    <p:sldId id="6352" r:id="rId31"/>
    <p:sldId id="6353" r:id="rId32"/>
    <p:sldId id="6354" r:id="rId33"/>
  </p:sldIdLst>
  <p:sldSz cx="9144000" cy="5143500" type="screen16x9"/>
  <p:notesSz cx="5143500" cy="9144000"/>
  <p:embeddedFontLst>
    <p:embeddedFont>
      <p:font typeface="Microsoft YaHei" panose="020B0503020204020204" pitchFamily="34" charset="-122"/>
      <p:regular r:id="rId36"/>
      <p:bold r:id="rId37"/>
    </p:embeddedFont>
    <p:embeddedFont>
      <p:font typeface="等线" panose="02010600030101010101" pitchFamily="2" charset="-122"/>
      <p:regular r:id="rId38"/>
      <p:bold r:id="rId3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E9CF"/>
    <a:srgbClr val="D1D9D2"/>
    <a:srgbClr val="CBC11E"/>
    <a:srgbClr val="DCE1CC"/>
    <a:srgbClr val="F8D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78"/>
    <p:restoredTop sz="94610"/>
  </p:normalViewPr>
  <p:slideViewPr>
    <p:cSldViewPr snapToGrid="0" snapToObjects="1">
      <p:cViewPr varScale="1">
        <p:scale>
          <a:sx n="165" d="100"/>
          <a:sy n="165" d="100"/>
        </p:scale>
        <p:origin x="736" y="192"/>
      </p:cViewPr>
      <p:guideLst/>
    </p:cSldViewPr>
  </p:slideViewPr>
  <p:notesTextViewPr>
    <p:cViewPr>
      <p:scale>
        <a:sx n="1" d="1"/>
        <a:sy n="1" d="1"/>
      </p:scale>
      <p:origin x="0" y="0"/>
    </p:cViewPr>
  </p:notesTextViewPr>
  <p:notesViewPr>
    <p:cSldViewPr snapToGrid="0" snapToObjects="1">
      <p:cViewPr varScale="1">
        <p:scale>
          <a:sx n="97" d="100"/>
          <a:sy n="97" d="100"/>
        </p:scale>
        <p:origin x="4848"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4.fntdata"/><Relationship Id="rId21" Type="http://schemas.openxmlformats.org/officeDocument/2006/relationships/slide" Target="slides/slide19.xml"/><Relationship Id="rId34" Type="http://schemas.openxmlformats.org/officeDocument/2006/relationships/notesMaster" Target="notesMasters/notesMaster1.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2.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1.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A54FDA4-1F5A-8E9B-F685-24508D12D3F2}"/>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94388EB6-7A6A-6C45-C8ED-51C2F3086E3F}"/>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864365D0-91AF-7C42-AA19-7374AA81A0FF}" type="datetimeFigureOut">
              <a:rPr kumimoji="1" lang="zh-CN" altLang="en-US" smtClean="0"/>
              <a:t>2025/12/17</a:t>
            </a:fld>
            <a:endParaRPr kumimoji="1" lang="zh-CN" altLang="en-US"/>
          </a:p>
        </p:txBody>
      </p:sp>
      <p:sp>
        <p:nvSpPr>
          <p:cNvPr id="4" name="页脚占位符 3">
            <a:extLst>
              <a:ext uri="{FF2B5EF4-FFF2-40B4-BE49-F238E27FC236}">
                <a16:creationId xmlns:a16="http://schemas.microsoft.com/office/drawing/2014/main" id="{DF51B93B-EB01-5753-6A27-D70A8D221524}"/>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FFD3C135-B8B3-7B34-CB44-D7AD55C9D4A2}"/>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86E0F489-628A-E24B-97F8-426382C01659}" type="slidenum">
              <a:rPr kumimoji="1" lang="zh-CN" altLang="en-US" smtClean="0"/>
              <a:t>‹#›</a:t>
            </a:fld>
            <a:endParaRPr kumimoji="1" lang="zh-CN" altLang="en-US"/>
          </a:p>
        </p:txBody>
      </p:sp>
    </p:spTree>
    <p:extLst>
      <p:ext uri="{BB962C8B-B14F-4D97-AF65-F5344CB8AC3E}">
        <p14:creationId xmlns:p14="http://schemas.microsoft.com/office/powerpoint/2010/main" val="22163815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92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6BFEB-7536-E7CD-8AFB-36D307424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CB7FC-CD25-BA42-F707-5D78D2757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17B8CD-799F-0C58-085A-1B9784776B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C30EB3-0045-8652-2AB3-5017997CF68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007499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911DE-6186-BC75-2CD9-B114A6B63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2F406-038B-7210-ABE3-4913E85C1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64DC6-A124-8940-CD49-75A11A5673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FBF224-4C24-F808-0AA9-A1EF9B37BAA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646747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66083-0EF0-48AB-C67C-FD55AF9FEE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F72BB-E218-F384-6081-924DE4764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A41E3-5E4D-BB50-6B0D-E5B6603DF9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5E7D9D-69E1-EA4B-75DD-FB1C60ABE655}"/>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01058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21648-3BDB-E307-3047-D987D29AB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B0F44-32AB-895D-FC42-B194A2DE96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17DE29-645B-8AE5-7AFD-4D4529920F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413F79-A2B4-38E5-C1B7-F9B44EB22F4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204141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25175-1582-8841-DC02-2F925DD951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74BF1-1827-2218-C30F-32498EE13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534CE6-3218-345F-0351-4FBC3FFBDF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1E3CD5-FF4C-20A0-9869-087E0522797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1665414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A6D27-519E-BD6A-55BC-BF08C2662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B99CA-0639-7D34-9FEC-A88C55E0D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3F587B-BE74-9C29-3F0F-5FB0E49296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3A2D0E-869B-60DC-5D4C-E32561ADFFB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056840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0129F-6FCC-0CDA-D3D7-21D9B1968D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EB37E-890E-BE82-7FC5-4353932062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784CC7-5883-89B4-B224-876902571B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D930E5-AEC3-7559-1630-5318F7F3A395}"/>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260499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7467C-4B04-A5D8-451B-5CA76F29B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9FD781-E5DB-C92A-0007-7F31CCDA3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F4C17F-8F48-5034-41C7-90FF19B7F3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A2157C-7084-EC6C-00D3-C1729C559799}"/>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666798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DB7416-F2C8-CB05-21A9-12D30740D43B}"/>
              </a:ext>
            </a:extLst>
          </p:cNvPr>
          <p:cNvSpPr>
            <a:spLocks noGrp="1"/>
          </p:cNvSpPr>
          <p:nvPr>
            <p:ph type="title"/>
          </p:nvPr>
        </p:nvSpPr>
        <p:spPr>
          <a:xfrm>
            <a:off x="628650" y="2408238"/>
            <a:ext cx="7886700" cy="993775"/>
          </a:xfrm>
          <a:prstGeom prst="rect">
            <a:avLst/>
          </a:prstGeom>
        </p:spPr>
        <p:txBody>
          <a:bodyPr/>
          <a:lstStyle/>
          <a:p>
            <a:r>
              <a:rPr kumimoji="1" lang="zh-CN" altLang="en-US"/>
              <a:t>单击此处编辑母版标题样式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0"/>
            <a:ext cx="6240462" cy="62865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0" y="800100"/>
            <a:ext cx="4495800" cy="43434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800100"/>
            <a:ext cx="4495800" cy="43434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p:cNvSpPr>
            <a:spLocks noGrp="1" noChangeArrowheads="1"/>
          </p:cNvSpPr>
          <p:nvPr>
            <p:ph type="sldNum" sz="quarter" idx="10"/>
          </p:nvPr>
        </p:nvSpPr>
        <p:spPr/>
        <p:txBody>
          <a:bodyPr/>
          <a:lstStyle>
            <a:lvl1pPr>
              <a:defRPr/>
            </a:lvl1pPr>
          </a:lstStyle>
          <a:p>
            <a:pPr>
              <a:defRPr/>
            </a:pPr>
            <a:fld id="{A48DB317-737D-4E41-A6A0-70A94F917B0E}" type="slidenum">
              <a:rPr lang="zh-CN" altLang="en-US"/>
              <a:t>‹#›</a:t>
            </a:fld>
            <a:endParaRPr lang="zh-CN" altLang="en-US"/>
          </a:p>
        </p:txBody>
      </p:sp>
    </p:spTree>
    <p:extLst>
      <p:ext uri="{BB962C8B-B14F-4D97-AF65-F5344CB8AC3E}">
        <p14:creationId xmlns:p14="http://schemas.microsoft.com/office/powerpoint/2010/main" val="258925189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p:cNvSpPr>
            <a:spLocks noGrp="1" noChangeArrowheads="1"/>
          </p:cNvSpPr>
          <p:nvPr>
            <p:ph type="sldNum" sz="quarter" idx="10"/>
          </p:nvPr>
        </p:nvSpPr>
        <p:spPr/>
        <p:txBody>
          <a:bodyPr/>
          <a:lstStyle>
            <a:lvl1pPr>
              <a:defRPr/>
            </a:lvl1pPr>
          </a:lstStyle>
          <a:p>
            <a:pPr>
              <a:defRPr/>
            </a:pPr>
            <a:fld id="{55503B5A-5684-9C48-B06E-1F29FFC2BF0F}" type="slidenum">
              <a:rPr lang="zh-CN" altLang="en-US"/>
              <a:t>‹#›</a:t>
            </a:fld>
            <a:endParaRPr lang="zh-CN" altLang="en-US"/>
          </a:p>
        </p:txBody>
      </p:sp>
    </p:spTree>
    <p:extLst>
      <p:ext uri="{BB962C8B-B14F-4D97-AF65-F5344CB8AC3E}">
        <p14:creationId xmlns:p14="http://schemas.microsoft.com/office/powerpoint/2010/main" val="333359415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0" y="800100"/>
            <a:ext cx="4495800" cy="4343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800100"/>
            <a:ext cx="4495800" cy="4343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p:cNvSpPr>
            <a:spLocks noGrp="1" noChangeArrowheads="1"/>
          </p:cNvSpPr>
          <p:nvPr>
            <p:ph type="sldNum" sz="quarter" idx="10"/>
          </p:nvPr>
        </p:nvSpPr>
        <p:spPr/>
        <p:txBody>
          <a:bodyPr/>
          <a:lstStyle>
            <a:lvl1pPr>
              <a:defRPr/>
            </a:lvl1pPr>
          </a:lstStyle>
          <a:p>
            <a:pPr>
              <a:defRPr/>
            </a:pPr>
            <a:fld id="{2D121F39-B3A4-B24B-B9AD-B8BC9597B1E5}" type="slidenum">
              <a:rPr lang="zh-CN" altLang="en-US"/>
              <a:t>‹#›</a:t>
            </a:fld>
            <a:endParaRPr lang="zh-CN" altLang="en-US"/>
          </a:p>
        </p:txBody>
      </p:sp>
    </p:spTree>
    <p:extLst>
      <p:ext uri="{BB962C8B-B14F-4D97-AF65-F5344CB8AC3E}">
        <p14:creationId xmlns:p14="http://schemas.microsoft.com/office/powerpoint/2010/main" val="29637781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
          <p:cNvSpPr>
            <a:spLocks noGrp="1" noChangeArrowheads="1"/>
          </p:cNvSpPr>
          <p:nvPr>
            <p:ph type="sldNum" sz="quarter" idx="10"/>
          </p:nvPr>
        </p:nvSpPr>
        <p:spPr/>
        <p:txBody>
          <a:bodyPr/>
          <a:lstStyle>
            <a:lvl1pPr>
              <a:defRPr/>
            </a:lvl1pPr>
          </a:lstStyle>
          <a:p>
            <a:pPr>
              <a:defRPr/>
            </a:pPr>
            <a:fld id="{15647735-1087-C94D-86AB-B0C7949F94E4}" type="slidenum">
              <a:rPr lang="zh-CN" altLang="en-US"/>
              <a:t>‹#›</a:t>
            </a:fld>
            <a:endParaRPr lang="zh-CN" altLang="en-US"/>
          </a:p>
        </p:txBody>
      </p:sp>
    </p:spTree>
    <p:extLst>
      <p:ext uri="{BB962C8B-B14F-4D97-AF65-F5344CB8AC3E}">
        <p14:creationId xmlns:p14="http://schemas.microsoft.com/office/powerpoint/2010/main" val="6197440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C6786A0-5BD1-A934-990A-693BF6F4AA58}"/>
              </a:ext>
            </a:extLst>
          </p:cNvPr>
          <p:cNvSpPr>
            <a:spLocks noGrp="1"/>
          </p:cNvSpPr>
          <p:nvPr>
            <p:ph type="dt" sz="half" idx="10"/>
          </p:nvPr>
        </p:nvSpPr>
        <p:spPr/>
        <p:txBody>
          <a:bodyPr/>
          <a:lstStyle/>
          <a:p>
            <a:fld id="{32C5F372-D9EE-804B-82F0-7EE97B9B327A}" type="datetimeFigureOut">
              <a:rPr kumimoji="1" lang="zh-CN" altLang="en-US" smtClean="0"/>
              <a:t>2025/12/17</a:t>
            </a:fld>
            <a:endParaRPr kumimoji="1" lang="zh-CN" altLang="en-US"/>
          </a:p>
        </p:txBody>
      </p:sp>
      <p:sp>
        <p:nvSpPr>
          <p:cNvPr id="3" name="页脚占位符 2">
            <a:extLst>
              <a:ext uri="{FF2B5EF4-FFF2-40B4-BE49-F238E27FC236}">
                <a16:creationId xmlns:a16="http://schemas.microsoft.com/office/drawing/2014/main" id="{4FC308B4-5DC2-C1FD-00A9-ABDE4167C5C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C3CA0C5-1531-25DA-DCFA-AB2596B45E5C}"/>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1729895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400AFC62-34B5-A13D-FB5F-E40661A5EDED}"/>
              </a:ext>
            </a:extLst>
          </p:cNvPr>
          <p:cNvSpPr>
            <a:spLocks noGrp="1"/>
          </p:cNvSpPr>
          <p:nvPr>
            <p:ph type="subTitle" idx="1"/>
          </p:nvPr>
        </p:nvSpPr>
        <p:spPr>
          <a:xfrm>
            <a:off x="1006545" y="2791572"/>
            <a:ext cx="7458075" cy="642035"/>
          </a:xfrm>
          <a:noFill/>
          <a:ln/>
        </p:spPr>
        <p:txBody>
          <a:bodyPr wrap="square" lIns="0" tIns="0" rIns="0" bIns="0" rtlCol="0" anchor="t">
            <a:spAutoFit/>
          </a:bodyPr>
          <a:lstStyle>
            <a:lvl1pPr>
              <a:def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defRPr>
            </a:lvl1pPr>
          </a:lstStyle>
          <a:p>
            <a:pPr marL="0" lvl="0" indent="0">
              <a:lnSpc>
                <a:spcPct val="96000"/>
              </a:lnSpc>
              <a:buNone/>
            </a:pPr>
            <a:r>
              <a:rPr kumimoji="1" lang="zh-CN" altLang="en-US" dirty="0"/>
              <a:t>单击此处编辑母版副标题样式</a:t>
            </a:r>
          </a:p>
        </p:txBody>
      </p:sp>
      <p:sp>
        <p:nvSpPr>
          <p:cNvPr id="2" name="标题 1">
            <a:extLst>
              <a:ext uri="{FF2B5EF4-FFF2-40B4-BE49-F238E27FC236}">
                <a16:creationId xmlns:a16="http://schemas.microsoft.com/office/drawing/2014/main" id="{61A7C707-2645-9AE5-5C99-51D2133D7511}"/>
              </a:ext>
            </a:extLst>
          </p:cNvPr>
          <p:cNvSpPr>
            <a:spLocks noGrp="1"/>
          </p:cNvSpPr>
          <p:nvPr>
            <p:ph type="ctrTitle" hasCustomPrompt="1"/>
          </p:nvPr>
        </p:nvSpPr>
        <p:spPr>
          <a:xfrm>
            <a:off x="2720924" y="1307645"/>
            <a:ext cx="1018451" cy="806400"/>
          </a:xfrm>
        </p:spPr>
        <p:txBody>
          <a:bodyPr anchor="ctr">
            <a:normAutofit/>
          </a:bodyPr>
          <a:lstStyle>
            <a:lvl1pPr marL="0" indent="0" algn="ctr" defTabSz="914400" rtl="0" eaLnBrk="1" latinLnBrk="0" hangingPunct="1">
              <a:buNone/>
              <a:defRPr lang="zh-CN" altLang="en-US" sz="5250" b="1" kern="1200" dirty="0">
                <a:solidFill>
                  <a:srgbClr val="FD5220"/>
                </a:solidFill>
                <a:latin typeface="Microsoft YaHei" panose="020B0503020204020204" pitchFamily="34" charset="-122"/>
                <a:ea typeface="Microsoft YaHei" panose="020B0503020204020204" pitchFamily="34" charset="-122"/>
                <a:cs typeface="SourceHanSansSC-Regular"/>
              </a:defRPr>
            </a:lvl1pPr>
          </a:lstStyle>
          <a:p>
            <a:r>
              <a:rPr kumimoji="1" lang="en-US" altLang="zh-CN" dirty="0"/>
              <a:t>01</a:t>
            </a:r>
            <a:endParaRPr kumimoji="1" lang="zh-CN" altLang="en-US" dirty="0"/>
          </a:p>
        </p:txBody>
      </p:sp>
      <p:sp>
        <p:nvSpPr>
          <p:cNvPr id="4" name="日期占位符 3">
            <a:extLst>
              <a:ext uri="{FF2B5EF4-FFF2-40B4-BE49-F238E27FC236}">
                <a16:creationId xmlns:a16="http://schemas.microsoft.com/office/drawing/2014/main" id="{635BC3DC-3551-4C56-4B66-4B2C0267A054}"/>
              </a:ext>
            </a:extLst>
          </p:cNvPr>
          <p:cNvSpPr>
            <a:spLocks noGrp="1"/>
          </p:cNvSpPr>
          <p:nvPr>
            <p:ph type="dt" sz="half" idx="10"/>
          </p:nvPr>
        </p:nvSpPr>
        <p:spPr/>
        <p:txBody>
          <a:bodyPr/>
          <a:lstStyle/>
          <a:p>
            <a:fld id="{9FD0B6C7-774E-CC40-B792-A0FBA87DFD06}" type="datetimeFigureOut">
              <a:rPr kumimoji="1" lang="zh-CN" altLang="en-US" smtClean="0"/>
              <a:t>2025/12/17</a:t>
            </a:fld>
            <a:endParaRPr kumimoji="1" lang="zh-CN" altLang="en-US"/>
          </a:p>
        </p:txBody>
      </p:sp>
      <p:sp>
        <p:nvSpPr>
          <p:cNvPr id="5" name="页脚占位符 4">
            <a:extLst>
              <a:ext uri="{FF2B5EF4-FFF2-40B4-BE49-F238E27FC236}">
                <a16:creationId xmlns:a16="http://schemas.microsoft.com/office/drawing/2014/main" id="{A209566B-4207-9F1C-6F9C-E40AACADC87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0223F73-AA4F-F3F5-5EE0-239EF208D768}"/>
              </a:ext>
            </a:extLst>
          </p:cNvPr>
          <p:cNvSpPr>
            <a:spLocks noGrp="1"/>
          </p:cNvSpPr>
          <p:nvPr>
            <p:ph type="sldNum" sz="quarter" idx="12"/>
          </p:nvPr>
        </p:nvSpPr>
        <p:spPr/>
        <p:txBody>
          <a:bodyPr/>
          <a:lstStyle/>
          <a:p>
            <a:fld id="{97DFE2EB-CEEE-154A-8E5F-E6E0C8C57AC1}" type="slidenum">
              <a:rPr kumimoji="1" lang="zh-CN" altLang="en-US" smtClean="0"/>
              <a:t>‹#›</a:t>
            </a:fld>
            <a:endParaRPr kumimoji="1" lang="zh-CN" altLang="en-US"/>
          </a:p>
        </p:txBody>
      </p:sp>
      <p:sp>
        <p:nvSpPr>
          <p:cNvPr id="8" name="Shape 1">
            <a:extLst>
              <a:ext uri="{FF2B5EF4-FFF2-40B4-BE49-F238E27FC236}">
                <a16:creationId xmlns:a16="http://schemas.microsoft.com/office/drawing/2014/main" id="{4D58F47A-1125-D0D2-2F3C-498192C9F60A}"/>
              </a:ext>
            </a:extLst>
          </p:cNvPr>
          <p:cNvSpPr/>
          <p:nvPr userDrawn="1"/>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Text 2">
            <a:extLst>
              <a:ext uri="{FF2B5EF4-FFF2-40B4-BE49-F238E27FC236}">
                <a16:creationId xmlns:a16="http://schemas.microsoft.com/office/drawing/2014/main" id="{9488300C-8889-426E-268C-5B43ADCA19A0}"/>
              </a:ext>
            </a:extLst>
          </p:cNvPr>
          <p:cNvSpPr txBox="1"/>
          <p:nvPr userDrawn="1"/>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4633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0EECE7-2D90-0988-7FA7-3E6BAB793BFF}"/>
              </a:ext>
            </a:extLst>
          </p:cNvPr>
          <p:cNvSpPr>
            <a:spLocks noGrp="1"/>
          </p:cNvSpPr>
          <p:nvPr>
            <p:ph type="title"/>
          </p:nvPr>
        </p:nvSpPr>
        <p:spPr/>
        <p:txBody>
          <a:bodyPr/>
          <a:lstStyle>
            <a:lvl1pPr>
              <a:defRPr>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5B5BB336-767A-B00A-E2B3-F3F3F54D11BF}"/>
              </a:ext>
            </a:extLst>
          </p:cNvPr>
          <p:cNvSpPr>
            <a:spLocks noGrp="1"/>
          </p:cNvSpPr>
          <p:nvPr>
            <p:ph idx="1"/>
          </p:nvPr>
        </p:nvSpPr>
        <p:spPr/>
        <p:txBody>
          <a:bodyPr/>
          <a:lstStyle>
            <a:lvl1pPr>
              <a:defRPr>
                <a:latin typeface="Microsoft YaHei" panose="020B0503020204020204" pitchFamily="34" charset="-122"/>
                <a:ea typeface="Microsoft YaHei" panose="020B0503020204020204" pitchFamily="34" charset="-122"/>
              </a:defRPr>
            </a:lvl1pPr>
            <a:lvl2pPr>
              <a:defRPr>
                <a:latin typeface="Microsoft YaHei" panose="020B0503020204020204" pitchFamily="34" charset="-122"/>
                <a:ea typeface="Microsoft YaHei" panose="020B0503020204020204" pitchFamily="34" charset="-122"/>
              </a:defRPr>
            </a:lvl2pPr>
            <a:lvl3pPr>
              <a:defRPr>
                <a:latin typeface="Microsoft YaHei" panose="020B0503020204020204" pitchFamily="34" charset="-122"/>
                <a:ea typeface="Microsoft YaHei" panose="020B0503020204020204" pitchFamily="34" charset="-122"/>
              </a:defRPr>
            </a:lvl3pPr>
            <a:lvl4pPr>
              <a:defRPr>
                <a:latin typeface="Microsoft YaHei" panose="020B0503020204020204" pitchFamily="34" charset="-122"/>
                <a:ea typeface="Microsoft YaHei" panose="020B0503020204020204" pitchFamily="34" charset="-122"/>
              </a:defRPr>
            </a:lvl4pPr>
            <a:lvl5pPr>
              <a:defRPr>
                <a:latin typeface="Microsoft YaHei" panose="020B0503020204020204" pitchFamily="34" charset="-122"/>
                <a:ea typeface="Microsoft YaHei" panose="020B0503020204020204" pitchFamily="34" charset="-122"/>
              </a:defRPr>
            </a:lvl5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2FD4666-F48B-5CC8-7977-00AEA31A9CA5}"/>
              </a:ext>
            </a:extLst>
          </p:cNvPr>
          <p:cNvSpPr>
            <a:spLocks noGrp="1"/>
          </p:cNvSpPr>
          <p:nvPr>
            <p:ph type="dt" sz="half" idx="10"/>
          </p:nvPr>
        </p:nvSpPr>
        <p:spPr/>
        <p:txBody>
          <a:bodyPr/>
          <a:lstStyle>
            <a:lvl1pPr>
              <a:defRPr>
                <a:latin typeface="Microsoft YaHei" panose="020B0503020204020204" pitchFamily="34" charset="-122"/>
                <a:ea typeface="Microsoft YaHei" panose="020B0503020204020204" pitchFamily="34" charset="-122"/>
              </a:defRPr>
            </a:lvl1pPr>
          </a:lstStyle>
          <a:p>
            <a:fld id="{32C5F372-D9EE-804B-82F0-7EE97B9B327A}" type="datetimeFigureOut">
              <a:rPr kumimoji="1" lang="zh-CN" altLang="en-US" smtClean="0"/>
              <a:pPr/>
              <a:t>2025/12/17</a:t>
            </a:fld>
            <a:endParaRPr kumimoji="1" lang="zh-CN" altLang="en-US"/>
          </a:p>
        </p:txBody>
      </p:sp>
      <p:sp>
        <p:nvSpPr>
          <p:cNvPr id="5" name="页脚占位符 4">
            <a:extLst>
              <a:ext uri="{FF2B5EF4-FFF2-40B4-BE49-F238E27FC236}">
                <a16:creationId xmlns:a16="http://schemas.microsoft.com/office/drawing/2014/main" id="{2D0BBD08-8FD4-51A4-0EE0-346DD7DBC93F}"/>
              </a:ext>
            </a:extLst>
          </p:cNvPr>
          <p:cNvSpPr>
            <a:spLocks noGrp="1"/>
          </p:cNvSpPr>
          <p:nvPr>
            <p:ph type="ftr" sz="quarter" idx="11"/>
          </p:nvPr>
        </p:nvSpPr>
        <p:spPr/>
        <p:txBody>
          <a:bodyPr/>
          <a:lstStyle>
            <a:lvl1pPr>
              <a:defRPr>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8DA1EE57-F824-9786-BAA2-7DE2E94979AD}"/>
              </a:ext>
            </a:extLst>
          </p:cNvPr>
          <p:cNvSpPr>
            <a:spLocks noGrp="1"/>
          </p:cNvSpPr>
          <p:nvPr>
            <p:ph type="sldNum" sz="quarter" idx="12"/>
          </p:nvPr>
        </p:nvSpPr>
        <p:spPr/>
        <p:txBody>
          <a:bodyPr/>
          <a:lstStyle>
            <a:lvl1pPr>
              <a:defRPr>
                <a:latin typeface="Microsoft YaHei" panose="020B0503020204020204" pitchFamily="34" charset="-122"/>
                <a:ea typeface="Microsoft YaHei" panose="020B0503020204020204" pitchFamily="34" charset="-122"/>
              </a:defRPr>
            </a:lvl1pPr>
          </a:lstStyle>
          <a:p>
            <a:fld id="{5E4D6AEF-96BF-6F44-8EB2-095946A83C6B}" type="slidenum">
              <a:rPr kumimoji="1" lang="zh-CN" altLang="en-US" smtClean="0"/>
              <a:pPr/>
              <a:t>‹#›</a:t>
            </a:fld>
            <a:endParaRPr kumimoji="1" lang="zh-CN" altLang="en-US"/>
          </a:p>
        </p:txBody>
      </p:sp>
    </p:spTree>
    <p:extLst>
      <p:ext uri="{BB962C8B-B14F-4D97-AF65-F5344CB8AC3E}">
        <p14:creationId xmlns:p14="http://schemas.microsoft.com/office/powerpoint/2010/main" val="240866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CED544-7AF4-1F37-C85C-922D9099C6A2}"/>
              </a:ext>
            </a:extLst>
          </p:cNvPr>
          <p:cNvSpPr>
            <a:spLocks noGrp="1"/>
          </p:cNvSpPr>
          <p:nvPr>
            <p:ph type="title"/>
          </p:nvPr>
        </p:nvSpPr>
        <p:spPr>
          <a:xfrm>
            <a:off x="623888" y="1282700"/>
            <a:ext cx="7886700" cy="2139950"/>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06E4AAC7-EDD8-913C-F7CA-7D7B84E58B6B}"/>
              </a:ext>
            </a:extLst>
          </p:cNvPr>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98F17C8C-B6BD-5159-33BF-F742273574AE}"/>
              </a:ext>
            </a:extLst>
          </p:cNvPr>
          <p:cNvSpPr>
            <a:spLocks noGrp="1"/>
          </p:cNvSpPr>
          <p:nvPr>
            <p:ph type="dt" sz="half" idx="10"/>
          </p:nvPr>
        </p:nvSpPr>
        <p:spPr/>
        <p:txBody>
          <a:bodyPr/>
          <a:lstStyle/>
          <a:p>
            <a:fld id="{32C5F372-D9EE-804B-82F0-7EE97B9B327A}" type="datetimeFigureOut">
              <a:rPr kumimoji="1" lang="zh-CN" altLang="en-US" smtClean="0"/>
              <a:t>2025/12/17</a:t>
            </a:fld>
            <a:endParaRPr kumimoji="1" lang="zh-CN" altLang="en-US"/>
          </a:p>
        </p:txBody>
      </p:sp>
      <p:sp>
        <p:nvSpPr>
          <p:cNvPr id="5" name="页脚占位符 4">
            <a:extLst>
              <a:ext uri="{FF2B5EF4-FFF2-40B4-BE49-F238E27FC236}">
                <a16:creationId xmlns:a16="http://schemas.microsoft.com/office/drawing/2014/main" id="{56717544-B996-63C5-02C2-01AF46E665A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B071376-4490-75B6-A232-E89FE6AE732D}"/>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246564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CE737B-37AB-E91D-09BB-3BC336B2BC1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15B75D6-3FFB-D406-B36C-D5DEA28B9104}"/>
              </a:ext>
            </a:extLst>
          </p:cNvPr>
          <p:cNvSpPr>
            <a:spLocks noGrp="1"/>
          </p:cNvSpPr>
          <p:nvPr>
            <p:ph sz="half" idx="1"/>
          </p:nvPr>
        </p:nvSpPr>
        <p:spPr>
          <a:xfrm>
            <a:off x="628650" y="1370013"/>
            <a:ext cx="3867150" cy="3262312"/>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6F7FA96B-3CF5-ABF5-4D84-0B8706D0C357}"/>
              </a:ext>
            </a:extLst>
          </p:cNvPr>
          <p:cNvSpPr>
            <a:spLocks noGrp="1"/>
          </p:cNvSpPr>
          <p:nvPr>
            <p:ph sz="half" idx="2"/>
          </p:nvPr>
        </p:nvSpPr>
        <p:spPr>
          <a:xfrm>
            <a:off x="4648200" y="1370013"/>
            <a:ext cx="3867150" cy="3262312"/>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326D427A-B596-C059-1743-ED0788452117}"/>
              </a:ext>
            </a:extLst>
          </p:cNvPr>
          <p:cNvSpPr>
            <a:spLocks noGrp="1"/>
          </p:cNvSpPr>
          <p:nvPr>
            <p:ph type="dt" sz="half" idx="10"/>
          </p:nvPr>
        </p:nvSpPr>
        <p:spPr/>
        <p:txBody>
          <a:bodyPr/>
          <a:lstStyle/>
          <a:p>
            <a:fld id="{32C5F372-D9EE-804B-82F0-7EE97B9B327A}" type="datetimeFigureOut">
              <a:rPr kumimoji="1" lang="zh-CN" altLang="en-US" smtClean="0"/>
              <a:t>2025/12/17</a:t>
            </a:fld>
            <a:endParaRPr kumimoji="1" lang="zh-CN" altLang="en-US"/>
          </a:p>
        </p:txBody>
      </p:sp>
      <p:sp>
        <p:nvSpPr>
          <p:cNvPr id="6" name="页脚占位符 5">
            <a:extLst>
              <a:ext uri="{FF2B5EF4-FFF2-40B4-BE49-F238E27FC236}">
                <a16:creationId xmlns:a16="http://schemas.microsoft.com/office/drawing/2014/main" id="{ED9E3BC4-302F-4ECD-A1C6-7DDE84348E0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6CD30B55-BDEF-4806-5187-C20611F6781E}"/>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562970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442E18-F965-82DB-8445-4B705195677B}"/>
              </a:ext>
            </a:extLst>
          </p:cNvPr>
          <p:cNvSpPr>
            <a:spLocks noGrp="1"/>
          </p:cNvSpPr>
          <p:nvPr>
            <p:ph type="title"/>
          </p:nvPr>
        </p:nvSpPr>
        <p:spPr>
          <a:xfrm>
            <a:off x="630238" y="274638"/>
            <a:ext cx="7886700" cy="993775"/>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8CC999B-05DA-EAFF-E31C-FCA9E61C70AC}"/>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698D98F0-D337-254F-D8EE-2A69629C2645}"/>
              </a:ext>
            </a:extLst>
          </p:cNvPr>
          <p:cNvSpPr>
            <a:spLocks noGrp="1"/>
          </p:cNvSpPr>
          <p:nvPr>
            <p:ph sz="half" idx="2"/>
          </p:nvPr>
        </p:nvSpPr>
        <p:spPr>
          <a:xfrm>
            <a:off x="630238" y="1879600"/>
            <a:ext cx="3868737" cy="2762250"/>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0DE8915-5AD3-503E-E554-5FAE3DA2FE44}"/>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BDDED0AB-75EE-7F92-347B-31250F55FC86}"/>
              </a:ext>
            </a:extLst>
          </p:cNvPr>
          <p:cNvSpPr>
            <a:spLocks noGrp="1"/>
          </p:cNvSpPr>
          <p:nvPr>
            <p:ph sz="quarter" idx="4"/>
          </p:nvPr>
        </p:nvSpPr>
        <p:spPr>
          <a:xfrm>
            <a:off x="4629150" y="1879600"/>
            <a:ext cx="3887788" cy="2762250"/>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725EC75-CFC3-205E-E89B-9EE881458EC8}"/>
              </a:ext>
            </a:extLst>
          </p:cNvPr>
          <p:cNvSpPr>
            <a:spLocks noGrp="1"/>
          </p:cNvSpPr>
          <p:nvPr>
            <p:ph type="dt" sz="half" idx="10"/>
          </p:nvPr>
        </p:nvSpPr>
        <p:spPr/>
        <p:txBody>
          <a:bodyPr/>
          <a:lstStyle/>
          <a:p>
            <a:fld id="{32C5F372-D9EE-804B-82F0-7EE97B9B327A}" type="datetimeFigureOut">
              <a:rPr kumimoji="1" lang="zh-CN" altLang="en-US" smtClean="0"/>
              <a:t>2025/12/17</a:t>
            </a:fld>
            <a:endParaRPr kumimoji="1" lang="zh-CN" altLang="en-US"/>
          </a:p>
        </p:txBody>
      </p:sp>
      <p:sp>
        <p:nvSpPr>
          <p:cNvPr id="8" name="页脚占位符 7">
            <a:extLst>
              <a:ext uri="{FF2B5EF4-FFF2-40B4-BE49-F238E27FC236}">
                <a16:creationId xmlns:a16="http://schemas.microsoft.com/office/drawing/2014/main" id="{97D16864-A164-E4AF-67C3-92E642493F0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A9FD7D92-855B-829A-08F7-8438951F00AC}"/>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1098412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F3D8CD-A021-6048-FEAA-F8D769FA6F4E}"/>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4906212A-2388-F748-C031-2726A973D222}"/>
              </a:ext>
            </a:extLst>
          </p:cNvPr>
          <p:cNvSpPr>
            <a:spLocks noGrp="1"/>
          </p:cNvSpPr>
          <p:nvPr>
            <p:ph type="dt" sz="half" idx="10"/>
          </p:nvPr>
        </p:nvSpPr>
        <p:spPr/>
        <p:txBody>
          <a:bodyPr/>
          <a:lstStyle/>
          <a:p>
            <a:fld id="{32C5F372-D9EE-804B-82F0-7EE97B9B327A}" type="datetimeFigureOut">
              <a:rPr kumimoji="1" lang="zh-CN" altLang="en-US" smtClean="0"/>
              <a:t>2025/12/17</a:t>
            </a:fld>
            <a:endParaRPr kumimoji="1" lang="zh-CN" altLang="en-US"/>
          </a:p>
        </p:txBody>
      </p:sp>
      <p:sp>
        <p:nvSpPr>
          <p:cNvPr id="4" name="页脚占位符 3">
            <a:extLst>
              <a:ext uri="{FF2B5EF4-FFF2-40B4-BE49-F238E27FC236}">
                <a16:creationId xmlns:a16="http://schemas.microsoft.com/office/drawing/2014/main" id="{5832B23A-BA68-C10D-424C-68D40A3DD9D4}"/>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0B5CE0FD-D4DC-EF06-81DD-F4024227DBD4}"/>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4167270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C6786A0-5BD1-A934-990A-693BF6F4AA58}"/>
              </a:ext>
            </a:extLst>
          </p:cNvPr>
          <p:cNvSpPr>
            <a:spLocks noGrp="1"/>
          </p:cNvSpPr>
          <p:nvPr>
            <p:ph type="dt" sz="half" idx="10"/>
          </p:nvPr>
        </p:nvSpPr>
        <p:spPr/>
        <p:txBody>
          <a:bodyPr/>
          <a:lstStyle/>
          <a:p>
            <a:fld id="{32C5F372-D9EE-804B-82F0-7EE97B9B327A}" type="datetimeFigureOut">
              <a:rPr kumimoji="1" lang="zh-CN" altLang="en-US" smtClean="0"/>
              <a:t>2025/12/17</a:t>
            </a:fld>
            <a:endParaRPr kumimoji="1" lang="zh-CN" altLang="en-US"/>
          </a:p>
        </p:txBody>
      </p:sp>
      <p:sp>
        <p:nvSpPr>
          <p:cNvPr id="3" name="页脚占位符 2">
            <a:extLst>
              <a:ext uri="{FF2B5EF4-FFF2-40B4-BE49-F238E27FC236}">
                <a16:creationId xmlns:a16="http://schemas.microsoft.com/office/drawing/2014/main" id="{4FC308B4-5DC2-C1FD-00A9-ABDE4167C5C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C3CA0C5-1531-25DA-DCFA-AB2596B45E5C}"/>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895377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FB56D2-5451-6FA7-CFE5-D33A5092D1B1}"/>
              </a:ext>
            </a:extLst>
          </p:cNvPr>
          <p:cNvSpPr>
            <a:spLocks noGrp="1"/>
          </p:cNvSpPr>
          <p:nvPr>
            <p:ph type="title"/>
          </p:nvPr>
        </p:nvSpPr>
        <p:spPr>
          <a:xfrm>
            <a:off x="630238" y="342900"/>
            <a:ext cx="2949575" cy="120015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B6EE3269-34F1-5026-40AD-47F2FF060F10}"/>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DCA5EC7-2435-42CD-7DCC-FE4D3BC9A91E}"/>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00E7A35-CAE0-3004-8567-FF93557609A1}"/>
              </a:ext>
            </a:extLst>
          </p:cNvPr>
          <p:cNvSpPr>
            <a:spLocks noGrp="1"/>
          </p:cNvSpPr>
          <p:nvPr>
            <p:ph type="dt" sz="half" idx="10"/>
          </p:nvPr>
        </p:nvSpPr>
        <p:spPr/>
        <p:txBody>
          <a:bodyPr/>
          <a:lstStyle/>
          <a:p>
            <a:fld id="{32C5F372-D9EE-804B-82F0-7EE97B9B327A}" type="datetimeFigureOut">
              <a:rPr kumimoji="1" lang="zh-CN" altLang="en-US" smtClean="0"/>
              <a:t>2025/12/17</a:t>
            </a:fld>
            <a:endParaRPr kumimoji="1" lang="zh-CN" altLang="en-US"/>
          </a:p>
        </p:txBody>
      </p:sp>
      <p:sp>
        <p:nvSpPr>
          <p:cNvPr id="6" name="页脚占位符 5">
            <a:extLst>
              <a:ext uri="{FF2B5EF4-FFF2-40B4-BE49-F238E27FC236}">
                <a16:creationId xmlns:a16="http://schemas.microsoft.com/office/drawing/2014/main" id="{AC899ED9-EE45-B800-BD98-1F46D40569B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56210FE-A293-FF74-B239-6ABF6CB0E227}"/>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6253248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475620-A6CE-4F9D-7854-C257E4F17D4C}"/>
              </a:ext>
            </a:extLst>
          </p:cNvPr>
          <p:cNvSpPr>
            <a:spLocks noGrp="1"/>
          </p:cNvSpPr>
          <p:nvPr>
            <p:ph type="title"/>
          </p:nvPr>
        </p:nvSpPr>
        <p:spPr>
          <a:xfrm>
            <a:off x="630238" y="342900"/>
            <a:ext cx="2949575" cy="120015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ABCE01EC-DF29-0F4E-1AD8-1389EBCFF41B}"/>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32D98552-5972-F210-F913-701E660FE962}"/>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B428ED3A-C182-BDDC-8F1E-A10F25CE1CA5}"/>
              </a:ext>
            </a:extLst>
          </p:cNvPr>
          <p:cNvSpPr>
            <a:spLocks noGrp="1"/>
          </p:cNvSpPr>
          <p:nvPr>
            <p:ph type="dt" sz="half" idx="10"/>
          </p:nvPr>
        </p:nvSpPr>
        <p:spPr/>
        <p:txBody>
          <a:bodyPr/>
          <a:lstStyle/>
          <a:p>
            <a:fld id="{32C5F372-D9EE-804B-82F0-7EE97B9B327A}" type="datetimeFigureOut">
              <a:rPr kumimoji="1" lang="zh-CN" altLang="en-US" smtClean="0"/>
              <a:t>2025/12/17</a:t>
            </a:fld>
            <a:endParaRPr kumimoji="1" lang="zh-CN" altLang="en-US"/>
          </a:p>
        </p:txBody>
      </p:sp>
      <p:sp>
        <p:nvSpPr>
          <p:cNvPr id="6" name="页脚占位符 5">
            <a:extLst>
              <a:ext uri="{FF2B5EF4-FFF2-40B4-BE49-F238E27FC236}">
                <a16:creationId xmlns:a16="http://schemas.microsoft.com/office/drawing/2014/main" id="{C7110357-3DC8-AF80-3EE0-D4A3E9228D8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6DF2BD2B-2D37-71F1-BE6A-CC763011B792}"/>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4849135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B02AE-3FF7-5CB9-E92C-9EB1B3F9C798}"/>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42C3DBD-CC41-35F3-781A-D22973DA4AE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AB570F3-CFAD-5690-8DD9-A284FAA6D5AF}"/>
              </a:ext>
            </a:extLst>
          </p:cNvPr>
          <p:cNvSpPr>
            <a:spLocks noGrp="1"/>
          </p:cNvSpPr>
          <p:nvPr>
            <p:ph type="dt" sz="half" idx="10"/>
          </p:nvPr>
        </p:nvSpPr>
        <p:spPr/>
        <p:txBody>
          <a:bodyPr/>
          <a:lstStyle/>
          <a:p>
            <a:fld id="{32C5F372-D9EE-804B-82F0-7EE97B9B327A}" type="datetimeFigureOut">
              <a:rPr kumimoji="1" lang="zh-CN" altLang="en-US" smtClean="0"/>
              <a:t>2025/12/17</a:t>
            </a:fld>
            <a:endParaRPr kumimoji="1" lang="zh-CN" altLang="en-US"/>
          </a:p>
        </p:txBody>
      </p:sp>
      <p:sp>
        <p:nvSpPr>
          <p:cNvPr id="5" name="页脚占位符 4">
            <a:extLst>
              <a:ext uri="{FF2B5EF4-FFF2-40B4-BE49-F238E27FC236}">
                <a16:creationId xmlns:a16="http://schemas.microsoft.com/office/drawing/2014/main" id="{530D9D1E-9191-AFAF-A1BF-EAD2362F112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04E1718-6DBA-269D-24F1-A485B3AAD046}"/>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3712214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6A9AD65-A5B6-D86E-15AF-4685D903DA17}"/>
              </a:ext>
            </a:extLst>
          </p:cNvPr>
          <p:cNvSpPr>
            <a:spLocks noGrp="1"/>
          </p:cNvSpPr>
          <p:nvPr>
            <p:ph type="title" orient="vert"/>
          </p:nvPr>
        </p:nvSpPr>
        <p:spPr>
          <a:xfrm>
            <a:off x="6543675" y="274638"/>
            <a:ext cx="1971675" cy="4357687"/>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FB1B135F-567D-A3FA-205D-EF12A6DC59D5}"/>
              </a:ext>
            </a:extLst>
          </p:cNvPr>
          <p:cNvSpPr>
            <a:spLocks noGrp="1"/>
          </p:cNvSpPr>
          <p:nvPr>
            <p:ph type="body" orient="vert" idx="1"/>
          </p:nvPr>
        </p:nvSpPr>
        <p:spPr>
          <a:xfrm>
            <a:off x="628650" y="274638"/>
            <a:ext cx="5762625" cy="4357687"/>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ECC707C-F2E6-0EC4-8990-9447419C91DA}"/>
              </a:ext>
            </a:extLst>
          </p:cNvPr>
          <p:cNvSpPr>
            <a:spLocks noGrp="1"/>
          </p:cNvSpPr>
          <p:nvPr>
            <p:ph type="dt" sz="half" idx="10"/>
          </p:nvPr>
        </p:nvSpPr>
        <p:spPr/>
        <p:txBody>
          <a:bodyPr/>
          <a:lstStyle/>
          <a:p>
            <a:fld id="{32C5F372-D9EE-804B-82F0-7EE97B9B327A}" type="datetimeFigureOut">
              <a:rPr kumimoji="1" lang="zh-CN" altLang="en-US" smtClean="0"/>
              <a:t>2025/12/17</a:t>
            </a:fld>
            <a:endParaRPr kumimoji="1" lang="zh-CN" altLang="en-US"/>
          </a:p>
        </p:txBody>
      </p:sp>
      <p:sp>
        <p:nvSpPr>
          <p:cNvPr id="5" name="页脚占位符 4">
            <a:extLst>
              <a:ext uri="{FF2B5EF4-FFF2-40B4-BE49-F238E27FC236}">
                <a16:creationId xmlns:a16="http://schemas.microsoft.com/office/drawing/2014/main" id="{E6D21827-BAC7-CA1A-8E90-A85D23CA220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251A12E-406F-BB74-FEBD-0EC52AD7A1E1}"/>
              </a:ext>
            </a:extLst>
          </p:cNvPr>
          <p:cNvSpPr>
            <a:spLocks noGrp="1"/>
          </p:cNvSpPr>
          <p:nvPr>
            <p:ph type="sldNum" sz="quarter" idx="12"/>
          </p:nvPr>
        </p:nvSpPr>
        <p:spPr/>
        <p:txBody>
          <a:bodyPr/>
          <a:lstStyle/>
          <a:p>
            <a:fld id="{5E4D6AEF-96BF-6F44-8EB2-095946A83C6B}" type="slidenum">
              <a:rPr kumimoji="1" lang="zh-CN" altLang="en-US" smtClean="0"/>
              <a:t>‹#›</a:t>
            </a:fld>
            <a:endParaRPr kumimoji="1" lang="zh-CN" altLang="en-US"/>
          </a:p>
        </p:txBody>
      </p:sp>
    </p:spTree>
    <p:extLst>
      <p:ext uri="{BB962C8B-B14F-4D97-AF65-F5344CB8AC3E}">
        <p14:creationId xmlns:p14="http://schemas.microsoft.com/office/powerpoint/2010/main" val="34552759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grpSp>
        <p:nvGrpSpPr>
          <p:cNvPr id="24" name="组合 23"/>
          <p:cNvGrpSpPr/>
          <p:nvPr userDrawn="1"/>
        </p:nvGrpSpPr>
        <p:grpSpPr>
          <a:xfrm>
            <a:off x="273845" y="423863"/>
            <a:ext cx="669131" cy="114627"/>
            <a:chOff x="365125" y="565150"/>
            <a:chExt cx="892175" cy="152835"/>
          </a:xfrm>
        </p:grpSpPr>
        <p:sp>
          <p:nvSpPr>
            <p:cNvPr id="25" name="矩形 24"/>
            <p:cNvSpPr/>
            <p:nvPr/>
          </p:nvSpPr>
          <p:spPr>
            <a:xfrm>
              <a:off x="365125" y="565150"/>
              <a:ext cx="152835" cy="152835"/>
            </a:xfrm>
            <a:prstGeom prst="rect">
              <a:avLst/>
            </a:prstGeom>
            <a:solidFill>
              <a:srgbClr val="0067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4"/>
            </a:p>
          </p:txBody>
        </p:sp>
        <p:sp>
          <p:nvSpPr>
            <p:cNvPr id="26" name="矩形 25"/>
            <p:cNvSpPr/>
            <p:nvPr/>
          </p:nvSpPr>
          <p:spPr>
            <a:xfrm>
              <a:off x="559990" y="565150"/>
              <a:ext cx="152835" cy="152835"/>
            </a:xfrm>
            <a:prstGeom prst="rect">
              <a:avLst/>
            </a:prstGeom>
            <a:solidFill>
              <a:srgbClr val="0067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4"/>
            </a:p>
          </p:txBody>
        </p:sp>
        <p:sp>
          <p:nvSpPr>
            <p:cNvPr id="27" name="矩形 26"/>
            <p:cNvSpPr/>
            <p:nvPr/>
          </p:nvSpPr>
          <p:spPr>
            <a:xfrm flipH="1">
              <a:off x="758675" y="565150"/>
              <a:ext cx="498625" cy="152835"/>
            </a:xfrm>
            <a:prstGeom prst="rect">
              <a:avLst/>
            </a:prstGeom>
            <a:gradFill>
              <a:gsLst>
                <a:gs pos="56000">
                  <a:srgbClr val="0067B3">
                    <a:alpha val="94000"/>
                  </a:srgbClr>
                </a:gs>
                <a:gs pos="0">
                  <a:srgbClr val="0067B3">
                    <a:alpha val="0"/>
                  </a:srgbClr>
                </a:gs>
                <a:gs pos="100000">
                  <a:srgbClr val="0067B3"/>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4"/>
            </a:p>
          </p:txBody>
        </p:sp>
      </p:grpSp>
      <p:grpSp>
        <p:nvGrpSpPr>
          <p:cNvPr id="28" name="组合 27"/>
          <p:cNvGrpSpPr/>
          <p:nvPr userDrawn="1"/>
        </p:nvGrpSpPr>
        <p:grpSpPr>
          <a:xfrm rot="10800000">
            <a:off x="8212933" y="4626769"/>
            <a:ext cx="669131" cy="114627"/>
            <a:chOff x="365125" y="565150"/>
            <a:chExt cx="892175" cy="152835"/>
          </a:xfrm>
        </p:grpSpPr>
        <p:sp>
          <p:nvSpPr>
            <p:cNvPr id="29" name="矩形 28"/>
            <p:cNvSpPr/>
            <p:nvPr/>
          </p:nvSpPr>
          <p:spPr>
            <a:xfrm>
              <a:off x="365125" y="565150"/>
              <a:ext cx="152835" cy="152835"/>
            </a:xfrm>
            <a:prstGeom prst="rect">
              <a:avLst/>
            </a:prstGeom>
            <a:solidFill>
              <a:srgbClr val="0067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4"/>
            </a:p>
          </p:txBody>
        </p:sp>
        <p:sp>
          <p:nvSpPr>
            <p:cNvPr id="30" name="矩形 29"/>
            <p:cNvSpPr/>
            <p:nvPr/>
          </p:nvSpPr>
          <p:spPr>
            <a:xfrm>
              <a:off x="559990" y="565150"/>
              <a:ext cx="152835" cy="152835"/>
            </a:xfrm>
            <a:prstGeom prst="rect">
              <a:avLst/>
            </a:prstGeom>
            <a:solidFill>
              <a:srgbClr val="0067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4"/>
            </a:p>
          </p:txBody>
        </p:sp>
        <p:sp>
          <p:nvSpPr>
            <p:cNvPr id="31" name="矩形 30"/>
            <p:cNvSpPr/>
            <p:nvPr/>
          </p:nvSpPr>
          <p:spPr>
            <a:xfrm flipH="1">
              <a:off x="758675" y="565150"/>
              <a:ext cx="498625" cy="152835"/>
            </a:xfrm>
            <a:prstGeom prst="rect">
              <a:avLst/>
            </a:prstGeom>
            <a:gradFill>
              <a:gsLst>
                <a:gs pos="56000">
                  <a:srgbClr val="0067B3">
                    <a:alpha val="94000"/>
                  </a:srgbClr>
                </a:gs>
                <a:gs pos="0">
                  <a:srgbClr val="0067B3">
                    <a:alpha val="0"/>
                  </a:srgbClr>
                </a:gs>
                <a:gs pos="100000">
                  <a:srgbClr val="0067B3"/>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4"/>
            </a:p>
          </p:txBody>
        </p:sp>
      </p:grpSp>
      <p:sp>
        <p:nvSpPr>
          <p:cNvPr id="2" name="日期占位符 1"/>
          <p:cNvSpPr>
            <a:spLocks noGrp="1"/>
          </p:cNvSpPr>
          <p:nvPr>
            <p:ph type="dt" sz="half" idx="11"/>
          </p:nvPr>
        </p:nvSpPr>
        <p:spPr/>
        <p:txBody>
          <a:bodyPr/>
          <a:lstStyle/>
          <a:p>
            <a:endParaRPr lang="zh-CN" altLang="en-US" dirty="0"/>
          </a:p>
        </p:txBody>
      </p:sp>
      <p:sp>
        <p:nvSpPr>
          <p:cNvPr id="4" name="页脚占位符 3"/>
          <p:cNvSpPr>
            <a:spLocks noGrp="1"/>
          </p:cNvSpPr>
          <p:nvPr>
            <p:ph type="ftr" sz="quarter" idx="12"/>
          </p:nvPr>
        </p:nvSpPr>
        <p:spPr/>
        <p:txBody>
          <a:bodyPr/>
          <a:lstStyle/>
          <a:p>
            <a:endParaRPr lang="zh-CN" altLang="en-US"/>
          </a:p>
        </p:txBody>
      </p:sp>
      <p:sp>
        <p:nvSpPr>
          <p:cNvPr id="5" name="灯片编号占位符 4"/>
          <p:cNvSpPr>
            <a:spLocks noGrp="1"/>
          </p:cNvSpPr>
          <p:nvPr>
            <p:ph type="sldNum" sz="quarter" idx="13"/>
          </p:nvPr>
        </p:nvSpPr>
        <p:spPr>
          <a:xfrm>
            <a:off x="7957868" y="4767263"/>
            <a:ext cx="557482" cy="273844"/>
          </a:xfrm>
        </p:spPr>
        <p:txBody>
          <a:bodyPr/>
          <a:lstStyle/>
          <a:p>
            <a:fld id="{D0399D1A-D296-42B7-916E-50FBDB540DBE}" type="slidenum">
              <a:rPr lang="zh-CN" altLang="en-US" smtClean="0"/>
              <a:t>‹#›</a:t>
            </a:fld>
            <a:endParaRPr lang="zh-CN" altLang="en-US"/>
          </a:p>
        </p:txBody>
      </p:sp>
      <p:sp>
        <p:nvSpPr>
          <p:cNvPr id="7" name="文本占位符 6"/>
          <p:cNvSpPr>
            <a:spLocks noGrp="1"/>
          </p:cNvSpPr>
          <p:nvPr>
            <p:ph type="body" sz="quarter" idx="14" hasCustomPrompt="1"/>
          </p:nvPr>
        </p:nvSpPr>
        <p:spPr>
          <a:xfrm>
            <a:off x="942975" y="282179"/>
            <a:ext cx="6173391" cy="516731"/>
          </a:xfrm>
          <a:prstGeom prst="rect">
            <a:avLst/>
          </a:prstGeom>
        </p:spPr>
        <p:txBody>
          <a:bodyPr/>
          <a:lstStyle>
            <a:lvl1pPr marL="0" indent="0">
              <a:buNone/>
              <a:defRPr sz="2400">
                <a:solidFill>
                  <a:srgbClr val="067AB2"/>
                </a:solidFill>
                <a:latin typeface="+mj-ea"/>
                <a:ea typeface="+mj-ea"/>
              </a:defRPr>
            </a:lvl1pPr>
          </a:lstStyle>
          <a:p>
            <a:pPr lvl="0"/>
            <a:r>
              <a:rPr lang="zh-CN" altLang="en-US" dirty="0"/>
              <a:t>标题</a:t>
            </a:r>
          </a:p>
        </p:txBody>
      </p:sp>
      <p:sp>
        <p:nvSpPr>
          <p:cNvPr id="9" name="内容占位符 8"/>
          <p:cNvSpPr>
            <a:spLocks noGrp="1"/>
          </p:cNvSpPr>
          <p:nvPr>
            <p:ph sz="quarter" idx="15" hasCustomPrompt="1"/>
          </p:nvPr>
        </p:nvSpPr>
        <p:spPr>
          <a:xfrm>
            <a:off x="471487" y="1094185"/>
            <a:ext cx="7886700" cy="3287315"/>
          </a:xfrm>
          <a:prstGeom prst="rect">
            <a:avLst/>
          </a:prstGeom>
        </p:spPr>
        <p:txBody>
          <a:bodyPr/>
          <a:lstStyle>
            <a:lvl1pPr marL="0" indent="0">
              <a:buNone/>
              <a:defRPr sz="1800">
                <a:latin typeface="+mn-ea"/>
                <a:ea typeface="+mn-ea"/>
              </a:defRPr>
            </a:lvl1pPr>
            <a:lvl2pPr>
              <a:defRPr sz="1500">
                <a:latin typeface="+mn-ea"/>
                <a:ea typeface="+mn-ea"/>
              </a:defRPr>
            </a:lvl2pPr>
            <a:lvl3pPr>
              <a:defRPr sz="1500">
                <a:latin typeface="+mn-ea"/>
                <a:ea typeface="+mn-ea"/>
              </a:defRPr>
            </a:lvl3pPr>
            <a:lvl4pPr>
              <a:defRPr sz="1500">
                <a:latin typeface="+mn-ea"/>
                <a:ea typeface="+mn-ea"/>
              </a:defRPr>
            </a:lvl4pPr>
            <a:lvl5pPr>
              <a:defRPr sz="1500">
                <a:latin typeface="+mn-ea"/>
                <a:ea typeface="+mn-ea"/>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47668" y="259125"/>
            <a:ext cx="1750219" cy="557213"/>
          </a:xfrm>
          <a:prstGeom prst="rect">
            <a:avLst/>
          </a:prstGeom>
        </p:spPr>
      </p:pic>
    </p:spTree>
    <p:extLst>
      <p:ext uri="{BB962C8B-B14F-4D97-AF65-F5344CB8AC3E}">
        <p14:creationId xmlns:p14="http://schemas.microsoft.com/office/powerpoint/2010/main" val="2706887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media/image2.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77A5E09-A989-EE50-CBE0-5B84B7C6B823}"/>
              </a:ext>
            </a:extLst>
          </p:cNvPr>
          <p:cNvSpPr/>
          <p:nvPr userDrawn="1"/>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D5EB4511-BE1F-4AF2-1BFB-CE1AC6C1889A}"/>
              </a:ext>
            </a:extLst>
          </p:cNvPr>
          <p:cNvSpPr/>
          <p:nvPr userDrawn="1"/>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Shape 2">
            <a:extLst>
              <a:ext uri="{FF2B5EF4-FFF2-40B4-BE49-F238E27FC236}">
                <a16:creationId xmlns:a16="http://schemas.microsoft.com/office/drawing/2014/main" id="{7A46D629-FC4C-A26C-9ED7-964E26D8BC0B}"/>
              </a:ext>
            </a:extLst>
          </p:cNvPr>
          <p:cNvSpPr/>
          <p:nvPr userDrawn="1"/>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36A6941C-C507-20E9-7488-DC37410E8AAD}"/>
              </a:ext>
            </a:extLst>
          </p:cNvPr>
          <p:cNvSpPr/>
          <p:nvPr userDrawn="1"/>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C59E6006-31EA-7EC3-5B42-9B15E3826870}"/>
              </a:ext>
            </a:extLst>
          </p:cNvPr>
          <p:cNvSpPr/>
          <p:nvPr userDrawn="1"/>
        </p:nvSpPr>
        <p:spPr>
          <a:xfrm>
            <a:off x="967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F66885E7-16D3-570C-6E0C-5CEA1E47D30E}"/>
              </a:ext>
            </a:extLst>
          </p:cNvPr>
          <p:cNvSpPr/>
          <p:nvPr userDrawn="1"/>
        </p:nvSpPr>
        <p:spPr>
          <a:xfrm>
            <a:off x="532368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Text 10">
            <a:extLst>
              <a:ext uri="{FF2B5EF4-FFF2-40B4-BE49-F238E27FC236}">
                <a16:creationId xmlns:a16="http://schemas.microsoft.com/office/drawing/2014/main" id="{FDDDED04-DE6D-8A23-9734-CBD8EC18AFBB}"/>
              </a:ext>
            </a:extLst>
          </p:cNvPr>
          <p:cNvSpPr txBox="1"/>
          <p:nvPr userDrawn="1"/>
        </p:nvSpPr>
        <p:spPr>
          <a:xfrm>
            <a:off x="850696" y="1132005"/>
            <a:ext cx="7458075" cy="1143000"/>
          </a:xfrm>
          <a:prstGeom prst="rect">
            <a:avLst/>
          </a:prstGeom>
          <a:noFill/>
          <a:ln/>
        </p:spPr>
        <p:txBody>
          <a:bodyPr wrap="square" lIns="0" tIns="0" rIns="0" bIns="0" rtlCol="0" anchor="t">
            <a:spAutoFit/>
          </a:bodyPr>
          <a:lstStyle/>
          <a:p>
            <a:pPr marL="0" indent="0" algn="ctr">
              <a:lnSpc>
                <a:spcPct val="96000"/>
              </a:lnSpc>
              <a:buNone/>
            </a:pPr>
            <a:r>
              <a:rPr lang="en-US" sz="7500" b="1" dirty="0" err="1">
                <a:solidFill>
                  <a:srgbClr val="148577"/>
                </a:solidFill>
                <a:latin typeface="Microsoft YaHei" panose="020B0503020204020204" pitchFamily="34" charset="-122"/>
                <a:ea typeface="Microsoft YaHei" panose="020B0503020204020204" pitchFamily="34" charset="-122"/>
                <a:cs typeface="SourceHanSansSC-Regular"/>
              </a:rPr>
              <a:t>现代数据库系统</a:t>
            </a:r>
            <a:endParaRPr lang="en-US" sz="7500" dirty="0">
              <a:latin typeface="Microsoft YaHei" panose="020B0503020204020204" pitchFamily="34" charset="-122"/>
              <a:ea typeface="Microsoft YaHei" panose="020B0503020204020204" pitchFamily="34" charset="-122"/>
            </a:endParaRPr>
          </a:p>
        </p:txBody>
      </p:sp>
      <p:sp>
        <p:nvSpPr>
          <p:cNvPr id="12" name="Shape 11">
            <a:extLst>
              <a:ext uri="{FF2B5EF4-FFF2-40B4-BE49-F238E27FC236}">
                <a16:creationId xmlns:a16="http://schemas.microsoft.com/office/drawing/2014/main" id="{4A7A420D-D20D-ACF1-0AD2-FBB5D50E3E47}"/>
              </a:ext>
            </a:extLst>
          </p:cNvPr>
          <p:cNvSpPr/>
          <p:nvPr userDrawn="1"/>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2">
            <a:extLst>
              <a:ext uri="{FF2B5EF4-FFF2-40B4-BE49-F238E27FC236}">
                <a16:creationId xmlns:a16="http://schemas.microsoft.com/office/drawing/2014/main" id="{B24FEC78-DC58-F365-B3A6-CF612C3C3D3D}"/>
              </a:ext>
            </a:extLst>
          </p:cNvPr>
          <p:cNvSpPr/>
          <p:nvPr userDrawn="1"/>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3">
            <a:extLst>
              <a:ext uri="{FF2B5EF4-FFF2-40B4-BE49-F238E27FC236}">
                <a16:creationId xmlns:a16="http://schemas.microsoft.com/office/drawing/2014/main" id="{E5E5AD7E-2EDB-102E-868E-5EDD3D3A5750}"/>
              </a:ext>
            </a:extLst>
          </p:cNvPr>
          <p:cNvSpPr/>
          <p:nvPr userDrawn="1"/>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4">
            <a:extLst>
              <a:ext uri="{FF2B5EF4-FFF2-40B4-BE49-F238E27FC236}">
                <a16:creationId xmlns:a16="http://schemas.microsoft.com/office/drawing/2014/main" id="{6C0F6275-88C0-7C5A-C40B-0CAAB8E69EA0}"/>
              </a:ext>
            </a:extLst>
          </p:cNvPr>
          <p:cNvSpPr/>
          <p:nvPr userDrawn="1"/>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16" name="图片 15" descr="徽标&#10;&#10;AI 生成的内容可能不正确。">
            <a:extLst>
              <a:ext uri="{FF2B5EF4-FFF2-40B4-BE49-F238E27FC236}">
                <a16:creationId xmlns:a16="http://schemas.microsoft.com/office/drawing/2014/main" id="{EDE98BE7-674A-84A1-2E7B-FBEBE4418739}"/>
              </a:ext>
            </a:extLst>
          </p:cNvPr>
          <p:cNvPicPr>
            <a:picLocks noChangeAspect="1"/>
          </p:cNvPicPr>
          <p:nvPr userDrawn="1"/>
        </p:nvPicPr>
        <p:blipFill>
          <a:blip r:embed="rId8"/>
          <a:stretch>
            <a:fillRect/>
          </a:stretch>
        </p:blipFill>
        <p:spPr>
          <a:xfrm>
            <a:off x="4202034" y="220502"/>
            <a:ext cx="720574" cy="71890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75" r:id="rId2"/>
    <p:sldLayoutId id="2147483676" r:id="rId3"/>
    <p:sldLayoutId id="2147483677" r:id="rId4"/>
    <p:sldLayoutId id="2147483678" r:id="rId5"/>
    <p:sldLayoutId id="2147483679"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hape 3">
            <a:extLst>
              <a:ext uri="{FF2B5EF4-FFF2-40B4-BE49-F238E27FC236}">
                <a16:creationId xmlns:a16="http://schemas.microsoft.com/office/drawing/2014/main" id="{48BD775E-A6BB-AF91-6EFC-2B063F82EC31}"/>
              </a:ext>
            </a:extLst>
          </p:cNvPr>
          <p:cNvSpPr/>
          <p:nvPr userDrawn="1"/>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4">
            <a:extLst>
              <a:ext uri="{FF2B5EF4-FFF2-40B4-BE49-F238E27FC236}">
                <a16:creationId xmlns:a16="http://schemas.microsoft.com/office/drawing/2014/main" id="{54166899-177E-5114-DE19-9E2BA37EF7E6}"/>
              </a:ext>
            </a:extLst>
          </p:cNvPr>
          <p:cNvSpPr/>
          <p:nvPr userDrawn="1"/>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5">
            <a:extLst>
              <a:ext uri="{FF2B5EF4-FFF2-40B4-BE49-F238E27FC236}">
                <a16:creationId xmlns:a16="http://schemas.microsoft.com/office/drawing/2014/main" id="{4146F1E0-B708-B4FD-784D-C33CB18C5AC5}"/>
              </a:ext>
            </a:extLst>
          </p:cNvPr>
          <p:cNvSpPr/>
          <p:nvPr userDrawn="1"/>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6">
            <a:extLst>
              <a:ext uri="{FF2B5EF4-FFF2-40B4-BE49-F238E27FC236}">
                <a16:creationId xmlns:a16="http://schemas.microsoft.com/office/drawing/2014/main" id="{6C647A5F-A889-47DE-8145-E069CC2035D5}"/>
              </a:ext>
            </a:extLst>
          </p:cNvPr>
          <p:cNvSpPr/>
          <p:nvPr userDrawn="1"/>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 name="标题占位符 1">
            <a:extLst>
              <a:ext uri="{FF2B5EF4-FFF2-40B4-BE49-F238E27FC236}">
                <a16:creationId xmlns:a16="http://schemas.microsoft.com/office/drawing/2014/main" id="{2278CDFA-2A25-E47E-291E-DAD5455582A9}"/>
              </a:ext>
            </a:extLst>
          </p:cNvPr>
          <p:cNvSpPr>
            <a:spLocks noGrp="1"/>
          </p:cNvSpPr>
          <p:nvPr>
            <p:ph type="title"/>
          </p:nvPr>
        </p:nvSpPr>
        <p:spPr>
          <a:xfrm>
            <a:off x="636384" y="496310"/>
            <a:ext cx="7886700" cy="450000"/>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484D4848-4095-B8A8-7601-736321C30B2A}"/>
              </a:ext>
            </a:extLst>
          </p:cNvPr>
          <p:cNvSpPr>
            <a:spLocks noGrp="1"/>
          </p:cNvSpPr>
          <p:nvPr>
            <p:ph type="body" idx="1"/>
          </p:nvPr>
        </p:nvSpPr>
        <p:spPr>
          <a:xfrm>
            <a:off x="628650" y="1042761"/>
            <a:ext cx="7886700" cy="371155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06C317BE-E462-2C75-5469-1C523508EF1F}"/>
              </a:ext>
            </a:extLst>
          </p:cNvPr>
          <p:cNvSpPr>
            <a:spLocks noGrp="1"/>
          </p:cNvSpPr>
          <p:nvPr>
            <p:ph type="dt" sz="half" idx="2"/>
          </p:nvPr>
        </p:nvSpPr>
        <p:spPr>
          <a:xfrm>
            <a:off x="108180" y="4837864"/>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fld id="{32C5F372-D9EE-804B-82F0-7EE97B9B327A}" type="datetimeFigureOut">
              <a:rPr kumimoji="1" lang="zh-CN" altLang="en-US" smtClean="0"/>
              <a:t>2025/12/17</a:t>
            </a:fld>
            <a:endParaRPr kumimoji="1" lang="zh-CN" altLang="en-US"/>
          </a:p>
        </p:txBody>
      </p:sp>
      <p:sp>
        <p:nvSpPr>
          <p:cNvPr id="5" name="页脚占位符 4">
            <a:extLst>
              <a:ext uri="{FF2B5EF4-FFF2-40B4-BE49-F238E27FC236}">
                <a16:creationId xmlns:a16="http://schemas.microsoft.com/office/drawing/2014/main" id="{B4B16873-C63D-E592-2399-19A9BA46FA3E}"/>
              </a:ext>
            </a:extLst>
          </p:cNvPr>
          <p:cNvSpPr>
            <a:spLocks noGrp="1"/>
          </p:cNvSpPr>
          <p:nvPr>
            <p:ph type="ftr" sz="quarter" idx="3"/>
          </p:nvPr>
        </p:nvSpPr>
        <p:spPr>
          <a:xfrm>
            <a:off x="2418580" y="4837864"/>
            <a:ext cx="4309321"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17976924-03DF-39F8-46BE-34E7CD690DC7}"/>
              </a:ext>
            </a:extLst>
          </p:cNvPr>
          <p:cNvSpPr>
            <a:spLocks noGrp="1"/>
          </p:cNvSpPr>
          <p:nvPr>
            <p:ph type="sldNum" sz="quarter" idx="4"/>
          </p:nvPr>
        </p:nvSpPr>
        <p:spPr>
          <a:xfrm>
            <a:off x="6976475" y="4837864"/>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E4D6AEF-96BF-6F44-8EB2-095946A83C6B}" type="slidenum">
              <a:rPr kumimoji="1" lang="zh-CN" altLang="en-US" smtClean="0"/>
              <a:t>‹#›</a:t>
            </a:fld>
            <a:endParaRPr kumimoji="1" lang="zh-CN" altLang="en-US"/>
          </a:p>
        </p:txBody>
      </p:sp>
      <p:sp>
        <p:nvSpPr>
          <p:cNvPr id="14" name="Shape 7">
            <a:extLst>
              <a:ext uri="{FF2B5EF4-FFF2-40B4-BE49-F238E27FC236}">
                <a16:creationId xmlns:a16="http://schemas.microsoft.com/office/drawing/2014/main" id="{1F21A128-D704-BDA2-A63B-684FE57E79B8}"/>
              </a:ext>
            </a:extLst>
          </p:cNvPr>
          <p:cNvSpPr/>
          <p:nvPr userDrawn="1"/>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8">
            <a:extLst>
              <a:ext uri="{FF2B5EF4-FFF2-40B4-BE49-F238E27FC236}">
                <a16:creationId xmlns:a16="http://schemas.microsoft.com/office/drawing/2014/main" id="{14A059BF-47BE-5BB1-8DA8-90126974B398}"/>
              </a:ext>
            </a:extLst>
          </p:cNvPr>
          <p:cNvSpPr/>
          <p:nvPr userDrawn="1"/>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9">
            <a:extLst>
              <a:ext uri="{FF2B5EF4-FFF2-40B4-BE49-F238E27FC236}">
                <a16:creationId xmlns:a16="http://schemas.microsoft.com/office/drawing/2014/main" id="{A7018654-3D44-3124-08A9-CA34B688DD24}"/>
              </a:ext>
            </a:extLst>
          </p:cNvPr>
          <p:cNvSpPr/>
          <p:nvPr userDrawn="1"/>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Shape 10">
            <a:extLst>
              <a:ext uri="{FF2B5EF4-FFF2-40B4-BE49-F238E27FC236}">
                <a16:creationId xmlns:a16="http://schemas.microsoft.com/office/drawing/2014/main" id="{7E5317B9-228B-7072-CC18-E34F4B4EBA25}"/>
              </a:ext>
            </a:extLst>
          </p:cNvPr>
          <p:cNvSpPr/>
          <p:nvPr userDrawn="1"/>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24" name="图片 23" descr="徽标&#10;&#10;AI 生成的内容可能不正确。">
            <a:extLst>
              <a:ext uri="{FF2B5EF4-FFF2-40B4-BE49-F238E27FC236}">
                <a16:creationId xmlns:a16="http://schemas.microsoft.com/office/drawing/2014/main" id="{62C8AEBD-E604-303F-0750-962701B7B3EC}"/>
              </a:ext>
            </a:extLst>
          </p:cNvPr>
          <p:cNvPicPr>
            <a:picLocks noChangeAspect="1"/>
          </p:cNvPicPr>
          <p:nvPr userDrawn="1"/>
        </p:nvPicPr>
        <p:blipFill>
          <a:blip r:embed="rId14"/>
          <a:stretch>
            <a:fillRect/>
          </a:stretch>
        </p:blipFill>
        <p:spPr>
          <a:xfrm>
            <a:off x="108180" y="119599"/>
            <a:ext cx="334861" cy="334084"/>
          </a:xfrm>
          <a:prstGeom prst="rect">
            <a:avLst/>
          </a:prstGeom>
        </p:spPr>
      </p:pic>
      <p:pic>
        <p:nvPicPr>
          <p:cNvPr id="26" name="图片 25" descr="图标&#10;&#10;AI 生成的内容可能不正确。">
            <a:extLst>
              <a:ext uri="{FF2B5EF4-FFF2-40B4-BE49-F238E27FC236}">
                <a16:creationId xmlns:a16="http://schemas.microsoft.com/office/drawing/2014/main" id="{14CEF7CC-1A6F-833C-43E2-2A43880720CF}"/>
              </a:ext>
            </a:extLst>
          </p:cNvPr>
          <p:cNvPicPr>
            <a:picLocks noChangeAspect="1"/>
          </p:cNvPicPr>
          <p:nvPr userDrawn="1"/>
        </p:nvPicPr>
        <p:blipFill>
          <a:blip r:embed="rId15"/>
          <a:stretch>
            <a:fillRect/>
          </a:stretch>
        </p:blipFill>
        <p:spPr>
          <a:xfrm>
            <a:off x="502271" y="173422"/>
            <a:ext cx="775858" cy="226438"/>
          </a:xfrm>
          <a:prstGeom prst="rect">
            <a:avLst/>
          </a:prstGeom>
        </p:spPr>
      </p:pic>
      <p:pic>
        <p:nvPicPr>
          <p:cNvPr id="27" name="图片 26">
            <a:extLst>
              <a:ext uri="{FF2B5EF4-FFF2-40B4-BE49-F238E27FC236}">
                <a16:creationId xmlns:a16="http://schemas.microsoft.com/office/drawing/2014/main" id="{E1E95B03-867E-A128-6B62-0A757D65EE27}"/>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7083469" y="109496"/>
            <a:ext cx="398937" cy="303725"/>
          </a:xfrm>
          <a:prstGeom prst="rect">
            <a:avLst/>
          </a:prstGeom>
        </p:spPr>
      </p:pic>
      <p:sp>
        <p:nvSpPr>
          <p:cNvPr id="28" name="文本框 27">
            <a:extLst>
              <a:ext uri="{FF2B5EF4-FFF2-40B4-BE49-F238E27FC236}">
                <a16:creationId xmlns:a16="http://schemas.microsoft.com/office/drawing/2014/main" id="{621E1DA3-B30E-3828-B884-151B4CA5132C}"/>
              </a:ext>
            </a:extLst>
          </p:cNvPr>
          <p:cNvSpPr txBox="1"/>
          <p:nvPr userDrawn="1"/>
        </p:nvSpPr>
        <p:spPr>
          <a:xfrm>
            <a:off x="7482406" y="148141"/>
            <a:ext cx="1723549" cy="276999"/>
          </a:xfrm>
          <a:prstGeom prst="rect">
            <a:avLst/>
          </a:prstGeom>
          <a:noFill/>
        </p:spPr>
        <p:txBody>
          <a:bodyPr wrap="none" rtlCol="0">
            <a:spAutoFit/>
          </a:bodyPr>
          <a:lstStyle/>
          <a:p>
            <a:r>
              <a:rPr kumimoji="1" lang="zh-CN" altLang="en-US" sz="1200" b="1" dirty="0">
                <a:solidFill>
                  <a:srgbClr val="C00000"/>
                </a:solidFill>
                <a:latin typeface="Microsoft YaHei" panose="020B0503020204020204" pitchFamily="34" charset="-122"/>
                <a:ea typeface="Microsoft YaHei" panose="020B0503020204020204" pitchFamily="34" charset="-122"/>
              </a:rPr>
              <a:t>珞珈图腾数据库实验室</a:t>
            </a:r>
          </a:p>
        </p:txBody>
      </p:sp>
    </p:spTree>
    <p:extLst>
      <p:ext uri="{BB962C8B-B14F-4D97-AF65-F5344CB8AC3E}">
        <p14:creationId xmlns:p14="http://schemas.microsoft.com/office/powerpoint/2010/main" val="1716981101"/>
      </p:ext>
    </p:extLst>
  </p:cSld>
  <p:clrMap bg1="lt1" tx1="dk1" bg2="lt2" tx2="dk2" accent1="accent1" accent2="accent2" accent3="accent3" accent4="accent4" accent5="accent5" accent6="accent6" hlink="hlink" folHlink="folHlink"/>
  <p:sldLayoutIdLst>
    <p:sldLayoutId id="2147483674"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80" r:id="rId12"/>
  </p:sldLayoutIdLst>
  <p:txStyles>
    <p:titleStyle>
      <a:lvl1pPr algn="l" defTabSz="914400" rtl="0" eaLnBrk="1" latinLnBrk="0" hangingPunct="1">
        <a:lnSpc>
          <a:spcPct val="90000"/>
        </a:lnSpc>
        <a:spcBef>
          <a:spcPct val="0"/>
        </a:spcBef>
        <a:buNone/>
        <a:defRPr sz="2500" b="1" kern="1200">
          <a:solidFill>
            <a:srgbClr val="00B0F0"/>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8.xml"/><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3" name="Shape 1"/>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Shape 2"/>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 name="Shape 3"/>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p:cNvSpPr/>
          <p:nvPr/>
        </p:nvSpPr>
        <p:spPr>
          <a:xfrm>
            <a:off x="967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p:cNvSpPr/>
          <p:nvPr/>
        </p:nvSpPr>
        <p:spPr>
          <a:xfrm>
            <a:off x="5323689" y="549846"/>
            <a:ext cx="3835005" cy="47625"/>
          </a:xfrm>
          <a:custGeom>
            <a:avLst/>
            <a:gdLst/>
            <a:ahLst/>
            <a:cxnLst/>
            <a:rect l="l" t="t" r="r" b="b"/>
            <a:pathLst>
              <a:path w="3835005" h="47625">
                <a:moveTo>
                  <a:pt x="0" y="0"/>
                </a:moveTo>
                <a:lnTo>
                  <a:pt x="3835005" y="0"/>
                </a:lnTo>
                <a:lnTo>
                  <a:pt x="3835005" y="47625"/>
                </a:lnTo>
                <a:lnTo>
                  <a:pt x="0" y="47625"/>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Text 7"/>
          <p:cNvSpPr txBox="1"/>
          <p:nvPr/>
        </p:nvSpPr>
        <p:spPr>
          <a:xfrm>
            <a:off x="850696" y="2405632"/>
            <a:ext cx="7458075" cy="642035"/>
          </a:xfrm>
          <a:prstGeom prst="rect">
            <a:avLst/>
          </a:prstGeom>
          <a:noFill/>
          <a:ln/>
        </p:spPr>
        <p:txBody>
          <a:bodyPr wrap="square" lIns="0" tIns="0" rIns="0" bIns="0" rtlCol="0" anchor="t">
            <a:spAutoFit/>
          </a:bodyPr>
          <a:lstStyle/>
          <a:p>
            <a:pPr marL="0" indent="0" algn="ctr">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分布式数据库</a:t>
            </a:r>
            <a:endParaRPr lang="en-US" sz="4346" dirty="0">
              <a:latin typeface="Microsoft YaHei" panose="020B0503020204020204" pitchFamily="34" charset="-122"/>
              <a:ea typeface="Microsoft YaHei" panose="020B0503020204020204" pitchFamily="34" charset="-122"/>
            </a:endParaRPr>
          </a:p>
        </p:txBody>
      </p:sp>
      <p:sp>
        <p:nvSpPr>
          <p:cNvPr id="10" name="Text 8"/>
          <p:cNvSpPr txBox="1"/>
          <p:nvPr/>
        </p:nvSpPr>
        <p:spPr>
          <a:xfrm>
            <a:off x="3415301" y="3365015"/>
            <a:ext cx="2328863" cy="864147"/>
          </a:xfrm>
          <a:prstGeom prst="rect">
            <a:avLst/>
          </a:prstGeom>
          <a:noFill/>
          <a:ln/>
        </p:spPr>
        <p:txBody>
          <a:bodyPr wrap="square" lIns="0" tIns="0" rIns="0" bIns="0" rtlCol="0" anchor="t">
            <a:spAutoFit/>
          </a:bodyPr>
          <a:lstStyle/>
          <a:p>
            <a:pPr marL="0" indent="0" algn="ctr">
              <a:lnSpc>
                <a:spcPct val="96000"/>
              </a:lnSpc>
              <a:buNone/>
            </a:pPr>
            <a:r>
              <a:rPr lang="zh-CN" altLang="en-US" b="1" dirty="0">
                <a:solidFill>
                  <a:srgbClr val="4E4646"/>
                </a:solidFill>
                <a:latin typeface="Microsoft YaHei" panose="020B0503020204020204" pitchFamily="34" charset="-122"/>
                <a:ea typeface="Microsoft YaHei" panose="020B0503020204020204" pitchFamily="34" charset="-122"/>
                <a:cs typeface="SourceHanSansSC-Regular"/>
              </a:rPr>
              <a:t>彭煜玮</a:t>
            </a:r>
            <a:endParaRPr lang="en-US" altLang="zh-CN" b="1" dirty="0">
              <a:solidFill>
                <a:srgbClr val="4E4646"/>
              </a:solidFill>
              <a:latin typeface="Microsoft YaHei" panose="020B0503020204020204" pitchFamily="34" charset="-122"/>
              <a:ea typeface="Microsoft YaHei" panose="020B0503020204020204" pitchFamily="34" charset="-122"/>
              <a:cs typeface="SourceHanSansSC-Regular"/>
            </a:endParaRPr>
          </a:p>
          <a:p>
            <a:pPr marL="0" indent="0" algn="ctr">
              <a:lnSpc>
                <a:spcPct val="96000"/>
              </a:lnSpc>
              <a:buNone/>
            </a:pPr>
            <a:r>
              <a:rPr lang="en-US" altLang="zh-CN" sz="1350" dirty="0" err="1">
                <a:solidFill>
                  <a:srgbClr val="4E4646"/>
                </a:solidFill>
                <a:latin typeface="Microsoft YaHei" panose="020B0503020204020204" pitchFamily="34" charset="-122"/>
                <a:ea typeface="Microsoft YaHei" panose="020B0503020204020204" pitchFamily="34" charset="-122"/>
                <a:cs typeface="SourceHanSansSC-Regular"/>
              </a:rPr>
              <a:t>ywpeng@whu.edu.cn</a:t>
            </a:r>
            <a:endParaRPr lang="en-US" altLang="zh-CN" sz="1350" dirty="0">
              <a:solidFill>
                <a:srgbClr val="4E4646"/>
              </a:solidFill>
              <a:latin typeface="Microsoft YaHei" panose="020B0503020204020204" pitchFamily="34" charset="-122"/>
              <a:ea typeface="Microsoft YaHei" panose="020B0503020204020204" pitchFamily="34" charset="-122"/>
              <a:cs typeface="SourceHanSansSC-Regular"/>
            </a:endParaRPr>
          </a:p>
          <a:p>
            <a:pPr marL="0" indent="0" algn="ctr">
              <a:lnSpc>
                <a:spcPct val="96000"/>
              </a:lnSpc>
              <a:buNone/>
            </a:pPr>
            <a:r>
              <a:rPr lang="zh-CN" altLang="en-US" sz="1350" dirty="0">
                <a:solidFill>
                  <a:srgbClr val="4E4646"/>
                </a:solidFill>
                <a:latin typeface="Microsoft YaHei" panose="020B0503020204020204" pitchFamily="34" charset="-122"/>
                <a:ea typeface="Microsoft YaHei" panose="020B0503020204020204" pitchFamily="34" charset="-122"/>
              </a:rPr>
              <a:t>珞珈图腾数据库实验室</a:t>
            </a:r>
            <a:endParaRPr lang="en-US" altLang="zh-CN" sz="1350" dirty="0">
              <a:solidFill>
                <a:srgbClr val="4E4646"/>
              </a:solidFill>
              <a:latin typeface="Microsoft YaHei" panose="020B0503020204020204" pitchFamily="34" charset="-122"/>
              <a:ea typeface="Microsoft YaHei" panose="020B0503020204020204" pitchFamily="34" charset="-122"/>
            </a:endParaRPr>
          </a:p>
          <a:p>
            <a:pPr marL="0" indent="0" algn="ctr">
              <a:lnSpc>
                <a:spcPct val="96000"/>
              </a:lnSpc>
              <a:buNone/>
            </a:pPr>
            <a:r>
              <a:rPr lang="en-US" altLang="zh-CN" sz="1350" dirty="0">
                <a:solidFill>
                  <a:srgbClr val="4E4646"/>
                </a:solidFill>
                <a:latin typeface="Microsoft YaHei" panose="020B0503020204020204" pitchFamily="34" charset="-122"/>
                <a:ea typeface="Microsoft YaHei" panose="020B0503020204020204" pitchFamily="34" charset="-122"/>
              </a:rPr>
              <a:t>2025.9.1</a:t>
            </a:r>
            <a:endParaRPr lang="en-US" sz="1350" dirty="0">
              <a:latin typeface="Microsoft YaHei" panose="020B0503020204020204" pitchFamily="34" charset="-122"/>
              <a:ea typeface="Microsoft YaHei" panose="020B0503020204020204" pitchFamily="34" charset="-122"/>
            </a:endParaRPr>
          </a:p>
        </p:txBody>
      </p:sp>
      <p:sp>
        <p:nvSpPr>
          <p:cNvPr id="12" name="Text 10"/>
          <p:cNvSpPr txBox="1"/>
          <p:nvPr/>
        </p:nvSpPr>
        <p:spPr>
          <a:xfrm>
            <a:off x="850696" y="1132005"/>
            <a:ext cx="7458075" cy="1143000"/>
          </a:xfrm>
          <a:prstGeom prst="rect">
            <a:avLst/>
          </a:prstGeom>
          <a:noFill/>
          <a:ln/>
        </p:spPr>
        <p:txBody>
          <a:bodyPr wrap="square" lIns="0" tIns="0" rIns="0" bIns="0" rtlCol="0" anchor="t">
            <a:spAutoFit/>
          </a:bodyPr>
          <a:lstStyle/>
          <a:p>
            <a:pPr marL="0" indent="0" algn="ctr">
              <a:lnSpc>
                <a:spcPct val="96000"/>
              </a:lnSpc>
              <a:buNone/>
            </a:pPr>
            <a:r>
              <a:rPr lang="en-US" sz="7500" b="1" dirty="0" err="1">
                <a:solidFill>
                  <a:srgbClr val="148577"/>
                </a:solidFill>
                <a:latin typeface="Microsoft YaHei" panose="020B0503020204020204" pitchFamily="34" charset="-122"/>
                <a:ea typeface="Microsoft YaHei" panose="020B0503020204020204" pitchFamily="34" charset="-122"/>
                <a:cs typeface="SourceHanSansSC-Regular"/>
              </a:rPr>
              <a:t>现代数据库系统</a:t>
            </a:r>
            <a:endParaRPr lang="en-US" sz="7500" dirty="0">
              <a:latin typeface="Microsoft YaHei" panose="020B0503020204020204" pitchFamily="34" charset="-122"/>
              <a:ea typeface="Microsoft YaHei" panose="020B0503020204020204" pitchFamily="34" charset="-122"/>
            </a:endParaRPr>
          </a:p>
        </p:txBody>
      </p:sp>
      <p:sp>
        <p:nvSpPr>
          <p:cNvPr id="13" name="Shape 11"/>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18" name="图片 17" descr="徽标&#10;&#10;AI 生成的内容可能不正确。">
            <a:extLst>
              <a:ext uri="{FF2B5EF4-FFF2-40B4-BE49-F238E27FC236}">
                <a16:creationId xmlns:a16="http://schemas.microsoft.com/office/drawing/2014/main" id="{7F51767B-B579-4F1A-972C-0571B613E027}"/>
              </a:ext>
            </a:extLst>
          </p:cNvPr>
          <p:cNvPicPr>
            <a:picLocks noChangeAspect="1"/>
          </p:cNvPicPr>
          <p:nvPr/>
        </p:nvPicPr>
        <p:blipFill>
          <a:blip r:embed="rId3"/>
          <a:stretch>
            <a:fillRect/>
          </a:stretch>
        </p:blipFill>
        <p:spPr>
          <a:xfrm>
            <a:off x="4202034" y="220502"/>
            <a:ext cx="720574" cy="7189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BEA37-B35A-461E-1D24-C13D7EC8588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9000886-AFFD-56BD-B952-DA7210E3E4FC}"/>
              </a:ext>
            </a:extLst>
          </p:cNvPr>
          <p:cNvSpPr/>
          <p:nvPr/>
        </p:nvSpPr>
        <p:spPr>
          <a:xfrm>
            <a:off x="0" y="0"/>
            <a:ext cx="2793931" cy="5137945"/>
          </a:xfrm>
          <a:custGeom>
            <a:avLst/>
            <a:gdLst/>
            <a:ahLst/>
            <a:cxnLst/>
            <a:rect l="l" t="t" r="r" b="b"/>
            <a:pathLst>
              <a:path w="2793931" h="5137945">
                <a:moveTo>
                  <a:pt x="0" y="0"/>
                </a:moveTo>
                <a:lnTo>
                  <a:pt x="0" y="5137945"/>
                </a:lnTo>
                <a:lnTo>
                  <a:pt x="2793931" y="5137945"/>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3" name="Image 0" descr="//img.tukuppt.com/aippt_uploads/55004950/24/11/16/67383893e246f.png">
            <a:extLst>
              <a:ext uri="{FF2B5EF4-FFF2-40B4-BE49-F238E27FC236}">
                <a16:creationId xmlns:a16="http://schemas.microsoft.com/office/drawing/2014/main" id="{03F35EAD-5834-1449-36DA-1D10B7CA70C1}"/>
              </a:ext>
            </a:extLst>
          </p:cNvPr>
          <p:cNvPicPr>
            <a:picLocks noChangeAspect="1"/>
          </p:cNvPicPr>
          <p:nvPr/>
        </p:nvPicPr>
        <p:blipFill>
          <a:blip r:embed="rId3"/>
          <a:stretch>
            <a:fillRect/>
          </a:stretch>
        </p:blipFill>
        <p:spPr>
          <a:xfrm>
            <a:off x="238269" y="0"/>
            <a:ext cx="5168105" cy="5130104"/>
          </a:xfrm>
          <a:prstGeom prst="rect">
            <a:avLst/>
          </a:prstGeom>
        </p:spPr>
      </p:pic>
      <p:sp>
        <p:nvSpPr>
          <p:cNvPr id="4" name="Shape 1">
            <a:extLst>
              <a:ext uri="{FF2B5EF4-FFF2-40B4-BE49-F238E27FC236}">
                <a16:creationId xmlns:a16="http://schemas.microsoft.com/office/drawing/2014/main" id="{448AEA9C-9DD2-33B3-EC02-608EF99CCE25}"/>
              </a:ext>
            </a:extLst>
          </p:cNvPr>
          <p:cNvSpPr/>
          <p:nvPr/>
        </p:nvSpPr>
        <p:spPr>
          <a:xfrm>
            <a:off x="2673559" y="317538"/>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 name="Shape 2">
            <a:extLst>
              <a:ext uri="{FF2B5EF4-FFF2-40B4-BE49-F238E27FC236}">
                <a16:creationId xmlns:a16="http://schemas.microsoft.com/office/drawing/2014/main" id="{EF92AF7E-451F-E748-BA2E-401C504E4DDA}"/>
              </a:ext>
            </a:extLst>
          </p:cNvPr>
          <p:cNvSpPr/>
          <p:nvPr/>
        </p:nvSpPr>
        <p:spPr>
          <a:xfrm>
            <a:off x="2958335" y="902862"/>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3">
            <a:extLst>
              <a:ext uri="{FF2B5EF4-FFF2-40B4-BE49-F238E27FC236}">
                <a16:creationId xmlns:a16="http://schemas.microsoft.com/office/drawing/2014/main" id="{F61FA37D-075D-14BD-9645-F1C81C19CE65}"/>
              </a:ext>
            </a:extLst>
          </p:cNvPr>
          <p:cNvSpPr/>
          <p:nvPr/>
        </p:nvSpPr>
        <p:spPr>
          <a:xfrm>
            <a:off x="3270133" y="1502856"/>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4">
            <a:extLst>
              <a:ext uri="{FF2B5EF4-FFF2-40B4-BE49-F238E27FC236}">
                <a16:creationId xmlns:a16="http://schemas.microsoft.com/office/drawing/2014/main" id="{C667756B-9411-48D2-3564-A82E17B753C3}"/>
              </a:ext>
            </a:extLst>
          </p:cNvPr>
          <p:cNvSpPr/>
          <p:nvPr/>
        </p:nvSpPr>
        <p:spPr>
          <a:xfrm>
            <a:off x="3652061" y="2135508"/>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Text 6">
            <a:extLst>
              <a:ext uri="{FF2B5EF4-FFF2-40B4-BE49-F238E27FC236}">
                <a16:creationId xmlns:a16="http://schemas.microsoft.com/office/drawing/2014/main" id="{502E12E3-3875-727C-3AFC-A29B00A4EAC4}"/>
              </a:ext>
            </a:extLst>
          </p:cNvPr>
          <p:cNvSpPr txBox="1"/>
          <p:nvPr/>
        </p:nvSpPr>
        <p:spPr>
          <a:xfrm>
            <a:off x="2724280" y="434934"/>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01</a:t>
            </a:r>
            <a:endParaRPr lang="en-US" sz="1800" dirty="0">
              <a:latin typeface="Microsoft YaHei" panose="020B0503020204020204" pitchFamily="34" charset="-122"/>
              <a:ea typeface="Microsoft YaHei" panose="020B0503020204020204" pitchFamily="34" charset="-122"/>
            </a:endParaRPr>
          </a:p>
        </p:txBody>
      </p:sp>
      <p:sp>
        <p:nvSpPr>
          <p:cNvPr id="10" name="Text 7">
            <a:extLst>
              <a:ext uri="{FF2B5EF4-FFF2-40B4-BE49-F238E27FC236}">
                <a16:creationId xmlns:a16="http://schemas.microsoft.com/office/drawing/2014/main" id="{18187866-10A3-BE3C-1D06-10E193335959}"/>
              </a:ext>
            </a:extLst>
          </p:cNvPr>
          <p:cNvSpPr txBox="1"/>
          <p:nvPr/>
        </p:nvSpPr>
        <p:spPr>
          <a:xfrm>
            <a:off x="3009056" y="1020258"/>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02</a:t>
            </a:r>
            <a:endParaRPr lang="en-US" sz="1800" dirty="0">
              <a:latin typeface="Microsoft YaHei" panose="020B0503020204020204" pitchFamily="34" charset="-122"/>
              <a:ea typeface="Microsoft YaHei" panose="020B0503020204020204" pitchFamily="34" charset="-122"/>
            </a:endParaRPr>
          </a:p>
        </p:txBody>
      </p:sp>
      <p:sp>
        <p:nvSpPr>
          <p:cNvPr id="11" name="Text 8">
            <a:extLst>
              <a:ext uri="{FF2B5EF4-FFF2-40B4-BE49-F238E27FC236}">
                <a16:creationId xmlns:a16="http://schemas.microsoft.com/office/drawing/2014/main" id="{9C2A02D7-A019-7510-A4B4-C1297A2AD4DB}"/>
              </a:ext>
            </a:extLst>
          </p:cNvPr>
          <p:cNvSpPr txBox="1"/>
          <p:nvPr/>
        </p:nvSpPr>
        <p:spPr>
          <a:xfrm>
            <a:off x="3324855" y="1620252"/>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03</a:t>
            </a:r>
            <a:endParaRPr lang="en-US" sz="1800" dirty="0">
              <a:latin typeface="Microsoft YaHei" panose="020B0503020204020204" pitchFamily="34" charset="-122"/>
              <a:ea typeface="Microsoft YaHei" panose="020B0503020204020204" pitchFamily="34" charset="-122"/>
            </a:endParaRPr>
          </a:p>
        </p:txBody>
      </p:sp>
      <p:sp>
        <p:nvSpPr>
          <p:cNvPr id="12" name="Text 9">
            <a:extLst>
              <a:ext uri="{FF2B5EF4-FFF2-40B4-BE49-F238E27FC236}">
                <a16:creationId xmlns:a16="http://schemas.microsoft.com/office/drawing/2014/main" id="{8E862182-2E4F-2ECA-503D-327F44343547}"/>
              </a:ext>
            </a:extLst>
          </p:cNvPr>
          <p:cNvSpPr txBox="1"/>
          <p:nvPr/>
        </p:nvSpPr>
        <p:spPr>
          <a:xfrm>
            <a:off x="3702782" y="2252904"/>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04</a:t>
            </a:r>
            <a:endParaRPr lang="en-US" sz="1800" dirty="0">
              <a:latin typeface="Microsoft YaHei" panose="020B0503020204020204" pitchFamily="34" charset="-122"/>
              <a:ea typeface="Microsoft YaHei" panose="020B0503020204020204" pitchFamily="34" charset="-122"/>
            </a:endParaRPr>
          </a:p>
        </p:txBody>
      </p:sp>
      <p:sp>
        <p:nvSpPr>
          <p:cNvPr id="14" name="Text 11">
            <a:extLst>
              <a:ext uri="{FF2B5EF4-FFF2-40B4-BE49-F238E27FC236}">
                <a16:creationId xmlns:a16="http://schemas.microsoft.com/office/drawing/2014/main" id="{17138A35-2F47-02F9-F0EC-FF8863E74859}"/>
              </a:ext>
            </a:extLst>
          </p:cNvPr>
          <p:cNvSpPr txBox="1"/>
          <p:nvPr/>
        </p:nvSpPr>
        <p:spPr>
          <a:xfrm>
            <a:off x="7639544" y="1813676"/>
            <a:ext cx="952500" cy="1233488"/>
          </a:xfrm>
          <a:prstGeom prst="rect">
            <a:avLst/>
          </a:prstGeom>
          <a:noFill/>
          <a:ln/>
        </p:spPr>
        <p:txBody>
          <a:bodyPr wrap="square" lIns="0" tIns="0" rIns="0" bIns="0" rtlCol="0" anchor="t">
            <a:spAutoFit/>
          </a:bodyPr>
          <a:lstStyle/>
          <a:p>
            <a:pPr marL="0" indent="0" algn="ctr">
              <a:lnSpc>
                <a:spcPct val="96000"/>
              </a:lnSpc>
              <a:buNone/>
            </a:pPr>
            <a:r>
              <a:rPr lang="zh-CN" altLang="en-US" sz="4050" b="1" dirty="0">
                <a:solidFill>
                  <a:srgbClr val="FD5220"/>
                </a:solidFill>
                <a:latin typeface="Microsoft YaHei" panose="020B0503020204020204" pitchFamily="34" charset="-122"/>
                <a:ea typeface="Microsoft YaHei" panose="020B0503020204020204" pitchFamily="34" charset="-122"/>
                <a:cs typeface="SourceHanSansSC-Regular"/>
              </a:rPr>
              <a:t>目录</a:t>
            </a:r>
            <a:endParaRPr lang="en-US" sz="4050" dirty="0">
              <a:latin typeface="Microsoft YaHei" panose="020B0503020204020204" pitchFamily="34" charset="-122"/>
              <a:ea typeface="Microsoft YaHei" panose="020B0503020204020204" pitchFamily="34" charset="-122"/>
            </a:endParaRPr>
          </a:p>
        </p:txBody>
      </p:sp>
      <p:sp>
        <p:nvSpPr>
          <p:cNvPr id="15" name="Text 12">
            <a:extLst>
              <a:ext uri="{FF2B5EF4-FFF2-40B4-BE49-F238E27FC236}">
                <a16:creationId xmlns:a16="http://schemas.microsoft.com/office/drawing/2014/main" id="{EA1B1183-E5C6-D0DD-E1B3-F3C319386763}"/>
              </a:ext>
            </a:extLst>
          </p:cNvPr>
          <p:cNvSpPr txBox="1"/>
          <p:nvPr/>
        </p:nvSpPr>
        <p:spPr>
          <a:xfrm rot="5400000">
            <a:off x="7762079" y="2279595"/>
            <a:ext cx="1880497" cy="265907"/>
          </a:xfrm>
          <a:prstGeom prst="rect">
            <a:avLst/>
          </a:prstGeom>
          <a:noFill/>
          <a:ln/>
        </p:spPr>
        <p:txBody>
          <a:bodyPr wrap="square" lIns="0" tIns="0" rIns="0" bIns="0" rtlCol="0" anchor="t">
            <a:spAutoFit/>
          </a:bodyPr>
          <a:lstStyle/>
          <a:p>
            <a:pPr marL="0" indent="0" algn="ctr">
              <a:lnSpc>
                <a:spcPct val="96000"/>
              </a:lnSpc>
              <a:buNone/>
            </a:pPr>
            <a:r>
              <a:rPr lang="en" altLang="en-US" sz="1800" b="1" kern="0" spc="525" dirty="0">
                <a:solidFill>
                  <a:srgbClr val="FD5220"/>
                </a:solidFill>
                <a:latin typeface="Microsoft YaHei" panose="020B0503020204020204" pitchFamily="34" charset="-122"/>
                <a:ea typeface="Microsoft YaHei" panose="020B0503020204020204" pitchFamily="34" charset="-122"/>
                <a:cs typeface="SourceHanSansSC-Regular"/>
              </a:rPr>
              <a:t>CONTENTS</a:t>
            </a:r>
            <a:endParaRPr lang="en-US" sz="1800" dirty="0">
              <a:latin typeface="Microsoft YaHei" panose="020B0503020204020204" pitchFamily="34" charset="-122"/>
              <a:ea typeface="Microsoft YaHei" panose="020B0503020204020204" pitchFamily="34" charset="-122"/>
            </a:endParaRPr>
          </a:p>
        </p:txBody>
      </p:sp>
      <p:sp>
        <p:nvSpPr>
          <p:cNvPr id="16" name="Text 13">
            <a:extLst>
              <a:ext uri="{FF2B5EF4-FFF2-40B4-BE49-F238E27FC236}">
                <a16:creationId xmlns:a16="http://schemas.microsoft.com/office/drawing/2014/main" id="{283B7563-B89B-B00F-0CF1-EE66E2BA755A}"/>
              </a:ext>
            </a:extLst>
          </p:cNvPr>
          <p:cNvSpPr txBox="1"/>
          <p:nvPr/>
        </p:nvSpPr>
        <p:spPr>
          <a:xfrm>
            <a:off x="3548269" y="434934"/>
            <a:ext cx="3181350" cy="276225"/>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关系并行算法</a:t>
            </a:r>
            <a:endParaRPr lang="en-US" sz="1800" dirty="0">
              <a:latin typeface="Microsoft YaHei" panose="020B0503020204020204" pitchFamily="34" charset="-122"/>
              <a:ea typeface="Microsoft YaHei" panose="020B0503020204020204" pitchFamily="34" charset="-122"/>
            </a:endParaRPr>
          </a:p>
        </p:txBody>
      </p:sp>
      <p:sp>
        <p:nvSpPr>
          <p:cNvPr id="17" name="Text 14">
            <a:extLst>
              <a:ext uri="{FF2B5EF4-FFF2-40B4-BE49-F238E27FC236}">
                <a16:creationId xmlns:a16="http://schemas.microsoft.com/office/drawing/2014/main" id="{97F12135-AFBA-A1FF-77B6-1DC359B1B730}"/>
              </a:ext>
            </a:extLst>
          </p:cNvPr>
          <p:cNvSpPr txBox="1"/>
          <p:nvPr/>
        </p:nvSpPr>
        <p:spPr>
          <a:xfrm>
            <a:off x="3887588" y="1029979"/>
            <a:ext cx="2995613" cy="265907"/>
          </a:xfrm>
          <a:prstGeom prst="rect">
            <a:avLst/>
          </a:prstGeom>
          <a:noFill/>
          <a:ln/>
        </p:spPr>
        <p:txBody>
          <a:bodyPr wrap="square" lIns="0" tIns="0" rIns="0" bIns="0" rtlCol="0" anchor="t">
            <a:spAutoFit/>
          </a:bodyPr>
          <a:lstStyle/>
          <a:p>
            <a:pPr marL="0" indent="0" algn="l">
              <a:lnSpc>
                <a:spcPct val="96000"/>
              </a:lnSpc>
              <a:buNone/>
            </a:pPr>
            <a:r>
              <a:rPr lang="en-US" altLang="zh-CN" sz="1800" b="1" dirty="0">
                <a:solidFill>
                  <a:srgbClr val="FD5220"/>
                </a:solidFill>
                <a:latin typeface="Microsoft YaHei" panose="020B0503020204020204" pitchFamily="34" charset="-122"/>
                <a:ea typeface="Microsoft YaHei" panose="020B0503020204020204" pitchFamily="34" charset="-122"/>
                <a:cs typeface="SourceHanSansSC-Regular"/>
              </a:rPr>
              <a:t>Map-Reduce</a:t>
            </a: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并行架构</a:t>
            </a:r>
            <a:endParaRPr lang="en-US" sz="1800" dirty="0">
              <a:latin typeface="Microsoft YaHei" panose="020B0503020204020204" pitchFamily="34" charset="-122"/>
              <a:ea typeface="Microsoft YaHei" panose="020B0503020204020204" pitchFamily="34" charset="-122"/>
            </a:endParaRPr>
          </a:p>
        </p:txBody>
      </p:sp>
      <p:sp>
        <p:nvSpPr>
          <p:cNvPr id="18" name="Text 15">
            <a:extLst>
              <a:ext uri="{FF2B5EF4-FFF2-40B4-BE49-F238E27FC236}">
                <a16:creationId xmlns:a16="http://schemas.microsoft.com/office/drawing/2014/main" id="{8401A08A-D327-49A0-3425-DE3180ECB0E7}"/>
              </a:ext>
            </a:extLst>
          </p:cNvPr>
          <p:cNvSpPr txBox="1"/>
          <p:nvPr/>
        </p:nvSpPr>
        <p:spPr>
          <a:xfrm>
            <a:off x="4123780" y="1618873"/>
            <a:ext cx="3081338" cy="276225"/>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分布式数据库</a:t>
            </a:r>
            <a:endParaRPr lang="en-US" sz="1800" dirty="0">
              <a:latin typeface="Microsoft YaHei" panose="020B0503020204020204" pitchFamily="34" charset="-122"/>
              <a:ea typeface="Microsoft YaHei" panose="020B0503020204020204" pitchFamily="34" charset="-122"/>
            </a:endParaRPr>
          </a:p>
        </p:txBody>
      </p:sp>
      <p:sp>
        <p:nvSpPr>
          <p:cNvPr id="19" name="Text 16">
            <a:extLst>
              <a:ext uri="{FF2B5EF4-FFF2-40B4-BE49-F238E27FC236}">
                <a16:creationId xmlns:a16="http://schemas.microsoft.com/office/drawing/2014/main" id="{C3906962-A359-10A3-A733-E6D5568BADBA}"/>
              </a:ext>
            </a:extLst>
          </p:cNvPr>
          <p:cNvSpPr txBox="1"/>
          <p:nvPr/>
        </p:nvSpPr>
        <p:spPr>
          <a:xfrm>
            <a:off x="4468578" y="2252904"/>
            <a:ext cx="2857500" cy="276225"/>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分布式查询处理</a:t>
            </a:r>
            <a:endParaRPr lang="en-US" sz="1800" dirty="0">
              <a:latin typeface="Microsoft YaHei" panose="020B0503020204020204" pitchFamily="34" charset="-122"/>
              <a:ea typeface="Microsoft YaHei" panose="020B0503020204020204" pitchFamily="34" charset="-122"/>
            </a:endParaRPr>
          </a:p>
        </p:txBody>
      </p:sp>
      <p:sp>
        <p:nvSpPr>
          <p:cNvPr id="8" name="Shape 2">
            <a:extLst>
              <a:ext uri="{FF2B5EF4-FFF2-40B4-BE49-F238E27FC236}">
                <a16:creationId xmlns:a16="http://schemas.microsoft.com/office/drawing/2014/main" id="{215F3167-B5F6-0403-EAC2-475F9F6097D0}"/>
              </a:ext>
            </a:extLst>
          </p:cNvPr>
          <p:cNvSpPr/>
          <p:nvPr/>
        </p:nvSpPr>
        <p:spPr>
          <a:xfrm>
            <a:off x="3987185" y="2780808"/>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3">
            <a:extLst>
              <a:ext uri="{FF2B5EF4-FFF2-40B4-BE49-F238E27FC236}">
                <a16:creationId xmlns:a16="http://schemas.microsoft.com/office/drawing/2014/main" id="{E754105E-729D-5213-7201-BFFE4C6BA723}"/>
              </a:ext>
            </a:extLst>
          </p:cNvPr>
          <p:cNvSpPr/>
          <p:nvPr/>
        </p:nvSpPr>
        <p:spPr>
          <a:xfrm>
            <a:off x="4327017" y="3453536"/>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0" name="Shape 4">
            <a:extLst>
              <a:ext uri="{FF2B5EF4-FFF2-40B4-BE49-F238E27FC236}">
                <a16:creationId xmlns:a16="http://schemas.microsoft.com/office/drawing/2014/main" id="{26E3046A-53A7-6EF7-97D0-708BAA01A15D}"/>
              </a:ext>
            </a:extLst>
          </p:cNvPr>
          <p:cNvSpPr/>
          <p:nvPr/>
        </p:nvSpPr>
        <p:spPr>
          <a:xfrm>
            <a:off x="4628198" y="4113647"/>
            <a:ext cx="511017" cy="511017"/>
          </a:xfrm>
          <a:custGeom>
            <a:avLst/>
            <a:gdLst/>
            <a:ahLst/>
            <a:cxnLst/>
            <a:rect l="l" t="t" r="r" b="b"/>
            <a:pathLst>
              <a:path w="511017" h="511017">
                <a:moveTo>
                  <a:pt x="255509" y="0"/>
                </a:moveTo>
                <a:cubicBezTo>
                  <a:pt x="396528" y="0"/>
                  <a:pt x="511017" y="114490"/>
                  <a:pt x="511017" y="255509"/>
                </a:cubicBezTo>
                <a:cubicBezTo>
                  <a:pt x="511017" y="396528"/>
                  <a:pt x="396528" y="511017"/>
                  <a:pt x="255509" y="511017"/>
                </a:cubicBezTo>
                <a:cubicBezTo>
                  <a:pt x="114490" y="511017"/>
                  <a:pt x="0" y="396528"/>
                  <a:pt x="0" y="255509"/>
                </a:cubicBezTo>
                <a:cubicBezTo>
                  <a:pt x="0" y="114490"/>
                  <a:pt x="114490" y="0"/>
                  <a:pt x="255509" y="0"/>
                </a:cubicBez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1" name="Text 7">
            <a:extLst>
              <a:ext uri="{FF2B5EF4-FFF2-40B4-BE49-F238E27FC236}">
                <a16:creationId xmlns:a16="http://schemas.microsoft.com/office/drawing/2014/main" id="{0806E30B-3F28-A4F2-DA3D-7B0F48A8BA02}"/>
              </a:ext>
            </a:extLst>
          </p:cNvPr>
          <p:cNvSpPr txBox="1"/>
          <p:nvPr/>
        </p:nvSpPr>
        <p:spPr>
          <a:xfrm>
            <a:off x="4037906" y="2898204"/>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a:t>
            </a:r>
            <a:r>
              <a:rPr lang="en-US" altLang="zh-CN" sz="1800" b="1" dirty="0">
                <a:solidFill>
                  <a:srgbClr val="FFFFFF"/>
                </a:solidFill>
                <a:latin typeface="Microsoft YaHei" panose="020B0503020204020204" pitchFamily="34" charset="-122"/>
                <a:ea typeface="Microsoft YaHei" panose="020B0503020204020204" pitchFamily="34" charset="-122"/>
                <a:cs typeface="SourceHanSansSC-Regular"/>
              </a:rPr>
              <a:t>5</a:t>
            </a:r>
            <a:endParaRPr lang="en-US" sz="1800" dirty="0">
              <a:latin typeface="Microsoft YaHei" panose="020B0503020204020204" pitchFamily="34" charset="-122"/>
              <a:ea typeface="Microsoft YaHei" panose="020B0503020204020204" pitchFamily="34" charset="-122"/>
            </a:endParaRPr>
          </a:p>
        </p:txBody>
      </p:sp>
      <p:sp>
        <p:nvSpPr>
          <p:cNvPr id="22" name="Text 8">
            <a:extLst>
              <a:ext uri="{FF2B5EF4-FFF2-40B4-BE49-F238E27FC236}">
                <a16:creationId xmlns:a16="http://schemas.microsoft.com/office/drawing/2014/main" id="{29FE388D-E2E8-56D9-F029-D331B6D75A27}"/>
              </a:ext>
            </a:extLst>
          </p:cNvPr>
          <p:cNvSpPr txBox="1"/>
          <p:nvPr/>
        </p:nvSpPr>
        <p:spPr>
          <a:xfrm>
            <a:off x="4381739" y="3570932"/>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a:t>
            </a:r>
            <a:r>
              <a:rPr lang="en-US" altLang="zh-CN" sz="1800" b="1" dirty="0">
                <a:solidFill>
                  <a:srgbClr val="FFFFFF"/>
                </a:solidFill>
                <a:latin typeface="Microsoft YaHei" panose="020B0503020204020204" pitchFamily="34" charset="-122"/>
                <a:ea typeface="Microsoft YaHei" panose="020B0503020204020204" pitchFamily="34" charset="-122"/>
                <a:cs typeface="SourceHanSansSC-Regular"/>
              </a:rPr>
              <a:t>6</a:t>
            </a:r>
            <a:endParaRPr lang="en-US" sz="1800" dirty="0">
              <a:latin typeface="Microsoft YaHei" panose="020B0503020204020204" pitchFamily="34" charset="-122"/>
              <a:ea typeface="Microsoft YaHei" panose="020B0503020204020204" pitchFamily="34" charset="-122"/>
            </a:endParaRPr>
          </a:p>
        </p:txBody>
      </p:sp>
      <p:sp>
        <p:nvSpPr>
          <p:cNvPr id="23" name="Text 9">
            <a:extLst>
              <a:ext uri="{FF2B5EF4-FFF2-40B4-BE49-F238E27FC236}">
                <a16:creationId xmlns:a16="http://schemas.microsoft.com/office/drawing/2014/main" id="{0417EBEA-EF65-45B0-615C-C50D1038F2E5}"/>
              </a:ext>
            </a:extLst>
          </p:cNvPr>
          <p:cNvSpPr txBox="1"/>
          <p:nvPr/>
        </p:nvSpPr>
        <p:spPr>
          <a:xfrm>
            <a:off x="4678919" y="4231043"/>
            <a:ext cx="409575" cy="276225"/>
          </a:xfrm>
          <a:prstGeom prst="rect">
            <a:avLst/>
          </a:prstGeom>
          <a:noFill/>
          <a:ln/>
        </p:spPr>
        <p:txBody>
          <a:bodyPr wrap="square" lIns="0" tIns="0" rIns="0" bIns="0" rtlCol="0" anchor="t">
            <a:spAutoFit/>
          </a:bodyPr>
          <a:lstStyle/>
          <a:p>
            <a:pPr marL="0" indent="0" algn="ctr">
              <a:lnSpc>
                <a:spcPct val="96000"/>
              </a:lnSpc>
              <a:buNone/>
            </a:pPr>
            <a:r>
              <a:rPr lang="en-US" sz="1800" b="1" dirty="0">
                <a:solidFill>
                  <a:srgbClr val="FFFFFF"/>
                </a:solidFill>
                <a:latin typeface="Microsoft YaHei" panose="020B0503020204020204" pitchFamily="34" charset="-122"/>
                <a:ea typeface="Microsoft YaHei" panose="020B0503020204020204" pitchFamily="34" charset="-122"/>
                <a:cs typeface="SourceHanSansSC-Regular"/>
              </a:rPr>
              <a:t>0</a:t>
            </a:r>
            <a:r>
              <a:rPr lang="en-US" altLang="zh-CN" sz="1800" b="1" dirty="0">
                <a:solidFill>
                  <a:srgbClr val="FFFFFF"/>
                </a:solidFill>
                <a:latin typeface="Microsoft YaHei" panose="020B0503020204020204" pitchFamily="34" charset="-122"/>
                <a:ea typeface="Microsoft YaHei" panose="020B0503020204020204" pitchFamily="34" charset="-122"/>
                <a:cs typeface="SourceHanSansSC-Regular"/>
              </a:rPr>
              <a:t>7</a:t>
            </a:r>
            <a:endParaRPr lang="en-US" sz="1800" dirty="0">
              <a:latin typeface="Microsoft YaHei" panose="020B0503020204020204" pitchFamily="34" charset="-122"/>
              <a:ea typeface="Microsoft YaHei" panose="020B0503020204020204" pitchFamily="34" charset="-122"/>
            </a:endParaRPr>
          </a:p>
        </p:txBody>
      </p:sp>
      <p:sp>
        <p:nvSpPr>
          <p:cNvPr id="24" name="Text 14">
            <a:extLst>
              <a:ext uri="{FF2B5EF4-FFF2-40B4-BE49-F238E27FC236}">
                <a16:creationId xmlns:a16="http://schemas.microsoft.com/office/drawing/2014/main" id="{127BE95A-9F10-FFDB-042F-D248274F6FAD}"/>
              </a:ext>
            </a:extLst>
          </p:cNvPr>
          <p:cNvSpPr txBox="1"/>
          <p:nvPr/>
        </p:nvSpPr>
        <p:spPr>
          <a:xfrm>
            <a:off x="4916438" y="2907925"/>
            <a:ext cx="2995613" cy="265907"/>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分布式提交</a:t>
            </a:r>
            <a:endParaRPr lang="en-US" sz="1800" dirty="0">
              <a:latin typeface="Microsoft YaHei" panose="020B0503020204020204" pitchFamily="34" charset="-122"/>
              <a:ea typeface="Microsoft YaHei" panose="020B0503020204020204" pitchFamily="34" charset="-122"/>
            </a:endParaRPr>
          </a:p>
        </p:txBody>
      </p:sp>
      <p:sp>
        <p:nvSpPr>
          <p:cNvPr id="25" name="Text 15">
            <a:extLst>
              <a:ext uri="{FF2B5EF4-FFF2-40B4-BE49-F238E27FC236}">
                <a16:creationId xmlns:a16="http://schemas.microsoft.com/office/drawing/2014/main" id="{44CFFA40-17C3-D902-F1FB-D2CC94DA5978}"/>
              </a:ext>
            </a:extLst>
          </p:cNvPr>
          <p:cNvSpPr txBox="1"/>
          <p:nvPr/>
        </p:nvSpPr>
        <p:spPr>
          <a:xfrm>
            <a:off x="5188950" y="3570932"/>
            <a:ext cx="3081338" cy="276225"/>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分布式封锁</a:t>
            </a:r>
            <a:endParaRPr lang="en-US" sz="1800" dirty="0">
              <a:latin typeface="Microsoft YaHei" panose="020B0503020204020204" pitchFamily="34" charset="-122"/>
              <a:ea typeface="Microsoft YaHei" panose="020B0503020204020204" pitchFamily="34" charset="-122"/>
            </a:endParaRPr>
          </a:p>
        </p:txBody>
      </p:sp>
      <p:sp>
        <p:nvSpPr>
          <p:cNvPr id="26" name="Text 16">
            <a:extLst>
              <a:ext uri="{FF2B5EF4-FFF2-40B4-BE49-F238E27FC236}">
                <a16:creationId xmlns:a16="http://schemas.microsoft.com/office/drawing/2014/main" id="{C92C5B42-FC9A-6196-12D0-4F1F3D0DF717}"/>
              </a:ext>
            </a:extLst>
          </p:cNvPr>
          <p:cNvSpPr txBox="1"/>
          <p:nvPr/>
        </p:nvSpPr>
        <p:spPr>
          <a:xfrm>
            <a:off x="5524926" y="4231043"/>
            <a:ext cx="2857500" cy="276225"/>
          </a:xfrm>
          <a:prstGeom prst="rect">
            <a:avLst/>
          </a:prstGeom>
          <a:noFill/>
          <a:ln/>
        </p:spPr>
        <p:txBody>
          <a:bodyPr wrap="square" lIns="0" tIns="0" rIns="0" bIns="0" rtlCol="0" anchor="t">
            <a:spAutoFit/>
          </a:bodyPr>
          <a:lstStyle/>
          <a:p>
            <a:pPr marL="0" indent="0" algn="l">
              <a:lnSpc>
                <a:spcPct val="96000"/>
              </a:lnSpc>
              <a:buNone/>
            </a:pPr>
            <a:r>
              <a:rPr lang="zh-CN" altLang="en-US" sz="1800" b="1" dirty="0">
                <a:solidFill>
                  <a:srgbClr val="FD5220"/>
                </a:solidFill>
                <a:latin typeface="Microsoft YaHei" panose="020B0503020204020204" pitchFamily="34" charset="-122"/>
                <a:ea typeface="Microsoft YaHei" panose="020B0503020204020204" pitchFamily="34" charset="-122"/>
                <a:cs typeface="SourceHanSansSC-Regular"/>
              </a:rPr>
              <a:t>对等分布式搜索</a:t>
            </a:r>
            <a:endParaRPr lang="en-US" sz="18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892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19C37-8C34-42FB-A8D0-C1CB25CE49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440C33C-87DF-88A3-DB7A-87E56A0C2FCA}"/>
              </a:ext>
            </a:extLst>
          </p:cNvPr>
          <p:cNvSpPr txBox="1"/>
          <p:nvPr/>
        </p:nvSpPr>
        <p:spPr>
          <a:xfrm>
            <a:off x="1006545" y="2781596"/>
            <a:ext cx="7458075" cy="661988"/>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关系并行算法</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B7287C26-2BB0-4492-F720-B1415CB57588}"/>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321118C1-DBCE-1812-B5F1-FC55D1DBF034}"/>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C0267D86-771D-410F-69EE-3A181993182F}"/>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600A6E83-077A-1AE8-D07A-E0D941EFDB01}"/>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BF3940E8-5F0C-466B-16D9-55F6F352CCE5}"/>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A1D37615-C527-0D56-4AF0-250EC773D738}"/>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C6370916-FF8F-121F-D367-9EACBD726CDA}"/>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06BD18FE-31AD-B225-A6F5-92477457325F}"/>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D3C9F3DC-F5F3-AE26-7BA2-D7DC6DC90AF2}"/>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B51AF575-D720-A41D-8A4C-3FA23EB68B4C}"/>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C70FDA58-C25E-B0FA-0C98-64AC387ADBD1}"/>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F6CA3DBD-A890-A61A-4D92-9A6FFBA13E5E}"/>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C4223E36-06BF-F663-9D9C-17C0E56A333C}"/>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F5886B00-C629-5AEC-FDC0-14BE917DFA0D}"/>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B502BC6F-D77B-FD4C-CE7B-788839BA8C32}"/>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01</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453523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内容占位符 3">
            <a:extLst>
              <a:ext uri="{FF2B5EF4-FFF2-40B4-BE49-F238E27FC236}">
                <a16:creationId xmlns:a16="http://schemas.microsoft.com/office/drawing/2014/main" id="{5DF07DF8-8007-4044-8C60-1332C44E2680}"/>
              </a:ext>
            </a:extLst>
          </p:cNvPr>
          <p:cNvSpPr>
            <a:spLocks noGrp="1"/>
          </p:cNvSpPr>
          <p:nvPr/>
        </p:nvSpPr>
        <p:spPr>
          <a:xfrm>
            <a:off x="471488" y="798910"/>
            <a:ext cx="8380747" cy="4146470"/>
          </a:xfrm>
          <a:prstGeom prst="rect">
            <a:avLst/>
          </a:prstGeom>
        </p:spPr>
        <p:txBody>
          <a:bodyPr/>
          <a:lstStyle>
            <a:lvl1pPr marL="0" indent="0" algn="l" defTabSz="913765" rtl="0" eaLnBrk="1" latinLnBrk="0" hangingPunct="1">
              <a:lnSpc>
                <a:spcPct val="90000"/>
              </a:lnSpc>
              <a:spcBef>
                <a:spcPts val="1000"/>
              </a:spcBef>
              <a:buFont typeface="Arial" panose="020B0604020202020204" pitchFamily="34" charset="0"/>
              <a:buNone/>
              <a:defRPr sz="2400" kern="1200">
                <a:solidFill>
                  <a:schemeClr val="tx1"/>
                </a:solidFill>
                <a:latin typeface="+mn-ea"/>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7175" indent="-257175">
              <a:buFont typeface="Wingdings" panose="05000000000000000000" pitchFamily="2" charset="2"/>
              <a:buChar char="l"/>
            </a:pPr>
            <a:r>
              <a:rPr lang="zh-CN" altLang="en-US" sz="2100" dirty="0">
                <a:latin typeface="Microsoft YaHei" panose="020B0503020204020204" pitchFamily="34" charset="-122"/>
                <a:ea typeface="Microsoft YaHei" panose="020B0503020204020204" pitchFamily="34" charset="-122"/>
              </a:rPr>
              <a:t>分类</a:t>
            </a:r>
            <a:endParaRPr lang="en-US" altLang="zh-CN" sz="21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共享内存架构</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共享磁盘架构</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无共享架构</a:t>
            </a:r>
            <a:endParaRPr lang="en-US" altLang="zh-CN" sz="1500" dirty="0">
              <a:latin typeface="Microsoft YaHei" panose="020B0503020204020204" pitchFamily="34" charset="-122"/>
              <a:ea typeface="Microsoft YaHei" panose="020B0503020204020204" pitchFamily="34" charset="-122"/>
            </a:endParaRPr>
          </a:p>
          <a:p>
            <a:pPr marL="257175" indent="-257175">
              <a:buFont typeface="Wingdings" panose="05000000000000000000" pitchFamily="2" charset="2"/>
              <a:buChar char="l"/>
            </a:pPr>
            <a:r>
              <a:rPr lang="zh-CN" altLang="en-US" sz="1800" dirty="0">
                <a:latin typeface="Microsoft YaHei" panose="020B0503020204020204" pitchFamily="34" charset="-122"/>
                <a:ea typeface="Microsoft YaHei" panose="020B0503020204020204" pitchFamily="34" charset="-122"/>
              </a:rPr>
              <a:t>优点</a:t>
            </a:r>
            <a:endParaRPr lang="en-US" altLang="zh-CN" sz="18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模块性</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容错</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高性能</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数据共享</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低成本</a:t>
            </a:r>
            <a:endParaRPr lang="en-US" altLang="zh-CN" sz="1500" dirty="0">
              <a:latin typeface="Microsoft YaHei" panose="020B0503020204020204" pitchFamily="34" charset="-122"/>
              <a:ea typeface="Microsoft YaHei" panose="020B0503020204020204" pitchFamily="34" charset="-122"/>
            </a:endParaRPr>
          </a:p>
          <a:p>
            <a:pPr marL="257175" indent="-257175">
              <a:buFont typeface="Wingdings" panose="05000000000000000000" pitchFamily="2" charset="2"/>
              <a:buChar char="l"/>
            </a:pPr>
            <a:r>
              <a:rPr lang="zh-CN" altLang="en-US" sz="1800" dirty="0">
                <a:latin typeface="Microsoft YaHei" panose="020B0503020204020204" pitchFamily="34" charset="-122"/>
                <a:ea typeface="Microsoft YaHei" panose="020B0503020204020204" pitchFamily="34" charset="-122"/>
              </a:rPr>
              <a:t>并行算法</a:t>
            </a:r>
            <a:endParaRPr lang="en-US" altLang="zh-CN" sz="18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面向关系代数操作符</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并行度与处理器数量相当</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通用实现方法：将数据按照散列方式放置于不同的桶中，然后将其传送到对应的处理器上；而后，每个处理器负责处理各自局部的数据子集</a:t>
            </a:r>
            <a:endParaRPr lang="en-US" altLang="zh-CN" sz="1500" dirty="0">
              <a:latin typeface="Microsoft YaHei" panose="020B0503020204020204" pitchFamily="34" charset="-122"/>
              <a:ea typeface="Microsoft YaHei" panose="020B0503020204020204" pitchFamily="34" charset="-122"/>
            </a:endParaRPr>
          </a:p>
        </p:txBody>
      </p:sp>
      <p:sp>
        <p:nvSpPr>
          <p:cNvPr id="5" name="标题 4">
            <a:extLst>
              <a:ext uri="{FF2B5EF4-FFF2-40B4-BE49-F238E27FC236}">
                <a16:creationId xmlns:a16="http://schemas.microsoft.com/office/drawing/2014/main" id="{88DF252C-7B10-9533-1E7B-ECD5905C986B}"/>
              </a:ext>
            </a:extLst>
          </p:cNvPr>
          <p:cNvSpPr>
            <a:spLocks noGrp="1"/>
          </p:cNvSpPr>
          <p:nvPr>
            <p:ph type="title"/>
          </p:nvPr>
        </p:nvSpPr>
        <p:spPr/>
        <p:txBody>
          <a:bodyPr/>
          <a:lstStyle/>
          <a:p>
            <a:r>
              <a:rPr lang="zh-CN" altLang="en-US" dirty="0"/>
              <a:t>关系并行算法</a:t>
            </a:r>
          </a:p>
        </p:txBody>
      </p:sp>
      <p:sp>
        <p:nvSpPr>
          <p:cNvPr id="2" name="灯片编号占位符 1"/>
          <p:cNvSpPr>
            <a:spLocks noGrp="1"/>
          </p:cNvSpPr>
          <p:nvPr>
            <p:ph type="sldNum" sz="quarter" idx="12"/>
          </p:nvPr>
        </p:nvSpPr>
        <p:spPr/>
        <p:txBody>
          <a:bodyPr/>
          <a:lstStyle/>
          <a:p>
            <a:fld id="{D0399D1A-D296-42B7-916E-50FBDB540DBE}" type="slidenum">
              <a:rPr lang="zh-CN" altLang="en-US" smtClean="0"/>
              <a:t>4</a:t>
            </a:fld>
            <a:endParaRPr lang="zh-CN" altLang="en-US"/>
          </a:p>
        </p:txBody>
      </p:sp>
      <p:cxnSp>
        <p:nvCxnSpPr>
          <p:cNvPr id="11" name="直接连接符 2">
            <a:extLst>
              <a:ext uri="{FF2B5EF4-FFF2-40B4-BE49-F238E27FC236}">
                <a16:creationId xmlns:a16="http://schemas.microsoft.com/office/drawing/2014/main" id="{5D9946E5-0217-4CC9-8C8C-C07B00459BFE}"/>
              </a:ext>
            </a:extLst>
          </p:cNvPr>
          <p:cNvCxnSpPr>
            <a:cxnSpLocks noChangeShapeType="1"/>
          </p:cNvCxnSpPr>
          <p:nvPr/>
        </p:nvCxnSpPr>
        <p:spPr bwMode="auto">
          <a:xfrm>
            <a:off x="4785123" y="1003385"/>
            <a:ext cx="421243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2" name="直接连接符 6">
            <a:extLst>
              <a:ext uri="{FF2B5EF4-FFF2-40B4-BE49-F238E27FC236}">
                <a16:creationId xmlns:a16="http://schemas.microsoft.com/office/drawing/2014/main" id="{A63609FC-A650-45C5-AEFA-12094C285AFC}"/>
              </a:ext>
            </a:extLst>
          </p:cNvPr>
          <p:cNvCxnSpPr>
            <a:cxnSpLocks noChangeShapeType="1"/>
          </p:cNvCxnSpPr>
          <p:nvPr/>
        </p:nvCxnSpPr>
        <p:spPr bwMode="auto">
          <a:xfrm>
            <a:off x="4785123" y="1056963"/>
            <a:ext cx="421243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3" name="直接连接符 7">
            <a:extLst>
              <a:ext uri="{FF2B5EF4-FFF2-40B4-BE49-F238E27FC236}">
                <a16:creationId xmlns:a16="http://schemas.microsoft.com/office/drawing/2014/main" id="{A5AFAB1D-9031-42CC-88EA-011D919D76A0}"/>
              </a:ext>
            </a:extLst>
          </p:cNvPr>
          <p:cNvCxnSpPr>
            <a:cxnSpLocks noChangeShapeType="1"/>
          </p:cNvCxnSpPr>
          <p:nvPr/>
        </p:nvCxnSpPr>
        <p:spPr bwMode="auto">
          <a:xfrm>
            <a:off x="4792267" y="1111732"/>
            <a:ext cx="421243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4" name="直接连接符 8">
            <a:extLst>
              <a:ext uri="{FF2B5EF4-FFF2-40B4-BE49-F238E27FC236}">
                <a16:creationId xmlns:a16="http://schemas.microsoft.com/office/drawing/2014/main" id="{6046777C-13F9-4D9C-93C4-7D7EA7931E4D}"/>
              </a:ext>
            </a:extLst>
          </p:cNvPr>
          <p:cNvCxnSpPr>
            <a:cxnSpLocks noChangeShapeType="1"/>
          </p:cNvCxnSpPr>
          <p:nvPr/>
        </p:nvCxnSpPr>
        <p:spPr bwMode="auto">
          <a:xfrm>
            <a:off x="4785123" y="1171263"/>
            <a:ext cx="421243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5" name="直接箭头连接符 5">
            <a:extLst>
              <a:ext uri="{FF2B5EF4-FFF2-40B4-BE49-F238E27FC236}">
                <a16:creationId xmlns:a16="http://schemas.microsoft.com/office/drawing/2014/main" id="{2CA94350-65DB-4481-8016-DB6342FCB15C}"/>
              </a:ext>
            </a:extLst>
          </p:cNvPr>
          <p:cNvCxnSpPr>
            <a:cxnSpLocks noChangeShapeType="1"/>
          </p:cNvCxnSpPr>
          <p:nvPr/>
        </p:nvCxnSpPr>
        <p:spPr bwMode="auto">
          <a:xfrm>
            <a:off x="5432822" y="1171263"/>
            <a:ext cx="0" cy="209550"/>
          </a:xfrm>
          <a:prstGeom prst="straightConnector1">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6" name="直接箭头连接符 14">
            <a:extLst>
              <a:ext uri="{FF2B5EF4-FFF2-40B4-BE49-F238E27FC236}">
                <a16:creationId xmlns:a16="http://schemas.microsoft.com/office/drawing/2014/main" id="{83FFBB84-4EA8-4161-AE48-F4276DF90293}"/>
              </a:ext>
            </a:extLst>
          </p:cNvPr>
          <p:cNvCxnSpPr>
            <a:cxnSpLocks noChangeShapeType="1"/>
          </p:cNvCxnSpPr>
          <p:nvPr/>
        </p:nvCxnSpPr>
        <p:spPr bwMode="auto">
          <a:xfrm>
            <a:off x="6891338" y="1171263"/>
            <a:ext cx="0" cy="209550"/>
          </a:xfrm>
          <a:prstGeom prst="straightConnector1">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7" name="直接箭头连接符 15">
            <a:extLst>
              <a:ext uri="{FF2B5EF4-FFF2-40B4-BE49-F238E27FC236}">
                <a16:creationId xmlns:a16="http://schemas.microsoft.com/office/drawing/2014/main" id="{6FCAA15B-0CEF-4AC0-9A97-AF075A98021F}"/>
              </a:ext>
            </a:extLst>
          </p:cNvPr>
          <p:cNvCxnSpPr>
            <a:cxnSpLocks noChangeShapeType="1"/>
          </p:cNvCxnSpPr>
          <p:nvPr/>
        </p:nvCxnSpPr>
        <p:spPr bwMode="auto">
          <a:xfrm>
            <a:off x="8241506" y="1171263"/>
            <a:ext cx="0" cy="209550"/>
          </a:xfrm>
          <a:prstGeom prst="straightConnector1">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8" name="矩形 10">
            <a:extLst>
              <a:ext uri="{FF2B5EF4-FFF2-40B4-BE49-F238E27FC236}">
                <a16:creationId xmlns:a16="http://schemas.microsoft.com/office/drawing/2014/main" id="{30D1338C-4F1E-47B9-8912-F70CB4E4825D}"/>
              </a:ext>
            </a:extLst>
          </p:cNvPr>
          <p:cNvSpPr>
            <a:spLocks noChangeArrowheads="1"/>
          </p:cNvSpPr>
          <p:nvPr/>
        </p:nvSpPr>
        <p:spPr bwMode="auto">
          <a:xfrm>
            <a:off x="5270897" y="1380813"/>
            <a:ext cx="323850" cy="32504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P</a:t>
            </a:r>
            <a:endParaRPr lang="zh-CN" altLang="en-US" sz="1350" i="1">
              <a:solidFill>
                <a:schemeClr val="tx1"/>
              </a:solidFill>
              <a:latin typeface="Microsoft YaHei" panose="020B0503020204020204" pitchFamily="34" charset="-122"/>
              <a:ea typeface="Microsoft YaHei" panose="020B0503020204020204" pitchFamily="34" charset="-122"/>
            </a:endParaRPr>
          </a:p>
        </p:txBody>
      </p:sp>
      <p:sp>
        <p:nvSpPr>
          <p:cNvPr id="19" name="矩形 17">
            <a:extLst>
              <a:ext uri="{FF2B5EF4-FFF2-40B4-BE49-F238E27FC236}">
                <a16:creationId xmlns:a16="http://schemas.microsoft.com/office/drawing/2014/main" id="{96B1B581-A73A-469E-8A53-9F4C9B5127E7}"/>
              </a:ext>
            </a:extLst>
          </p:cNvPr>
          <p:cNvSpPr>
            <a:spLocks noChangeArrowheads="1"/>
          </p:cNvSpPr>
          <p:nvPr/>
        </p:nvSpPr>
        <p:spPr bwMode="auto">
          <a:xfrm>
            <a:off x="6729413" y="1380813"/>
            <a:ext cx="323850" cy="32504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P</a:t>
            </a:r>
            <a:endParaRPr lang="zh-CN" altLang="en-US" sz="1350" i="1">
              <a:solidFill>
                <a:schemeClr val="tx1"/>
              </a:solidFill>
              <a:latin typeface="Microsoft YaHei" panose="020B0503020204020204" pitchFamily="34" charset="-122"/>
              <a:ea typeface="Microsoft YaHei" panose="020B0503020204020204" pitchFamily="34" charset="-122"/>
            </a:endParaRPr>
          </a:p>
        </p:txBody>
      </p:sp>
      <p:sp>
        <p:nvSpPr>
          <p:cNvPr id="26" name="矩形 18">
            <a:extLst>
              <a:ext uri="{FF2B5EF4-FFF2-40B4-BE49-F238E27FC236}">
                <a16:creationId xmlns:a16="http://schemas.microsoft.com/office/drawing/2014/main" id="{81D78B93-EB5F-4118-B8B0-784DBCBFD9D9}"/>
              </a:ext>
            </a:extLst>
          </p:cNvPr>
          <p:cNvSpPr>
            <a:spLocks noChangeArrowheads="1"/>
          </p:cNvSpPr>
          <p:nvPr/>
        </p:nvSpPr>
        <p:spPr bwMode="auto">
          <a:xfrm>
            <a:off x="8078392" y="1387957"/>
            <a:ext cx="325040" cy="323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P</a:t>
            </a:r>
            <a:endParaRPr lang="zh-CN" altLang="en-US" sz="1350" i="1">
              <a:solidFill>
                <a:schemeClr val="tx1"/>
              </a:solidFill>
              <a:latin typeface="Microsoft YaHei" panose="020B0503020204020204" pitchFamily="34" charset="-122"/>
              <a:ea typeface="Microsoft YaHei" panose="020B0503020204020204" pitchFamily="34" charset="-122"/>
            </a:endParaRPr>
          </a:p>
        </p:txBody>
      </p:sp>
      <p:cxnSp>
        <p:nvCxnSpPr>
          <p:cNvPr id="27" name="直接箭头连接符 19">
            <a:extLst>
              <a:ext uri="{FF2B5EF4-FFF2-40B4-BE49-F238E27FC236}">
                <a16:creationId xmlns:a16="http://schemas.microsoft.com/office/drawing/2014/main" id="{4D82CD62-3384-4FF0-8585-04C7980E0DF5}"/>
              </a:ext>
            </a:extLst>
          </p:cNvPr>
          <p:cNvCxnSpPr>
            <a:cxnSpLocks noChangeShapeType="1"/>
          </p:cNvCxnSpPr>
          <p:nvPr/>
        </p:nvCxnSpPr>
        <p:spPr bwMode="auto">
          <a:xfrm flipH="1">
            <a:off x="5162550" y="1705854"/>
            <a:ext cx="161925" cy="209550"/>
          </a:xfrm>
          <a:prstGeom prst="straightConnector1">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8" name="直接箭头连接符 21">
            <a:extLst>
              <a:ext uri="{FF2B5EF4-FFF2-40B4-BE49-F238E27FC236}">
                <a16:creationId xmlns:a16="http://schemas.microsoft.com/office/drawing/2014/main" id="{A6F0E10F-FB18-40A1-BD15-0DA68570B8A7}"/>
              </a:ext>
            </a:extLst>
          </p:cNvPr>
          <p:cNvCxnSpPr>
            <a:cxnSpLocks noChangeShapeType="1"/>
          </p:cNvCxnSpPr>
          <p:nvPr/>
        </p:nvCxnSpPr>
        <p:spPr bwMode="auto">
          <a:xfrm>
            <a:off x="5541169" y="1705855"/>
            <a:ext cx="161925" cy="202406"/>
          </a:xfrm>
          <a:prstGeom prst="straightConnector1">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9" name="圆柱形 22">
            <a:extLst>
              <a:ext uri="{FF2B5EF4-FFF2-40B4-BE49-F238E27FC236}">
                <a16:creationId xmlns:a16="http://schemas.microsoft.com/office/drawing/2014/main" id="{F9EB265A-24FB-4D07-95CC-4289F659D4C3}"/>
              </a:ext>
            </a:extLst>
          </p:cNvPr>
          <p:cNvSpPr>
            <a:spLocks noChangeArrowheads="1"/>
          </p:cNvSpPr>
          <p:nvPr/>
        </p:nvSpPr>
        <p:spPr bwMode="auto">
          <a:xfrm>
            <a:off x="5000625" y="1921357"/>
            <a:ext cx="296466" cy="329804"/>
          </a:xfrm>
          <a:prstGeom prst="can">
            <a:avLst>
              <a:gd name="adj" fmla="val 2501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0" name="矩形 25">
            <a:extLst>
              <a:ext uri="{FF2B5EF4-FFF2-40B4-BE49-F238E27FC236}">
                <a16:creationId xmlns:a16="http://schemas.microsoft.com/office/drawing/2014/main" id="{F4F9A49D-04EA-492E-B6C6-9E823A4D70E9}"/>
              </a:ext>
            </a:extLst>
          </p:cNvPr>
          <p:cNvSpPr>
            <a:spLocks noChangeArrowheads="1"/>
          </p:cNvSpPr>
          <p:nvPr/>
        </p:nvSpPr>
        <p:spPr bwMode="auto">
          <a:xfrm>
            <a:off x="5541169" y="1927310"/>
            <a:ext cx="323850" cy="323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M</a:t>
            </a:r>
            <a:endParaRPr lang="zh-CN" altLang="en-US" sz="1350" i="1">
              <a:solidFill>
                <a:schemeClr val="tx1"/>
              </a:solidFill>
              <a:latin typeface="Microsoft YaHei" panose="020B0503020204020204" pitchFamily="34" charset="-122"/>
              <a:ea typeface="Microsoft YaHei" panose="020B0503020204020204" pitchFamily="34" charset="-122"/>
            </a:endParaRPr>
          </a:p>
        </p:txBody>
      </p:sp>
      <p:cxnSp>
        <p:nvCxnSpPr>
          <p:cNvPr id="32" name="直接箭头连接符 26">
            <a:extLst>
              <a:ext uri="{FF2B5EF4-FFF2-40B4-BE49-F238E27FC236}">
                <a16:creationId xmlns:a16="http://schemas.microsoft.com/office/drawing/2014/main" id="{0504BEC5-FBAA-4803-920C-E09CCE68D0F4}"/>
              </a:ext>
            </a:extLst>
          </p:cNvPr>
          <p:cNvCxnSpPr>
            <a:cxnSpLocks noChangeShapeType="1"/>
          </p:cNvCxnSpPr>
          <p:nvPr/>
        </p:nvCxnSpPr>
        <p:spPr bwMode="auto">
          <a:xfrm flipH="1">
            <a:off x="6621066" y="1705854"/>
            <a:ext cx="161925" cy="209550"/>
          </a:xfrm>
          <a:prstGeom prst="straightConnector1">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3" name="直接箭头连接符 27">
            <a:extLst>
              <a:ext uri="{FF2B5EF4-FFF2-40B4-BE49-F238E27FC236}">
                <a16:creationId xmlns:a16="http://schemas.microsoft.com/office/drawing/2014/main" id="{A74F661B-7B4B-4F46-B7D3-6C984201EE7E}"/>
              </a:ext>
            </a:extLst>
          </p:cNvPr>
          <p:cNvCxnSpPr>
            <a:cxnSpLocks noChangeShapeType="1"/>
          </p:cNvCxnSpPr>
          <p:nvPr/>
        </p:nvCxnSpPr>
        <p:spPr bwMode="auto">
          <a:xfrm>
            <a:off x="6998494" y="1705855"/>
            <a:ext cx="161925" cy="202406"/>
          </a:xfrm>
          <a:prstGeom prst="straightConnector1">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4" name="圆柱形 28">
            <a:extLst>
              <a:ext uri="{FF2B5EF4-FFF2-40B4-BE49-F238E27FC236}">
                <a16:creationId xmlns:a16="http://schemas.microsoft.com/office/drawing/2014/main" id="{B3E5B506-53F1-41EC-82B3-690D153CB94C}"/>
              </a:ext>
            </a:extLst>
          </p:cNvPr>
          <p:cNvSpPr>
            <a:spLocks noChangeArrowheads="1"/>
          </p:cNvSpPr>
          <p:nvPr/>
        </p:nvSpPr>
        <p:spPr bwMode="auto">
          <a:xfrm>
            <a:off x="6459142" y="1921357"/>
            <a:ext cx="296465" cy="329804"/>
          </a:xfrm>
          <a:prstGeom prst="can">
            <a:avLst>
              <a:gd name="adj" fmla="val 2501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5" name="矩形 29">
            <a:extLst>
              <a:ext uri="{FF2B5EF4-FFF2-40B4-BE49-F238E27FC236}">
                <a16:creationId xmlns:a16="http://schemas.microsoft.com/office/drawing/2014/main" id="{A0940C1A-4302-40D8-AEFF-B91EE5A3D556}"/>
              </a:ext>
            </a:extLst>
          </p:cNvPr>
          <p:cNvSpPr>
            <a:spLocks noChangeArrowheads="1"/>
          </p:cNvSpPr>
          <p:nvPr/>
        </p:nvSpPr>
        <p:spPr bwMode="auto">
          <a:xfrm>
            <a:off x="6998494" y="1927310"/>
            <a:ext cx="323850" cy="323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M</a:t>
            </a:r>
            <a:endParaRPr lang="zh-CN" altLang="en-US" sz="1350" i="1">
              <a:solidFill>
                <a:schemeClr val="tx1"/>
              </a:solidFill>
              <a:latin typeface="Microsoft YaHei" panose="020B0503020204020204" pitchFamily="34" charset="-122"/>
              <a:ea typeface="Microsoft YaHei" panose="020B0503020204020204" pitchFamily="34" charset="-122"/>
            </a:endParaRPr>
          </a:p>
        </p:txBody>
      </p:sp>
      <p:cxnSp>
        <p:nvCxnSpPr>
          <p:cNvPr id="36" name="直接箭头连接符 30">
            <a:extLst>
              <a:ext uri="{FF2B5EF4-FFF2-40B4-BE49-F238E27FC236}">
                <a16:creationId xmlns:a16="http://schemas.microsoft.com/office/drawing/2014/main" id="{8B94518B-D168-4697-B0F2-B9D2C95C7E4A}"/>
              </a:ext>
            </a:extLst>
          </p:cNvPr>
          <p:cNvCxnSpPr>
            <a:cxnSpLocks noChangeShapeType="1"/>
          </p:cNvCxnSpPr>
          <p:nvPr/>
        </p:nvCxnSpPr>
        <p:spPr bwMode="auto">
          <a:xfrm flipH="1">
            <a:off x="7971235" y="1705854"/>
            <a:ext cx="161925" cy="209550"/>
          </a:xfrm>
          <a:prstGeom prst="straightConnector1">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7" name="直接箭头连接符 31">
            <a:extLst>
              <a:ext uri="{FF2B5EF4-FFF2-40B4-BE49-F238E27FC236}">
                <a16:creationId xmlns:a16="http://schemas.microsoft.com/office/drawing/2014/main" id="{64C8B28D-917D-4A77-ADBD-47C6DCA77446}"/>
              </a:ext>
            </a:extLst>
          </p:cNvPr>
          <p:cNvCxnSpPr>
            <a:cxnSpLocks noChangeShapeType="1"/>
          </p:cNvCxnSpPr>
          <p:nvPr/>
        </p:nvCxnSpPr>
        <p:spPr bwMode="auto">
          <a:xfrm>
            <a:off x="8348663" y="1705855"/>
            <a:ext cx="161925" cy="202406"/>
          </a:xfrm>
          <a:prstGeom prst="straightConnector1">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8" name="圆柱形 32">
            <a:extLst>
              <a:ext uri="{FF2B5EF4-FFF2-40B4-BE49-F238E27FC236}">
                <a16:creationId xmlns:a16="http://schemas.microsoft.com/office/drawing/2014/main" id="{1255457A-4718-4A38-AD06-CBB56F5FCC36}"/>
              </a:ext>
            </a:extLst>
          </p:cNvPr>
          <p:cNvSpPr>
            <a:spLocks noChangeArrowheads="1"/>
          </p:cNvSpPr>
          <p:nvPr/>
        </p:nvSpPr>
        <p:spPr bwMode="auto">
          <a:xfrm>
            <a:off x="7809310" y="1921357"/>
            <a:ext cx="296465" cy="329804"/>
          </a:xfrm>
          <a:prstGeom prst="can">
            <a:avLst>
              <a:gd name="adj" fmla="val 2501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9" name="矩形 33">
            <a:extLst>
              <a:ext uri="{FF2B5EF4-FFF2-40B4-BE49-F238E27FC236}">
                <a16:creationId xmlns:a16="http://schemas.microsoft.com/office/drawing/2014/main" id="{D28CF3D3-B7B1-4AE2-A4CF-D1A597C0EA77}"/>
              </a:ext>
            </a:extLst>
          </p:cNvPr>
          <p:cNvSpPr>
            <a:spLocks noChangeArrowheads="1"/>
          </p:cNvSpPr>
          <p:nvPr/>
        </p:nvSpPr>
        <p:spPr bwMode="auto">
          <a:xfrm>
            <a:off x="8348663" y="1927310"/>
            <a:ext cx="323850" cy="323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M</a:t>
            </a:r>
            <a:endParaRPr lang="zh-CN" altLang="en-US" sz="1350" i="1">
              <a:solidFill>
                <a:schemeClr val="tx1"/>
              </a:solidFill>
              <a:latin typeface="Microsoft YaHei" panose="020B0503020204020204" pitchFamily="34" charset="-122"/>
              <a:ea typeface="Microsoft YaHei" panose="020B0503020204020204" pitchFamily="34" charset="-122"/>
            </a:endParaRPr>
          </a:p>
        </p:txBody>
      </p:sp>
      <p:sp>
        <p:nvSpPr>
          <p:cNvPr id="40" name="矩形 23">
            <a:extLst>
              <a:ext uri="{FF2B5EF4-FFF2-40B4-BE49-F238E27FC236}">
                <a16:creationId xmlns:a16="http://schemas.microsoft.com/office/drawing/2014/main" id="{03E081A6-CF96-4F9E-8327-14BA418D6E11}"/>
              </a:ext>
            </a:extLst>
          </p:cNvPr>
          <p:cNvSpPr>
            <a:spLocks noChangeArrowheads="1"/>
          </p:cNvSpPr>
          <p:nvPr/>
        </p:nvSpPr>
        <p:spPr bwMode="auto">
          <a:xfrm>
            <a:off x="5682854" y="2346410"/>
            <a:ext cx="249549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rgbClr val="FF0000"/>
                </a:solidFill>
                <a:latin typeface="Microsoft YaHei" panose="020B0503020204020204" pitchFamily="34" charset="-122"/>
                <a:ea typeface="Microsoft YaHei" panose="020B0503020204020204" pitchFamily="34" charset="-122"/>
              </a:rPr>
              <a:t>shared-nothing architecture</a:t>
            </a:r>
            <a:endParaRPr lang="zh-CN" altLang="en-US" sz="1350">
              <a:solidFill>
                <a:srgbClr val="FF0000"/>
              </a:solidFill>
              <a:latin typeface="Microsoft YaHei" panose="020B0503020204020204" pitchFamily="34" charset="-122"/>
              <a:ea typeface="Microsoft YaHei" panose="020B0503020204020204" pitchFamily="34" charset="-122"/>
            </a:endParaRPr>
          </a:p>
        </p:txBody>
      </p:sp>
      <p:sp>
        <p:nvSpPr>
          <p:cNvPr id="41" name="矩形 35">
            <a:extLst>
              <a:ext uri="{FF2B5EF4-FFF2-40B4-BE49-F238E27FC236}">
                <a16:creationId xmlns:a16="http://schemas.microsoft.com/office/drawing/2014/main" id="{3A2D5C39-CE3E-49D0-9DDA-C3DB83CF1B4E}"/>
              </a:ext>
            </a:extLst>
          </p:cNvPr>
          <p:cNvSpPr>
            <a:spLocks noChangeArrowheads="1"/>
          </p:cNvSpPr>
          <p:nvPr/>
        </p:nvSpPr>
        <p:spPr bwMode="auto">
          <a:xfrm>
            <a:off x="3408324" y="1126771"/>
            <a:ext cx="215504" cy="2095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900" i="1">
                <a:solidFill>
                  <a:schemeClr val="tx1"/>
                </a:solidFill>
                <a:latin typeface="Microsoft YaHei" panose="020B0503020204020204" pitchFamily="34" charset="-122"/>
                <a:ea typeface="Microsoft YaHei" panose="020B0503020204020204" pitchFamily="34" charset="-122"/>
              </a:rPr>
              <a:t>P</a:t>
            </a:r>
            <a:endParaRPr lang="zh-CN" altLang="en-US" sz="900" i="1">
              <a:solidFill>
                <a:schemeClr val="tx1"/>
              </a:solidFill>
              <a:latin typeface="Microsoft YaHei" panose="020B0503020204020204" pitchFamily="34" charset="-122"/>
              <a:ea typeface="Microsoft YaHei" panose="020B0503020204020204" pitchFamily="34" charset="-122"/>
            </a:endParaRPr>
          </a:p>
        </p:txBody>
      </p:sp>
      <p:sp>
        <p:nvSpPr>
          <p:cNvPr id="42" name="矩形 24">
            <a:extLst>
              <a:ext uri="{FF2B5EF4-FFF2-40B4-BE49-F238E27FC236}">
                <a16:creationId xmlns:a16="http://schemas.microsoft.com/office/drawing/2014/main" id="{DD45EA9B-9B35-4280-BFCB-B5737BD190A6}"/>
              </a:ext>
            </a:extLst>
          </p:cNvPr>
          <p:cNvSpPr>
            <a:spLocks noChangeArrowheads="1"/>
          </p:cNvSpPr>
          <p:nvPr/>
        </p:nvSpPr>
        <p:spPr bwMode="auto">
          <a:xfrm>
            <a:off x="3623828" y="1092243"/>
            <a:ext cx="113441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 processor </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3" name="矩形 37">
            <a:extLst>
              <a:ext uri="{FF2B5EF4-FFF2-40B4-BE49-F238E27FC236}">
                <a16:creationId xmlns:a16="http://schemas.microsoft.com/office/drawing/2014/main" id="{422F17B0-58EB-4F3F-87EF-FA0CE67415C2}"/>
              </a:ext>
            </a:extLst>
          </p:cNvPr>
          <p:cNvSpPr>
            <a:spLocks noChangeArrowheads="1"/>
          </p:cNvSpPr>
          <p:nvPr/>
        </p:nvSpPr>
        <p:spPr bwMode="auto">
          <a:xfrm>
            <a:off x="3408324" y="1524440"/>
            <a:ext cx="215504" cy="2095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900" i="1">
                <a:solidFill>
                  <a:schemeClr val="tx1"/>
                </a:solidFill>
                <a:latin typeface="Microsoft YaHei" panose="020B0503020204020204" pitchFamily="34" charset="-122"/>
                <a:ea typeface="Microsoft YaHei" panose="020B0503020204020204" pitchFamily="34" charset="-122"/>
              </a:rPr>
              <a:t>M</a:t>
            </a:r>
            <a:endParaRPr lang="zh-CN" altLang="en-US" sz="900" i="1">
              <a:solidFill>
                <a:schemeClr val="tx1"/>
              </a:solidFill>
              <a:latin typeface="Microsoft YaHei" panose="020B0503020204020204" pitchFamily="34" charset="-122"/>
              <a:ea typeface="Microsoft YaHei" panose="020B0503020204020204" pitchFamily="34" charset="-122"/>
            </a:endParaRPr>
          </a:p>
        </p:txBody>
      </p:sp>
      <p:sp>
        <p:nvSpPr>
          <p:cNvPr id="44" name="矩形 38">
            <a:extLst>
              <a:ext uri="{FF2B5EF4-FFF2-40B4-BE49-F238E27FC236}">
                <a16:creationId xmlns:a16="http://schemas.microsoft.com/office/drawing/2014/main" id="{7EB59735-3975-414E-B832-0495DC66F873}"/>
              </a:ext>
            </a:extLst>
          </p:cNvPr>
          <p:cNvSpPr>
            <a:spLocks noChangeArrowheads="1"/>
          </p:cNvSpPr>
          <p:nvPr/>
        </p:nvSpPr>
        <p:spPr bwMode="auto">
          <a:xfrm>
            <a:off x="3623828" y="1491102"/>
            <a:ext cx="102573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 memory </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5" name="圆柱形 39">
            <a:extLst>
              <a:ext uri="{FF2B5EF4-FFF2-40B4-BE49-F238E27FC236}">
                <a16:creationId xmlns:a16="http://schemas.microsoft.com/office/drawing/2014/main" id="{63820C31-6F78-4D6D-8DE5-7B72D5E2A336}"/>
              </a:ext>
            </a:extLst>
          </p:cNvPr>
          <p:cNvSpPr>
            <a:spLocks noChangeArrowheads="1"/>
          </p:cNvSpPr>
          <p:nvPr/>
        </p:nvSpPr>
        <p:spPr bwMode="auto">
          <a:xfrm>
            <a:off x="3407134" y="1917346"/>
            <a:ext cx="216694" cy="234554"/>
          </a:xfrm>
          <a:prstGeom prst="can">
            <a:avLst>
              <a:gd name="adj" fmla="val 2500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6" name="矩形 40">
            <a:extLst>
              <a:ext uri="{FF2B5EF4-FFF2-40B4-BE49-F238E27FC236}">
                <a16:creationId xmlns:a16="http://schemas.microsoft.com/office/drawing/2014/main" id="{44276753-28D4-46F5-81D7-83DBFDA7B949}"/>
              </a:ext>
            </a:extLst>
          </p:cNvPr>
          <p:cNvSpPr>
            <a:spLocks noChangeArrowheads="1"/>
          </p:cNvSpPr>
          <p:nvPr/>
        </p:nvSpPr>
        <p:spPr bwMode="auto">
          <a:xfrm>
            <a:off x="3623828" y="1917346"/>
            <a:ext cx="60946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 disk</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7" name="矩形 7167">
            <a:extLst>
              <a:ext uri="{FF2B5EF4-FFF2-40B4-BE49-F238E27FC236}">
                <a16:creationId xmlns:a16="http://schemas.microsoft.com/office/drawing/2014/main" id="{89DE12B0-FA63-4679-8E0E-40E2966EBBEE}"/>
              </a:ext>
            </a:extLst>
          </p:cNvPr>
          <p:cNvSpPr>
            <a:spLocks noChangeArrowheads="1"/>
          </p:cNvSpPr>
          <p:nvPr/>
        </p:nvSpPr>
        <p:spPr bwMode="auto">
          <a:xfrm>
            <a:off x="3299978" y="1012471"/>
            <a:ext cx="1296590" cy="1234679"/>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 name="矩形 3">
            <a:extLst>
              <a:ext uri="{FF2B5EF4-FFF2-40B4-BE49-F238E27FC236}">
                <a16:creationId xmlns:a16="http://schemas.microsoft.com/office/drawing/2014/main" id="{4770F2F0-E6E8-4F3B-94F6-323EFBEBBC4D}"/>
              </a:ext>
            </a:extLst>
          </p:cNvPr>
          <p:cNvSpPr/>
          <p:nvPr/>
        </p:nvSpPr>
        <p:spPr>
          <a:xfrm>
            <a:off x="2903500" y="2368593"/>
            <a:ext cx="1983581" cy="1292662"/>
          </a:xfrm>
          <a:prstGeom prst="rect">
            <a:avLst/>
          </a:prstGeom>
        </p:spPr>
        <p:txBody>
          <a:bodyPr wrap="square">
            <a:spAutoFit/>
          </a:bodyPr>
          <a:lstStyle/>
          <a:p>
            <a:pPr marL="257175" indent="-257175">
              <a:buFont typeface="Wingdings" panose="05000000000000000000" pitchFamily="2" charset="2"/>
              <a:buChar char="l"/>
            </a:pPr>
            <a:r>
              <a:rPr lang="zh-CN" altLang="en-US" dirty="0">
                <a:latin typeface="Microsoft YaHei" panose="020B0503020204020204" pitchFamily="34" charset="-122"/>
                <a:ea typeface="Microsoft YaHei" panose="020B0503020204020204" pitchFamily="34" charset="-122"/>
              </a:rPr>
              <a:t>难点</a:t>
            </a:r>
            <a:endParaRPr lang="en-US" altLang="zh-CN"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数据分布</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发掘并行性</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并发与恢复</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异构</a:t>
            </a:r>
            <a:endParaRPr lang="en-US" altLang="zh-CN" sz="1350" dirty="0">
              <a:latin typeface="Microsoft YaHei" panose="020B0503020204020204" pitchFamily="34" charset="-122"/>
              <a:ea typeface="Microsoft YaHei"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a:extLst>
              <a:ext uri="{FF2B5EF4-FFF2-40B4-BE49-F238E27FC236}">
                <a16:creationId xmlns:a16="http://schemas.microsoft.com/office/drawing/2014/main" id="{2562D357-DC17-2428-42B6-30A31C2AD7F7}"/>
              </a:ext>
            </a:extLst>
          </p:cNvPr>
          <p:cNvSpPr>
            <a:spLocks noGrp="1"/>
          </p:cNvSpPr>
          <p:nvPr>
            <p:ph type="title"/>
          </p:nvPr>
        </p:nvSpPr>
        <p:spPr/>
        <p:txBody>
          <a:bodyPr>
            <a:normAutofit/>
          </a:bodyPr>
          <a:lstStyle/>
          <a:p>
            <a:r>
              <a:rPr lang="zh-CN" altLang="en-US" dirty="0"/>
              <a:t>几个核心问题</a:t>
            </a:r>
          </a:p>
        </p:txBody>
      </p:sp>
      <p:sp>
        <p:nvSpPr>
          <p:cNvPr id="4" name="内容占位符 3">
            <a:extLst>
              <a:ext uri="{FF2B5EF4-FFF2-40B4-BE49-F238E27FC236}">
                <a16:creationId xmlns:a16="http://schemas.microsoft.com/office/drawing/2014/main" id="{72D14F24-C4E8-47C4-B433-630ECA76D97E}"/>
              </a:ext>
            </a:extLst>
          </p:cNvPr>
          <p:cNvSpPr>
            <a:spLocks noGrp="1"/>
          </p:cNvSpPr>
          <p:nvPr>
            <p:ph idx="1"/>
          </p:nvPr>
        </p:nvSpPr>
        <p:spPr/>
        <p:txBody>
          <a:bodyPr>
            <a:normAutofit fontScale="92500" lnSpcReduction="10000"/>
          </a:bodyPr>
          <a:lstStyle/>
          <a:p>
            <a:pPr marL="257175" indent="-257175">
              <a:buFont typeface="Wingdings" panose="05000000000000000000" pitchFamily="2" charset="2"/>
              <a:buChar char="l"/>
            </a:pPr>
            <a:r>
              <a:rPr lang="zh-CN" altLang="en-US" dirty="0"/>
              <a:t>流水线</a:t>
            </a:r>
            <a:endParaRPr lang="en-US" altLang="zh-CN" dirty="0"/>
          </a:p>
          <a:p>
            <a:pPr marL="771525" lvl="1" indent="-257175">
              <a:buFont typeface="Wingdings" panose="05000000000000000000" pitchFamily="2" charset="2"/>
              <a:buChar char="l"/>
            </a:pPr>
            <a:r>
              <a:rPr lang="en-US" altLang="zh-CN" dirty="0"/>
              <a:t>T1</a:t>
            </a:r>
            <a:endParaRPr lang="en-US" altLang="zh-CN" dirty="0">
              <a:sym typeface="Wingdings" panose="05000000000000000000" pitchFamily="2" charset="2"/>
            </a:endParaRPr>
          </a:p>
          <a:p>
            <a:pPr marL="771525" lvl="1" indent="-257175">
              <a:buFont typeface="Wingdings" panose="05000000000000000000" pitchFamily="2" charset="2"/>
              <a:buChar char="l"/>
            </a:pPr>
            <a:endParaRPr lang="en-US" altLang="zh-CN" dirty="0">
              <a:sym typeface="Wingdings" panose="05000000000000000000" pitchFamily="2" charset="2"/>
            </a:endParaRPr>
          </a:p>
          <a:p>
            <a:pPr marL="771525" lvl="1" indent="-257175">
              <a:buFont typeface="Wingdings" panose="05000000000000000000" pitchFamily="2" charset="2"/>
              <a:buChar char="l"/>
            </a:pPr>
            <a:r>
              <a:rPr lang="en-US" altLang="zh-CN" dirty="0">
                <a:sym typeface="Wingdings" panose="05000000000000000000" pitchFamily="2" charset="2"/>
              </a:rPr>
              <a:t>T2</a:t>
            </a:r>
          </a:p>
          <a:p>
            <a:pPr marL="257175" indent="-257175">
              <a:buFont typeface="Wingdings" panose="05000000000000000000" pitchFamily="2" charset="2"/>
              <a:buChar char="l"/>
            </a:pPr>
            <a:r>
              <a:rPr lang="zh-CN" altLang="en-US" dirty="0">
                <a:sym typeface="Wingdings" panose="05000000000000000000" pitchFamily="2" charset="2"/>
              </a:rPr>
              <a:t>并行：并发操作</a:t>
            </a:r>
            <a:endParaRPr lang="en-US" altLang="zh-CN" dirty="0">
              <a:sym typeface="Wingdings" panose="05000000000000000000" pitchFamily="2" charset="2"/>
            </a:endParaRPr>
          </a:p>
          <a:p>
            <a:pPr marL="257175" indent="-257175">
              <a:buFont typeface="Wingdings" panose="05000000000000000000" pitchFamily="2" charset="2"/>
              <a:buChar char="l"/>
            </a:pPr>
            <a:endParaRPr lang="en-US" altLang="zh-CN" dirty="0">
              <a:sym typeface="Wingdings" panose="05000000000000000000" pitchFamily="2" charset="2"/>
            </a:endParaRPr>
          </a:p>
          <a:p>
            <a:pPr marL="257175" indent="-257175">
              <a:buFont typeface="Wingdings" panose="05000000000000000000" pitchFamily="2" charset="2"/>
              <a:buChar char="l"/>
            </a:pPr>
            <a:endParaRPr lang="en-US" altLang="zh-CN" dirty="0">
              <a:sym typeface="Wingdings" panose="05000000000000000000" pitchFamily="2" charset="2"/>
            </a:endParaRPr>
          </a:p>
          <a:p>
            <a:pPr marL="257175" indent="-257175">
              <a:buFont typeface="Wingdings" panose="05000000000000000000" pitchFamily="2" charset="2"/>
              <a:buChar char="l"/>
            </a:pPr>
            <a:endParaRPr lang="en-US" altLang="zh-CN" dirty="0">
              <a:sym typeface="Wingdings" panose="05000000000000000000" pitchFamily="2" charset="2"/>
            </a:endParaRPr>
          </a:p>
          <a:p>
            <a:pPr marL="257175" indent="-257175">
              <a:buFont typeface="Wingdings" panose="05000000000000000000" pitchFamily="2" charset="2"/>
              <a:buChar char="l"/>
            </a:pPr>
            <a:r>
              <a:rPr lang="zh-CN" altLang="en-US" dirty="0">
                <a:sym typeface="Wingdings" panose="05000000000000000000" pitchFamily="2" charset="2"/>
              </a:rPr>
              <a:t>连接处理</a:t>
            </a:r>
            <a:endParaRPr lang="zh-CN" altLang="en-US" dirty="0"/>
          </a:p>
        </p:txBody>
      </p:sp>
      <p:sp>
        <p:nvSpPr>
          <p:cNvPr id="2" name="灯片编号占位符 1">
            <a:extLst>
              <a:ext uri="{FF2B5EF4-FFF2-40B4-BE49-F238E27FC236}">
                <a16:creationId xmlns:a16="http://schemas.microsoft.com/office/drawing/2014/main" id="{88B31F9D-7048-4438-A746-F42E33E9A316}"/>
              </a:ext>
            </a:extLst>
          </p:cNvPr>
          <p:cNvSpPr>
            <a:spLocks noGrp="1"/>
          </p:cNvSpPr>
          <p:nvPr>
            <p:ph type="sldNum" sz="quarter" idx="12"/>
          </p:nvPr>
        </p:nvSpPr>
        <p:spPr/>
        <p:txBody>
          <a:bodyPr/>
          <a:lstStyle/>
          <a:p>
            <a:fld id="{D0399D1A-D296-42B7-916E-50FBDB540DBE}" type="slidenum">
              <a:rPr lang="zh-CN" altLang="en-US" smtClean="0"/>
              <a:t>5</a:t>
            </a:fld>
            <a:endParaRPr lang="zh-CN" altLang="en-US"/>
          </a:p>
        </p:txBody>
      </p:sp>
      <p:sp>
        <p:nvSpPr>
          <p:cNvPr id="5" name="AutoShape 4">
            <a:extLst>
              <a:ext uri="{FF2B5EF4-FFF2-40B4-BE49-F238E27FC236}">
                <a16:creationId xmlns:a16="http://schemas.microsoft.com/office/drawing/2014/main" id="{A4FA6D06-1158-412D-872E-B4E38256A694}"/>
              </a:ext>
            </a:extLst>
          </p:cNvPr>
          <p:cNvSpPr>
            <a:spLocks noChangeArrowheads="1"/>
          </p:cNvSpPr>
          <p:nvPr/>
        </p:nvSpPr>
        <p:spPr bwMode="auto">
          <a:xfrm>
            <a:off x="4056670" y="853033"/>
            <a:ext cx="788859" cy="649245"/>
          </a:xfrm>
          <a:prstGeom prst="can">
            <a:avLst>
              <a:gd name="adj" fmla="val 25000"/>
            </a:avLst>
          </a:prstGeom>
          <a:solidFill>
            <a:schemeClr val="bg1"/>
          </a:solidFill>
          <a:ln w="19050">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800">
                <a:latin typeface="Microsoft YaHei" panose="020B0503020204020204" pitchFamily="34" charset="-122"/>
                <a:ea typeface="Microsoft YaHei" panose="020B0503020204020204" pitchFamily="34" charset="-122"/>
              </a:rPr>
              <a:t>A</a:t>
            </a:r>
          </a:p>
        </p:txBody>
      </p:sp>
      <p:sp>
        <p:nvSpPr>
          <p:cNvPr id="6" name="AutoShape 5">
            <a:extLst>
              <a:ext uri="{FF2B5EF4-FFF2-40B4-BE49-F238E27FC236}">
                <a16:creationId xmlns:a16="http://schemas.microsoft.com/office/drawing/2014/main" id="{A9102457-9720-42CF-A351-18B99D5967DB}"/>
              </a:ext>
            </a:extLst>
          </p:cNvPr>
          <p:cNvSpPr>
            <a:spLocks noChangeArrowheads="1"/>
          </p:cNvSpPr>
          <p:nvPr/>
        </p:nvSpPr>
        <p:spPr bwMode="auto">
          <a:xfrm>
            <a:off x="5740836" y="845011"/>
            <a:ext cx="802544" cy="649245"/>
          </a:xfrm>
          <a:prstGeom prst="can">
            <a:avLst>
              <a:gd name="adj" fmla="val 25000"/>
            </a:avLst>
          </a:prstGeom>
          <a:solidFill>
            <a:schemeClr val="bg1"/>
          </a:solidFill>
          <a:ln w="19050">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800">
                <a:latin typeface="Microsoft YaHei" panose="020B0503020204020204" pitchFamily="34" charset="-122"/>
                <a:ea typeface="Microsoft YaHei" panose="020B0503020204020204" pitchFamily="34" charset="-122"/>
              </a:rPr>
              <a:t>B</a:t>
            </a:r>
          </a:p>
          <a:p>
            <a:pPr algn="ctr" eaLnBrk="1" hangingPunct="1"/>
            <a:r>
              <a:rPr lang="en-US" altLang="zh-CN" sz="900">
                <a:latin typeface="Microsoft YaHei" panose="020B0503020204020204" pitchFamily="34" charset="-122"/>
                <a:ea typeface="Microsoft YaHei" panose="020B0503020204020204" pitchFamily="34" charset="-122"/>
              </a:rPr>
              <a:t>(with index)</a:t>
            </a:r>
            <a:endParaRPr lang="en-US" altLang="zh-CN" sz="1800">
              <a:latin typeface="Microsoft YaHei" panose="020B0503020204020204" pitchFamily="34" charset="-122"/>
              <a:ea typeface="Microsoft YaHei" panose="020B0503020204020204" pitchFamily="34" charset="-122"/>
            </a:endParaRPr>
          </a:p>
        </p:txBody>
      </p:sp>
      <p:sp>
        <p:nvSpPr>
          <p:cNvPr id="7" name="Oval 6">
            <a:extLst>
              <a:ext uri="{FF2B5EF4-FFF2-40B4-BE49-F238E27FC236}">
                <a16:creationId xmlns:a16="http://schemas.microsoft.com/office/drawing/2014/main" id="{4D72E60A-9E4A-4992-8DE7-85C1CF86D134}"/>
              </a:ext>
            </a:extLst>
          </p:cNvPr>
          <p:cNvSpPr>
            <a:spLocks noChangeArrowheads="1"/>
          </p:cNvSpPr>
          <p:nvPr/>
        </p:nvSpPr>
        <p:spPr bwMode="auto">
          <a:xfrm>
            <a:off x="3945440" y="137910"/>
            <a:ext cx="980453" cy="411770"/>
          </a:xfrm>
          <a:prstGeom prst="ellipse">
            <a:avLst/>
          </a:prstGeom>
          <a:solidFill>
            <a:schemeClr val="bg1"/>
          </a:solidFill>
          <a:ln w="19050">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500">
                <a:latin typeface="Microsoft YaHei" panose="020B0503020204020204" pitchFamily="34" charset="-122"/>
                <a:ea typeface="Microsoft YaHei" panose="020B0503020204020204" pitchFamily="34" charset="-122"/>
              </a:rPr>
              <a:t>select</a:t>
            </a:r>
            <a:endParaRPr lang="en-US" altLang="zh-CN" sz="1800">
              <a:latin typeface="Microsoft YaHei" panose="020B0503020204020204" pitchFamily="34" charset="-122"/>
              <a:ea typeface="Microsoft YaHei" panose="020B0503020204020204" pitchFamily="34" charset="-122"/>
            </a:endParaRPr>
          </a:p>
        </p:txBody>
      </p:sp>
      <p:sp>
        <p:nvSpPr>
          <p:cNvPr id="8" name="Oval 7">
            <a:extLst>
              <a:ext uri="{FF2B5EF4-FFF2-40B4-BE49-F238E27FC236}">
                <a16:creationId xmlns:a16="http://schemas.microsoft.com/office/drawing/2014/main" id="{54F8ACA1-BC4C-417F-96A8-422B7C487523}"/>
              </a:ext>
            </a:extLst>
          </p:cNvPr>
          <p:cNvSpPr>
            <a:spLocks noChangeArrowheads="1"/>
          </p:cNvSpPr>
          <p:nvPr/>
        </p:nvSpPr>
        <p:spPr bwMode="auto">
          <a:xfrm>
            <a:off x="5637628" y="147747"/>
            <a:ext cx="980453" cy="411770"/>
          </a:xfrm>
          <a:prstGeom prst="ellipse">
            <a:avLst/>
          </a:prstGeom>
          <a:solidFill>
            <a:schemeClr val="bg1"/>
          </a:solidFill>
          <a:ln w="19050">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500">
                <a:latin typeface="Microsoft YaHei" panose="020B0503020204020204" pitchFamily="34" charset="-122"/>
                <a:ea typeface="Microsoft YaHei" panose="020B0503020204020204" pitchFamily="34" charset="-122"/>
              </a:rPr>
              <a:t>join</a:t>
            </a:r>
            <a:endParaRPr lang="en-US" altLang="zh-CN" sz="1800">
              <a:latin typeface="Microsoft YaHei" panose="020B0503020204020204" pitchFamily="34" charset="-122"/>
              <a:ea typeface="Microsoft YaHei" panose="020B0503020204020204" pitchFamily="34" charset="-122"/>
            </a:endParaRPr>
          </a:p>
        </p:txBody>
      </p:sp>
      <p:sp>
        <p:nvSpPr>
          <p:cNvPr id="9" name="Line 8">
            <a:extLst>
              <a:ext uri="{FF2B5EF4-FFF2-40B4-BE49-F238E27FC236}">
                <a16:creationId xmlns:a16="http://schemas.microsoft.com/office/drawing/2014/main" id="{9F00F560-04F2-4A14-A097-F7E3C7162805}"/>
              </a:ext>
            </a:extLst>
          </p:cNvPr>
          <p:cNvSpPr>
            <a:spLocks noChangeShapeType="1"/>
          </p:cNvSpPr>
          <p:nvPr/>
        </p:nvSpPr>
        <p:spPr bwMode="auto">
          <a:xfrm flipV="1">
            <a:off x="4443184" y="544751"/>
            <a:ext cx="0" cy="30828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800">
              <a:latin typeface="Microsoft YaHei" panose="020B0503020204020204" pitchFamily="34" charset="-122"/>
              <a:ea typeface="Microsoft YaHei" panose="020B0503020204020204" pitchFamily="34" charset="-122"/>
            </a:endParaRPr>
          </a:p>
        </p:txBody>
      </p:sp>
      <p:sp>
        <p:nvSpPr>
          <p:cNvPr id="10" name="Line 9">
            <a:extLst>
              <a:ext uri="{FF2B5EF4-FFF2-40B4-BE49-F238E27FC236}">
                <a16:creationId xmlns:a16="http://schemas.microsoft.com/office/drawing/2014/main" id="{535FDBA3-0753-465D-847A-99A348EC6814}"/>
              </a:ext>
            </a:extLst>
          </p:cNvPr>
          <p:cNvSpPr>
            <a:spLocks noChangeShapeType="1"/>
          </p:cNvSpPr>
          <p:nvPr/>
        </p:nvSpPr>
        <p:spPr bwMode="auto">
          <a:xfrm flipV="1">
            <a:off x="6134494" y="545063"/>
            <a:ext cx="0" cy="308283"/>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800">
              <a:latin typeface="Microsoft YaHei" panose="020B0503020204020204" pitchFamily="34" charset="-122"/>
              <a:ea typeface="Microsoft YaHei" panose="020B0503020204020204" pitchFamily="34" charset="-122"/>
            </a:endParaRPr>
          </a:p>
        </p:txBody>
      </p:sp>
      <p:sp>
        <p:nvSpPr>
          <p:cNvPr id="11" name="Line 10">
            <a:extLst>
              <a:ext uri="{FF2B5EF4-FFF2-40B4-BE49-F238E27FC236}">
                <a16:creationId xmlns:a16="http://schemas.microsoft.com/office/drawing/2014/main" id="{971C7B15-421C-4B04-BEF5-2A7141F106DD}"/>
              </a:ext>
            </a:extLst>
          </p:cNvPr>
          <p:cNvSpPr>
            <a:spLocks noChangeShapeType="1"/>
          </p:cNvSpPr>
          <p:nvPr/>
        </p:nvSpPr>
        <p:spPr bwMode="auto">
          <a:xfrm>
            <a:off x="4950137" y="344200"/>
            <a:ext cx="70381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800">
              <a:latin typeface="Microsoft YaHei" panose="020B0503020204020204" pitchFamily="34" charset="-122"/>
              <a:ea typeface="Microsoft YaHei" panose="020B0503020204020204" pitchFamily="34" charset="-122"/>
            </a:endParaRPr>
          </a:p>
        </p:txBody>
      </p:sp>
      <p:sp>
        <p:nvSpPr>
          <p:cNvPr id="12" name="Line 11">
            <a:extLst>
              <a:ext uri="{FF2B5EF4-FFF2-40B4-BE49-F238E27FC236}">
                <a16:creationId xmlns:a16="http://schemas.microsoft.com/office/drawing/2014/main" id="{B5D706EB-54A9-4AA3-8FA7-51129971D042}"/>
              </a:ext>
            </a:extLst>
          </p:cNvPr>
          <p:cNvSpPr>
            <a:spLocks noChangeShapeType="1"/>
          </p:cNvSpPr>
          <p:nvPr/>
        </p:nvSpPr>
        <p:spPr bwMode="auto">
          <a:xfrm>
            <a:off x="6633803" y="336679"/>
            <a:ext cx="51987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800">
              <a:latin typeface="Microsoft YaHei" panose="020B0503020204020204" pitchFamily="34" charset="-122"/>
              <a:ea typeface="Microsoft YaHei" panose="020B0503020204020204" pitchFamily="34" charset="-122"/>
            </a:endParaRPr>
          </a:p>
        </p:txBody>
      </p:sp>
      <p:sp>
        <p:nvSpPr>
          <p:cNvPr id="13" name="Text Box 5">
            <a:extLst>
              <a:ext uri="{FF2B5EF4-FFF2-40B4-BE49-F238E27FC236}">
                <a16:creationId xmlns:a16="http://schemas.microsoft.com/office/drawing/2014/main" id="{8DE9BA58-0E00-4D2E-A3A6-81B9E17874EF}"/>
              </a:ext>
            </a:extLst>
          </p:cNvPr>
          <p:cNvSpPr txBox="1">
            <a:spLocks noChangeArrowheads="1"/>
          </p:cNvSpPr>
          <p:nvPr/>
        </p:nvSpPr>
        <p:spPr bwMode="auto">
          <a:xfrm>
            <a:off x="1844551" y="1356122"/>
            <a:ext cx="1921928" cy="105157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Wingdings 3" panose="05040102010807070707" pitchFamily="18" charset="2"/>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Wingdings 3" panose="05040102010807070707" pitchFamily="18" charset="2"/>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ts val="450"/>
              </a:spcBef>
              <a:spcAft>
                <a:spcPct val="0"/>
              </a:spcAft>
              <a:buClrTx/>
              <a:buSzTx/>
              <a:buNone/>
            </a:pPr>
            <a:r>
              <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SELECT *</a:t>
            </a:r>
          </a:p>
          <a:p>
            <a:pPr>
              <a:lnSpc>
                <a:spcPct val="100000"/>
              </a:lnSpc>
              <a:spcBef>
                <a:spcPts val="450"/>
              </a:spcBef>
              <a:spcAft>
                <a:spcPct val="0"/>
              </a:spcAft>
              <a:buClrTx/>
              <a:buSzTx/>
              <a:buNone/>
            </a:pPr>
            <a:r>
              <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FROM A WHERE </a:t>
            </a:r>
            <a:r>
              <a:rPr lang="en-US" altLang="zh-CN" sz="1350" b="1" dirty="0" err="1">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cond</a:t>
            </a:r>
            <a:endPar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endParaRPr>
          </a:p>
          <a:p>
            <a:pPr>
              <a:lnSpc>
                <a:spcPct val="100000"/>
              </a:lnSpc>
              <a:spcBef>
                <a:spcPts val="450"/>
              </a:spcBef>
              <a:spcAft>
                <a:spcPct val="0"/>
              </a:spcAft>
              <a:buClrTx/>
              <a:buSzTx/>
              <a:buNone/>
            </a:pPr>
            <a:r>
              <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JOIN T1 AND B</a:t>
            </a:r>
            <a:endParaRPr lang="en-US" altLang="zh-CN" sz="1350" dirty="0">
              <a:solidFill>
                <a:schemeClr val="tx1"/>
              </a:solidFill>
              <a:latin typeface="Microsoft YaHei" panose="020B0503020204020204" pitchFamily="34" charset="-122"/>
              <a:ea typeface="Microsoft YaHei" panose="020B0503020204020204" pitchFamily="34" charset="-122"/>
            </a:endParaRPr>
          </a:p>
        </p:txBody>
      </p:sp>
      <p:cxnSp>
        <p:nvCxnSpPr>
          <p:cNvPr id="15" name="直接箭头连接符 14">
            <a:extLst>
              <a:ext uri="{FF2B5EF4-FFF2-40B4-BE49-F238E27FC236}">
                <a16:creationId xmlns:a16="http://schemas.microsoft.com/office/drawing/2014/main" id="{981EA76E-06AA-4562-B895-F9D4BC9DCD02}"/>
              </a:ext>
            </a:extLst>
          </p:cNvPr>
          <p:cNvCxnSpPr>
            <a:cxnSpLocks/>
          </p:cNvCxnSpPr>
          <p:nvPr/>
        </p:nvCxnSpPr>
        <p:spPr>
          <a:xfrm flipH="1">
            <a:off x="1527375" y="1525004"/>
            <a:ext cx="295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35524B10-B7D9-4DD6-A6C1-D5E1DA239807}"/>
              </a:ext>
            </a:extLst>
          </p:cNvPr>
          <p:cNvCxnSpPr>
            <a:cxnSpLocks/>
          </p:cNvCxnSpPr>
          <p:nvPr/>
        </p:nvCxnSpPr>
        <p:spPr>
          <a:xfrm flipH="1">
            <a:off x="1549141" y="2021307"/>
            <a:ext cx="295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 Box 5">
            <a:extLst>
              <a:ext uri="{FF2B5EF4-FFF2-40B4-BE49-F238E27FC236}">
                <a16:creationId xmlns:a16="http://schemas.microsoft.com/office/drawing/2014/main" id="{4A8344A3-1A8D-4858-AD17-60AEDACC52AC}"/>
              </a:ext>
            </a:extLst>
          </p:cNvPr>
          <p:cNvSpPr txBox="1">
            <a:spLocks noChangeArrowheads="1"/>
          </p:cNvSpPr>
          <p:nvPr/>
        </p:nvSpPr>
        <p:spPr bwMode="auto">
          <a:xfrm>
            <a:off x="1822786" y="2594855"/>
            <a:ext cx="1921928" cy="84382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Wingdings 3" panose="05040102010807070707" pitchFamily="18" charset="2"/>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Wingdings 3" panose="05040102010807070707" pitchFamily="18" charset="2"/>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ts val="450"/>
              </a:spcBef>
              <a:spcAft>
                <a:spcPct val="0"/>
              </a:spcAft>
              <a:buClrTx/>
              <a:buSzTx/>
              <a:buNone/>
            </a:pPr>
            <a:r>
              <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SELECT *</a:t>
            </a:r>
          </a:p>
          <a:p>
            <a:pPr>
              <a:lnSpc>
                <a:spcPct val="100000"/>
              </a:lnSpc>
              <a:spcBef>
                <a:spcPts val="450"/>
              </a:spcBef>
              <a:spcAft>
                <a:spcPct val="0"/>
              </a:spcAft>
              <a:buClrTx/>
              <a:buSzTx/>
              <a:buNone/>
            </a:pPr>
            <a:r>
              <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FROM A</a:t>
            </a:r>
          </a:p>
          <a:p>
            <a:pPr>
              <a:lnSpc>
                <a:spcPct val="100000"/>
              </a:lnSpc>
              <a:spcBef>
                <a:spcPts val="450"/>
              </a:spcBef>
              <a:spcAft>
                <a:spcPct val="0"/>
              </a:spcAft>
              <a:buClrTx/>
              <a:buSzTx/>
              <a:buNone/>
            </a:pPr>
            <a:r>
              <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WHERE </a:t>
            </a:r>
            <a:r>
              <a:rPr lang="en-US" altLang="zh-CN" sz="1350" b="1" dirty="0" err="1">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cond</a:t>
            </a:r>
            <a:endParaRPr lang="en-US" altLang="zh-CN" sz="1350" dirty="0">
              <a:solidFill>
                <a:schemeClr val="tx1"/>
              </a:solidFill>
              <a:latin typeface="Microsoft YaHei" panose="020B0503020204020204" pitchFamily="34" charset="-122"/>
              <a:ea typeface="Microsoft YaHei" panose="020B0503020204020204" pitchFamily="34" charset="-122"/>
            </a:endParaRPr>
          </a:p>
        </p:txBody>
      </p:sp>
      <p:sp>
        <p:nvSpPr>
          <p:cNvPr id="20" name="Text Box 5">
            <a:extLst>
              <a:ext uri="{FF2B5EF4-FFF2-40B4-BE49-F238E27FC236}">
                <a16:creationId xmlns:a16="http://schemas.microsoft.com/office/drawing/2014/main" id="{6CD0DD02-A504-467B-A9B0-0E60C1DDD315}"/>
              </a:ext>
            </a:extLst>
          </p:cNvPr>
          <p:cNvSpPr txBox="1">
            <a:spLocks noChangeArrowheads="1"/>
          </p:cNvSpPr>
          <p:nvPr/>
        </p:nvSpPr>
        <p:spPr bwMode="auto">
          <a:xfrm>
            <a:off x="1822785" y="3959349"/>
            <a:ext cx="1921928" cy="30008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Wingdings 3" panose="05040102010807070707" pitchFamily="18" charset="2"/>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Wingdings 3" panose="05040102010807070707" pitchFamily="18" charset="2"/>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ts val="450"/>
              </a:spcBef>
              <a:spcAft>
                <a:spcPct val="0"/>
              </a:spcAft>
              <a:buClrTx/>
              <a:buSzTx/>
              <a:buNone/>
            </a:pPr>
            <a:r>
              <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JOIN A,B ON X</a:t>
            </a:r>
            <a:endParaRPr lang="en-US" altLang="zh-CN" sz="1350" dirty="0">
              <a:solidFill>
                <a:schemeClr val="tx1"/>
              </a:solidFill>
              <a:latin typeface="Microsoft YaHei" panose="020B0503020204020204" pitchFamily="34" charset="-122"/>
              <a:ea typeface="Microsoft YaHei" panose="020B0503020204020204" pitchFamily="34" charset="-122"/>
            </a:endParaRPr>
          </a:p>
        </p:txBody>
      </p:sp>
      <p:sp>
        <p:nvSpPr>
          <p:cNvPr id="21" name="AutoShape 4">
            <a:extLst>
              <a:ext uri="{FF2B5EF4-FFF2-40B4-BE49-F238E27FC236}">
                <a16:creationId xmlns:a16="http://schemas.microsoft.com/office/drawing/2014/main" id="{F4ACAD9A-8188-4B41-8254-2243302114F5}"/>
              </a:ext>
            </a:extLst>
          </p:cNvPr>
          <p:cNvSpPr>
            <a:spLocks noChangeArrowheads="1"/>
          </p:cNvSpPr>
          <p:nvPr/>
        </p:nvSpPr>
        <p:spPr bwMode="auto">
          <a:xfrm>
            <a:off x="4916766" y="2916132"/>
            <a:ext cx="1263254" cy="754698"/>
          </a:xfrm>
          <a:prstGeom prst="can">
            <a:avLst>
              <a:gd name="adj" fmla="val 25000"/>
            </a:avLst>
          </a:prstGeom>
          <a:solidFill>
            <a:schemeClr val="bg1"/>
          </a:solidFill>
          <a:ln w="19050">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350">
                <a:latin typeface="Microsoft YaHei" panose="020B0503020204020204" pitchFamily="34" charset="-122"/>
                <a:ea typeface="Microsoft YaHei" panose="020B0503020204020204" pitchFamily="34" charset="-122"/>
              </a:rPr>
              <a:t>A</a:t>
            </a:r>
            <a:r>
              <a:rPr lang="en-US" altLang="zh-CN" sz="1200">
                <a:latin typeface="Microsoft YaHei" panose="020B0503020204020204" pitchFamily="34" charset="-122"/>
                <a:ea typeface="Microsoft YaHei" panose="020B0503020204020204" pitchFamily="34" charset="-122"/>
              </a:rPr>
              <a:t> where</a:t>
            </a:r>
          </a:p>
          <a:p>
            <a:pPr algn="ctr" eaLnBrk="1" hangingPunct="1"/>
            <a:r>
              <a:rPr lang="en-US" altLang="zh-CN" sz="1200">
                <a:latin typeface="Microsoft YaHei" panose="020B0503020204020204" pitchFamily="34" charset="-122"/>
                <a:ea typeface="Microsoft YaHei" panose="020B0503020204020204" pitchFamily="34" charset="-122"/>
              </a:rPr>
              <a:t>A.x &lt; 10</a:t>
            </a:r>
            <a:endParaRPr lang="en-US" altLang="zh-CN" sz="1800">
              <a:latin typeface="Microsoft YaHei" panose="020B0503020204020204" pitchFamily="34" charset="-122"/>
              <a:ea typeface="Microsoft YaHei" panose="020B0503020204020204" pitchFamily="34" charset="-122"/>
            </a:endParaRPr>
          </a:p>
        </p:txBody>
      </p:sp>
      <p:sp>
        <p:nvSpPr>
          <p:cNvPr id="22" name="Oval 6">
            <a:extLst>
              <a:ext uri="{FF2B5EF4-FFF2-40B4-BE49-F238E27FC236}">
                <a16:creationId xmlns:a16="http://schemas.microsoft.com/office/drawing/2014/main" id="{BB1695D6-7DFA-468F-844E-4E3AAF1BF289}"/>
              </a:ext>
            </a:extLst>
          </p:cNvPr>
          <p:cNvSpPr>
            <a:spLocks noChangeArrowheads="1"/>
          </p:cNvSpPr>
          <p:nvPr/>
        </p:nvSpPr>
        <p:spPr bwMode="auto">
          <a:xfrm>
            <a:off x="4934626" y="2160595"/>
            <a:ext cx="1194197" cy="450056"/>
          </a:xfrm>
          <a:prstGeom prst="ellipse">
            <a:avLst/>
          </a:prstGeom>
          <a:solidFill>
            <a:schemeClr val="bg1"/>
          </a:solidFill>
          <a:ln w="19050">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500">
                <a:latin typeface="Microsoft YaHei" panose="020B0503020204020204" pitchFamily="34" charset="-122"/>
                <a:ea typeface="Microsoft YaHei" panose="020B0503020204020204" pitchFamily="34" charset="-122"/>
              </a:rPr>
              <a:t>select</a:t>
            </a:r>
            <a:endParaRPr lang="en-US" altLang="zh-CN" sz="1800">
              <a:latin typeface="Microsoft YaHei" panose="020B0503020204020204" pitchFamily="34" charset="-122"/>
              <a:ea typeface="Microsoft YaHei" panose="020B0503020204020204" pitchFamily="34" charset="-122"/>
            </a:endParaRPr>
          </a:p>
        </p:txBody>
      </p:sp>
      <p:sp>
        <p:nvSpPr>
          <p:cNvPr id="23" name="Oval 7">
            <a:extLst>
              <a:ext uri="{FF2B5EF4-FFF2-40B4-BE49-F238E27FC236}">
                <a16:creationId xmlns:a16="http://schemas.microsoft.com/office/drawing/2014/main" id="{53360697-40FA-4AD9-9916-47FF61A068CF}"/>
              </a:ext>
            </a:extLst>
          </p:cNvPr>
          <p:cNvSpPr>
            <a:spLocks noChangeArrowheads="1"/>
          </p:cNvSpPr>
          <p:nvPr/>
        </p:nvSpPr>
        <p:spPr bwMode="auto">
          <a:xfrm>
            <a:off x="6365417" y="2143077"/>
            <a:ext cx="1194197" cy="450056"/>
          </a:xfrm>
          <a:prstGeom prst="ellipse">
            <a:avLst/>
          </a:prstGeom>
          <a:solidFill>
            <a:schemeClr val="bg1"/>
          </a:solidFill>
          <a:ln w="19050">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500">
                <a:latin typeface="Microsoft YaHei" panose="020B0503020204020204" pitchFamily="34" charset="-122"/>
                <a:ea typeface="Microsoft YaHei" panose="020B0503020204020204" pitchFamily="34" charset="-122"/>
              </a:rPr>
              <a:t>select</a:t>
            </a:r>
            <a:endParaRPr lang="en-US" altLang="zh-CN" sz="1800">
              <a:latin typeface="Microsoft YaHei" panose="020B0503020204020204" pitchFamily="34" charset="-122"/>
              <a:ea typeface="Microsoft YaHei" panose="020B0503020204020204" pitchFamily="34" charset="-122"/>
            </a:endParaRPr>
          </a:p>
        </p:txBody>
      </p:sp>
      <p:sp>
        <p:nvSpPr>
          <p:cNvPr id="24" name="Line 8">
            <a:extLst>
              <a:ext uri="{FF2B5EF4-FFF2-40B4-BE49-F238E27FC236}">
                <a16:creationId xmlns:a16="http://schemas.microsoft.com/office/drawing/2014/main" id="{677C5D2B-BA90-4A1C-95FF-374315786DF8}"/>
              </a:ext>
            </a:extLst>
          </p:cNvPr>
          <p:cNvSpPr>
            <a:spLocks noChangeShapeType="1"/>
          </p:cNvSpPr>
          <p:nvPr/>
        </p:nvSpPr>
        <p:spPr bwMode="auto">
          <a:xfrm flipV="1">
            <a:off x="5540654" y="2620176"/>
            <a:ext cx="0" cy="33694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800">
              <a:latin typeface="Microsoft YaHei" panose="020B0503020204020204" pitchFamily="34" charset="-122"/>
              <a:ea typeface="Microsoft YaHei" panose="020B0503020204020204" pitchFamily="34" charset="-122"/>
            </a:endParaRPr>
          </a:p>
        </p:txBody>
      </p:sp>
      <p:sp>
        <p:nvSpPr>
          <p:cNvPr id="25" name="Line 9">
            <a:extLst>
              <a:ext uri="{FF2B5EF4-FFF2-40B4-BE49-F238E27FC236}">
                <a16:creationId xmlns:a16="http://schemas.microsoft.com/office/drawing/2014/main" id="{08F3F95B-A62B-44ED-800B-CF630900E59A}"/>
              </a:ext>
            </a:extLst>
          </p:cNvPr>
          <p:cNvSpPr>
            <a:spLocks noChangeShapeType="1"/>
          </p:cNvSpPr>
          <p:nvPr/>
        </p:nvSpPr>
        <p:spPr bwMode="auto">
          <a:xfrm flipV="1">
            <a:off x="6997639" y="2593132"/>
            <a:ext cx="0" cy="33694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800">
              <a:latin typeface="Microsoft YaHei" panose="020B0503020204020204" pitchFamily="34" charset="-122"/>
              <a:ea typeface="Microsoft YaHei" panose="020B0503020204020204" pitchFamily="34" charset="-122"/>
            </a:endParaRPr>
          </a:p>
        </p:txBody>
      </p:sp>
      <p:sp>
        <p:nvSpPr>
          <p:cNvPr id="26" name="Line 11">
            <a:extLst>
              <a:ext uri="{FF2B5EF4-FFF2-40B4-BE49-F238E27FC236}">
                <a16:creationId xmlns:a16="http://schemas.microsoft.com/office/drawing/2014/main" id="{B6C41CDD-A8FB-4CF7-894E-D647F4DE597B}"/>
              </a:ext>
            </a:extLst>
          </p:cNvPr>
          <p:cNvSpPr>
            <a:spLocks noChangeShapeType="1"/>
          </p:cNvSpPr>
          <p:nvPr/>
        </p:nvSpPr>
        <p:spPr bwMode="auto">
          <a:xfrm flipH="1" flipV="1">
            <a:off x="7523896" y="1789459"/>
            <a:ext cx="906575" cy="39561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800">
              <a:latin typeface="Microsoft YaHei" panose="020B0503020204020204" pitchFamily="34" charset="-122"/>
              <a:ea typeface="Microsoft YaHei" panose="020B0503020204020204" pitchFamily="34" charset="-122"/>
            </a:endParaRPr>
          </a:p>
        </p:txBody>
      </p:sp>
      <p:sp>
        <p:nvSpPr>
          <p:cNvPr id="27" name="AutoShape 12">
            <a:extLst>
              <a:ext uri="{FF2B5EF4-FFF2-40B4-BE49-F238E27FC236}">
                <a16:creationId xmlns:a16="http://schemas.microsoft.com/office/drawing/2014/main" id="{204CCBE2-26FC-4BE1-B63C-DCA4A660FD91}"/>
              </a:ext>
            </a:extLst>
          </p:cNvPr>
          <p:cNvSpPr>
            <a:spLocks noChangeArrowheads="1"/>
          </p:cNvSpPr>
          <p:nvPr/>
        </p:nvSpPr>
        <p:spPr bwMode="auto">
          <a:xfrm>
            <a:off x="6313030" y="2924808"/>
            <a:ext cx="1263253" cy="754697"/>
          </a:xfrm>
          <a:prstGeom prst="can">
            <a:avLst>
              <a:gd name="adj" fmla="val 25000"/>
            </a:avLst>
          </a:prstGeom>
          <a:solidFill>
            <a:schemeClr val="bg1"/>
          </a:solidFill>
          <a:ln w="19050">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350">
                <a:latin typeface="Microsoft YaHei" panose="020B0503020204020204" pitchFamily="34" charset="-122"/>
                <a:ea typeface="Microsoft YaHei" panose="020B0503020204020204" pitchFamily="34" charset="-122"/>
              </a:rPr>
              <a:t>A</a:t>
            </a:r>
            <a:r>
              <a:rPr lang="en-US" altLang="zh-CN" sz="1200">
                <a:latin typeface="Microsoft YaHei" panose="020B0503020204020204" pitchFamily="34" charset="-122"/>
                <a:ea typeface="Microsoft YaHei" panose="020B0503020204020204" pitchFamily="34" charset="-122"/>
              </a:rPr>
              <a:t> where</a:t>
            </a:r>
          </a:p>
          <a:p>
            <a:pPr algn="ctr" eaLnBrk="1" hangingPunct="1"/>
            <a:r>
              <a:rPr lang="en-US" altLang="zh-CN" sz="1200">
                <a:latin typeface="Microsoft YaHei" panose="020B0503020204020204" pitchFamily="34" charset="-122"/>
                <a:ea typeface="Microsoft YaHei" panose="020B0503020204020204" pitchFamily="34" charset="-122"/>
              </a:rPr>
              <a:t>10 </a:t>
            </a:r>
            <a:r>
              <a:rPr lang="en-US" altLang="zh-CN" sz="1200">
                <a:latin typeface="Microsoft YaHei" panose="020B0503020204020204" pitchFamily="34" charset="-122"/>
                <a:ea typeface="Microsoft YaHei" panose="020B0503020204020204" pitchFamily="34" charset="-122"/>
                <a:sym typeface="Symbol" panose="05050102010706020507" pitchFamily="18" charset="2"/>
              </a:rPr>
              <a:t> </a:t>
            </a:r>
            <a:r>
              <a:rPr lang="en-US" altLang="zh-CN" sz="1200">
                <a:latin typeface="Microsoft YaHei" panose="020B0503020204020204" pitchFamily="34" charset="-122"/>
                <a:ea typeface="Microsoft YaHei" panose="020B0503020204020204" pitchFamily="34" charset="-122"/>
              </a:rPr>
              <a:t>A.x &lt; 20</a:t>
            </a:r>
            <a:endParaRPr lang="en-US" altLang="zh-CN" sz="1800">
              <a:latin typeface="Microsoft YaHei" panose="020B0503020204020204" pitchFamily="34" charset="-122"/>
              <a:ea typeface="Microsoft YaHei" panose="020B0503020204020204" pitchFamily="34" charset="-122"/>
            </a:endParaRPr>
          </a:p>
        </p:txBody>
      </p:sp>
      <p:sp>
        <p:nvSpPr>
          <p:cNvPr id="28" name="Oval 13">
            <a:extLst>
              <a:ext uri="{FF2B5EF4-FFF2-40B4-BE49-F238E27FC236}">
                <a16:creationId xmlns:a16="http://schemas.microsoft.com/office/drawing/2014/main" id="{9B454F19-D1D9-4624-B6F9-02BBEFD4B9C5}"/>
              </a:ext>
            </a:extLst>
          </p:cNvPr>
          <p:cNvSpPr>
            <a:spLocks noChangeArrowheads="1"/>
          </p:cNvSpPr>
          <p:nvPr/>
        </p:nvSpPr>
        <p:spPr bwMode="auto">
          <a:xfrm>
            <a:off x="7868497" y="2153792"/>
            <a:ext cx="1194197" cy="450056"/>
          </a:xfrm>
          <a:prstGeom prst="ellipse">
            <a:avLst/>
          </a:prstGeom>
          <a:solidFill>
            <a:schemeClr val="bg1"/>
          </a:solidFill>
          <a:ln w="19050">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500">
                <a:latin typeface="Microsoft YaHei" panose="020B0503020204020204" pitchFamily="34" charset="-122"/>
                <a:ea typeface="Microsoft YaHei" panose="020B0503020204020204" pitchFamily="34" charset="-122"/>
              </a:rPr>
              <a:t>select</a:t>
            </a:r>
            <a:endParaRPr lang="en-US" altLang="zh-CN" sz="1800">
              <a:latin typeface="Microsoft YaHei" panose="020B0503020204020204" pitchFamily="34" charset="-122"/>
              <a:ea typeface="Microsoft YaHei" panose="020B0503020204020204" pitchFamily="34" charset="-122"/>
            </a:endParaRPr>
          </a:p>
        </p:txBody>
      </p:sp>
      <p:sp>
        <p:nvSpPr>
          <p:cNvPr id="29" name="Line 14">
            <a:extLst>
              <a:ext uri="{FF2B5EF4-FFF2-40B4-BE49-F238E27FC236}">
                <a16:creationId xmlns:a16="http://schemas.microsoft.com/office/drawing/2014/main" id="{4B9AE423-9AE3-4EFD-8C37-3F50B6745B70}"/>
              </a:ext>
            </a:extLst>
          </p:cNvPr>
          <p:cNvSpPr>
            <a:spLocks noChangeShapeType="1"/>
          </p:cNvSpPr>
          <p:nvPr/>
        </p:nvSpPr>
        <p:spPr bwMode="auto">
          <a:xfrm flipV="1">
            <a:off x="8500718" y="2603848"/>
            <a:ext cx="0" cy="33694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800">
              <a:latin typeface="Microsoft YaHei" panose="020B0503020204020204" pitchFamily="34" charset="-122"/>
              <a:ea typeface="Microsoft YaHei" panose="020B0503020204020204" pitchFamily="34" charset="-122"/>
            </a:endParaRPr>
          </a:p>
        </p:txBody>
      </p:sp>
      <p:sp>
        <p:nvSpPr>
          <p:cNvPr id="30" name="AutoShape 16">
            <a:extLst>
              <a:ext uri="{FF2B5EF4-FFF2-40B4-BE49-F238E27FC236}">
                <a16:creationId xmlns:a16="http://schemas.microsoft.com/office/drawing/2014/main" id="{3D23EC74-7115-41C2-87E0-061607E15148}"/>
              </a:ext>
            </a:extLst>
          </p:cNvPr>
          <p:cNvSpPr>
            <a:spLocks noChangeArrowheads="1"/>
          </p:cNvSpPr>
          <p:nvPr/>
        </p:nvSpPr>
        <p:spPr bwMode="auto">
          <a:xfrm>
            <a:off x="7816108" y="2935523"/>
            <a:ext cx="1263254" cy="754698"/>
          </a:xfrm>
          <a:prstGeom prst="can">
            <a:avLst>
              <a:gd name="adj" fmla="val 25000"/>
            </a:avLst>
          </a:prstGeom>
          <a:solidFill>
            <a:schemeClr val="bg1"/>
          </a:solidFill>
          <a:ln w="19050">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350">
                <a:latin typeface="Microsoft YaHei" panose="020B0503020204020204" pitchFamily="34" charset="-122"/>
                <a:ea typeface="Microsoft YaHei" panose="020B0503020204020204" pitchFamily="34" charset="-122"/>
              </a:rPr>
              <a:t>A</a:t>
            </a:r>
            <a:r>
              <a:rPr lang="en-US" altLang="zh-CN" sz="1200">
                <a:latin typeface="Microsoft YaHei" panose="020B0503020204020204" pitchFamily="34" charset="-122"/>
                <a:ea typeface="Microsoft YaHei" panose="020B0503020204020204" pitchFamily="34" charset="-122"/>
              </a:rPr>
              <a:t> where</a:t>
            </a:r>
          </a:p>
          <a:p>
            <a:pPr algn="ctr" eaLnBrk="1" hangingPunct="1"/>
            <a:r>
              <a:rPr lang="en-US" altLang="zh-CN" sz="1200">
                <a:latin typeface="Microsoft YaHei" panose="020B0503020204020204" pitchFamily="34" charset="-122"/>
                <a:ea typeface="Microsoft YaHei" panose="020B0503020204020204" pitchFamily="34" charset="-122"/>
              </a:rPr>
              <a:t>20 </a:t>
            </a:r>
            <a:r>
              <a:rPr lang="en-US" altLang="zh-CN" sz="1200">
                <a:latin typeface="Microsoft YaHei" panose="020B0503020204020204" pitchFamily="34" charset="-122"/>
                <a:ea typeface="Microsoft YaHei" panose="020B0503020204020204" pitchFamily="34" charset="-122"/>
                <a:sym typeface="Symbol" panose="05050102010706020507" pitchFamily="18" charset="2"/>
              </a:rPr>
              <a:t> </a:t>
            </a:r>
            <a:r>
              <a:rPr lang="en-US" altLang="zh-CN" sz="1200">
                <a:latin typeface="Microsoft YaHei" panose="020B0503020204020204" pitchFamily="34" charset="-122"/>
                <a:ea typeface="Microsoft YaHei" panose="020B0503020204020204" pitchFamily="34" charset="-122"/>
              </a:rPr>
              <a:t>A.x</a:t>
            </a:r>
            <a:endParaRPr lang="en-US" altLang="zh-CN" sz="1800">
              <a:latin typeface="Microsoft YaHei" panose="020B0503020204020204" pitchFamily="34" charset="-122"/>
              <a:ea typeface="Microsoft YaHei" panose="020B0503020204020204" pitchFamily="34" charset="-122"/>
            </a:endParaRPr>
          </a:p>
        </p:txBody>
      </p:sp>
      <p:sp>
        <p:nvSpPr>
          <p:cNvPr id="31" name="Oval 17">
            <a:extLst>
              <a:ext uri="{FF2B5EF4-FFF2-40B4-BE49-F238E27FC236}">
                <a16:creationId xmlns:a16="http://schemas.microsoft.com/office/drawing/2014/main" id="{2F1CA32D-5547-4108-BB73-09E2A830DDAB}"/>
              </a:ext>
            </a:extLst>
          </p:cNvPr>
          <p:cNvSpPr>
            <a:spLocks noChangeArrowheads="1"/>
          </p:cNvSpPr>
          <p:nvPr/>
        </p:nvSpPr>
        <p:spPr bwMode="auto">
          <a:xfrm>
            <a:off x="6329698" y="1475647"/>
            <a:ext cx="1194197" cy="450056"/>
          </a:xfrm>
          <a:prstGeom prst="ellipse">
            <a:avLst/>
          </a:prstGeom>
          <a:solidFill>
            <a:schemeClr val="bg1"/>
          </a:solidFill>
          <a:ln w="19050">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500">
                <a:latin typeface="Microsoft YaHei" panose="020B0503020204020204" pitchFamily="34" charset="-122"/>
                <a:ea typeface="Microsoft YaHei" panose="020B0503020204020204" pitchFamily="34" charset="-122"/>
              </a:rPr>
              <a:t>merge</a:t>
            </a:r>
            <a:endParaRPr lang="en-US" altLang="zh-CN" sz="1800">
              <a:latin typeface="Microsoft YaHei" panose="020B0503020204020204" pitchFamily="34" charset="-122"/>
              <a:ea typeface="Microsoft YaHei" panose="020B0503020204020204" pitchFamily="34" charset="-122"/>
            </a:endParaRPr>
          </a:p>
        </p:txBody>
      </p:sp>
      <p:sp>
        <p:nvSpPr>
          <p:cNvPr id="32" name="Line 18">
            <a:extLst>
              <a:ext uri="{FF2B5EF4-FFF2-40B4-BE49-F238E27FC236}">
                <a16:creationId xmlns:a16="http://schemas.microsoft.com/office/drawing/2014/main" id="{52D39734-4842-46B5-A4E7-7696E86C4C78}"/>
              </a:ext>
            </a:extLst>
          </p:cNvPr>
          <p:cNvSpPr>
            <a:spLocks noChangeShapeType="1"/>
          </p:cNvSpPr>
          <p:nvPr/>
        </p:nvSpPr>
        <p:spPr bwMode="auto">
          <a:xfrm flipH="1" flipV="1">
            <a:off x="6977837" y="1925702"/>
            <a:ext cx="0" cy="21737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800">
              <a:latin typeface="Microsoft YaHei" panose="020B0503020204020204" pitchFamily="34" charset="-122"/>
              <a:ea typeface="Microsoft YaHei" panose="020B0503020204020204" pitchFamily="34" charset="-122"/>
            </a:endParaRPr>
          </a:p>
        </p:txBody>
      </p:sp>
      <p:sp>
        <p:nvSpPr>
          <p:cNvPr id="33" name="Line 19">
            <a:extLst>
              <a:ext uri="{FF2B5EF4-FFF2-40B4-BE49-F238E27FC236}">
                <a16:creationId xmlns:a16="http://schemas.microsoft.com/office/drawing/2014/main" id="{4F870FE5-1717-4E6C-972D-3A1D9E992E9F}"/>
              </a:ext>
            </a:extLst>
          </p:cNvPr>
          <p:cNvSpPr>
            <a:spLocks noChangeShapeType="1"/>
          </p:cNvSpPr>
          <p:nvPr/>
        </p:nvSpPr>
        <p:spPr bwMode="auto">
          <a:xfrm flipV="1">
            <a:off x="5534212" y="1773302"/>
            <a:ext cx="808583" cy="411769"/>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800">
              <a:latin typeface="Microsoft YaHei" panose="020B0503020204020204" pitchFamily="34" charset="-122"/>
              <a:ea typeface="Microsoft YaHei" panose="020B0503020204020204" pitchFamily="34" charset="-122"/>
            </a:endParaRPr>
          </a:p>
        </p:txBody>
      </p:sp>
      <p:sp>
        <p:nvSpPr>
          <p:cNvPr id="34" name="AutoShape 4">
            <a:extLst>
              <a:ext uri="{FF2B5EF4-FFF2-40B4-BE49-F238E27FC236}">
                <a16:creationId xmlns:a16="http://schemas.microsoft.com/office/drawing/2014/main" id="{E0479B9A-F2FF-47DF-B3A6-612AF4DF5510}"/>
              </a:ext>
            </a:extLst>
          </p:cNvPr>
          <p:cNvSpPr>
            <a:spLocks noChangeArrowheads="1"/>
          </p:cNvSpPr>
          <p:nvPr/>
        </p:nvSpPr>
        <p:spPr bwMode="auto">
          <a:xfrm>
            <a:off x="4058618" y="3904114"/>
            <a:ext cx="839391" cy="476249"/>
          </a:xfrm>
          <a:prstGeom prst="can">
            <a:avLst>
              <a:gd name="adj" fmla="val 25000"/>
            </a:avLst>
          </a:prstGeom>
          <a:solidFill>
            <a:schemeClr val="bg1"/>
          </a:solidFill>
          <a:ln w="19050">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800">
                <a:latin typeface="Microsoft YaHei" panose="020B0503020204020204" pitchFamily="34" charset="-122"/>
                <a:ea typeface="Microsoft YaHei" panose="020B0503020204020204" pitchFamily="34" charset="-122"/>
              </a:rPr>
              <a:t>A</a:t>
            </a:r>
            <a:r>
              <a:rPr lang="en-US" altLang="zh-CN" sz="1800" baseline="-25000">
                <a:latin typeface="Microsoft YaHei" panose="020B0503020204020204" pitchFamily="34" charset="-122"/>
                <a:ea typeface="Microsoft YaHei" panose="020B0503020204020204" pitchFamily="34" charset="-122"/>
              </a:rPr>
              <a:t>1</a:t>
            </a:r>
            <a:endParaRPr lang="en-US" altLang="zh-CN" sz="1800">
              <a:latin typeface="Microsoft YaHei" panose="020B0503020204020204" pitchFamily="34" charset="-122"/>
              <a:ea typeface="Microsoft YaHei" panose="020B0503020204020204" pitchFamily="34" charset="-122"/>
            </a:endParaRPr>
          </a:p>
        </p:txBody>
      </p:sp>
      <p:sp>
        <p:nvSpPr>
          <p:cNvPr id="35" name="AutoShape 5">
            <a:extLst>
              <a:ext uri="{FF2B5EF4-FFF2-40B4-BE49-F238E27FC236}">
                <a16:creationId xmlns:a16="http://schemas.microsoft.com/office/drawing/2014/main" id="{A66BCF84-2311-43B5-ACD8-6E65F620ACA2}"/>
              </a:ext>
            </a:extLst>
          </p:cNvPr>
          <p:cNvSpPr>
            <a:spLocks noChangeArrowheads="1"/>
          </p:cNvSpPr>
          <p:nvPr/>
        </p:nvSpPr>
        <p:spPr bwMode="auto">
          <a:xfrm>
            <a:off x="5168790" y="3904114"/>
            <a:ext cx="839390" cy="476249"/>
          </a:xfrm>
          <a:prstGeom prst="can">
            <a:avLst>
              <a:gd name="adj" fmla="val 25000"/>
            </a:avLst>
          </a:prstGeom>
          <a:solidFill>
            <a:schemeClr val="bg1"/>
          </a:solidFill>
          <a:ln w="19050">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800">
                <a:latin typeface="Microsoft YaHei" panose="020B0503020204020204" pitchFamily="34" charset="-122"/>
                <a:ea typeface="Microsoft YaHei" panose="020B0503020204020204" pitchFamily="34" charset="-122"/>
              </a:rPr>
              <a:t>A</a:t>
            </a:r>
            <a:r>
              <a:rPr lang="en-US" altLang="zh-CN" sz="1800" baseline="-25000">
                <a:latin typeface="Microsoft YaHei" panose="020B0503020204020204" pitchFamily="34" charset="-122"/>
                <a:ea typeface="Microsoft YaHei" panose="020B0503020204020204" pitchFamily="34" charset="-122"/>
              </a:rPr>
              <a:t>2</a:t>
            </a:r>
            <a:endParaRPr lang="en-US" altLang="zh-CN" sz="1800">
              <a:latin typeface="Microsoft YaHei" panose="020B0503020204020204" pitchFamily="34" charset="-122"/>
              <a:ea typeface="Microsoft YaHei" panose="020B0503020204020204" pitchFamily="34" charset="-122"/>
            </a:endParaRPr>
          </a:p>
        </p:txBody>
      </p:sp>
      <p:sp>
        <p:nvSpPr>
          <p:cNvPr id="36" name="AutoShape 6">
            <a:extLst>
              <a:ext uri="{FF2B5EF4-FFF2-40B4-BE49-F238E27FC236}">
                <a16:creationId xmlns:a16="http://schemas.microsoft.com/office/drawing/2014/main" id="{D117B363-A987-4D5F-AB50-32F14C2056FF}"/>
              </a:ext>
            </a:extLst>
          </p:cNvPr>
          <p:cNvSpPr>
            <a:spLocks noChangeArrowheads="1"/>
          </p:cNvSpPr>
          <p:nvPr/>
        </p:nvSpPr>
        <p:spPr bwMode="auto">
          <a:xfrm>
            <a:off x="6311621" y="3902924"/>
            <a:ext cx="839391" cy="476250"/>
          </a:xfrm>
          <a:prstGeom prst="can">
            <a:avLst>
              <a:gd name="adj" fmla="val 25000"/>
            </a:avLst>
          </a:prstGeom>
          <a:solidFill>
            <a:schemeClr val="bg1"/>
          </a:solidFill>
          <a:ln w="19050">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800">
                <a:latin typeface="Microsoft YaHei" panose="020B0503020204020204" pitchFamily="34" charset="-122"/>
                <a:ea typeface="Microsoft YaHei" panose="020B0503020204020204" pitchFamily="34" charset="-122"/>
              </a:rPr>
              <a:t>B</a:t>
            </a:r>
            <a:r>
              <a:rPr lang="en-US" altLang="zh-CN" sz="1800" baseline="-25000">
                <a:latin typeface="Microsoft YaHei" panose="020B0503020204020204" pitchFamily="34" charset="-122"/>
                <a:ea typeface="Microsoft YaHei" panose="020B0503020204020204" pitchFamily="34" charset="-122"/>
              </a:rPr>
              <a:t>1</a:t>
            </a:r>
            <a:endParaRPr lang="en-US" altLang="zh-CN" sz="1800">
              <a:latin typeface="Microsoft YaHei" panose="020B0503020204020204" pitchFamily="34" charset="-122"/>
              <a:ea typeface="Microsoft YaHei" panose="020B0503020204020204" pitchFamily="34" charset="-122"/>
            </a:endParaRPr>
          </a:p>
        </p:txBody>
      </p:sp>
      <p:sp>
        <p:nvSpPr>
          <p:cNvPr id="37" name="AutoShape 7">
            <a:extLst>
              <a:ext uri="{FF2B5EF4-FFF2-40B4-BE49-F238E27FC236}">
                <a16:creationId xmlns:a16="http://schemas.microsoft.com/office/drawing/2014/main" id="{E57DD3E8-6BAE-4928-8EEA-746BCB291496}"/>
              </a:ext>
            </a:extLst>
          </p:cNvPr>
          <p:cNvSpPr>
            <a:spLocks noChangeArrowheads="1"/>
          </p:cNvSpPr>
          <p:nvPr/>
        </p:nvSpPr>
        <p:spPr bwMode="auto">
          <a:xfrm>
            <a:off x="7433870" y="3892038"/>
            <a:ext cx="839391" cy="476250"/>
          </a:xfrm>
          <a:prstGeom prst="can">
            <a:avLst>
              <a:gd name="adj" fmla="val 25000"/>
            </a:avLst>
          </a:prstGeom>
          <a:solidFill>
            <a:schemeClr val="bg1"/>
          </a:solidFill>
          <a:ln w="19050">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800">
                <a:latin typeface="Microsoft YaHei" panose="020B0503020204020204" pitchFamily="34" charset="-122"/>
                <a:ea typeface="Microsoft YaHei" panose="020B0503020204020204" pitchFamily="34" charset="-122"/>
              </a:rPr>
              <a:t>B</a:t>
            </a:r>
            <a:r>
              <a:rPr lang="en-US" altLang="zh-CN" sz="1800" baseline="-25000">
                <a:latin typeface="Microsoft YaHei" panose="020B0503020204020204" pitchFamily="34" charset="-122"/>
                <a:ea typeface="Microsoft YaHei" panose="020B0503020204020204" pitchFamily="34" charset="-122"/>
              </a:rPr>
              <a:t>2</a:t>
            </a:r>
            <a:endParaRPr lang="en-US" altLang="zh-CN" sz="1800">
              <a:latin typeface="Microsoft YaHei" panose="020B0503020204020204" pitchFamily="34" charset="-122"/>
              <a:ea typeface="Microsoft YaHei" panose="020B0503020204020204" pitchFamily="34" charset="-122"/>
            </a:endParaRPr>
          </a:p>
        </p:txBody>
      </p:sp>
      <p:sp>
        <p:nvSpPr>
          <p:cNvPr id="38" name="Text Box 8">
            <a:extLst>
              <a:ext uri="{FF2B5EF4-FFF2-40B4-BE49-F238E27FC236}">
                <a16:creationId xmlns:a16="http://schemas.microsoft.com/office/drawing/2014/main" id="{D31CE185-3E01-4295-A3EC-2E9CFBA32F04}"/>
              </a:ext>
            </a:extLst>
          </p:cNvPr>
          <p:cNvSpPr txBox="1">
            <a:spLocks noChangeArrowheads="1"/>
          </p:cNvSpPr>
          <p:nvPr/>
        </p:nvSpPr>
        <p:spPr bwMode="auto">
          <a:xfrm>
            <a:off x="4002291" y="4304931"/>
            <a:ext cx="94609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500">
                <a:latin typeface="Microsoft YaHei" panose="020B0503020204020204" pitchFamily="34" charset="-122"/>
                <a:ea typeface="Microsoft YaHei" panose="020B0503020204020204" pitchFamily="34" charset="-122"/>
              </a:rPr>
              <a:t>A.x &lt; 10</a:t>
            </a:r>
            <a:endParaRPr lang="en-US" altLang="zh-CN" sz="1800">
              <a:latin typeface="Microsoft YaHei" panose="020B0503020204020204" pitchFamily="34" charset="-122"/>
              <a:ea typeface="Microsoft YaHei" panose="020B0503020204020204" pitchFamily="34" charset="-122"/>
            </a:endParaRPr>
          </a:p>
        </p:txBody>
      </p:sp>
      <p:sp>
        <p:nvSpPr>
          <p:cNvPr id="39" name="Text Box 9">
            <a:extLst>
              <a:ext uri="{FF2B5EF4-FFF2-40B4-BE49-F238E27FC236}">
                <a16:creationId xmlns:a16="http://schemas.microsoft.com/office/drawing/2014/main" id="{83DBCE5D-13EF-4FB7-A78B-DD7AD745FC0B}"/>
              </a:ext>
            </a:extLst>
          </p:cNvPr>
          <p:cNvSpPr txBox="1">
            <a:spLocks noChangeArrowheads="1"/>
          </p:cNvSpPr>
          <p:nvPr/>
        </p:nvSpPr>
        <p:spPr bwMode="auto">
          <a:xfrm>
            <a:off x="5098749" y="4325172"/>
            <a:ext cx="90922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500">
                <a:latin typeface="Microsoft YaHei" panose="020B0503020204020204" pitchFamily="34" charset="-122"/>
                <a:ea typeface="Microsoft YaHei" panose="020B0503020204020204" pitchFamily="34" charset="-122"/>
              </a:rPr>
              <a:t>A.x </a:t>
            </a:r>
            <a:r>
              <a:rPr lang="en-US" altLang="zh-CN" sz="1500">
                <a:latin typeface="Microsoft YaHei" panose="020B0503020204020204" pitchFamily="34" charset="-122"/>
                <a:ea typeface="Microsoft YaHei" panose="020B0503020204020204" pitchFamily="34" charset="-122"/>
                <a:sym typeface="Symbol" panose="05050102010706020507" pitchFamily="18" charset="2"/>
              </a:rPr>
              <a:t></a:t>
            </a:r>
            <a:r>
              <a:rPr lang="en-US" altLang="zh-CN" sz="1500">
                <a:latin typeface="Microsoft YaHei" panose="020B0503020204020204" pitchFamily="34" charset="-122"/>
                <a:ea typeface="Microsoft YaHei" panose="020B0503020204020204" pitchFamily="34" charset="-122"/>
              </a:rPr>
              <a:t> 10</a:t>
            </a:r>
            <a:endParaRPr lang="en-US" altLang="zh-CN" sz="1800">
              <a:latin typeface="Microsoft YaHei" panose="020B0503020204020204" pitchFamily="34" charset="-122"/>
              <a:ea typeface="Microsoft YaHei" panose="020B0503020204020204" pitchFamily="34" charset="-122"/>
            </a:endParaRPr>
          </a:p>
        </p:txBody>
      </p:sp>
      <p:sp>
        <p:nvSpPr>
          <p:cNvPr id="40" name="Text Box 10">
            <a:extLst>
              <a:ext uri="{FF2B5EF4-FFF2-40B4-BE49-F238E27FC236}">
                <a16:creationId xmlns:a16="http://schemas.microsoft.com/office/drawing/2014/main" id="{32D6E2A9-70F0-4078-921A-84E5DD8A91B0}"/>
              </a:ext>
            </a:extLst>
          </p:cNvPr>
          <p:cNvSpPr txBox="1">
            <a:spLocks noChangeArrowheads="1"/>
          </p:cNvSpPr>
          <p:nvPr/>
        </p:nvSpPr>
        <p:spPr bwMode="auto">
          <a:xfrm>
            <a:off x="6293464" y="4340650"/>
            <a:ext cx="93166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500">
                <a:latin typeface="Microsoft YaHei" panose="020B0503020204020204" pitchFamily="34" charset="-122"/>
                <a:ea typeface="Microsoft YaHei" panose="020B0503020204020204" pitchFamily="34" charset="-122"/>
              </a:rPr>
              <a:t>B.x &lt; 10</a:t>
            </a:r>
            <a:endParaRPr lang="en-US" altLang="zh-CN" sz="1800">
              <a:latin typeface="Microsoft YaHei" panose="020B0503020204020204" pitchFamily="34" charset="-122"/>
              <a:ea typeface="Microsoft YaHei" panose="020B0503020204020204" pitchFamily="34" charset="-122"/>
            </a:endParaRPr>
          </a:p>
        </p:txBody>
      </p:sp>
      <p:sp>
        <p:nvSpPr>
          <p:cNvPr id="41" name="Text Box 11">
            <a:extLst>
              <a:ext uri="{FF2B5EF4-FFF2-40B4-BE49-F238E27FC236}">
                <a16:creationId xmlns:a16="http://schemas.microsoft.com/office/drawing/2014/main" id="{539B069D-45F8-4780-8605-4484DF1F8F8C}"/>
              </a:ext>
            </a:extLst>
          </p:cNvPr>
          <p:cNvSpPr txBox="1">
            <a:spLocks noChangeArrowheads="1"/>
          </p:cNvSpPr>
          <p:nvPr/>
        </p:nvSpPr>
        <p:spPr bwMode="auto">
          <a:xfrm>
            <a:off x="7404048" y="4350005"/>
            <a:ext cx="88832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500">
                <a:latin typeface="Microsoft YaHei" panose="020B0503020204020204" pitchFamily="34" charset="-122"/>
                <a:ea typeface="Microsoft YaHei" panose="020B0503020204020204" pitchFamily="34" charset="-122"/>
              </a:rPr>
              <a:t>B.x </a:t>
            </a:r>
            <a:r>
              <a:rPr lang="en-US" altLang="zh-CN" sz="1500">
                <a:latin typeface="Microsoft YaHei" panose="020B0503020204020204" pitchFamily="34" charset="-122"/>
                <a:ea typeface="Microsoft YaHei" panose="020B0503020204020204" pitchFamily="34" charset="-122"/>
                <a:sym typeface="Symbol" panose="05050102010706020507" pitchFamily="18" charset="2"/>
              </a:rPr>
              <a:t></a:t>
            </a:r>
            <a:r>
              <a:rPr lang="en-US" altLang="zh-CN" sz="1500">
                <a:latin typeface="Microsoft YaHei" panose="020B0503020204020204" pitchFamily="34" charset="-122"/>
                <a:ea typeface="Microsoft YaHei" panose="020B0503020204020204" pitchFamily="34" charset="-122"/>
              </a:rPr>
              <a:t> 10</a:t>
            </a:r>
            <a:endParaRPr lang="en-US" altLang="zh-CN" sz="1800">
              <a:latin typeface="Microsoft YaHei" panose="020B0503020204020204" pitchFamily="34" charset="-122"/>
              <a:ea typeface="Microsoft YaHei" panose="020B0503020204020204" pitchFamily="34" charset="-122"/>
            </a:endParaRPr>
          </a:p>
        </p:txBody>
      </p:sp>
      <p:grpSp>
        <p:nvGrpSpPr>
          <p:cNvPr id="42" name="Group 15">
            <a:extLst>
              <a:ext uri="{FF2B5EF4-FFF2-40B4-BE49-F238E27FC236}">
                <a16:creationId xmlns:a16="http://schemas.microsoft.com/office/drawing/2014/main" id="{7807DB89-339A-42DA-B838-63A822BE517F}"/>
              </a:ext>
            </a:extLst>
          </p:cNvPr>
          <p:cNvGrpSpPr>
            <a:grpSpLocks/>
          </p:cNvGrpSpPr>
          <p:nvPr/>
        </p:nvGrpSpPr>
        <p:grpSpPr bwMode="auto">
          <a:xfrm>
            <a:off x="4423819" y="4590315"/>
            <a:ext cx="3483428" cy="564679"/>
            <a:chOff x="996" y="2524"/>
            <a:chExt cx="3993" cy="977"/>
          </a:xfrm>
        </p:grpSpPr>
        <p:sp>
          <p:nvSpPr>
            <p:cNvPr id="43" name="Freeform 12">
              <a:extLst>
                <a:ext uri="{FF2B5EF4-FFF2-40B4-BE49-F238E27FC236}">
                  <a16:creationId xmlns:a16="http://schemas.microsoft.com/office/drawing/2014/main" id="{838944D6-C975-4D3C-8B14-58366D3F0DE7}"/>
                </a:ext>
              </a:extLst>
            </p:cNvPr>
            <p:cNvSpPr>
              <a:spLocks/>
            </p:cNvSpPr>
            <p:nvPr/>
          </p:nvSpPr>
          <p:spPr bwMode="auto">
            <a:xfrm>
              <a:off x="996" y="2524"/>
              <a:ext cx="2567" cy="400"/>
            </a:xfrm>
            <a:custGeom>
              <a:avLst/>
              <a:gdLst>
                <a:gd name="T0" fmla="*/ 2567 w 2567"/>
                <a:gd name="T1" fmla="*/ 29 h 400"/>
                <a:gd name="T2" fmla="*/ 2400 w 2567"/>
                <a:gd name="T3" fmla="*/ 174 h 400"/>
                <a:gd name="T4" fmla="*/ 2276 w 2567"/>
                <a:gd name="T5" fmla="*/ 254 h 400"/>
                <a:gd name="T6" fmla="*/ 2065 w 2567"/>
                <a:gd name="T7" fmla="*/ 327 h 400"/>
                <a:gd name="T8" fmla="*/ 1724 w 2567"/>
                <a:gd name="T9" fmla="*/ 400 h 400"/>
                <a:gd name="T10" fmla="*/ 1309 w 2567"/>
                <a:gd name="T11" fmla="*/ 393 h 400"/>
                <a:gd name="T12" fmla="*/ 1033 w 2567"/>
                <a:gd name="T13" fmla="*/ 349 h 400"/>
                <a:gd name="T14" fmla="*/ 902 w 2567"/>
                <a:gd name="T15" fmla="*/ 313 h 400"/>
                <a:gd name="T16" fmla="*/ 807 w 2567"/>
                <a:gd name="T17" fmla="*/ 291 h 400"/>
                <a:gd name="T18" fmla="*/ 567 w 2567"/>
                <a:gd name="T19" fmla="*/ 233 h 400"/>
                <a:gd name="T20" fmla="*/ 386 w 2567"/>
                <a:gd name="T21" fmla="*/ 189 h 400"/>
                <a:gd name="T22" fmla="*/ 277 w 2567"/>
                <a:gd name="T23" fmla="*/ 160 h 400"/>
                <a:gd name="T24" fmla="*/ 66 w 2567"/>
                <a:gd name="T25" fmla="*/ 51 h 400"/>
                <a:gd name="T26" fmla="*/ 0 w 2567"/>
                <a:gd name="T27" fmla="*/ 0 h 4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567"/>
                <a:gd name="T43" fmla="*/ 0 h 400"/>
                <a:gd name="T44" fmla="*/ 2567 w 2567"/>
                <a:gd name="T45" fmla="*/ 400 h 4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567" h="400">
                  <a:moveTo>
                    <a:pt x="2567" y="29"/>
                  </a:moveTo>
                  <a:cubicBezTo>
                    <a:pt x="2514" y="82"/>
                    <a:pt x="2460" y="129"/>
                    <a:pt x="2400" y="174"/>
                  </a:cubicBezTo>
                  <a:cubicBezTo>
                    <a:pt x="2361" y="203"/>
                    <a:pt x="2323" y="239"/>
                    <a:pt x="2276" y="254"/>
                  </a:cubicBezTo>
                  <a:cubicBezTo>
                    <a:pt x="2219" y="295"/>
                    <a:pt x="2134" y="314"/>
                    <a:pt x="2065" y="327"/>
                  </a:cubicBezTo>
                  <a:cubicBezTo>
                    <a:pt x="1956" y="372"/>
                    <a:pt x="1839" y="381"/>
                    <a:pt x="1724" y="400"/>
                  </a:cubicBezTo>
                  <a:cubicBezTo>
                    <a:pt x="1586" y="398"/>
                    <a:pt x="1447" y="399"/>
                    <a:pt x="1309" y="393"/>
                  </a:cubicBezTo>
                  <a:cubicBezTo>
                    <a:pt x="1217" y="389"/>
                    <a:pt x="1124" y="362"/>
                    <a:pt x="1033" y="349"/>
                  </a:cubicBezTo>
                  <a:cubicBezTo>
                    <a:pt x="932" y="315"/>
                    <a:pt x="976" y="325"/>
                    <a:pt x="902" y="313"/>
                  </a:cubicBezTo>
                  <a:cubicBezTo>
                    <a:pt x="787" y="274"/>
                    <a:pt x="933" y="321"/>
                    <a:pt x="807" y="291"/>
                  </a:cubicBezTo>
                  <a:cubicBezTo>
                    <a:pt x="727" y="272"/>
                    <a:pt x="649" y="246"/>
                    <a:pt x="567" y="233"/>
                  </a:cubicBezTo>
                  <a:cubicBezTo>
                    <a:pt x="509" y="213"/>
                    <a:pt x="447" y="197"/>
                    <a:pt x="386" y="189"/>
                  </a:cubicBezTo>
                  <a:cubicBezTo>
                    <a:pt x="349" y="177"/>
                    <a:pt x="314" y="169"/>
                    <a:pt x="277" y="160"/>
                  </a:cubicBezTo>
                  <a:cubicBezTo>
                    <a:pt x="207" y="124"/>
                    <a:pt x="134" y="91"/>
                    <a:pt x="66" y="51"/>
                  </a:cubicBezTo>
                  <a:cubicBezTo>
                    <a:pt x="61" y="48"/>
                    <a:pt x="0" y="18"/>
                    <a:pt x="0" y="0"/>
                  </a:cubicBez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800">
                <a:latin typeface="Microsoft YaHei" panose="020B0503020204020204" pitchFamily="34" charset="-122"/>
                <a:ea typeface="Microsoft YaHei" panose="020B0503020204020204" pitchFamily="34" charset="-122"/>
              </a:endParaRPr>
            </a:p>
          </p:txBody>
        </p:sp>
        <p:sp>
          <p:nvSpPr>
            <p:cNvPr id="44" name="Freeform 13">
              <a:extLst>
                <a:ext uri="{FF2B5EF4-FFF2-40B4-BE49-F238E27FC236}">
                  <a16:creationId xmlns:a16="http://schemas.microsoft.com/office/drawing/2014/main" id="{1BE57EC5-591B-493A-8CBE-0D44B788C342}"/>
                </a:ext>
              </a:extLst>
            </p:cNvPr>
            <p:cNvSpPr>
              <a:spLocks/>
            </p:cNvSpPr>
            <p:nvPr/>
          </p:nvSpPr>
          <p:spPr bwMode="auto">
            <a:xfrm>
              <a:off x="2342" y="2567"/>
              <a:ext cx="2647" cy="498"/>
            </a:xfrm>
            <a:custGeom>
              <a:avLst/>
              <a:gdLst>
                <a:gd name="T0" fmla="*/ 2647 w 2647"/>
                <a:gd name="T1" fmla="*/ 15 h 498"/>
                <a:gd name="T2" fmla="*/ 2472 w 2647"/>
                <a:gd name="T3" fmla="*/ 139 h 498"/>
                <a:gd name="T4" fmla="*/ 2305 w 2647"/>
                <a:gd name="T5" fmla="*/ 270 h 498"/>
                <a:gd name="T6" fmla="*/ 2174 w 2647"/>
                <a:gd name="T7" fmla="*/ 328 h 498"/>
                <a:gd name="T8" fmla="*/ 2087 w 2647"/>
                <a:gd name="T9" fmla="*/ 364 h 498"/>
                <a:gd name="T10" fmla="*/ 1941 w 2647"/>
                <a:gd name="T11" fmla="*/ 400 h 498"/>
                <a:gd name="T12" fmla="*/ 1425 w 2647"/>
                <a:gd name="T13" fmla="*/ 466 h 498"/>
                <a:gd name="T14" fmla="*/ 552 w 2647"/>
                <a:gd name="T15" fmla="*/ 408 h 498"/>
                <a:gd name="T16" fmla="*/ 276 w 2647"/>
                <a:gd name="T17" fmla="*/ 277 h 498"/>
                <a:gd name="T18" fmla="*/ 189 w 2647"/>
                <a:gd name="T19" fmla="*/ 211 h 498"/>
                <a:gd name="T20" fmla="*/ 152 w 2647"/>
                <a:gd name="T21" fmla="*/ 182 h 498"/>
                <a:gd name="T22" fmla="*/ 50 w 2647"/>
                <a:gd name="T23" fmla="*/ 73 h 498"/>
                <a:gd name="T24" fmla="*/ 0 w 2647"/>
                <a:gd name="T25" fmla="*/ 0 h 49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47"/>
                <a:gd name="T40" fmla="*/ 0 h 498"/>
                <a:gd name="T41" fmla="*/ 2647 w 2647"/>
                <a:gd name="T42" fmla="*/ 498 h 49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47" h="498">
                  <a:moveTo>
                    <a:pt x="2647" y="15"/>
                  </a:moveTo>
                  <a:cubicBezTo>
                    <a:pt x="2581" y="36"/>
                    <a:pt x="2525" y="97"/>
                    <a:pt x="2472" y="139"/>
                  </a:cubicBezTo>
                  <a:cubicBezTo>
                    <a:pt x="2421" y="180"/>
                    <a:pt x="2360" y="238"/>
                    <a:pt x="2305" y="270"/>
                  </a:cubicBezTo>
                  <a:cubicBezTo>
                    <a:pt x="2259" y="296"/>
                    <a:pt x="2220" y="310"/>
                    <a:pt x="2174" y="328"/>
                  </a:cubicBezTo>
                  <a:cubicBezTo>
                    <a:pt x="2140" y="341"/>
                    <a:pt x="2124" y="357"/>
                    <a:pt x="2087" y="364"/>
                  </a:cubicBezTo>
                  <a:cubicBezTo>
                    <a:pt x="2040" y="388"/>
                    <a:pt x="1991" y="388"/>
                    <a:pt x="1941" y="400"/>
                  </a:cubicBezTo>
                  <a:cubicBezTo>
                    <a:pt x="1770" y="440"/>
                    <a:pt x="1601" y="455"/>
                    <a:pt x="1425" y="466"/>
                  </a:cubicBezTo>
                  <a:cubicBezTo>
                    <a:pt x="1035" y="462"/>
                    <a:pt x="862" y="498"/>
                    <a:pt x="552" y="408"/>
                  </a:cubicBezTo>
                  <a:cubicBezTo>
                    <a:pt x="449" y="378"/>
                    <a:pt x="363" y="338"/>
                    <a:pt x="276" y="277"/>
                  </a:cubicBezTo>
                  <a:cubicBezTo>
                    <a:pt x="246" y="256"/>
                    <a:pt x="218" y="233"/>
                    <a:pt x="189" y="211"/>
                  </a:cubicBezTo>
                  <a:cubicBezTo>
                    <a:pt x="177" y="201"/>
                    <a:pt x="152" y="182"/>
                    <a:pt x="152" y="182"/>
                  </a:cubicBezTo>
                  <a:cubicBezTo>
                    <a:pt x="125" y="140"/>
                    <a:pt x="77" y="116"/>
                    <a:pt x="50" y="73"/>
                  </a:cubicBezTo>
                  <a:cubicBezTo>
                    <a:pt x="34" y="49"/>
                    <a:pt x="19" y="22"/>
                    <a:pt x="0" y="0"/>
                  </a:cubicBez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800">
                <a:latin typeface="Microsoft YaHei" panose="020B0503020204020204" pitchFamily="34" charset="-122"/>
                <a:ea typeface="Microsoft YaHei" panose="020B0503020204020204" pitchFamily="34" charset="-122"/>
              </a:endParaRPr>
            </a:p>
          </p:txBody>
        </p:sp>
        <p:sp>
          <p:nvSpPr>
            <p:cNvPr id="45" name="Text Box 14">
              <a:extLst>
                <a:ext uri="{FF2B5EF4-FFF2-40B4-BE49-F238E27FC236}">
                  <a16:creationId xmlns:a16="http://schemas.microsoft.com/office/drawing/2014/main" id="{8AE8744D-DF9C-4457-B48A-E06911CC0E94}"/>
                </a:ext>
              </a:extLst>
            </p:cNvPr>
            <p:cNvSpPr txBox="1">
              <a:spLocks noChangeArrowheads="1"/>
            </p:cNvSpPr>
            <p:nvPr/>
          </p:nvSpPr>
          <p:spPr bwMode="auto">
            <a:xfrm>
              <a:off x="2722" y="2942"/>
              <a:ext cx="1527" cy="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500">
                  <a:solidFill>
                    <a:srgbClr val="FF0000"/>
                  </a:solidFill>
                  <a:latin typeface="Microsoft YaHei" panose="020B0503020204020204" pitchFamily="34" charset="-122"/>
                  <a:ea typeface="Microsoft YaHei" panose="020B0503020204020204" pitchFamily="34" charset="-122"/>
                </a:rPr>
                <a:t>join strategy</a:t>
              </a:r>
              <a:endParaRPr lang="en-US" altLang="zh-CN" sz="1800">
                <a:latin typeface="Microsoft YaHei" panose="020B0503020204020204" pitchFamily="34" charset="-122"/>
                <a:ea typeface="Microsoft YaHei" panose="020B0503020204020204" pitchFamily="34" charset="-122"/>
              </a:endParaRPr>
            </a:p>
          </p:txBody>
        </p:sp>
      </p:grpSp>
    </p:spTree>
    <p:extLst>
      <p:ext uri="{BB962C8B-B14F-4D97-AF65-F5344CB8AC3E}">
        <p14:creationId xmlns:p14="http://schemas.microsoft.com/office/powerpoint/2010/main" val="1813054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B51D053-B738-9FC2-6DA2-F2425F3D2936}"/>
              </a:ext>
            </a:extLst>
          </p:cNvPr>
          <p:cNvSpPr>
            <a:spLocks noGrp="1"/>
          </p:cNvSpPr>
          <p:nvPr>
            <p:ph type="title"/>
          </p:nvPr>
        </p:nvSpPr>
        <p:spPr/>
        <p:txBody>
          <a:bodyPr>
            <a:normAutofit/>
          </a:bodyPr>
          <a:lstStyle/>
          <a:p>
            <a:r>
              <a:rPr lang="zh-CN" altLang="en-US" dirty="0"/>
              <a:t>并发</a:t>
            </a:r>
            <a:r>
              <a:rPr lang="en-US" altLang="zh-CN" dirty="0"/>
              <a:t>&amp;</a:t>
            </a:r>
            <a:r>
              <a:rPr lang="zh-CN" altLang="en-US" dirty="0"/>
              <a:t>恢复</a:t>
            </a:r>
          </a:p>
        </p:txBody>
      </p:sp>
      <p:sp>
        <p:nvSpPr>
          <p:cNvPr id="45" name="内容占位符 3">
            <a:extLst>
              <a:ext uri="{FF2B5EF4-FFF2-40B4-BE49-F238E27FC236}">
                <a16:creationId xmlns:a16="http://schemas.microsoft.com/office/drawing/2014/main" id="{75123AF7-ECA9-4B7C-BA74-AC91D78C4E46}"/>
              </a:ext>
            </a:extLst>
          </p:cNvPr>
          <p:cNvSpPr>
            <a:spLocks noGrp="1"/>
          </p:cNvSpPr>
          <p:nvPr>
            <p:ph idx="1"/>
          </p:nvPr>
        </p:nvSpPr>
        <p:spPr/>
        <p:txBody>
          <a:bodyPr>
            <a:normAutofit fontScale="92500" lnSpcReduction="20000"/>
          </a:bodyPr>
          <a:lstStyle/>
          <a:p>
            <a:pPr marL="257175" indent="-257175">
              <a:buFont typeface="Wingdings" panose="05000000000000000000" pitchFamily="2" charset="2"/>
              <a:buChar char="l"/>
            </a:pPr>
            <a:r>
              <a:rPr lang="en-US" altLang="zh-CN" dirty="0"/>
              <a:t>Coordinator</a:t>
            </a:r>
            <a:r>
              <a:rPr lang="zh-CN" altLang="en-US" dirty="0"/>
              <a:t>（协调器）</a:t>
            </a:r>
            <a:endParaRPr lang="en-US" altLang="zh-CN" dirty="0"/>
          </a:p>
          <a:p>
            <a:pPr marL="771525" lvl="1" indent="-257175">
              <a:buFont typeface="Wingdings" panose="05000000000000000000" pitchFamily="2" charset="2"/>
              <a:buChar char="l"/>
            </a:pPr>
            <a:r>
              <a:rPr lang="zh-CN" altLang="en-US" dirty="0"/>
              <a:t>阶段</a:t>
            </a:r>
            <a:r>
              <a:rPr lang="en-US" altLang="zh-CN" dirty="0"/>
              <a:t>I</a:t>
            </a:r>
            <a:r>
              <a:rPr lang="zh-CN" altLang="en-US" dirty="0"/>
              <a:t>：</a:t>
            </a:r>
            <a:r>
              <a:rPr lang="en-US" altLang="zh-CN" dirty="0"/>
              <a:t>ATM</a:t>
            </a:r>
            <a:r>
              <a:rPr lang="zh-CN" altLang="en-US" dirty="0"/>
              <a:t>检测钱是否可用，主框架检测账户是否仍有余额（钱与余额均保留）</a:t>
            </a:r>
            <a:endParaRPr lang="en-US" altLang="zh-CN" dirty="0"/>
          </a:p>
          <a:p>
            <a:pPr marL="771525" lvl="1" indent="-257175">
              <a:buFont typeface="Wingdings" panose="05000000000000000000" pitchFamily="2" charset="2"/>
              <a:buChar char="l"/>
            </a:pPr>
            <a:r>
              <a:rPr lang="zh-CN" altLang="en-US" dirty="0"/>
              <a:t>阶段</a:t>
            </a:r>
            <a:r>
              <a:rPr lang="en-US" altLang="zh-CN" dirty="0"/>
              <a:t>II</a:t>
            </a:r>
            <a:r>
              <a:rPr lang="zh-CN" altLang="en-US" dirty="0"/>
              <a:t>：</a:t>
            </a:r>
            <a:r>
              <a:rPr lang="en-US" altLang="zh-CN" dirty="0"/>
              <a:t>ATM</a:t>
            </a:r>
            <a:r>
              <a:rPr lang="zh-CN" altLang="en-US" dirty="0"/>
              <a:t>按照要求释放现金，主框架更新余额</a:t>
            </a:r>
            <a:endParaRPr lang="en-US" altLang="zh-CN" dirty="0"/>
          </a:p>
          <a:p>
            <a:pPr marL="257175" indent="-257175">
              <a:buFont typeface="Wingdings" panose="05000000000000000000" pitchFamily="2" charset="2"/>
              <a:buChar char="l"/>
            </a:pPr>
            <a:r>
              <a:rPr lang="zh-CN" altLang="en-US" dirty="0"/>
              <a:t>复制数据库管理</a:t>
            </a:r>
            <a:endParaRPr lang="en-US" altLang="zh-CN" dirty="0"/>
          </a:p>
          <a:p>
            <a:pPr marL="771525" lvl="1" indent="-257175">
              <a:buFont typeface="Wingdings" panose="05000000000000000000" pitchFamily="2" charset="2"/>
              <a:buChar char="l"/>
            </a:pPr>
            <a:r>
              <a:rPr lang="zh-CN" altLang="en-US" dirty="0"/>
              <a:t>容错的关键，持久化</a:t>
            </a:r>
            <a:endParaRPr lang="en-US" altLang="zh-CN" dirty="0"/>
          </a:p>
          <a:p>
            <a:pPr marL="771525" lvl="1" indent="-257175">
              <a:buFont typeface="Wingdings" panose="05000000000000000000" pitchFamily="2" charset="2"/>
              <a:buChar char="l"/>
            </a:pPr>
            <a:r>
              <a:rPr lang="zh-CN" altLang="en-US" dirty="0"/>
              <a:t>阐述了事务处理问题</a:t>
            </a:r>
            <a:endParaRPr lang="en-US" altLang="zh-CN" dirty="0"/>
          </a:p>
          <a:p>
            <a:pPr marL="771525" lvl="1" indent="-257175">
              <a:buFont typeface="Wingdings" panose="05000000000000000000" pitchFamily="2" charset="2"/>
              <a:buChar char="l"/>
            </a:pPr>
            <a:r>
              <a:rPr lang="zh-CN" altLang="en-US" dirty="0"/>
              <a:t>各种并发控制</a:t>
            </a:r>
            <a:r>
              <a:rPr lang="en-US" altLang="zh-CN" dirty="0"/>
              <a:t>/</a:t>
            </a:r>
            <a:r>
              <a:rPr lang="zh-CN" altLang="en-US" dirty="0"/>
              <a:t>恢复算法可用</a:t>
            </a:r>
            <a:endParaRPr lang="en-US" altLang="zh-CN" dirty="0"/>
          </a:p>
          <a:p>
            <a:pPr marL="257175" indent="-257175">
              <a:buFont typeface="Wingdings" panose="05000000000000000000" pitchFamily="2" charset="2"/>
              <a:buChar char="l"/>
            </a:pPr>
            <a:r>
              <a:rPr lang="zh-CN" altLang="en-US" dirty="0"/>
              <a:t>常用模式</a:t>
            </a:r>
            <a:endParaRPr lang="en-US" altLang="zh-CN" dirty="0"/>
          </a:p>
          <a:p>
            <a:pPr marL="771525" lvl="1" indent="-257175">
              <a:buFont typeface="Wingdings" panose="05000000000000000000" pitchFamily="2" charset="2"/>
              <a:buChar char="l"/>
            </a:pPr>
            <a:r>
              <a:rPr lang="zh-CN" altLang="en-US" dirty="0"/>
              <a:t>在主节点上更新</a:t>
            </a:r>
            <a:endParaRPr lang="en-US" altLang="zh-CN" dirty="0"/>
          </a:p>
          <a:p>
            <a:pPr marL="771525" lvl="1" indent="-257175">
              <a:buFont typeface="Wingdings" panose="05000000000000000000" pitchFamily="2" charset="2"/>
              <a:buChar char="l"/>
            </a:pPr>
            <a:r>
              <a:rPr lang="zh-CN" altLang="en-US" dirty="0"/>
              <a:t>后备节点不断写入，允许过期记录</a:t>
            </a:r>
          </a:p>
        </p:txBody>
      </p:sp>
      <p:sp>
        <p:nvSpPr>
          <p:cNvPr id="2" name="灯片编号占位符 1"/>
          <p:cNvSpPr>
            <a:spLocks noGrp="1"/>
          </p:cNvSpPr>
          <p:nvPr>
            <p:ph type="sldNum" sz="quarter" idx="12"/>
          </p:nvPr>
        </p:nvSpPr>
        <p:spPr/>
        <p:txBody>
          <a:bodyPr/>
          <a:lstStyle/>
          <a:p>
            <a:fld id="{D0399D1A-D296-42B7-916E-50FBDB540DBE}" type="slidenum">
              <a:rPr lang="zh-CN" altLang="en-US" smtClean="0"/>
              <a:t>6</a:t>
            </a:fld>
            <a:endParaRPr lang="zh-CN" altLang="en-US"/>
          </a:p>
        </p:txBody>
      </p:sp>
      <p:sp>
        <p:nvSpPr>
          <p:cNvPr id="49" name="内容占位符 3"/>
          <p:cNvSpPr>
            <a:spLocks noGrp="1"/>
          </p:cNvSpPr>
          <p:nvPr/>
        </p:nvSpPr>
        <p:spPr>
          <a:xfrm>
            <a:off x="471488" y="798910"/>
            <a:ext cx="8151019" cy="4146470"/>
          </a:xfrm>
          <a:prstGeom prst="rect">
            <a:avLst/>
          </a:prstGeom>
        </p:spPr>
        <p:txBody>
          <a:bodyPr/>
          <a:lstStyle>
            <a:lvl1pPr marL="0" indent="0" algn="l" defTabSz="913765" rtl="0" eaLnBrk="1" latinLnBrk="0" hangingPunct="1">
              <a:lnSpc>
                <a:spcPct val="90000"/>
              </a:lnSpc>
              <a:spcBef>
                <a:spcPts val="1000"/>
              </a:spcBef>
              <a:buFont typeface="Arial" panose="020B0604020202020204" pitchFamily="34" charset="0"/>
              <a:buNone/>
              <a:defRPr sz="2400" kern="1200">
                <a:solidFill>
                  <a:schemeClr val="tx1"/>
                </a:solidFill>
                <a:latin typeface="+mn-ea"/>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7175" indent="-257175">
              <a:buFont typeface="Wingdings" panose="05000000000000000000" pitchFamily="2" charset="2"/>
              <a:buChar char="l"/>
            </a:pPr>
            <a:endParaRPr lang="en-US" altLang="zh-CN" sz="2100" dirty="0">
              <a:latin typeface="Microsoft YaHei" panose="020B0503020204020204" pitchFamily="34" charset="-122"/>
              <a:ea typeface="Microsoft YaHei" panose="020B0503020204020204" pitchFamily="34" charset="-122"/>
            </a:endParaRPr>
          </a:p>
        </p:txBody>
      </p:sp>
      <p:sp>
        <p:nvSpPr>
          <p:cNvPr id="16" name="Rectangle 13">
            <a:extLst>
              <a:ext uri="{FF2B5EF4-FFF2-40B4-BE49-F238E27FC236}">
                <a16:creationId xmlns:a16="http://schemas.microsoft.com/office/drawing/2014/main" id="{6C6D8EE9-1F33-47DF-9A94-8181DDB39660}"/>
              </a:ext>
            </a:extLst>
          </p:cNvPr>
          <p:cNvSpPr>
            <a:spLocks noChangeArrowheads="1"/>
          </p:cNvSpPr>
          <p:nvPr/>
        </p:nvSpPr>
        <p:spPr bwMode="auto">
          <a:xfrm>
            <a:off x="6897291" y="1086446"/>
            <a:ext cx="1775222" cy="2026444"/>
          </a:xfrm>
          <a:prstGeom prst="rect">
            <a:avLst/>
          </a:prstGeom>
          <a:solidFill>
            <a:schemeClr val="bg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eaLnBrk="1" hangingPunct="1"/>
            <a:endParaRPr lang="zh-CN" altLang="zh-CN" sz="2400">
              <a:latin typeface="Microsoft YaHei" panose="020B0503020204020204" pitchFamily="34" charset="-122"/>
              <a:ea typeface="Microsoft YaHei" panose="020B0503020204020204" pitchFamily="34" charset="-122"/>
            </a:endParaRPr>
          </a:p>
        </p:txBody>
      </p:sp>
      <p:sp>
        <p:nvSpPr>
          <p:cNvPr id="17" name="Rectangle 4">
            <a:extLst>
              <a:ext uri="{FF2B5EF4-FFF2-40B4-BE49-F238E27FC236}">
                <a16:creationId xmlns:a16="http://schemas.microsoft.com/office/drawing/2014/main" id="{16F521B4-DC94-4BBE-9F16-C7BC1288A89C}"/>
              </a:ext>
            </a:extLst>
          </p:cNvPr>
          <p:cNvSpPr>
            <a:spLocks noChangeArrowheads="1"/>
          </p:cNvSpPr>
          <p:nvPr/>
        </p:nvSpPr>
        <p:spPr bwMode="auto">
          <a:xfrm>
            <a:off x="5225059" y="1327463"/>
            <a:ext cx="978694" cy="1437085"/>
          </a:xfrm>
          <a:prstGeom prst="rect">
            <a:avLst/>
          </a:prstGeom>
          <a:solidFill>
            <a:schemeClr val="bg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eaLnBrk="1" hangingPunct="1"/>
            <a:endParaRPr lang="zh-CN" altLang="zh-CN" sz="2400">
              <a:latin typeface="Microsoft YaHei" panose="020B0503020204020204" pitchFamily="34" charset="-122"/>
              <a:ea typeface="Microsoft YaHei" panose="020B0503020204020204" pitchFamily="34" charset="-122"/>
            </a:endParaRPr>
          </a:p>
        </p:txBody>
      </p:sp>
      <p:sp>
        <p:nvSpPr>
          <p:cNvPr id="18" name="Rectangle 5">
            <a:extLst>
              <a:ext uri="{FF2B5EF4-FFF2-40B4-BE49-F238E27FC236}">
                <a16:creationId xmlns:a16="http://schemas.microsoft.com/office/drawing/2014/main" id="{505B2647-B6BF-4A90-BAFA-0148C0461FAE}"/>
              </a:ext>
            </a:extLst>
          </p:cNvPr>
          <p:cNvSpPr>
            <a:spLocks noChangeArrowheads="1"/>
          </p:cNvSpPr>
          <p:nvPr/>
        </p:nvSpPr>
        <p:spPr bwMode="auto">
          <a:xfrm>
            <a:off x="5225059" y="1317937"/>
            <a:ext cx="978694" cy="225029"/>
          </a:xfrm>
          <a:prstGeom prst="rect">
            <a:avLst/>
          </a:prstGeom>
          <a:solidFill>
            <a:schemeClr val="bg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800">
                <a:latin typeface="Microsoft YaHei" panose="020B0503020204020204" pitchFamily="34" charset="-122"/>
                <a:ea typeface="Microsoft YaHei" panose="020B0503020204020204" pitchFamily="34" charset="-122"/>
              </a:rPr>
              <a:t>ATM</a:t>
            </a:r>
            <a:endParaRPr lang="en-US" altLang="zh-CN" sz="2400">
              <a:latin typeface="Microsoft YaHei" panose="020B0503020204020204" pitchFamily="34" charset="-122"/>
              <a:ea typeface="Microsoft YaHei" panose="020B0503020204020204" pitchFamily="34" charset="-122"/>
            </a:endParaRPr>
          </a:p>
        </p:txBody>
      </p:sp>
      <p:sp>
        <p:nvSpPr>
          <p:cNvPr id="19" name="Rectangle 6">
            <a:extLst>
              <a:ext uri="{FF2B5EF4-FFF2-40B4-BE49-F238E27FC236}">
                <a16:creationId xmlns:a16="http://schemas.microsoft.com/office/drawing/2014/main" id="{EF1322BD-DCBA-4CE0-A0BB-AE5FB48E1A0A}"/>
              </a:ext>
            </a:extLst>
          </p:cNvPr>
          <p:cNvSpPr>
            <a:spLocks noChangeArrowheads="1"/>
          </p:cNvSpPr>
          <p:nvPr/>
        </p:nvSpPr>
        <p:spPr bwMode="auto">
          <a:xfrm>
            <a:off x="5346503" y="1682269"/>
            <a:ext cx="372666" cy="372666"/>
          </a:xfrm>
          <a:prstGeom prst="rect">
            <a:avLst/>
          </a:prstGeom>
          <a:solidFill>
            <a:schemeClr val="bg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eaLnBrk="1" hangingPunct="1"/>
            <a:endParaRPr lang="zh-CN" altLang="zh-CN" sz="2400">
              <a:latin typeface="Microsoft YaHei" panose="020B0503020204020204" pitchFamily="34" charset="-122"/>
              <a:ea typeface="Microsoft YaHei" panose="020B0503020204020204" pitchFamily="34" charset="-122"/>
            </a:endParaRPr>
          </a:p>
        </p:txBody>
      </p:sp>
      <p:sp>
        <p:nvSpPr>
          <p:cNvPr id="20" name="AutoShape 7">
            <a:hlinkClick r:id="" action="ppaction://noaction" highlightClick="1"/>
            <a:extLst>
              <a:ext uri="{FF2B5EF4-FFF2-40B4-BE49-F238E27FC236}">
                <a16:creationId xmlns:a16="http://schemas.microsoft.com/office/drawing/2014/main" id="{BD013389-39CB-4609-883E-10FE67B0D3D3}"/>
              </a:ext>
            </a:extLst>
          </p:cNvPr>
          <p:cNvSpPr>
            <a:spLocks noChangeArrowheads="1"/>
          </p:cNvSpPr>
          <p:nvPr/>
        </p:nvSpPr>
        <p:spPr bwMode="auto">
          <a:xfrm>
            <a:off x="5259588" y="2166854"/>
            <a:ext cx="182165" cy="139303"/>
          </a:xfrm>
          <a:prstGeom prst="actionButtonBackPrevious">
            <a:avLst/>
          </a:prstGeom>
          <a:solidFill>
            <a:schemeClr val="bg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eaLnBrk="1" hangingPunct="1"/>
            <a:endParaRPr lang="zh-CN" altLang="zh-CN" sz="2400">
              <a:latin typeface="Microsoft YaHei" panose="020B0503020204020204" pitchFamily="34" charset="-122"/>
              <a:ea typeface="Microsoft YaHei" panose="020B0503020204020204" pitchFamily="34" charset="-122"/>
            </a:endParaRPr>
          </a:p>
        </p:txBody>
      </p:sp>
      <p:sp>
        <p:nvSpPr>
          <p:cNvPr id="21" name="AutoShape 8">
            <a:hlinkClick r:id="" action="ppaction://noaction" highlightClick="1"/>
            <a:extLst>
              <a:ext uri="{FF2B5EF4-FFF2-40B4-BE49-F238E27FC236}">
                <a16:creationId xmlns:a16="http://schemas.microsoft.com/office/drawing/2014/main" id="{ACF0B9D7-DE80-4AAF-B21A-5812671155C2}"/>
              </a:ext>
            </a:extLst>
          </p:cNvPr>
          <p:cNvSpPr>
            <a:spLocks noChangeArrowheads="1"/>
          </p:cNvSpPr>
          <p:nvPr/>
        </p:nvSpPr>
        <p:spPr bwMode="auto">
          <a:xfrm>
            <a:off x="5476281" y="2158519"/>
            <a:ext cx="208359" cy="164306"/>
          </a:xfrm>
          <a:prstGeom prst="actionButtonForwardNext">
            <a:avLst/>
          </a:prstGeom>
          <a:solidFill>
            <a:schemeClr val="bg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eaLnBrk="1" hangingPunct="1"/>
            <a:endParaRPr lang="zh-CN" altLang="zh-CN" sz="2400">
              <a:latin typeface="Microsoft YaHei" panose="020B0503020204020204" pitchFamily="34" charset="-122"/>
              <a:ea typeface="Microsoft YaHei" panose="020B0503020204020204" pitchFamily="34" charset="-122"/>
            </a:endParaRPr>
          </a:p>
        </p:txBody>
      </p:sp>
      <p:sp>
        <p:nvSpPr>
          <p:cNvPr id="22" name="AutoShape 9">
            <a:hlinkClick r:id="" action="ppaction://noaction" highlightClick="1"/>
            <a:extLst>
              <a:ext uri="{FF2B5EF4-FFF2-40B4-BE49-F238E27FC236}">
                <a16:creationId xmlns:a16="http://schemas.microsoft.com/office/drawing/2014/main" id="{7D788065-C188-467D-86BB-0C2B0848130E}"/>
              </a:ext>
            </a:extLst>
          </p:cNvPr>
          <p:cNvSpPr>
            <a:spLocks noChangeArrowheads="1"/>
          </p:cNvSpPr>
          <p:nvPr/>
        </p:nvSpPr>
        <p:spPr bwMode="auto">
          <a:xfrm>
            <a:off x="5839421" y="1898963"/>
            <a:ext cx="225029" cy="164306"/>
          </a:xfrm>
          <a:prstGeom prst="actionButtonSound">
            <a:avLst/>
          </a:prstGeom>
          <a:solidFill>
            <a:schemeClr val="bg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eaLnBrk="1" hangingPunct="1"/>
            <a:endParaRPr lang="zh-CN" altLang="zh-CN" sz="2400">
              <a:latin typeface="Microsoft YaHei" panose="020B0503020204020204" pitchFamily="34" charset="-122"/>
              <a:ea typeface="Microsoft YaHei" panose="020B0503020204020204" pitchFamily="34" charset="-122"/>
            </a:endParaRPr>
          </a:p>
        </p:txBody>
      </p:sp>
      <p:sp>
        <p:nvSpPr>
          <p:cNvPr id="23" name="AutoShape 10">
            <a:hlinkClick r:id="" action="ppaction://noaction" highlightClick="1"/>
            <a:extLst>
              <a:ext uri="{FF2B5EF4-FFF2-40B4-BE49-F238E27FC236}">
                <a16:creationId xmlns:a16="http://schemas.microsoft.com/office/drawing/2014/main" id="{DF495288-A03E-43B1-9220-8813858EA867}"/>
              </a:ext>
            </a:extLst>
          </p:cNvPr>
          <p:cNvSpPr>
            <a:spLocks noChangeArrowheads="1"/>
          </p:cNvSpPr>
          <p:nvPr/>
        </p:nvSpPr>
        <p:spPr bwMode="auto">
          <a:xfrm>
            <a:off x="5251253" y="2347829"/>
            <a:ext cx="259556" cy="182165"/>
          </a:xfrm>
          <a:prstGeom prst="actionButtonInformation">
            <a:avLst/>
          </a:prstGeom>
          <a:solidFill>
            <a:schemeClr val="bg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eaLnBrk="1" hangingPunct="1"/>
            <a:endParaRPr lang="zh-CN" altLang="zh-CN" sz="2400">
              <a:latin typeface="Microsoft YaHei" panose="020B0503020204020204" pitchFamily="34" charset="-122"/>
              <a:ea typeface="Microsoft YaHei" panose="020B0503020204020204" pitchFamily="34" charset="-122"/>
            </a:endParaRPr>
          </a:p>
        </p:txBody>
      </p:sp>
      <p:sp>
        <p:nvSpPr>
          <p:cNvPr id="24" name="AutoShape 11">
            <a:hlinkClick r:id="" action="ppaction://noaction" highlightClick="1"/>
            <a:extLst>
              <a:ext uri="{FF2B5EF4-FFF2-40B4-BE49-F238E27FC236}">
                <a16:creationId xmlns:a16="http://schemas.microsoft.com/office/drawing/2014/main" id="{44A4EAE7-DD00-4DC7-808E-D6C1FF950A74}"/>
              </a:ext>
            </a:extLst>
          </p:cNvPr>
          <p:cNvSpPr>
            <a:spLocks noChangeArrowheads="1"/>
          </p:cNvSpPr>
          <p:nvPr/>
        </p:nvSpPr>
        <p:spPr bwMode="auto">
          <a:xfrm>
            <a:off x="5563197" y="2349019"/>
            <a:ext cx="198835" cy="172641"/>
          </a:xfrm>
          <a:prstGeom prst="actionButtonReturn">
            <a:avLst/>
          </a:prstGeom>
          <a:solidFill>
            <a:schemeClr val="bg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eaLnBrk="1" hangingPunct="1"/>
            <a:endParaRPr lang="zh-CN" altLang="zh-CN" sz="2400">
              <a:latin typeface="Microsoft YaHei" panose="020B0503020204020204" pitchFamily="34" charset="-122"/>
              <a:ea typeface="Microsoft YaHei" panose="020B0503020204020204" pitchFamily="34" charset="-122"/>
            </a:endParaRPr>
          </a:p>
        </p:txBody>
      </p:sp>
      <p:sp>
        <p:nvSpPr>
          <p:cNvPr id="25" name="Rectangle 12">
            <a:extLst>
              <a:ext uri="{FF2B5EF4-FFF2-40B4-BE49-F238E27FC236}">
                <a16:creationId xmlns:a16="http://schemas.microsoft.com/office/drawing/2014/main" id="{9EBF4256-8DE0-4164-B934-409657ACE7F0}"/>
              </a:ext>
            </a:extLst>
          </p:cNvPr>
          <p:cNvSpPr>
            <a:spLocks noChangeArrowheads="1"/>
          </p:cNvSpPr>
          <p:nvPr/>
        </p:nvSpPr>
        <p:spPr bwMode="auto">
          <a:xfrm>
            <a:off x="5831087" y="2235910"/>
            <a:ext cx="328613" cy="95250"/>
          </a:xfrm>
          <a:prstGeom prst="rect">
            <a:avLst/>
          </a:prstGeom>
          <a:solidFill>
            <a:schemeClr val="bg1"/>
          </a:solidFill>
          <a:ln w="19050">
            <a:solidFill>
              <a:schemeClr val="tx1"/>
            </a:solidFill>
            <a:miter lim="800000"/>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eaLnBrk="1" hangingPunct="1"/>
            <a:endParaRPr lang="zh-CN" altLang="zh-CN" sz="2400">
              <a:latin typeface="Microsoft YaHei" panose="020B0503020204020204" pitchFamily="34" charset="-122"/>
              <a:ea typeface="Microsoft YaHei" panose="020B0503020204020204" pitchFamily="34" charset="-122"/>
            </a:endParaRPr>
          </a:p>
        </p:txBody>
      </p:sp>
      <p:sp>
        <p:nvSpPr>
          <p:cNvPr id="26" name="Rectangle 14">
            <a:extLst>
              <a:ext uri="{FF2B5EF4-FFF2-40B4-BE49-F238E27FC236}">
                <a16:creationId xmlns:a16="http://schemas.microsoft.com/office/drawing/2014/main" id="{7E9946C3-1CDE-486C-A106-63D62D712781}"/>
              </a:ext>
            </a:extLst>
          </p:cNvPr>
          <p:cNvSpPr>
            <a:spLocks noChangeArrowheads="1"/>
          </p:cNvSpPr>
          <p:nvPr/>
        </p:nvSpPr>
        <p:spPr bwMode="auto">
          <a:xfrm>
            <a:off x="6906816" y="1076921"/>
            <a:ext cx="1765697" cy="477441"/>
          </a:xfrm>
          <a:prstGeom prst="rect">
            <a:avLst/>
          </a:prstGeom>
          <a:solidFill>
            <a:schemeClr val="bg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800">
                <a:latin typeface="Microsoft YaHei" panose="020B0503020204020204" pitchFamily="34" charset="-122"/>
                <a:ea typeface="Microsoft YaHei" panose="020B0503020204020204" pitchFamily="34" charset="-122"/>
              </a:rPr>
              <a:t>Bank</a:t>
            </a:r>
          </a:p>
          <a:p>
            <a:pPr algn="ctr" eaLnBrk="1" hangingPunct="1"/>
            <a:r>
              <a:rPr lang="en-US" altLang="zh-CN" sz="1800">
                <a:latin typeface="Microsoft YaHei" panose="020B0503020204020204" pitchFamily="34" charset="-122"/>
                <a:ea typeface="Microsoft YaHei" panose="020B0503020204020204" pitchFamily="34" charset="-122"/>
              </a:rPr>
              <a:t>Mainframe</a:t>
            </a:r>
          </a:p>
        </p:txBody>
      </p:sp>
      <p:sp>
        <p:nvSpPr>
          <p:cNvPr id="27" name="Line 15">
            <a:extLst>
              <a:ext uri="{FF2B5EF4-FFF2-40B4-BE49-F238E27FC236}">
                <a16:creationId xmlns:a16="http://schemas.microsoft.com/office/drawing/2014/main" id="{EFE7B0BB-207A-4613-BDC1-FA189D4C205E}"/>
              </a:ext>
            </a:extLst>
          </p:cNvPr>
          <p:cNvSpPr>
            <a:spLocks noChangeShapeType="1"/>
          </p:cNvSpPr>
          <p:nvPr/>
        </p:nvSpPr>
        <p:spPr bwMode="auto">
          <a:xfrm>
            <a:off x="7002066" y="1727002"/>
            <a:ext cx="3464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2400">
              <a:latin typeface="Microsoft YaHei" panose="020B0503020204020204" pitchFamily="34" charset="-122"/>
              <a:ea typeface="Microsoft YaHei" panose="020B0503020204020204" pitchFamily="34" charset="-122"/>
            </a:endParaRPr>
          </a:p>
        </p:txBody>
      </p:sp>
      <p:sp>
        <p:nvSpPr>
          <p:cNvPr id="28" name="Line 16">
            <a:extLst>
              <a:ext uri="{FF2B5EF4-FFF2-40B4-BE49-F238E27FC236}">
                <a16:creationId xmlns:a16="http://schemas.microsoft.com/office/drawing/2014/main" id="{E87CC6BF-01DB-4B9F-8883-BF742B41E11E}"/>
              </a:ext>
            </a:extLst>
          </p:cNvPr>
          <p:cNvSpPr>
            <a:spLocks noChangeShapeType="1"/>
          </p:cNvSpPr>
          <p:nvPr/>
        </p:nvSpPr>
        <p:spPr bwMode="auto">
          <a:xfrm>
            <a:off x="7003257" y="1788914"/>
            <a:ext cx="3464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2400">
              <a:latin typeface="Microsoft YaHei" panose="020B0503020204020204" pitchFamily="34" charset="-122"/>
              <a:ea typeface="Microsoft YaHei" panose="020B0503020204020204" pitchFamily="34" charset="-122"/>
            </a:endParaRPr>
          </a:p>
        </p:txBody>
      </p:sp>
      <p:sp>
        <p:nvSpPr>
          <p:cNvPr id="29" name="Line 17">
            <a:extLst>
              <a:ext uri="{FF2B5EF4-FFF2-40B4-BE49-F238E27FC236}">
                <a16:creationId xmlns:a16="http://schemas.microsoft.com/office/drawing/2014/main" id="{FE866D66-8EB7-4B28-930A-B54DEDB92C17}"/>
              </a:ext>
            </a:extLst>
          </p:cNvPr>
          <p:cNvSpPr>
            <a:spLocks noChangeShapeType="1"/>
          </p:cNvSpPr>
          <p:nvPr/>
        </p:nvSpPr>
        <p:spPr bwMode="auto">
          <a:xfrm>
            <a:off x="7022307" y="1852018"/>
            <a:ext cx="3464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2400">
              <a:latin typeface="Microsoft YaHei" panose="020B0503020204020204" pitchFamily="34" charset="-122"/>
              <a:ea typeface="Microsoft YaHei" panose="020B0503020204020204" pitchFamily="34" charset="-122"/>
            </a:endParaRPr>
          </a:p>
        </p:txBody>
      </p:sp>
      <p:sp>
        <p:nvSpPr>
          <p:cNvPr id="30" name="Line 18">
            <a:extLst>
              <a:ext uri="{FF2B5EF4-FFF2-40B4-BE49-F238E27FC236}">
                <a16:creationId xmlns:a16="http://schemas.microsoft.com/office/drawing/2014/main" id="{BC385FA9-4A99-435C-AE50-BCB32B0282CD}"/>
              </a:ext>
            </a:extLst>
          </p:cNvPr>
          <p:cNvSpPr>
            <a:spLocks noChangeShapeType="1"/>
          </p:cNvSpPr>
          <p:nvPr/>
        </p:nvSpPr>
        <p:spPr bwMode="auto">
          <a:xfrm>
            <a:off x="7024688" y="1905596"/>
            <a:ext cx="3464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2400">
              <a:latin typeface="Microsoft YaHei" panose="020B0503020204020204" pitchFamily="34" charset="-122"/>
              <a:ea typeface="Microsoft YaHei" panose="020B0503020204020204" pitchFamily="34" charset="-122"/>
            </a:endParaRPr>
          </a:p>
        </p:txBody>
      </p:sp>
      <p:sp>
        <p:nvSpPr>
          <p:cNvPr id="31" name="Line 19">
            <a:extLst>
              <a:ext uri="{FF2B5EF4-FFF2-40B4-BE49-F238E27FC236}">
                <a16:creationId xmlns:a16="http://schemas.microsoft.com/office/drawing/2014/main" id="{8D62BA51-5346-490E-8709-273B70B0E894}"/>
              </a:ext>
            </a:extLst>
          </p:cNvPr>
          <p:cNvSpPr>
            <a:spLocks noChangeShapeType="1"/>
          </p:cNvSpPr>
          <p:nvPr/>
        </p:nvSpPr>
        <p:spPr bwMode="auto">
          <a:xfrm>
            <a:off x="7043738" y="1975843"/>
            <a:ext cx="3464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2400">
              <a:latin typeface="Microsoft YaHei" panose="020B0503020204020204" pitchFamily="34" charset="-122"/>
              <a:ea typeface="Microsoft YaHei" panose="020B0503020204020204" pitchFamily="34" charset="-122"/>
            </a:endParaRPr>
          </a:p>
        </p:txBody>
      </p:sp>
      <p:sp>
        <p:nvSpPr>
          <p:cNvPr id="32" name="Oval 20">
            <a:extLst>
              <a:ext uri="{FF2B5EF4-FFF2-40B4-BE49-F238E27FC236}">
                <a16:creationId xmlns:a16="http://schemas.microsoft.com/office/drawing/2014/main" id="{178AA276-B4F3-4463-A582-CE93D5F2EE0F}"/>
              </a:ext>
            </a:extLst>
          </p:cNvPr>
          <p:cNvSpPr>
            <a:spLocks noChangeArrowheads="1"/>
          </p:cNvSpPr>
          <p:nvPr/>
        </p:nvSpPr>
        <p:spPr bwMode="auto">
          <a:xfrm>
            <a:off x="8005762" y="1796058"/>
            <a:ext cx="320279" cy="320279"/>
          </a:xfrm>
          <a:prstGeom prst="ellipse">
            <a:avLst/>
          </a:prstGeom>
          <a:solidFill>
            <a:schemeClr val="bg1"/>
          </a:solidFill>
          <a:ln w="9525">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eaLnBrk="1" hangingPunct="1"/>
            <a:endParaRPr lang="zh-CN" altLang="zh-CN" sz="2400">
              <a:latin typeface="Microsoft YaHei" panose="020B0503020204020204" pitchFamily="34" charset="-122"/>
              <a:ea typeface="Microsoft YaHei" panose="020B0503020204020204" pitchFamily="34" charset="-122"/>
            </a:endParaRPr>
          </a:p>
        </p:txBody>
      </p:sp>
      <p:sp>
        <p:nvSpPr>
          <p:cNvPr id="33" name="Oval 21">
            <a:extLst>
              <a:ext uri="{FF2B5EF4-FFF2-40B4-BE49-F238E27FC236}">
                <a16:creationId xmlns:a16="http://schemas.microsoft.com/office/drawing/2014/main" id="{61BFE9A2-047B-4B8D-875C-39520DFB041D}"/>
              </a:ext>
            </a:extLst>
          </p:cNvPr>
          <p:cNvSpPr>
            <a:spLocks noChangeArrowheads="1"/>
          </p:cNvSpPr>
          <p:nvPr/>
        </p:nvSpPr>
        <p:spPr bwMode="auto">
          <a:xfrm>
            <a:off x="7990285" y="2204443"/>
            <a:ext cx="320278" cy="320278"/>
          </a:xfrm>
          <a:prstGeom prst="ellipse">
            <a:avLst/>
          </a:prstGeom>
          <a:solidFill>
            <a:schemeClr val="bg1"/>
          </a:solidFill>
          <a:ln w="9525">
            <a:solidFill>
              <a:schemeClr val="tx1"/>
            </a:solidFill>
            <a:round/>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eaLnBrk="1" hangingPunct="1"/>
            <a:endParaRPr lang="zh-CN" altLang="zh-CN" sz="2400">
              <a:latin typeface="Microsoft YaHei" panose="020B0503020204020204" pitchFamily="34" charset="-122"/>
              <a:ea typeface="Microsoft YaHei" panose="020B0503020204020204" pitchFamily="34" charset="-122"/>
            </a:endParaRPr>
          </a:p>
        </p:txBody>
      </p:sp>
      <p:sp>
        <p:nvSpPr>
          <p:cNvPr id="34" name="Rectangle 22">
            <a:extLst>
              <a:ext uri="{FF2B5EF4-FFF2-40B4-BE49-F238E27FC236}">
                <a16:creationId xmlns:a16="http://schemas.microsoft.com/office/drawing/2014/main" id="{E2BBC0B6-6E0C-4EB0-8018-07981B0FDE99}"/>
              </a:ext>
            </a:extLst>
          </p:cNvPr>
          <p:cNvSpPr>
            <a:spLocks noChangeArrowheads="1"/>
          </p:cNvSpPr>
          <p:nvPr/>
        </p:nvSpPr>
        <p:spPr bwMode="auto">
          <a:xfrm>
            <a:off x="7824788" y="2073474"/>
            <a:ext cx="85725" cy="95250"/>
          </a:xfrm>
          <a:prstGeom prst="rect">
            <a:avLst/>
          </a:prstGeom>
          <a:solidFill>
            <a:schemeClr val="bg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eaLnBrk="1" hangingPunct="1"/>
            <a:endParaRPr lang="zh-CN" altLang="zh-CN" sz="2400">
              <a:latin typeface="Microsoft YaHei" panose="020B0503020204020204" pitchFamily="34" charset="-122"/>
              <a:ea typeface="Microsoft YaHei" panose="020B0503020204020204" pitchFamily="34" charset="-122"/>
            </a:endParaRPr>
          </a:p>
        </p:txBody>
      </p:sp>
      <p:sp>
        <p:nvSpPr>
          <p:cNvPr id="35" name="Freeform 23">
            <a:extLst>
              <a:ext uri="{FF2B5EF4-FFF2-40B4-BE49-F238E27FC236}">
                <a16:creationId xmlns:a16="http://schemas.microsoft.com/office/drawing/2014/main" id="{213DBEA4-AD3B-4B1A-B659-E2632E665D48}"/>
              </a:ext>
            </a:extLst>
          </p:cNvPr>
          <p:cNvSpPr>
            <a:spLocks/>
          </p:cNvSpPr>
          <p:nvPr/>
        </p:nvSpPr>
        <p:spPr bwMode="auto">
          <a:xfrm>
            <a:off x="7798594" y="1874639"/>
            <a:ext cx="233363" cy="501254"/>
          </a:xfrm>
          <a:custGeom>
            <a:avLst/>
            <a:gdLst>
              <a:gd name="T0" fmla="*/ 2147483647 w 196"/>
              <a:gd name="T1" fmla="*/ 0 h 421"/>
              <a:gd name="T2" fmla="*/ 2147483647 w 196"/>
              <a:gd name="T3" fmla="*/ 2147483647 h 421"/>
              <a:gd name="T4" fmla="*/ 2147483647 w 196"/>
              <a:gd name="T5" fmla="*/ 2147483647 h 421"/>
              <a:gd name="T6" fmla="*/ 2147483647 w 196"/>
              <a:gd name="T7" fmla="*/ 2147483647 h 421"/>
              <a:gd name="T8" fmla="*/ 0 w 196"/>
              <a:gd name="T9" fmla="*/ 2147483647 h 421"/>
              <a:gd name="T10" fmla="*/ 2147483647 w 196"/>
              <a:gd name="T11" fmla="*/ 2147483647 h 421"/>
              <a:gd name="T12" fmla="*/ 2147483647 w 196"/>
              <a:gd name="T13" fmla="*/ 2147483647 h 421"/>
              <a:gd name="T14" fmla="*/ 2147483647 w 196"/>
              <a:gd name="T15" fmla="*/ 2147483647 h 421"/>
              <a:gd name="T16" fmla="*/ 2147483647 w 196"/>
              <a:gd name="T17" fmla="*/ 2147483647 h 421"/>
              <a:gd name="T18" fmla="*/ 2147483647 w 196"/>
              <a:gd name="T19" fmla="*/ 2147483647 h 4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6"/>
              <a:gd name="T31" fmla="*/ 0 h 421"/>
              <a:gd name="T32" fmla="*/ 196 w 196"/>
              <a:gd name="T33" fmla="*/ 421 h 4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6" h="421">
                <a:moveTo>
                  <a:pt x="196" y="0"/>
                </a:moveTo>
                <a:cubicBezTo>
                  <a:pt x="165" y="10"/>
                  <a:pt x="156" y="24"/>
                  <a:pt x="131" y="43"/>
                </a:cubicBezTo>
                <a:cubicBezTo>
                  <a:pt x="100" y="68"/>
                  <a:pt x="71" y="81"/>
                  <a:pt x="43" y="109"/>
                </a:cubicBezTo>
                <a:cubicBezTo>
                  <a:pt x="20" y="183"/>
                  <a:pt x="59" y="71"/>
                  <a:pt x="14" y="152"/>
                </a:cubicBezTo>
                <a:cubicBezTo>
                  <a:pt x="7" y="165"/>
                  <a:pt x="0" y="196"/>
                  <a:pt x="0" y="196"/>
                </a:cubicBezTo>
                <a:cubicBezTo>
                  <a:pt x="2" y="220"/>
                  <a:pt x="0" y="245"/>
                  <a:pt x="7" y="269"/>
                </a:cubicBezTo>
                <a:cubicBezTo>
                  <a:pt x="16" y="302"/>
                  <a:pt x="75" y="337"/>
                  <a:pt x="102" y="356"/>
                </a:cubicBezTo>
                <a:cubicBezTo>
                  <a:pt x="139" y="415"/>
                  <a:pt x="90" y="344"/>
                  <a:pt x="138" y="392"/>
                </a:cubicBezTo>
                <a:cubicBezTo>
                  <a:pt x="144" y="398"/>
                  <a:pt x="147" y="407"/>
                  <a:pt x="152" y="414"/>
                </a:cubicBezTo>
                <a:cubicBezTo>
                  <a:pt x="154" y="417"/>
                  <a:pt x="157" y="419"/>
                  <a:pt x="160" y="421"/>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2400">
              <a:latin typeface="Microsoft YaHei" panose="020B0503020204020204" pitchFamily="34" charset="-122"/>
              <a:ea typeface="Microsoft YaHei" panose="020B0503020204020204" pitchFamily="34" charset="-122"/>
            </a:endParaRPr>
          </a:p>
        </p:txBody>
      </p:sp>
      <p:sp>
        <p:nvSpPr>
          <p:cNvPr id="36" name="Line 24">
            <a:extLst>
              <a:ext uri="{FF2B5EF4-FFF2-40B4-BE49-F238E27FC236}">
                <a16:creationId xmlns:a16="http://schemas.microsoft.com/office/drawing/2014/main" id="{F6E4D703-91C4-45E5-9F6B-CBB2BA9F00B6}"/>
              </a:ext>
            </a:extLst>
          </p:cNvPr>
          <p:cNvSpPr>
            <a:spLocks noChangeShapeType="1"/>
          </p:cNvSpPr>
          <p:nvPr/>
        </p:nvSpPr>
        <p:spPr bwMode="auto">
          <a:xfrm flipV="1">
            <a:off x="8023622" y="1891308"/>
            <a:ext cx="285750" cy="1214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2400">
              <a:latin typeface="Microsoft YaHei" panose="020B0503020204020204" pitchFamily="34" charset="-122"/>
              <a:ea typeface="Microsoft YaHei" panose="020B0503020204020204" pitchFamily="34" charset="-122"/>
            </a:endParaRPr>
          </a:p>
        </p:txBody>
      </p:sp>
      <p:sp>
        <p:nvSpPr>
          <p:cNvPr id="37" name="Line 25">
            <a:extLst>
              <a:ext uri="{FF2B5EF4-FFF2-40B4-BE49-F238E27FC236}">
                <a16:creationId xmlns:a16="http://schemas.microsoft.com/office/drawing/2014/main" id="{73F1FF43-6E00-4CFB-A239-F1F4031FC474}"/>
              </a:ext>
            </a:extLst>
          </p:cNvPr>
          <p:cNvSpPr>
            <a:spLocks noChangeShapeType="1"/>
          </p:cNvSpPr>
          <p:nvPr/>
        </p:nvSpPr>
        <p:spPr bwMode="auto">
          <a:xfrm>
            <a:off x="8084344" y="1822252"/>
            <a:ext cx="172641" cy="2428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2400">
              <a:latin typeface="Microsoft YaHei" panose="020B0503020204020204" pitchFamily="34" charset="-122"/>
              <a:ea typeface="Microsoft YaHei" panose="020B0503020204020204" pitchFamily="34" charset="-122"/>
            </a:endParaRPr>
          </a:p>
        </p:txBody>
      </p:sp>
      <p:sp>
        <p:nvSpPr>
          <p:cNvPr id="38" name="Line 26">
            <a:extLst>
              <a:ext uri="{FF2B5EF4-FFF2-40B4-BE49-F238E27FC236}">
                <a16:creationId xmlns:a16="http://schemas.microsoft.com/office/drawing/2014/main" id="{D4D5B861-49F7-4D42-8068-52B3DF11F00C}"/>
              </a:ext>
            </a:extLst>
          </p:cNvPr>
          <p:cNvSpPr>
            <a:spLocks noChangeShapeType="1"/>
          </p:cNvSpPr>
          <p:nvPr/>
        </p:nvSpPr>
        <p:spPr bwMode="auto">
          <a:xfrm flipV="1">
            <a:off x="8031956" y="2246114"/>
            <a:ext cx="233363" cy="2250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2400">
              <a:latin typeface="Microsoft YaHei" panose="020B0503020204020204" pitchFamily="34" charset="-122"/>
              <a:ea typeface="Microsoft YaHei" panose="020B0503020204020204" pitchFamily="34" charset="-122"/>
            </a:endParaRPr>
          </a:p>
        </p:txBody>
      </p:sp>
      <p:sp>
        <p:nvSpPr>
          <p:cNvPr id="39" name="Line 27">
            <a:extLst>
              <a:ext uri="{FF2B5EF4-FFF2-40B4-BE49-F238E27FC236}">
                <a16:creationId xmlns:a16="http://schemas.microsoft.com/office/drawing/2014/main" id="{E90F6F9E-1308-4FD0-B3DF-1DEE046E2ED4}"/>
              </a:ext>
            </a:extLst>
          </p:cNvPr>
          <p:cNvSpPr>
            <a:spLocks noChangeShapeType="1"/>
          </p:cNvSpPr>
          <p:nvPr/>
        </p:nvSpPr>
        <p:spPr bwMode="auto">
          <a:xfrm>
            <a:off x="8066485" y="2237780"/>
            <a:ext cx="182165" cy="233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2400">
              <a:latin typeface="Microsoft YaHei" panose="020B0503020204020204" pitchFamily="34" charset="-122"/>
              <a:ea typeface="Microsoft YaHei" panose="020B0503020204020204" pitchFamily="34" charset="-122"/>
            </a:endParaRPr>
          </a:p>
        </p:txBody>
      </p:sp>
      <p:sp>
        <p:nvSpPr>
          <p:cNvPr id="40" name="Line 28">
            <a:extLst>
              <a:ext uri="{FF2B5EF4-FFF2-40B4-BE49-F238E27FC236}">
                <a16:creationId xmlns:a16="http://schemas.microsoft.com/office/drawing/2014/main" id="{6AE3BA5F-17CB-4AA3-81CF-5022E35FB888}"/>
              </a:ext>
            </a:extLst>
          </p:cNvPr>
          <p:cNvSpPr>
            <a:spLocks noChangeShapeType="1"/>
          </p:cNvSpPr>
          <p:nvPr/>
        </p:nvSpPr>
        <p:spPr bwMode="auto">
          <a:xfrm>
            <a:off x="7029451" y="2378274"/>
            <a:ext cx="3464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2400">
              <a:latin typeface="Microsoft YaHei" panose="020B0503020204020204" pitchFamily="34" charset="-122"/>
              <a:ea typeface="Microsoft YaHei" panose="020B0503020204020204" pitchFamily="34" charset="-122"/>
            </a:endParaRPr>
          </a:p>
        </p:txBody>
      </p:sp>
      <p:sp>
        <p:nvSpPr>
          <p:cNvPr id="41" name="Line 29">
            <a:extLst>
              <a:ext uri="{FF2B5EF4-FFF2-40B4-BE49-F238E27FC236}">
                <a16:creationId xmlns:a16="http://schemas.microsoft.com/office/drawing/2014/main" id="{90B1A9B4-D4DE-484C-AA76-F1ECA1FABFB2}"/>
              </a:ext>
            </a:extLst>
          </p:cNvPr>
          <p:cNvSpPr>
            <a:spLocks noChangeShapeType="1"/>
          </p:cNvSpPr>
          <p:nvPr/>
        </p:nvSpPr>
        <p:spPr bwMode="auto">
          <a:xfrm>
            <a:off x="7030641" y="2440187"/>
            <a:ext cx="3464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2400">
              <a:latin typeface="Microsoft YaHei" panose="020B0503020204020204" pitchFamily="34" charset="-122"/>
              <a:ea typeface="Microsoft YaHei" panose="020B0503020204020204" pitchFamily="34" charset="-122"/>
            </a:endParaRPr>
          </a:p>
        </p:txBody>
      </p:sp>
      <p:sp>
        <p:nvSpPr>
          <p:cNvPr id="42" name="Line 30">
            <a:extLst>
              <a:ext uri="{FF2B5EF4-FFF2-40B4-BE49-F238E27FC236}">
                <a16:creationId xmlns:a16="http://schemas.microsoft.com/office/drawing/2014/main" id="{B6A8CF15-572B-4EC2-9D98-E6E2FB0C9765}"/>
              </a:ext>
            </a:extLst>
          </p:cNvPr>
          <p:cNvSpPr>
            <a:spLocks noChangeShapeType="1"/>
          </p:cNvSpPr>
          <p:nvPr/>
        </p:nvSpPr>
        <p:spPr bwMode="auto">
          <a:xfrm>
            <a:off x="7049691" y="2503289"/>
            <a:ext cx="3464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2400">
              <a:latin typeface="Microsoft YaHei" panose="020B0503020204020204" pitchFamily="34" charset="-122"/>
              <a:ea typeface="Microsoft YaHei" panose="020B0503020204020204" pitchFamily="34" charset="-122"/>
            </a:endParaRPr>
          </a:p>
        </p:txBody>
      </p:sp>
      <p:sp>
        <p:nvSpPr>
          <p:cNvPr id="43" name="Line 31">
            <a:extLst>
              <a:ext uri="{FF2B5EF4-FFF2-40B4-BE49-F238E27FC236}">
                <a16:creationId xmlns:a16="http://schemas.microsoft.com/office/drawing/2014/main" id="{07F60406-5F7B-4875-B7DA-BCC5899826A4}"/>
              </a:ext>
            </a:extLst>
          </p:cNvPr>
          <p:cNvSpPr>
            <a:spLocks noChangeShapeType="1"/>
          </p:cNvSpPr>
          <p:nvPr/>
        </p:nvSpPr>
        <p:spPr bwMode="auto">
          <a:xfrm>
            <a:off x="7052072" y="2556868"/>
            <a:ext cx="3464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2400">
              <a:latin typeface="Microsoft YaHei" panose="020B0503020204020204" pitchFamily="34" charset="-122"/>
              <a:ea typeface="Microsoft YaHei" panose="020B0503020204020204" pitchFamily="34" charset="-122"/>
            </a:endParaRPr>
          </a:p>
        </p:txBody>
      </p:sp>
      <p:sp>
        <p:nvSpPr>
          <p:cNvPr id="44" name="Line 32">
            <a:extLst>
              <a:ext uri="{FF2B5EF4-FFF2-40B4-BE49-F238E27FC236}">
                <a16:creationId xmlns:a16="http://schemas.microsoft.com/office/drawing/2014/main" id="{BF06F991-5414-4ED6-BC9C-FFCE3CFF372C}"/>
              </a:ext>
            </a:extLst>
          </p:cNvPr>
          <p:cNvSpPr>
            <a:spLocks noChangeShapeType="1"/>
          </p:cNvSpPr>
          <p:nvPr/>
        </p:nvSpPr>
        <p:spPr bwMode="auto">
          <a:xfrm>
            <a:off x="7071122" y="2627114"/>
            <a:ext cx="3464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2400">
              <a:latin typeface="Microsoft YaHei" panose="020B0503020204020204" pitchFamily="34" charset="-122"/>
              <a:ea typeface="Microsoft YaHei" panose="020B0503020204020204" pitchFamily="34" charset="-122"/>
            </a:endParaRPr>
          </a:p>
        </p:txBody>
      </p:sp>
      <p:pic>
        <p:nvPicPr>
          <p:cNvPr id="46" name="图片 45">
            <a:extLst>
              <a:ext uri="{FF2B5EF4-FFF2-40B4-BE49-F238E27FC236}">
                <a16:creationId xmlns:a16="http://schemas.microsoft.com/office/drawing/2014/main" id="{EB165C44-9659-470C-8E5A-C3C9DBAB4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4890" y="3276256"/>
            <a:ext cx="1178719" cy="11144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 name="图片 46">
            <a:extLst>
              <a:ext uri="{FF2B5EF4-FFF2-40B4-BE49-F238E27FC236}">
                <a16:creationId xmlns:a16="http://schemas.microsoft.com/office/drawing/2014/main" id="{2BD0B647-87CA-46A4-9B87-7027E2B57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0755" y="3271154"/>
            <a:ext cx="1178719" cy="11144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 name="图片 47">
            <a:extLst>
              <a:ext uri="{FF2B5EF4-FFF2-40B4-BE49-F238E27FC236}">
                <a16:creationId xmlns:a16="http://schemas.microsoft.com/office/drawing/2014/main" id="{57125571-62E5-41E2-AA42-2F2BFB6F87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3794" y="3265882"/>
            <a:ext cx="1178719" cy="11144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0" name="Group 41">
            <a:extLst>
              <a:ext uri="{FF2B5EF4-FFF2-40B4-BE49-F238E27FC236}">
                <a16:creationId xmlns:a16="http://schemas.microsoft.com/office/drawing/2014/main" id="{588D144D-5098-47E1-AC01-74DF001BC579}"/>
              </a:ext>
            </a:extLst>
          </p:cNvPr>
          <p:cNvGrpSpPr>
            <a:grpSpLocks/>
          </p:cNvGrpSpPr>
          <p:nvPr/>
        </p:nvGrpSpPr>
        <p:grpSpPr bwMode="auto">
          <a:xfrm>
            <a:off x="4497591" y="3464117"/>
            <a:ext cx="1296589" cy="1508524"/>
            <a:chOff x="718" y="2310"/>
            <a:chExt cx="1089" cy="1267"/>
          </a:xfrm>
        </p:grpSpPr>
        <p:sp>
          <p:nvSpPr>
            <p:cNvPr id="51" name="Freeform 7">
              <a:extLst>
                <a:ext uri="{FF2B5EF4-FFF2-40B4-BE49-F238E27FC236}">
                  <a16:creationId xmlns:a16="http://schemas.microsoft.com/office/drawing/2014/main" id="{7D7EA2C2-8183-447F-A47D-B6D5632E1C97}"/>
                </a:ext>
              </a:extLst>
            </p:cNvPr>
            <p:cNvSpPr>
              <a:spLocks/>
            </p:cNvSpPr>
            <p:nvPr/>
          </p:nvSpPr>
          <p:spPr bwMode="auto">
            <a:xfrm>
              <a:off x="1563" y="2363"/>
              <a:ext cx="203" cy="148"/>
            </a:xfrm>
            <a:custGeom>
              <a:avLst/>
              <a:gdLst>
                <a:gd name="T0" fmla="*/ 0 w 203"/>
                <a:gd name="T1" fmla="*/ 0 h 148"/>
                <a:gd name="T2" fmla="*/ 64 w 203"/>
                <a:gd name="T3" fmla="*/ 27 h 148"/>
                <a:gd name="T4" fmla="*/ 82 w 203"/>
                <a:gd name="T5" fmla="*/ 54 h 148"/>
                <a:gd name="T6" fmla="*/ 137 w 203"/>
                <a:gd name="T7" fmla="*/ 91 h 148"/>
                <a:gd name="T8" fmla="*/ 173 w 203"/>
                <a:gd name="T9" fmla="*/ 127 h 148"/>
                <a:gd name="T10" fmla="*/ 200 w 203"/>
                <a:gd name="T11" fmla="*/ 145 h 148"/>
                <a:gd name="T12" fmla="*/ 0 60000 65536"/>
                <a:gd name="T13" fmla="*/ 0 60000 65536"/>
                <a:gd name="T14" fmla="*/ 0 60000 65536"/>
                <a:gd name="T15" fmla="*/ 0 60000 65536"/>
                <a:gd name="T16" fmla="*/ 0 60000 65536"/>
                <a:gd name="T17" fmla="*/ 0 60000 65536"/>
                <a:gd name="T18" fmla="*/ 0 w 203"/>
                <a:gd name="T19" fmla="*/ 0 h 148"/>
                <a:gd name="T20" fmla="*/ 203 w 203"/>
                <a:gd name="T21" fmla="*/ 148 h 148"/>
              </a:gdLst>
              <a:ahLst/>
              <a:cxnLst>
                <a:cxn ang="T12">
                  <a:pos x="T0" y="T1"/>
                </a:cxn>
                <a:cxn ang="T13">
                  <a:pos x="T2" y="T3"/>
                </a:cxn>
                <a:cxn ang="T14">
                  <a:pos x="T4" y="T5"/>
                </a:cxn>
                <a:cxn ang="T15">
                  <a:pos x="T6" y="T7"/>
                </a:cxn>
                <a:cxn ang="T16">
                  <a:pos x="T8" y="T9"/>
                </a:cxn>
                <a:cxn ang="T17">
                  <a:pos x="T10" y="T11"/>
                </a:cxn>
              </a:cxnLst>
              <a:rect l="T18" t="T19" r="T20" b="T21"/>
              <a:pathLst>
                <a:path w="203" h="148">
                  <a:moveTo>
                    <a:pt x="0" y="0"/>
                  </a:moveTo>
                  <a:cubicBezTo>
                    <a:pt x="28" y="7"/>
                    <a:pt x="43" y="6"/>
                    <a:pt x="64" y="27"/>
                  </a:cubicBezTo>
                  <a:cubicBezTo>
                    <a:pt x="72" y="35"/>
                    <a:pt x="74" y="47"/>
                    <a:pt x="82" y="54"/>
                  </a:cubicBezTo>
                  <a:cubicBezTo>
                    <a:pt x="99" y="69"/>
                    <a:pt x="121" y="75"/>
                    <a:pt x="137" y="91"/>
                  </a:cubicBezTo>
                  <a:cubicBezTo>
                    <a:pt x="149" y="103"/>
                    <a:pt x="159" y="117"/>
                    <a:pt x="173" y="127"/>
                  </a:cubicBezTo>
                  <a:cubicBezTo>
                    <a:pt x="203" y="148"/>
                    <a:pt x="200" y="123"/>
                    <a:pt x="200" y="14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500">
                <a:latin typeface="Microsoft YaHei" panose="020B0503020204020204" pitchFamily="34" charset="-122"/>
                <a:ea typeface="Microsoft YaHei" panose="020B0503020204020204" pitchFamily="34" charset="-122"/>
              </a:endParaRPr>
            </a:p>
          </p:txBody>
        </p:sp>
        <p:sp>
          <p:nvSpPr>
            <p:cNvPr id="52" name="Freeform 8">
              <a:extLst>
                <a:ext uri="{FF2B5EF4-FFF2-40B4-BE49-F238E27FC236}">
                  <a16:creationId xmlns:a16="http://schemas.microsoft.com/office/drawing/2014/main" id="{77121DEC-CBFD-42ED-B2A2-D03C208120B5}"/>
                </a:ext>
              </a:extLst>
            </p:cNvPr>
            <p:cNvSpPr>
              <a:spLocks/>
            </p:cNvSpPr>
            <p:nvPr/>
          </p:nvSpPr>
          <p:spPr bwMode="auto">
            <a:xfrm>
              <a:off x="1559" y="2740"/>
              <a:ext cx="203" cy="148"/>
            </a:xfrm>
            <a:custGeom>
              <a:avLst/>
              <a:gdLst>
                <a:gd name="T0" fmla="*/ 0 w 203"/>
                <a:gd name="T1" fmla="*/ 0 h 148"/>
                <a:gd name="T2" fmla="*/ 64 w 203"/>
                <a:gd name="T3" fmla="*/ 27 h 148"/>
                <a:gd name="T4" fmla="*/ 82 w 203"/>
                <a:gd name="T5" fmla="*/ 54 h 148"/>
                <a:gd name="T6" fmla="*/ 137 w 203"/>
                <a:gd name="T7" fmla="*/ 91 h 148"/>
                <a:gd name="T8" fmla="*/ 173 w 203"/>
                <a:gd name="T9" fmla="*/ 127 h 148"/>
                <a:gd name="T10" fmla="*/ 200 w 203"/>
                <a:gd name="T11" fmla="*/ 145 h 148"/>
                <a:gd name="T12" fmla="*/ 0 60000 65536"/>
                <a:gd name="T13" fmla="*/ 0 60000 65536"/>
                <a:gd name="T14" fmla="*/ 0 60000 65536"/>
                <a:gd name="T15" fmla="*/ 0 60000 65536"/>
                <a:gd name="T16" fmla="*/ 0 60000 65536"/>
                <a:gd name="T17" fmla="*/ 0 60000 65536"/>
                <a:gd name="T18" fmla="*/ 0 w 203"/>
                <a:gd name="T19" fmla="*/ 0 h 148"/>
                <a:gd name="T20" fmla="*/ 203 w 203"/>
                <a:gd name="T21" fmla="*/ 148 h 148"/>
              </a:gdLst>
              <a:ahLst/>
              <a:cxnLst>
                <a:cxn ang="T12">
                  <a:pos x="T0" y="T1"/>
                </a:cxn>
                <a:cxn ang="T13">
                  <a:pos x="T2" y="T3"/>
                </a:cxn>
                <a:cxn ang="T14">
                  <a:pos x="T4" y="T5"/>
                </a:cxn>
                <a:cxn ang="T15">
                  <a:pos x="T6" y="T7"/>
                </a:cxn>
                <a:cxn ang="T16">
                  <a:pos x="T8" y="T9"/>
                </a:cxn>
                <a:cxn ang="T17">
                  <a:pos x="T10" y="T11"/>
                </a:cxn>
              </a:cxnLst>
              <a:rect l="T18" t="T19" r="T20" b="T21"/>
              <a:pathLst>
                <a:path w="203" h="148">
                  <a:moveTo>
                    <a:pt x="0" y="0"/>
                  </a:moveTo>
                  <a:cubicBezTo>
                    <a:pt x="28" y="7"/>
                    <a:pt x="43" y="6"/>
                    <a:pt x="64" y="27"/>
                  </a:cubicBezTo>
                  <a:cubicBezTo>
                    <a:pt x="72" y="35"/>
                    <a:pt x="74" y="47"/>
                    <a:pt x="82" y="54"/>
                  </a:cubicBezTo>
                  <a:cubicBezTo>
                    <a:pt x="99" y="69"/>
                    <a:pt x="121" y="75"/>
                    <a:pt x="137" y="91"/>
                  </a:cubicBezTo>
                  <a:cubicBezTo>
                    <a:pt x="149" y="103"/>
                    <a:pt x="159" y="117"/>
                    <a:pt x="173" y="127"/>
                  </a:cubicBezTo>
                  <a:cubicBezTo>
                    <a:pt x="203" y="148"/>
                    <a:pt x="200" y="123"/>
                    <a:pt x="200" y="14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500">
                <a:latin typeface="Microsoft YaHei" panose="020B0503020204020204" pitchFamily="34" charset="-122"/>
                <a:ea typeface="Microsoft YaHei" panose="020B0503020204020204" pitchFamily="34" charset="-122"/>
              </a:endParaRPr>
            </a:p>
          </p:txBody>
        </p:sp>
        <p:sp>
          <p:nvSpPr>
            <p:cNvPr id="53" name="Text Box 9">
              <a:extLst>
                <a:ext uri="{FF2B5EF4-FFF2-40B4-BE49-F238E27FC236}">
                  <a16:creationId xmlns:a16="http://schemas.microsoft.com/office/drawing/2014/main" id="{025C1E92-C1BE-4DB0-A962-494909A85E6A}"/>
                </a:ext>
              </a:extLst>
            </p:cNvPr>
            <p:cNvSpPr txBox="1">
              <a:spLocks noChangeArrowheads="1"/>
            </p:cNvSpPr>
            <p:nvPr/>
          </p:nvSpPr>
          <p:spPr bwMode="auto">
            <a:xfrm>
              <a:off x="1356" y="2310"/>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200">
                  <a:solidFill>
                    <a:srgbClr val="FF0000"/>
                  </a:solidFill>
                  <a:latin typeface="Microsoft YaHei" panose="020B0503020204020204" pitchFamily="34" charset="-122"/>
                  <a:ea typeface="Microsoft YaHei" panose="020B0503020204020204" pitchFamily="34" charset="-122"/>
                </a:rPr>
                <a:t>5</a:t>
              </a:r>
              <a:endParaRPr lang="en-US" altLang="zh-CN" sz="1500">
                <a:solidFill>
                  <a:srgbClr val="FF0000"/>
                </a:solidFill>
                <a:latin typeface="Microsoft YaHei" panose="020B0503020204020204" pitchFamily="34" charset="-122"/>
                <a:ea typeface="Microsoft YaHei" panose="020B0503020204020204" pitchFamily="34" charset="-122"/>
              </a:endParaRPr>
            </a:p>
          </p:txBody>
        </p:sp>
        <p:sp>
          <p:nvSpPr>
            <p:cNvPr id="54" name="Text Box 10">
              <a:extLst>
                <a:ext uri="{FF2B5EF4-FFF2-40B4-BE49-F238E27FC236}">
                  <a16:creationId xmlns:a16="http://schemas.microsoft.com/office/drawing/2014/main" id="{C5D3ADA9-36CE-4585-A9B1-027943830F26}"/>
                </a:ext>
              </a:extLst>
            </p:cNvPr>
            <p:cNvSpPr txBox="1">
              <a:spLocks noChangeArrowheads="1"/>
            </p:cNvSpPr>
            <p:nvPr/>
          </p:nvSpPr>
          <p:spPr bwMode="auto">
            <a:xfrm>
              <a:off x="1343" y="2679"/>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200">
                  <a:solidFill>
                    <a:srgbClr val="FF0000"/>
                  </a:solidFill>
                  <a:latin typeface="Microsoft YaHei" panose="020B0503020204020204" pitchFamily="34" charset="-122"/>
                  <a:ea typeface="Microsoft YaHei" panose="020B0503020204020204" pitchFamily="34" charset="-122"/>
                </a:rPr>
                <a:t>6</a:t>
              </a:r>
              <a:endParaRPr lang="en-US" altLang="zh-CN" sz="1500">
                <a:solidFill>
                  <a:srgbClr val="FF0000"/>
                </a:solidFill>
                <a:latin typeface="Microsoft YaHei" panose="020B0503020204020204" pitchFamily="34" charset="-122"/>
                <a:ea typeface="Microsoft YaHei" panose="020B0503020204020204" pitchFamily="34" charset="-122"/>
              </a:endParaRPr>
            </a:p>
          </p:txBody>
        </p:sp>
        <p:sp>
          <p:nvSpPr>
            <p:cNvPr id="55" name="Freeform 12">
              <a:extLst>
                <a:ext uri="{FF2B5EF4-FFF2-40B4-BE49-F238E27FC236}">
                  <a16:creationId xmlns:a16="http://schemas.microsoft.com/office/drawing/2014/main" id="{460FE98F-5F5B-4CF0-A875-6DBE46658AC2}"/>
                </a:ext>
              </a:extLst>
            </p:cNvPr>
            <p:cNvSpPr>
              <a:spLocks/>
            </p:cNvSpPr>
            <p:nvPr/>
          </p:nvSpPr>
          <p:spPr bwMode="auto">
            <a:xfrm>
              <a:off x="1600" y="2563"/>
              <a:ext cx="172" cy="109"/>
            </a:xfrm>
            <a:custGeom>
              <a:avLst/>
              <a:gdLst>
                <a:gd name="T0" fmla="*/ 172 w 172"/>
                <a:gd name="T1" fmla="*/ 0 h 109"/>
                <a:gd name="T2" fmla="*/ 0 w 172"/>
                <a:gd name="T3" fmla="*/ 109 h 109"/>
                <a:gd name="T4" fmla="*/ 0 60000 65536"/>
                <a:gd name="T5" fmla="*/ 0 60000 65536"/>
                <a:gd name="T6" fmla="*/ 0 w 172"/>
                <a:gd name="T7" fmla="*/ 0 h 109"/>
                <a:gd name="T8" fmla="*/ 172 w 172"/>
                <a:gd name="T9" fmla="*/ 109 h 109"/>
              </a:gdLst>
              <a:ahLst/>
              <a:cxnLst>
                <a:cxn ang="T4">
                  <a:pos x="T0" y="T1"/>
                </a:cxn>
                <a:cxn ang="T5">
                  <a:pos x="T2" y="T3"/>
                </a:cxn>
              </a:cxnLst>
              <a:rect l="T6" t="T7" r="T8" b="T9"/>
              <a:pathLst>
                <a:path w="172" h="109">
                  <a:moveTo>
                    <a:pt x="172" y="0"/>
                  </a:moveTo>
                  <a:cubicBezTo>
                    <a:pt x="114" y="39"/>
                    <a:pt x="62" y="78"/>
                    <a:pt x="0" y="109"/>
                  </a:cubicBezTo>
                </a:path>
              </a:pathLst>
            </a:cu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500">
                <a:latin typeface="Microsoft YaHei" panose="020B0503020204020204" pitchFamily="34" charset="-122"/>
                <a:ea typeface="Microsoft YaHei" panose="020B0503020204020204" pitchFamily="34" charset="-122"/>
              </a:endParaRPr>
            </a:p>
          </p:txBody>
        </p:sp>
        <p:sp>
          <p:nvSpPr>
            <p:cNvPr id="56" name="Freeform 13">
              <a:extLst>
                <a:ext uri="{FF2B5EF4-FFF2-40B4-BE49-F238E27FC236}">
                  <a16:creationId xmlns:a16="http://schemas.microsoft.com/office/drawing/2014/main" id="{79C5B906-A805-4325-915B-BA98BAB65371}"/>
                </a:ext>
              </a:extLst>
            </p:cNvPr>
            <p:cNvSpPr>
              <a:spLocks/>
            </p:cNvSpPr>
            <p:nvPr/>
          </p:nvSpPr>
          <p:spPr bwMode="auto">
            <a:xfrm>
              <a:off x="1377" y="2741"/>
              <a:ext cx="172" cy="109"/>
            </a:xfrm>
            <a:custGeom>
              <a:avLst/>
              <a:gdLst>
                <a:gd name="T0" fmla="*/ 172 w 172"/>
                <a:gd name="T1" fmla="*/ 0 h 109"/>
                <a:gd name="T2" fmla="*/ 0 w 172"/>
                <a:gd name="T3" fmla="*/ 109 h 109"/>
                <a:gd name="T4" fmla="*/ 0 60000 65536"/>
                <a:gd name="T5" fmla="*/ 0 60000 65536"/>
                <a:gd name="T6" fmla="*/ 0 w 172"/>
                <a:gd name="T7" fmla="*/ 0 h 109"/>
                <a:gd name="T8" fmla="*/ 172 w 172"/>
                <a:gd name="T9" fmla="*/ 109 h 109"/>
              </a:gdLst>
              <a:ahLst/>
              <a:cxnLst>
                <a:cxn ang="T4">
                  <a:pos x="T0" y="T1"/>
                </a:cxn>
                <a:cxn ang="T5">
                  <a:pos x="T2" y="T3"/>
                </a:cxn>
              </a:cxnLst>
              <a:rect l="T6" t="T7" r="T8" b="T9"/>
              <a:pathLst>
                <a:path w="172" h="109">
                  <a:moveTo>
                    <a:pt x="172" y="0"/>
                  </a:moveTo>
                  <a:cubicBezTo>
                    <a:pt x="114" y="39"/>
                    <a:pt x="62" y="78"/>
                    <a:pt x="0" y="109"/>
                  </a:cubicBezTo>
                </a:path>
              </a:pathLst>
            </a:cu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500">
                <a:latin typeface="Microsoft YaHei" panose="020B0503020204020204" pitchFamily="34" charset="-122"/>
                <a:ea typeface="Microsoft YaHei" panose="020B0503020204020204" pitchFamily="34" charset="-122"/>
              </a:endParaRPr>
            </a:p>
          </p:txBody>
        </p:sp>
        <p:sp>
          <p:nvSpPr>
            <p:cNvPr id="57" name="Text Box 14">
              <a:extLst>
                <a:ext uri="{FF2B5EF4-FFF2-40B4-BE49-F238E27FC236}">
                  <a16:creationId xmlns:a16="http://schemas.microsoft.com/office/drawing/2014/main" id="{D8494D6C-A351-46FD-B19B-A9DD673801D1}"/>
                </a:ext>
              </a:extLst>
            </p:cNvPr>
            <p:cNvSpPr txBox="1">
              <a:spLocks noChangeArrowheads="1"/>
            </p:cNvSpPr>
            <p:nvPr/>
          </p:nvSpPr>
          <p:spPr bwMode="auto">
            <a:xfrm>
              <a:off x="1152" y="2488"/>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200">
                  <a:solidFill>
                    <a:schemeClr val="accent2"/>
                  </a:solidFill>
                  <a:latin typeface="Microsoft YaHei" panose="020B0503020204020204" pitchFamily="34" charset="-122"/>
                  <a:ea typeface="Microsoft YaHei" panose="020B0503020204020204" pitchFamily="34" charset="-122"/>
                </a:rPr>
                <a:t>9</a:t>
              </a:r>
              <a:endParaRPr lang="en-US" altLang="zh-CN" sz="1500">
                <a:solidFill>
                  <a:srgbClr val="FF0000"/>
                </a:solidFill>
                <a:latin typeface="Microsoft YaHei" panose="020B0503020204020204" pitchFamily="34" charset="-122"/>
                <a:ea typeface="Microsoft YaHei" panose="020B0503020204020204" pitchFamily="34" charset="-122"/>
              </a:endParaRPr>
            </a:p>
          </p:txBody>
        </p:sp>
        <p:sp>
          <p:nvSpPr>
            <p:cNvPr id="58" name="Text Box 15">
              <a:extLst>
                <a:ext uri="{FF2B5EF4-FFF2-40B4-BE49-F238E27FC236}">
                  <a16:creationId xmlns:a16="http://schemas.microsoft.com/office/drawing/2014/main" id="{132288E2-6A69-4286-8C52-A877CCD4816F}"/>
                </a:ext>
              </a:extLst>
            </p:cNvPr>
            <p:cNvSpPr txBox="1">
              <a:spLocks noChangeArrowheads="1"/>
            </p:cNvSpPr>
            <p:nvPr/>
          </p:nvSpPr>
          <p:spPr bwMode="auto">
            <a:xfrm>
              <a:off x="1148" y="2684"/>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200">
                  <a:solidFill>
                    <a:schemeClr val="accent2"/>
                  </a:solidFill>
                  <a:latin typeface="Microsoft YaHei" panose="020B0503020204020204" pitchFamily="34" charset="-122"/>
                  <a:ea typeface="Microsoft YaHei" panose="020B0503020204020204" pitchFamily="34" charset="-122"/>
                </a:rPr>
                <a:t>7</a:t>
              </a:r>
              <a:endParaRPr lang="en-US" altLang="zh-CN" sz="1500">
                <a:solidFill>
                  <a:srgbClr val="FF0000"/>
                </a:solidFill>
                <a:latin typeface="Microsoft YaHei" panose="020B0503020204020204" pitchFamily="34" charset="-122"/>
                <a:ea typeface="Microsoft YaHei" panose="020B0503020204020204" pitchFamily="34" charset="-122"/>
              </a:endParaRPr>
            </a:p>
          </p:txBody>
        </p:sp>
        <p:sp>
          <p:nvSpPr>
            <p:cNvPr id="59" name="Text Box 16">
              <a:extLst>
                <a:ext uri="{FF2B5EF4-FFF2-40B4-BE49-F238E27FC236}">
                  <a16:creationId xmlns:a16="http://schemas.microsoft.com/office/drawing/2014/main" id="{502913B0-3CC0-4F81-9AFB-ABD27FC83798}"/>
                </a:ext>
              </a:extLst>
            </p:cNvPr>
            <p:cNvSpPr txBox="1">
              <a:spLocks noChangeArrowheads="1"/>
            </p:cNvSpPr>
            <p:nvPr/>
          </p:nvSpPr>
          <p:spPr bwMode="auto">
            <a:xfrm>
              <a:off x="718" y="3112"/>
              <a:ext cx="1089"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500" dirty="0">
                  <a:solidFill>
                    <a:srgbClr val="FF0000"/>
                  </a:solidFill>
                  <a:latin typeface="Microsoft YaHei" panose="020B0503020204020204" pitchFamily="34" charset="-122"/>
                  <a:ea typeface="Microsoft YaHei" panose="020B0503020204020204" pitchFamily="34" charset="-122"/>
                </a:rPr>
                <a:t>T1:  A:5; C:6</a:t>
              </a:r>
              <a:endParaRPr lang="en-US" altLang="zh-CN" sz="1500" dirty="0">
                <a:latin typeface="Microsoft YaHei" panose="020B0503020204020204" pitchFamily="34" charset="-122"/>
                <a:ea typeface="Microsoft YaHei" panose="020B0503020204020204" pitchFamily="34" charset="-122"/>
              </a:endParaRPr>
            </a:p>
            <a:p>
              <a:pPr algn="ctr" eaLnBrk="1" hangingPunct="1"/>
              <a:r>
                <a:rPr lang="en-US" altLang="zh-CN" sz="1500" dirty="0">
                  <a:solidFill>
                    <a:schemeClr val="accent2"/>
                  </a:solidFill>
                  <a:latin typeface="Microsoft YaHei" panose="020B0503020204020204" pitchFamily="34" charset="-122"/>
                  <a:ea typeface="Microsoft YaHei" panose="020B0503020204020204" pitchFamily="34" charset="-122"/>
                </a:rPr>
                <a:t>T2:  B:9; C:7</a:t>
              </a:r>
              <a:endParaRPr lang="en-US" altLang="zh-CN" sz="1500" dirty="0">
                <a:latin typeface="Microsoft YaHei" panose="020B0503020204020204" pitchFamily="34" charset="-122"/>
                <a:ea typeface="Microsoft YaHei" panose="020B0503020204020204" pitchFamily="34" charset="-122"/>
              </a:endParaRPr>
            </a:p>
          </p:txBody>
        </p:sp>
      </p:grpSp>
      <p:grpSp>
        <p:nvGrpSpPr>
          <p:cNvPr id="60" name="Group 42">
            <a:extLst>
              <a:ext uri="{FF2B5EF4-FFF2-40B4-BE49-F238E27FC236}">
                <a16:creationId xmlns:a16="http://schemas.microsoft.com/office/drawing/2014/main" id="{3A8EF33B-E5BC-4C3D-B4E6-84A0D8044550}"/>
              </a:ext>
            </a:extLst>
          </p:cNvPr>
          <p:cNvGrpSpPr>
            <a:grpSpLocks/>
          </p:cNvGrpSpPr>
          <p:nvPr/>
        </p:nvGrpSpPr>
        <p:grpSpPr bwMode="auto">
          <a:xfrm>
            <a:off x="6469261" y="3471386"/>
            <a:ext cx="2243139" cy="1365649"/>
            <a:chOff x="2771" y="2333"/>
            <a:chExt cx="1884" cy="1147"/>
          </a:xfrm>
        </p:grpSpPr>
        <p:sp>
          <p:nvSpPr>
            <p:cNvPr id="61" name="Text Box 17">
              <a:extLst>
                <a:ext uri="{FF2B5EF4-FFF2-40B4-BE49-F238E27FC236}">
                  <a16:creationId xmlns:a16="http://schemas.microsoft.com/office/drawing/2014/main" id="{AA1E0144-A5F6-4CA7-9DFD-A1F399BF9EA3}"/>
                </a:ext>
              </a:extLst>
            </p:cNvPr>
            <p:cNvSpPr txBox="1">
              <a:spLocks noChangeArrowheads="1"/>
            </p:cNvSpPr>
            <p:nvPr/>
          </p:nvSpPr>
          <p:spPr bwMode="auto">
            <a:xfrm>
              <a:off x="2991" y="3209"/>
              <a:ext cx="128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zh-CN" altLang="en-US" sz="1500" dirty="0">
                  <a:latin typeface="Microsoft YaHei" panose="020B0503020204020204" pitchFamily="34" charset="-122"/>
                  <a:ea typeface="Microsoft YaHei" panose="020B0503020204020204" pitchFamily="34" charset="-122"/>
                </a:rPr>
                <a:t>按次序传播变更</a:t>
              </a:r>
              <a:endParaRPr lang="en-US" altLang="zh-CN" sz="1500" dirty="0">
                <a:latin typeface="Microsoft YaHei" panose="020B0503020204020204" pitchFamily="34" charset="-122"/>
                <a:ea typeface="Microsoft YaHei" panose="020B0503020204020204" pitchFamily="34" charset="-122"/>
              </a:endParaRPr>
            </a:p>
          </p:txBody>
        </p:sp>
        <p:sp>
          <p:nvSpPr>
            <p:cNvPr id="62" name="Freeform 25">
              <a:extLst>
                <a:ext uri="{FF2B5EF4-FFF2-40B4-BE49-F238E27FC236}">
                  <a16:creationId xmlns:a16="http://schemas.microsoft.com/office/drawing/2014/main" id="{B652DF3D-8189-469F-8588-40FB342DF5DC}"/>
                </a:ext>
              </a:extLst>
            </p:cNvPr>
            <p:cNvSpPr>
              <a:spLocks/>
            </p:cNvSpPr>
            <p:nvPr/>
          </p:nvSpPr>
          <p:spPr bwMode="auto">
            <a:xfrm>
              <a:off x="3186" y="2395"/>
              <a:ext cx="203" cy="148"/>
            </a:xfrm>
            <a:custGeom>
              <a:avLst/>
              <a:gdLst>
                <a:gd name="T0" fmla="*/ 0 w 203"/>
                <a:gd name="T1" fmla="*/ 0 h 148"/>
                <a:gd name="T2" fmla="*/ 64 w 203"/>
                <a:gd name="T3" fmla="*/ 27 h 148"/>
                <a:gd name="T4" fmla="*/ 82 w 203"/>
                <a:gd name="T5" fmla="*/ 54 h 148"/>
                <a:gd name="T6" fmla="*/ 137 w 203"/>
                <a:gd name="T7" fmla="*/ 91 h 148"/>
                <a:gd name="T8" fmla="*/ 173 w 203"/>
                <a:gd name="T9" fmla="*/ 127 h 148"/>
                <a:gd name="T10" fmla="*/ 200 w 203"/>
                <a:gd name="T11" fmla="*/ 145 h 148"/>
                <a:gd name="T12" fmla="*/ 0 60000 65536"/>
                <a:gd name="T13" fmla="*/ 0 60000 65536"/>
                <a:gd name="T14" fmla="*/ 0 60000 65536"/>
                <a:gd name="T15" fmla="*/ 0 60000 65536"/>
                <a:gd name="T16" fmla="*/ 0 60000 65536"/>
                <a:gd name="T17" fmla="*/ 0 60000 65536"/>
                <a:gd name="T18" fmla="*/ 0 w 203"/>
                <a:gd name="T19" fmla="*/ 0 h 148"/>
                <a:gd name="T20" fmla="*/ 203 w 203"/>
                <a:gd name="T21" fmla="*/ 148 h 148"/>
              </a:gdLst>
              <a:ahLst/>
              <a:cxnLst>
                <a:cxn ang="T12">
                  <a:pos x="T0" y="T1"/>
                </a:cxn>
                <a:cxn ang="T13">
                  <a:pos x="T2" y="T3"/>
                </a:cxn>
                <a:cxn ang="T14">
                  <a:pos x="T4" y="T5"/>
                </a:cxn>
                <a:cxn ang="T15">
                  <a:pos x="T6" y="T7"/>
                </a:cxn>
                <a:cxn ang="T16">
                  <a:pos x="T8" y="T9"/>
                </a:cxn>
                <a:cxn ang="T17">
                  <a:pos x="T10" y="T11"/>
                </a:cxn>
              </a:cxnLst>
              <a:rect l="T18" t="T19" r="T20" b="T21"/>
              <a:pathLst>
                <a:path w="203" h="148">
                  <a:moveTo>
                    <a:pt x="0" y="0"/>
                  </a:moveTo>
                  <a:cubicBezTo>
                    <a:pt x="28" y="7"/>
                    <a:pt x="43" y="6"/>
                    <a:pt x="64" y="27"/>
                  </a:cubicBezTo>
                  <a:cubicBezTo>
                    <a:pt x="72" y="35"/>
                    <a:pt x="74" y="47"/>
                    <a:pt x="82" y="54"/>
                  </a:cubicBezTo>
                  <a:cubicBezTo>
                    <a:pt x="99" y="69"/>
                    <a:pt x="121" y="75"/>
                    <a:pt x="137" y="91"/>
                  </a:cubicBezTo>
                  <a:cubicBezTo>
                    <a:pt x="149" y="103"/>
                    <a:pt x="159" y="117"/>
                    <a:pt x="173" y="127"/>
                  </a:cubicBezTo>
                  <a:cubicBezTo>
                    <a:pt x="203" y="148"/>
                    <a:pt x="200" y="123"/>
                    <a:pt x="200" y="14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500">
                <a:latin typeface="Microsoft YaHei" panose="020B0503020204020204" pitchFamily="34" charset="-122"/>
                <a:ea typeface="Microsoft YaHei" panose="020B0503020204020204" pitchFamily="34" charset="-122"/>
              </a:endParaRPr>
            </a:p>
          </p:txBody>
        </p:sp>
        <p:sp>
          <p:nvSpPr>
            <p:cNvPr id="63" name="Freeform 26">
              <a:extLst>
                <a:ext uri="{FF2B5EF4-FFF2-40B4-BE49-F238E27FC236}">
                  <a16:creationId xmlns:a16="http://schemas.microsoft.com/office/drawing/2014/main" id="{8C5D25AE-B908-4D31-9EAF-CF2FCD0F3C83}"/>
                </a:ext>
              </a:extLst>
            </p:cNvPr>
            <p:cNvSpPr>
              <a:spLocks/>
            </p:cNvSpPr>
            <p:nvPr/>
          </p:nvSpPr>
          <p:spPr bwMode="auto">
            <a:xfrm>
              <a:off x="3182" y="2772"/>
              <a:ext cx="203" cy="148"/>
            </a:xfrm>
            <a:custGeom>
              <a:avLst/>
              <a:gdLst>
                <a:gd name="T0" fmla="*/ 0 w 203"/>
                <a:gd name="T1" fmla="*/ 0 h 148"/>
                <a:gd name="T2" fmla="*/ 64 w 203"/>
                <a:gd name="T3" fmla="*/ 27 h 148"/>
                <a:gd name="T4" fmla="*/ 82 w 203"/>
                <a:gd name="T5" fmla="*/ 54 h 148"/>
                <a:gd name="T6" fmla="*/ 137 w 203"/>
                <a:gd name="T7" fmla="*/ 91 h 148"/>
                <a:gd name="T8" fmla="*/ 173 w 203"/>
                <a:gd name="T9" fmla="*/ 127 h 148"/>
                <a:gd name="T10" fmla="*/ 200 w 203"/>
                <a:gd name="T11" fmla="*/ 145 h 148"/>
                <a:gd name="T12" fmla="*/ 0 60000 65536"/>
                <a:gd name="T13" fmla="*/ 0 60000 65536"/>
                <a:gd name="T14" fmla="*/ 0 60000 65536"/>
                <a:gd name="T15" fmla="*/ 0 60000 65536"/>
                <a:gd name="T16" fmla="*/ 0 60000 65536"/>
                <a:gd name="T17" fmla="*/ 0 60000 65536"/>
                <a:gd name="T18" fmla="*/ 0 w 203"/>
                <a:gd name="T19" fmla="*/ 0 h 148"/>
                <a:gd name="T20" fmla="*/ 203 w 203"/>
                <a:gd name="T21" fmla="*/ 148 h 148"/>
              </a:gdLst>
              <a:ahLst/>
              <a:cxnLst>
                <a:cxn ang="T12">
                  <a:pos x="T0" y="T1"/>
                </a:cxn>
                <a:cxn ang="T13">
                  <a:pos x="T2" y="T3"/>
                </a:cxn>
                <a:cxn ang="T14">
                  <a:pos x="T4" y="T5"/>
                </a:cxn>
                <a:cxn ang="T15">
                  <a:pos x="T6" y="T7"/>
                </a:cxn>
                <a:cxn ang="T16">
                  <a:pos x="T8" y="T9"/>
                </a:cxn>
                <a:cxn ang="T17">
                  <a:pos x="T10" y="T11"/>
                </a:cxn>
              </a:cxnLst>
              <a:rect l="T18" t="T19" r="T20" b="T21"/>
              <a:pathLst>
                <a:path w="203" h="148">
                  <a:moveTo>
                    <a:pt x="0" y="0"/>
                  </a:moveTo>
                  <a:cubicBezTo>
                    <a:pt x="28" y="7"/>
                    <a:pt x="43" y="6"/>
                    <a:pt x="64" y="27"/>
                  </a:cubicBezTo>
                  <a:cubicBezTo>
                    <a:pt x="72" y="35"/>
                    <a:pt x="74" y="47"/>
                    <a:pt x="82" y="54"/>
                  </a:cubicBezTo>
                  <a:cubicBezTo>
                    <a:pt x="99" y="69"/>
                    <a:pt x="121" y="75"/>
                    <a:pt x="137" y="91"/>
                  </a:cubicBezTo>
                  <a:cubicBezTo>
                    <a:pt x="149" y="103"/>
                    <a:pt x="159" y="117"/>
                    <a:pt x="173" y="127"/>
                  </a:cubicBezTo>
                  <a:cubicBezTo>
                    <a:pt x="203" y="148"/>
                    <a:pt x="200" y="123"/>
                    <a:pt x="200" y="14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500">
                <a:latin typeface="Microsoft YaHei" panose="020B0503020204020204" pitchFamily="34" charset="-122"/>
                <a:ea typeface="Microsoft YaHei" panose="020B0503020204020204" pitchFamily="34" charset="-122"/>
              </a:endParaRPr>
            </a:p>
          </p:txBody>
        </p:sp>
        <p:sp>
          <p:nvSpPr>
            <p:cNvPr id="64" name="Text Box 27">
              <a:extLst>
                <a:ext uri="{FF2B5EF4-FFF2-40B4-BE49-F238E27FC236}">
                  <a16:creationId xmlns:a16="http://schemas.microsoft.com/office/drawing/2014/main" id="{BF569905-BBA1-4A9A-AF62-3554F5ADE2D4}"/>
                </a:ext>
              </a:extLst>
            </p:cNvPr>
            <p:cNvSpPr txBox="1">
              <a:spLocks noChangeArrowheads="1"/>
            </p:cNvSpPr>
            <p:nvPr/>
          </p:nvSpPr>
          <p:spPr bwMode="auto">
            <a:xfrm>
              <a:off x="2979" y="2342"/>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200">
                  <a:solidFill>
                    <a:srgbClr val="FF0000"/>
                  </a:solidFill>
                  <a:latin typeface="Microsoft YaHei" panose="020B0503020204020204" pitchFamily="34" charset="-122"/>
                  <a:ea typeface="Microsoft YaHei" panose="020B0503020204020204" pitchFamily="34" charset="-122"/>
                </a:rPr>
                <a:t>5</a:t>
              </a:r>
              <a:endParaRPr lang="en-US" altLang="zh-CN" sz="1500">
                <a:solidFill>
                  <a:srgbClr val="FF0000"/>
                </a:solidFill>
                <a:latin typeface="Microsoft YaHei" panose="020B0503020204020204" pitchFamily="34" charset="-122"/>
                <a:ea typeface="Microsoft YaHei" panose="020B0503020204020204" pitchFamily="34" charset="-122"/>
              </a:endParaRPr>
            </a:p>
          </p:txBody>
        </p:sp>
        <p:sp>
          <p:nvSpPr>
            <p:cNvPr id="65" name="Text Box 28">
              <a:extLst>
                <a:ext uri="{FF2B5EF4-FFF2-40B4-BE49-F238E27FC236}">
                  <a16:creationId xmlns:a16="http://schemas.microsoft.com/office/drawing/2014/main" id="{11869832-B013-4F59-B64F-6C520AB01396}"/>
                </a:ext>
              </a:extLst>
            </p:cNvPr>
            <p:cNvSpPr txBox="1">
              <a:spLocks noChangeArrowheads="1"/>
            </p:cNvSpPr>
            <p:nvPr/>
          </p:nvSpPr>
          <p:spPr bwMode="auto">
            <a:xfrm>
              <a:off x="2966" y="2711"/>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200">
                  <a:solidFill>
                    <a:srgbClr val="FF0000"/>
                  </a:solidFill>
                  <a:latin typeface="Microsoft YaHei" panose="020B0503020204020204" pitchFamily="34" charset="-122"/>
                  <a:ea typeface="Microsoft YaHei" panose="020B0503020204020204" pitchFamily="34" charset="-122"/>
                </a:rPr>
                <a:t>6</a:t>
              </a:r>
              <a:endParaRPr lang="en-US" altLang="zh-CN" sz="1500">
                <a:solidFill>
                  <a:srgbClr val="FF0000"/>
                </a:solidFill>
                <a:latin typeface="Microsoft YaHei" panose="020B0503020204020204" pitchFamily="34" charset="-122"/>
                <a:ea typeface="Microsoft YaHei" panose="020B0503020204020204" pitchFamily="34" charset="-122"/>
              </a:endParaRPr>
            </a:p>
          </p:txBody>
        </p:sp>
        <p:sp>
          <p:nvSpPr>
            <p:cNvPr id="66" name="Freeform 29">
              <a:extLst>
                <a:ext uri="{FF2B5EF4-FFF2-40B4-BE49-F238E27FC236}">
                  <a16:creationId xmlns:a16="http://schemas.microsoft.com/office/drawing/2014/main" id="{7269C2B1-6CA0-4AA8-8B67-4ED28745D0C2}"/>
                </a:ext>
              </a:extLst>
            </p:cNvPr>
            <p:cNvSpPr>
              <a:spLocks/>
            </p:cNvSpPr>
            <p:nvPr/>
          </p:nvSpPr>
          <p:spPr bwMode="auto">
            <a:xfrm>
              <a:off x="3223" y="2595"/>
              <a:ext cx="172" cy="109"/>
            </a:xfrm>
            <a:custGeom>
              <a:avLst/>
              <a:gdLst>
                <a:gd name="T0" fmla="*/ 172 w 172"/>
                <a:gd name="T1" fmla="*/ 0 h 109"/>
                <a:gd name="T2" fmla="*/ 0 w 172"/>
                <a:gd name="T3" fmla="*/ 109 h 109"/>
                <a:gd name="T4" fmla="*/ 0 60000 65536"/>
                <a:gd name="T5" fmla="*/ 0 60000 65536"/>
                <a:gd name="T6" fmla="*/ 0 w 172"/>
                <a:gd name="T7" fmla="*/ 0 h 109"/>
                <a:gd name="T8" fmla="*/ 172 w 172"/>
                <a:gd name="T9" fmla="*/ 109 h 109"/>
              </a:gdLst>
              <a:ahLst/>
              <a:cxnLst>
                <a:cxn ang="T4">
                  <a:pos x="T0" y="T1"/>
                </a:cxn>
                <a:cxn ang="T5">
                  <a:pos x="T2" y="T3"/>
                </a:cxn>
              </a:cxnLst>
              <a:rect l="T6" t="T7" r="T8" b="T9"/>
              <a:pathLst>
                <a:path w="172" h="109">
                  <a:moveTo>
                    <a:pt x="172" y="0"/>
                  </a:moveTo>
                  <a:cubicBezTo>
                    <a:pt x="114" y="39"/>
                    <a:pt x="62" y="78"/>
                    <a:pt x="0" y="109"/>
                  </a:cubicBezTo>
                </a:path>
              </a:pathLst>
            </a:cu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500">
                <a:latin typeface="Microsoft YaHei" panose="020B0503020204020204" pitchFamily="34" charset="-122"/>
                <a:ea typeface="Microsoft YaHei" panose="020B0503020204020204" pitchFamily="34" charset="-122"/>
              </a:endParaRPr>
            </a:p>
          </p:txBody>
        </p:sp>
        <p:sp>
          <p:nvSpPr>
            <p:cNvPr id="67" name="Freeform 30">
              <a:extLst>
                <a:ext uri="{FF2B5EF4-FFF2-40B4-BE49-F238E27FC236}">
                  <a16:creationId xmlns:a16="http://schemas.microsoft.com/office/drawing/2014/main" id="{01D6811A-EF53-4C28-9780-51E186DB33AF}"/>
                </a:ext>
              </a:extLst>
            </p:cNvPr>
            <p:cNvSpPr>
              <a:spLocks/>
            </p:cNvSpPr>
            <p:nvPr/>
          </p:nvSpPr>
          <p:spPr bwMode="auto">
            <a:xfrm>
              <a:off x="2982" y="2773"/>
              <a:ext cx="172" cy="109"/>
            </a:xfrm>
            <a:custGeom>
              <a:avLst/>
              <a:gdLst>
                <a:gd name="T0" fmla="*/ 172 w 172"/>
                <a:gd name="T1" fmla="*/ 0 h 109"/>
                <a:gd name="T2" fmla="*/ 0 w 172"/>
                <a:gd name="T3" fmla="*/ 109 h 109"/>
                <a:gd name="T4" fmla="*/ 0 60000 65536"/>
                <a:gd name="T5" fmla="*/ 0 60000 65536"/>
                <a:gd name="T6" fmla="*/ 0 w 172"/>
                <a:gd name="T7" fmla="*/ 0 h 109"/>
                <a:gd name="T8" fmla="*/ 172 w 172"/>
                <a:gd name="T9" fmla="*/ 109 h 109"/>
              </a:gdLst>
              <a:ahLst/>
              <a:cxnLst>
                <a:cxn ang="T4">
                  <a:pos x="T0" y="T1"/>
                </a:cxn>
                <a:cxn ang="T5">
                  <a:pos x="T2" y="T3"/>
                </a:cxn>
              </a:cxnLst>
              <a:rect l="T6" t="T7" r="T8" b="T9"/>
              <a:pathLst>
                <a:path w="172" h="109">
                  <a:moveTo>
                    <a:pt x="172" y="0"/>
                  </a:moveTo>
                  <a:cubicBezTo>
                    <a:pt x="114" y="39"/>
                    <a:pt x="62" y="78"/>
                    <a:pt x="0" y="109"/>
                  </a:cubicBezTo>
                </a:path>
              </a:pathLst>
            </a:cu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500">
                <a:latin typeface="Microsoft YaHei" panose="020B0503020204020204" pitchFamily="34" charset="-122"/>
                <a:ea typeface="Microsoft YaHei" panose="020B0503020204020204" pitchFamily="34" charset="-122"/>
              </a:endParaRPr>
            </a:p>
          </p:txBody>
        </p:sp>
        <p:sp>
          <p:nvSpPr>
            <p:cNvPr id="68" name="Text Box 31">
              <a:extLst>
                <a:ext uri="{FF2B5EF4-FFF2-40B4-BE49-F238E27FC236}">
                  <a16:creationId xmlns:a16="http://schemas.microsoft.com/office/drawing/2014/main" id="{290BF6EB-E96A-40EC-927E-9BE3D89EB3E2}"/>
                </a:ext>
              </a:extLst>
            </p:cNvPr>
            <p:cNvSpPr txBox="1">
              <a:spLocks noChangeArrowheads="1"/>
            </p:cNvSpPr>
            <p:nvPr/>
          </p:nvSpPr>
          <p:spPr bwMode="auto">
            <a:xfrm>
              <a:off x="2775" y="2520"/>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200">
                  <a:solidFill>
                    <a:schemeClr val="accent2"/>
                  </a:solidFill>
                  <a:latin typeface="Microsoft YaHei" panose="020B0503020204020204" pitchFamily="34" charset="-122"/>
                  <a:ea typeface="Microsoft YaHei" panose="020B0503020204020204" pitchFamily="34" charset="-122"/>
                </a:rPr>
                <a:t>9</a:t>
              </a:r>
              <a:endParaRPr lang="en-US" altLang="zh-CN" sz="1500">
                <a:solidFill>
                  <a:srgbClr val="FF0000"/>
                </a:solidFill>
                <a:latin typeface="Microsoft YaHei" panose="020B0503020204020204" pitchFamily="34" charset="-122"/>
                <a:ea typeface="Microsoft YaHei" panose="020B0503020204020204" pitchFamily="34" charset="-122"/>
              </a:endParaRPr>
            </a:p>
          </p:txBody>
        </p:sp>
        <p:sp>
          <p:nvSpPr>
            <p:cNvPr id="69" name="Text Box 32">
              <a:extLst>
                <a:ext uri="{FF2B5EF4-FFF2-40B4-BE49-F238E27FC236}">
                  <a16:creationId xmlns:a16="http://schemas.microsoft.com/office/drawing/2014/main" id="{AA21B241-4663-49C9-944B-EFD315E0DF2A}"/>
                </a:ext>
              </a:extLst>
            </p:cNvPr>
            <p:cNvSpPr txBox="1">
              <a:spLocks noChangeArrowheads="1"/>
            </p:cNvSpPr>
            <p:nvPr/>
          </p:nvSpPr>
          <p:spPr bwMode="auto">
            <a:xfrm>
              <a:off x="2771" y="2716"/>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200">
                  <a:solidFill>
                    <a:schemeClr val="accent2"/>
                  </a:solidFill>
                  <a:latin typeface="Microsoft YaHei" panose="020B0503020204020204" pitchFamily="34" charset="-122"/>
                  <a:ea typeface="Microsoft YaHei" panose="020B0503020204020204" pitchFamily="34" charset="-122"/>
                </a:rPr>
                <a:t>7</a:t>
              </a:r>
              <a:endParaRPr lang="en-US" altLang="zh-CN" sz="1500">
                <a:solidFill>
                  <a:srgbClr val="FF0000"/>
                </a:solidFill>
                <a:latin typeface="Microsoft YaHei" panose="020B0503020204020204" pitchFamily="34" charset="-122"/>
                <a:ea typeface="Microsoft YaHei" panose="020B0503020204020204" pitchFamily="34" charset="-122"/>
              </a:endParaRPr>
            </a:p>
          </p:txBody>
        </p:sp>
        <p:sp>
          <p:nvSpPr>
            <p:cNvPr id="70" name="Freeform 33">
              <a:extLst>
                <a:ext uri="{FF2B5EF4-FFF2-40B4-BE49-F238E27FC236}">
                  <a16:creationId xmlns:a16="http://schemas.microsoft.com/office/drawing/2014/main" id="{EC88844B-78A5-4D03-8128-4A3D3CFFFC0C}"/>
                </a:ext>
              </a:extLst>
            </p:cNvPr>
            <p:cNvSpPr>
              <a:spLocks/>
            </p:cNvSpPr>
            <p:nvPr/>
          </p:nvSpPr>
          <p:spPr bwMode="auto">
            <a:xfrm>
              <a:off x="4449" y="2385"/>
              <a:ext cx="203" cy="148"/>
            </a:xfrm>
            <a:custGeom>
              <a:avLst/>
              <a:gdLst>
                <a:gd name="T0" fmla="*/ 0 w 203"/>
                <a:gd name="T1" fmla="*/ 0 h 148"/>
                <a:gd name="T2" fmla="*/ 64 w 203"/>
                <a:gd name="T3" fmla="*/ 27 h 148"/>
                <a:gd name="T4" fmla="*/ 82 w 203"/>
                <a:gd name="T5" fmla="*/ 54 h 148"/>
                <a:gd name="T6" fmla="*/ 137 w 203"/>
                <a:gd name="T7" fmla="*/ 91 h 148"/>
                <a:gd name="T8" fmla="*/ 173 w 203"/>
                <a:gd name="T9" fmla="*/ 127 h 148"/>
                <a:gd name="T10" fmla="*/ 200 w 203"/>
                <a:gd name="T11" fmla="*/ 145 h 148"/>
                <a:gd name="T12" fmla="*/ 0 60000 65536"/>
                <a:gd name="T13" fmla="*/ 0 60000 65536"/>
                <a:gd name="T14" fmla="*/ 0 60000 65536"/>
                <a:gd name="T15" fmla="*/ 0 60000 65536"/>
                <a:gd name="T16" fmla="*/ 0 60000 65536"/>
                <a:gd name="T17" fmla="*/ 0 60000 65536"/>
                <a:gd name="T18" fmla="*/ 0 w 203"/>
                <a:gd name="T19" fmla="*/ 0 h 148"/>
                <a:gd name="T20" fmla="*/ 203 w 203"/>
                <a:gd name="T21" fmla="*/ 148 h 148"/>
              </a:gdLst>
              <a:ahLst/>
              <a:cxnLst>
                <a:cxn ang="T12">
                  <a:pos x="T0" y="T1"/>
                </a:cxn>
                <a:cxn ang="T13">
                  <a:pos x="T2" y="T3"/>
                </a:cxn>
                <a:cxn ang="T14">
                  <a:pos x="T4" y="T5"/>
                </a:cxn>
                <a:cxn ang="T15">
                  <a:pos x="T6" y="T7"/>
                </a:cxn>
                <a:cxn ang="T16">
                  <a:pos x="T8" y="T9"/>
                </a:cxn>
                <a:cxn ang="T17">
                  <a:pos x="T10" y="T11"/>
                </a:cxn>
              </a:cxnLst>
              <a:rect l="T18" t="T19" r="T20" b="T21"/>
              <a:pathLst>
                <a:path w="203" h="148">
                  <a:moveTo>
                    <a:pt x="0" y="0"/>
                  </a:moveTo>
                  <a:cubicBezTo>
                    <a:pt x="28" y="7"/>
                    <a:pt x="43" y="6"/>
                    <a:pt x="64" y="27"/>
                  </a:cubicBezTo>
                  <a:cubicBezTo>
                    <a:pt x="72" y="35"/>
                    <a:pt x="74" y="47"/>
                    <a:pt x="82" y="54"/>
                  </a:cubicBezTo>
                  <a:cubicBezTo>
                    <a:pt x="99" y="69"/>
                    <a:pt x="121" y="75"/>
                    <a:pt x="137" y="91"/>
                  </a:cubicBezTo>
                  <a:cubicBezTo>
                    <a:pt x="149" y="103"/>
                    <a:pt x="159" y="117"/>
                    <a:pt x="173" y="127"/>
                  </a:cubicBezTo>
                  <a:cubicBezTo>
                    <a:pt x="203" y="148"/>
                    <a:pt x="200" y="123"/>
                    <a:pt x="200" y="14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500">
                <a:latin typeface="Microsoft YaHei" panose="020B0503020204020204" pitchFamily="34" charset="-122"/>
                <a:ea typeface="Microsoft YaHei" panose="020B0503020204020204" pitchFamily="34" charset="-122"/>
              </a:endParaRPr>
            </a:p>
          </p:txBody>
        </p:sp>
        <p:sp>
          <p:nvSpPr>
            <p:cNvPr id="71" name="Freeform 34">
              <a:extLst>
                <a:ext uri="{FF2B5EF4-FFF2-40B4-BE49-F238E27FC236}">
                  <a16:creationId xmlns:a16="http://schemas.microsoft.com/office/drawing/2014/main" id="{3BC66C70-42F3-4DF6-BA37-06CE1FAE46A4}"/>
                </a:ext>
              </a:extLst>
            </p:cNvPr>
            <p:cNvSpPr>
              <a:spLocks/>
            </p:cNvSpPr>
            <p:nvPr/>
          </p:nvSpPr>
          <p:spPr bwMode="auto">
            <a:xfrm>
              <a:off x="4452" y="2763"/>
              <a:ext cx="203" cy="148"/>
            </a:xfrm>
            <a:custGeom>
              <a:avLst/>
              <a:gdLst>
                <a:gd name="T0" fmla="*/ 0 w 203"/>
                <a:gd name="T1" fmla="*/ 0 h 148"/>
                <a:gd name="T2" fmla="*/ 64 w 203"/>
                <a:gd name="T3" fmla="*/ 27 h 148"/>
                <a:gd name="T4" fmla="*/ 82 w 203"/>
                <a:gd name="T5" fmla="*/ 54 h 148"/>
                <a:gd name="T6" fmla="*/ 137 w 203"/>
                <a:gd name="T7" fmla="*/ 91 h 148"/>
                <a:gd name="T8" fmla="*/ 173 w 203"/>
                <a:gd name="T9" fmla="*/ 127 h 148"/>
                <a:gd name="T10" fmla="*/ 200 w 203"/>
                <a:gd name="T11" fmla="*/ 145 h 148"/>
                <a:gd name="T12" fmla="*/ 0 60000 65536"/>
                <a:gd name="T13" fmla="*/ 0 60000 65536"/>
                <a:gd name="T14" fmla="*/ 0 60000 65536"/>
                <a:gd name="T15" fmla="*/ 0 60000 65536"/>
                <a:gd name="T16" fmla="*/ 0 60000 65536"/>
                <a:gd name="T17" fmla="*/ 0 60000 65536"/>
                <a:gd name="T18" fmla="*/ 0 w 203"/>
                <a:gd name="T19" fmla="*/ 0 h 148"/>
                <a:gd name="T20" fmla="*/ 203 w 203"/>
                <a:gd name="T21" fmla="*/ 148 h 148"/>
              </a:gdLst>
              <a:ahLst/>
              <a:cxnLst>
                <a:cxn ang="T12">
                  <a:pos x="T0" y="T1"/>
                </a:cxn>
                <a:cxn ang="T13">
                  <a:pos x="T2" y="T3"/>
                </a:cxn>
                <a:cxn ang="T14">
                  <a:pos x="T4" y="T5"/>
                </a:cxn>
                <a:cxn ang="T15">
                  <a:pos x="T6" y="T7"/>
                </a:cxn>
                <a:cxn ang="T16">
                  <a:pos x="T8" y="T9"/>
                </a:cxn>
                <a:cxn ang="T17">
                  <a:pos x="T10" y="T11"/>
                </a:cxn>
              </a:cxnLst>
              <a:rect l="T18" t="T19" r="T20" b="T21"/>
              <a:pathLst>
                <a:path w="203" h="148">
                  <a:moveTo>
                    <a:pt x="0" y="0"/>
                  </a:moveTo>
                  <a:cubicBezTo>
                    <a:pt x="28" y="7"/>
                    <a:pt x="43" y="6"/>
                    <a:pt x="64" y="27"/>
                  </a:cubicBezTo>
                  <a:cubicBezTo>
                    <a:pt x="72" y="35"/>
                    <a:pt x="74" y="47"/>
                    <a:pt x="82" y="54"/>
                  </a:cubicBezTo>
                  <a:cubicBezTo>
                    <a:pt x="99" y="69"/>
                    <a:pt x="121" y="75"/>
                    <a:pt x="137" y="91"/>
                  </a:cubicBezTo>
                  <a:cubicBezTo>
                    <a:pt x="149" y="103"/>
                    <a:pt x="159" y="117"/>
                    <a:pt x="173" y="127"/>
                  </a:cubicBezTo>
                  <a:cubicBezTo>
                    <a:pt x="203" y="148"/>
                    <a:pt x="200" y="123"/>
                    <a:pt x="200" y="14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endParaRPr lang="zh-CN" altLang="en-US" sz="1500">
                <a:latin typeface="Microsoft YaHei" panose="020B0503020204020204" pitchFamily="34" charset="-122"/>
                <a:ea typeface="Microsoft YaHei" panose="020B0503020204020204" pitchFamily="34" charset="-122"/>
              </a:endParaRPr>
            </a:p>
          </p:txBody>
        </p:sp>
        <p:sp>
          <p:nvSpPr>
            <p:cNvPr id="72" name="Text Box 35">
              <a:extLst>
                <a:ext uri="{FF2B5EF4-FFF2-40B4-BE49-F238E27FC236}">
                  <a16:creationId xmlns:a16="http://schemas.microsoft.com/office/drawing/2014/main" id="{F22B8663-2C15-410D-B5DE-221122305EB4}"/>
                </a:ext>
              </a:extLst>
            </p:cNvPr>
            <p:cNvSpPr txBox="1">
              <a:spLocks noChangeArrowheads="1"/>
            </p:cNvSpPr>
            <p:nvPr/>
          </p:nvSpPr>
          <p:spPr bwMode="auto">
            <a:xfrm>
              <a:off x="4215" y="2333"/>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200" dirty="0">
                  <a:solidFill>
                    <a:srgbClr val="FF0000"/>
                  </a:solidFill>
                  <a:latin typeface="Microsoft YaHei" panose="020B0503020204020204" pitchFamily="34" charset="-122"/>
                  <a:ea typeface="Microsoft YaHei" panose="020B0503020204020204" pitchFamily="34" charset="-122"/>
                </a:rPr>
                <a:t>5</a:t>
              </a:r>
              <a:endParaRPr lang="en-US" altLang="zh-CN" sz="1500" dirty="0">
                <a:solidFill>
                  <a:srgbClr val="FF0000"/>
                </a:solidFill>
                <a:latin typeface="Microsoft YaHei" panose="020B0503020204020204" pitchFamily="34" charset="-122"/>
                <a:ea typeface="Microsoft YaHei" panose="020B0503020204020204" pitchFamily="34" charset="-122"/>
              </a:endParaRPr>
            </a:p>
          </p:txBody>
        </p:sp>
        <p:sp>
          <p:nvSpPr>
            <p:cNvPr id="73" name="Text Box 36">
              <a:extLst>
                <a:ext uri="{FF2B5EF4-FFF2-40B4-BE49-F238E27FC236}">
                  <a16:creationId xmlns:a16="http://schemas.microsoft.com/office/drawing/2014/main" id="{A6838620-732F-44C8-B047-A6783A713B5E}"/>
                </a:ext>
              </a:extLst>
            </p:cNvPr>
            <p:cNvSpPr txBox="1">
              <a:spLocks noChangeArrowheads="1"/>
            </p:cNvSpPr>
            <p:nvPr/>
          </p:nvSpPr>
          <p:spPr bwMode="auto">
            <a:xfrm>
              <a:off x="4214" y="2701"/>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defPPr>
                <a:defRPr lang="en-US"/>
              </a:defPPr>
              <a:lvl1pPr algn="l" rtl="0" fontAlgn="base">
                <a:spcBef>
                  <a:spcPct val="0"/>
                </a:spcBef>
                <a:spcAft>
                  <a:spcPct val="0"/>
                </a:spcAft>
                <a:defRPr sz="3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3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3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3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3200" kern="1200">
                  <a:solidFill>
                    <a:schemeClr val="tx1"/>
                  </a:solidFill>
                  <a:latin typeface="Tahoma" panose="020B0604030504040204" pitchFamily="34" charset="0"/>
                  <a:ea typeface="+mn-ea"/>
                  <a:cs typeface="+mn-cs"/>
                </a:defRPr>
              </a:lvl5pPr>
              <a:lvl6pPr marL="2286000" algn="l" defTabSz="914400" rtl="0" eaLnBrk="1" latinLnBrk="0" hangingPunct="1">
                <a:defRPr sz="3200" kern="1200">
                  <a:solidFill>
                    <a:schemeClr val="tx1"/>
                  </a:solidFill>
                  <a:latin typeface="Tahoma" panose="020B0604030504040204" pitchFamily="34" charset="0"/>
                  <a:ea typeface="+mn-ea"/>
                  <a:cs typeface="+mn-cs"/>
                </a:defRPr>
              </a:lvl6pPr>
              <a:lvl7pPr marL="2743200" algn="l" defTabSz="914400" rtl="0" eaLnBrk="1" latinLnBrk="0" hangingPunct="1">
                <a:defRPr sz="3200" kern="1200">
                  <a:solidFill>
                    <a:schemeClr val="tx1"/>
                  </a:solidFill>
                  <a:latin typeface="Tahoma" panose="020B0604030504040204" pitchFamily="34" charset="0"/>
                  <a:ea typeface="+mn-ea"/>
                  <a:cs typeface="+mn-cs"/>
                </a:defRPr>
              </a:lvl7pPr>
              <a:lvl8pPr marL="3200400" algn="l" defTabSz="914400" rtl="0" eaLnBrk="1" latinLnBrk="0" hangingPunct="1">
                <a:defRPr sz="3200" kern="1200">
                  <a:solidFill>
                    <a:schemeClr val="tx1"/>
                  </a:solidFill>
                  <a:latin typeface="Tahoma" panose="020B0604030504040204" pitchFamily="34" charset="0"/>
                  <a:ea typeface="+mn-ea"/>
                  <a:cs typeface="+mn-cs"/>
                </a:defRPr>
              </a:lvl8pPr>
              <a:lvl9pPr marL="3657600" algn="l" defTabSz="914400" rtl="0" eaLnBrk="1" latinLnBrk="0" hangingPunct="1">
                <a:defRPr sz="3200" kern="1200">
                  <a:solidFill>
                    <a:schemeClr val="tx1"/>
                  </a:solidFill>
                  <a:latin typeface="Tahoma" panose="020B0604030504040204" pitchFamily="34" charset="0"/>
                  <a:ea typeface="+mn-ea"/>
                  <a:cs typeface="+mn-cs"/>
                </a:defRPr>
              </a:lvl9pPr>
            </a:lstStyle>
            <a:p>
              <a:pPr algn="ctr" eaLnBrk="1" hangingPunct="1"/>
              <a:r>
                <a:rPr lang="en-US" altLang="zh-CN" sz="1200" dirty="0">
                  <a:solidFill>
                    <a:srgbClr val="FF0000"/>
                  </a:solidFill>
                  <a:latin typeface="Microsoft YaHei" panose="020B0503020204020204" pitchFamily="34" charset="-122"/>
                  <a:ea typeface="Microsoft YaHei" panose="020B0503020204020204" pitchFamily="34" charset="-122"/>
                </a:rPr>
                <a:t>6</a:t>
              </a:r>
              <a:endParaRPr lang="en-US" altLang="zh-CN" sz="1500" dirty="0">
                <a:solidFill>
                  <a:srgbClr val="FF0000"/>
                </a:solidFill>
                <a:latin typeface="Microsoft YaHei" panose="020B0503020204020204" pitchFamily="34" charset="-122"/>
                <a:ea typeface="Microsoft YaHei"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nodeType="clickEffect">
                                  <p:stCondLst>
                                    <p:cond delay="0"/>
                                  </p:stCondLst>
                                  <p:childTnLst>
                                    <p:set>
                                      <p:cBhvr>
                                        <p:cTn id="10" dur="1" fill="hold">
                                          <p:stCondLst>
                                            <p:cond delay="0"/>
                                          </p:stCondLst>
                                        </p:cTn>
                                        <p:tgtEl>
                                          <p:spTgt spid="60"/>
                                        </p:tgtEl>
                                        <p:attrNameLst>
                                          <p:attrName>style.visibility</p:attrName>
                                        </p:attrNameLst>
                                      </p:cBhvr>
                                      <p:to>
                                        <p:strVal val="visible"/>
                                      </p:to>
                                    </p:set>
                                    <p:anim calcmode="lin" valueType="num">
                                      <p:cBhvr additive="base">
                                        <p:cTn id="11" dur="500"/>
                                        <p:tgtEl>
                                          <p:spTgt spid="60"/>
                                        </p:tgtEl>
                                        <p:attrNameLst>
                                          <p:attrName>ppt_x</p:attrName>
                                        </p:attrNameLst>
                                      </p:cBhvr>
                                      <p:tavLst>
                                        <p:tav tm="0">
                                          <p:val>
                                            <p:strVal val="#ppt_x-#ppt_w*1.125000"/>
                                          </p:val>
                                        </p:tav>
                                        <p:tav tm="100000">
                                          <p:val>
                                            <p:strVal val="#ppt_x"/>
                                          </p:val>
                                        </p:tav>
                                      </p:tavLst>
                                    </p:anim>
                                    <p:animEffect transition="in" filter="wipe(right)">
                                      <p:cBhvr>
                                        <p:cTn id="1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28B85-3F0D-D6F6-2A29-68005C28B25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B565A9-953C-A774-D8D0-7F5C9F24C65C}"/>
              </a:ext>
            </a:extLst>
          </p:cNvPr>
          <p:cNvSpPr txBox="1"/>
          <p:nvPr/>
        </p:nvSpPr>
        <p:spPr>
          <a:xfrm>
            <a:off x="1006545" y="2781596"/>
            <a:ext cx="7458075" cy="642035"/>
          </a:xfrm>
          <a:prstGeom prst="rect">
            <a:avLst/>
          </a:prstGeom>
          <a:noFill/>
          <a:ln/>
        </p:spPr>
        <p:txBody>
          <a:bodyPr wrap="square" lIns="0" tIns="0" rIns="0" bIns="0" rtlCol="0" anchor="t">
            <a:spAutoFit/>
          </a:bodyPr>
          <a:lstStyle/>
          <a:p>
            <a:pPr marL="0" indent="0" algn="l">
              <a:lnSpc>
                <a:spcPct val="96000"/>
              </a:lnSpc>
              <a:buNone/>
            </a:pPr>
            <a:r>
              <a:rPr lang="en-US" altLang="zh-CN" sz="4346" b="1" dirty="0">
                <a:solidFill>
                  <a:srgbClr val="414141"/>
                </a:solidFill>
                <a:latin typeface="Microsoft YaHei" panose="020B0503020204020204" pitchFamily="34" charset="-122"/>
                <a:ea typeface="Microsoft YaHei" panose="020B0503020204020204" pitchFamily="34" charset="-122"/>
                <a:cs typeface="SourceHanSansSC-Regular"/>
              </a:rPr>
              <a:t>Map-Reduce</a:t>
            </a: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并行架构</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3C43DEB5-03FE-417C-00CE-03333CDF1759}"/>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498BC0A4-0216-4ADD-6755-7367796A12A3}"/>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C55AC4E7-F143-C98B-AA51-F1C09A3E7A9E}"/>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F24D051E-5F7D-222B-53F3-437BE7F2056B}"/>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89561106-12DD-7AB1-C065-A93D1F0522FD}"/>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93BC18EF-2AA4-9D9C-E50A-71378F5F82D8}"/>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3FF7CD47-0FD4-522A-3E58-AB9C1D994CA4}"/>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5EA002ED-17BD-67A3-7406-C12729FA8D54}"/>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021CBB21-4F84-5ED6-E19B-D1744C7AE209}"/>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64AD34B9-A839-2724-F7FD-DAD93EBACC65}"/>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70D4E2A3-6556-6940-5EF3-4E7A700C6A86}"/>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115EC9FA-7770-E9A3-9A41-39864E8C01CC}"/>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09CDAE09-98D5-D878-C794-2C5E97C057DF}"/>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1BB7E911-5362-1F80-71A9-BE8EB8F7AAB9}"/>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5AD4B315-39E0-8B8B-7E9A-54E22759E150}"/>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2</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43790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6C08A51D-51C5-1333-0D39-73511FBDAFC3}"/>
              </a:ext>
            </a:extLst>
          </p:cNvPr>
          <p:cNvSpPr>
            <a:spLocks noGrp="1"/>
          </p:cNvSpPr>
          <p:nvPr>
            <p:ph type="title"/>
          </p:nvPr>
        </p:nvSpPr>
        <p:spPr/>
        <p:txBody>
          <a:bodyPr/>
          <a:lstStyle/>
          <a:p>
            <a:r>
              <a:rPr lang="en" altLang="zh-CN" dirty="0"/>
              <a:t>Map-reduce</a:t>
            </a:r>
            <a:r>
              <a:rPr lang="zh-CN" altLang="en-US" dirty="0"/>
              <a:t>框架</a:t>
            </a:r>
          </a:p>
        </p:txBody>
      </p:sp>
      <p:sp>
        <p:nvSpPr>
          <p:cNvPr id="27" name="内容占位符 3">
            <a:extLst>
              <a:ext uri="{FF2B5EF4-FFF2-40B4-BE49-F238E27FC236}">
                <a16:creationId xmlns:a16="http://schemas.microsoft.com/office/drawing/2014/main" id="{F24551C0-3563-4D68-8413-5BB7C12B4715}"/>
              </a:ext>
            </a:extLst>
          </p:cNvPr>
          <p:cNvSpPr>
            <a:spLocks noGrp="1"/>
          </p:cNvSpPr>
          <p:nvPr>
            <p:ph idx="1"/>
          </p:nvPr>
        </p:nvSpPr>
        <p:spPr/>
        <p:txBody>
          <a:bodyPr/>
          <a:lstStyle/>
          <a:p>
            <a:pPr marL="257175" indent="-257175">
              <a:buFont typeface="Wingdings" panose="05000000000000000000" pitchFamily="2" charset="2"/>
              <a:buChar char="l"/>
            </a:pPr>
            <a:r>
              <a:rPr lang="zh-CN" altLang="en-US" dirty="0"/>
              <a:t>执行策略</a:t>
            </a:r>
            <a:endParaRPr lang="en-US" altLang="zh-CN" dirty="0"/>
          </a:p>
          <a:p>
            <a:pPr marL="771525" lvl="1" indent="-257175">
              <a:buFont typeface="Wingdings" panose="05000000000000000000" pitchFamily="2" charset="2"/>
              <a:buChar char="l"/>
            </a:pPr>
            <a:r>
              <a:rPr lang="zh-CN" altLang="en-US" dirty="0"/>
              <a:t>高并行算法（可以包含</a:t>
            </a:r>
            <a:r>
              <a:rPr lang="en-US" altLang="zh-CN" dirty="0"/>
              <a:t>1,000+</a:t>
            </a:r>
            <a:r>
              <a:rPr lang="zh-CN" altLang="en-US" dirty="0"/>
              <a:t>个物理执行单元）面对大量文件可以表达为一个</a:t>
            </a:r>
            <a:r>
              <a:rPr lang="en-US" altLang="zh-CN" dirty="0"/>
              <a:t>map</a:t>
            </a:r>
            <a:r>
              <a:rPr lang="zh-CN" altLang="en-US" dirty="0"/>
              <a:t>函数和一个</a:t>
            </a:r>
            <a:r>
              <a:rPr lang="en-US" altLang="zh-CN" dirty="0"/>
              <a:t>reduce</a:t>
            </a:r>
            <a:r>
              <a:rPr lang="zh-CN" altLang="en-US" dirty="0"/>
              <a:t>函数</a:t>
            </a:r>
            <a:endParaRPr lang="en-US" altLang="zh-CN" dirty="0"/>
          </a:p>
          <a:p>
            <a:pPr marL="771525" lvl="1" indent="-257175">
              <a:buFont typeface="Wingdings" panose="05000000000000000000" pitchFamily="2" charset="2"/>
              <a:buChar char="l"/>
            </a:pPr>
            <a:r>
              <a:rPr lang="zh-CN" altLang="en-US" dirty="0"/>
              <a:t>流程可以描述为：</a:t>
            </a:r>
            <a:r>
              <a:rPr lang="en-US" altLang="zh-CN" dirty="0"/>
              <a:t>map</a:t>
            </a:r>
            <a:r>
              <a:rPr lang="zh-CN" altLang="en-US" dirty="0"/>
              <a:t>在部分文件上执行并产生</a:t>
            </a:r>
            <a:r>
              <a:rPr lang="en-US" altLang="zh-CN" dirty="0"/>
              <a:t>key-value</a:t>
            </a:r>
            <a:r>
              <a:rPr lang="zh-CN" altLang="en-US" dirty="0"/>
              <a:t>对，这些</a:t>
            </a:r>
            <a:r>
              <a:rPr lang="en-US" altLang="zh-CN" dirty="0"/>
              <a:t>key-value</a:t>
            </a:r>
            <a:r>
              <a:rPr lang="zh-CN" altLang="en-US" dirty="0"/>
              <a:t>对被分布到对应的</a:t>
            </a:r>
            <a:r>
              <a:rPr lang="en-US" altLang="zh-CN" dirty="0"/>
              <a:t>reduce</a:t>
            </a:r>
            <a:r>
              <a:rPr lang="zh-CN" altLang="en-US" dirty="0"/>
              <a:t>进程中</a:t>
            </a:r>
            <a:endParaRPr lang="en-US" altLang="zh-CN" dirty="0"/>
          </a:p>
          <a:p>
            <a:pPr marL="257175" indent="-257175">
              <a:buFont typeface="Wingdings" panose="05000000000000000000" pitchFamily="2" charset="2"/>
              <a:buChar char="l"/>
            </a:pPr>
            <a:endParaRPr lang="zh-CN" altLang="en-US" dirty="0"/>
          </a:p>
        </p:txBody>
      </p:sp>
      <p:sp>
        <p:nvSpPr>
          <p:cNvPr id="2" name="灯片编号占位符 1"/>
          <p:cNvSpPr>
            <a:spLocks noGrp="1"/>
          </p:cNvSpPr>
          <p:nvPr>
            <p:ph type="sldNum" sz="quarter" idx="12"/>
          </p:nvPr>
        </p:nvSpPr>
        <p:spPr/>
        <p:txBody>
          <a:bodyPr/>
          <a:lstStyle/>
          <a:p>
            <a:fld id="{D0399D1A-D296-42B7-916E-50FBDB540DBE}" type="slidenum">
              <a:rPr lang="zh-CN" altLang="en-US" smtClean="0"/>
              <a:t>8</a:t>
            </a:fld>
            <a:endParaRPr lang="zh-CN" altLang="en-US"/>
          </a:p>
        </p:txBody>
      </p:sp>
      <p:sp>
        <p:nvSpPr>
          <p:cNvPr id="49" name="内容占位符 3"/>
          <p:cNvSpPr>
            <a:spLocks noGrp="1"/>
          </p:cNvSpPr>
          <p:nvPr/>
        </p:nvSpPr>
        <p:spPr>
          <a:xfrm>
            <a:off x="471488" y="798910"/>
            <a:ext cx="8151019" cy="4146470"/>
          </a:xfrm>
          <a:prstGeom prst="rect">
            <a:avLst/>
          </a:prstGeom>
        </p:spPr>
        <p:txBody>
          <a:bodyPr/>
          <a:lstStyle>
            <a:lvl1pPr marL="0" indent="0" algn="l" defTabSz="913765" rtl="0" eaLnBrk="1" latinLnBrk="0" hangingPunct="1">
              <a:lnSpc>
                <a:spcPct val="90000"/>
              </a:lnSpc>
              <a:spcBef>
                <a:spcPts val="1000"/>
              </a:spcBef>
              <a:buFont typeface="Arial" panose="020B0604020202020204" pitchFamily="34" charset="0"/>
              <a:buNone/>
              <a:defRPr sz="2400" kern="1200">
                <a:solidFill>
                  <a:schemeClr val="tx1"/>
                </a:solidFill>
                <a:latin typeface="+mn-ea"/>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7175" indent="-257175">
              <a:buFont typeface="Wingdings" panose="05000000000000000000" pitchFamily="2" charset="2"/>
              <a:buChar char="l"/>
            </a:pPr>
            <a:endParaRPr lang="en-US" altLang="zh-CN" sz="2100" dirty="0">
              <a:latin typeface="Microsoft YaHei" panose="020B0503020204020204" pitchFamily="34" charset="-122"/>
              <a:ea typeface="Microsoft YaHei" panose="020B0503020204020204" pitchFamily="34" charset="-122"/>
            </a:endParaRPr>
          </a:p>
        </p:txBody>
      </p:sp>
      <p:sp>
        <p:nvSpPr>
          <p:cNvPr id="28" name="Text Box 5">
            <a:extLst>
              <a:ext uri="{FF2B5EF4-FFF2-40B4-BE49-F238E27FC236}">
                <a16:creationId xmlns:a16="http://schemas.microsoft.com/office/drawing/2014/main" id="{584D3D58-6573-4737-8BB8-80C167F26E55}"/>
              </a:ext>
            </a:extLst>
          </p:cNvPr>
          <p:cNvSpPr txBox="1">
            <a:spLocks noChangeArrowheads="1"/>
          </p:cNvSpPr>
          <p:nvPr/>
        </p:nvSpPr>
        <p:spPr bwMode="auto">
          <a:xfrm>
            <a:off x="3066478" y="886897"/>
            <a:ext cx="5448872" cy="50783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Wingdings 3" panose="05040102010807070707" pitchFamily="18" charset="2"/>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Wingdings 3" panose="05040102010807070707" pitchFamily="18" charset="2"/>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ts val="450"/>
              </a:spcBef>
              <a:spcAft>
                <a:spcPct val="0"/>
              </a:spcAft>
              <a:buClrTx/>
              <a:buSzTx/>
              <a:buNone/>
            </a:pPr>
            <a:r>
              <a:rPr lang="zh-CN" altLang="en-US"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注：</a:t>
            </a:r>
            <a:r>
              <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map</a:t>
            </a:r>
            <a:r>
              <a:rPr lang="zh-CN" altLang="en-US"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和</a:t>
            </a:r>
            <a:r>
              <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reduce</a:t>
            </a:r>
            <a:r>
              <a:rPr lang="zh-CN" altLang="en-US"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执行体为逻辑单元，可以在物理计算单元上调度执行</a:t>
            </a:r>
            <a:endParaRPr lang="en-US" altLang="zh-CN" sz="1350" dirty="0">
              <a:solidFill>
                <a:schemeClr val="tx1"/>
              </a:solidFill>
              <a:latin typeface="Microsoft YaHei" panose="020B0503020204020204" pitchFamily="34" charset="-122"/>
              <a:ea typeface="Microsoft YaHei" panose="020B0503020204020204" pitchFamily="34" charset="-122"/>
            </a:endParaRPr>
          </a:p>
        </p:txBody>
      </p:sp>
      <p:sp>
        <p:nvSpPr>
          <p:cNvPr id="29" name="Rectangle 3">
            <a:extLst>
              <a:ext uri="{FF2B5EF4-FFF2-40B4-BE49-F238E27FC236}">
                <a16:creationId xmlns:a16="http://schemas.microsoft.com/office/drawing/2014/main" id="{C936DF5D-4A0D-488A-A9A9-C8649628368D}"/>
              </a:ext>
            </a:extLst>
          </p:cNvPr>
          <p:cNvSpPr>
            <a:spLocks noChangeArrowheads="1"/>
          </p:cNvSpPr>
          <p:nvPr/>
        </p:nvSpPr>
        <p:spPr bwMode="auto">
          <a:xfrm>
            <a:off x="2128568" y="3044330"/>
            <a:ext cx="457200" cy="30008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0" name="Rectangle 4">
            <a:extLst>
              <a:ext uri="{FF2B5EF4-FFF2-40B4-BE49-F238E27FC236}">
                <a16:creationId xmlns:a16="http://schemas.microsoft.com/office/drawing/2014/main" id="{47AFC8D7-69F1-4EB5-88A7-407939C91762}"/>
              </a:ext>
            </a:extLst>
          </p:cNvPr>
          <p:cNvSpPr>
            <a:spLocks noChangeArrowheads="1"/>
          </p:cNvSpPr>
          <p:nvPr/>
        </p:nvSpPr>
        <p:spPr bwMode="auto">
          <a:xfrm>
            <a:off x="2185718" y="3044330"/>
            <a:ext cx="342900" cy="30008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1" name="Rectangle 5">
            <a:extLst>
              <a:ext uri="{FF2B5EF4-FFF2-40B4-BE49-F238E27FC236}">
                <a16:creationId xmlns:a16="http://schemas.microsoft.com/office/drawing/2014/main" id="{F854016F-6879-4C53-8025-102EBD314C8F}"/>
              </a:ext>
            </a:extLst>
          </p:cNvPr>
          <p:cNvSpPr>
            <a:spLocks noChangeArrowheads="1"/>
          </p:cNvSpPr>
          <p:nvPr/>
        </p:nvSpPr>
        <p:spPr bwMode="auto">
          <a:xfrm>
            <a:off x="1842818" y="3501530"/>
            <a:ext cx="1428750" cy="300082"/>
          </a:xfrm>
          <a:prstGeom prst="rect">
            <a:avLst/>
          </a:prstGeom>
          <a:solidFill>
            <a:srgbClr val="CCFFFF"/>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2" name="Rectangle 6">
            <a:extLst>
              <a:ext uri="{FF2B5EF4-FFF2-40B4-BE49-F238E27FC236}">
                <a16:creationId xmlns:a16="http://schemas.microsoft.com/office/drawing/2014/main" id="{50F06C09-757F-4ECD-8841-B162AEA679BB}"/>
              </a:ext>
            </a:extLst>
          </p:cNvPr>
          <p:cNvSpPr>
            <a:spLocks noChangeArrowheads="1"/>
          </p:cNvSpPr>
          <p:nvPr/>
        </p:nvSpPr>
        <p:spPr bwMode="auto">
          <a:xfrm>
            <a:off x="2242868" y="3330080"/>
            <a:ext cx="457200" cy="300082"/>
          </a:xfrm>
          <a:prstGeom prst="rect">
            <a:avLst/>
          </a:prstGeom>
          <a:solidFill>
            <a:schemeClr val="bg1"/>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3" name="Rectangle 7">
            <a:extLst>
              <a:ext uri="{FF2B5EF4-FFF2-40B4-BE49-F238E27FC236}">
                <a16:creationId xmlns:a16="http://schemas.microsoft.com/office/drawing/2014/main" id="{DCA04D8F-3180-4C80-A18B-64DB5D3CA0EC}"/>
              </a:ext>
            </a:extLst>
          </p:cNvPr>
          <p:cNvSpPr>
            <a:spLocks noChangeArrowheads="1"/>
          </p:cNvSpPr>
          <p:nvPr/>
        </p:nvSpPr>
        <p:spPr bwMode="auto">
          <a:xfrm>
            <a:off x="1899968" y="4130180"/>
            <a:ext cx="184731" cy="300082"/>
          </a:xfrm>
          <a:prstGeom prst="rect">
            <a:avLst/>
          </a:prstGeom>
          <a:solidFill>
            <a:schemeClr val="bg1"/>
          </a:solidFill>
          <a:ln w="12700">
            <a:solidFill>
              <a:schemeClr val="tx1"/>
            </a:solidFill>
            <a:miter lim="800000"/>
            <a:headEnd/>
            <a:tailEnd/>
          </a:ln>
        </p:spPr>
        <p:txBody>
          <a:bodyPr wrap="none"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4" name="Rectangle 8">
            <a:extLst>
              <a:ext uri="{FF2B5EF4-FFF2-40B4-BE49-F238E27FC236}">
                <a16:creationId xmlns:a16="http://schemas.microsoft.com/office/drawing/2014/main" id="{4B3DE62E-89AC-4226-831D-0DC5F4C1BB9E}"/>
              </a:ext>
            </a:extLst>
          </p:cNvPr>
          <p:cNvSpPr>
            <a:spLocks noChangeArrowheads="1"/>
          </p:cNvSpPr>
          <p:nvPr/>
        </p:nvSpPr>
        <p:spPr bwMode="auto">
          <a:xfrm>
            <a:off x="2747693" y="2882405"/>
            <a:ext cx="457200" cy="300082"/>
          </a:xfrm>
          <a:prstGeom prst="rect">
            <a:avLst/>
          </a:prstGeom>
          <a:solidFill>
            <a:schemeClr val="bg1"/>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5" name="Text Box 9">
            <a:extLst>
              <a:ext uri="{FF2B5EF4-FFF2-40B4-BE49-F238E27FC236}">
                <a16:creationId xmlns:a16="http://schemas.microsoft.com/office/drawing/2014/main" id="{3B4BA4EB-6333-49D7-BDA3-8058157644C5}"/>
              </a:ext>
            </a:extLst>
          </p:cNvPr>
          <p:cNvSpPr txBox="1">
            <a:spLocks noChangeArrowheads="1"/>
          </p:cNvSpPr>
          <p:nvPr/>
        </p:nvSpPr>
        <p:spPr bwMode="auto">
          <a:xfrm>
            <a:off x="2471468" y="2708596"/>
            <a:ext cx="2857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1</a:t>
            </a:r>
          </a:p>
        </p:txBody>
      </p:sp>
      <p:sp>
        <p:nvSpPr>
          <p:cNvPr id="36" name="Text Box 10">
            <a:extLst>
              <a:ext uri="{FF2B5EF4-FFF2-40B4-BE49-F238E27FC236}">
                <a16:creationId xmlns:a16="http://schemas.microsoft.com/office/drawing/2014/main" id="{35F1E77A-E6FC-4291-AD23-1F74E21A0839}"/>
              </a:ext>
            </a:extLst>
          </p:cNvPr>
          <p:cNvSpPr txBox="1">
            <a:spLocks noChangeArrowheads="1"/>
          </p:cNvSpPr>
          <p:nvPr/>
        </p:nvSpPr>
        <p:spPr bwMode="auto">
          <a:xfrm>
            <a:off x="2014268" y="3222946"/>
            <a:ext cx="2857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2</a:t>
            </a:r>
          </a:p>
        </p:txBody>
      </p:sp>
      <p:sp>
        <p:nvSpPr>
          <p:cNvPr id="37" name="Text Box 11">
            <a:extLst>
              <a:ext uri="{FF2B5EF4-FFF2-40B4-BE49-F238E27FC236}">
                <a16:creationId xmlns:a16="http://schemas.microsoft.com/office/drawing/2014/main" id="{9B74918A-C20A-4D4B-B6E6-FDE8DF69CB96}"/>
              </a:ext>
            </a:extLst>
          </p:cNvPr>
          <p:cNvSpPr txBox="1">
            <a:spLocks noChangeArrowheads="1"/>
          </p:cNvSpPr>
          <p:nvPr/>
        </p:nvSpPr>
        <p:spPr bwMode="auto">
          <a:xfrm>
            <a:off x="2379241" y="4151633"/>
            <a:ext cx="28565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3</a:t>
            </a:r>
          </a:p>
        </p:txBody>
      </p:sp>
      <p:sp>
        <p:nvSpPr>
          <p:cNvPr id="38" name="Text Box 12">
            <a:extLst>
              <a:ext uri="{FF2B5EF4-FFF2-40B4-BE49-F238E27FC236}">
                <a16:creationId xmlns:a16="http://schemas.microsoft.com/office/drawing/2014/main" id="{E94C31D8-0ACD-41E6-ADE2-CFC32EB002AA}"/>
              </a:ext>
            </a:extLst>
          </p:cNvPr>
          <p:cNvSpPr txBox="1">
            <a:spLocks noChangeArrowheads="1"/>
          </p:cNvSpPr>
          <p:nvPr/>
        </p:nvSpPr>
        <p:spPr bwMode="auto">
          <a:xfrm>
            <a:off x="2769124" y="2730027"/>
            <a:ext cx="43457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rat</a:t>
            </a:r>
          </a:p>
        </p:txBody>
      </p:sp>
      <p:sp>
        <p:nvSpPr>
          <p:cNvPr id="39" name="Text Box 13">
            <a:extLst>
              <a:ext uri="{FF2B5EF4-FFF2-40B4-BE49-F238E27FC236}">
                <a16:creationId xmlns:a16="http://schemas.microsoft.com/office/drawing/2014/main" id="{E882F282-63D5-4498-AEE0-80364F1F86AA}"/>
              </a:ext>
            </a:extLst>
          </p:cNvPr>
          <p:cNvSpPr txBox="1">
            <a:spLocks noChangeArrowheads="1"/>
          </p:cNvSpPr>
          <p:nvPr/>
        </p:nvSpPr>
        <p:spPr bwMode="auto">
          <a:xfrm>
            <a:off x="2757218" y="2994346"/>
            <a:ext cx="4572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a:t>
            </a:r>
          </a:p>
        </p:txBody>
      </p:sp>
      <p:sp>
        <p:nvSpPr>
          <p:cNvPr id="40" name="Text Box 14">
            <a:extLst>
              <a:ext uri="{FF2B5EF4-FFF2-40B4-BE49-F238E27FC236}">
                <a16:creationId xmlns:a16="http://schemas.microsoft.com/office/drawing/2014/main" id="{99550EAB-2B61-4A9B-A1FA-A4CA26E3154F}"/>
              </a:ext>
            </a:extLst>
          </p:cNvPr>
          <p:cNvSpPr txBox="1">
            <a:spLocks noChangeArrowheads="1"/>
          </p:cNvSpPr>
          <p:nvPr/>
        </p:nvSpPr>
        <p:spPr bwMode="auto">
          <a:xfrm>
            <a:off x="2893453" y="2997917"/>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1" name="Text Box 15">
            <a:extLst>
              <a:ext uri="{FF2B5EF4-FFF2-40B4-BE49-F238E27FC236}">
                <a16:creationId xmlns:a16="http://schemas.microsoft.com/office/drawing/2014/main" id="{3772EB1D-0324-422F-84A5-C842FFD6E96C}"/>
              </a:ext>
            </a:extLst>
          </p:cNvPr>
          <p:cNvSpPr txBox="1">
            <a:spLocks noChangeArrowheads="1"/>
          </p:cNvSpPr>
          <p:nvPr/>
        </p:nvSpPr>
        <p:spPr bwMode="auto">
          <a:xfrm>
            <a:off x="2263108" y="3243186"/>
            <a:ext cx="45481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a:t>
            </a:r>
          </a:p>
        </p:txBody>
      </p:sp>
      <p:sp>
        <p:nvSpPr>
          <p:cNvPr id="42" name="Text Box 16">
            <a:extLst>
              <a:ext uri="{FF2B5EF4-FFF2-40B4-BE49-F238E27FC236}">
                <a16:creationId xmlns:a16="http://schemas.microsoft.com/office/drawing/2014/main" id="{A7E4AD0E-07CE-4776-8CD8-B024ECFB7E55}"/>
              </a:ext>
            </a:extLst>
          </p:cNvPr>
          <p:cNvSpPr txBox="1">
            <a:spLocks noChangeArrowheads="1"/>
          </p:cNvSpPr>
          <p:nvPr/>
        </p:nvSpPr>
        <p:spPr bwMode="auto">
          <a:xfrm>
            <a:off x="2264299" y="3508696"/>
            <a:ext cx="44410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cat</a:t>
            </a:r>
          </a:p>
        </p:txBody>
      </p:sp>
      <p:sp>
        <p:nvSpPr>
          <p:cNvPr id="43" name="Text Box 17">
            <a:extLst>
              <a:ext uri="{FF2B5EF4-FFF2-40B4-BE49-F238E27FC236}">
                <a16:creationId xmlns:a16="http://schemas.microsoft.com/office/drawing/2014/main" id="{119CED53-BD06-4643-89AE-47724A1529D0}"/>
              </a:ext>
            </a:extLst>
          </p:cNvPr>
          <p:cNvSpPr txBox="1">
            <a:spLocks noChangeArrowheads="1"/>
          </p:cNvSpPr>
          <p:nvPr/>
        </p:nvSpPr>
        <p:spPr bwMode="auto">
          <a:xfrm>
            <a:off x="1910683" y="3995661"/>
            <a:ext cx="44291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rat</a:t>
            </a:r>
          </a:p>
        </p:txBody>
      </p:sp>
      <p:sp>
        <p:nvSpPr>
          <p:cNvPr id="44" name="Text Box 18">
            <a:extLst>
              <a:ext uri="{FF2B5EF4-FFF2-40B4-BE49-F238E27FC236}">
                <a16:creationId xmlns:a16="http://schemas.microsoft.com/office/drawing/2014/main" id="{FC498D3F-0FFB-41BC-9F28-D3937A2C349D}"/>
              </a:ext>
            </a:extLst>
          </p:cNvPr>
          <p:cNvSpPr txBox="1">
            <a:spLocks noChangeArrowheads="1"/>
          </p:cNvSpPr>
          <p:nvPr/>
        </p:nvSpPr>
        <p:spPr bwMode="auto">
          <a:xfrm>
            <a:off x="1899968" y="4251646"/>
            <a:ext cx="4572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a:t>
            </a:r>
          </a:p>
        </p:txBody>
      </p:sp>
      <p:sp>
        <p:nvSpPr>
          <p:cNvPr id="45" name="AutoShape 19">
            <a:extLst>
              <a:ext uri="{FF2B5EF4-FFF2-40B4-BE49-F238E27FC236}">
                <a16:creationId xmlns:a16="http://schemas.microsoft.com/office/drawing/2014/main" id="{EE301C48-2397-4341-949E-41EBB639B75B}"/>
              </a:ext>
            </a:extLst>
          </p:cNvPr>
          <p:cNvSpPr>
            <a:spLocks noChangeArrowheads="1"/>
          </p:cNvSpPr>
          <p:nvPr/>
        </p:nvSpPr>
        <p:spPr bwMode="auto">
          <a:xfrm>
            <a:off x="1214168" y="3382097"/>
            <a:ext cx="571500" cy="596101"/>
          </a:xfrm>
          <a:prstGeom prst="rightArrow">
            <a:avLst>
              <a:gd name="adj1" fmla="val 50000"/>
              <a:gd name="adj2" fmla="val 41667"/>
            </a:avLst>
          </a:prstGeom>
          <a:solidFill>
            <a:srgbClr val="FFCC99"/>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6" name="AutoShape 20">
            <a:extLst>
              <a:ext uri="{FF2B5EF4-FFF2-40B4-BE49-F238E27FC236}">
                <a16:creationId xmlns:a16="http://schemas.microsoft.com/office/drawing/2014/main" id="{D9C9CEA4-7249-4265-864B-C01CBE379339}"/>
              </a:ext>
            </a:extLst>
          </p:cNvPr>
          <p:cNvSpPr>
            <a:spLocks noChangeArrowheads="1"/>
          </p:cNvSpPr>
          <p:nvPr/>
        </p:nvSpPr>
        <p:spPr bwMode="auto">
          <a:xfrm>
            <a:off x="4986068" y="3324947"/>
            <a:ext cx="400050" cy="596101"/>
          </a:xfrm>
          <a:prstGeom prst="rightArrow">
            <a:avLst>
              <a:gd name="adj1" fmla="val 50000"/>
              <a:gd name="adj2" fmla="val 29167"/>
            </a:avLst>
          </a:prstGeom>
          <a:solidFill>
            <a:srgbClr val="FFCC99"/>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7" name="AutoShape 21">
            <a:extLst>
              <a:ext uri="{FF2B5EF4-FFF2-40B4-BE49-F238E27FC236}">
                <a16:creationId xmlns:a16="http://schemas.microsoft.com/office/drawing/2014/main" id="{B03E9CE1-C0A9-4288-B3A8-0FB7865CEDF8}"/>
              </a:ext>
            </a:extLst>
          </p:cNvPr>
          <p:cNvSpPr>
            <a:spLocks noChangeArrowheads="1"/>
          </p:cNvSpPr>
          <p:nvPr/>
        </p:nvSpPr>
        <p:spPr bwMode="auto">
          <a:xfrm>
            <a:off x="3385868" y="3324947"/>
            <a:ext cx="400050" cy="596101"/>
          </a:xfrm>
          <a:prstGeom prst="rightArrow">
            <a:avLst>
              <a:gd name="adj1" fmla="val 50000"/>
              <a:gd name="adj2" fmla="val 29167"/>
            </a:avLst>
          </a:prstGeom>
          <a:solidFill>
            <a:srgbClr val="FFCC99"/>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8" name="AutoShape 22">
            <a:extLst>
              <a:ext uri="{FF2B5EF4-FFF2-40B4-BE49-F238E27FC236}">
                <a16:creationId xmlns:a16="http://schemas.microsoft.com/office/drawing/2014/main" id="{033F06A4-AB71-40B2-AF4A-F363A1B58AFD}"/>
              </a:ext>
            </a:extLst>
          </p:cNvPr>
          <p:cNvSpPr>
            <a:spLocks noChangeArrowheads="1"/>
          </p:cNvSpPr>
          <p:nvPr/>
        </p:nvSpPr>
        <p:spPr bwMode="auto">
          <a:xfrm>
            <a:off x="6700568" y="3267797"/>
            <a:ext cx="685800" cy="596101"/>
          </a:xfrm>
          <a:prstGeom prst="rightArrow">
            <a:avLst>
              <a:gd name="adj1" fmla="val 50000"/>
              <a:gd name="adj2" fmla="val 50000"/>
            </a:avLst>
          </a:prstGeom>
          <a:solidFill>
            <a:srgbClr val="FFCC99"/>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50" name="Rectangle 23">
            <a:extLst>
              <a:ext uri="{FF2B5EF4-FFF2-40B4-BE49-F238E27FC236}">
                <a16:creationId xmlns:a16="http://schemas.microsoft.com/office/drawing/2014/main" id="{359DBF4A-7586-4026-BACB-C15DF79C0AD3}"/>
              </a:ext>
            </a:extLst>
          </p:cNvPr>
          <p:cNvSpPr>
            <a:spLocks noChangeArrowheads="1"/>
          </p:cNvSpPr>
          <p:nvPr/>
        </p:nvSpPr>
        <p:spPr bwMode="auto">
          <a:xfrm>
            <a:off x="3785918" y="3501530"/>
            <a:ext cx="1143000" cy="300082"/>
          </a:xfrm>
          <a:prstGeom prst="rect">
            <a:avLst/>
          </a:prstGeom>
          <a:solidFill>
            <a:srgbClr val="CCFFFF"/>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51" name="Rectangle 24">
            <a:extLst>
              <a:ext uri="{FF2B5EF4-FFF2-40B4-BE49-F238E27FC236}">
                <a16:creationId xmlns:a16="http://schemas.microsoft.com/office/drawing/2014/main" id="{CA94F862-F777-4F6F-9183-49FE246BE0D8}"/>
              </a:ext>
            </a:extLst>
          </p:cNvPr>
          <p:cNvSpPr>
            <a:spLocks noChangeArrowheads="1"/>
          </p:cNvSpPr>
          <p:nvPr/>
        </p:nvSpPr>
        <p:spPr bwMode="auto">
          <a:xfrm>
            <a:off x="5443268" y="3501530"/>
            <a:ext cx="1143000" cy="300082"/>
          </a:xfrm>
          <a:prstGeom prst="rect">
            <a:avLst/>
          </a:prstGeom>
          <a:solidFill>
            <a:srgbClr val="CCFFFF"/>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52" name="Text Box 25">
            <a:extLst>
              <a:ext uri="{FF2B5EF4-FFF2-40B4-BE49-F238E27FC236}">
                <a16:creationId xmlns:a16="http://schemas.microsoft.com/office/drawing/2014/main" id="{689901DB-A14B-4294-A311-5DBCD7345082}"/>
              </a:ext>
            </a:extLst>
          </p:cNvPr>
          <p:cNvSpPr txBox="1">
            <a:spLocks noChangeArrowheads="1"/>
          </p:cNvSpPr>
          <p:nvPr/>
        </p:nvSpPr>
        <p:spPr bwMode="auto">
          <a:xfrm>
            <a:off x="3785918" y="2739552"/>
            <a:ext cx="1085850" cy="185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(rat, 1)</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1)</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2)</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(cat, 2)</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(rat, 3)</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3)</a:t>
            </a:r>
          </a:p>
        </p:txBody>
      </p:sp>
      <p:grpSp>
        <p:nvGrpSpPr>
          <p:cNvPr id="53" name="Group 26">
            <a:extLst>
              <a:ext uri="{FF2B5EF4-FFF2-40B4-BE49-F238E27FC236}">
                <a16:creationId xmlns:a16="http://schemas.microsoft.com/office/drawing/2014/main" id="{A26173E2-03D5-4373-A0DD-56CF86C2E3E4}"/>
              </a:ext>
            </a:extLst>
          </p:cNvPr>
          <p:cNvGrpSpPr>
            <a:grpSpLocks/>
          </p:cNvGrpSpPr>
          <p:nvPr/>
        </p:nvGrpSpPr>
        <p:grpSpPr bwMode="auto">
          <a:xfrm>
            <a:off x="7443518" y="3337246"/>
            <a:ext cx="400050" cy="571500"/>
            <a:chOff x="0" y="0"/>
            <a:chExt cx="240" cy="288"/>
          </a:xfrm>
        </p:grpSpPr>
        <p:sp>
          <p:nvSpPr>
            <p:cNvPr id="54" name="Oval 27">
              <a:extLst>
                <a:ext uri="{FF2B5EF4-FFF2-40B4-BE49-F238E27FC236}">
                  <a16:creationId xmlns:a16="http://schemas.microsoft.com/office/drawing/2014/main" id="{704BD2BE-81AD-431C-923F-5CE80741114A}"/>
                </a:ext>
              </a:extLst>
            </p:cNvPr>
            <p:cNvSpPr>
              <a:spLocks noChangeArrowheads="1"/>
            </p:cNvSpPr>
            <p:nvPr/>
          </p:nvSpPr>
          <p:spPr bwMode="auto">
            <a:xfrm>
              <a:off x="0" y="180"/>
              <a:ext cx="240" cy="108"/>
            </a:xfrm>
            <a:prstGeom prst="ellipse">
              <a:avLst/>
            </a:prstGeom>
            <a:solidFill>
              <a:srgbClr val="66FF99"/>
            </a:solidFill>
            <a:ln w="9525">
              <a:solidFill>
                <a:schemeClr val="tx1"/>
              </a:solidFill>
              <a:round/>
              <a:headEnd/>
              <a:tailEnd/>
            </a:ln>
          </p:spPr>
          <p:txBody>
            <a:bodyPr wrap="none"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55" name="Rectangle 28">
              <a:extLst>
                <a:ext uri="{FF2B5EF4-FFF2-40B4-BE49-F238E27FC236}">
                  <a16:creationId xmlns:a16="http://schemas.microsoft.com/office/drawing/2014/main" id="{29243A8C-D8F4-4CAC-A49F-BA2ADE549406}"/>
                </a:ext>
              </a:extLst>
            </p:cNvPr>
            <p:cNvSpPr>
              <a:spLocks noChangeArrowheads="1"/>
            </p:cNvSpPr>
            <p:nvPr/>
          </p:nvSpPr>
          <p:spPr bwMode="auto">
            <a:xfrm>
              <a:off x="0" y="36"/>
              <a:ext cx="240" cy="216"/>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56" name="Oval 29">
              <a:extLst>
                <a:ext uri="{FF2B5EF4-FFF2-40B4-BE49-F238E27FC236}">
                  <a16:creationId xmlns:a16="http://schemas.microsoft.com/office/drawing/2014/main" id="{F6069799-BB6D-460F-A3AC-CFDA2E734120}"/>
                </a:ext>
              </a:extLst>
            </p:cNvPr>
            <p:cNvSpPr>
              <a:spLocks noChangeArrowheads="1"/>
            </p:cNvSpPr>
            <p:nvPr/>
          </p:nvSpPr>
          <p:spPr bwMode="auto">
            <a:xfrm>
              <a:off x="0" y="0"/>
              <a:ext cx="240" cy="108"/>
            </a:xfrm>
            <a:prstGeom prst="ellipse">
              <a:avLst/>
            </a:prstGeom>
            <a:solidFill>
              <a:srgbClr val="66FF99"/>
            </a:solidFill>
            <a:ln w="9525">
              <a:solidFill>
                <a:schemeClr val="tx1"/>
              </a:solidFill>
              <a:round/>
              <a:headEnd/>
              <a:tailEnd/>
            </a:ln>
          </p:spPr>
          <p:txBody>
            <a:bodyPr wrap="none"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57" name="Line 30">
              <a:extLst>
                <a:ext uri="{FF2B5EF4-FFF2-40B4-BE49-F238E27FC236}">
                  <a16:creationId xmlns:a16="http://schemas.microsoft.com/office/drawing/2014/main" id="{BFE81996-C263-4C0E-8392-4AAB52DC1B3E}"/>
                </a:ext>
              </a:extLst>
            </p:cNvPr>
            <p:cNvSpPr>
              <a:spLocks noChangeShapeType="1"/>
            </p:cNvSpPr>
            <p:nvPr/>
          </p:nvSpPr>
          <p:spPr bwMode="auto">
            <a:xfrm>
              <a:off x="0" y="36"/>
              <a:ext cx="0" cy="2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350">
                <a:latin typeface="Microsoft YaHei" panose="020B0503020204020204" pitchFamily="34" charset="-122"/>
                <a:ea typeface="Microsoft YaHei" panose="020B0503020204020204" pitchFamily="34" charset="-122"/>
              </a:endParaRPr>
            </a:p>
          </p:txBody>
        </p:sp>
        <p:sp>
          <p:nvSpPr>
            <p:cNvPr id="58" name="Line 31">
              <a:extLst>
                <a:ext uri="{FF2B5EF4-FFF2-40B4-BE49-F238E27FC236}">
                  <a16:creationId xmlns:a16="http://schemas.microsoft.com/office/drawing/2014/main" id="{BABC067C-F62C-4F20-8982-CF9E944217A6}"/>
                </a:ext>
              </a:extLst>
            </p:cNvPr>
            <p:cNvSpPr>
              <a:spLocks noChangeShapeType="1"/>
            </p:cNvSpPr>
            <p:nvPr/>
          </p:nvSpPr>
          <p:spPr bwMode="auto">
            <a:xfrm>
              <a:off x="240" y="36"/>
              <a:ext cx="0" cy="2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350">
                <a:latin typeface="Microsoft YaHei" panose="020B0503020204020204" pitchFamily="34" charset="-122"/>
                <a:ea typeface="Microsoft YaHei" panose="020B0503020204020204" pitchFamily="34" charset="-122"/>
              </a:endParaRPr>
            </a:p>
          </p:txBody>
        </p:sp>
      </p:grpSp>
      <p:sp>
        <p:nvSpPr>
          <p:cNvPr id="59" name="Text Box 32">
            <a:extLst>
              <a:ext uri="{FF2B5EF4-FFF2-40B4-BE49-F238E27FC236}">
                <a16:creationId xmlns:a16="http://schemas.microsoft.com/office/drawing/2014/main" id="{4B24DA05-DB16-418A-AE27-9F597C84E468}"/>
              </a:ext>
            </a:extLst>
          </p:cNvPr>
          <p:cNvSpPr txBox="1">
            <a:spLocks noChangeArrowheads="1"/>
          </p:cNvSpPr>
          <p:nvPr/>
        </p:nvSpPr>
        <p:spPr bwMode="auto">
          <a:xfrm>
            <a:off x="5461127" y="2725265"/>
            <a:ext cx="1085850" cy="185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(cat, 2)</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1)</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2)</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3)</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(rat, 1)</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(rat,  3)</a:t>
            </a:r>
          </a:p>
        </p:txBody>
      </p:sp>
      <p:sp>
        <p:nvSpPr>
          <p:cNvPr id="60" name="Text Box 33">
            <a:extLst>
              <a:ext uri="{FF2B5EF4-FFF2-40B4-BE49-F238E27FC236}">
                <a16:creationId xmlns:a16="http://schemas.microsoft.com/office/drawing/2014/main" id="{4D12C8BD-2124-4649-8DFA-BB69637BAD26}"/>
              </a:ext>
            </a:extLst>
          </p:cNvPr>
          <p:cNvSpPr txBox="1">
            <a:spLocks noChangeArrowheads="1"/>
          </p:cNvSpPr>
          <p:nvPr/>
        </p:nvSpPr>
        <p:spPr bwMode="auto">
          <a:xfrm>
            <a:off x="7343775" y="3961728"/>
            <a:ext cx="6566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zh-CN" altLang="en-US" sz="1800" dirty="0">
                <a:solidFill>
                  <a:schemeClr val="tx1"/>
                </a:solidFill>
                <a:latin typeface="Microsoft YaHei" panose="020B0503020204020204" pitchFamily="34" charset="-122"/>
                <a:ea typeface="Microsoft YaHei" panose="020B0503020204020204" pitchFamily="34" charset="-122"/>
              </a:rPr>
              <a:t>磁盘</a:t>
            </a:r>
            <a:endParaRPr lang="en-US" altLang="zh-CN" sz="1800" dirty="0">
              <a:solidFill>
                <a:schemeClr val="tx1"/>
              </a:solidFill>
              <a:latin typeface="Microsoft YaHei" panose="020B0503020204020204" pitchFamily="34" charset="-122"/>
              <a:ea typeface="Microsoft YaHei" panose="020B0503020204020204" pitchFamily="34" charset="-122"/>
            </a:endParaRPr>
          </a:p>
        </p:txBody>
      </p:sp>
      <p:sp>
        <p:nvSpPr>
          <p:cNvPr id="61" name="Text Box 34">
            <a:extLst>
              <a:ext uri="{FF2B5EF4-FFF2-40B4-BE49-F238E27FC236}">
                <a16:creationId xmlns:a16="http://schemas.microsoft.com/office/drawing/2014/main" id="{C04CFBF7-3DC5-4ECB-8448-7597A75F1261}"/>
              </a:ext>
            </a:extLst>
          </p:cNvPr>
          <p:cNvSpPr txBox="1">
            <a:spLocks noChangeArrowheads="1"/>
          </p:cNvSpPr>
          <p:nvPr/>
        </p:nvSpPr>
        <p:spPr bwMode="auto">
          <a:xfrm>
            <a:off x="1101058" y="3024111"/>
            <a:ext cx="766763"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Page stream</a:t>
            </a:r>
          </a:p>
        </p:txBody>
      </p:sp>
      <p:sp>
        <p:nvSpPr>
          <p:cNvPr id="62" name="Text Box 35">
            <a:extLst>
              <a:ext uri="{FF2B5EF4-FFF2-40B4-BE49-F238E27FC236}">
                <a16:creationId xmlns:a16="http://schemas.microsoft.com/office/drawing/2014/main" id="{607B2C7E-C272-4799-B6BE-96263569FC2C}"/>
              </a:ext>
            </a:extLst>
          </p:cNvPr>
          <p:cNvSpPr txBox="1">
            <a:spLocks noChangeArrowheads="1"/>
          </p:cNvSpPr>
          <p:nvPr/>
        </p:nvSpPr>
        <p:spPr bwMode="auto">
          <a:xfrm>
            <a:off x="3503739" y="4718371"/>
            <a:ext cx="16573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Tokenizing</a:t>
            </a:r>
          </a:p>
        </p:txBody>
      </p:sp>
      <p:sp>
        <p:nvSpPr>
          <p:cNvPr id="63" name="Text Box 36">
            <a:extLst>
              <a:ext uri="{FF2B5EF4-FFF2-40B4-BE49-F238E27FC236}">
                <a16:creationId xmlns:a16="http://schemas.microsoft.com/office/drawing/2014/main" id="{1F3E1B40-97D5-401D-8F58-6A354884BF4D}"/>
              </a:ext>
            </a:extLst>
          </p:cNvPr>
          <p:cNvSpPr txBox="1">
            <a:spLocks noChangeArrowheads="1"/>
          </p:cNvSpPr>
          <p:nvPr/>
        </p:nvSpPr>
        <p:spPr bwMode="auto">
          <a:xfrm>
            <a:off x="5308727" y="4726705"/>
            <a:ext cx="13144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Sorting</a:t>
            </a:r>
          </a:p>
        </p:txBody>
      </p:sp>
      <p:sp>
        <p:nvSpPr>
          <p:cNvPr id="64" name="Text Box 37">
            <a:extLst>
              <a:ext uri="{FF2B5EF4-FFF2-40B4-BE49-F238E27FC236}">
                <a16:creationId xmlns:a16="http://schemas.microsoft.com/office/drawing/2014/main" id="{E5E7ADBB-388B-4264-ADAF-A6D0BFE85429}"/>
              </a:ext>
            </a:extLst>
          </p:cNvPr>
          <p:cNvSpPr txBox="1">
            <a:spLocks noChangeArrowheads="1"/>
          </p:cNvSpPr>
          <p:nvPr/>
        </p:nvSpPr>
        <p:spPr bwMode="auto">
          <a:xfrm>
            <a:off x="1935686" y="4708846"/>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Loading</a:t>
            </a:r>
          </a:p>
        </p:txBody>
      </p:sp>
      <p:sp>
        <p:nvSpPr>
          <p:cNvPr id="65" name="Text Box 38">
            <a:extLst>
              <a:ext uri="{FF2B5EF4-FFF2-40B4-BE49-F238E27FC236}">
                <a16:creationId xmlns:a16="http://schemas.microsoft.com/office/drawing/2014/main" id="{AB683099-A439-49B2-809D-96F2FC83DCC2}"/>
              </a:ext>
            </a:extLst>
          </p:cNvPr>
          <p:cNvSpPr txBox="1">
            <a:spLocks noChangeArrowheads="1"/>
          </p:cNvSpPr>
          <p:nvPr/>
        </p:nvSpPr>
        <p:spPr bwMode="auto">
          <a:xfrm>
            <a:off x="6757718" y="2308546"/>
            <a:ext cx="12001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FLUSHING</a:t>
            </a:r>
          </a:p>
        </p:txBody>
      </p:sp>
      <p:sp>
        <p:nvSpPr>
          <p:cNvPr id="66" name="Text Box 39">
            <a:extLst>
              <a:ext uri="{FF2B5EF4-FFF2-40B4-BE49-F238E27FC236}">
                <a16:creationId xmlns:a16="http://schemas.microsoft.com/office/drawing/2014/main" id="{41C684D7-E5BD-4528-800D-6927DED2D84B}"/>
              </a:ext>
            </a:extLst>
          </p:cNvPr>
          <p:cNvSpPr txBox="1">
            <a:spLocks noChangeArrowheads="1"/>
          </p:cNvSpPr>
          <p:nvPr/>
        </p:nvSpPr>
        <p:spPr bwMode="auto">
          <a:xfrm>
            <a:off x="7301183" y="2825277"/>
            <a:ext cx="65668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zh-CN" altLang="en-US" sz="1500" dirty="0">
                <a:solidFill>
                  <a:schemeClr val="tx1"/>
                </a:solidFill>
                <a:latin typeface="Microsoft YaHei" panose="020B0503020204020204" pitchFamily="34" charset="-122"/>
                <a:ea typeface="Microsoft YaHei" panose="020B0503020204020204" pitchFamily="34" charset="-122"/>
              </a:rPr>
              <a:t>中间结果</a:t>
            </a:r>
            <a:endParaRPr lang="en-US" altLang="zh-CN" sz="1500" dirty="0">
              <a:solidFill>
                <a:schemeClr val="tx1"/>
              </a:solidFill>
              <a:latin typeface="Microsoft YaHei" panose="020B0503020204020204" pitchFamily="34" charset="-122"/>
              <a:ea typeface="Microsoft YaHei" panose="020B0503020204020204" pitchFamily="34" charset="-122"/>
            </a:endParaRPr>
          </a:p>
        </p:txBody>
      </p:sp>
      <p:sp>
        <p:nvSpPr>
          <p:cNvPr id="67" name="Rectangle 40">
            <a:extLst>
              <a:ext uri="{FF2B5EF4-FFF2-40B4-BE49-F238E27FC236}">
                <a16:creationId xmlns:a16="http://schemas.microsoft.com/office/drawing/2014/main" id="{0F7AC166-66C7-4362-89D7-D7376043A1F7}"/>
              </a:ext>
            </a:extLst>
          </p:cNvPr>
          <p:cNvSpPr>
            <a:spLocks noChangeArrowheads="1"/>
          </p:cNvSpPr>
          <p:nvPr/>
        </p:nvSpPr>
        <p:spPr bwMode="auto">
          <a:xfrm>
            <a:off x="3246564" y="2110902"/>
            <a:ext cx="685800" cy="3429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rgbClr val="FF0000"/>
                </a:solidFill>
                <a:latin typeface="Microsoft YaHei" panose="020B0503020204020204" pitchFamily="34" charset="-122"/>
                <a:ea typeface="Microsoft YaHei" panose="020B0503020204020204" pitchFamily="34" charset="-122"/>
              </a:rPr>
              <a:t>Map</a:t>
            </a:r>
          </a:p>
        </p:txBody>
      </p:sp>
      <p:sp>
        <p:nvSpPr>
          <p:cNvPr id="68" name="Line 41">
            <a:extLst>
              <a:ext uri="{FF2B5EF4-FFF2-40B4-BE49-F238E27FC236}">
                <a16:creationId xmlns:a16="http://schemas.microsoft.com/office/drawing/2014/main" id="{DEE20EB7-3662-467F-86E1-FE7C8D5BAA18}"/>
              </a:ext>
            </a:extLst>
          </p:cNvPr>
          <p:cNvSpPr>
            <a:spLocks noChangeShapeType="1"/>
          </p:cNvSpPr>
          <p:nvPr/>
        </p:nvSpPr>
        <p:spPr bwMode="auto">
          <a:xfrm flipV="1">
            <a:off x="2819130" y="2338311"/>
            <a:ext cx="417909" cy="4095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69" name="Line 42">
            <a:extLst>
              <a:ext uri="{FF2B5EF4-FFF2-40B4-BE49-F238E27FC236}">
                <a16:creationId xmlns:a16="http://schemas.microsoft.com/office/drawing/2014/main" id="{65A281FA-3933-4420-8900-488544A3A914}"/>
              </a:ext>
            </a:extLst>
          </p:cNvPr>
          <p:cNvSpPr>
            <a:spLocks noChangeShapeType="1"/>
          </p:cNvSpPr>
          <p:nvPr/>
        </p:nvSpPr>
        <p:spPr bwMode="auto">
          <a:xfrm>
            <a:off x="3638281" y="2462136"/>
            <a:ext cx="363140" cy="70246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70" name="Line 43">
            <a:extLst>
              <a:ext uri="{FF2B5EF4-FFF2-40B4-BE49-F238E27FC236}">
                <a16:creationId xmlns:a16="http://schemas.microsoft.com/office/drawing/2014/main" id="{FBF5AE55-A4FD-48E2-BE03-705C0AD7417A}"/>
              </a:ext>
            </a:extLst>
          </p:cNvPr>
          <p:cNvSpPr>
            <a:spLocks noChangeShapeType="1"/>
          </p:cNvSpPr>
          <p:nvPr/>
        </p:nvSpPr>
        <p:spPr bwMode="auto">
          <a:xfrm>
            <a:off x="3679951" y="2459755"/>
            <a:ext cx="320279" cy="4286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67823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743F23F-2057-7A3E-0B3E-EEB624399213}"/>
              </a:ext>
            </a:extLst>
          </p:cNvPr>
          <p:cNvSpPr>
            <a:spLocks noGrp="1"/>
          </p:cNvSpPr>
          <p:nvPr>
            <p:ph type="title"/>
          </p:nvPr>
        </p:nvSpPr>
        <p:spPr/>
        <p:txBody>
          <a:bodyPr>
            <a:normAutofit/>
          </a:bodyPr>
          <a:lstStyle/>
          <a:p>
            <a:r>
              <a:rPr lang="zh-CN" altLang="en-US" dirty="0"/>
              <a:t>例子：创建文本索引</a:t>
            </a:r>
            <a:r>
              <a:rPr lang="en" altLang="zh-CN" dirty="0"/>
              <a:t>merge</a:t>
            </a:r>
            <a:r>
              <a:rPr lang="zh-CN" altLang="en-US" dirty="0"/>
              <a:t>阶段</a:t>
            </a:r>
          </a:p>
        </p:txBody>
      </p:sp>
      <p:sp>
        <p:nvSpPr>
          <p:cNvPr id="2" name="灯片编号占位符 1">
            <a:extLst>
              <a:ext uri="{FF2B5EF4-FFF2-40B4-BE49-F238E27FC236}">
                <a16:creationId xmlns:a16="http://schemas.microsoft.com/office/drawing/2014/main" id="{5EE2FCF8-829E-4BDE-9DED-1449C620C617}"/>
              </a:ext>
            </a:extLst>
          </p:cNvPr>
          <p:cNvSpPr>
            <a:spLocks noGrp="1"/>
          </p:cNvSpPr>
          <p:nvPr>
            <p:ph type="sldNum" sz="quarter" idx="12"/>
          </p:nvPr>
        </p:nvSpPr>
        <p:spPr/>
        <p:txBody>
          <a:bodyPr/>
          <a:lstStyle/>
          <a:p>
            <a:fld id="{D0399D1A-D296-42B7-916E-50FBDB540DBE}" type="slidenum">
              <a:rPr lang="zh-CN" altLang="en-US" smtClean="0"/>
              <a:t>9</a:t>
            </a:fld>
            <a:endParaRPr lang="zh-CN" altLang="en-US"/>
          </a:p>
        </p:txBody>
      </p:sp>
      <p:sp>
        <p:nvSpPr>
          <p:cNvPr id="15" name="AutoShape 3">
            <a:extLst>
              <a:ext uri="{FF2B5EF4-FFF2-40B4-BE49-F238E27FC236}">
                <a16:creationId xmlns:a16="http://schemas.microsoft.com/office/drawing/2014/main" id="{7F4E6A0C-42F9-452A-BA91-10A3C12F9337}"/>
              </a:ext>
            </a:extLst>
          </p:cNvPr>
          <p:cNvSpPr>
            <a:spLocks noChangeArrowheads="1"/>
          </p:cNvSpPr>
          <p:nvPr/>
        </p:nvSpPr>
        <p:spPr bwMode="auto">
          <a:xfrm>
            <a:off x="3520679" y="1483126"/>
            <a:ext cx="497681" cy="596101"/>
          </a:xfrm>
          <a:prstGeom prst="rightArrow">
            <a:avLst>
              <a:gd name="adj1" fmla="val 50000"/>
              <a:gd name="adj2" fmla="val 36285"/>
            </a:avLst>
          </a:prstGeom>
          <a:solidFill>
            <a:srgbClr val="FFCC99"/>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grpSp>
        <p:nvGrpSpPr>
          <p:cNvPr id="16" name="Group 4">
            <a:extLst>
              <a:ext uri="{FF2B5EF4-FFF2-40B4-BE49-F238E27FC236}">
                <a16:creationId xmlns:a16="http://schemas.microsoft.com/office/drawing/2014/main" id="{E95A1473-9BDC-4386-BD0E-09819FA2AF5B}"/>
              </a:ext>
            </a:extLst>
          </p:cNvPr>
          <p:cNvGrpSpPr>
            <a:grpSpLocks/>
          </p:cNvGrpSpPr>
          <p:nvPr/>
        </p:nvGrpSpPr>
        <p:grpSpPr bwMode="auto">
          <a:xfrm>
            <a:off x="1465660" y="2532460"/>
            <a:ext cx="400050" cy="571500"/>
            <a:chOff x="0" y="0"/>
            <a:chExt cx="240" cy="288"/>
          </a:xfrm>
        </p:grpSpPr>
        <p:sp>
          <p:nvSpPr>
            <p:cNvPr id="17" name="Oval 5">
              <a:extLst>
                <a:ext uri="{FF2B5EF4-FFF2-40B4-BE49-F238E27FC236}">
                  <a16:creationId xmlns:a16="http://schemas.microsoft.com/office/drawing/2014/main" id="{4B3660BD-D1A4-47DA-B6D1-7509A9129A6A}"/>
                </a:ext>
              </a:extLst>
            </p:cNvPr>
            <p:cNvSpPr>
              <a:spLocks noChangeArrowheads="1"/>
            </p:cNvSpPr>
            <p:nvPr/>
          </p:nvSpPr>
          <p:spPr bwMode="auto">
            <a:xfrm>
              <a:off x="0" y="180"/>
              <a:ext cx="240" cy="108"/>
            </a:xfrm>
            <a:prstGeom prst="ellipse">
              <a:avLst/>
            </a:prstGeom>
            <a:solidFill>
              <a:srgbClr val="66FF99"/>
            </a:solidFill>
            <a:ln w="9525">
              <a:solidFill>
                <a:schemeClr val="tx1"/>
              </a:solidFill>
              <a:round/>
              <a:headEnd/>
              <a:tailEnd/>
            </a:ln>
          </p:spPr>
          <p:txBody>
            <a:bodyPr wrap="none"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8" name="Rectangle 6">
              <a:extLst>
                <a:ext uri="{FF2B5EF4-FFF2-40B4-BE49-F238E27FC236}">
                  <a16:creationId xmlns:a16="http://schemas.microsoft.com/office/drawing/2014/main" id="{213B3F46-1C5D-4F74-8D7D-29CB5C74A260}"/>
                </a:ext>
              </a:extLst>
            </p:cNvPr>
            <p:cNvSpPr>
              <a:spLocks noChangeArrowheads="1"/>
            </p:cNvSpPr>
            <p:nvPr/>
          </p:nvSpPr>
          <p:spPr bwMode="auto">
            <a:xfrm>
              <a:off x="0" y="36"/>
              <a:ext cx="240" cy="216"/>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9" name="Oval 7">
              <a:extLst>
                <a:ext uri="{FF2B5EF4-FFF2-40B4-BE49-F238E27FC236}">
                  <a16:creationId xmlns:a16="http://schemas.microsoft.com/office/drawing/2014/main" id="{66938B34-04DA-45F4-AD6F-FF4B5A1C5BF8}"/>
                </a:ext>
              </a:extLst>
            </p:cNvPr>
            <p:cNvSpPr>
              <a:spLocks noChangeArrowheads="1"/>
            </p:cNvSpPr>
            <p:nvPr/>
          </p:nvSpPr>
          <p:spPr bwMode="auto">
            <a:xfrm>
              <a:off x="0" y="0"/>
              <a:ext cx="240" cy="108"/>
            </a:xfrm>
            <a:prstGeom prst="ellipse">
              <a:avLst/>
            </a:prstGeom>
            <a:solidFill>
              <a:srgbClr val="66FF99"/>
            </a:solidFill>
            <a:ln w="9525">
              <a:solidFill>
                <a:schemeClr val="tx1"/>
              </a:solidFill>
              <a:round/>
              <a:headEnd/>
              <a:tailEnd/>
            </a:ln>
          </p:spPr>
          <p:txBody>
            <a:bodyPr wrap="none"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20" name="Line 8">
              <a:extLst>
                <a:ext uri="{FF2B5EF4-FFF2-40B4-BE49-F238E27FC236}">
                  <a16:creationId xmlns:a16="http://schemas.microsoft.com/office/drawing/2014/main" id="{6DBFCCFD-CF7F-4DEB-BAF1-EA734964EE64}"/>
                </a:ext>
              </a:extLst>
            </p:cNvPr>
            <p:cNvSpPr>
              <a:spLocks noChangeShapeType="1"/>
            </p:cNvSpPr>
            <p:nvPr/>
          </p:nvSpPr>
          <p:spPr bwMode="auto">
            <a:xfrm>
              <a:off x="0" y="36"/>
              <a:ext cx="0" cy="2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350">
                <a:latin typeface="Microsoft YaHei" panose="020B0503020204020204" pitchFamily="34" charset="-122"/>
                <a:ea typeface="Microsoft YaHei" panose="020B0503020204020204" pitchFamily="34" charset="-122"/>
              </a:endParaRPr>
            </a:p>
          </p:txBody>
        </p:sp>
        <p:sp>
          <p:nvSpPr>
            <p:cNvPr id="21" name="Line 9">
              <a:extLst>
                <a:ext uri="{FF2B5EF4-FFF2-40B4-BE49-F238E27FC236}">
                  <a16:creationId xmlns:a16="http://schemas.microsoft.com/office/drawing/2014/main" id="{CFE76E2E-8844-432E-B381-E6733AFA6334}"/>
                </a:ext>
              </a:extLst>
            </p:cNvPr>
            <p:cNvSpPr>
              <a:spLocks noChangeShapeType="1"/>
            </p:cNvSpPr>
            <p:nvPr/>
          </p:nvSpPr>
          <p:spPr bwMode="auto">
            <a:xfrm>
              <a:off x="240" y="36"/>
              <a:ext cx="0" cy="2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350">
                <a:latin typeface="Microsoft YaHei" panose="020B0503020204020204" pitchFamily="34" charset="-122"/>
                <a:ea typeface="Microsoft YaHei" panose="020B0503020204020204" pitchFamily="34" charset="-122"/>
              </a:endParaRPr>
            </a:p>
          </p:txBody>
        </p:sp>
      </p:grpSp>
      <p:grpSp>
        <p:nvGrpSpPr>
          <p:cNvPr id="22" name="Group 10">
            <a:extLst>
              <a:ext uri="{FF2B5EF4-FFF2-40B4-BE49-F238E27FC236}">
                <a16:creationId xmlns:a16="http://schemas.microsoft.com/office/drawing/2014/main" id="{49538FF4-1C36-49E7-A57E-9475ECE46DCB}"/>
              </a:ext>
            </a:extLst>
          </p:cNvPr>
          <p:cNvGrpSpPr>
            <a:grpSpLocks/>
          </p:cNvGrpSpPr>
          <p:nvPr/>
        </p:nvGrpSpPr>
        <p:grpSpPr bwMode="auto">
          <a:xfrm>
            <a:off x="2330054" y="885826"/>
            <a:ext cx="1143000" cy="1858566"/>
            <a:chOff x="0" y="73"/>
            <a:chExt cx="960" cy="1561"/>
          </a:xfrm>
        </p:grpSpPr>
        <p:sp>
          <p:nvSpPr>
            <p:cNvPr id="23" name="Rectangle 11">
              <a:extLst>
                <a:ext uri="{FF2B5EF4-FFF2-40B4-BE49-F238E27FC236}">
                  <a16:creationId xmlns:a16="http://schemas.microsoft.com/office/drawing/2014/main" id="{D9D5CAB8-1828-4043-9968-36012AC9355B}"/>
                </a:ext>
              </a:extLst>
            </p:cNvPr>
            <p:cNvSpPr>
              <a:spLocks noChangeArrowheads="1"/>
            </p:cNvSpPr>
            <p:nvPr/>
          </p:nvSpPr>
          <p:spPr bwMode="auto">
            <a:xfrm>
              <a:off x="0" y="694"/>
              <a:ext cx="960" cy="252"/>
            </a:xfrm>
            <a:prstGeom prst="rect">
              <a:avLst/>
            </a:prstGeom>
            <a:solidFill>
              <a:srgbClr val="CCFFFF"/>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24" name="Text Box 12">
              <a:extLst>
                <a:ext uri="{FF2B5EF4-FFF2-40B4-BE49-F238E27FC236}">
                  <a16:creationId xmlns:a16="http://schemas.microsoft.com/office/drawing/2014/main" id="{5E73F4C0-2E09-4157-975E-01F5A38130B1}"/>
                </a:ext>
              </a:extLst>
            </p:cNvPr>
            <p:cNvSpPr txBox="1">
              <a:spLocks noChangeArrowheads="1"/>
            </p:cNvSpPr>
            <p:nvPr/>
          </p:nvSpPr>
          <p:spPr bwMode="auto">
            <a:xfrm>
              <a:off x="15" y="73"/>
              <a:ext cx="912" cy="1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(cat, 2)</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1)</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2)</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3)</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(rat, 1)</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(rat,  3)</a:t>
              </a:r>
            </a:p>
          </p:txBody>
        </p:sp>
      </p:grpSp>
      <p:sp>
        <p:nvSpPr>
          <p:cNvPr id="25" name="Text Box 13">
            <a:extLst>
              <a:ext uri="{FF2B5EF4-FFF2-40B4-BE49-F238E27FC236}">
                <a16:creationId xmlns:a16="http://schemas.microsoft.com/office/drawing/2014/main" id="{74923C01-D39F-406A-9F7E-A289CDA79CDD}"/>
              </a:ext>
            </a:extLst>
          </p:cNvPr>
          <p:cNvSpPr txBox="1">
            <a:spLocks noChangeArrowheads="1"/>
          </p:cNvSpPr>
          <p:nvPr/>
        </p:nvSpPr>
        <p:spPr bwMode="auto">
          <a:xfrm>
            <a:off x="1335291" y="3143354"/>
            <a:ext cx="68579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zh-CN" altLang="en-US" sz="1500" dirty="0">
                <a:solidFill>
                  <a:schemeClr val="tx1"/>
                </a:solidFill>
                <a:latin typeface="Microsoft YaHei" panose="020B0503020204020204" pitchFamily="34" charset="-122"/>
                <a:ea typeface="Microsoft YaHei" panose="020B0503020204020204" pitchFamily="34" charset="-122"/>
              </a:rPr>
              <a:t>中间结果</a:t>
            </a:r>
            <a:endParaRPr lang="en-US" altLang="zh-CN" sz="1500" dirty="0">
              <a:solidFill>
                <a:schemeClr val="tx1"/>
              </a:solidFill>
              <a:latin typeface="Microsoft YaHei" panose="020B0503020204020204" pitchFamily="34" charset="-122"/>
              <a:ea typeface="Microsoft YaHei" panose="020B0503020204020204" pitchFamily="34" charset="-122"/>
            </a:endParaRPr>
          </a:p>
        </p:txBody>
      </p:sp>
      <p:sp>
        <p:nvSpPr>
          <p:cNvPr id="26" name="Text Box 14">
            <a:extLst>
              <a:ext uri="{FF2B5EF4-FFF2-40B4-BE49-F238E27FC236}">
                <a16:creationId xmlns:a16="http://schemas.microsoft.com/office/drawing/2014/main" id="{F8B9BFC4-4509-40C8-A6F5-F257C78A6344}"/>
              </a:ext>
            </a:extLst>
          </p:cNvPr>
          <p:cNvSpPr txBox="1">
            <a:spLocks noChangeArrowheads="1"/>
          </p:cNvSpPr>
          <p:nvPr/>
        </p:nvSpPr>
        <p:spPr bwMode="auto">
          <a:xfrm>
            <a:off x="6032898" y="4505325"/>
            <a:ext cx="12025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Final index</a:t>
            </a:r>
          </a:p>
        </p:txBody>
      </p:sp>
      <p:grpSp>
        <p:nvGrpSpPr>
          <p:cNvPr id="27" name="Group 15">
            <a:extLst>
              <a:ext uri="{FF2B5EF4-FFF2-40B4-BE49-F238E27FC236}">
                <a16:creationId xmlns:a16="http://schemas.microsoft.com/office/drawing/2014/main" id="{928B2077-EFE0-40D2-BF37-A76E554721E5}"/>
              </a:ext>
            </a:extLst>
          </p:cNvPr>
          <p:cNvGrpSpPr>
            <a:grpSpLocks/>
          </p:cNvGrpSpPr>
          <p:nvPr/>
        </p:nvGrpSpPr>
        <p:grpSpPr bwMode="auto">
          <a:xfrm>
            <a:off x="2334816" y="3084910"/>
            <a:ext cx="1143000" cy="1546622"/>
            <a:chOff x="0" y="65"/>
            <a:chExt cx="960" cy="1299"/>
          </a:xfrm>
        </p:grpSpPr>
        <p:sp>
          <p:nvSpPr>
            <p:cNvPr id="28" name="Rectangle 16">
              <a:extLst>
                <a:ext uri="{FF2B5EF4-FFF2-40B4-BE49-F238E27FC236}">
                  <a16:creationId xmlns:a16="http://schemas.microsoft.com/office/drawing/2014/main" id="{18D8DF5A-B89F-433B-8C6B-BF35A692F9CD}"/>
                </a:ext>
              </a:extLst>
            </p:cNvPr>
            <p:cNvSpPr>
              <a:spLocks noChangeArrowheads="1"/>
            </p:cNvSpPr>
            <p:nvPr/>
          </p:nvSpPr>
          <p:spPr bwMode="auto">
            <a:xfrm>
              <a:off x="0" y="577"/>
              <a:ext cx="960" cy="252"/>
            </a:xfrm>
            <a:prstGeom prst="rect">
              <a:avLst/>
            </a:prstGeom>
            <a:solidFill>
              <a:srgbClr val="CCFFFF"/>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29" name="Text Box 17">
              <a:extLst>
                <a:ext uri="{FF2B5EF4-FFF2-40B4-BE49-F238E27FC236}">
                  <a16:creationId xmlns:a16="http://schemas.microsoft.com/office/drawing/2014/main" id="{15658073-029E-4D66-8230-69D4A5E0B564}"/>
                </a:ext>
              </a:extLst>
            </p:cNvPr>
            <p:cNvSpPr txBox="1">
              <a:spLocks noChangeArrowheads="1"/>
            </p:cNvSpPr>
            <p:nvPr/>
          </p:nvSpPr>
          <p:spPr bwMode="auto">
            <a:xfrm>
              <a:off x="15" y="65"/>
              <a:ext cx="912" cy="1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(ant, 5)</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(cat, 4)</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4)</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5)</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(eel, 6)</a:t>
              </a:r>
            </a:p>
          </p:txBody>
        </p:sp>
      </p:grpSp>
      <p:sp>
        <p:nvSpPr>
          <p:cNvPr id="30" name="Text Box 18">
            <a:extLst>
              <a:ext uri="{FF2B5EF4-FFF2-40B4-BE49-F238E27FC236}">
                <a16:creationId xmlns:a16="http://schemas.microsoft.com/office/drawing/2014/main" id="{E17A0FD7-1677-4960-8416-C0C12A600C0E}"/>
              </a:ext>
            </a:extLst>
          </p:cNvPr>
          <p:cNvSpPr txBox="1">
            <a:spLocks noChangeArrowheads="1"/>
          </p:cNvSpPr>
          <p:nvPr/>
        </p:nvSpPr>
        <p:spPr bwMode="auto">
          <a:xfrm>
            <a:off x="3398044" y="2728913"/>
            <a:ext cx="73104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Merge</a:t>
            </a:r>
          </a:p>
        </p:txBody>
      </p:sp>
      <p:grpSp>
        <p:nvGrpSpPr>
          <p:cNvPr id="31" name="Group 19">
            <a:extLst>
              <a:ext uri="{FF2B5EF4-FFF2-40B4-BE49-F238E27FC236}">
                <a16:creationId xmlns:a16="http://schemas.microsoft.com/office/drawing/2014/main" id="{37DBC0A7-80CA-45EA-8D98-789E7EAD59B9}"/>
              </a:ext>
            </a:extLst>
          </p:cNvPr>
          <p:cNvGrpSpPr>
            <a:grpSpLocks/>
          </p:cNvGrpSpPr>
          <p:nvPr/>
        </p:nvGrpSpPr>
        <p:grpSpPr bwMode="auto">
          <a:xfrm>
            <a:off x="4100513" y="1155114"/>
            <a:ext cx="1143000" cy="3415901"/>
            <a:chOff x="0" y="73"/>
            <a:chExt cx="960" cy="1538"/>
          </a:xfrm>
        </p:grpSpPr>
        <p:sp>
          <p:nvSpPr>
            <p:cNvPr id="32" name="Rectangle 20">
              <a:extLst>
                <a:ext uri="{FF2B5EF4-FFF2-40B4-BE49-F238E27FC236}">
                  <a16:creationId xmlns:a16="http://schemas.microsoft.com/office/drawing/2014/main" id="{480A7F4D-6B44-406D-BD36-B887F7B1A7A1}"/>
                </a:ext>
              </a:extLst>
            </p:cNvPr>
            <p:cNvSpPr>
              <a:spLocks noChangeArrowheads="1"/>
            </p:cNvSpPr>
            <p:nvPr/>
          </p:nvSpPr>
          <p:spPr bwMode="auto">
            <a:xfrm>
              <a:off x="0" y="753"/>
              <a:ext cx="960" cy="135"/>
            </a:xfrm>
            <a:prstGeom prst="rect">
              <a:avLst/>
            </a:prstGeom>
            <a:solidFill>
              <a:srgbClr val="CCFFFF"/>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3" name="Text Box 21">
              <a:extLst>
                <a:ext uri="{FF2B5EF4-FFF2-40B4-BE49-F238E27FC236}">
                  <a16:creationId xmlns:a16="http://schemas.microsoft.com/office/drawing/2014/main" id="{F31EAC07-3457-4429-99A7-309B26D9F791}"/>
                </a:ext>
              </a:extLst>
            </p:cNvPr>
            <p:cNvSpPr txBox="1">
              <a:spLocks noChangeArrowheads="1"/>
            </p:cNvSpPr>
            <p:nvPr/>
          </p:nvSpPr>
          <p:spPr bwMode="auto">
            <a:xfrm>
              <a:off x="15" y="73"/>
              <a:ext cx="912" cy="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(ant, 5)</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(cat, 2)</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(cat, 4)</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1)</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2)</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3)</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4)</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5)</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(eel, 6)</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(rat, 1)</a:t>
              </a:r>
            </a:p>
            <a:p>
              <a:pPr algn="ct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(rat,  3)</a:t>
              </a:r>
            </a:p>
          </p:txBody>
        </p:sp>
      </p:grpSp>
      <p:grpSp>
        <p:nvGrpSpPr>
          <p:cNvPr id="34" name="Group 22">
            <a:extLst>
              <a:ext uri="{FF2B5EF4-FFF2-40B4-BE49-F238E27FC236}">
                <a16:creationId xmlns:a16="http://schemas.microsoft.com/office/drawing/2014/main" id="{D75416EA-3703-426A-AFD8-4B004144B2E8}"/>
              </a:ext>
            </a:extLst>
          </p:cNvPr>
          <p:cNvGrpSpPr>
            <a:grpSpLocks/>
          </p:cNvGrpSpPr>
          <p:nvPr/>
        </p:nvGrpSpPr>
        <p:grpSpPr bwMode="auto">
          <a:xfrm>
            <a:off x="6421041" y="3929063"/>
            <a:ext cx="400050" cy="571500"/>
            <a:chOff x="0" y="0"/>
            <a:chExt cx="240" cy="288"/>
          </a:xfrm>
        </p:grpSpPr>
        <p:sp>
          <p:nvSpPr>
            <p:cNvPr id="35" name="Oval 23">
              <a:extLst>
                <a:ext uri="{FF2B5EF4-FFF2-40B4-BE49-F238E27FC236}">
                  <a16:creationId xmlns:a16="http://schemas.microsoft.com/office/drawing/2014/main" id="{A53D1ADE-ABEE-4CE7-A555-128182AF8CFB}"/>
                </a:ext>
              </a:extLst>
            </p:cNvPr>
            <p:cNvSpPr>
              <a:spLocks noChangeArrowheads="1"/>
            </p:cNvSpPr>
            <p:nvPr/>
          </p:nvSpPr>
          <p:spPr bwMode="auto">
            <a:xfrm>
              <a:off x="0" y="180"/>
              <a:ext cx="240" cy="108"/>
            </a:xfrm>
            <a:prstGeom prst="ellipse">
              <a:avLst/>
            </a:prstGeom>
            <a:solidFill>
              <a:srgbClr val="66FF99"/>
            </a:solidFill>
            <a:ln w="9525">
              <a:solidFill>
                <a:schemeClr val="tx1"/>
              </a:solidFill>
              <a:round/>
              <a:headEnd/>
              <a:tailEnd/>
            </a:ln>
          </p:spPr>
          <p:txBody>
            <a:bodyPr wrap="none"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6" name="Rectangle 24">
              <a:extLst>
                <a:ext uri="{FF2B5EF4-FFF2-40B4-BE49-F238E27FC236}">
                  <a16:creationId xmlns:a16="http://schemas.microsoft.com/office/drawing/2014/main" id="{FF671137-E149-4B75-80F5-B954630116BA}"/>
                </a:ext>
              </a:extLst>
            </p:cNvPr>
            <p:cNvSpPr>
              <a:spLocks noChangeArrowheads="1"/>
            </p:cNvSpPr>
            <p:nvPr/>
          </p:nvSpPr>
          <p:spPr bwMode="auto">
            <a:xfrm>
              <a:off x="0" y="36"/>
              <a:ext cx="240" cy="216"/>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7" name="Oval 25">
              <a:extLst>
                <a:ext uri="{FF2B5EF4-FFF2-40B4-BE49-F238E27FC236}">
                  <a16:creationId xmlns:a16="http://schemas.microsoft.com/office/drawing/2014/main" id="{F44B8821-8322-47D1-BF64-93782EE646A2}"/>
                </a:ext>
              </a:extLst>
            </p:cNvPr>
            <p:cNvSpPr>
              <a:spLocks noChangeArrowheads="1"/>
            </p:cNvSpPr>
            <p:nvPr/>
          </p:nvSpPr>
          <p:spPr bwMode="auto">
            <a:xfrm>
              <a:off x="0" y="0"/>
              <a:ext cx="240" cy="108"/>
            </a:xfrm>
            <a:prstGeom prst="ellipse">
              <a:avLst/>
            </a:prstGeom>
            <a:solidFill>
              <a:srgbClr val="66FF99"/>
            </a:solidFill>
            <a:ln w="9525">
              <a:solidFill>
                <a:schemeClr val="tx1"/>
              </a:solidFill>
              <a:round/>
              <a:headEnd/>
              <a:tailEnd/>
            </a:ln>
          </p:spPr>
          <p:txBody>
            <a:bodyPr wrap="none"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8" name="Line 26">
              <a:extLst>
                <a:ext uri="{FF2B5EF4-FFF2-40B4-BE49-F238E27FC236}">
                  <a16:creationId xmlns:a16="http://schemas.microsoft.com/office/drawing/2014/main" id="{3D867449-970F-4326-BECD-90276E51DF98}"/>
                </a:ext>
              </a:extLst>
            </p:cNvPr>
            <p:cNvSpPr>
              <a:spLocks noChangeShapeType="1"/>
            </p:cNvSpPr>
            <p:nvPr/>
          </p:nvSpPr>
          <p:spPr bwMode="auto">
            <a:xfrm>
              <a:off x="0" y="36"/>
              <a:ext cx="0" cy="2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350">
                <a:latin typeface="Microsoft YaHei" panose="020B0503020204020204" pitchFamily="34" charset="-122"/>
                <a:ea typeface="Microsoft YaHei" panose="020B0503020204020204" pitchFamily="34" charset="-122"/>
              </a:endParaRPr>
            </a:p>
          </p:txBody>
        </p:sp>
        <p:sp>
          <p:nvSpPr>
            <p:cNvPr id="39" name="Line 27">
              <a:extLst>
                <a:ext uri="{FF2B5EF4-FFF2-40B4-BE49-F238E27FC236}">
                  <a16:creationId xmlns:a16="http://schemas.microsoft.com/office/drawing/2014/main" id="{30682E80-85CC-4A25-A3AB-E5B1AF49462D}"/>
                </a:ext>
              </a:extLst>
            </p:cNvPr>
            <p:cNvSpPr>
              <a:spLocks noChangeShapeType="1"/>
            </p:cNvSpPr>
            <p:nvPr/>
          </p:nvSpPr>
          <p:spPr bwMode="auto">
            <a:xfrm>
              <a:off x="240" y="36"/>
              <a:ext cx="0" cy="2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350">
                <a:latin typeface="Microsoft YaHei" panose="020B0503020204020204" pitchFamily="34" charset="-122"/>
                <a:ea typeface="Microsoft YaHei" panose="020B0503020204020204" pitchFamily="34" charset="-122"/>
              </a:endParaRPr>
            </a:p>
          </p:txBody>
        </p:sp>
      </p:grpSp>
      <p:grpSp>
        <p:nvGrpSpPr>
          <p:cNvPr id="40" name="Group 28">
            <a:extLst>
              <a:ext uri="{FF2B5EF4-FFF2-40B4-BE49-F238E27FC236}">
                <a16:creationId xmlns:a16="http://schemas.microsoft.com/office/drawing/2014/main" id="{F7048705-9E8B-4D54-832C-E2024E6A6B5C}"/>
              </a:ext>
            </a:extLst>
          </p:cNvPr>
          <p:cNvGrpSpPr>
            <a:grpSpLocks/>
          </p:cNvGrpSpPr>
          <p:nvPr/>
        </p:nvGrpSpPr>
        <p:grpSpPr bwMode="auto">
          <a:xfrm>
            <a:off x="5817394" y="1644702"/>
            <a:ext cx="1562100" cy="1546802"/>
            <a:chOff x="0" y="73"/>
            <a:chExt cx="960" cy="1387"/>
          </a:xfrm>
        </p:grpSpPr>
        <p:sp>
          <p:nvSpPr>
            <p:cNvPr id="41" name="Rectangle 29">
              <a:extLst>
                <a:ext uri="{FF2B5EF4-FFF2-40B4-BE49-F238E27FC236}">
                  <a16:creationId xmlns:a16="http://schemas.microsoft.com/office/drawing/2014/main" id="{86FD978C-0347-453A-BABC-BE3D4129B7F9}"/>
                </a:ext>
              </a:extLst>
            </p:cNvPr>
            <p:cNvSpPr>
              <a:spLocks noChangeArrowheads="1"/>
            </p:cNvSpPr>
            <p:nvPr/>
          </p:nvSpPr>
          <p:spPr bwMode="auto">
            <a:xfrm>
              <a:off x="0" y="686"/>
              <a:ext cx="960" cy="269"/>
            </a:xfrm>
            <a:prstGeom prst="rect">
              <a:avLst/>
            </a:prstGeom>
            <a:solidFill>
              <a:srgbClr val="CCFFFF"/>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2" name="Text Box 30">
              <a:extLst>
                <a:ext uri="{FF2B5EF4-FFF2-40B4-BE49-F238E27FC236}">
                  <a16:creationId xmlns:a16="http://schemas.microsoft.com/office/drawing/2014/main" id="{253FC4A6-6A0B-47E0-B5D0-973B92501A9F}"/>
                </a:ext>
              </a:extLst>
            </p:cNvPr>
            <p:cNvSpPr txBox="1">
              <a:spLocks noChangeArrowheads="1"/>
            </p:cNvSpPr>
            <p:nvPr/>
          </p:nvSpPr>
          <p:spPr bwMode="auto">
            <a:xfrm>
              <a:off x="15" y="73"/>
              <a:ext cx="912" cy="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(ant: 2)</a:t>
              </a:r>
            </a:p>
            <a:p>
              <a:pP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(cat: 2,4)</a:t>
              </a:r>
            </a:p>
            <a:p>
              <a:pP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(dog: 1,2,3,4,5)</a:t>
              </a:r>
            </a:p>
            <a:p>
              <a:pP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(eel:  6)</a:t>
              </a:r>
            </a:p>
            <a:p>
              <a:pPr>
                <a:lnSpc>
                  <a:spcPct val="100000"/>
                </a:lnSpc>
                <a:spcBef>
                  <a:spcPct val="5000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(rat: 1, 3)</a:t>
              </a:r>
            </a:p>
          </p:txBody>
        </p:sp>
      </p:grpSp>
      <p:sp>
        <p:nvSpPr>
          <p:cNvPr id="43" name="AutoShape 31">
            <a:extLst>
              <a:ext uri="{FF2B5EF4-FFF2-40B4-BE49-F238E27FC236}">
                <a16:creationId xmlns:a16="http://schemas.microsoft.com/office/drawing/2014/main" id="{04D1F4AE-1764-4914-8440-91DDF4B45F6F}"/>
              </a:ext>
            </a:extLst>
          </p:cNvPr>
          <p:cNvSpPr>
            <a:spLocks noChangeArrowheads="1"/>
          </p:cNvSpPr>
          <p:nvPr/>
        </p:nvSpPr>
        <p:spPr bwMode="auto">
          <a:xfrm>
            <a:off x="3500438" y="3547670"/>
            <a:ext cx="497681" cy="596101"/>
          </a:xfrm>
          <a:prstGeom prst="rightArrow">
            <a:avLst>
              <a:gd name="adj1" fmla="val 50000"/>
              <a:gd name="adj2" fmla="val 36285"/>
            </a:avLst>
          </a:prstGeom>
          <a:solidFill>
            <a:srgbClr val="FFCC99"/>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4" name="AutoShape 32">
            <a:extLst>
              <a:ext uri="{FF2B5EF4-FFF2-40B4-BE49-F238E27FC236}">
                <a16:creationId xmlns:a16="http://schemas.microsoft.com/office/drawing/2014/main" id="{80E62FF5-27FA-4DA0-A178-4BB961B49056}"/>
              </a:ext>
            </a:extLst>
          </p:cNvPr>
          <p:cNvSpPr>
            <a:spLocks noChangeArrowheads="1"/>
          </p:cNvSpPr>
          <p:nvPr/>
        </p:nvSpPr>
        <p:spPr bwMode="auto">
          <a:xfrm>
            <a:off x="5301854" y="2248698"/>
            <a:ext cx="497681" cy="596101"/>
          </a:xfrm>
          <a:prstGeom prst="rightArrow">
            <a:avLst>
              <a:gd name="adj1" fmla="val 50000"/>
              <a:gd name="adj2" fmla="val 36285"/>
            </a:avLst>
          </a:prstGeom>
          <a:solidFill>
            <a:srgbClr val="FFCC99"/>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5" name="Rectangle 33">
            <a:extLst>
              <a:ext uri="{FF2B5EF4-FFF2-40B4-BE49-F238E27FC236}">
                <a16:creationId xmlns:a16="http://schemas.microsoft.com/office/drawing/2014/main" id="{0D92B068-D0ED-417E-988C-94D8C5723589}"/>
              </a:ext>
            </a:extLst>
          </p:cNvPr>
          <p:cNvSpPr>
            <a:spLocks noChangeArrowheads="1"/>
          </p:cNvSpPr>
          <p:nvPr/>
        </p:nvSpPr>
        <p:spPr bwMode="auto">
          <a:xfrm>
            <a:off x="5336382" y="3567113"/>
            <a:ext cx="864394" cy="36195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rgbClr val="FF0000"/>
                </a:solidFill>
                <a:latin typeface="Microsoft YaHei" panose="020B0503020204020204" pitchFamily="34" charset="-122"/>
                <a:ea typeface="Microsoft YaHei" panose="020B0503020204020204" pitchFamily="34" charset="-122"/>
              </a:rPr>
              <a:t>Reduce</a:t>
            </a:r>
          </a:p>
        </p:txBody>
      </p:sp>
      <p:sp>
        <p:nvSpPr>
          <p:cNvPr id="46" name="Line 34">
            <a:extLst>
              <a:ext uri="{FF2B5EF4-FFF2-40B4-BE49-F238E27FC236}">
                <a16:creationId xmlns:a16="http://schemas.microsoft.com/office/drawing/2014/main" id="{C1F51B17-3DCB-4F45-825A-3FD7123136B6}"/>
              </a:ext>
            </a:extLst>
          </p:cNvPr>
          <p:cNvSpPr>
            <a:spLocks noChangeShapeType="1"/>
          </p:cNvSpPr>
          <p:nvPr/>
        </p:nvSpPr>
        <p:spPr bwMode="auto">
          <a:xfrm flipH="1">
            <a:off x="5514976" y="3050382"/>
            <a:ext cx="365522" cy="50839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47" name="Line 35">
            <a:extLst>
              <a:ext uri="{FF2B5EF4-FFF2-40B4-BE49-F238E27FC236}">
                <a16:creationId xmlns:a16="http://schemas.microsoft.com/office/drawing/2014/main" id="{BCA4ED63-2635-4975-954D-CBEA65767264}"/>
              </a:ext>
            </a:extLst>
          </p:cNvPr>
          <p:cNvSpPr>
            <a:spLocks noChangeShapeType="1"/>
          </p:cNvSpPr>
          <p:nvPr/>
        </p:nvSpPr>
        <p:spPr bwMode="auto">
          <a:xfrm>
            <a:off x="5817394" y="3933826"/>
            <a:ext cx="567929" cy="33456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latin typeface="Microsoft YaHei" panose="020B0503020204020204" pitchFamily="34" charset="-122"/>
              <a:ea typeface="Microsoft YaHei" panose="020B0503020204020204" pitchFamily="34" charset="-122"/>
            </a:endParaRPr>
          </a:p>
        </p:txBody>
      </p:sp>
      <p:sp>
        <p:nvSpPr>
          <p:cNvPr id="48" name="AutoShape 37">
            <a:extLst>
              <a:ext uri="{FF2B5EF4-FFF2-40B4-BE49-F238E27FC236}">
                <a16:creationId xmlns:a16="http://schemas.microsoft.com/office/drawing/2014/main" id="{FFA401CD-20F4-4C8E-8C7E-BCD1A1BF1A60}"/>
              </a:ext>
            </a:extLst>
          </p:cNvPr>
          <p:cNvSpPr>
            <a:spLocks noChangeArrowheads="1"/>
          </p:cNvSpPr>
          <p:nvPr/>
        </p:nvSpPr>
        <p:spPr bwMode="auto">
          <a:xfrm rot="5410517">
            <a:off x="6456760" y="3385150"/>
            <a:ext cx="346472" cy="596101"/>
          </a:xfrm>
          <a:prstGeom prst="rightArrow">
            <a:avLst>
              <a:gd name="adj1" fmla="val 50000"/>
              <a:gd name="adj2" fmla="val 21532"/>
            </a:avLst>
          </a:prstGeom>
          <a:solidFill>
            <a:srgbClr val="FFCC99"/>
          </a:solidFill>
          <a:ln w="12700">
            <a:solidFill>
              <a:schemeClr val="tx1"/>
            </a:solidFill>
            <a:miter lim="800000"/>
            <a:headEnd/>
            <a:tailEnd/>
          </a:ln>
        </p:spPr>
        <p:txBody>
          <a:bodyPr anchor="ct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 name="矩形 3">
            <a:extLst>
              <a:ext uri="{FF2B5EF4-FFF2-40B4-BE49-F238E27FC236}">
                <a16:creationId xmlns:a16="http://schemas.microsoft.com/office/drawing/2014/main" id="{12D642B5-37C0-46BD-BF4E-0FE41CD74273}"/>
              </a:ext>
            </a:extLst>
          </p:cNvPr>
          <p:cNvSpPr/>
          <p:nvPr/>
        </p:nvSpPr>
        <p:spPr>
          <a:xfrm>
            <a:off x="1342519" y="2144629"/>
            <a:ext cx="646332" cy="369332"/>
          </a:xfrm>
          <a:prstGeom prst="rect">
            <a:avLst/>
          </a:prstGeom>
        </p:spPr>
        <p:txBody>
          <a:bodyPr wrap="none">
            <a:spAutoFit/>
          </a:bodyPr>
          <a:lstStyle/>
          <a:p>
            <a:pPr algn="ctr">
              <a:lnSpc>
                <a:spcPct val="100000"/>
              </a:lnSpc>
              <a:spcBef>
                <a:spcPct val="50000"/>
              </a:spcBef>
              <a:spcAft>
                <a:spcPct val="0"/>
              </a:spcAft>
              <a:buClrTx/>
              <a:buSzTx/>
              <a:buFont typeface="Arial" panose="020B0604020202020204" pitchFamily="34" charset="0"/>
              <a:buNone/>
            </a:pPr>
            <a:r>
              <a:rPr lang="zh-CN" altLang="en-US" dirty="0">
                <a:latin typeface="Microsoft YaHei" panose="020B0503020204020204" pitchFamily="34" charset="-122"/>
                <a:ea typeface="Microsoft YaHei" panose="020B0503020204020204" pitchFamily="34" charset="-122"/>
              </a:rPr>
              <a:t>磁盘</a:t>
            </a:r>
            <a:endParaRPr lang="en-US" altLang="zh-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16697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48395-6CBC-C4B3-89D4-0EDBEC40A33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1F3926C-849F-4BE3-49D8-0FC580736F95}"/>
              </a:ext>
            </a:extLst>
          </p:cNvPr>
          <p:cNvSpPr txBox="1"/>
          <p:nvPr/>
        </p:nvSpPr>
        <p:spPr>
          <a:xfrm>
            <a:off x="1006545" y="2781596"/>
            <a:ext cx="7458075" cy="642035"/>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分布式数据库</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75C2753E-43C8-ACD3-4875-808BC838F087}"/>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09BE41EF-2BB2-B364-CF3C-2D402DF005EF}"/>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2CA6F7D0-8AD3-82CB-5B51-D8B00DB48FEA}"/>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31B1737C-04C3-7554-9745-FFB813773C0B}"/>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F6D47444-32A9-C8E0-2976-BD5C3F7E08B0}"/>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4DCD6D55-B305-C525-8C04-9EA65F9C53F7}"/>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81E32F58-1DD2-33EF-D657-3CE038CB5AA7}"/>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E1BCE11D-39EB-1D5A-C886-8BEE5030C176}"/>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D7DD14E0-59D9-5C3D-6D82-D7B2AE198880}"/>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160E97BF-8538-BCC6-A897-395365821333}"/>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13850DBD-8DE7-64DD-6F0F-DD5FD29EF02E}"/>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0EF03069-6BCC-37A9-EC91-DBE2D62FED64}"/>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2186BDD6-211A-9129-6870-2EE1E1EF9337}"/>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78C0A3E3-2E56-188D-E009-E05EFDD3E3F8}"/>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2A19C8C9-7367-AEF6-A0DA-D95306E4AD24}"/>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3</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371045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43822F-B583-761B-4AE2-456DC98876AC}"/>
              </a:ext>
            </a:extLst>
          </p:cNvPr>
          <p:cNvSpPr>
            <a:spLocks noGrp="1"/>
          </p:cNvSpPr>
          <p:nvPr>
            <p:ph type="title"/>
          </p:nvPr>
        </p:nvSpPr>
        <p:spPr/>
        <p:txBody>
          <a:bodyPr/>
          <a:lstStyle/>
          <a:p>
            <a:r>
              <a:rPr lang="zh-CN" altLang="en-US" dirty="0"/>
              <a:t>分布式数据库</a:t>
            </a:r>
          </a:p>
        </p:txBody>
      </p:sp>
      <p:sp>
        <p:nvSpPr>
          <p:cNvPr id="16" name="内容占位符 3">
            <a:extLst>
              <a:ext uri="{FF2B5EF4-FFF2-40B4-BE49-F238E27FC236}">
                <a16:creationId xmlns:a16="http://schemas.microsoft.com/office/drawing/2014/main" id="{BC8DD768-2B56-437B-A698-7F73F9A9A0EA}"/>
              </a:ext>
            </a:extLst>
          </p:cNvPr>
          <p:cNvSpPr>
            <a:spLocks noGrp="1"/>
          </p:cNvSpPr>
          <p:nvPr>
            <p:ph idx="1"/>
          </p:nvPr>
        </p:nvSpPr>
        <p:spPr/>
        <p:txBody>
          <a:bodyPr>
            <a:normAutofit fontScale="62500" lnSpcReduction="20000"/>
          </a:bodyPr>
          <a:lstStyle/>
          <a:p>
            <a:pPr marL="257175" indent="-257175">
              <a:buFont typeface="Wingdings" panose="05000000000000000000" pitchFamily="2" charset="2"/>
              <a:buChar char="l"/>
            </a:pPr>
            <a:r>
              <a:rPr lang="zh-CN" altLang="en-US" dirty="0"/>
              <a:t>对于一个分布式数据库，数据可以水平方式分割（一个关系可以分布在不同站点上）或垂直分割（一个关系的模式可以划分成不同部分，分别置于不同站点）</a:t>
            </a:r>
            <a:endParaRPr lang="en-US" altLang="zh-CN" dirty="0"/>
          </a:p>
          <a:p>
            <a:pPr marL="257175" indent="-257175">
              <a:buFont typeface="Wingdings" panose="05000000000000000000" pitchFamily="2" charset="2"/>
              <a:buChar char="l"/>
            </a:pPr>
            <a:r>
              <a:rPr lang="zh-CN" altLang="en-US" dirty="0"/>
              <a:t>同样的思路也可以用来复制数据，使得关系的不同副本被放置于不同站点上</a:t>
            </a:r>
            <a:endParaRPr lang="en-US" altLang="zh-CN" dirty="0"/>
          </a:p>
          <a:p>
            <a:pPr marL="257175" indent="-257175">
              <a:buFont typeface="Wingdings" panose="05000000000000000000" pitchFamily="2" charset="2"/>
              <a:buChar char="l"/>
            </a:pPr>
            <a:r>
              <a:rPr lang="zh-CN" altLang="en-US" dirty="0"/>
              <a:t>分布式查询处理</a:t>
            </a:r>
            <a:endParaRPr lang="en-US" altLang="zh-CN" dirty="0"/>
          </a:p>
          <a:p>
            <a:pPr marL="771525" lvl="1" indent="-257175">
              <a:buFont typeface="Wingdings" panose="05000000000000000000" pitchFamily="2" charset="2"/>
              <a:buChar char="l"/>
            </a:pPr>
            <a:r>
              <a:rPr lang="zh-CN" altLang="en-US" dirty="0"/>
              <a:t>假定需要计算</a:t>
            </a:r>
            <a:r>
              <a:rPr lang="en-US" altLang="zh-CN" dirty="0"/>
              <a:t>R(A,B)⋈ S(B,C)</a:t>
            </a:r>
          </a:p>
          <a:p>
            <a:pPr marL="771525" lvl="1" indent="-257175">
              <a:buFont typeface="Wingdings" panose="05000000000000000000" pitchFamily="2" charset="2"/>
              <a:buChar char="l"/>
            </a:pPr>
            <a:endParaRPr lang="en-US" altLang="zh-CN" dirty="0"/>
          </a:p>
          <a:p>
            <a:pPr marL="771525" lvl="1" indent="-257175">
              <a:buFont typeface="Wingdings" panose="05000000000000000000" pitchFamily="2" charset="2"/>
              <a:buChar char="l"/>
            </a:pPr>
            <a:endParaRPr lang="en-US" altLang="zh-CN" dirty="0"/>
          </a:p>
          <a:p>
            <a:pPr marL="771525" lvl="1" indent="-257175">
              <a:buFont typeface="Wingdings" panose="05000000000000000000" pitchFamily="2" charset="2"/>
              <a:buChar char="l"/>
            </a:pPr>
            <a:endParaRPr lang="en-US" altLang="zh-CN" dirty="0"/>
          </a:p>
          <a:p>
            <a:pPr marL="771525" lvl="1" indent="-257175">
              <a:buFont typeface="Wingdings" panose="05000000000000000000" pitchFamily="2" charset="2"/>
              <a:buChar char="l"/>
            </a:pPr>
            <a:r>
              <a:rPr lang="zh-CN" altLang="en-US" dirty="0"/>
              <a:t>两种方法可以计算连接</a:t>
            </a:r>
            <a:endParaRPr lang="en-US" altLang="zh-CN" dirty="0"/>
          </a:p>
          <a:p>
            <a:pPr marL="1114425" lvl="2" indent="-257175">
              <a:buFont typeface="Wingdings" panose="05000000000000000000" pitchFamily="2" charset="2"/>
              <a:buChar char="l"/>
            </a:pPr>
            <a:r>
              <a:rPr lang="zh-CN" altLang="en-US" dirty="0"/>
              <a:t>将</a:t>
            </a:r>
            <a:r>
              <a:rPr lang="en-US" altLang="zh-CN" dirty="0"/>
              <a:t>R</a:t>
            </a:r>
            <a:r>
              <a:rPr lang="zh-CN" altLang="en-US" dirty="0"/>
              <a:t>拷贝到</a:t>
            </a:r>
            <a:r>
              <a:rPr lang="en-US" altLang="zh-CN" dirty="0"/>
              <a:t>S</a:t>
            </a:r>
            <a:r>
              <a:rPr lang="zh-CN" altLang="en-US" dirty="0"/>
              <a:t>上，计算连接</a:t>
            </a:r>
            <a:endParaRPr lang="en-US" altLang="zh-CN" dirty="0"/>
          </a:p>
          <a:p>
            <a:pPr marL="1114425" lvl="2" indent="-257175">
              <a:buFont typeface="Wingdings" panose="05000000000000000000" pitchFamily="2" charset="2"/>
              <a:buChar char="l"/>
            </a:pPr>
            <a:r>
              <a:rPr lang="zh-CN" altLang="en-US" dirty="0"/>
              <a:t>将</a:t>
            </a:r>
            <a:r>
              <a:rPr lang="en-US" altLang="zh-CN" dirty="0"/>
              <a:t>S</a:t>
            </a:r>
            <a:r>
              <a:rPr lang="zh-CN" altLang="en-US" dirty="0"/>
              <a:t>拷贝到</a:t>
            </a:r>
            <a:r>
              <a:rPr lang="en-US" altLang="zh-CN" dirty="0"/>
              <a:t>R</a:t>
            </a:r>
            <a:r>
              <a:rPr lang="zh-CN" altLang="en-US" dirty="0"/>
              <a:t>上，计算连接</a:t>
            </a:r>
            <a:endParaRPr lang="en-US" altLang="zh-CN" dirty="0"/>
          </a:p>
          <a:p>
            <a:pPr marL="771525" lvl="1" indent="-257175">
              <a:buFont typeface="Wingdings" panose="05000000000000000000" pitchFamily="2" charset="2"/>
              <a:buChar char="l"/>
            </a:pPr>
            <a:r>
              <a:rPr lang="zh-CN" altLang="en-US" dirty="0"/>
              <a:t>问题</a:t>
            </a:r>
            <a:endParaRPr lang="en-US" altLang="zh-CN" dirty="0"/>
          </a:p>
          <a:p>
            <a:pPr marL="1114425" lvl="2" indent="-257175">
              <a:buFont typeface="Wingdings" panose="05000000000000000000" pitchFamily="2" charset="2"/>
              <a:buChar char="l"/>
            </a:pPr>
            <a:r>
              <a:rPr lang="zh-CN" altLang="en-US" dirty="0"/>
              <a:t>若网络通道低通量，则连接的代价将主要集中在关系拷贝上</a:t>
            </a:r>
            <a:endParaRPr lang="en-US" altLang="zh-CN" dirty="0"/>
          </a:p>
          <a:p>
            <a:pPr marL="1114425" lvl="2" indent="-257175">
              <a:buFont typeface="Wingdings" panose="05000000000000000000" pitchFamily="2" charset="2"/>
              <a:buChar char="l"/>
            </a:pPr>
            <a:r>
              <a:rPr lang="zh-CN" altLang="en-US" dirty="0"/>
              <a:t>若网络速度较高，共享属性</a:t>
            </a:r>
            <a:r>
              <a:rPr lang="en-US" altLang="zh-CN" dirty="0"/>
              <a:t>B</a:t>
            </a:r>
            <a:r>
              <a:rPr lang="zh-CN" altLang="en-US" dirty="0"/>
              <a:t>较</a:t>
            </a:r>
            <a:r>
              <a:rPr lang="en-US" altLang="zh-CN" dirty="0"/>
              <a:t>A</a:t>
            </a:r>
            <a:r>
              <a:rPr lang="zh-CN" altLang="en-US" dirty="0"/>
              <a:t>和</a:t>
            </a:r>
            <a:r>
              <a:rPr lang="en-US" altLang="zh-CN" dirty="0"/>
              <a:t>C</a:t>
            </a:r>
            <a:r>
              <a:rPr lang="zh-CN" altLang="en-US" dirty="0"/>
              <a:t>更小，极大浪费通讯和计算资源</a:t>
            </a:r>
          </a:p>
        </p:txBody>
      </p:sp>
      <p:sp>
        <p:nvSpPr>
          <p:cNvPr id="2" name="灯片编号占位符 1">
            <a:extLst>
              <a:ext uri="{FF2B5EF4-FFF2-40B4-BE49-F238E27FC236}">
                <a16:creationId xmlns:a16="http://schemas.microsoft.com/office/drawing/2014/main" id="{3D9D73CA-898C-4FE9-94B8-23DC74A43EF9}"/>
              </a:ext>
            </a:extLst>
          </p:cNvPr>
          <p:cNvSpPr>
            <a:spLocks noGrp="1"/>
          </p:cNvSpPr>
          <p:nvPr>
            <p:ph type="sldNum" sz="quarter" idx="12"/>
          </p:nvPr>
        </p:nvSpPr>
        <p:spPr/>
        <p:txBody>
          <a:bodyPr/>
          <a:lstStyle/>
          <a:p>
            <a:fld id="{D0399D1A-D296-42B7-916E-50FBDB540DBE}" type="slidenum">
              <a:rPr lang="zh-CN" altLang="en-US" smtClean="0"/>
              <a:t>11</a:t>
            </a:fld>
            <a:endParaRPr lang="zh-CN" altLang="en-US"/>
          </a:p>
        </p:txBody>
      </p:sp>
      <p:pic>
        <p:nvPicPr>
          <p:cNvPr id="17" name="Picture 2">
            <a:extLst>
              <a:ext uri="{FF2B5EF4-FFF2-40B4-BE49-F238E27FC236}">
                <a16:creationId xmlns:a16="http://schemas.microsoft.com/office/drawing/2014/main" id="{8A5E6BCF-D970-4D3B-832D-B7816E284E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1947" y="1914015"/>
            <a:ext cx="4362450" cy="160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8" name="圆柱形 8">
            <a:extLst>
              <a:ext uri="{FF2B5EF4-FFF2-40B4-BE49-F238E27FC236}">
                <a16:creationId xmlns:a16="http://schemas.microsoft.com/office/drawing/2014/main" id="{56D61EA9-DD21-4301-9ACE-DE8D0E135DD2}"/>
              </a:ext>
            </a:extLst>
          </p:cNvPr>
          <p:cNvSpPr>
            <a:spLocks noChangeArrowheads="1"/>
          </p:cNvSpPr>
          <p:nvPr/>
        </p:nvSpPr>
        <p:spPr bwMode="auto">
          <a:xfrm>
            <a:off x="928516" y="2551847"/>
            <a:ext cx="810816" cy="485775"/>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3"/>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3"/>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R(A,B)</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19" name="圆柱形 9">
            <a:extLst>
              <a:ext uri="{FF2B5EF4-FFF2-40B4-BE49-F238E27FC236}">
                <a16:creationId xmlns:a16="http://schemas.microsoft.com/office/drawing/2014/main" id="{45D22E42-AE77-4CB3-87AB-D8B0A1513694}"/>
              </a:ext>
            </a:extLst>
          </p:cNvPr>
          <p:cNvSpPr>
            <a:spLocks noChangeArrowheads="1"/>
          </p:cNvSpPr>
          <p:nvPr/>
        </p:nvSpPr>
        <p:spPr bwMode="auto">
          <a:xfrm>
            <a:off x="3319463" y="2551847"/>
            <a:ext cx="809625" cy="485775"/>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3"/>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3"/>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S(B,C)</a:t>
            </a:r>
            <a:endParaRPr lang="zh-CN" altLang="en-US" sz="1350">
              <a:solidFill>
                <a:schemeClr val="tx1"/>
              </a:solidFill>
              <a:latin typeface="Microsoft YaHei" panose="020B0503020204020204" pitchFamily="34" charset="-122"/>
              <a:ea typeface="Microsoft YaHei" panose="020B0503020204020204" pitchFamily="34" charset="-122"/>
            </a:endParaRPr>
          </a:p>
        </p:txBody>
      </p:sp>
      <p:cxnSp>
        <p:nvCxnSpPr>
          <p:cNvPr id="20" name="直接连接符 10">
            <a:extLst>
              <a:ext uri="{FF2B5EF4-FFF2-40B4-BE49-F238E27FC236}">
                <a16:creationId xmlns:a16="http://schemas.microsoft.com/office/drawing/2014/main" id="{2C3676E1-720F-4A8B-A70A-6B3AF71E31C3}"/>
              </a:ext>
            </a:extLst>
          </p:cNvPr>
          <p:cNvCxnSpPr>
            <a:cxnSpLocks noChangeShapeType="1"/>
          </p:cNvCxnSpPr>
          <p:nvPr/>
        </p:nvCxnSpPr>
        <p:spPr bwMode="auto">
          <a:xfrm>
            <a:off x="1783746" y="2773422"/>
            <a:ext cx="14810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1" name="直接连接符 13">
            <a:extLst>
              <a:ext uri="{FF2B5EF4-FFF2-40B4-BE49-F238E27FC236}">
                <a16:creationId xmlns:a16="http://schemas.microsoft.com/office/drawing/2014/main" id="{C6A98DCD-0770-4E52-AA3B-852F77840753}"/>
              </a:ext>
            </a:extLst>
          </p:cNvPr>
          <p:cNvCxnSpPr>
            <a:cxnSpLocks noChangeShapeType="1"/>
          </p:cNvCxnSpPr>
          <p:nvPr/>
        </p:nvCxnSpPr>
        <p:spPr bwMode="auto">
          <a:xfrm>
            <a:off x="1783746" y="2827000"/>
            <a:ext cx="14810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Tree>
    <p:extLst>
      <p:ext uri="{BB962C8B-B14F-4D97-AF65-F5344CB8AC3E}">
        <p14:creationId xmlns:p14="http://schemas.microsoft.com/office/powerpoint/2010/main" val="3530089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0E3A5-FB69-9459-9047-AFA0D95E91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352678B-63B0-376E-EDF9-12CB2A4ECF0B}"/>
              </a:ext>
            </a:extLst>
          </p:cNvPr>
          <p:cNvSpPr txBox="1"/>
          <p:nvPr/>
        </p:nvSpPr>
        <p:spPr>
          <a:xfrm>
            <a:off x="1006545" y="2781596"/>
            <a:ext cx="7458075" cy="642035"/>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分布式查询处理</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43F62708-6AD0-0A09-9BF7-E7D190823ACC}"/>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BD0268BB-667E-91AA-CFF7-62FEF2496E3F}"/>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631E8FEF-5BCB-5E6C-F227-56CBE69FEFCE}"/>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AEC65CF9-5944-BED1-DE35-DA9372DA8DD6}"/>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5934D318-4625-83B3-7688-2A235AA7178A}"/>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44A76507-3553-13AA-6013-D9D2C976312A}"/>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6BBA9079-CFA3-FFAD-C85C-CAA9BDAE30EE}"/>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092A057F-0AA0-7C09-E8C9-1CBB3D332E4B}"/>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C00F98AF-97A7-45A5-42D3-7C2E06038C59}"/>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6211A8B9-947F-2C89-AEE9-8CF80D89B6A5}"/>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70FC8C6C-645E-8408-3EFD-2CFDCA80EC40}"/>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9A0E03E9-2D5E-4C22-4B04-5C12E762E160}"/>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E236AACC-138E-8EB9-980E-B855195EA5CF}"/>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C0170474-5564-B8CE-AE23-81C9D1C37472}"/>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58B62D0B-95E8-E6A1-25B5-A9B310041995}"/>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4</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141626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02ADECC-5DAF-1C2D-EBE1-EC55ED354AF7}"/>
              </a:ext>
            </a:extLst>
          </p:cNvPr>
          <p:cNvSpPr>
            <a:spLocks noGrp="1"/>
          </p:cNvSpPr>
          <p:nvPr>
            <p:ph type="title"/>
          </p:nvPr>
        </p:nvSpPr>
        <p:spPr/>
        <p:txBody>
          <a:bodyPr/>
          <a:lstStyle/>
          <a:p>
            <a:r>
              <a:rPr lang="zh-CN" altLang="en-US" dirty="0"/>
              <a:t>分布式查询处理</a:t>
            </a:r>
          </a:p>
        </p:txBody>
      </p:sp>
      <p:sp>
        <p:nvSpPr>
          <p:cNvPr id="28" name="内容占位符 3">
            <a:extLst>
              <a:ext uri="{FF2B5EF4-FFF2-40B4-BE49-F238E27FC236}">
                <a16:creationId xmlns:a16="http://schemas.microsoft.com/office/drawing/2014/main" id="{F06C5DD3-9EFF-43EA-8D0D-C6BF628122AB}"/>
              </a:ext>
            </a:extLst>
          </p:cNvPr>
          <p:cNvSpPr>
            <a:spLocks noGrp="1"/>
          </p:cNvSpPr>
          <p:nvPr>
            <p:ph idx="1"/>
          </p:nvPr>
        </p:nvSpPr>
        <p:spPr/>
        <p:txBody>
          <a:bodyPr>
            <a:normAutofit fontScale="70000" lnSpcReduction="20000"/>
          </a:bodyPr>
          <a:lstStyle/>
          <a:p>
            <a:pPr marL="257175" indent="-257175">
              <a:buFont typeface="Wingdings" panose="05000000000000000000" pitchFamily="2" charset="2"/>
              <a:buChar char="l"/>
            </a:pPr>
            <a:r>
              <a:rPr lang="zh-CN" altLang="en-US" dirty="0"/>
              <a:t>半连接简化</a:t>
            </a:r>
            <a:endParaRPr lang="en-US" altLang="zh-CN" dirty="0"/>
          </a:p>
          <a:p>
            <a:pPr marL="771525" lvl="1" indent="-257175">
              <a:buFont typeface="Wingdings" panose="05000000000000000000" pitchFamily="2" charset="2"/>
              <a:buChar char="l"/>
            </a:pPr>
            <a:r>
              <a:rPr lang="zh-CN" altLang="en-US" dirty="0"/>
              <a:t>为了降低通讯和计算开销，通讯需要聚焦于“相关”关系部分</a:t>
            </a:r>
            <a:endParaRPr lang="en-US" altLang="zh-CN" dirty="0"/>
          </a:p>
          <a:p>
            <a:pPr marL="257175" indent="-257175">
              <a:buFont typeface="Wingdings" panose="05000000000000000000" pitchFamily="2" charset="2"/>
              <a:buChar char="l"/>
            </a:pPr>
            <a:r>
              <a:rPr lang="zh-CN" altLang="en-US" dirty="0"/>
              <a:t>考虑不同站点上多个关系自然连接</a:t>
            </a:r>
            <a:endParaRPr lang="en-US" altLang="zh-CN" dirty="0"/>
          </a:p>
          <a:p>
            <a:pPr marL="771525" lvl="1" indent="-257175">
              <a:buFont typeface="Wingdings" panose="05000000000000000000" pitchFamily="2" charset="2"/>
              <a:buChar char="l"/>
            </a:pPr>
            <a:r>
              <a:rPr lang="zh-CN" altLang="en-US" dirty="0"/>
              <a:t>需要多个</a:t>
            </a:r>
            <a:r>
              <a:rPr lang="en-US" altLang="zh-CN" dirty="0" err="1"/>
              <a:t>semijoin</a:t>
            </a:r>
            <a:r>
              <a:rPr lang="zh-CN" altLang="en-US" dirty="0"/>
              <a:t>消除连接的悬挂元组</a:t>
            </a:r>
            <a:endParaRPr lang="en-US" altLang="zh-CN" dirty="0"/>
          </a:p>
          <a:p>
            <a:pPr marL="771525" lvl="1" indent="-257175">
              <a:buFont typeface="Wingdings" panose="05000000000000000000" pitchFamily="2" charset="2"/>
              <a:buChar char="l"/>
            </a:pPr>
            <a:r>
              <a:rPr lang="zh-CN" altLang="en-US" dirty="0"/>
              <a:t>可能不存在</a:t>
            </a:r>
            <a:r>
              <a:rPr lang="en-US" altLang="zh-CN" dirty="0" err="1"/>
              <a:t>semijoin</a:t>
            </a:r>
            <a:r>
              <a:rPr lang="zh-CN" altLang="en-US" dirty="0"/>
              <a:t>消除所有悬挂元组</a:t>
            </a:r>
            <a:endParaRPr lang="en-US" altLang="zh-CN" dirty="0"/>
          </a:p>
          <a:p>
            <a:pPr marL="771525" lvl="1" indent="-257175">
              <a:buFont typeface="Wingdings" panose="05000000000000000000" pitchFamily="2" charset="2"/>
              <a:buChar char="l"/>
            </a:pPr>
            <a:r>
              <a:rPr lang="zh-CN" altLang="en-US" dirty="0"/>
              <a:t>需要标识关系模式集使</a:t>
            </a:r>
            <a:r>
              <a:rPr lang="en-US" altLang="zh-CN" dirty="0" err="1"/>
              <a:t>semijoin</a:t>
            </a:r>
            <a:r>
              <a:rPr lang="zh-CN" altLang="en-US" dirty="0"/>
              <a:t>更有效</a:t>
            </a:r>
            <a:endParaRPr lang="en-US" altLang="zh-CN" dirty="0"/>
          </a:p>
          <a:p>
            <a:pPr marL="257175" indent="-257175">
              <a:buFont typeface="Wingdings" panose="05000000000000000000" pitchFamily="2" charset="2"/>
              <a:buChar char="l"/>
            </a:pPr>
            <a:r>
              <a:rPr lang="zh-CN" altLang="en-US" dirty="0"/>
              <a:t>超图</a:t>
            </a:r>
            <a:endParaRPr lang="en-US" altLang="zh-CN" dirty="0"/>
          </a:p>
          <a:p>
            <a:pPr marL="771525" lvl="1" indent="-257175">
              <a:buFont typeface="Wingdings" panose="05000000000000000000" pitchFamily="2" charset="2"/>
              <a:buChar char="l"/>
            </a:pPr>
            <a:r>
              <a:rPr lang="zh-CN" altLang="en-US" dirty="0"/>
              <a:t>超图</a:t>
            </a:r>
            <a:r>
              <a:rPr lang="en-US" altLang="zh-CN" dirty="0">
                <a:sym typeface="Wingdings" panose="05000000000000000000" pitchFamily="2" charset="2"/>
              </a:rPr>
              <a:t></a:t>
            </a:r>
            <a:r>
              <a:rPr lang="zh-CN" altLang="en-US" dirty="0"/>
              <a:t>节点：属性名；边：关系属性集</a:t>
            </a:r>
            <a:endParaRPr lang="en-US" altLang="zh-CN" dirty="0"/>
          </a:p>
          <a:p>
            <a:pPr marL="771525" lvl="1" indent="-257175">
              <a:buFont typeface="Wingdings" panose="05000000000000000000" pitchFamily="2" charset="2"/>
              <a:buChar char="l"/>
            </a:pPr>
            <a:r>
              <a:rPr lang="en-US" altLang="zh-CN" dirty="0"/>
              <a:t>R(A,B)</a:t>
            </a:r>
            <a:r>
              <a:rPr lang="en-US" altLang="zh-CN" dirty="0">
                <a:sym typeface="Symbol" charset="2"/>
              </a:rPr>
              <a:t>⋈S(B,C)⋈T(C,A)</a:t>
            </a:r>
          </a:p>
          <a:p>
            <a:pPr marL="771525" lvl="1" indent="-257175">
              <a:buFont typeface="Wingdings" panose="05000000000000000000" pitchFamily="2" charset="2"/>
              <a:buChar char="l"/>
            </a:pPr>
            <a:r>
              <a:rPr lang="zh-CN" altLang="en-US" dirty="0">
                <a:sym typeface="Symbol" charset="2"/>
              </a:rPr>
              <a:t>“耳朵”超边</a:t>
            </a:r>
            <a:r>
              <a:rPr lang="en-US" altLang="zh-CN" dirty="0">
                <a:sym typeface="Symbol" charset="2"/>
              </a:rPr>
              <a:t>H</a:t>
            </a:r>
            <a:r>
              <a:rPr lang="zh-CN" altLang="en-US" dirty="0">
                <a:sym typeface="Symbol" charset="2"/>
              </a:rPr>
              <a:t>：其部分节点包含于超边</a:t>
            </a:r>
            <a:r>
              <a:rPr lang="en-US" altLang="zh-CN" dirty="0">
                <a:sym typeface="Symbol" charset="2"/>
              </a:rPr>
              <a:t>G</a:t>
            </a:r>
          </a:p>
          <a:p>
            <a:pPr marL="257175" indent="-257175">
              <a:buFont typeface="Wingdings" panose="05000000000000000000" pitchFamily="2" charset="2"/>
              <a:buChar char="l"/>
            </a:pPr>
            <a:r>
              <a:rPr lang="zh-CN" altLang="en-US" dirty="0"/>
              <a:t>无环超图约简</a:t>
            </a:r>
            <a:endParaRPr lang="en-US" altLang="zh-CN" dirty="0"/>
          </a:p>
          <a:p>
            <a:pPr marL="771525" lvl="1" indent="-257175">
              <a:buFont typeface="Wingdings" panose="05000000000000000000" pitchFamily="2" charset="2"/>
              <a:buChar char="l"/>
            </a:pPr>
            <a:r>
              <a:rPr lang="zh-CN" altLang="en-US" dirty="0"/>
              <a:t>通过一系列“耳朵”约简可转换为单一超边</a:t>
            </a:r>
            <a:endParaRPr lang="en-US" altLang="zh-CN" dirty="0"/>
          </a:p>
          <a:p>
            <a:pPr marL="771525" lvl="1" indent="-257175">
              <a:buFont typeface="Wingdings" panose="05000000000000000000" pitchFamily="2" charset="2"/>
              <a:buChar char="l"/>
            </a:pPr>
            <a:r>
              <a:rPr lang="zh-CN" altLang="en-US" dirty="0"/>
              <a:t>约简：去除“耳朵”超边及其节点</a:t>
            </a:r>
            <a:endParaRPr lang="en-US" altLang="zh-CN" dirty="0"/>
          </a:p>
          <a:p>
            <a:pPr marL="771525" lvl="1" indent="-257175">
              <a:buFont typeface="Wingdings" panose="05000000000000000000" pitchFamily="2" charset="2"/>
              <a:buChar char="l"/>
            </a:pPr>
            <a:endParaRPr lang="zh-CN" altLang="en-US" dirty="0"/>
          </a:p>
        </p:txBody>
      </p:sp>
      <p:sp>
        <p:nvSpPr>
          <p:cNvPr id="2" name="灯片编号占位符 1">
            <a:extLst>
              <a:ext uri="{FF2B5EF4-FFF2-40B4-BE49-F238E27FC236}">
                <a16:creationId xmlns:a16="http://schemas.microsoft.com/office/drawing/2014/main" id="{0B3C3AB0-2388-4253-BF94-6E34F9C4E26B}"/>
              </a:ext>
            </a:extLst>
          </p:cNvPr>
          <p:cNvSpPr>
            <a:spLocks noGrp="1"/>
          </p:cNvSpPr>
          <p:nvPr>
            <p:ph type="sldNum" sz="quarter" idx="12"/>
          </p:nvPr>
        </p:nvSpPr>
        <p:spPr/>
        <p:txBody>
          <a:bodyPr/>
          <a:lstStyle/>
          <a:p>
            <a:fld id="{D0399D1A-D296-42B7-916E-50FBDB540DBE}" type="slidenum">
              <a:rPr lang="zh-CN" altLang="en-US" smtClean="0"/>
              <a:t>13</a:t>
            </a:fld>
            <a:endParaRPr lang="zh-CN" altLang="en-US"/>
          </a:p>
        </p:txBody>
      </p:sp>
      <p:sp>
        <p:nvSpPr>
          <p:cNvPr id="16" name="圆柱形 4">
            <a:extLst>
              <a:ext uri="{FF2B5EF4-FFF2-40B4-BE49-F238E27FC236}">
                <a16:creationId xmlns:a16="http://schemas.microsoft.com/office/drawing/2014/main" id="{AEA6CFCD-FE3B-49B1-8E82-95130C33BBA0}"/>
              </a:ext>
            </a:extLst>
          </p:cNvPr>
          <p:cNvSpPr>
            <a:spLocks noChangeArrowheads="1"/>
          </p:cNvSpPr>
          <p:nvPr/>
        </p:nvSpPr>
        <p:spPr bwMode="auto">
          <a:xfrm>
            <a:off x="4714589" y="1799082"/>
            <a:ext cx="809625" cy="485775"/>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R(A,B)</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17" name="圆柱形 5">
            <a:extLst>
              <a:ext uri="{FF2B5EF4-FFF2-40B4-BE49-F238E27FC236}">
                <a16:creationId xmlns:a16="http://schemas.microsoft.com/office/drawing/2014/main" id="{1218168E-4671-4DA3-8BAF-AF126DD7F713}"/>
              </a:ext>
            </a:extLst>
          </p:cNvPr>
          <p:cNvSpPr>
            <a:spLocks noChangeArrowheads="1"/>
          </p:cNvSpPr>
          <p:nvPr/>
        </p:nvSpPr>
        <p:spPr bwMode="auto">
          <a:xfrm>
            <a:off x="8009049" y="1799082"/>
            <a:ext cx="809625" cy="485775"/>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S(B,C)</a:t>
            </a:r>
            <a:endParaRPr lang="zh-CN" altLang="en-US" sz="1350">
              <a:solidFill>
                <a:schemeClr val="tx1"/>
              </a:solidFill>
              <a:latin typeface="Microsoft YaHei" panose="020B0503020204020204" pitchFamily="34" charset="-122"/>
              <a:ea typeface="Microsoft YaHei" panose="020B0503020204020204" pitchFamily="34" charset="-122"/>
            </a:endParaRPr>
          </a:p>
        </p:txBody>
      </p:sp>
      <p:cxnSp>
        <p:nvCxnSpPr>
          <p:cNvPr id="18" name="直接连接符 6">
            <a:extLst>
              <a:ext uri="{FF2B5EF4-FFF2-40B4-BE49-F238E27FC236}">
                <a16:creationId xmlns:a16="http://schemas.microsoft.com/office/drawing/2014/main" id="{932D5B10-9078-43A5-B764-D5B5DA283DA3}"/>
              </a:ext>
            </a:extLst>
          </p:cNvPr>
          <p:cNvCxnSpPr>
            <a:cxnSpLocks noChangeShapeType="1"/>
          </p:cNvCxnSpPr>
          <p:nvPr/>
        </p:nvCxnSpPr>
        <p:spPr bwMode="auto">
          <a:xfrm>
            <a:off x="5632561" y="2014585"/>
            <a:ext cx="2214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9" name="直接连接符 7">
            <a:extLst>
              <a:ext uri="{FF2B5EF4-FFF2-40B4-BE49-F238E27FC236}">
                <a16:creationId xmlns:a16="http://schemas.microsoft.com/office/drawing/2014/main" id="{4D9EC467-46AE-4119-AD49-23CD3D617120}"/>
              </a:ext>
            </a:extLst>
          </p:cNvPr>
          <p:cNvCxnSpPr>
            <a:cxnSpLocks noChangeShapeType="1"/>
          </p:cNvCxnSpPr>
          <p:nvPr/>
        </p:nvCxnSpPr>
        <p:spPr bwMode="auto">
          <a:xfrm>
            <a:off x="5632561" y="2068163"/>
            <a:ext cx="2214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0" name="直接箭头连接符 8">
            <a:extLst>
              <a:ext uri="{FF2B5EF4-FFF2-40B4-BE49-F238E27FC236}">
                <a16:creationId xmlns:a16="http://schemas.microsoft.com/office/drawing/2014/main" id="{52202D60-4A8B-4366-9AA3-E47E3C381EF1}"/>
              </a:ext>
            </a:extLst>
          </p:cNvPr>
          <p:cNvCxnSpPr>
            <a:cxnSpLocks noChangeShapeType="1"/>
          </p:cNvCxnSpPr>
          <p:nvPr/>
        </p:nvCxnSpPr>
        <p:spPr bwMode="auto">
          <a:xfrm flipH="1">
            <a:off x="6118336" y="1852660"/>
            <a:ext cx="1079897"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1" name="直接箭头连接符 11">
            <a:extLst>
              <a:ext uri="{FF2B5EF4-FFF2-40B4-BE49-F238E27FC236}">
                <a16:creationId xmlns:a16="http://schemas.microsoft.com/office/drawing/2014/main" id="{29A16F72-A8CD-41D7-BC48-B07C5427C648}"/>
              </a:ext>
            </a:extLst>
          </p:cNvPr>
          <p:cNvCxnSpPr>
            <a:cxnSpLocks noChangeShapeType="1"/>
          </p:cNvCxnSpPr>
          <p:nvPr/>
        </p:nvCxnSpPr>
        <p:spPr bwMode="auto">
          <a:xfrm flipH="1">
            <a:off x="6177868" y="2207466"/>
            <a:ext cx="1079897" cy="0"/>
          </a:xfrm>
          <a:prstGeom prst="straightConnector1">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2" name="矩形 10">
            <a:extLst>
              <a:ext uri="{FF2B5EF4-FFF2-40B4-BE49-F238E27FC236}">
                <a16:creationId xmlns:a16="http://schemas.microsoft.com/office/drawing/2014/main" id="{5B3AA26A-4FEF-461E-8C83-6F74C08E6EBB}"/>
              </a:ext>
            </a:extLst>
          </p:cNvPr>
          <p:cNvSpPr>
            <a:spLocks noChangeArrowheads="1"/>
          </p:cNvSpPr>
          <p:nvPr/>
        </p:nvSpPr>
        <p:spPr bwMode="auto">
          <a:xfrm>
            <a:off x="7198233" y="1714548"/>
            <a:ext cx="59824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Л</a:t>
            </a:r>
            <a:r>
              <a:rPr lang="en-US" altLang="zh-CN" sz="1350" baseline="-25000">
                <a:solidFill>
                  <a:schemeClr val="tx1"/>
                </a:solidFill>
                <a:latin typeface="Microsoft YaHei" panose="020B0503020204020204" pitchFamily="34" charset="-122"/>
                <a:ea typeface="Microsoft YaHei" panose="020B0503020204020204" pitchFamily="34" charset="-122"/>
              </a:rPr>
              <a:t>B</a:t>
            </a:r>
            <a:r>
              <a:rPr lang="en-US" altLang="zh-CN" sz="1350">
                <a:solidFill>
                  <a:schemeClr val="tx1"/>
                </a:solidFill>
                <a:latin typeface="Microsoft YaHei" panose="020B0503020204020204" pitchFamily="34" charset="-122"/>
                <a:ea typeface="Microsoft YaHei" panose="020B0503020204020204" pitchFamily="34" charset="-122"/>
              </a:rPr>
              <a:t>(S)</a:t>
            </a:r>
            <a:endParaRPr lang="zh-CN" altLang="en-US" sz="1350">
              <a:solidFill>
                <a:schemeClr val="tx1"/>
              </a:solidFill>
              <a:latin typeface="Microsoft YaHei" panose="020B0503020204020204" pitchFamily="34" charset="-122"/>
              <a:ea typeface="Microsoft YaHei" panose="020B0503020204020204" pitchFamily="34" charset="-122"/>
            </a:endParaRPr>
          </a:p>
          <a:p>
            <a:pPr eaLnBrk="1" hangingPunct="1">
              <a:lnSpc>
                <a:spcPct val="100000"/>
              </a:lnSpc>
              <a:spcBef>
                <a:spcPct val="0"/>
              </a:spcBef>
              <a:spcAft>
                <a:spcPct val="0"/>
              </a:spcAft>
              <a:buClrTx/>
              <a:buSzTx/>
              <a:buFont typeface="Arial" panose="020B0604020202020204" pitchFamily="34" charset="0"/>
              <a:buNone/>
            </a:pP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3" name="矩形 12">
            <a:extLst>
              <a:ext uri="{FF2B5EF4-FFF2-40B4-BE49-F238E27FC236}">
                <a16:creationId xmlns:a16="http://schemas.microsoft.com/office/drawing/2014/main" id="{6A590A9B-D75A-42BF-98D1-F5C5ECD9190D}"/>
              </a:ext>
            </a:extLst>
          </p:cNvPr>
          <p:cNvSpPr>
            <a:spLocks noChangeArrowheads="1"/>
          </p:cNvSpPr>
          <p:nvPr/>
        </p:nvSpPr>
        <p:spPr bwMode="auto">
          <a:xfrm>
            <a:off x="5632562" y="2068163"/>
            <a:ext cx="52770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R⋉S</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4" name="圆角矩形标注 13">
            <a:extLst>
              <a:ext uri="{FF2B5EF4-FFF2-40B4-BE49-F238E27FC236}">
                <a16:creationId xmlns:a16="http://schemas.microsoft.com/office/drawing/2014/main" id="{278F5E96-3CB2-4D05-B1E2-49C470D5EF07}"/>
              </a:ext>
            </a:extLst>
          </p:cNvPr>
          <p:cNvSpPr>
            <a:spLocks noChangeArrowheads="1"/>
          </p:cNvSpPr>
          <p:nvPr/>
        </p:nvSpPr>
        <p:spPr bwMode="auto">
          <a:xfrm>
            <a:off x="7414927" y="995410"/>
            <a:ext cx="1620441" cy="610791"/>
          </a:xfrm>
          <a:prstGeom prst="wedgeRoundRectCallout">
            <a:avLst>
              <a:gd name="adj1" fmla="val -43787"/>
              <a:gd name="adj2" fmla="val 76718"/>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25" name="圆角矩形标注 15">
            <a:extLst>
              <a:ext uri="{FF2B5EF4-FFF2-40B4-BE49-F238E27FC236}">
                <a16:creationId xmlns:a16="http://schemas.microsoft.com/office/drawing/2014/main" id="{A1AD16B6-1FB2-4109-834A-959B41DEAA91}"/>
              </a:ext>
            </a:extLst>
          </p:cNvPr>
          <p:cNvSpPr>
            <a:spLocks noChangeArrowheads="1"/>
          </p:cNvSpPr>
          <p:nvPr/>
        </p:nvSpPr>
        <p:spPr bwMode="auto">
          <a:xfrm rot="10800000">
            <a:off x="5740908" y="2513458"/>
            <a:ext cx="1619250" cy="610790"/>
          </a:xfrm>
          <a:prstGeom prst="wedgeRoundRectCallout">
            <a:avLst>
              <a:gd name="adj1" fmla="val 42495"/>
              <a:gd name="adj2" fmla="val 86435"/>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26" name="矩形 14">
            <a:extLst>
              <a:ext uri="{FF2B5EF4-FFF2-40B4-BE49-F238E27FC236}">
                <a16:creationId xmlns:a16="http://schemas.microsoft.com/office/drawing/2014/main" id="{6F589F61-2B8F-4A7E-978A-66827CD21861}"/>
              </a:ext>
            </a:extLst>
          </p:cNvPr>
          <p:cNvSpPr>
            <a:spLocks noChangeArrowheads="1"/>
          </p:cNvSpPr>
          <p:nvPr/>
        </p:nvSpPr>
        <p:spPr bwMode="auto">
          <a:xfrm>
            <a:off x="5723301" y="2576560"/>
            <a:ext cx="178305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Eliminate dangling </a:t>
            </a:r>
          </a:p>
          <a:p>
            <a:pPr algn="ct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tuples of  R</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7" name="矩形 16">
            <a:extLst>
              <a:ext uri="{FF2B5EF4-FFF2-40B4-BE49-F238E27FC236}">
                <a16:creationId xmlns:a16="http://schemas.microsoft.com/office/drawing/2014/main" id="{C952DDE6-8CCE-48DD-AA17-C00BE69C49FF}"/>
              </a:ext>
            </a:extLst>
          </p:cNvPr>
          <p:cNvSpPr>
            <a:spLocks noChangeArrowheads="1"/>
          </p:cNvSpPr>
          <p:nvPr/>
        </p:nvSpPr>
        <p:spPr bwMode="auto">
          <a:xfrm>
            <a:off x="7313551" y="1058514"/>
            <a:ext cx="189224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Eliminate duplicates </a:t>
            </a:r>
          </a:p>
          <a:p>
            <a:pPr algn="ct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of attribute B of S</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9" name="矩形 2">
            <a:extLst>
              <a:ext uri="{FF2B5EF4-FFF2-40B4-BE49-F238E27FC236}">
                <a16:creationId xmlns:a16="http://schemas.microsoft.com/office/drawing/2014/main" id="{94A89E54-5198-4402-93B3-E7A7A7B6B70A}"/>
              </a:ext>
            </a:extLst>
          </p:cNvPr>
          <p:cNvSpPr>
            <a:spLocks noChangeArrowheads="1"/>
          </p:cNvSpPr>
          <p:nvPr/>
        </p:nvSpPr>
        <p:spPr bwMode="auto">
          <a:xfrm>
            <a:off x="5870362" y="3737821"/>
            <a:ext cx="31931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dirty="0">
                <a:solidFill>
                  <a:schemeClr val="tx1"/>
                </a:solidFill>
                <a:latin typeface="Microsoft YaHei" panose="020B0503020204020204" pitchFamily="34" charset="-122"/>
                <a:ea typeface="Microsoft YaHei" panose="020B0503020204020204" pitchFamily="34" charset="-122"/>
              </a:rPr>
              <a:t>A</a:t>
            </a:r>
            <a:endParaRPr lang="zh-CN" altLang="en-US" sz="1500" dirty="0">
              <a:solidFill>
                <a:schemeClr val="tx1"/>
              </a:solidFill>
              <a:latin typeface="Microsoft YaHei" panose="020B0503020204020204" pitchFamily="34" charset="-122"/>
              <a:ea typeface="Microsoft YaHei" panose="020B0503020204020204" pitchFamily="34" charset="-122"/>
            </a:endParaRPr>
          </a:p>
        </p:txBody>
      </p:sp>
      <p:sp>
        <p:nvSpPr>
          <p:cNvPr id="30" name="矩形 5">
            <a:extLst>
              <a:ext uri="{FF2B5EF4-FFF2-40B4-BE49-F238E27FC236}">
                <a16:creationId xmlns:a16="http://schemas.microsoft.com/office/drawing/2014/main" id="{322A3340-2D81-483F-882F-81951C224E4A}"/>
              </a:ext>
            </a:extLst>
          </p:cNvPr>
          <p:cNvSpPr>
            <a:spLocks noChangeArrowheads="1"/>
          </p:cNvSpPr>
          <p:nvPr/>
        </p:nvSpPr>
        <p:spPr bwMode="auto">
          <a:xfrm>
            <a:off x="7120518" y="3736630"/>
            <a:ext cx="31290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B</a:t>
            </a:r>
            <a:endParaRPr lang="zh-CN" altLang="en-US" sz="1500">
              <a:solidFill>
                <a:schemeClr val="tx1"/>
              </a:solidFill>
              <a:latin typeface="Microsoft YaHei" panose="020B0503020204020204" pitchFamily="34" charset="-122"/>
              <a:ea typeface="Microsoft YaHei" panose="020B0503020204020204" pitchFamily="34" charset="-122"/>
            </a:endParaRPr>
          </a:p>
        </p:txBody>
      </p:sp>
      <p:sp>
        <p:nvSpPr>
          <p:cNvPr id="31" name="矩形 6">
            <a:extLst>
              <a:ext uri="{FF2B5EF4-FFF2-40B4-BE49-F238E27FC236}">
                <a16:creationId xmlns:a16="http://schemas.microsoft.com/office/drawing/2014/main" id="{47544828-E72F-45FC-A8CA-B54C69C93BCB}"/>
              </a:ext>
            </a:extLst>
          </p:cNvPr>
          <p:cNvSpPr>
            <a:spLocks noChangeArrowheads="1"/>
          </p:cNvSpPr>
          <p:nvPr/>
        </p:nvSpPr>
        <p:spPr bwMode="auto">
          <a:xfrm>
            <a:off x="6495440" y="4530550"/>
            <a:ext cx="3241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C</a:t>
            </a:r>
            <a:endParaRPr lang="zh-CN" altLang="en-US" sz="1500">
              <a:solidFill>
                <a:schemeClr val="tx1"/>
              </a:solidFill>
              <a:latin typeface="Microsoft YaHei" panose="020B0503020204020204" pitchFamily="34" charset="-122"/>
              <a:ea typeface="Microsoft YaHei" panose="020B0503020204020204" pitchFamily="34" charset="-122"/>
            </a:endParaRPr>
          </a:p>
        </p:txBody>
      </p:sp>
      <p:sp>
        <p:nvSpPr>
          <p:cNvPr id="32" name="椭圆 4">
            <a:extLst>
              <a:ext uri="{FF2B5EF4-FFF2-40B4-BE49-F238E27FC236}">
                <a16:creationId xmlns:a16="http://schemas.microsoft.com/office/drawing/2014/main" id="{421D1D93-CBDE-4068-A9E2-AC80DCE69A56}"/>
              </a:ext>
            </a:extLst>
          </p:cNvPr>
          <p:cNvSpPr>
            <a:spLocks noChangeArrowheads="1"/>
          </p:cNvSpPr>
          <p:nvPr/>
        </p:nvSpPr>
        <p:spPr bwMode="auto">
          <a:xfrm rot="19297090">
            <a:off x="6095390" y="3495383"/>
            <a:ext cx="478631" cy="1560909"/>
          </a:xfrm>
          <a:prstGeom prst="ellipse">
            <a:avLst/>
          </a:prstGeom>
          <a:noFill/>
          <a:ln w="19050">
            <a:solidFill>
              <a:srgbClr val="92D050"/>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050">
              <a:solidFill>
                <a:schemeClr val="tx1"/>
              </a:solidFill>
              <a:latin typeface="Microsoft YaHei" panose="020B0503020204020204" pitchFamily="34" charset="-122"/>
              <a:ea typeface="Microsoft YaHei" panose="020B0503020204020204" pitchFamily="34" charset="-122"/>
            </a:endParaRPr>
          </a:p>
        </p:txBody>
      </p:sp>
      <p:sp>
        <p:nvSpPr>
          <p:cNvPr id="33" name="椭圆 8">
            <a:extLst>
              <a:ext uri="{FF2B5EF4-FFF2-40B4-BE49-F238E27FC236}">
                <a16:creationId xmlns:a16="http://schemas.microsoft.com/office/drawing/2014/main" id="{3C936486-52EB-4710-9FD6-F76C950A4D2C}"/>
              </a:ext>
            </a:extLst>
          </p:cNvPr>
          <p:cNvSpPr>
            <a:spLocks noChangeArrowheads="1"/>
          </p:cNvSpPr>
          <p:nvPr/>
        </p:nvSpPr>
        <p:spPr bwMode="auto">
          <a:xfrm rot="2108730">
            <a:off x="6699037" y="3501336"/>
            <a:ext cx="479822" cy="1522810"/>
          </a:xfrm>
          <a:prstGeom prst="ellipse">
            <a:avLst/>
          </a:prstGeom>
          <a:noFill/>
          <a:ln w="19050">
            <a:solidFill>
              <a:srgbClr val="00B0F0"/>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050">
              <a:solidFill>
                <a:schemeClr val="tx1"/>
              </a:solidFill>
              <a:latin typeface="Microsoft YaHei" panose="020B0503020204020204" pitchFamily="34" charset="-122"/>
              <a:ea typeface="Microsoft YaHei" panose="020B0503020204020204" pitchFamily="34" charset="-122"/>
            </a:endParaRPr>
          </a:p>
        </p:txBody>
      </p:sp>
      <p:sp>
        <p:nvSpPr>
          <p:cNvPr id="34" name="椭圆 9">
            <a:extLst>
              <a:ext uri="{FF2B5EF4-FFF2-40B4-BE49-F238E27FC236}">
                <a16:creationId xmlns:a16="http://schemas.microsoft.com/office/drawing/2014/main" id="{352F971C-8509-4389-99AE-0E91C08C86D3}"/>
              </a:ext>
            </a:extLst>
          </p:cNvPr>
          <p:cNvSpPr>
            <a:spLocks noChangeArrowheads="1"/>
          </p:cNvSpPr>
          <p:nvPr/>
        </p:nvSpPr>
        <p:spPr bwMode="auto">
          <a:xfrm rot="5400000">
            <a:off x="6364471" y="2997701"/>
            <a:ext cx="478631" cy="1762125"/>
          </a:xfrm>
          <a:prstGeom prst="ellipse">
            <a:avLst/>
          </a:prstGeom>
          <a:noFill/>
          <a:ln w="19050">
            <a:solidFill>
              <a:srgbClr val="FFC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050">
              <a:solidFill>
                <a:schemeClr val="tx1"/>
              </a:solidFill>
              <a:latin typeface="Microsoft YaHei" panose="020B0503020204020204" pitchFamily="34" charset="-122"/>
              <a:ea typeface="Microsoft YaHei" panose="020B0503020204020204" pitchFamily="34" charset="-122"/>
            </a:endParaRPr>
          </a:p>
        </p:txBody>
      </p:sp>
      <p:sp>
        <p:nvSpPr>
          <p:cNvPr id="35" name="矩形 7">
            <a:extLst>
              <a:ext uri="{FF2B5EF4-FFF2-40B4-BE49-F238E27FC236}">
                <a16:creationId xmlns:a16="http://schemas.microsoft.com/office/drawing/2014/main" id="{FEC793B0-9577-4FBE-92EB-FEFC1DA4223C}"/>
              </a:ext>
            </a:extLst>
          </p:cNvPr>
          <p:cNvSpPr>
            <a:spLocks noChangeArrowheads="1"/>
          </p:cNvSpPr>
          <p:nvPr/>
        </p:nvSpPr>
        <p:spPr bwMode="auto">
          <a:xfrm>
            <a:off x="6332324" y="3260829"/>
            <a:ext cx="9906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rgbClr val="FFC000"/>
                </a:solidFill>
                <a:latin typeface="Microsoft YaHei" panose="020B0503020204020204" pitchFamily="34" charset="-122"/>
                <a:ea typeface="Microsoft YaHei" panose="020B0503020204020204" pitchFamily="34" charset="-122"/>
              </a:rPr>
              <a:t>{A,B}</a:t>
            </a:r>
            <a:endParaRPr lang="zh-CN" altLang="en-US" sz="1350">
              <a:solidFill>
                <a:srgbClr val="FFC000"/>
              </a:solidFill>
              <a:latin typeface="Microsoft YaHei" panose="020B0503020204020204" pitchFamily="34" charset="-122"/>
              <a:ea typeface="Microsoft YaHei" panose="020B0503020204020204" pitchFamily="34" charset="-122"/>
            </a:endParaRPr>
          </a:p>
        </p:txBody>
      </p:sp>
      <p:sp>
        <p:nvSpPr>
          <p:cNvPr id="36" name="矩形 10">
            <a:extLst>
              <a:ext uri="{FF2B5EF4-FFF2-40B4-BE49-F238E27FC236}">
                <a16:creationId xmlns:a16="http://schemas.microsoft.com/office/drawing/2014/main" id="{7A8CA741-F835-4761-8CFF-26E39001E954}"/>
              </a:ext>
            </a:extLst>
          </p:cNvPr>
          <p:cNvSpPr>
            <a:spLocks noChangeArrowheads="1"/>
          </p:cNvSpPr>
          <p:nvPr/>
        </p:nvSpPr>
        <p:spPr bwMode="auto">
          <a:xfrm>
            <a:off x="5524215" y="4315297"/>
            <a:ext cx="58862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dirty="0">
                <a:solidFill>
                  <a:srgbClr val="92D050"/>
                </a:solidFill>
                <a:latin typeface="Microsoft YaHei" panose="020B0503020204020204" pitchFamily="34" charset="-122"/>
                <a:ea typeface="Microsoft YaHei" panose="020B0503020204020204" pitchFamily="34" charset="-122"/>
                <a:sym typeface="Symbol" panose="05050102010706020507" pitchFamily="18" charset="2"/>
              </a:rPr>
              <a:t>{C,A}</a:t>
            </a:r>
            <a:endParaRPr lang="zh-CN" altLang="en-US" sz="1350" dirty="0">
              <a:solidFill>
                <a:srgbClr val="92D050"/>
              </a:solidFill>
              <a:latin typeface="Microsoft YaHei" panose="020B0503020204020204" pitchFamily="34" charset="-122"/>
              <a:ea typeface="Microsoft YaHei" panose="020B0503020204020204" pitchFamily="34" charset="-122"/>
            </a:endParaRPr>
          </a:p>
        </p:txBody>
      </p:sp>
      <p:sp>
        <p:nvSpPr>
          <p:cNvPr id="37" name="矩形 11">
            <a:extLst>
              <a:ext uri="{FF2B5EF4-FFF2-40B4-BE49-F238E27FC236}">
                <a16:creationId xmlns:a16="http://schemas.microsoft.com/office/drawing/2014/main" id="{229EDCC7-9CE4-47DE-A6B1-2BAF83F871EB}"/>
              </a:ext>
            </a:extLst>
          </p:cNvPr>
          <p:cNvSpPr>
            <a:spLocks noChangeArrowheads="1"/>
          </p:cNvSpPr>
          <p:nvPr/>
        </p:nvSpPr>
        <p:spPr bwMode="auto">
          <a:xfrm>
            <a:off x="7120519" y="4319632"/>
            <a:ext cx="58862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dirty="0">
                <a:solidFill>
                  <a:srgbClr val="00B0F0"/>
                </a:solidFill>
                <a:latin typeface="Microsoft YaHei" panose="020B0503020204020204" pitchFamily="34" charset="-122"/>
                <a:ea typeface="Microsoft YaHei" panose="020B0503020204020204" pitchFamily="34" charset="-122"/>
                <a:sym typeface="Symbol" panose="05050102010706020507" pitchFamily="18" charset="2"/>
              </a:rPr>
              <a:t>{B,C}</a:t>
            </a:r>
            <a:endParaRPr lang="zh-CN" altLang="en-US" sz="1350" dirty="0">
              <a:solidFill>
                <a:srgbClr val="00B0F0"/>
              </a:solidFill>
              <a:latin typeface="Microsoft YaHei" panose="020B0503020204020204" pitchFamily="34" charset="-122"/>
              <a:ea typeface="Microsoft YaHei" panose="020B0503020204020204" pitchFamily="34" charset="-122"/>
            </a:endParaRPr>
          </a:p>
        </p:txBody>
      </p:sp>
      <p:sp>
        <p:nvSpPr>
          <p:cNvPr id="4" name="矩形 3">
            <a:extLst>
              <a:ext uri="{FF2B5EF4-FFF2-40B4-BE49-F238E27FC236}">
                <a16:creationId xmlns:a16="http://schemas.microsoft.com/office/drawing/2014/main" id="{D4EA99B6-6B0C-4B0E-968C-C2A4CE9C1F51}"/>
              </a:ext>
            </a:extLst>
          </p:cNvPr>
          <p:cNvSpPr/>
          <p:nvPr/>
        </p:nvSpPr>
        <p:spPr>
          <a:xfrm>
            <a:off x="2414588" y="2412574"/>
            <a:ext cx="6620780" cy="265249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38" name="椭圆 2">
            <a:extLst>
              <a:ext uri="{FF2B5EF4-FFF2-40B4-BE49-F238E27FC236}">
                <a16:creationId xmlns:a16="http://schemas.microsoft.com/office/drawing/2014/main" id="{314C8C0E-7C53-434F-8F50-4C9E6DC0E1F1}"/>
              </a:ext>
            </a:extLst>
          </p:cNvPr>
          <p:cNvSpPr>
            <a:spLocks noChangeArrowheads="1"/>
          </p:cNvSpPr>
          <p:nvPr/>
        </p:nvSpPr>
        <p:spPr bwMode="auto">
          <a:xfrm>
            <a:off x="2869916" y="2843408"/>
            <a:ext cx="756047" cy="7560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9" name="椭圆 5">
            <a:extLst>
              <a:ext uri="{FF2B5EF4-FFF2-40B4-BE49-F238E27FC236}">
                <a16:creationId xmlns:a16="http://schemas.microsoft.com/office/drawing/2014/main" id="{3C8349A7-5D7B-4299-96A2-25459BD97B14}"/>
              </a:ext>
            </a:extLst>
          </p:cNvPr>
          <p:cNvSpPr>
            <a:spLocks noChangeArrowheads="1"/>
          </p:cNvSpPr>
          <p:nvPr/>
        </p:nvSpPr>
        <p:spPr bwMode="auto">
          <a:xfrm>
            <a:off x="3362835" y="2843408"/>
            <a:ext cx="756047" cy="7560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0" name="椭圆 6">
            <a:extLst>
              <a:ext uri="{FF2B5EF4-FFF2-40B4-BE49-F238E27FC236}">
                <a16:creationId xmlns:a16="http://schemas.microsoft.com/office/drawing/2014/main" id="{61B24D74-E79B-4BD1-8EE7-10B73D172736}"/>
              </a:ext>
            </a:extLst>
          </p:cNvPr>
          <p:cNvSpPr>
            <a:spLocks noChangeArrowheads="1"/>
          </p:cNvSpPr>
          <p:nvPr/>
        </p:nvSpPr>
        <p:spPr bwMode="auto">
          <a:xfrm>
            <a:off x="3133045" y="2951755"/>
            <a:ext cx="756047" cy="7560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1" name="椭圆 7">
            <a:extLst>
              <a:ext uri="{FF2B5EF4-FFF2-40B4-BE49-F238E27FC236}">
                <a16:creationId xmlns:a16="http://schemas.microsoft.com/office/drawing/2014/main" id="{4F728579-779D-48D7-A796-F898DA45C37A}"/>
              </a:ext>
            </a:extLst>
          </p:cNvPr>
          <p:cNvSpPr>
            <a:spLocks noChangeArrowheads="1"/>
          </p:cNvSpPr>
          <p:nvPr/>
        </p:nvSpPr>
        <p:spPr bwMode="auto">
          <a:xfrm>
            <a:off x="3129472" y="3222027"/>
            <a:ext cx="756047" cy="7560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2" name="矩形 4">
            <a:extLst>
              <a:ext uri="{FF2B5EF4-FFF2-40B4-BE49-F238E27FC236}">
                <a16:creationId xmlns:a16="http://schemas.microsoft.com/office/drawing/2014/main" id="{778F699A-71D5-4F3E-8CDD-275162087EDC}"/>
              </a:ext>
            </a:extLst>
          </p:cNvPr>
          <p:cNvSpPr>
            <a:spLocks noChangeArrowheads="1"/>
          </p:cNvSpPr>
          <p:nvPr/>
        </p:nvSpPr>
        <p:spPr bwMode="auto">
          <a:xfrm>
            <a:off x="3372360" y="2951755"/>
            <a:ext cx="30649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A</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3" name="矩形 9">
            <a:extLst>
              <a:ext uri="{FF2B5EF4-FFF2-40B4-BE49-F238E27FC236}">
                <a16:creationId xmlns:a16="http://schemas.microsoft.com/office/drawing/2014/main" id="{E2A54F08-A73A-45BC-B27B-7A6E73FFCBD7}"/>
              </a:ext>
            </a:extLst>
          </p:cNvPr>
          <p:cNvSpPr>
            <a:spLocks noChangeArrowheads="1"/>
          </p:cNvSpPr>
          <p:nvPr/>
        </p:nvSpPr>
        <p:spPr bwMode="auto">
          <a:xfrm>
            <a:off x="3864088" y="2956517"/>
            <a:ext cx="3000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B</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4" name="矩形 10">
            <a:extLst>
              <a:ext uri="{FF2B5EF4-FFF2-40B4-BE49-F238E27FC236}">
                <a16:creationId xmlns:a16="http://schemas.microsoft.com/office/drawing/2014/main" id="{14B00E29-016B-4245-A6DD-D0ABDA27FC3E}"/>
              </a:ext>
            </a:extLst>
          </p:cNvPr>
          <p:cNvSpPr>
            <a:spLocks noChangeArrowheads="1"/>
          </p:cNvSpPr>
          <p:nvPr/>
        </p:nvSpPr>
        <p:spPr bwMode="auto">
          <a:xfrm>
            <a:off x="2879441" y="2962470"/>
            <a:ext cx="2760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F</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5" name="矩形 11">
            <a:extLst>
              <a:ext uri="{FF2B5EF4-FFF2-40B4-BE49-F238E27FC236}">
                <a16:creationId xmlns:a16="http://schemas.microsoft.com/office/drawing/2014/main" id="{E8CB0C20-8F6B-4C24-A660-D26ED4B5CC2D}"/>
              </a:ext>
            </a:extLst>
          </p:cNvPr>
          <p:cNvSpPr>
            <a:spLocks noChangeArrowheads="1"/>
          </p:cNvSpPr>
          <p:nvPr/>
        </p:nvSpPr>
        <p:spPr bwMode="auto">
          <a:xfrm>
            <a:off x="3186622" y="3320848"/>
            <a:ext cx="27924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E</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6" name="矩形 12">
            <a:extLst>
              <a:ext uri="{FF2B5EF4-FFF2-40B4-BE49-F238E27FC236}">
                <a16:creationId xmlns:a16="http://schemas.microsoft.com/office/drawing/2014/main" id="{89AC176A-2EDD-4893-9E1F-D17821ABE2C0}"/>
              </a:ext>
            </a:extLst>
          </p:cNvPr>
          <p:cNvSpPr>
            <a:spLocks noChangeArrowheads="1"/>
          </p:cNvSpPr>
          <p:nvPr/>
        </p:nvSpPr>
        <p:spPr bwMode="auto">
          <a:xfrm>
            <a:off x="3566432" y="3322039"/>
            <a:ext cx="3097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C</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7" name="矩形 13">
            <a:extLst>
              <a:ext uri="{FF2B5EF4-FFF2-40B4-BE49-F238E27FC236}">
                <a16:creationId xmlns:a16="http://schemas.microsoft.com/office/drawing/2014/main" id="{4B3C2402-03B1-4564-AA8C-B5D20891E671}"/>
              </a:ext>
            </a:extLst>
          </p:cNvPr>
          <p:cNvSpPr>
            <a:spLocks noChangeArrowheads="1"/>
          </p:cNvSpPr>
          <p:nvPr/>
        </p:nvSpPr>
        <p:spPr bwMode="auto">
          <a:xfrm>
            <a:off x="3384266" y="3707801"/>
            <a:ext cx="31611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D</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8" name="矩形 8">
            <a:extLst>
              <a:ext uri="{FF2B5EF4-FFF2-40B4-BE49-F238E27FC236}">
                <a16:creationId xmlns:a16="http://schemas.microsoft.com/office/drawing/2014/main" id="{CD160C5C-51A2-426B-BB3E-DABFDCF32ABD}"/>
              </a:ext>
            </a:extLst>
          </p:cNvPr>
          <p:cNvSpPr>
            <a:spLocks noChangeArrowheads="1"/>
          </p:cNvSpPr>
          <p:nvPr/>
        </p:nvSpPr>
        <p:spPr bwMode="auto">
          <a:xfrm>
            <a:off x="2573450" y="4010220"/>
            <a:ext cx="32194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R(A,E,F)⋈S(A,B,C)⋈T(C,D,E)⋈U(A,C,E)</a:t>
            </a:r>
            <a:endParaRPr lang="zh-CN" altLang="en-US" sz="1350">
              <a:solidFill>
                <a:schemeClr val="tx1"/>
              </a:solidFill>
              <a:latin typeface="Microsoft YaHei" panose="020B0503020204020204" pitchFamily="34" charset="-122"/>
              <a:ea typeface="Microsoft YaHei" panose="020B0503020204020204" pitchFamily="34" charset="-122"/>
            </a:endParaRPr>
          </a:p>
        </p:txBody>
      </p:sp>
      <p:cxnSp>
        <p:nvCxnSpPr>
          <p:cNvPr id="49" name="直接箭头连接符 15">
            <a:extLst>
              <a:ext uri="{FF2B5EF4-FFF2-40B4-BE49-F238E27FC236}">
                <a16:creationId xmlns:a16="http://schemas.microsoft.com/office/drawing/2014/main" id="{560E2C3C-B986-4B31-9B89-3DC58D902BF1}"/>
              </a:ext>
            </a:extLst>
          </p:cNvPr>
          <p:cNvCxnSpPr>
            <a:cxnSpLocks noChangeShapeType="1"/>
          </p:cNvCxnSpPr>
          <p:nvPr/>
        </p:nvCxnSpPr>
        <p:spPr bwMode="auto">
          <a:xfrm flipV="1">
            <a:off x="4220086" y="3320849"/>
            <a:ext cx="1173956" cy="8334"/>
          </a:xfrm>
          <a:prstGeom prst="straightConnector1">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0" name="矩形 17">
            <a:extLst>
              <a:ext uri="{FF2B5EF4-FFF2-40B4-BE49-F238E27FC236}">
                <a16:creationId xmlns:a16="http://schemas.microsoft.com/office/drawing/2014/main" id="{0F37EE59-DFD5-430B-A2A6-48DBD0982AB0}"/>
              </a:ext>
            </a:extLst>
          </p:cNvPr>
          <p:cNvSpPr>
            <a:spLocks noChangeArrowheads="1"/>
          </p:cNvSpPr>
          <p:nvPr/>
        </p:nvSpPr>
        <p:spPr bwMode="auto">
          <a:xfrm>
            <a:off x="4341529" y="2770780"/>
            <a:ext cx="119455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H1: {A,E,F}   </a:t>
            </a:r>
          </a:p>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G2: {A,C,E} </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51" name="矩形 18">
            <a:extLst>
              <a:ext uri="{FF2B5EF4-FFF2-40B4-BE49-F238E27FC236}">
                <a16:creationId xmlns:a16="http://schemas.microsoft.com/office/drawing/2014/main" id="{E8CFFE37-E6C2-46BD-9D7C-3A57A8DC6958}"/>
              </a:ext>
            </a:extLst>
          </p:cNvPr>
          <p:cNvSpPr>
            <a:spLocks noChangeArrowheads="1"/>
          </p:cNvSpPr>
          <p:nvPr/>
        </p:nvSpPr>
        <p:spPr bwMode="auto">
          <a:xfrm>
            <a:off x="4116500" y="3410145"/>
            <a:ext cx="154260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rgbClr val="FF0000"/>
                </a:solidFill>
                <a:latin typeface="Microsoft YaHei" panose="020B0503020204020204" pitchFamily="34" charset="-122"/>
                <a:ea typeface="Microsoft YaHei" panose="020B0503020204020204" pitchFamily="34" charset="-122"/>
                <a:sym typeface="Symbol" panose="05050102010706020507" pitchFamily="18" charset="2"/>
              </a:rPr>
              <a:t>Eliminate ear H1</a:t>
            </a:r>
            <a:endParaRPr lang="zh-CN" altLang="en-US" sz="1350">
              <a:solidFill>
                <a:srgbClr val="FF0000"/>
              </a:solidFill>
              <a:latin typeface="Microsoft YaHei" panose="020B0503020204020204" pitchFamily="34" charset="-122"/>
              <a:ea typeface="Microsoft YaHei" panose="020B0503020204020204" pitchFamily="34" charset="-122"/>
            </a:endParaRPr>
          </a:p>
        </p:txBody>
      </p:sp>
      <p:sp>
        <p:nvSpPr>
          <p:cNvPr id="52" name="椭圆 21">
            <a:extLst>
              <a:ext uri="{FF2B5EF4-FFF2-40B4-BE49-F238E27FC236}">
                <a16:creationId xmlns:a16="http://schemas.microsoft.com/office/drawing/2014/main" id="{8AF47AFD-677E-46BA-8BE1-84C339900042}"/>
              </a:ext>
            </a:extLst>
          </p:cNvPr>
          <p:cNvSpPr>
            <a:spLocks noChangeArrowheads="1"/>
          </p:cNvSpPr>
          <p:nvPr/>
        </p:nvSpPr>
        <p:spPr bwMode="auto">
          <a:xfrm>
            <a:off x="5732179" y="2844598"/>
            <a:ext cx="756047" cy="7560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53" name="椭圆 22">
            <a:extLst>
              <a:ext uri="{FF2B5EF4-FFF2-40B4-BE49-F238E27FC236}">
                <a16:creationId xmlns:a16="http://schemas.microsoft.com/office/drawing/2014/main" id="{A458C78C-78D2-4F73-B228-24D1556DE7E1}"/>
              </a:ext>
            </a:extLst>
          </p:cNvPr>
          <p:cNvSpPr>
            <a:spLocks noChangeArrowheads="1"/>
          </p:cNvSpPr>
          <p:nvPr/>
        </p:nvSpPr>
        <p:spPr bwMode="auto">
          <a:xfrm>
            <a:off x="5503579" y="2952946"/>
            <a:ext cx="756047" cy="7560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54" name="椭圆 23">
            <a:extLst>
              <a:ext uri="{FF2B5EF4-FFF2-40B4-BE49-F238E27FC236}">
                <a16:creationId xmlns:a16="http://schemas.microsoft.com/office/drawing/2014/main" id="{CF1E0B05-C0AD-40CC-8511-E07A2E221E6A}"/>
              </a:ext>
            </a:extLst>
          </p:cNvPr>
          <p:cNvSpPr>
            <a:spLocks noChangeArrowheads="1"/>
          </p:cNvSpPr>
          <p:nvPr/>
        </p:nvSpPr>
        <p:spPr bwMode="auto">
          <a:xfrm>
            <a:off x="5500007" y="3222027"/>
            <a:ext cx="756047" cy="7560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55" name="矩形 24">
            <a:extLst>
              <a:ext uri="{FF2B5EF4-FFF2-40B4-BE49-F238E27FC236}">
                <a16:creationId xmlns:a16="http://schemas.microsoft.com/office/drawing/2014/main" id="{A9F61DC8-4A73-4AA7-8874-E47B659D589C}"/>
              </a:ext>
            </a:extLst>
          </p:cNvPr>
          <p:cNvSpPr>
            <a:spLocks noChangeArrowheads="1"/>
          </p:cNvSpPr>
          <p:nvPr/>
        </p:nvSpPr>
        <p:spPr bwMode="auto">
          <a:xfrm>
            <a:off x="5741704" y="2952945"/>
            <a:ext cx="30649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A</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56" name="矩形 25">
            <a:extLst>
              <a:ext uri="{FF2B5EF4-FFF2-40B4-BE49-F238E27FC236}">
                <a16:creationId xmlns:a16="http://schemas.microsoft.com/office/drawing/2014/main" id="{7D8701FF-417A-4E76-915E-72A17C4EAE02}"/>
              </a:ext>
            </a:extLst>
          </p:cNvPr>
          <p:cNvSpPr>
            <a:spLocks noChangeArrowheads="1"/>
          </p:cNvSpPr>
          <p:nvPr/>
        </p:nvSpPr>
        <p:spPr bwMode="auto">
          <a:xfrm>
            <a:off x="6234622" y="2957707"/>
            <a:ext cx="3000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B</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57" name="矩形 27">
            <a:extLst>
              <a:ext uri="{FF2B5EF4-FFF2-40B4-BE49-F238E27FC236}">
                <a16:creationId xmlns:a16="http://schemas.microsoft.com/office/drawing/2014/main" id="{EFB84BE5-8217-49D0-9C7C-27618D751725}"/>
              </a:ext>
            </a:extLst>
          </p:cNvPr>
          <p:cNvSpPr>
            <a:spLocks noChangeArrowheads="1"/>
          </p:cNvSpPr>
          <p:nvPr/>
        </p:nvSpPr>
        <p:spPr bwMode="auto">
          <a:xfrm>
            <a:off x="5555966" y="3322039"/>
            <a:ext cx="27924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E</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58" name="矩形 28">
            <a:extLst>
              <a:ext uri="{FF2B5EF4-FFF2-40B4-BE49-F238E27FC236}">
                <a16:creationId xmlns:a16="http://schemas.microsoft.com/office/drawing/2014/main" id="{7109441F-6391-45ED-8401-D9F181327CC4}"/>
              </a:ext>
            </a:extLst>
          </p:cNvPr>
          <p:cNvSpPr>
            <a:spLocks noChangeArrowheads="1"/>
          </p:cNvSpPr>
          <p:nvPr/>
        </p:nvSpPr>
        <p:spPr bwMode="auto">
          <a:xfrm>
            <a:off x="5936966" y="3322039"/>
            <a:ext cx="3097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C</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59" name="矩形 29">
            <a:extLst>
              <a:ext uri="{FF2B5EF4-FFF2-40B4-BE49-F238E27FC236}">
                <a16:creationId xmlns:a16="http://schemas.microsoft.com/office/drawing/2014/main" id="{5655B990-8B55-4790-9BD7-1D7046D4B25C}"/>
              </a:ext>
            </a:extLst>
          </p:cNvPr>
          <p:cNvSpPr>
            <a:spLocks noChangeArrowheads="1"/>
          </p:cNvSpPr>
          <p:nvPr/>
        </p:nvSpPr>
        <p:spPr bwMode="auto">
          <a:xfrm>
            <a:off x="5754800" y="3708992"/>
            <a:ext cx="31611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D</a:t>
            </a:r>
            <a:endParaRPr lang="zh-CN" altLang="en-US" sz="1350">
              <a:solidFill>
                <a:schemeClr val="tx1"/>
              </a:solidFill>
              <a:latin typeface="Microsoft YaHei" panose="020B0503020204020204" pitchFamily="34" charset="-122"/>
              <a:ea typeface="Microsoft YaHei" panose="020B0503020204020204" pitchFamily="34" charset="-122"/>
            </a:endParaRPr>
          </a:p>
        </p:txBody>
      </p:sp>
      <p:cxnSp>
        <p:nvCxnSpPr>
          <p:cNvPr id="60" name="直接箭头连接符 31">
            <a:extLst>
              <a:ext uri="{FF2B5EF4-FFF2-40B4-BE49-F238E27FC236}">
                <a16:creationId xmlns:a16="http://schemas.microsoft.com/office/drawing/2014/main" id="{92B4D17B-84DF-47E2-82E7-333D432AE3AD}"/>
              </a:ext>
            </a:extLst>
          </p:cNvPr>
          <p:cNvCxnSpPr>
            <a:cxnSpLocks noChangeShapeType="1"/>
          </p:cNvCxnSpPr>
          <p:nvPr/>
        </p:nvCxnSpPr>
        <p:spPr bwMode="auto">
          <a:xfrm flipV="1">
            <a:off x="6564425" y="3342280"/>
            <a:ext cx="1172766" cy="8334"/>
          </a:xfrm>
          <a:prstGeom prst="straightConnector1">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1" name="矩形 32">
            <a:extLst>
              <a:ext uri="{FF2B5EF4-FFF2-40B4-BE49-F238E27FC236}">
                <a16:creationId xmlns:a16="http://schemas.microsoft.com/office/drawing/2014/main" id="{B6427852-A078-4F74-A0DD-0D5B974AFD04}"/>
              </a:ext>
            </a:extLst>
          </p:cNvPr>
          <p:cNvSpPr>
            <a:spLocks noChangeArrowheads="1"/>
          </p:cNvSpPr>
          <p:nvPr/>
        </p:nvSpPr>
        <p:spPr bwMode="auto">
          <a:xfrm>
            <a:off x="6685869" y="2792212"/>
            <a:ext cx="1213794"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H2: {A,B,C}   </a:t>
            </a:r>
          </a:p>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G2: {A,C,E} </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62" name="矩形 33">
            <a:extLst>
              <a:ext uri="{FF2B5EF4-FFF2-40B4-BE49-F238E27FC236}">
                <a16:creationId xmlns:a16="http://schemas.microsoft.com/office/drawing/2014/main" id="{65DA4B8A-B6C8-4285-85F8-42BAF667FC14}"/>
              </a:ext>
            </a:extLst>
          </p:cNvPr>
          <p:cNvSpPr>
            <a:spLocks noChangeArrowheads="1"/>
          </p:cNvSpPr>
          <p:nvPr/>
        </p:nvSpPr>
        <p:spPr bwMode="auto">
          <a:xfrm>
            <a:off x="6434647" y="3430386"/>
            <a:ext cx="154260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rgbClr val="FF0000"/>
                </a:solidFill>
                <a:latin typeface="Microsoft YaHei" panose="020B0503020204020204" pitchFamily="34" charset="-122"/>
                <a:ea typeface="Microsoft YaHei" panose="020B0503020204020204" pitchFamily="34" charset="-122"/>
                <a:sym typeface="Symbol" panose="05050102010706020507" pitchFamily="18" charset="2"/>
              </a:rPr>
              <a:t>Eliminate ear H2</a:t>
            </a:r>
            <a:endParaRPr lang="zh-CN" altLang="en-US" sz="1350">
              <a:solidFill>
                <a:srgbClr val="FF0000"/>
              </a:solidFill>
              <a:latin typeface="Microsoft YaHei" panose="020B0503020204020204" pitchFamily="34" charset="-122"/>
              <a:ea typeface="Microsoft YaHei" panose="020B0503020204020204" pitchFamily="34" charset="-122"/>
            </a:endParaRPr>
          </a:p>
        </p:txBody>
      </p:sp>
      <p:sp>
        <p:nvSpPr>
          <p:cNvPr id="63" name="椭圆 35">
            <a:extLst>
              <a:ext uri="{FF2B5EF4-FFF2-40B4-BE49-F238E27FC236}">
                <a16:creationId xmlns:a16="http://schemas.microsoft.com/office/drawing/2014/main" id="{AC68201B-0728-4246-ADED-51414792EA96}"/>
              </a:ext>
            </a:extLst>
          </p:cNvPr>
          <p:cNvSpPr>
            <a:spLocks noChangeArrowheads="1"/>
          </p:cNvSpPr>
          <p:nvPr/>
        </p:nvSpPr>
        <p:spPr bwMode="auto">
          <a:xfrm>
            <a:off x="8055088" y="2952946"/>
            <a:ext cx="756047" cy="7560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64" name="椭圆 36">
            <a:extLst>
              <a:ext uri="{FF2B5EF4-FFF2-40B4-BE49-F238E27FC236}">
                <a16:creationId xmlns:a16="http://schemas.microsoft.com/office/drawing/2014/main" id="{C28A5938-16F8-4CB5-81AD-EB18EE905478}"/>
              </a:ext>
            </a:extLst>
          </p:cNvPr>
          <p:cNvSpPr>
            <a:spLocks noChangeArrowheads="1"/>
          </p:cNvSpPr>
          <p:nvPr/>
        </p:nvSpPr>
        <p:spPr bwMode="auto">
          <a:xfrm>
            <a:off x="8051516" y="3222027"/>
            <a:ext cx="756047" cy="7560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65" name="矩形 37">
            <a:extLst>
              <a:ext uri="{FF2B5EF4-FFF2-40B4-BE49-F238E27FC236}">
                <a16:creationId xmlns:a16="http://schemas.microsoft.com/office/drawing/2014/main" id="{07743A70-1215-4395-AE2E-01D008BE7E13}"/>
              </a:ext>
            </a:extLst>
          </p:cNvPr>
          <p:cNvSpPr>
            <a:spLocks noChangeArrowheads="1"/>
          </p:cNvSpPr>
          <p:nvPr/>
        </p:nvSpPr>
        <p:spPr bwMode="auto">
          <a:xfrm>
            <a:off x="8293213" y="2952945"/>
            <a:ext cx="30649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A</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66" name="矩形 39">
            <a:extLst>
              <a:ext uri="{FF2B5EF4-FFF2-40B4-BE49-F238E27FC236}">
                <a16:creationId xmlns:a16="http://schemas.microsoft.com/office/drawing/2014/main" id="{F11CDE27-5C67-48ED-BA81-39C2DC528CAA}"/>
              </a:ext>
            </a:extLst>
          </p:cNvPr>
          <p:cNvSpPr>
            <a:spLocks noChangeArrowheads="1"/>
          </p:cNvSpPr>
          <p:nvPr/>
        </p:nvSpPr>
        <p:spPr bwMode="auto">
          <a:xfrm>
            <a:off x="8107475" y="3322039"/>
            <a:ext cx="27924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E</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67" name="矩形 40">
            <a:extLst>
              <a:ext uri="{FF2B5EF4-FFF2-40B4-BE49-F238E27FC236}">
                <a16:creationId xmlns:a16="http://schemas.microsoft.com/office/drawing/2014/main" id="{38709594-E908-495F-BC63-71A280CE423E}"/>
              </a:ext>
            </a:extLst>
          </p:cNvPr>
          <p:cNvSpPr>
            <a:spLocks noChangeArrowheads="1"/>
          </p:cNvSpPr>
          <p:nvPr/>
        </p:nvSpPr>
        <p:spPr bwMode="auto">
          <a:xfrm>
            <a:off x="8487285" y="3322039"/>
            <a:ext cx="3097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C</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68" name="矩形 41">
            <a:extLst>
              <a:ext uri="{FF2B5EF4-FFF2-40B4-BE49-F238E27FC236}">
                <a16:creationId xmlns:a16="http://schemas.microsoft.com/office/drawing/2014/main" id="{044733C8-EF4C-492B-962C-4A5B699FC650}"/>
              </a:ext>
            </a:extLst>
          </p:cNvPr>
          <p:cNvSpPr>
            <a:spLocks noChangeArrowheads="1"/>
          </p:cNvSpPr>
          <p:nvPr/>
        </p:nvSpPr>
        <p:spPr bwMode="auto">
          <a:xfrm>
            <a:off x="8306310" y="3708992"/>
            <a:ext cx="31611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D</a:t>
            </a:r>
            <a:endParaRPr lang="zh-CN" altLang="en-US" sz="1350">
              <a:solidFill>
                <a:schemeClr val="tx1"/>
              </a:solidFill>
              <a:latin typeface="Microsoft YaHei" panose="020B0503020204020204" pitchFamily="34" charset="-122"/>
              <a:ea typeface="Microsoft YaHei" panose="020B0503020204020204" pitchFamily="34" charset="-122"/>
            </a:endParaRPr>
          </a:p>
        </p:txBody>
      </p:sp>
      <p:cxnSp>
        <p:nvCxnSpPr>
          <p:cNvPr id="69" name="肘形连接符 42">
            <a:extLst>
              <a:ext uri="{FF2B5EF4-FFF2-40B4-BE49-F238E27FC236}">
                <a16:creationId xmlns:a16="http://schemas.microsoft.com/office/drawing/2014/main" id="{C3BE7B9D-1515-4F03-B759-0C5080E4E987}"/>
              </a:ext>
            </a:extLst>
          </p:cNvPr>
          <p:cNvCxnSpPr>
            <a:cxnSpLocks noChangeShapeType="1"/>
          </p:cNvCxnSpPr>
          <p:nvPr/>
        </p:nvCxnSpPr>
        <p:spPr bwMode="auto">
          <a:xfrm rot="10800000" flipV="1">
            <a:off x="7269276" y="4031652"/>
            <a:ext cx="1218010" cy="540544"/>
          </a:xfrm>
          <a:prstGeom prst="bentConnector3">
            <a:avLst>
              <a:gd name="adj1" fmla="val 218"/>
            </a:avLst>
          </a:prstGeom>
          <a:noFill/>
          <a:ln w="12700">
            <a:solidFill>
              <a:schemeClr val="tx1"/>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0" name="矩形 45">
            <a:extLst>
              <a:ext uri="{FF2B5EF4-FFF2-40B4-BE49-F238E27FC236}">
                <a16:creationId xmlns:a16="http://schemas.microsoft.com/office/drawing/2014/main" id="{612425DE-CB09-4C0B-A950-7FCC68CE7ECB}"/>
              </a:ext>
            </a:extLst>
          </p:cNvPr>
          <p:cNvSpPr>
            <a:spLocks noChangeArrowheads="1"/>
          </p:cNvSpPr>
          <p:nvPr/>
        </p:nvSpPr>
        <p:spPr bwMode="auto">
          <a:xfrm>
            <a:off x="7380004" y="4044749"/>
            <a:ext cx="1213794"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H3: {A,C,E}   </a:t>
            </a:r>
          </a:p>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G3: {C,D,E} </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71" name="矩形 50">
            <a:extLst>
              <a:ext uri="{FF2B5EF4-FFF2-40B4-BE49-F238E27FC236}">
                <a16:creationId xmlns:a16="http://schemas.microsoft.com/office/drawing/2014/main" id="{FF07C30A-2D72-4B44-999A-7E0CF5E6B3FC}"/>
              </a:ext>
            </a:extLst>
          </p:cNvPr>
          <p:cNvSpPr>
            <a:spLocks noChangeArrowheads="1"/>
          </p:cNvSpPr>
          <p:nvPr/>
        </p:nvSpPr>
        <p:spPr bwMode="auto">
          <a:xfrm>
            <a:off x="7269275" y="4579339"/>
            <a:ext cx="154260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rgbClr val="FF0000"/>
                </a:solidFill>
                <a:latin typeface="Microsoft YaHei" panose="020B0503020204020204" pitchFamily="34" charset="-122"/>
                <a:ea typeface="Microsoft YaHei" panose="020B0503020204020204" pitchFamily="34" charset="-122"/>
                <a:sym typeface="Symbol" panose="05050102010706020507" pitchFamily="18" charset="2"/>
              </a:rPr>
              <a:t>Eliminate ear H3</a:t>
            </a:r>
            <a:endParaRPr lang="zh-CN" altLang="en-US" sz="1350">
              <a:solidFill>
                <a:srgbClr val="FF0000"/>
              </a:solidFill>
              <a:latin typeface="Microsoft YaHei" panose="020B0503020204020204" pitchFamily="34" charset="-122"/>
              <a:ea typeface="Microsoft YaHei" panose="020B0503020204020204" pitchFamily="34" charset="-122"/>
            </a:endParaRPr>
          </a:p>
        </p:txBody>
      </p:sp>
      <p:sp>
        <p:nvSpPr>
          <p:cNvPr id="72" name="椭圆 54">
            <a:extLst>
              <a:ext uri="{FF2B5EF4-FFF2-40B4-BE49-F238E27FC236}">
                <a16:creationId xmlns:a16="http://schemas.microsoft.com/office/drawing/2014/main" id="{F392B7CF-3845-4C86-89EC-C9354E02C8C5}"/>
              </a:ext>
            </a:extLst>
          </p:cNvPr>
          <p:cNvSpPr>
            <a:spLocks noChangeArrowheads="1"/>
          </p:cNvSpPr>
          <p:nvPr/>
        </p:nvSpPr>
        <p:spPr bwMode="auto">
          <a:xfrm>
            <a:off x="6434647" y="4079277"/>
            <a:ext cx="756047" cy="75604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73" name="矩形 56">
            <a:extLst>
              <a:ext uri="{FF2B5EF4-FFF2-40B4-BE49-F238E27FC236}">
                <a16:creationId xmlns:a16="http://schemas.microsoft.com/office/drawing/2014/main" id="{53E45284-AFDF-46C1-808F-182BB6ECE41D}"/>
              </a:ext>
            </a:extLst>
          </p:cNvPr>
          <p:cNvSpPr>
            <a:spLocks noChangeArrowheads="1"/>
          </p:cNvSpPr>
          <p:nvPr/>
        </p:nvSpPr>
        <p:spPr bwMode="auto">
          <a:xfrm>
            <a:off x="6491797" y="4178098"/>
            <a:ext cx="27924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E</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74" name="矩形 57">
            <a:extLst>
              <a:ext uri="{FF2B5EF4-FFF2-40B4-BE49-F238E27FC236}">
                <a16:creationId xmlns:a16="http://schemas.microsoft.com/office/drawing/2014/main" id="{BD281939-FEDB-43CB-B9B9-D3E5E03F59F6}"/>
              </a:ext>
            </a:extLst>
          </p:cNvPr>
          <p:cNvSpPr>
            <a:spLocks noChangeArrowheads="1"/>
          </p:cNvSpPr>
          <p:nvPr/>
        </p:nvSpPr>
        <p:spPr bwMode="auto">
          <a:xfrm>
            <a:off x="6871607" y="4179289"/>
            <a:ext cx="3097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C</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75" name="矩形 58">
            <a:extLst>
              <a:ext uri="{FF2B5EF4-FFF2-40B4-BE49-F238E27FC236}">
                <a16:creationId xmlns:a16="http://schemas.microsoft.com/office/drawing/2014/main" id="{33F75C13-9C7F-478B-A84D-337C73401242}"/>
              </a:ext>
            </a:extLst>
          </p:cNvPr>
          <p:cNvSpPr>
            <a:spLocks noChangeArrowheads="1"/>
          </p:cNvSpPr>
          <p:nvPr/>
        </p:nvSpPr>
        <p:spPr bwMode="auto">
          <a:xfrm>
            <a:off x="6689441" y="4565051"/>
            <a:ext cx="31611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D</a:t>
            </a:r>
            <a:endParaRPr lang="zh-CN" altLang="en-US" sz="1350">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477548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8" grpId="0" animBg="1"/>
      <p:bldP spid="39" grpId="0" animBg="1"/>
      <p:bldP spid="40" grpId="0" animBg="1"/>
      <p:bldP spid="41" grpId="0" animBg="1"/>
      <p:bldP spid="42" grpId="0"/>
      <p:bldP spid="43" grpId="0"/>
      <p:bldP spid="44" grpId="0"/>
      <p:bldP spid="45" grpId="0"/>
      <p:bldP spid="46" grpId="0"/>
      <p:bldP spid="47" grpId="0"/>
      <p:bldP spid="48" grpId="0"/>
      <p:bldP spid="50" grpId="0"/>
      <p:bldP spid="51" grpId="0"/>
      <p:bldP spid="52" grpId="0" animBg="1"/>
      <p:bldP spid="53" grpId="0" animBg="1"/>
      <p:bldP spid="54" grpId="0" animBg="1"/>
      <p:bldP spid="55" grpId="0"/>
      <p:bldP spid="56" grpId="0"/>
      <p:bldP spid="57" grpId="0"/>
      <p:bldP spid="58" grpId="0"/>
      <p:bldP spid="59" grpId="0"/>
      <p:bldP spid="61" grpId="0"/>
      <p:bldP spid="62" grpId="0"/>
      <p:bldP spid="63" grpId="0" animBg="1"/>
      <p:bldP spid="64" grpId="0" animBg="1"/>
      <p:bldP spid="65" grpId="0"/>
      <p:bldP spid="66" grpId="0"/>
      <p:bldP spid="67" grpId="0"/>
      <p:bldP spid="68" grpId="0"/>
      <p:bldP spid="70" grpId="0"/>
      <p:bldP spid="71" grpId="0"/>
      <p:bldP spid="72" grpId="0" animBg="1"/>
      <p:bldP spid="73" grpId="0"/>
      <p:bldP spid="74" grpId="0"/>
      <p:bldP spid="7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1F1AF33-278F-8FE4-6143-337FE51771B2}"/>
              </a:ext>
            </a:extLst>
          </p:cNvPr>
          <p:cNvSpPr>
            <a:spLocks noGrp="1"/>
          </p:cNvSpPr>
          <p:nvPr>
            <p:ph type="title"/>
          </p:nvPr>
        </p:nvSpPr>
        <p:spPr/>
        <p:txBody>
          <a:bodyPr>
            <a:normAutofit/>
          </a:bodyPr>
          <a:lstStyle/>
          <a:p>
            <a:r>
              <a:rPr lang="zh-CN" altLang="en-US" dirty="0"/>
              <a:t>基于“耳朵”超边进行完全约简</a:t>
            </a:r>
          </a:p>
        </p:txBody>
      </p:sp>
      <p:sp>
        <p:nvSpPr>
          <p:cNvPr id="4" name="内容占位符 3">
            <a:extLst>
              <a:ext uri="{FF2B5EF4-FFF2-40B4-BE49-F238E27FC236}">
                <a16:creationId xmlns:a16="http://schemas.microsoft.com/office/drawing/2014/main" id="{4FE60AEE-7844-4568-B8A4-A9D3D9345B0F}"/>
              </a:ext>
            </a:extLst>
          </p:cNvPr>
          <p:cNvSpPr>
            <a:spLocks noGrp="1"/>
          </p:cNvSpPr>
          <p:nvPr>
            <p:ph idx="1"/>
          </p:nvPr>
        </p:nvSpPr>
        <p:spPr/>
        <p:txBody>
          <a:bodyPr/>
          <a:lstStyle/>
          <a:p>
            <a:pPr marL="257175" indent="-257175">
              <a:buFont typeface="Wingdings" panose="05000000000000000000" pitchFamily="2" charset="2"/>
              <a:buChar char="l"/>
            </a:pPr>
            <a:r>
              <a:rPr lang="zh-CN" altLang="en-US" sz="2100" dirty="0"/>
              <a:t>基于耳朵约简的次序构建一系列</a:t>
            </a:r>
            <a:r>
              <a:rPr lang="en-US" altLang="zh-CN" sz="2100" dirty="0" err="1"/>
              <a:t>semijoin</a:t>
            </a:r>
            <a:r>
              <a:rPr lang="zh-CN" altLang="en-US" sz="2100" dirty="0"/>
              <a:t>集合</a:t>
            </a:r>
            <a:endParaRPr lang="en-US" altLang="zh-CN" sz="2100" dirty="0"/>
          </a:p>
          <a:p>
            <a:pPr marL="771525" lvl="1" indent="-257175">
              <a:buFont typeface="Wingdings" panose="05000000000000000000" pitchFamily="2" charset="2"/>
              <a:buChar char="l"/>
            </a:pPr>
            <a:r>
              <a:rPr lang="zh-CN" altLang="en-US" sz="1800" dirty="0"/>
              <a:t>挑选耳朵</a:t>
            </a:r>
            <a:r>
              <a:rPr lang="en-US" altLang="zh-CN" sz="1800" dirty="0"/>
              <a:t>H</a:t>
            </a:r>
            <a:r>
              <a:rPr lang="zh-CN" altLang="en-US" sz="1800" dirty="0"/>
              <a:t>及其消费超边</a:t>
            </a:r>
            <a:r>
              <a:rPr lang="en-US" altLang="zh-CN" sz="1800" dirty="0"/>
              <a:t>G</a:t>
            </a:r>
            <a:r>
              <a:rPr lang="zh-CN" altLang="en-US" sz="1800" dirty="0"/>
              <a:t>，执行</a:t>
            </a:r>
            <a:r>
              <a:rPr lang="en-US" altLang="zh-CN" sz="1800" dirty="0">
                <a:sym typeface="Symbol" charset="2"/>
              </a:rPr>
              <a:t>G := G⋉H</a:t>
            </a:r>
            <a:r>
              <a:rPr lang="zh-CN" altLang="en-US" sz="1800" dirty="0">
                <a:sym typeface="Symbol" charset="2"/>
              </a:rPr>
              <a:t>从</a:t>
            </a:r>
            <a:r>
              <a:rPr lang="en-US" altLang="zh-CN" sz="1800" dirty="0">
                <a:sym typeface="Symbol" charset="2"/>
              </a:rPr>
              <a:t>G</a:t>
            </a:r>
            <a:r>
              <a:rPr lang="zh-CN" altLang="en-US" sz="1800" dirty="0">
                <a:sym typeface="Symbol" charset="2"/>
              </a:rPr>
              <a:t>中消除与</a:t>
            </a:r>
            <a:r>
              <a:rPr lang="en-US" altLang="zh-CN" sz="1800" dirty="0">
                <a:sym typeface="Symbol" charset="2"/>
              </a:rPr>
              <a:t>H</a:t>
            </a:r>
            <a:r>
              <a:rPr lang="zh-CN" altLang="en-US" sz="1800" dirty="0">
                <a:sym typeface="Symbol" charset="2"/>
              </a:rPr>
              <a:t>不连接的属性</a:t>
            </a:r>
            <a:endParaRPr lang="en-US" altLang="zh-CN" sz="1800" dirty="0">
              <a:sym typeface="Symbol" charset="2"/>
            </a:endParaRPr>
          </a:p>
          <a:p>
            <a:pPr marL="771525" lvl="1" indent="-257175">
              <a:buFont typeface="Wingdings" panose="05000000000000000000" pitchFamily="2" charset="2"/>
              <a:buChar char="l"/>
            </a:pPr>
            <a:r>
              <a:rPr lang="zh-CN" altLang="en-US" sz="1800" dirty="0">
                <a:sym typeface="Symbol" charset="2"/>
              </a:rPr>
              <a:t>递归查找</a:t>
            </a:r>
            <a:r>
              <a:rPr lang="en-US" altLang="zh-CN" sz="1800" dirty="0" err="1">
                <a:sym typeface="Symbol" charset="2"/>
              </a:rPr>
              <a:t>semijoin</a:t>
            </a:r>
            <a:r>
              <a:rPr lang="zh-CN" altLang="en-US" sz="1800" dirty="0">
                <a:sym typeface="Symbol" charset="2"/>
              </a:rPr>
              <a:t>序列以消除</a:t>
            </a:r>
            <a:r>
              <a:rPr lang="en-US" altLang="zh-CN" sz="1800" dirty="0">
                <a:sym typeface="Symbol" charset="2"/>
              </a:rPr>
              <a:t>H</a:t>
            </a:r>
          </a:p>
          <a:p>
            <a:pPr marL="771525" lvl="1" indent="-257175">
              <a:buFont typeface="Wingdings" panose="05000000000000000000" pitchFamily="2" charset="2"/>
              <a:buChar char="l"/>
            </a:pPr>
            <a:r>
              <a:rPr lang="zh-CN" altLang="en-US" sz="1800" dirty="0">
                <a:sym typeface="Symbol" charset="2"/>
              </a:rPr>
              <a:t>执行</a:t>
            </a:r>
            <a:r>
              <a:rPr lang="en-US" altLang="zh-CN" sz="1800" dirty="0">
                <a:sym typeface="Symbol" charset="2"/>
              </a:rPr>
              <a:t>H := H⋉G</a:t>
            </a:r>
          </a:p>
          <a:p>
            <a:pPr marL="257175" indent="-257175">
              <a:buFont typeface="Wingdings" panose="05000000000000000000" pitchFamily="2" charset="2"/>
              <a:buChar char="l"/>
            </a:pPr>
            <a:r>
              <a:rPr lang="zh-CN" altLang="en-US" sz="2100" dirty="0">
                <a:sym typeface="Symbol" charset="2"/>
              </a:rPr>
              <a:t>例：</a:t>
            </a:r>
            <a:r>
              <a:rPr lang="en-US" altLang="zh-CN" sz="2100" dirty="0">
                <a:sym typeface="Symbol" charset="2"/>
              </a:rPr>
              <a:t>R(A,E,F)⋈S(A,B,C)⋈T(C,D,E)⋈U(A,C,E)</a:t>
            </a:r>
          </a:p>
          <a:p>
            <a:pPr marL="771525" lvl="1" indent="-257175">
              <a:buFont typeface="Wingdings" panose="05000000000000000000" pitchFamily="2" charset="2"/>
              <a:buChar char="l"/>
            </a:pPr>
            <a:r>
              <a:rPr lang="zh-CN" altLang="en-US" sz="1800" dirty="0"/>
              <a:t>分别对</a:t>
            </a:r>
            <a:r>
              <a:rPr lang="en-US" altLang="zh-CN" sz="1800" dirty="0"/>
              <a:t>U</a:t>
            </a:r>
            <a:r>
              <a:rPr lang="zh-CN" altLang="en-US" sz="1800" dirty="0"/>
              <a:t>、</a:t>
            </a:r>
            <a:r>
              <a:rPr lang="en-US" altLang="zh-CN" sz="1800" dirty="0"/>
              <a:t>T</a:t>
            </a:r>
            <a:r>
              <a:rPr lang="zh-CN" altLang="en-US" sz="1800" dirty="0"/>
              <a:t>、</a:t>
            </a:r>
            <a:r>
              <a:rPr lang="en-US" altLang="zh-CN" sz="1800" dirty="0"/>
              <a:t>S</a:t>
            </a:r>
            <a:r>
              <a:rPr lang="zh-CN" altLang="en-US" sz="1800" dirty="0"/>
              <a:t>和</a:t>
            </a:r>
            <a:r>
              <a:rPr lang="en-US" altLang="zh-CN" sz="1800" dirty="0"/>
              <a:t>R</a:t>
            </a:r>
            <a:r>
              <a:rPr lang="zh-CN" altLang="en-US" sz="1800" dirty="0"/>
              <a:t>执行</a:t>
            </a:r>
            <a:r>
              <a:rPr lang="en-US" altLang="zh-CN" sz="1800" dirty="0" err="1"/>
              <a:t>semijoin</a:t>
            </a:r>
            <a:r>
              <a:rPr lang="zh-CN" altLang="en-US" sz="1800" dirty="0"/>
              <a:t>消除多余属性</a:t>
            </a:r>
            <a:endParaRPr lang="en-US" altLang="zh-CN" sz="1800" dirty="0"/>
          </a:p>
          <a:p>
            <a:pPr marL="771525" lvl="1" indent="-257175">
              <a:buFont typeface="Wingdings" panose="05000000000000000000" pitchFamily="2" charset="2"/>
              <a:buChar char="l"/>
            </a:pPr>
            <a:r>
              <a:rPr lang="zh-CN" altLang="en-US" sz="1800" dirty="0"/>
              <a:t>将约简后的关系拷贝到对应站点执行连接</a:t>
            </a:r>
          </a:p>
        </p:txBody>
      </p:sp>
      <p:sp>
        <p:nvSpPr>
          <p:cNvPr id="2" name="灯片编号占位符 1">
            <a:extLst>
              <a:ext uri="{FF2B5EF4-FFF2-40B4-BE49-F238E27FC236}">
                <a16:creationId xmlns:a16="http://schemas.microsoft.com/office/drawing/2014/main" id="{2B860D1B-6077-478B-8075-9CBCCA9B0E8D}"/>
              </a:ext>
            </a:extLst>
          </p:cNvPr>
          <p:cNvSpPr>
            <a:spLocks noGrp="1"/>
          </p:cNvSpPr>
          <p:nvPr>
            <p:ph type="sldNum" sz="quarter" idx="12"/>
          </p:nvPr>
        </p:nvSpPr>
        <p:spPr/>
        <p:txBody>
          <a:bodyPr/>
          <a:lstStyle/>
          <a:p>
            <a:fld id="{D0399D1A-D296-42B7-916E-50FBDB540DBE}" type="slidenum">
              <a:rPr lang="zh-CN" altLang="en-US" smtClean="0"/>
              <a:t>14</a:t>
            </a:fld>
            <a:endParaRPr lang="zh-CN" altLang="en-US"/>
          </a:p>
        </p:txBody>
      </p:sp>
      <p:sp>
        <p:nvSpPr>
          <p:cNvPr id="5" name="TextBox 2">
            <a:extLst>
              <a:ext uri="{FF2B5EF4-FFF2-40B4-BE49-F238E27FC236}">
                <a16:creationId xmlns:a16="http://schemas.microsoft.com/office/drawing/2014/main" id="{A4A46224-9D24-4A21-9FCC-762805F36DEB}"/>
              </a:ext>
            </a:extLst>
          </p:cNvPr>
          <p:cNvSpPr txBox="1">
            <a:spLocks noChangeArrowheads="1"/>
          </p:cNvSpPr>
          <p:nvPr/>
        </p:nvSpPr>
        <p:spPr bwMode="auto">
          <a:xfrm>
            <a:off x="7047635" y="1706164"/>
            <a:ext cx="1306116" cy="17543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marL="0" lvl="1" algn="ctr">
              <a:lnSpc>
                <a:spcPct val="100000"/>
              </a:lnSpc>
              <a:spcBef>
                <a:spcPct val="0"/>
              </a:spcBef>
              <a:spcAft>
                <a:spcPct val="0"/>
              </a:spcAft>
              <a:buClrTx/>
              <a:buSzTx/>
              <a:buNone/>
            </a:pPr>
            <a:r>
              <a:rPr lang="en-US" altLang="zh-CN" dirty="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U: = U⋉R</a:t>
            </a:r>
          </a:p>
          <a:p>
            <a:pPr marL="0" lvl="1" algn="ctr">
              <a:lnSpc>
                <a:spcPct val="100000"/>
              </a:lnSpc>
              <a:spcBef>
                <a:spcPct val="0"/>
              </a:spcBef>
              <a:spcAft>
                <a:spcPct val="0"/>
              </a:spcAft>
              <a:buClrTx/>
              <a:buSzTx/>
              <a:buNone/>
            </a:pPr>
            <a:r>
              <a:rPr lang="en-US" altLang="zh-CN" dirty="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U: = U⋉S</a:t>
            </a:r>
          </a:p>
          <a:p>
            <a:pPr marL="0" lvl="1" algn="ctr">
              <a:lnSpc>
                <a:spcPct val="100000"/>
              </a:lnSpc>
              <a:spcBef>
                <a:spcPct val="0"/>
              </a:spcBef>
              <a:spcAft>
                <a:spcPct val="0"/>
              </a:spcAft>
              <a:buClrTx/>
              <a:buSzTx/>
              <a:buNone/>
            </a:pPr>
            <a:r>
              <a:rPr lang="en-US" altLang="zh-CN" dirty="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T: = T⋉U</a:t>
            </a:r>
          </a:p>
          <a:p>
            <a:pPr marL="0" lvl="1" algn="ctr">
              <a:lnSpc>
                <a:spcPct val="100000"/>
              </a:lnSpc>
              <a:spcBef>
                <a:spcPct val="0"/>
              </a:spcBef>
              <a:spcAft>
                <a:spcPct val="0"/>
              </a:spcAft>
              <a:buClrTx/>
              <a:buSzTx/>
              <a:buNone/>
            </a:pPr>
            <a:r>
              <a:rPr lang="en-US" altLang="zh-CN" dirty="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U: = U⋉T</a:t>
            </a:r>
          </a:p>
          <a:p>
            <a:pPr marL="0" lvl="1" algn="ctr">
              <a:lnSpc>
                <a:spcPct val="100000"/>
              </a:lnSpc>
              <a:spcBef>
                <a:spcPct val="0"/>
              </a:spcBef>
              <a:spcAft>
                <a:spcPct val="0"/>
              </a:spcAft>
              <a:buClrTx/>
              <a:buSzTx/>
              <a:buNone/>
            </a:pPr>
            <a:r>
              <a:rPr lang="en-US" altLang="zh-CN" dirty="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S: = S⋉U</a:t>
            </a:r>
          </a:p>
          <a:p>
            <a:pPr marL="0" lvl="1" algn="ctr">
              <a:lnSpc>
                <a:spcPct val="100000"/>
              </a:lnSpc>
              <a:spcBef>
                <a:spcPct val="0"/>
              </a:spcBef>
              <a:spcAft>
                <a:spcPct val="0"/>
              </a:spcAft>
              <a:buClrTx/>
              <a:buSzTx/>
              <a:buNone/>
            </a:pPr>
            <a:r>
              <a:rPr lang="en-US" altLang="zh-CN" dirty="0">
                <a:solidFill>
                  <a:schemeClr val="tx1"/>
                </a:solidFill>
                <a:latin typeface="Microsoft YaHei" panose="020B0503020204020204" pitchFamily="34" charset="-122"/>
                <a:ea typeface="Microsoft YaHei" panose="020B0503020204020204" pitchFamily="34" charset="-122"/>
                <a:sym typeface="Symbol" panose="05050102010706020507" pitchFamily="18" charset="2"/>
              </a:rPr>
              <a:t>R: = R⋉U</a:t>
            </a:r>
          </a:p>
        </p:txBody>
      </p:sp>
    </p:spTree>
    <p:extLst>
      <p:ext uri="{BB962C8B-B14F-4D97-AF65-F5344CB8AC3E}">
        <p14:creationId xmlns:p14="http://schemas.microsoft.com/office/powerpoint/2010/main" val="2333724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95E1D-621E-1949-A31C-80208C78DC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7A2959B-0C1A-A0EB-D2CB-1DA14D669939}"/>
              </a:ext>
            </a:extLst>
          </p:cNvPr>
          <p:cNvSpPr txBox="1"/>
          <p:nvPr/>
        </p:nvSpPr>
        <p:spPr>
          <a:xfrm>
            <a:off x="1006545" y="2781596"/>
            <a:ext cx="7458075" cy="642035"/>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分布式提交</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A148F4FE-DAB8-ECF9-52D8-1F6AA0EA7097}"/>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F200973D-3813-CC7A-61C4-4C7EF11D2F6B}"/>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DF4B9F84-BE76-069A-A161-B93CFA835B80}"/>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6AA5C0F2-43E3-70F1-63BD-733FF7D9BF28}"/>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F5C3AD6F-66D7-184B-7DDB-AB0ED7F95A5E}"/>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D4236069-9240-688C-2BF8-97DD743381DC}"/>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BA2B1F9D-0816-4C8E-3D0C-0A90C1F8328E}"/>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66EB43F9-2A3F-7BF0-F0DF-A4839F304907}"/>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4E252398-B9E9-F6FC-F40E-3306358205FD}"/>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D17AD969-446F-04BC-D7A9-C6C1A6E59AB0}"/>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484BEB0A-B689-CF84-BC6D-A34AFB880328}"/>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C753C1BF-6F8B-8413-C12F-33D2EA013659}"/>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7AA7F6FC-C7F1-4F96-FF15-F6106A3E98D1}"/>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BAA89FFA-5193-400F-6495-B03A187E2345}"/>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8C860374-4564-0112-EA28-5350A2DAA505}"/>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5</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441485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ED0600D8-077F-8CD1-999E-54FB2E5F341B}"/>
              </a:ext>
            </a:extLst>
          </p:cNvPr>
          <p:cNvSpPr>
            <a:spLocks noGrp="1"/>
          </p:cNvSpPr>
          <p:nvPr>
            <p:ph type="title"/>
          </p:nvPr>
        </p:nvSpPr>
        <p:spPr/>
        <p:txBody>
          <a:bodyPr/>
          <a:lstStyle/>
          <a:p>
            <a:r>
              <a:rPr lang="zh-CN" altLang="en-US" dirty="0"/>
              <a:t>分布式提交</a:t>
            </a:r>
          </a:p>
        </p:txBody>
      </p:sp>
      <p:sp>
        <p:nvSpPr>
          <p:cNvPr id="4" name="内容占位符 3"/>
          <p:cNvSpPr>
            <a:spLocks noGrp="1"/>
          </p:cNvSpPr>
          <p:nvPr>
            <p:ph idx="1"/>
          </p:nvPr>
        </p:nvSpPr>
        <p:spPr/>
        <p:txBody>
          <a:bodyPr>
            <a:normAutofit lnSpcReduction="10000"/>
          </a:bodyPr>
          <a:lstStyle/>
          <a:p>
            <a:pPr marL="257175" indent="-257175">
              <a:buFont typeface="Wingdings" panose="05000000000000000000" pitchFamily="2" charset="2"/>
              <a:buChar char="l"/>
            </a:pPr>
            <a:r>
              <a:rPr lang="zh-CN" altLang="en-US" dirty="0"/>
              <a:t>在分布式数据库中，一个逻辑事务可能包含多个组件，每个组件可能在不同站点上执行。为了保证一致性，这些组件必须达成提交</a:t>
            </a:r>
            <a:r>
              <a:rPr lang="en-US" altLang="zh-CN" dirty="0"/>
              <a:t>/</a:t>
            </a:r>
            <a:r>
              <a:rPr lang="zh-CN" altLang="en-US" dirty="0"/>
              <a:t>失败共识</a:t>
            </a:r>
            <a:endParaRPr lang="en-US" altLang="zh-CN" dirty="0"/>
          </a:p>
          <a:p>
            <a:pPr marL="257175" indent="-257175">
              <a:buFont typeface="Wingdings" panose="05000000000000000000" pitchFamily="2" charset="2"/>
              <a:buChar char="l"/>
            </a:pPr>
            <a:r>
              <a:rPr lang="zh-CN" altLang="en-US" dirty="0">
                <a:sym typeface="Wingdings" panose="05000000000000000000" pitchFamily="2" charset="2"/>
              </a:rPr>
              <a:t>两阶段提交（</a:t>
            </a:r>
            <a:r>
              <a:rPr lang="en-US" altLang="zh-CN" dirty="0">
                <a:sym typeface="Wingdings" panose="05000000000000000000" pitchFamily="2" charset="2"/>
              </a:rPr>
              <a:t>Two-Phase Commit</a:t>
            </a:r>
            <a:r>
              <a:rPr lang="zh-CN" altLang="en-US" dirty="0">
                <a:sym typeface="Wingdings" panose="05000000000000000000" pitchFamily="2" charset="2"/>
              </a:rPr>
              <a:t>，</a:t>
            </a:r>
            <a:r>
              <a:rPr lang="en-US" altLang="zh-CN" dirty="0">
                <a:sym typeface="Wingdings" panose="05000000000000000000" pitchFamily="2" charset="2"/>
              </a:rPr>
              <a:t>2PC</a:t>
            </a:r>
            <a:r>
              <a:rPr lang="zh-CN" altLang="en-US" dirty="0">
                <a:sym typeface="Wingdings" panose="05000000000000000000" pitchFamily="2" charset="2"/>
              </a:rPr>
              <a:t>）保证事务组件决定是否提交或失败</a:t>
            </a:r>
            <a:endParaRPr lang="en-US" altLang="zh-CN" dirty="0">
              <a:sym typeface="Wingdings" panose="05000000000000000000" pitchFamily="2" charset="2"/>
            </a:endParaRPr>
          </a:p>
          <a:p>
            <a:pPr marL="771525" lvl="1" indent="-257175">
              <a:buFont typeface="Wingdings" panose="05000000000000000000" pitchFamily="2" charset="2"/>
              <a:buChar char="l"/>
            </a:pPr>
            <a:r>
              <a:rPr lang="zh-CN" altLang="en-US" dirty="0">
                <a:sym typeface="Wingdings" panose="05000000000000000000" pitchFamily="2" charset="2"/>
              </a:rPr>
              <a:t>第一阶段：仲裁器（</a:t>
            </a:r>
            <a:r>
              <a:rPr lang="en-US" altLang="zh-CN" dirty="0">
                <a:sym typeface="Wingdings" panose="05000000000000000000" pitchFamily="2" charset="2"/>
              </a:rPr>
              <a:t>Coordinator</a:t>
            </a:r>
            <a:r>
              <a:rPr lang="zh-CN" altLang="en-US" dirty="0">
                <a:sym typeface="Wingdings" panose="05000000000000000000" pitchFamily="2" charset="2"/>
              </a:rPr>
              <a:t>）告知所有执行组件是否希望提交</a:t>
            </a:r>
            <a:r>
              <a:rPr lang="en-US" altLang="zh-CN" dirty="0">
                <a:sym typeface="Wingdings" panose="05000000000000000000" pitchFamily="2" charset="2"/>
              </a:rPr>
              <a:t>/</a:t>
            </a:r>
            <a:r>
              <a:rPr lang="zh-CN" altLang="en-US" dirty="0">
                <a:sym typeface="Wingdings" panose="05000000000000000000" pitchFamily="2" charset="2"/>
              </a:rPr>
              <a:t>失败</a:t>
            </a:r>
            <a:endParaRPr lang="en-US" altLang="zh-CN" dirty="0">
              <a:sym typeface="Wingdings" panose="05000000000000000000" pitchFamily="2" charset="2"/>
            </a:endParaRPr>
          </a:p>
          <a:p>
            <a:pPr marL="771525" lvl="1" indent="-257175">
              <a:buFont typeface="Wingdings" panose="05000000000000000000" pitchFamily="2" charset="2"/>
              <a:buChar char="l"/>
            </a:pPr>
            <a:r>
              <a:rPr lang="zh-CN" altLang="en-US" dirty="0">
                <a:sym typeface="Wingdings" panose="05000000000000000000" pitchFamily="2" charset="2"/>
              </a:rPr>
              <a:t>第二阶段：仲裁器通知所有执行组件提交</a:t>
            </a:r>
            <a:r>
              <a:rPr lang="en-US" altLang="zh-CN" dirty="0">
                <a:sym typeface="Wingdings" panose="05000000000000000000" pitchFamily="2" charset="2"/>
              </a:rPr>
              <a:t>/</a:t>
            </a:r>
            <a:r>
              <a:rPr lang="zh-CN" altLang="en-US" dirty="0">
                <a:sym typeface="Wingdings" panose="05000000000000000000" pitchFamily="2" charset="2"/>
              </a:rPr>
              <a:t>失败是否被所有参与者同意</a:t>
            </a:r>
            <a:endParaRPr lang="en-US" altLang="zh-CN" dirty="0">
              <a:sym typeface="Wingdings" panose="05000000000000000000" pitchFamily="2" charset="2"/>
            </a:endParaRPr>
          </a:p>
        </p:txBody>
      </p:sp>
      <p:sp>
        <p:nvSpPr>
          <p:cNvPr id="2" name="灯片编号占位符 1"/>
          <p:cNvSpPr>
            <a:spLocks noGrp="1"/>
          </p:cNvSpPr>
          <p:nvPr>
            <p:ph type="sldNum" sz="quarter" idx="12"/>
          </p:nvPr>
        </p:nvSpPr>
        <p:spPr/>
        <p:txBody>
          <a:bodyPr/>
          <a:lstStyle/>
          <a:p>
            <a:fld id="{D0399D1A-D296-42B7-916E-50FBDB540DBE}" type="slidenum">
              <a:rPr lang="zh-CN" altLang="en-US" smtClean="0"/>
              <a:t>16</a:t>
            </a:fld>
            <a:endParaRPr lang="zh-CN" altLang="en-US"/>
          </a:p>
        </p:txBody>
      </p:sp>
      <p:sp>
        <p:nvSpPr>
          <p:cNvPr id="19" name="流程图: 联系 1">
            <a:extLst>
              <a:ext uri="{FF2B5EF4-FFF2-40B4-BE49-F238E27FC236}">
                <a16:creationId xmlns:a16="http://schemas.microsoft.com/office/drawing/2014/main" id="{BF942A63-6B49-4A08-A3ED-7F25968C2A22}"/>
              </a:ext>
            </a:extLst>
          </p:cNvPr>
          <p:cNvSpPr>
            <a:spLocks noChangeArrowheads="1"/>
          </p:cNvSpPr>
          <p:nvPr/>
        </p:nvSpPr>
        <p:spPr bwMode="auto">
          <a:xfrm>
            <a:off x="1620441" y="3686176"/>
            <a:ext cx="270272" cy="270272"/>
          </a:xfrm>
          <a:prstGeom prst="flowChartConnec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20" name="流程图: 联系 5">
            <a:extLst>
              <a:ext uri="{FF2B5EF4-FFF2-40B4-BE49-F238E27FC236}">
                <a16:creationId xmlns:a16="http://schemas.microsoft.com/office/drawing/2014/main" id="{358ED53F-F2BC-4766-AEC2-B21D202EB73D}"/>
              </a:ext>
            </a:extLst>
          </p:cNvPr>
          <p:cNvSpPr>
            <a:spLocks noChangeArrowheads="1"/>
          </p:cNvSpPr>
          <p:nvPr/>
        </p:nvSpPr>
        <p:spPr bwMode="auto">
          <a:xfrm>
            <a:off x="2646760" y="3686176"/>
            <a:ext cx="270272" cy="270272"/>
          </a:xfrm>
          <a:prstGeom prst="flowChartConnec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21" name="流程图: 联系 6">
            <a:extLst>
              <a:ext uri="{FF2B5EF4-FFF2-40B4-BE49-F238E27FC236}">
                <a16:creationId xmlns:a16="http://schemas.microsoft.com/office/drawing/2014/main" id="{F21B03CD-01A8-4FA2-BD0B-3E8E21B17487}"/>
              </a:ext>
            </a:extLst>
          </p:cNvPr>
          <p:cNvSpPr>
            <a:spLocks noChangeArrowheads="1"/>
          </p:cNvSpPr>
          <p:nvPr/>
        </p:nvSpPr>
        <p:spPr bwMode="auto">
          <a:xfrm>
            <a:off x="3726657" y="3239691"/>
            <a:ext cx="270272" cy="270272"/>
          </a:xfrm>
          <a:prstGeom prst="flowChartConnec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22" name="流程图: 联系 7">
            <a:extLst>
              <a:ext uri="{FF2B5EF4-FFF2-40B4-BE49-F238E27FC236}">
                <a16:creationId xmlns:a16="http://schemas.microsoft.com/office/drawing/2014/main" id="{5E8A12A0-65CD-42B6-95D2-E68E433D17BF}"/>
              </a:ext>
            </a:extLst>
          </p:cNvPr>
          <p:cNvSpPr>
            <a:spLocks noChangeArrowheads="1"/>
          </p:cNvSpPr>
          <p:nvPr/>
        </p:nvSpPr>
        <p:spPr bwMode="auto">
          <a:xfrm>
            <a:off x="3726657" y="4158854"/>
            <a:ext cx="270272" cy="269081"/>
          </a:xfrm>
          <a:prstGeom prst="flowChartConnec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cxnSp>
        <p:nvCxnSpPr>
          <p:cNvPr id="23" name="直接连接符 10">
            <a:extLst>
              <a:ext uri="{FF2B5EF4-FFF2-40B4-BE49-F238E27FC236}">
                <a16:creationId xmlns:a16="http://schemas.microsoft.com/office/drawing/2014/main" id="{149DEEE6-A73A-4E7B-9A75-25EE2DDA0D51}"/>
              </a:ext>
            </a:extLst>
          </p:cNvPr>
          <p:cNvCxnSpPr>
            <a:cxnSpLocks noChangeShapeType="1"/>
          </p:cNvCxnSpPr>
          <p:nvPr/>
        </p:nvCxnSpPr>
        <p:spPr bwMode="auto">
          <a:xfrm>
            <a:off x="4482704" y="2494360"/>
            <a:ext cx="0" cy="264556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4" name="直接连接符 12">
            <a:extLst>
              <a:ext uri="{FF2B5EF4-FFF2-40B4-BE49-F238E27FC236}">
                <a16:creationId xmlns:a16="http://schemas.microsoft.com/office/drawing/2014/main" id="{E215F3CE-947F-4400-84FC-085DD7076F48}"/>
              </a:ext>
            </a:extLst>
          </p:cNvPr>
          <p:cNvCxnSpPr>
            <a:cxnSpLocks noChangeShapeType="1"/>
            <a:stCxn id="19" idx="6"/>
            <a:endCxn id="20" idx="2"/>
          </p:cNvCxnSpPr>
          <p:nvPr/>
        </p:nvCxnSpPr>
        <p:spPr bwMode="auto">
          <a:xfrm>
            <a:off x="1890713" y="3820716"/>
            <a:ext cx="75604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5" name="直接连接符 14">
            <a:extLst>
              <a:ext uri="{FF2B5EF4-FFF2-40B4-BE49-F238E27FC236}">
                <a16:creationId xmlns:a16="http://schemas.microsoft.com/office/drawing/2014/main" id="{097AF76B-2CDC-45C8-AB2F-5C1AFCFD2AE4}"/>
              </a:ext>
            </a:extLst>
          </p:cNvPr>
          <p:cNvCxnSpPr>
            <a:cxnSpLocks noChangeShapeType="1"/>
            <a:stCxn id="20" idx="6"/>
            <a:endCxn id="21" idx="2"/>
          </p:cNvCxnSpPr>
          <p:nvPr/>
        </p:nvCxnSpPr>
        <p:spPr bwMode="auto">
          <a:xfrm flipV="1">
            <a:off x="2917031" y="3375423"/>
            <a:ext cx="809625" cy="44529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6" name="直接连接符 16">
            <a:extLst>
              <a:ext uri="{FF2B5EF4-FFF2-40B4-BE49-F238E27FC236}">
                <a16:creationId xmlns:a16="http://schemas.microsoft.com/office/drawing/2014/main" id="{85388770-D25A-4E93-B4B0-0EE094A7D3BB}"/>
              </a:ext>
            </a:extLst>
          </p:cNvPr>
          <p:cNvCxnSpPr>
            <a:cxnSpLocks noChangeShapeType="1"/>
            <a:stCxn id="20" idx="6"/>
            <a:endCxn id="22" idx="2"/>
          </p:cNvCxnSpPr>
          <p:nvPr/>
        </p:nvCxnSpPr>
        <p:spPr bwMode="auto">
          <a:xfrm>
            <a:off x="2917031" y="3820716"/>
            <a:ext cx="809625" cy="4726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7" name="矩形 17">
            <a:extLst>
              <a:ext uri="{FF2B5EF4-FFF2-40B4-BE49-F238E27FC236}">
                <a16:creationId xmlns:a16="http://schemas.microsoft.com/office/drawing/2014/main" id="{09D244A4-153A-42A6-BFCF-03FDF86A77F7}"/>
              </a:ext>
            </a:extLst>
          </p:cNvPr>
          <p:cNvSpPr>
            <a:spLocks noChangeArrowheads="1"/>
          </p:cNvSpPr>
          <p:nvPr/>
        </p:nvSpPr>
        <p:spPr bwMode="auto">
          <a:xfrm>
            <a:off x="2247900" y="4019550"/>
            <a:ext cx="12907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Coordinator </a:t>
            </a:r>
            <a:endParaRPr lang="zh-CN" altLang="en-US" sz="1350" b="1">
              <a:solidFill>
                <a:schemeClr val="tx1"/>
              </a:solidFill>
              <a:latin typeface="Microsoft YaHei" panose="020B0503020204020204" pitchFamily="34" charset="-122"/>
              <a:ea typeface="Microsoft YaHei" panose="020B0503020204020204" pitchFamily="34" charset="-122"/>
            </a:endParaRPr>
          </a:p>
        </p:txBody>
      </p:sp>
      <p:cxnSp>
        <p:nvCxnSpPr>
          <p:cNvPr id="28" name="直接箭头连接符 19">
            <a:extLst>
              <a:ext uri="{FF2B5EF4-FFF2-40B4-BE49-F238E27FC236}">
                <a16:creationId xmlns:a16="http://schemas.microsoft.com/office/drawing/2014/main" id="{F018E36B-09DB-4F1B-A17B-0E13DACFA0F6}"/>
              </a:ext>
            </a:extLst>
          </p:cNvPr>
          <p:cNvCxnSpPr>
            <a:cxnSpLocks noChangeShapeType="1"/>
          </p:cNvCxnSpPr>
          <p:nvPr/>
        </p:nvCxnSpPr>
        <p:spPr bwMode="auto">
          <a:xfrm flipV="1">
            <a:off x="3177779" y="3287316"/>
            <a:ext cx="377428" cy="222647"/>
          </a:xfrm>
          <a:prstGeom prst="straightConnector1">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9" name="直接箭头连接符 22">
            <a:extLst>
              <a:ext uri="{FF2B5EF4-FFF2-40B4-BE49-F238E27FC236}">
                <a16:creationId xmlns:a16="http://schemas.microsoft.com/office/drawing/2014/main" id="{4D80A798-F9F8-4594-8AF1-9D1570B60AEA}"/>
              </a:ext>
            </a:extLst>
          </p:cNvPr>
          <p:cNvCxnSpPr>
            <a:cxnSpLocks noChangeShapeType="1"/>
          </p:cNvCxnSpPr>
          <p:nvPr/>
        </p:nvCxnSpPr>
        <p:spPr bwMode="auto">
          <a:xfrm flipH="1">
            <a:off x="3292079" y="3574256"/>
            <a:ext cx="378619" cy="223838"/>
          </a:xfrm>
          <a:prstGeom prst="straightConnector1">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0" name="TextBox 27">
            <a:extLst>
              <a:ext uri="{FF2B5EF4-FFF2-40B4-BE49-F238E27FC236}">
                <a16:creationId xmlns:a16="http://schemas.microsoft.com/office/drawing/2014/main" id="{A3889B0C-D17E-4E8E-AEBB-311E7B74B114}"/>
              </a:ext>
            </a:extLst>
          </p:cNvPr>
          <p:cNvSpPr txBox="1">
            <a:spLocks noChangeArrowheads="1"/>
          </p:cNvSpPr>
          <p:nvPr/>
        </p:nvSpPr>
        <p:spPr bwMode="auto">
          <a:xfrm rot="19747630">
            <a:off x="2881793" y="3137275"/>
            <a:ext cx="8217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prepare</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31" name="TextBox 29">
            <a:extLst>
              <a:ext uri="{FF2B5EF4-FFF2-40B4-BE49-F238E27FC236}">
                <a16:creationId xmlns:a16="http://schemas.microsoft.com/office/drawing/2014/main" id="{8FC6D76F-8F48-4C4B-BFFF-577B1D52C2EF}"/>
              </a:ext>
            </a:extLst>
          </p:cNvPr>
          <p:cNvSpPr txBox="1">
            <a:spLocks noChangeArrowheads="1"/>
          </p:cNvSpPr>
          <p:nvPr/>
        </p:nvSpPr>
        <p:spPr bwMode="auto">
          <a:xfrm>
            <a:off x="3207547" y="3598069"/>
            <a:ext cx="14847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ready or</a:t>
            </a:r>
          </a:p>
          <a:p>
            <a:pPr algn="ct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don’t commit </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32" name="矩形 28">
            <a:extLst>
              <a:ext uri="{FF2B5EF4-FFF2-40B4-BE49-F238E27FC236}">
                <a16:creationId xmlns:a16="http://schemas.microsoft.com/office/drawing/2014/main" id="{1EDD0FEF-B2CE-492E-A393-543D65CAE9B6}"/>
              </a:ext>
            </a:extLst>
          </p:cNvPr>
          <p:cNvSpPr>
            <a:spLocks noChangeArrowheads="1"/>
          </p:cNvSpPr>
          <p:nvPr/>
        </p:nvSpPr>
        <p:spPr bwMode="auto">
          <a:xfrm>
            <a:off x="1620442" y="2571750"/>
            <a:ext cx="10310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800">
                <a:solidFill>
                  <a:srgbClr val="7C2F7D"/>
                </a:solidFill>
                <a:latin typeface="Microsoft YaHei" panose="020B0503020204020204" pitchFamily="34" charset="-122"/>
                <a:ea typeface="Microsoft YaHei" panose="020B0503020204020204" pitchFamily="34" charset="-122"/>
              </a:rPr>
              <a:t>Phase 1</a:t>
            </a:r>
            <a:endParaRPr lang="zh-CN" altLang="en-US" sz="1800">
              <a:solidFill>
                <a:srgbClr val="7C2F7D"/>
              </a:solidFill>
              <a:latin typeface="Microsoft YaHei" panose="020B0503020204020204" pitchFamily="34" charset="-122"/>
              <a:ea typeface="Microsoft YaHei" panose="020B0503020204020204" pitchFamily="34" charset="-122"/>
            </a:endParaRPr>
          </a:p>
        </p:txBody>
      </p:sp>
      <p:sp>
        <p:nvSpPr>
          <p:cNvPr id="33" name="流程图: 联系 31">
            <a:extLst>
              <a:ext uri="{FF2B5EF4-FFF2-40B4-BE49-F238E27FC236}">
                <a16:creationId xmlns:a16="http://schemas.microsoft.com/office/drawing/2014/main" id="{D0E6C5E5-712A-4E2B-9F7F-BF03EC87466C}"/>
              </a:ext>
            </a:extLst>
          </p:cNvPr>
          <p:cNvSpPr>
            <a:spLocks noChangeArrowheads="1"/>
          </p:cNvSpPr>
          <p:nvPr/>
        </p:nvSpPr>
        <p:spPr bwMode="auto">
          <a:xfrm>
            <a:off x="4648201" y="3695701"/>
            <a:ext cx="270272" cy="270272"/>
          </a:xfrm>
          <a:prstGeom prst="flowChartConnec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4" name="流程图: 联系 32">
            <a:extLst>
              <a:ext uri="{FF2B5EF4-FFF2-40B4-BE49-F238E27FC236}">
                <a16:creationId xmlns:a16="http://schemas.microsoft.com/office/drawing/2014/main" id="{BD81EE4D-75AA-40F8-947E-A4103D384E6B}"/>
              </a:ext>
            </a:extLst>
          </p:cNvPr>
          <p:cNvSpPr>
            <a:spLocks noChangeArrowheads="1"/>
          </p:cNvSpPr>
          <p:nvPr/>
        </p:nvSpPr>
        <p:spPr bwMode="auto">
          <a:xfrm>
            <a:off x="5674519" y="3695701"/>
            <a:ext cx="269081" cy="270272"/>
          </a:xfrm>
          <a:prstGeom prst="flowChartConnec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5" name="流程图: 联系 33">
            <a:extLst>
              <a:ext uri="{FF2B5EF4-FFF2-40B4-BE49-F238E27FC236}">
                <a16:creationId xmlns:a16="http://schemas.microsoft.com/office/drawing/2014/main" id="{AC2C6D79-67DB-4340-AF2A-5F58E3A660AB}"/>
              </a:ext>
            </a:extLst>
          </p:cNvPr>
          <p:cNvSpPr>
            <a:spLocks noChangeArrowheads="1"/>
          </p:cNvSpPr>
          <p:nvPr/>
        </p:nvSpPr>
        <p:spPr bwMode="auto">
          <a:xfrm>
            <a:off x="6754416" y="3250407"/>
            <a:ext cx="270272" cy="269081"/>
          </a:xfrm>
          <a:prstGeom prst="flowChartConnec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6" name="流程图: 联系 34">
            <a:extLst>
              <a:ext uri="{FF2B5EF4-FFF2-40B4-BE49-F238E27FC236}">
                <a16:creationId xmlns:a16="http://schemas.microsoft.com/office/drawing/2014/main" id="{EF8C4A94-5D91-4BC2-95E5-B79C449A668A}"/>
              </a:ext>
            </a:extLst>
          </p:cNvPr>
          <p:cNvSpPr>
            <a:spLocks noChangeArrowheads="1"/>
          </p:cNvSpPr>
          <p:nvPr/>
        </p:nvSpPr>
        <p:spPr bwMode="auto">
          <a:xfrm>
            <a:off x="6754416" y="4168379"/>
            <a:ext cx="270272" cy="269081"/>
          </a:xfrm>
          <a:prstGeom prst="flowChartConnector">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cxnSp>
        <p:nvCxnSpPr>
          <p:cNvPr id="37" name="直接连接符 35">
            <a:extLst>
              <a:ext uri="{FF2B5EF4-FFF2-40B4-BE49-F238E27FC236}">
                <a16:creationId xmlns:a16="http://schemas.microsoft.com/office/drawing/2014/main" id="{6AEF49EE-1E4D-4025-B724-5B3D53EC9B68}"/>
              </a:ext>
            </a:extLst>
          </p:cNvPr>
          <p:cNvCxnSpPr>
            <a:cxnSpLocks noChangeShapeType="1"/>
            <a:stCxn id="33" idx="6"/>
            <a:endCxn id="34" idx="2"/>
          </p:cNvCxnSpPr>
          <p:nvPr/>
        </p:nvCxnSpPr>
        <p:spPr bwMode="auto">
          <a:xfrm>
            <a:off x="4918472" y="3830241"/>
            <a:ext cx="75604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8" name="直接连接符 36">
            <a:extLst>
              <a:ext uri="{FF2B5EF4-FFF2-40B4-BE49-F238E27FC236}">
                <a16:creationId xmlns:a16="http://schemas.microsoft.com/office/drawing/2014/main" id="{4D0F60EC-4401-474C-A011-DFF811270A93}"/>
              </a:ext>
            </a:extLst>
          </p:cNvPr>
          <p:cNvCxnSpPr>
            <a:cxnSpLocks noChangeShapeType="1"/>
            <a:stCxn id="34" idx="6"/>
            <a:endCxn id="35" idx="2"/>
          </p:cNvCxnSpPr>
          <p:nvPr/>
        </p:nvCxnSpPr>
        <p:spPr bwMode="auto">
          <a:xfrm flipV="1">
            <a:off x="5943600" y="3384948"/>
            <a:ext cx="810816" cy="44529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9" name="直接连接符 37">
            <a:extLst>
              <a:ext uri="{FF2B5EF4-FFF2-40B4-BE49-F238E27FC236}">
                <a16:creationId xmlns:a16="http://schemas.microsoft.com/office/drawing/2014/main" id="{C19D311A-8AA5-42DB-9BC8-8AAFD011647E}"/>
              </a:ext>
            </a:extLst>
          </p:cNvPr>
          <p:cNvCxnSpPr>
            <a:cxnSpLocks noChangeShapeType="1"/>
            <a:stCxn id="34" idx="6"/>
            <a:endCxn id="36" idx="2"/>
          </p:cNvCxnSpPr>
          <p:nvPr/>
        </p:nvCxnSpPr>
        <p:spPr bwMode="auto">
          <a:xfrm>
            <a:off x="5943600" y="3830241"/>
            <a:ext cx="810816" cy="4726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0" name="矩形 38">
            <a:extLst>
              <a:ext uri="{FF2B5EF4-FFF2-40B4-BE49-F238E27FC236}">
                <a16:creationId xmlns:a16="http://schemas.microsoft.com/office/drawing/2014/main" id="{B6260D0D-BF16-4698-B74D-56A8EB8084E8}"/>
              </a:ext>
            </a:extLst>
          </p:cNvPr>
          <p:cNvSpPr>
            <a:spLocks noChangeArrowheads="1"/>
          </p:cNvSpPr>
          <p:nvPr/>
        </p:nvSpPr>
        <p:spPr bwMode="auto">
          <a:xfrm>
            <a:off x="5275660" y="4029075"/>
            <a:ext cx="12907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Coordinator </a:t>
            </a:r>
            <a:endParaRPr lang="zh-CN" altLang="en-US" sz="1350" b="1">
              <a:solidFill>
                <a:schemeClr val="tx1"/>
              </a:solidFill>
              <a:latin typeface="Microsoft YaHei" panose="020B0503020204020204" pitchFamily="34" charset="-122"/>
              <a:ea typeface="Microsoft YaHei" panose="020B0503020204020204" pitchFamily="34" charset="-122"/>
            </a:endParaRPr>
          </a:p>
        </p:txBody>
      </p:sp>
      <p:cxnSp>
        <p:nvCxnSpPr>
          <p:cNvPr id="42" name="直接箭头连接符 39">
            <a:extLst>
              <a:ext uri="{FF2B5EF4-FFF2-40B4-BE49-F238E27FC236}">
                <a16:creationId xmlns:a16="http://schemas.microsoft.com/office/drawing/2014/main" id="{8A84C44C-4540-4CB6-AB93-D9E9C158A417}"/>
              </a:ext>
            </a:extLst>
          </p:cNvPr>
          <p:cNvCxnSpPr>
            <a:cxnSpLocks noChangeShapeType="1"/>
          </p:cNvCxnSpPr>
          <p:nvPr/>
        </p:nvCxnSpPr>
        <p:spPr bwMode="auto">
          <a:xfrm flipV="1">
            <a:off x="6204348" y="3296841"/>
            <a:ext cx="378619" cy="222647"/>
          </a:xfrm>
          <a:prstGeom prst="straightConnector1">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0" name="TextBox 41">
            <a:extLst>
              <a:ext uri="{FF2B5EF4-FFF2-40B4-BE49-F238E27FC236}">
                <a16:creationId xmlns:a16="http://schemas.microsoft.com/office/drawing/2014/main" id="{6B9BC595-99D7-4812-8A5E-59C639D7D517}"/>
              </a:ext>
            </a:extLst>
          </p:cNvPr>
          <p:cNvSpPr txBox="1">
            <a:spLocks noChangeArrowheads="1"/>
          </p:cNvSpPr>
          <p:nvPr/>
        </p:nvSpPr>
        <p:spPr bwMode="auto">
          <a:xfrm>
            <a:off x="5584728" y="2934892"/>
            <a:ext cx="109517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commit or </a:t>
            </a:r>
          </a:p>
          <a:p>
            <a:pPr algn="ct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abort</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51" name="矩形 43">
            <a:extLst>
              <a:ext uri="{FF2B5EF4-FFF2-40B4-BE49-F238E27FC236}">
                <a16:creationId xmlns:a16="http://schemas.microsoft.com/office/drawing/2014/main" id="{71CEEC9A-D5AE-46F6-B801-8917FC7AC26B}"/>
              </a:ext>
            </a:extLst>
          </p:cNvPr>
          <p:cNvSpPr>
            <a:spLocks noChangeArrowheads="1"/>
          </p:cNvSpPr>
          <p:nvPr/>
        </p:nvSpPr>
        <p:spPr bwMode="auto">
          <a:xfrm>
            <a:off x="4648201" y="2581275"/>
            <a:ext cx="10310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800">
                <a:solidFill>
                  <a:srgbClr val="7C2F7D"/>
                </a:solidFill>
                <a:latin typeface="Microsoft YaHei" panose="020B0503020204020204" pitchFamily="34" charset="-122"/>
                <a:ea typeface="Microsoft YaHei" panose="020B0503020204020204" pitchFamily="34" charset="-122"/>
              </a:rPr>
              <a:t>Phase 2</a:t>
            </a:r>
            <a:endParaRPr lang="zh-CN" altLang="en-US" sz="1800">
              <a:solidFill>
                <a:srgbClr val="7C2F7D"/>
              </a:solidFill>
              <a:latin typeface="Microsoft YaHei" panose="020B0503020204020204" pitchFamily="34" charset="-122"/>
              <a:ea typeface="Microsoft YaHei"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FC2805A-B46B-91FA-3301-25A75E296CD4}"/>
              </a:ext>
            </a:extLst>
          </p:cNvPr>
          <p:cNvSpPr>
            <a:spLocks noGrp="1"/>
          </p:cNvSpPr>
          <p:nvPr>
            <p:ph type="title"/>
          </p:nvPr>
        </p:nvSpPr>
        <p:spPr/>
        <p:txBody>
          <a:bodyPr>
            <a:normAutofit/>
          </a:bodyPr>
          <a:lstStyle/>
          <a:p>
            <a:r>
              <a:rPr lang="zh-CN" altLang="en-US" dirty="0"/>
              <a:t>第一阶段：准备提交通知</a:t>
            </a:r>
          </a:p>
        </p:txBody>
      </p:sp>
      <p:sp>
        <p:nvSpPr>
          <p:cNvPr id="5" name="内容占位符 4">
            <a:extLst>
              <a:ext uri="{FF2B5EF4-FFF2-40B4-BE49-F238E27FC236}">
                <a16:creationId xmlns:a16="http://schemas.microsoft.com/office/drawing/2014/main" id="{B7165926-11DB-46D5-BA75-254D9BD2AE6A}"/>
              </a:ext>
            </a:extLst>
          </p:cNvPr>
          <p:cNvSpPr>
            <a:spLocks noGrp="1"/>
          </p:cNvSpPr>
          <p:nvPr>
            <p:ph idx="1"/>
          </p:nvPr>
        </p:nvSpPr>
        <p:spPr/>
        <p:txBody>
          <a:bodyPr/>
          <a:lstStyle/>
          <a:p>
            <a:pPr marL="257175" indent="-257175">
              <a:buFont typeface="Wingdings" panose="05000000000000000000" pitchFamily="2" charset="2"/>
              <a:buChar char="l"/>
            </a:pPr>
            <a:r>
              <a:rPr lang="zh-CN" altLang="en-US" dirty="0"/>
              <a:t>分布式事务</a:t>
            </a:r>
            <a:r>
              <a:rPr lang="en-US" altLang="zh-CN" dirty="0"/>
              <a:t>T</a:t>
            </a:r>
            <a:r>
              <a:rPr lang="zh-CN" altLang="en-US" dirty="0"/>
              <a:t>通过仲裁器询问所有参与执行的组件对该事务的提交</a:t>
            </a:r>
            <a:r>
              <a:rPr lang="en-US" altLang="zh-CN" dirty="0"/>
              <a:t>/</a:t>
            </a:r>
            <a:r>
              <a:rPr lang="zh-CN" altLang="en-US" dirty="0"/>
              <a:t>失败决定</a:t>
            </a:r>
          </a:p>
        </p:txBody>
      </p:sp>
      <p:sp>
        <p:nvSpPr>
          <p:cNvPr id="2" name="灯片编号占位符 1"/>
          <p:cNvSpPr>
            <a:spLocks noGrp="1"/>
          </p:cNvSpPr>
          <p:nvPr>
            <p:ph type="sldNum" sz="quarter" idx="12"/>
          </p:nvPr>
        </p:nvSpPr>
        <p:spPr/>
        <p:txBody>
          <a:bodyPr/>
          <a:lstStyle/>
          <a:p>
            <a:fld id="{D0399D1A-D296-42B7-916E-50FBDB540DBE}" type="slidenum">
              <a:rPr lang="zh-CN" altLang="en-US" smtClean="0"/>
              <a:t>17</a:t>
            </a:fld>
            <a:endParaRPr lang="zh-CN" altLang="en-US"/>
          </a:p>
        </p:txBody>
      </p:sp>
      <p:sp>
        <p:nvSpPr>
          <p:cNvPr id="15" name="矩形 17">
            <a:extLst>
              <a:ext uri="{FF2B5EF4-FFF2-40B4-BE49-F238E27FC236}">
                <a16:creationId xmlns:a16="http://schemas.microsoft.com/office/drawing/2014/main" id="{A09D7277-B2C2-40A6-8CD9-6E9ACB0010B8}"/>
              </a:ext>
            </a:extLst>
          </p:cNvPr>
          <p:cNvSpPr>
            <a:spLocks noChangeArrowheads="1"/>
          </p:cNvSpPr>
          <p:nvPr/>
        </p:nvSpPr>
        <p:spPr bwMode="auto">
          <a:xfrm>
            <a:off x="1294796" y="1625203"/>
            <a:ext cx="1902637" cy="300082"/>
          </a:xfrm>
          <a:prstGeom prst="rect">
            <a:avLst/>
          </a:prstGeom>
          <a:solidFill>
            <a:srgbClr val="D9D9D9"/>
          </a:solidFill>
          <a:ln w="9525">
            <a:solidFill>
              <a:srgbClr val="D9D9D9"/>
            </a:solidFill>
            <a:miter lim="800000"/>
            <a:headEnd/>
            <a:tailEnd/>
          </a:ln>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Site of Coordinator </a:t>
            </a:r>
            <a:endParaRPr lang="zh-CN" altLang="en-US" sz="1350" b="1">
              <a:solidFill>
                <a:schemeClr val="tx1"/>
              </a:solidFill>
              <a:latin typeface="Microsoft YaHei" panose="020B0503020204020204" pitchFamily="34" charset="-122"/>
              <a:ea typeface="Microsoft YaHei" panose="020B0503020204020204" pitchFamily="34" charset="-122"/>
            </a:endParaRPr>
          </a:p>
        </p:txBody>
      </p:sp>
      <p:sp>
        <p:nvSpPr>
          <p:cNvPr id="16" name="矩形 17">
            <a:extLst>
              <a:ext uri="{FF2B5EF4-FFF2-40B4-BE49-F238E27FC236}">
                <a16:creationId xmlns:a16="http://schemas.microsoft.com/office/drawing/2014/main" id="{72306272-FD14-4CA8-9E7A-FB93DD901986}"/>
              </a:ext>
            </a:extLst>
          </p:cNvPr>
          <p:cNvSpPr>
            <a:spLocks noChangeArrowheads="1"/>
          </p:cNvSpPr>
          <p:nvPr/>
        </p:nvSpPr>
        <p:spPr bwMode="auto">
          <a:xfrm>
            <a:off x="4282163" y="1628775"/>
            <a:ext cx="2253694" cy="300082"/>
          </a:xfrm>
          <a:prstGeom prst="rect">
            <a:avLst/>
          </a:prstGeom>
          <a:solidFill>
            <a:srgbClr val="D9D9D9"/>
          </a:solidFill>
          <a:ln w="9525">
            <a:solidFill>
              <a:srgbClr val="D9D9D9"/>
            </a:solidFill>
            <a:miter lim="800000"/>
            <a:headEnd/>
            <a:tailEnd/>
          </a:ln>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Site of one Component </a:t>
            </a:r>
            <a:endParaRPr lang="zh-CN" altLang="en-US" sz="1350" b="1">
              <a:solidFill>
                <a:schemeClr val="tx1"/>
              </a:solidFill>
              <a:latin typeface="Microsoft YaHei" panose="020B0503020204020204" pitchFamily="34" charset="-122"/>
              <a:ea typeface="Microsoft YaHei" panose="020B0503020204020204" pitchFamily="34" charset="-122"/>
            </a:endParaRPr>
          </a:p>
        </p:txBody>
      </p:sp>
      <p:grpSp>
        <p:nvGrpSpPr>
          <p:cNvPr id="17" name="组合 25">
            <a:extLst>
              <a:ext uri="{FF2B5EF4-FFF2-40B4-BE49-F238E27FC236}">
                <a16:creationId xmlns:a16="http://schemas.microsoft.com/office/drawing/2014/main" id="{F83A272F-2B61-40D0-8D34-705AD1BE2E14}"/>
              </a:ext>
            </a:extLst>
          </p:cNvPr>
          <p:cNvGrpSpPr>
            <a:grpSpLocks/>
          </p:cNvGrpSpPr>
          <p:nvPr/>
        </p:nvGrpSpPr>
        <p:grpSpPr bwMode="auto">
          <a:xfrm>
            <a:off x="1699023" y="2145507"/>
            <a:ext cx="1300327" cy="611981"/>
            <a:chOff x="0" y="0"/>
            <a:chExt cx="1733360" cy="817524"/>
          </a:xfrm>
        </p:grpSpPr>
        <p:sp>
          <p:nvSpPr>
            <p:cNvPr id="18" name="剪去单角的矩形 4">
              <a:extLst>
                <a:ext uri="{FF2B5EF4-FFF2-40B4-BE49-F238E27FC236}">
                  <a16:creationId xmlns:a16="http://schemas.microsoft.com/office/drawing/2014/main" id="{EA3068C2-DDB5-43A7-A5DD-5F3ABB735CC9}"/>
                </a:ext>
              </a:extLst>
            </p:cNvPr>
            <p:cNvSpPr>
              <a:spLocks/>
            </p:cNvSpPr>
            <p:nvPr/>
          </p:nvSpPr>
          <p:spPr bwMode="auto">
            <a:xfrm>
              <a:off x="39678" y="11134"/>
              <a:ext cx="1439523" cy="806390"/>
            </a:xfrm>
            <a:custGeom>
              <a:avLst/>
              <a:gdLst>
                <a:gd name="T0" fmla="*/ 0 w 1439523"/>
                <a:gd name="T1" fmla="*/ 0 h 806390"/>
                <a:gd name="T2" fmla="*/ 1305122 w 1439523"/>
                <a:gd name="T3" fmla="*/ 0 h 806390"/>
                <a:gd name="T4" fmla="*/ 1439523 w 1439523"/>
                <a:gd name="T5" fmla="*/ 134401 h 806390"/>
                <a:gd name="T6" fmla="*/ 1439523 w 1439523"/>
                <a:gd name="T7" fmla="*/ 806390 h 806390"/>
                <a:gd name="T8" fmla="*/ 0 w 1439523"/>
                <a:gd name="T9" fmla="*/ 806390 h 806390"/>
                <a:gd name="T10" fmla="*/ 0 w 1439523"/>
                <a:gd name="T11" fmla="*/ 0 h 80639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9523" h="806390">
                  <a:moveTo>
                    <a:pt x="0" y="0"/>
                  </a:moveTo>
                  <a:lnTo>
                    <a:pt x="1305122" y="0"/>
                  </a:lnTo>
                  <a:lnTo>
                    <a:pt x="1439523" y="134401"/>
                  </a:lnTo>
                  <a:lnTo>
                    <a:pt x="1439523" y="806390"/>
                  </a:lnTo>
                  <a:lnTo>
                    <a:pt x="0" y="806390"/>
                  </a:lnTo>
                  <a:lnTo>
                    <a:pt x="0" y="0"/>
                  </a:lnTo>
                  <a:close/>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sz="1350">
                <a:latin typeface="Microsoft YaHei" panose="020B0503020204020204" pitchFamily="34" charset="-122"/>
                <a:ea typeface="Microsoft YaHei" panose="020B0503020204020204" pitchFamily="34" charset="-122"/>
              </a:endParaRPr>
            </a:p>
          </p:txBody>
        </p:sp>
        <p:sp>
          <p:nvSpPr>
            <p:cNvPr id="19" name="矩形 17">
              <a:extLst>
                <a:ext uri="{FF2B5EF4-FFF2-40B4-BE49-F238E27FC236}">
                  <a16:creationId xmlns:a16="http://schemas.microsoft.com/office/drawing/2014/main" id="{34A7D25D-2254-4A1C-B70C-76AF9F4FE64F}"/>
                </a:ext>
              </a:extLst>
            </p:cNvPr>
            <p:cNvSpPr>
              <a:spLocks noChangeArrowheads="1"/>
            </p:cNvSpPr>
            <p:nvPr/>
          </p:nvSpPr>
          <p:spPr bwMode="auto">
            <a:xfrm>
              <a:off x="0" y="0"/>
              <a:ext cx="664150" cy="431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b="1">
                  <a:solidFill>
                    <a:srgbClr val="00B050"/>
                  </a:solidFill>
                  <a:latin typeface="Microsoft YaHei" panose="020B0503020204020204" pitchFamily="34" charset="-122"/>
                  <a:ea typeface="Microsoft YaHei" panose="020B0503020204020204" pitchFamily="34" charset="-122"/>
                </a:rPr>
                <a:t>log</a:t>
              </a:r>
              <a:endParaRPr lang="zh-CN" altLang="en-US" sz="1500" b="1">
                <a:solidFill>
                  <a:srgbClr val="00B050"/>
                </a:solidFill>
                <a:latin typeface="Microsoft YaHei" panose="020B0503020204020204" pitchFamily="34" charset="-122"/>
                <a:ea typeface="Microsoft YaHei" panose="020B0503020204020204" pitchFamily="34" charset="-122"/>
              </a:endParaRPr>
            </a:p>
          </p:txBody>
        </p:sp>
        <p:sp>
          <p:nvSpPr>
            <p:cNvPr id="20" name="矩形 5">
              <a:extLst>
                <a:ext uri="{FF2B5EF4-FFF2-40B4-BE49-F238E27FC236}">
                  <a16:creationId xmlns:a16="http://schemas.microsoft.com/office/drawing/2014/main" id="{5DF57743-1DE9-45A7-A4FF-D5A554C3678F}"/>
                </a:ext>
              </a:extLst>
            </p:cNvPr>
            <p:cNvSpPr>
              <a:spLocks noChangeArrowheads="1"/>
            </p:cNvSpPr>
            <p:nvPr/>
          </p:nvSpPr>
          <p:spPr bwMode="auto">
            <a:xfrm>
              <a:off x="33209" y="353637"/>
              <a:ext cx="1700151" cy="400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&lt;Prepare T&gt; </a:t>
              </a:r>
              <a:endParaRPr lang="zh-CN" altLang="en-US" sz="1350">
                <a:solidFill>
                  <a:schemeClr val="tx1"/>
                </a:solidFill>
                <a:latin typeface="Microsoft YaHei" panose="020B0503020204020204" pitchFamily="34" charset="-122"/>
                <a:ea typeface="Microsoft YaHei" panose="020B0503020204020204" pitchFamily="34" charset="-122"/>
              </a:endParaRPr>
            </a:p>
          </p:txBody>
        </p:sp>
      </p:grpSp>
      <p:grpSp>
        <p:nvGrpSpPr>
          <p:cNvPr id="21" name="组合 26">
            <a:extLst>
              <a:ext uri="{FF2B5EF4-FFF2-40B4-BE49-F238E27FC236}">
                <a16:creationId xmlns:a16="http://schemas.microsoft.com/office/drawing/2014/main" id="{CCE0D0DB-895B-48A2-8FCC-AFCFE3F6C73D}"/>
              </a:ext>
            </a:extLst>
          </p:cNvPr>
          <p:cNvGrpSpPr>
            <a:grpSpLocks/>
          </p:cNvGrpSpPr>
          <p:nvPr/>
        </p:nvGrpSpPr>
        <p:grpSpPr bwMode="auto">
          <a:xfrm>
            <a:off x="6596063" y="2188369"/>
            <a:ext cx="1390650" cy="604838"/>
            <a:chOff x="0" y="0"/>
            <a:chExt cx="1446394" cy="806732"/>
          </a:xfrm>
        </p:grpSpPr>
        <p:sp>
          <p:nvSpPr>
            <p:cNvPr id="22" name="剪去单角的矩形 50">
              <a:extLst>
                <a:ext uri="{FF2B5EF4-FFF2-40B4-BE49-F238E27FC236}">
                  <a16:creationId xmlns:a16="http://schemas.microsoft.com/office/drawing/2014/main" id="{B6428CBE-F9DD-434F-880A-2CE8B9D41F91}"/>
                </a:ext>
              </a:extLst>
            </p:cNvPr>
            <p:cNvSpPr>
              <a:spLocks/>
            </p:cNvSpPr>
            <p:nvPr/>
          </p:nvSpPr>
          <p:spPr bwMode="auto">
            <a:xfrm>
              <a:off x="6192" y="0"/>
              <a:ext cx="1440202" cy="806732"/>
            </a:xfrm>
            <a:custGeom>
              <a:avLst/>
              <a:gdLst>
                <a:gd name="T0" fmla="*/ 0 w 1440202"/>
                <a:gd name="T1" fmla="*/ 0 h 806732"/>
                <a:gd name="T2" fmla="*/ 1305744 w 1440202"/>
                <a:gd name="T3" fmla="*/ 0 h 806732"/>
                <a:gd name="T4" fmla="*/ 1440202 w 1440202"/>
                <a:gd name="T5" fmla="*/ 134458 h 806732"/>
                <a:gd name="T6" fmla="*/ 1440202 w 1440202"/>
                <a:gd name="T7" fmla="*/ 806732 h 806732"/>
                <a:gd name="T8" fmla="*/ 0 w 1440202"/>
                <a:gd name="T9" fmla="*/ 806732 h 806732"/>
                <a:gd name="T10" fmla="*/ 0 w 1440202"/>
                <a:gd name="T11" fmla="*/ 0 h 8067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40202" h="806732">
                  <a:moveTo>
                    <a:pt x="0" y="0"/>
                  </a:moveTo>
                  <a:lnTo>
                    <a:pt x="1305744" y="0"/>
                  </a:lnTo>
                  <a:lnTo>
                    <a:pt x="1440202" y="134458"/>
                  </a:lnTo>
                  <a:lnTo>
                    <a:pt x="1440202" y="806732"/>
                  </a:lnTo>
                  <a:lnTo>
                    <a:pt x="0" y="806732"/>
                  </a:lnTo>
                  <a:lnTo>
                    <a:pt x="0" y="0"/>
                  </a:lnTo>
                  <a:close/>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sz="1350">
                <a:latin typeface="Microsoft YaHei" panose="020B0503020204020204" pitchFamily="34" charset="-122"/>
                <a:ea typeface="Microsoft YaHei" panose="020B0503020204020204" pitchFamily="34" charset="-122"/>
              </a:endParaRPr>
            </a:p>
          </p:txBody>
        </p:sp>
        <p:sp>
          <p:nvSpPr>
            <p:cNvPr id="23" name="矩形 51">
              <a:extLst>
                <a:ext uri="{FF2B5EF4-FFF2-40B4-BE49-F238E27FC236}">
                  <a16:creationId xmlns:a16="http://schemas.microsoft.com/office/drawing/2014/main" id="{9BE6C4A8-FCE5-40B0-8589-ABEAD6900D29}"/>
                </a:ext>
              </a:extLst>
            </p:cNvPr>
            <p:cNvSpPr>
              <a:spLocks noChangeArrowheads="1"/>
            </p:cNvSpPr>
            <p:nvPr/>
          </p:nvSpPr>
          <p:spPr bwMode="auto">
            <a:xfrm>
              <a:off x="0" y="381425"/>
              <a:ext cx="1193624" cy="400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&lt;Ready T&gt; </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4" name="矩形 17">
              <a:extLst>
                <a:ext uri="{FF2B5EF4-FFF2-40B4-BE49-F238E27FC236}">
                  <a16:creationId xmlns:a16="http://schemas.microsoft.com/office/drawing/2014/main" id="{C06F880A-A2C9-47F4-A016-004DC8DC3FD6}"/>
                </a:ext>
              </a:extLst>
            </p:cNvPr>
            <p:cNvSpPr>
              <a:spLocks noChangeArrowheads="1"/>
            </p:cNvSpPr>
            <p:nvPr/>
          </p:nvSpPr>
          <p:spPr bwMode="auto">
            <a:xfrm>
              <a:off x="0" y="14644"/>
              <a:ext cx="664150" cy="43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b="1">
                  <a:solidFill>
                    <a:srgbClr val="0070C0"/>
                  </a:solidFill>
                  <a:latin typeface="Microsoft YaHei" panose="020B0503020204020204" pitchFamily="34" charset="-122"/>
                  <a:ea typeface="Microsoft YaHei" panose="020B0503020204020204" pitchFamily="34" charset="-122"/>
                </a:rPr>
                <a:t>log</a:t>
              </a:r>
              <a:endParaRPr lang="zh-CN" altLang="en-US" sz="1500" b="1">
                <a:solidFill>
                  <a:srgbClr val="0070C0"/>
                </a:solidFill>
                <a:latin typeface="Microsoft YaHei" panose="020B0503020204020204" pitchFamily="34" charset="-122"/>
                <a:ea typeface="Microsoft YaHei" panose="020B0503020204020204" pitchFamily="34" charset="-122"/>
              </a:endParaRPr>
            </a:p>
          </p:txBody>
        </p:sp>
      </p:grpSp>
      <p:grpSp>
        <p:nvGrpSpPr>
          <p:cNvPr id="34" name="组合 27">
            <a:extLst>
              <a:ext uri="{FF2B5EF4-FFF2-40B4-BE49-F238E27FC236}">
                <a16:creationId xmlns:a16="http://schemas.microsoft.com/office/drawing/2014/main" id="{DAD2D125-BCEA-4083-9CC2-5A6C82571623}"/>
              </a:ext>
            </a:extLst>
          </p:cNvPr>
          <p:cNvGrpSpPr>
            <a:grpSpLocks/>
          </p:cNvGrpSpPr>
          <p:nvPr/>
        </p:nvGrpSpPr>
        <p:grpSpPr bwMode="auto">
          <a:xfrm>
            <a:off x="6529387" y="3429001"/>
            <a:ext cx="1671638" cy="836629"/>
            <a:chOff x="0" y="0"/>
            <a:chExt cx="2013354" cy="1116171"/>
          </a:xfrm>
        </p:grpSpPr>
        <p:sp>
          <p:nvSpPr>
            <p:cNvPr id="35" name="剪去单角的矩形 54">
              <a:extLst>
                <a:ext uri="{FF2B5EF4-FFF2-40B4-BE49-F238E27FC236}">
                  <a16:creationId xmlns:a16="http://schemas.microsoft.com/office/drawing/2014/main" id="{04D91395-3B1D-418A-9AF9-868EE7B7AAF4}"/>
                </a:ext>
              </a:extLst>
            </p:cNvPr>
            <p:cNvSpPr>
              <a:spLocks/>
            </p:cNvSpPr>
            <p:nvPr/>
          </p:nvSpPr>
          <p:spPr bwMode="auto">
            <a:xfrm>
              <a:off x="104683" y="0"/>
              <a:ext cx="1650548" cy="879999"/>
            </a:xfrm>
            <a:custGeom>
              <a:avLst/>
              <a:gdLst>
                <a:gd name="T0" fmla="*/ 0 w 1650548"/>
                <a:gd name="T1" fmla="*/ 0 h 879999"/>
                <a:gd name="T2" fmla="*/ 1503879 w 1650548"/>
                <a:gd name="T3" fmla="*/ 0 h 879999"/>
                <a:gd name="T4" fmla="*/ 1650548 w 1650548"/>
                <a:gd name="T5" fmla="*/ 146669 h 879999"/>
                <a:gd name="T6" fmla="*/ 1650548 w 1650548"/>
                <a:gd name="T7" fmla="*/ 879999 h 879999"/>
                <a:gd name="T8" fmla="*/ 0 w 1650548"/>
                <a:gd name="T9" fmla="*/ 879999 h 879999"/>
                <a:gd name="T10" fmla="*/ 0 w 1650548"/>
                <a:gd name="T11" fmla="*/ 0 h 8799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50548" h="879999">
                  <a:moveTo>
                    <a:pt x="0" y="0"/>
                  </a:moveTo>
                  <a:lnTo>
                    <a:pt x="1503879" y="0"/>
                  </a:lnTo>
                  <a:lnTo>
                    <a:pt x="1650548" y="146669"/>
                  </a:lnTo>
                  <a:lnTo>
                    <a:pt x="1650548" y="879999"/>
                  </a:lnTo>
                  <a:lnTo>
                    <a:pt x="0" y="879999"/>
                  </a:lnTo>
                  <a:lnTo>
                    <a:pt x="0" y="0"/>
                  </a:lnTo>
                  <a:close/>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sz="1350">
                <a:latin typeface="Microsoft YaHei" panose="020B0503020204020204" pitchFamily="34" charset="-122"/>
                <a:ea typeface="Microsoft YaHei" panose="020B0503020204020204" pitchFamily="34" charset="-122"/>
              </a:endParaRPr>
            </a:p>
          </p:txBody>
        </p:sp>
        <p:sp>
          <p:nvSpPr>
            <p:cNvPr id="36" name="矩形 55">
              <a:extLst>
                <a:ext uri="{FF2B5EF4-FFF2-40B4-BE49-F238E27FC236}">
                  <a16:creationId xmlns:a16="http://schemas.microsoft.com/office/drawing/2014/main" id="{5101551D-E8B2-4C99-8AA2-CB8BED7CFD76}"/>
                </a:ext>
              </a:extLst>
            </p:cNvPr>
            <p:cNvSpPr>
              <a:spLocks noChangeArrowheads="1"/>
            </p:cNvSpPr>
            <p:nvPr/>
          </p:nvSpPr>
          <p:spPr bwMode="auto">
            <a:xfrm>
              <a:off x="0" y="438659"/>
              <a:ext cx="2013354" cy="67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&lt;Don’t commit T&gt; </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37" name="矩形 17">
              <a:extLst>
                <a:ext uri="{FF2B5EF4-FFF2-40B4-BE49-F238E27FC236}">
                  <a16:creationId xmlns:a16="http://schemas.microsoft.com/office/drawing/2014/main" id="{8359554C-EEDB-4000-80EF-963916F8605A}"/>
                </a:ext>
              </a:extLst>
            </p:cNvPr>
            <p:cNvSpPr>
              <a:spLocks noChangeArrowheads="1"/>
            </p:cNvSpPr>
            <p:nvPr/>
          </p:nvSpPr>
          <p:spPr bwMode="auto">
            <a:xfrm>
              <a:off x="98879" y="71877"/>
              <a:ext cx="664150" cy="431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b="1">
                  <a:solidFill>
                    <a:srgbClr val="0070C0"/>
                  </a:solidFill>
                  <a:latin typeface="Microsoft YaHei" panose="020B0503020204020204" pitchFamily="34" charset="-122"/>
                  <a:ea typeface="Microsoft YaHei" panose="020B0503020204020204" pitchFamily="34" charset="-122"/>
                </a:rPr>
                <a:t>log</a:t>
              </a:r>
              <a:endParaRPr lang="zh-CN" altLang="en-US" sz="1500" b="1">
                <a:solidFill>
                  <a:srgbClr val="0070C0"/>
                </a:solidFill>
                <a:latin typeface="Microsoft YaHei" panose="020B0503020204020204" pitchFamily="34" charset="-122"/>
                <a:ea typeface="Microsoft YaHei" panose="020B0503020204020204" pitchFamily="34" charset="-122"/>
              </a:endParaRPr>
            </a:p>
          </p:txBody>
        </p:sp>
      </p:grpSp>
      <p:sp>
        <p:nvSpPr>
          <p:cNvPr id="38" name="矩形 7">
            <a:extLst>
              <a:ext uri="{FF2B5EF4-FFF2-40B4-BE49-F238E27FC236}">
                <a16:creationId xmlns:a16="http://schemas.microsoft.com/office/drawing/2014/main" id="{25A8B4DB-6F8A-4B48-8B04-F51A98806ECC}"/>
              </a:ext>
            </a:extLst>
          </p:cNvPr>
          <p:cNvSpPr>
            <a:spLocks noChangeArrowheads="1"/>
          </p:cNvSpPr>
          <p:nvPr/>
        </p:nvSpPr>
        <p:spPr bwMode="auto">
          <a:xfrm>
            <a:off x="1593056" y="2914650"/>
            <a:ext cx="142539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Send message</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39" name="矩形 10">
            <a:extLst>
              <a:ext uri="{FF2B5EF4-FFF2-40B4-BE49-F238E27FC236}">
                <a16:creationId xmlns:a16="http://schemas.microsoft.com/office/drawing/2014/main" id="{6D5DD017-2DA5-4589-9771-2F3566EA4CE1}"/>
              </a:ext>
            </a:extLst>
          </p:cNvPr>
          <p:cNvSpPr>
            <a:spLocks noChangeArrowheads="1"/>
          </p:cNvSpPr>
          <p:nvPr/>
        </p:nvSpPr>
        <p:spPr bwMode="auto">
          <a:xfrm>
            <a:off x="3180160" y="2732485"/>
            <a:ext cx="97244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prepare T</a:t>
            </a:r>
            <a:endParaRPr lang="zh-CN" altLang="en-US" sz="1350">
              <a:solidFill>
                <a:schemeClr val="tx1"/>
              </a:solidFill>
              <a:latin typeface="Microsoft YaHei" panose="020B0503020204020204" pitchFamily="34" charset="-122"/>
              <a:ea typeface="Microsoft YaHei" panose="020B0503020204020204" pitchFamily="34" charset="-122"/>
            </a:endParaRPr>
          </a:p>
        </p:txBody>
      </p:sp>
      <p:grpSp>
        <p:nvGrpSpPr>
          <p:cNvPr id="40" name="组合 40">
            <a:extLst>
              <a:ext uri="{FF2B5EF4-FFF2-40B4-BE49-F238E27FC236}">
                <a16:creationId xmlns:a16="http://schemas.microsoft.com/office/drawing/2014/main" id="{D2D6F66E-65F1-42BC-80ED-089DA3C3C5D5}"/>
              </a:ext>
            </a:extLst>
          </p:cNvPr>
          <p:cNvGrpSpPr>
            <a:grpSpLocks/>
          </p:cNvGrpSpPr>
          <p:nvPr/>
        </p:nvGrpSpPr>
        <p:grpSpPr bwMode="auto">
          <a:xfrm>
            <a:off x="4299670" y="2681288"/>
            <a:ext cx="1837683" cy="632222"/>
            <a:chOff x="-101235" y="0"/>
            <a:chExt cx="2451807" cy="843715"/>
          </a:xfrm>
        </p:grpSpPr>
        <p:sp>
          <p:nvSpPr>
            <p:cNvPr id="41" name="菱形 11">
              <a:extLst>
                <a:ext uri="{FF2B5EF4-FFF2-40B4-BE49-F238E27FC236}">
                  <a16:creationId xmlns:a16="http://schemas.microsoft.com/office/drawing/2014/main" id="{6E7B3458-5B09-4EDD-B03B-7A39DFC3A9AA}"/>
                </a:ext>
              </a:extLst>
            </p:cNvPr>
            <p:cNvSpPr>
              <a:spLocks noChangeArrowheads="1"/>
            </p:cNvSpPr>
            <p:nvPr/>
          </p:nvSpPr>
          <p:spPr bwMode="auto">
            <a:xfrm>
              <a:off x="25537" y="0"/>
              <a:ext cx="2198260" cy="843715"/>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2" name="矩形 63">
              <a:extLst>
                <a:ext uri="{FF2B5EF4-FFF2-40B4-BE49-F238E27FC236}">
                  <a16:creationId xmlns:a16="http://schemas.microsoft.com/office/drawing/2014/main" id="{9C4864D4-3467-41FE-A025-7575B332C891}"/>
                </a:ext>
              </a:extLst>
            </p:cNvPr>
            <p:cNvSpPr>
              <a:spLocks noChangeArrowheads="1"/>
            </p:cNvSpPr>
            <p:nvPr/>
          </p:nvSpPr>
          <p:spPr bwMode="auto">
            <a:xfrm>
              <a:off x="-101235" y="98691"/>
              <a:ext cx="2451807" cy="67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Want to commit </a:t>
              </a:r>
            </a:p>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its component of T</a:t>
              </a:r>
              <a:endParaRPr lang="zh-CN" altLang="en-US" sz="1350">
                <a:solidFill>
                  <a:schemeClr val="tx1"/>
                </a:solidFill>
                <a:latin typeface="Microsoft YaHei" panose="020B0503020204020204" pitchFamily="34" charset="-122"/>
                <a:ea typeface="Microsoft YaHei" panose="020B0503020204020204" pitchFamily="34" charset="-122"/>
              </a:endParaRPr>
            </a:p>
          </p:txBody>
        </p:sp>
      </p:grpSp>
      <p:sp>
        <p:nvSpPr>
          <p:cNvPr id="43" name="右箭头 12">
            <a:extLst>
              <a:ext uri="{FF2B5EF4-FFF2-40B4-BE49-F238E27FC236}">
                <a16:creationId xmlns:a16="http://schemas.microsoft.com/office/drawing/2014/main" id="{057BC078-3B7A-4C11-82EA-3B5F51008B52}"/>
              </a:ext>
            </a:extLst>
          </p:cNvPr>
          <p:cNvSpPr>
            <a:spLocks noChangeArrowheads="1"/>
          </p:cNvSpPr>
          <p:nvPr/>
        </p:nvSpPr>
        <p:spPr bwMode="auto">
          <a:xfrm>
            <a:off x="3248026" y="3005138"/>
            <a:ext cx="1012031" cy="165497"/>
          </a:xfrm>
          <a:prstGeom prst="rightArrow">
            <a:avLst>
              <a:gd name="adj1" fmla="val 50000"/>
              <a:gd name="adj2" fmla="val 50223"/>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cxnSp>
        <p:nvCxnSpPr>
          <p:cNvPr id="44" name="肘形连接符 16">
            <a:extLst>
              <a:ext uri="{FF2B5EF4-FFF2-40B4-BE49-F238E27FC236}">
                <a16:creationId xmlns:a16="http://schemas.microsoft.com/office/drawing/2014/main" id="{25AA64AB-781E-4541-89F3-2022A23BD274}"/>
              </a:ext>
            </a:extLst>
          </p:cNvPr>
          <p:cNvCxnSpPr>
            <a:cxnSpLocks noChangeShapeType="1"/>
            <a:stCxn id="41" idx="3"/>
            <a:endCxn id="22" idx="1"/>
          </p:cNvCxnSpPr>
          <p:nvPr/>
        </p:nvCxnSpPr>
        <p:spPr bwMode="auto">
          <a:xfrm flipV="1">
            <a:off x="6042422" y="2793206"/>
            <a:ext cx="1251347" cy="204788"/>
          </a:xfrm>
          <a:prstGeom prst="bentConnector2">
            <a:avLst/>
          </a:prstGeom>
          <a:noFill/>
          <a:ln w="12700">
            <a:solidFill>
              <a:schemeClr val="tx1"/>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5" name="矩形 17">
            <a:extLst>
              <a:ext uri="{FF2B5EF4-FFF2-40B4-BE49-F238E27FC236}">
                <a16:creationId xmlns:a16="http://schemas.microsoft.com/office/drawing/2014/main" id="{F50246E0-3A38-46CC-82C5-F332F76832AA}"/>
              </a:ext>
            </a:extLst>
          </p:cNvPr>
          <p:cNvSpPr>
            <a:spLocks noChangeArrowheads="1"/>
          </p:cNvSpPr>
          <p:nvPr/>
        </p:nvSpPr>
        <p:spPr bwMode="auto">
          <a:xfrm>
            <a:off x="6173391" y="2738437"/>
            <a:ext cx="48288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b="1">
                <a:solidFill>
                  <a:srgbClr val="FF0000"/>
                </a:solidFill>
                <a:latin typeface="Microsoft YaHei" panose="020B0503020204020204" pitchFamily="34" charset="-122"/>
                <a:ea typeface="Microsoft YaHei" panose="020B0503020204020204" pitchFamily="34" charset="-122"/>
              </a:rPr>
              <a:t>Yes</a:t>
            </a:r>
            <a:endParaRPr lang="zh-CN" altLang="en-US" sz="1350">
              <a:solidFill>
                <a:srgbClr val="FF0000"/>
              </a:solidFill>
              <a:latin typeface="Microsoft YaHei" panose="020B0503020204020204" pitchFamily="34" charset="-122"/>
              <a:ea typeface="Microsoft YaHei" panose="020B0503020204020204" pitchFamily="34" charset="-122"/>
            </a:endParaRPr>
          </a:p>
        </p:txBody>
      </p:sp>
      <p:sp>
        <p:nvSpPr>
          <p:cNvPr id="46" name="矩形 18">
            <a:extLst>
              <a:ext uri="{FF2B5EF4-FFF2-40B4-BE49-F238E27FC236}">
                <a16:creationId xmlns:a16="http://schemas.microsoft.com/office/drawing/2014/main" id="{89F7845C-2194-47AA-987C-B56C5AEF03C8}"/>
              </a:ext>
            </a:extLst>
          </p:cNvPr>
          <p:cNvSpPr>
            <a:spLocks noChangeArrowheads="1"/>
          </p:cNvSpPr>
          <p:nvPr/>
        </p:nvSpPr>
        <p:spPr bwMode="auto">
          <a:xfrm>
            <a:off x="4399955" y="2085976"/>
            <a:ext cx="185499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Send message and </a:t>
            </a:r>
          </a:p>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wait for Phase 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7" name="矩形 71">
            <a:extLst>
              <a:ext uri="{FF2B5EF4-FFF2-40B4-BE49-F238E27FC236}">
                <a16:creationId xmlns:a16="http://schemas.microsoft.com/office/drawing/2014/main" id="{CA92699F-EA53-482D-8332-32BA45D52FE4}"/>
              </a:ext>
            </a:extLst>
          </p:cNvPr>
          <p:cNvSpPr>
            <a:spLocks noChangeArrowheads="1"/>
          </p:cNvSpPr>
          <p:nvPr/>
        </p:nvSpPr>
        <p:spPr bwMode="auto">
          <a:xfrm>
            <a:off x="3278982" y="2090737"/>
            <a:ext cx="79457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ready T</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8" name="右箭头 72">
            <a:extLst>
              <a:ext uri="{FF2B5EF4-FFF2-40B4-BE49-F238E27FC236}">
                <a16:creationId xmlns:a16="http://schemas.microsoft.com/office/drawing/2014/main" id="{A7CADECE-01FC-49C2-9BE1-26B3F5AC6279}"/>
              </a:ext>
            </a:extLst>
          </p:cNvPr>
          <p:cNvSpPr>
            <a:spLocks noChangeArrowheads="1"/>
          </p:cNvSpPr>
          <p:nvPr/>
        </p:nvSpPr>
        <p:spPr bwMode="auto">
          <a:xfrm rot="10800000">
            <a:off x="3180160" y="2388394"/>
            <a:ext cx="1013222" cy="166688"/>
          </a:xfrm>
          <a:prstGeom prst="rightArrow">
            <a:avLst>
              <a:gd name="adj1" fmla="val 50000"/>
              <a:gd name="adj2" fmla="val 49923"/>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cxnSp>
        <p:nvCxnSpPr>
          <p:cNvPr id="49" name="肘形连接符 20">
            <a:extLst>
              <a:ext uri="{FF2B5EF4-FFF2-40B4-BE49-F238E27FC236}">
                <a16:creationId xmlns:a16="http://schemas.microsoft.com/office/drawing/2014/main" id="{915DF7C4-14F8-4DA8-B21A-D40A39CC6A7B}"/>
              </a:ext>
            </a:extLst>
          </p:cNvPr>
          <p:cNvCxnSpPr>
            <a:cxnSpLocks noChangeShapeType="1"/>
            <a:stCxn id="41" idx="2"/>
          </p:cNvCxnSpPr>
          <p:nvPr/>
        </p:nvCxnSpPr>
        <p:spPr bwMode="auto">
          <a:xfrm rot="16200000" flipH="1">
            <a:off x="5790605" y="2741415"/>
            <a:ext cx="235744" cy="1379934"/>
          </a:xfrm>
          <a:prstGeom prst="bentConnector2">
            <a:avLst/>
          </a:prstGeom>
          <a:noFill/>
          <a:ln w="12700">
            <a:solidFill>
              <a:schemeClr val="tx1"/>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0" name="矩形 77">
            <a:extLst>
              <a:ext uri="{FF2B5EF4-FFF2-40B4-BE49-F238E27FC236}">
                <a16:creationId xmlns:a16="http://schemas.microsoft.com/office/drawing/2014/main" id="{DAFC4E0E-9B57-473F-917F-795BD48A07A8}"/>
              </a:ext>
            </a:extLst>
          </p:cNvPr>
          <p:cNvSpPr>
            <a:spLocks noChangeArrowheads="1"/>
          </p:cNvSpPr>
          <p:nvPr/>
        </p:nvSpPr>
        <p:spPr bwMode="auto">
          <a:xfrm>
            <a:off x="4159726" y="3606404"/>
            <a:ext cx="236879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Send message and </a:t>
            </a:r>
          </a:p>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abort its component of T</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51" name="矩形 78">
            <a:extLst>
              <a:ext uri="{FF2B5EF4-FFF2-40B4-BE49-F238E27FC236}">
                <a16:creationId xmlns:a16="http://schemas.microsoft.com/office/drawing/2014/main" id="{0EAEEA79-E24A-42D2-9F61-7DEDF5420D7E}"/>
              </a:ext>
            </a:extLst>
          </p:cNvPr>
          <p:cNvSpPr>
            <a:spLocks noChangeArrowheads="1"/>
          </p:cNvSpPr>
          <p:nvPr/>
        </p:nvSpPr>
        <p:spPr bwMode="auto">
          <a:xfrm>
            <a:off x="2946798" y="3481387"/>
            <a:ext cx="159851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don’t commit</a:t>
            </a:r>
            <a:r>
              <a:rPr lang="en-US" altLang="zh-CN" sz="1350" b="1">
                <a:solidFill>
                  <a:schemeClr val="tx1"/>
                </a:solidFill>
                <a:latin typeface="Microsoft YaHei" panose="020B0503020204020204" pitchFamily="34" charset="-122"/>
                <a:ea typeface="Microsoft YaHei" panose="020B0503020204020204" pitchFamily="34" charset="-122"/>
              </a:rPr>
              <a:t> </a:t>
            </a:r>
            <a:r>
              <a:rPr lang="en-US" altLang="zh-CN" sz="1350">
                <a:solidFill>
                  <a:schemeClr val="tx1"/>
                </a:solidFill>
                <a:latin typeface="Microsoft YaHei" panose="020B0503020204020204" pitchFamily="34" charset="-122"/>
                <a:ea typeface="Microsoft YaHei" panose="020B0503020204020204" pitchFamily="34" charset="-122"/>
              </a:rPr>
              <a:t>T</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52" name="右箭头 79">
            <a:extLst>
              <a:ext uri="{FF2B5EF4-FFF2-40B4-BE49-F238E27FC236}">
                <a16:creationId xmlns:a16="http://schemas.microsoft.com/office/drawing/2014/main" id="{D27EF710-47D1-4397-8AC9-41C8CF446537}"/>
              </a:ext>
            </a:extLst>
          </p:cNvPr>
          <p:cNvSpPr>
            <a:spLocks noChangeArrowheads="1"/>
          </p:cNvSpPr>
          <p:nvPr/>
        </p:nvSpPr>
        <p:spPr bwMode="auto">
          <a:xfrm rot="10800000">
            <a:off x="3205163" y="3764756"/>
            <a:ext cx="1013222" cy="166688"/>
          </a:xfrm>
          <a:prstGeom prst="rightArrow">
            <a:avLst>
              <a:gd name="adj1" fmla="val 50000"/>
              <a:gd name="adj2" fmla="val 49923"/>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53" name="矩形 80">
            <a:extLst>
              <a:ext uri="{FF2B5EF4-FFF2-40B4-BE49-F238E27FC236}">
                <a16:creationId xmlns:a16="http://schemas.microsoft.com/office/drawing/2014/main" id="{69F9CA9C-5D5B-4C17-85CE-B7EE55B4B786}"/>
              </a:ext>
            </a:extLst>
          </p:cNvPr>
          <p:cNvSpPr>
            <a:spLocks noChangeArrowheads="1"/>
          </p:cNvSpPr>
          <p:nvPr/>
        </p:nvSpPr>
        <p:spPr bwMode="auto">
          <a:xfrm>
            <a:off x="5412581" y="3308747"/>
            <a:ext cx="44595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b="1">
                <a:solidFill>
                  <a:srgbClr val="FF0000"/>
                </a:solidFill>
                <a:latin typeface="Microsoft YaHei" panose="020B0503020204020204" pitchFamily="34" charset="-122"/>
                <a:ea typeface="Microsoft YaHei" panose="020B0503020204020204" pitchFamily="34" charset="-122"/>
              </a:rPr>
              <a:t>No</a:t>
            </a:r>
            <a:endParaRPr lang="zh-CN" altLang="en-US" sz="1350">
              <a:solidFill>
                <a:srgbClr val="FF0000"/>
              </a:solidFill>
              <a:latin typeface="Microsoft YaHei" panose="020B0503020204020204" pitchFamily="34" charset="-122"/>
              <a:ea typeface="Microsoft YaHei"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wipe(down)">
                                      <p:cBhvr>
                                        <p:cTn id="12" dur="500"/>
                                        <p:tgtEl>
                                          <p:spTgt spid="38"/>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wipe(left)">
                                      <p:cBhvr>
                                        <p:cTn id="15" dur="500"/>
                                        <p:tgtEl>
                                          <p:spTgt spid="43"/>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wipe(left)">
                                      <p:cBhvr>
                                        <p:cTn id="18" dur="500"/>
                                        <p:tgtEl>
                                          <p:spTgt spid="3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down)">
                                      <p:cBhvr>
                                        <p:cTn id="23" dur="500"/>
                                        <p:tgtEl>
                                          <p:spTgt spid="4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wipe(down)">
                                      <p:cBhvr>
                                        <p:cTn id="28" dur="500"/>
                                        <p:tgtEl>
                                          <p:spTgt spid="45"/>
                                        </p:tgtEl>
                                      </p:cBhvr>
                                    </p:animEffect>
                                  </p:childTnLst>
                                </p:cTn>
                              </p:par>
                              <p:par>
                                <p:cTn id="29" presetID="22" presetClass="entr" presetSubtype="4" fill="hold" nodeType="with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wipe(down)">
                                      <p:cBhvr>
                                        <p:cTn id="31" dur="500"/>
                                        <p:tgtEl>
                                          <p:spTgt spid="44"/>
                                        </p:tgtEl>
                                      </p:cBhvr>
                                    </p:animEffect>
                                  </p:childTnLst>
                                </p:cTn>
                              </p:par>
                              <p:par>
                                <p:cTn id="32" presetID="22" presetClass="entr" presetSubtype="4"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down)">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grpId="0" nodeType="click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wipe(right)">
                                      <p:cBhvr>
                                        <p:cTn id="39" dur="500"/>
                                        <p:tgtEl>
                                          <p:spTgt spid="46"/>
                                        </p:tgtEl>
                                      </p:cBhvr>
                                    </p:animEffect>
                                  </p:childTnLst>
                                </p:cTn>
                              </p:par>
                              <p:par>
                                <p:cTn id="40" presetID="22" presetClass="entr" presetSubtype="2" fill="hold" grpId="0" nodeType="with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wipe(right)">
                                      <p:cBhvr>
                                        <p:cTn id="42" dur="500"/>
                                        <p:tgtEl>
                                          <p:spTgt spid="47"/>
                                        </p:tgtEl>
                                      </p:cBhvr>
                                    </p:animEffect>
                                  </p:childTnLst>
                                </p:cTn>
                              </p:par>
                              <p:par>
                                <p:cTn id="43" presetID="22" presetClass="entr" presetSubtype="2" fill="hold" grpId="0" nodeType="with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wipe(right)">
                                      <p:cBhvr>
                                        <p:cTn id="45" dur="500"/>
                                        <p:tgtEl>
                                          <p:spTgt spid="4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53"/>
                                        </p:tgtEl>
                                        <p:attrNameLst>
                                          <p:attrName>style.visibility</p:attrName>
                                        </p:attrNameLst>
                                      </p:cBhvr>
                                      <p:to>
                                        <p:strVal val="visible"/>
                                      </p:to>
                                    </p:set>
                                    <p:animEffect transition="in" filter="wipe(down)">
                                      <p:cBhvr>
                                        <p:cTn id="50" dur="500"/>
                                        <p:tgtEl>
                                          <p:spTgt spid="53"/>
                                        </p:tgtEl>
                                      </p:cBhvr>
                                    </p:animEffect>
                                  </p:childTnLst>
                                </p:cTn>
                              </p:par>
                              <p:par>
                                <p:cTn id="51" presetID="22" presetClass="entr" presetSubtype="4" fill="hold" nodeType="withEffect">
                                  <p:stCondLst>
                                    <p:cond delay="0"/>
                                  </p:stCondLst>
                                  <p:childTnLst>
                                    <p:set>
                                      <p:cBhvr>
                                        <p:cTn id="52" dur="1" fill="hold">
                                          <p:stCondLst>
                                            <p:cond delay="0"/>
                                          </p:stCondLst>
                                        </p:cTn>
                                        <p:tgtEl>
                                          <p:spTgt spid="49"/>
                                        </p:tgtEl>
                                        <p:attrNameLst>
                                          <p:attrName>style.visibility</p:attrName>
                                        </p:attrNameLst>
                                      </p:cBhvr>
                                      <p:to>
                                        <p:strVal val="visible"/>
                                      </p:to>
                                    </p:set>
                                    <p:animEffect transition="in" filter="wipe(down)">
                                      <p:cBhvr>
                                        <p:cTn id="53" dur="500"/>
                                        <p:tgtEl>
                                          <p:spTgt spid="49"/>
                                        </p:tgtEl>
                                      </p:cBhvr>
                                    </p:animEffect>
                                  </p:childTnLst>
                                </p:cTn>
                              </p:par>
                              <p:par>
                                <p:cTn id="54" presetID="22" presetClass="entr" presetSubtype="4" fill="hold"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wipe(down)">
                                      <p:cBhvr>
                                        <p:cTn id="56" dur="500"/>
                                        <p:tgtEl>
                                          <p:spTgt spid="3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grpId="0" nodeType="clickEffect">
                                  <p:stCondLst>
                                    <p:cond delay="0"/>
                                  </p:stCondLst>
                                  <p:childTnLst>
                                    <p:set>
                                      <p:cBhvr>
                                        <p:cTn id="60" dur="1" fill="hold">
                                          <p:stCondLst>
                                            <p:cond delay="0"/>
                                          </p:stCondLst>
                                        </p:cTn>
                                        <p:tgtEl>
                                          <p:spTgt spid="50"/>
                                        </p:tgtEl>
                                        <p:attrNameLst>
                                          <p:attrName>style.visibility</p:attrName>
                                        </p:attrNameLst>
                                      </p:cBhvr>
                                      <p:to>
                                        <p:strVal val="visible"/>
                                      </p:to>
                                    </p:set>
                                    <p:animEffect transition="in" filter="wipe(right)">
                                      <p:cBhvr>
                                        <p:cTn id="61" dur="500"/>
                                        <p:tgtEl>
                                          <p:spTgt spid="50"/>
                                        </p:tgtEl>
                                      </p:cBhvr>
                                    </p:animEffect>
                                  </p:childTnLst>
                                </p:cTn>
                              </p:par>
                              <p:par>
                                <p:cTn id="62" presetID="22" presetClass="entr" presetSubtype="2" fill="hold" grpId="0" nodeType="withEffect">
                                  <p:stCondLst>
                                    <p:cond delay="0"/>
                                  </p:stCondLst>
                                  <p:childTnLst>
                                    <p:set>
                                      <p:cBhvr>
                                        <p:cTn id="63" dur="1" fill="hold">
                                          <p:stCondLst>
                                            <p:cond delay="0"/>
                                          </p:stCondLst>
                                        </p:cTn>
                                        <p:tgtEl>
                                          <p:spTgt spid="51"/>
                                        </p:tgtEl>
                                        <p:attrNameLst>
                                          <p:attrName>style.visibility</p:attrName>
                                        </p:attrNameLst>
                                      </p:cBhvr>
                                      <p:to>
                                        <p:strVal val="visible"/>
                                      </p:to>
                                    </p:set>
                                    <p:animEffect transition="in" filter="wipe(right)">
                                      <p:cBhvr>
                                        <p:cTn id="64" dur="500"/>
                                        <p:tgtEl>
                                          <p:spTgt spid="51"/>
                                        </p:tgtEl>
                                      </p:cBhvr>
                                    </p:animEffect>
                                  </p:childTnLst>
                                </p:cTn>
                              </p:par>
                              <p:par>
                                <p:cTn id="65" presetID="22" presetClass="entr" presetSubtype="2"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animEffect transition="in" filter="wipe(right)">
                                      <p:cBhvr>
                                        <p:cTn id="6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utoUpdateAnimBg="0"/>
      <p:bldP spid="39" grpId="0" autoUpdateAnimBg="0"/>
      <p:bldP spid="43" grpId="0" animBg="1" autoUpdateAnimBg="0"/>
      <p:bldP spid="45" grpId="0" autoUpdateAnimBg="0"/>
      <p:bldP spid="46" grpId="0" autoUpdateAnimBg="0"/>
      <p:bldP spid="47" grpId="0" autoUpdateAnimBg="0"/>
      <p:bldP spid="48" grpId="0" animBg="1" autoUpdateAnimBg="0"/>
      <p:bldP spid="50" grpId="0" autoUpdateAnimBg="0"/>
      <p:bldP spid="51" grpId="0" autoUpdateAnimBg="0"/>
      <p:bldP spid="52" grpId="0" animBg="1" autoUpdateAnimBg="0"/>
      <p:bldP spid="53"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74B12D4-3C54-DD20-6AB3-14A7A26D1797}"/>
              </a:ext>
            </a:extLst>
          </p:cNvPr>
          <p:cNvSpPr>
            <a:spLocks noGrp="1"/>
          </p:cNvSpPr>
          <p:nvPr>
            <p:ph type="title"/>
          </p:nvPr>
        </p:nvSpPr>
        <p:spPr/>
        <p:txBody>
          <a:bodyPr>
            <a:normAutofit/>
          </a:bodyPr>
          <a:lstStyle/>
          <a:p>
            <a:r>
              <a:rPr lang="zh-CN" altLang="en-US" dirty="0"/>
              <a:t>第二阶段：返回决定仲裁</a:t>
            </a:r>
          </a:p>
        </p:txBody>
      </p:sp>
      <p:sp>
        <p:nvSpPr>
          <p:cNvPr id="5" name="内容占位符 4">
            <a:extLst>
              <a:ext uri="{FF2B5EF4-FFF2-40B4-BE49-F238E27FC236}">
                <a16:creationId xmlns:a16="http://schemas.microsoft.com/office/drawing/2014/main" id="{E0BB34BD-92AA-4BE9-B133-1AEF79BD1AC3}"/>
              </a:ext>
            </a:extLst>
          </p:cNvPr>
          <p:cNvSpPr>
            <a:spLocks noGrp="1"/>
          </p:cNvSpPr>
          <p:nvPr>
            <p:ph idx="1"/>
          </p:nvPr>
        </p:nvSpPr>
        <p:spPr/>
        <p:txBody>
          <a:bodyPr/>
          <a:lstStyle/>
          <a:p>
            <a:pPr marL="257175" indent="-257175">
              <a:buFont typeface="Wingdings" panose="05000000000000000000" pitchFamily="2" charset="2"/>
              <a:buChar char="l"/>
            </a:pPr>
            <a:r>
              <a:rPr lang="zh-CN" altLang="en-US" dirty="0"/>
              <a:t>当仲裁器从每个站点接受到响应，若某个站点做出不提交事务</a:t>
            </a:r>
            <a:r>
              <a:rPr lang="en-US" altLang="zh-CN" dirty="0"/>
              <a:t>T</a:t>
            </a:r>
            <a:r>
              <a:rPr lang="zh-CN" altLang="en-US" dirty="0"/>
              <a:t>的决定则做失败处理，否则通知所有站点提交事务</a:t>
            </a:r>
            <a:r>
              <a:rPr lang="en-US" altLang="zh-CN" dirty="0"/>
              <a:t>T</a:t>
            </a:r>
            <a:endParaRPr lang="zh-CN" altLang="en-US" dirty="0"/>
          </a:p>
        </p:txBody>
      </p:sp>
      <p:sp>
        <p:nvSpPr>
          <p:cNvPr id="2" name="灯片编号占位符 1"/>
          <p:cNvSpPr>
            <a:spLocks noGrp="1"/>
          </p:cNvSpPr>
          <p:nvPr>
            <p:ph type="sldNum" sz="quarter" idx="12"/>
          </p:nvPr>
        </p:nvSpPr>
        <p:spPr/>
        <p:txBody>
          <a:bodyPr/>
          <a:lstStyle/>
          <a:p>
            <a:fld id="{D0399D1A-D296-42B7-916E-50FBDB540DBE}" type="slidenum">
              <a:rPr lang="zh-CN" altLang="en-US" smtClean="0"/>
              <a:t>18</a:t>
            </a:fld>
            <a:endParaRPr lang="zh-CN" altLang="en-US"/>
          </a:p>
        </p:txBody>
      </p:sp>
      <p:sp>
        <p:nvSpPr>
          <p:cNvPr id="19" name="矩形 17">
            <a:extLst>
              <a:ext uri="{FF2B5EF4-FFF2-40B4-BE49-F238E27FC236}">
                <a16:creationId xmlns:a16="http://schemas.microsoft.com/office/drawing/2014/main" id="{16EB8421-7A7F-4ADD-80FC-513AC9E9A4D8}"/>
              </a:ext>
            </a:extLst>
          </p:cNvPr>
          <p:cNvSpPr>
            <a:spLocks noChangeArrowheads="1"/>
          </p:cNvSpPr>
          <p:nvPr/>
        </p:nvSpPr>
        <p:spPr bwMode="auto">
          <a:xfrm>
            <a:off x="895937" y="2282428"/>
            <a:ext cx="1902637" cy="300082"/>
          </a:xfrm>
          <a:prstGeom prst="rect">
            <a:avLst/>
          </a:prstGeom>
          <a:solidFill>
            <a:srgbClr val="D9D9D9"/>
          </a:solidFill>
          <a:ln w="9525">
            <a:solidFill>
              <a:srgbClr val="D9D9D9"/>
            </a:solidFill>
            <a:miter lim="800000"/>
            <a:headEnd/>
            <a:tailEnd/>
          </a:ln>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Site of Coordinator </a:t>
            </a:r>
            <a:endParaRPr lang="zh-CN" altLang="en-US" sz="1350" b="1">
              <a:solidFill>
                <a:schemeClr val="tx1"/>
              </a:solidFill>
              <a:latin typeface="Microsoft YaHei" panose="020B0503020204020204" pitchFamily="34" charset="-122"/>
              <a:ea typeface="Microsoft YaHei" panose="020B0503020204020204" pitchFamily="34" charset="-122"/>
            </a:endParaRPr>
          </a:p>
        </p:txBody>
      </p:sp>
      <p:sp>
        <p:nvSpPr>
          <p:cNvPr id="33" name="矩形 17">
            <a:extLst>
              <a:ext uri="{FF2B5EF4-FFF2-40B4-BE49-F238E27FC236}">
                <a16:creationId xmlns:a16="http://schemas.microsoft.com/office/drawing/2014/main" id="{4C9CE5B8-ADE6-42FF-9D4E-C7E5AEECA055}"/>
              </a:ext>
            </a:extLst>
          </p:cNvPr>
          <p:cNvSpPr>
            <a:spLocks noChangeArrowheads="1"/>
          </p:cNvSpPr>
          <p:nvPr/>
        </p:nvSpPr>
        <p:spPr bwMode="auto">
          <a:xfrm>
            <a:off x="5277526" y="2237184"/>
            <a:ext cx="2253694" cy="300082"/>
          </a:xfrm>
          <a:prstGeom prst="rect">
            <a:avLst/>
          </a:prstGeom>
          <a:solidFill>
            <a:srgbClr val="D9D9D9"/>
          </a:solidFill>
          <a:ln w="9525">
            <a:solidFill>
              <a:srgbClr val="D9D9D9"/>
            </a:solidFill>
            <a:miter lim="800000"/>
            <a:headEnd/>
            <a:tailEnd/>
          </a:ln>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Site of one Component </a:t>
            </a:r>
            <a:endParaRPr lang="zh-CN" altLang="en-US" sz="1350" b="1">
              <a:solidFill>
                <a:schemeClr val="tx1"/>
              </a:solidFill>
              <a:latin typeface="Microsoft YaHei" panose="020B0503020204020204" pitchFamily="34" charset="-122"/>
              <a:ea typeface="Microsoft YaHei" panose="020B0503020204020204" pitchFamily="34" charset="-122"/>
            </a:endParaRPr>
          </a:p>
        </p:txBody>
      </p:sp>
      <p:sp>
        <p:nvSpPr>
          <p:cNvPr id="34" name="矩形 10">
            <a:extLst>
              <a:ext uri="{FF2B5EF4-FFF2-40B4-BE49-F238E27FC236}">
                <a16:creationId xmlns:a16="http://schemas.microsoft.com/office/drawing/2014/main" id="{04BCBCDD-A6A4-4BA3-A0DE-F1DCD1D3A6BE}"/>
              </a:ext>
            </a:extLst>
          </p:cNvPr>
          <p:cNvSpPr>
            <a:spLocks noChangeArrowheads="1"/>
          </p:cNvSpPr>
          <p:nvPr/>
        </p:nvSpPr>
        <p:spPr bwMode="auto">
          <a:xfrm>
            <a:off x="4396979" y="2727721"/>
            <a:ext cx="99578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Commit T</a:t>
            </a:r>
            <a:endParaRPr lang="zh-CN" altLang="en-US" sz="1350">
              <a:solidFill>
                <a:schemeClr val="tx1"/>
              </a:solidFill>
              <a:latin typeface="Microsoft YaHei" panose="020B0503020204020204" pitchFamily="34" charset="-122"/>
              <a:ea typeface="Microsoft YaHei" panose="020B0503020204020204" pitchFamily="34" charset="-122"/>
            </a:endParaRPr>
          </a:p>
        </p:txBody>
      </p:sp>
      <p:grpSp>
        <p:nvGrpSpPr>
          <p:cNvPr id="35" name="组合 40">
            <a:extLst>
              <a:ext uri="{FF2B5EF4-FFF2-40B4-BE49-F238E27FC236}">
                <a16:creationId xmlns:a16="http://schemas.microsoft.com/office/drawing/2014/main" id="{14E52983-965E-4E04-8812-9612BEBBD31D}"/>
              </a:ext>
            </a:extLst>
          </p:cNvPr>
          <p:cNvGrpSpPr>
            <a:grpSpLocks/>
          </p:cNvGrpSpPr>
          <p:nvPr/>
        </p:nvGrpSpPr>
        <p:grpSpPr bwMode="auto">
          <a:xfrm>
            <a:off x="627207" y="3215878"/>
            <a:ext cx="2421048" cy="633413"/>
            <a:chOff x="-211630" y="0"/>
            <a:chExt cx="3230442" cy="843715"/>
          </a:xfrm>
        </p:grpSpPr>
        <p:sp>
          <p:nvSpPr>
            <p:cNvPr id="36" name="菱形 11">
              <a:extLst>
                <a:ext uri="{FF2B5EF4-FFF2-40B4-BE49-F238E27FC236}">
                  <a16:creationId xmlns:a16="http://schemas.microsoft.com/office/drawing/2014/main" id="{5E24FDE1-669C-4DC4-BCFF-518EBC924F46}"/>
                </a:ext>
              </a:extLst>
            </p:cNvPr>
            <p:cNvSpPr>
              <a:spLocks noChangeArrowheads="1"/>
            </p:cNvSpPr>
            <p:nvPr/>
          </p:nvSpPr>
          <p:spPr bwMode="auto">
            <a:xfrm>
              <a:off x="222473" y="0"/>
              <a:ext cx="2198260" cy="843715"/>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7" name="矩形 63">
              <a:extLst>
                <a:ext uri="{FF2B5EF4-FFF2-40B4-BE49-F238E27FC236}">
                  <a16:creationId xmlns:a16="http://schemas.microsoft.com/office/drawing/2014/main" id="{01466D79-E864-4250-BE19-1742179CEFA7}"/>
                </a:ext>
              </a:extLst>
            </p:cNvPr>
            <p:cNvSpPr>
              <a:spLocks noChangeArrowheads="1"/>
            </p:cNvSpPr>
            <p:nvPr/>
          </p:nvSpPr>
          <p:spPr bwMode="auto">
            <a:xfrm>
              <a:off x="-211630" y="98692"/>
              <a:ext cx="3230442" cy="67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Receive “ready T” from </a:t>
              </a:r>
            </a:p>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all components of T</a:t>
              </a:r>
              <a:endParaRPr lang="zh-CN" altLang="en-US" sz="1350">
                <a:solidFill>
                  <a:schemeClr val="tx1"/>
                </a:solidFill>
                <a:latin typeface="Microsoft YaHei" panose="020B0503020204020204" pitchFamily="34" charset="-122"/>
                <a:ea typeface="Microsoft YaHei" panose="020B0503020204020204" pitchFamily="34" charset="-122"/>
              </a:endParaRPr>
            </a:p>
          </p:txBody>
        </p:sp>
      </p:grpSp>
      <p:sp>
        <p:nvSpPr>
          <p:cNvPr id="38" name="右箭头 12">
            <a:extLst>
              <a:ext uri="{FF2B5EF4-FFF2-40B4-BE49-F238E27FC236}">
                <a16:creationId xmlns:a16="http://schemas.microsoft.com/office/drawing/2014/main" id="{F77B7BA7-1150-4AC9-A78A-D3241921BF3B}"/>
              </a:ext>
            </a:extLst>
          </p:cNvPr>
          <p:cNvSpPr>
            <a:spLocks noChangeArrowheads="1"/>
          </p:cNvSpPr>
          <p:nvPr/>
        </p:nvSpPr>
        <p:spPr bwMode="auto">
          <a:xfrm>
            <a:off x="4402932" y="2988468"/>
            <a:ext cx="1013222" cy="166688"/>
          </a:xfrm>
          <a:prstGeom prst="rightArrow">
            <a:avLst>
              <a:gd name="adj1" fmla="val 50000"/>
              <a:gd name="adj2" fmla="val 49923"/>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cxnSp>
        <p:nvCxnSpPr>
          <p:cNvPr id="39" name="肘形连接符 16">
            <a:extLst>
              <a:ext uri="{FF2B5EF4-FFF2-40B4-BE49-F238E27FC236}">
                <a16:creationId xmlns:a16="http://schemas.microsoft.com/office/drawing/2014/main" id="{84B9C17E-B093-4A32-86C1-6B6999216E25}"/>
              </a:ext>
            </a:extLst>
          </p:cNvPr>
          <p:cNvCxnSpPr>
            <a:cxnSpLocks noChangeShapeType="1"/>
            <a:stCxn id="36" idx="3"/>
          </p:cNvCxnSpPr>
          <p:nvPr/>
        </p:nvCxnSpPr>
        <p:spPr bwMode="auto">
          <a:xfrm flipV="1">
            <a:off x="2600326" y="3327796"/>
            <a:ext cx="1096565" cy="204788"/>
          </a:xfrm>
          <a:prstGeom prst="bentConnector2">
            <a:avLst/>
          </a:prstGeom>
          <a:noFill/>
          <a:ln w="12700">
            <a:solidFill>
              <a:schemeClr val="tx1"/>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0" name="矩形 17">
            <a:extLst>
              <a:ext uri="{FF2B5EF4-FFF2-40B4-BE49-F238E27FC236}">
                <a16:creationId xmlns:a16="http://schemas.microsoft.com/office/drawing/2014/main" id="{0351BC87-A1C3-48C5-9786-9D04C502C196}"/>
              </a:ext>
            </a:extLst>
          </p:cNvPr>
          <p:cNvSpPr>
            <a:spLocks noChangeArrowheads="1"/>
          </p:cNvSpPr>
          <p:nvPr/>
        </p:nvSpPr>
        <p:spPr bwMode="auto">
          <a:xfrm>
            <a:off x="2880123" y="3286124"/>
            <a:ext cx="48288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b="1">
                <a:solidFill>
                  <a:srgbClr val="FF0000"/>
                </a:solidFill>
                <a:latin typeface="Microsoft YaHei" panose="020B0503020204020204" pitchFamily="34" charset="-122"/>
                <a:ea typeface="Microsoft YaHei" panose="020B0503020204020204" pitchFamily="34" charset="-122"/>
              </a:rPr>
              <a:t>Yes</a:t>
            </a:r>
            <a:endParaRPr lang="zh-CN" altLang="en-US" sz="1350">
              <a:solidFill>
                <a:srgbClr val="FF0000"/>
              </a:solidFill>
              <a:latin typeface="Microsoft YaHei" panose="020B0503020204020204" pitchFamily="34" charset="-122"/>
              <a:ea typeface="Microsoft YaHei" panose="020B0503020204020204" pitchFamily="34" charset="-122"/>
            </a:endParaRPr>
          </a:p>
        </p:txBody>
      </p:sp>
      <p:cxnSp>
        <p:nvCxnSpPr>
          <p:cNvPr id="41" name="肘形连接符 20">
            <a:extLst>
              <a:ext uri="{FF2B5EF4-FFF2-40B4-BE49-F238E27FC236}">
                <a16:creationId xmlns:a16="http://schemas.microsoft.com/office/drawing/2014/main" id="{805702B5-7132-4321-80E6-E3AE8172E553}"/>
              </a:ext>
            </a:extLst>
          </p:cNvPr>
          <p:cNvCxnSpPr>
            <a:cxnSpLocks noChangeShapeType="1"/>
            <a:stCxn id="36" idx="2"/>
            <a:endCxn id="53" idx="2"/>
          </p:cNvCxnSpPr>
          <p:nvPr/>
        </p:nvCxnSpPr>
        <p:spPr bwMode="auto">
          <a:xfrm rot="16200000" flipH="1">
            <a:off x="2330649" y="3293863"/>
            <a:ext cx="303609" cy="1414463"/>
          </a:xfrm>
          <a:prstGeom prst="bentConnector2">
            <a:avLst/>
          </a:prstGeom>
          <a:noFill/>
          <a:ln w="12700">
            <a:solidFill>
              <a:schemeClr val="tx1"/>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2" name="矩形 77">
            <a:extLst>
              <a:ext uri="{FF2B5EF4-FFF2-40B4-BE49-F238E27FC236}">
                <a16:creationId xmlns:a16="http://schemas.microsoft.com/office/drawing/2014/main" id="{A9ADB50A-C48A-4A03-A46D-365BFECDC15B}"/>
              </a:ext>
            </a:extLst>
          </p:cNvPr>
          <p:cNvSpPr>
            <a:spLocks noChangeArrowheads="1"/>
          </p:cNvSpPr>
          <p:nvPr/>
        </p:nvSpPr>
        <p:spPr bwMode="auto">
          <a:xfrm>
            <a:off x="5323698" y="3949303"/>
            <a:ext cx="85523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Abort T</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3" name="矩形 80">
            <a:extLst>
              <a:ext uri="{FF2B5EF4-FFF2-40B4-BE49-F238E27FC236}">
                <a16:creationId xmlns:a16="http://schemas.microsoft.com/office/drawing/2014/main" id="{55AF0167-4653-4CB5-9AD1-6E54439CE9CD}"/>
              </a:ext>
            </a:extLst>
          </p:cNvPr>
          <p:cNvSpPr>
            <a:spLocks noChangeArrowheads="1"/>
          </p:cNvSpPr>
          <p:nvPr/>
        </p:nvSpPr>
        <p:spPr bwMode="auto">
          <a:xfrm>
            <a:off x="1969294" y="3844528"/>
            <a:ext cx="44595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b="1">
                <a:solidFill>
                  <a:srgbClr val="FF0000"/>
                </a:solidFill>
                <a:latin typeface="Microsoft YaHei" panose="020B0503020204020204" pitchFamily="34" charset="-122"/>
                <a:ea typeface="Microsoft YaHei" panose="020B0503020204020204" pitchFamily="34" charset="-122"/>
              </a:rPr>
              <a:t>No</a:t>
            </a:r>
            <a:endParaRPr lang="zh-CN" altLang="en-US" sz="1350">
              <a:solidFill>
                <a:srgbClr val="FF0000"/>
              </a:solidFill>
              <a:latin typeface="Microsoft YaHei" panose="020B0503020204020204" pitchFamily="34" charset="-122"/>
              <a:ea typeface="Microsoft YaHei" panose="020B0503020204020204" pitchFamily="34" charset="-122"/>
            </a:endParaRPr>
          </a:p>
        </p:txBody>
      </p:sp>
      <p:grpSp>
        <p:nvGrpSpPr>
          <p:cNvPr id="44" name="组合 1">
            <a:extLst>
              <a:ext uri="{FF2B5EF4-FFF2-40B4-BE49-F238E27FC236}">
                <a16:creationId xmlns:a16="http://schemas.microsoft.com/office/drawing/2014/main" id="{27E35A4E-2575-493B-9640-D58D95642F1B}"/>
              </a:ext>
            </a:extLst>
          </p:cNvPr>
          <p:cNvGrpSpPr>
            <a:grpSpLocks/>
          </p:cNvGrpSpPr>
          <p:nvPr/>
        </p:nvGrpSpPr>
        <p:grpSpPr bwMode="auto">
          <a:xfrm>
            <a:off x="3184922" y="2562225"/>
            <a:ext cx="1333151" cy="774649"/>
            <a:chOff x="0" y="0"/>
            <a:chExt cx="1777115" cy="1138538"/>
          </a:xfrm>
        </p:grpSpPr>
        <p:grpSp>
          <p:nvGrpSpPr>
            <p:cNvPr id="45" name="组合 25">
              <a:extLst>
                <a:ext uri="{FF2B5EF4-FFF2-40B4-BE49-F238E27FC236}">
                  <a16:creationId xmlns:a16="http://schemas.microsoft.com/office/drawing/2014/main" id="{33943C11-3748-486D-B0E3-BC765FEE1968}"/>
                </a:ext>
              </a:extLst>
            </p:cNvPr>
            <p:cNvGrpSpPr>
              <a:grpSpLocks/>
            </p:cNvGrpSpPr>
            <p:nvPr/>
          </p:nvGrpSpPr>
          <p:grpSpPr bwMode="auto">
            <a:xfrm>
              <a:off x="0" y="0"/>
              <a:ext cx="1733360" cy="1125197"/>
              <a:chOff x="0" y="0"/>
              <a:chExt cx="1733360" cy="763227"/>
            </a:xfrm>
          </p:grpSpPr>
          <p:sp>
            <p:nvSpPr>
              <p:cNvPr id="47" name="剪去单角的矩形 4">
                <a:extLst>
                  <a:ext uri="{FF2B5EF4-FFF2-40B4-BE49-F238E27FC236}">
                    <a16:creationId xmlns:a16="http://schemas.microsoft.com/office/drawing/2014/main" id="{E97506CB-A728-459F-BA61-39FB6A3FBC8F}"/>
                  </a:ext>
                </a:extLst>
              </p:cNvPr>
              <p:cNvSpPr>
                <a:spLocks/>
              </p:cNvSpPr>
              <p:nvPr/>
            </p:nvSpPr>
            <p:spPr bwMode="auto">
              <a:xfrm>
                <a:off x="39679" y="0"/>
                <a:ext cx="1439522" cy="763227"/>
              </a:xfrm>
              <a:custGeom>
                <a:avLst/>
                <a:gdLst>
                  <a:gd name="T0" fmla="*/ 0 w 1439522"/>
                  <a:gd name="T1" fmla="*/ 0 h 763227"/>
                  <a:gd name="T2" fmla="*/ 1312315 w 1439522"/>
                  <a:gd name="T3" fmla="*/ 0 h 763227"/>
                  <a:gd name="T4" fmla="*/ 1439522 w 1439522"/>
                  <a:gd name="T5" fmla="*/ 127207 h 763227"/>
                  <a:gd name="T6" fmla="*/ 1439522 w 1439522"/>
                  <a:gd name="T7" fmla="*/ 763227 h 763227"/>
                  <a:gd name="T8" fmla="*/ 0 w 1439522"/>
                  <a:gd name="T9" fmla="*/ 763227 h 763227"/>
                  <a:gd name="T10" fmla="*/ 0 w 1439522"/>
                  <a:gd name="T11" fmla="*/ 0 h 7632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9522" h="763227">
                    <a:moveTo>
                      <a:pt x="0" y="0"/>
                    </a:moveTo>
                    <a:lnTo>
                      <a:pt x="1312315" y="0"/>
                    </a:lnTo>
                    <a:lnTo>
                      <a:pt x="1439522" y="127207"/>
                    </a:lnTo>
                    <a:lnTo>
                      <a:pt x="1439522" y="763227"/>
                    </a:lnTo>
                    <a:lnTo>
                      <a:pt x="0" y="763227"/>
                    </a:lnTo>
                    <a:lnTo>
                      <a:pt x="0" y="0"/>
                    </a:lnTo>
                    <a:close/>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sz="1350">
                  <a:latin typeface="Microsoft YaHei" panose="020B0503020204020204" pitchFamily="34" charset="-122"/>
                  <a:ea typeface="Microsoft YaHei" panose="020B0503020204020204" pitchFamily="34" charset="-122"/>
                </a:endParaRPr>
              </a:p>
            </p:txBody>
          </p:sp>
          <p:sp>
            <p:nvSpPr>
              <p:cNvPr id="48" name="矩形 17">
                <a:extLst>
                  <a:ext uri="{FF2B5EF4-FFF2-40B4-BE49-F238E27FC236}">
                    <a16:creationId xmlns:a16="http://schemas.microsoft.com/office/drawing/2014/main" id="{BA9534D1-D3AB-4200-B5BD-772D95570E52}"/>
                  </a:ext>
                </a:extLst>
              </p:cNvPr>
              <p:cNvSpPr>
                <a:spLocks noChangeArrowheads="1"/>
              </p:cNvSpPr>
              <p:nvPr/>
            </p:nvSpPr>
            <p:spPr bwMode="auto">
              <a:xfrm>
                <a:off x="0" y="24921"/>
                <a:ext cx="664150" cy="32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b="1">
                    <a:solidFill>
                      <a:srgbClr val="00B050"/>
                    </a:solidFill>
                    <a:latin typeface="Microsoft YaHei" panose="020B0503020204020204" pitchFamily="34" charset="-122"/>
                    <a:ea typeface="Microsoft YaHei" panose="020B0503020204020204" pitchFamily="34" charset="-122"/>
                  </a:rPr>
                  <a:t>log</a:t>
                </a:r>
                <a:endParaRPr lang="zh-CN" altLang="en-US" sz="1500" b="1">
                  <a:solidFill>
                    <a:srgbClr val="00B050"/>
                  </a:solidFill>
                  <a:latin typeface="Microsoft YaHei" panose="020B0503020204020204" pitchFamily="34" charset="-122"/>
                  <a:ea typeface="Microsoft YaHei" panose="020B0503020204020204" pitchFamily="34" charset="-122"/>
                </a:endParaRPr>
              </a:p>
            </p:txBody>
          </p:sp>
          <p:sp>
            <p:nvSpPr>
              <p:cNvPr id="49" name="矩形 5">
                <a:extLst>
                  <a:ext uri="{FF2B5EF4-FFF2-40B4-BE49-F238E27FC236}">
                    <a16:creationId xmlns:a16="http://schemas.microsoft.com/office/drawing/2014/main" id="{6DD8252D-D2E3-45B0-8E61-0D530DF3CEB5}"/>
                  </a:ext>
                </a:extLst>
              </p:cNvPr>
              <p:cNvSpPr>
                <a:spLocks noChangeArrowheads="1"/>
              </p:cNvSpPr>
              <p:nvPr/>
            </p:nvSpPr>
            <p:spPr bwMode="auto">
              <a:xfrm>
                <a:off x="33209" y="275441"/>
                <a:ext cx="1700151" cy="29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&lt;Prepare T&gt; </a:t>
                </a:r>
                <a:endParaRPr lang="zh-CN" altLang="en-US" sz="1350">
                  <a:solidFill>
                    <a:schemeClr val="tx1"/>
                  </a:solidFill>
                  <a:latin typeface="Microsoft YaHei" panose="020B0503020204020204" pitchFamily="34" charset="-122"/>
                  <a:ea typeface="Microsoft YaHei" panose="020B0503020204020204" pitchFamily="34" charset="-122"/>
                </a:endParaRPr>
              </a:p>
            </p:txBody>
          </p:sp>
        </p:grpSp>
        <p:sp>
          <p:nvSpPr>
            <p:cNvPr id="46" name="矩形 45">
              <a:extLst>
                <a:ext uri="{FF2B5EF4-FFF2-40B4-BE49-F238E27FC236}">
                  <a16:creationId xmlns:a16="http://schemas.microsoft.com/office/drawing/2014/main" id="{AEACC6FD-F5EC-4098-A8CD-6BA2F11D9026}"/>
                </a:ext>
              </a:extLst>
            </p:cNvPr>
            <p:cNvSpPr>
              <a:spLocks noChangeArrowheads="1"/>
            </p:cNvSpPr>
            <p:nvPr/>
          </p:nvSpPr>
          <p:spPr bwMode="auto">
            <a:xfrm>
              <a:off x="39443" y="697493"/>
              <a:ext cx="1737672" cy="441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rgbClr val="7030A0"/>
                  </a:solidFill>
                  <a:latin typeface="Microsoft YaHei" panose="020B0503020204020204" pitchFamily="34" charset="-122"/>
                  <a:ea typeface="Microsoft YaHei" panose="020B0503020204020204" pitchFamily="34" charset="-122"/>
                </a:rPr>
                <a:t>&lt;Commit T&gt; </a:t>
              </a:r>
              <a:endParaRPr lang="zh-CN" altLang="en-US" sz="1350">
                <a:solidFill>
                  <a:srgbClr val="7030A0"/>
                </a:solidFill>
                <a:latin typeface="Microsoft YaHei" panose="020B0503020204020204" pitchFamily="34" charset="-122"/>
                <a:ea typeface="Microsoft YaHei" panose="020B0503020204020204" pitchFamily="34" charset="-122"/>
              </a:endParaRPr>
            </a:p>
          </p:txBody>
        </p:sp>
      </p:grpSp>
      <p:grpSp>
        <p:nvGrpSpPr>
          <p:cNvPr id="50" name="组合 46">
            <a:extLst>
              <a:ext uri="{FF2B5EF4-FFF2-40B4-BE49-F238E27FC236}">
                <a16:creationId xmlns:a16="http://schemas.microsoft.com/office/drawing/2014/main" id="{28FEB251-7493-4379-9F3D-D4E0FD485261}"/>
              </a:ext>
            </a:extLst>
          </p:cNvPr>
          <p:cNvGrpSpPr>
            <a:grpSpLocks/>
          </p:cNvGrpSpPr>
          <p:nvPr/>
        </p:nvGrpSpPr>
        <p:grpSpPr bwMode="auto">
          <a:xfrm>
            <a:off x="3159920" y="3769519"/>
            <a:ext cx="1300327" cy="774649"/>
            <a:chOff x="0" y="0"/>
            <a:chExt cx="1733360" cy="1138538"/>
          </a:xfrm>
        </p:grpSpPr>
        <p:grpSp>
          <p:nvGrpSpPr>
            <p:cNvPr id="51" name="组合 47">
              <a:extLst>
                <a:ext uri="{FF2B5EF4-FFF2-40B4-BE49-F238E27FC236}">
                  <a16:creationId xmlns:a16="http://schemas.microsoft.com/office/drawing/2014/main" id="{D9D31CF2-F56F-4316-B6AA-C5B76F5E9C51}"/>
                </a:ext>
              </a:extLst>
            </p:cNvPr>
            <p:cNvGrpSpPr>
              <a:grpSpLocks/>
            </p:cNvGrpSpPr>
            <p:nvPr/>
          </p:nvGrpSpPr>
          <p:grpSpPr bwMode="auto">
            <a:xfrm>
              <a:off x="0" y="0"/>
              <a:ext cx="1733360" cy="1125197"/>
              <a:chOff x="0" y="0"/>
              <a:chExt cx="1733360" cy="763227"/>
            </a:xfrm>
          </p:grpSpPr>
          <p:sp>
            <p:nvSpPr>
              <p:cNvPr id="53" name="剪去单角的矩形 53">
                <a:extLst>
                  <a:ext uri="{FF2B5EF4-FFF2-40B4-BE49-F238E27FC236}">
                    <a16:creationId xmlns:a16="http://schemas.microsoft.com/office/drawing/2014/main" id="{BD493E9A-7F13-42CB-ADCC-E1ED53A5D067}"/>
                  </a:ext>
                </a:extLst>
              </p:cNvPr>
              <p:cNvSpPr>
                <a:spLocks/>
              </p:cNvSpPr>
              <p:nvPr/>
            </p:nvSpPr>
            <p:spPr bwMode="auto">
              <a:xfrm>
                <a:off x="39678" y="0"/>
                <a:ext cx="1439523" cy="763227"/>
              </a:xfrm>
              <a:custGeom>
                <a:avLst/>
                <a:gdLst>
                  <a:gd name="T0" fmla="*/ 0 w 1439523"/>
                  <a:gd name="T1" fmla="*/ 0 h 763227"/>
                  <a:gd name="T2" fmla="*/ 1312316 w 1439523"/>
                  <a:gd name="T3" fmla="*/ 0 h 763227"/>
                  <a:gd name="T4" fmla="*/ 1439523 w 1439523"/>
                  <a:gd name="T5" fmla="*/ 127207 h 763227"/>
                  <a:gd name="T6" fmla="*/ 1439523 w 1439523"/>
                  <a:gd name="T7" fmla="*/ 763227 h 763227"/>
                  <a:gd name="T8" fmla="*/ 0 w 1439523"/>
                  <a:gd name="T9" fmla="*/ 763227 h 763227"/>
                  <a:gd name="T10" fmla="*/ 0 w 1439523"/>
                  <a:gd name="T11" fmla="*/ 0 h 7632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9523" h="763227">
                    <a:moveTo>
                      <a:pt x="0" y="0"/>
                    </a:moveTo>
                    <a:lnTo>
                      <a:pt x="1312316" y="0"/>
                    </a:lnTo>
                    <a:lnTo>
                      <a:pt x="1439523" y="127207"/>
                    </a:lnTo>
                    <a:lnTo>
                      <a:pt x="1439523" y="763227"/>
                    </a:lnTo>
                    <a:lnTo>
                      <a:pt x="0" y="763227"/>
                    </a:lnTo>
                    <a:lnTo>
                      <a:pt x="0" y="0"/>
                    </a:lnTo>
                    <a:close/>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sz="1350">
                  <a:latin typeface="Microsoft YaHei" panose="020B0503020204020204" pitchFamily="34" charset="-122"/>
                  <a:ea typeface="Microsoft YaHei" panose="020B0503020204020204" pitchFamily="34" charset="-122"/>
                </a:endParaRPr>
              </a:p>
            </p:txBody>
          </p:sp>
          <p:sp>
            <p:nvSpPr>
              <p:cNvPr id="54" name="矩形 17">
                <a:extLst>
                  <a:ext uri="{FF2B5EF4-FFF2-40B4-BE49-F238E27FC236}">
                    <a16:creationId xmlns:a16="http://schemas.microsoft.com/office/drawing/2014/main" id="{99F6E224-8ACA-40C5-971D-FE5EFD901492}"/>
                  </a:ext>
                </a:extLst>
              </p:cNvPr>
              <p:cNvSpPr>
                <a:spLocks noChangeArrowheads="1"/>
              </p:cNvSpPr>
              <p:nvPr/>
            </p:nvSpPr>
            <p:spPr bwMode="auto">
              <a:xfrm>
                <a:off x="0" y="24921"/>
                <a:ext cx="664150" cy="32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b="1">
                    <a:solidFill>
                      <a:srgbClr val="00B050"/>
                    </a:solidFill>
                    <a:latin typeface="Microsoft YaHei" panose="020B0503020204020204" pitchFamily="34" charset="-122"/>
                    <a:ea typeface="Microsoft YaHei" panose="020B0503020204020204" pitchFamily="34" charset="-122"/>
                  </a:rPr>
                  <a:t>log</a:t>
                </a:r>
                <a:endParaRPr lang="zh-CN" altLang="en-US" sz="1500" b="1">
                  <a:solidFill>
                    <a:srgbClr val="00B050"/>
                  </a:solidFill>
                  <a:latin typeface="Microsoft YaHei" panose="020B0503020204020204" pitchFamily="34" charset="-122"/>
                  <a:ea typeface="Microsoft YaHei" panose="020B0503020204020204" pitchFamily="34" charset="-122"/>
                </a:endParaRPr>
              </a:p>
            </p:txBody>
          </p:sp>
          <p:sp>
            <p:nvSpPr>
              <p:cNvPr id="55" name="矩形 58">
                <a:extLst>
                  <a:ext uri="{FF2B5EF4-FFF2-40B4-BE49-F238E27FC236}">
                    <a16:creationId xmlns:a16="http://schemas.microsoft.com/office/drawing/2014/main" id="{13CBF443-967E-4B6C-8F3E-6D6E1567F307}"/>
                  </a:ext>
                </a:extLst>
              </p:cNvPr>
              <p:cNvSpPr>
                <a:spLocks noChangeArrowheads="1"/>
              </p:cNvSpPr>
              <p:nvPr/>
            </p:nvSpPr>
            <p:spPr bwMode="auto">
              <a:xfrm>
                <a:off x="33209" y="275441"/>
                <a:ext cx="1700151" cy="29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&lt;Prepare T&gt; </a:t>
                </a:r>
                <a:endParaRPr lang="zh-CN" altLang="en-US" sz="1350">
                  <a:solidFill>
                    <a:schemeClr val="tx1"/>
                  </a:solidFill>
                  <a:latin typeface="Microsoft YaHei" panose="020B0503020204020204" pitchFamily="34" charset="-122"/>
                  <a:ea typeface="Microsoft YaHei" panose="020B0503020204020204" pitchFamily="34" charset="-122"/>
                </a:endParaRPr>
              </a:p>
            </p:txBody>
          </p:sp>
        </p:grpSp>
        <p:sp>
          <p:nvSpPr>
            <p:cNvPr id="52" name="矩形 49">
              <a:extLst>
                <a:ext uri="{FF2B5EF4-FFF2-40B4-BE49-F238E27FC236}">
                  <a16:creationId xmlns:a16="http://schemas.microsoft.com/office/drawing/2014/main" id="{CE936558-37A2-4161-BD08-5DB516DF9809}"/>
                </a:ext>
              </a:extLst>
            </p:cNvPr>
            <p:cNvSpPr>
              <a:spLocks noChangeArrowheads="1"/>
            </p:cNvSpPr>
            <p:nvPr/>
          </p:nvSpPr>
          <p:spPr bwMode="auto">
            <a:xfrm>
              <a:off x="39443" y="697493"/>
              <a:ext cx="1494843" cy="441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rgbClr val="7030A0"/>
                  </a:solidFill>
                  <a:latin typeface="Microsoft YaHei" panose="020B0503020204020204" pitchFamily="34" charset="-122"/>
                  <a:ea typeface="Microsoft YaHei" panose="020B0503020204020204" pitchFamily="34" charset="-122"/>
                </a:rPr>
                <a:t>&lt;Abort T&gt; </a:t>
              </a:r>
              <a:endParaRPr lang="zh-CN" altLang="en-US" sz="1350">
                <a:solidFill>
                  <a:srgbClr val="7030A0"/>
                </a:solidFill>
                <a:latin typeface="Microsoft YaHei" panose="020B0503020204020204" pitchFamily="34" charset="-122"/>
                <a:ea typeface="Microsoft YaHei" panose="020B0503020204020204" pitchFamily="34" charset="-122"/>
              </a:endParaRPr>
            </a:p>
          </p:txBody>
        </p:sp>
      </p:grpSp>
      <p:sp>
        <p:nvSpPr>
          <p:cNvPr id="56" name="矩形 59">
            <a:extLst>
              <a:ext uri="{FF2B5EF4-FFF2-40B4-BE49-F238E27FC236}">
                <a16:creationId xmlns:a16="http://schemas.microsoft.com/office/drawing/2014/main" id="{E4FBD2A9-C57C-4C46-A0D9-52B64E3FC33B}"/>
              </a:ext>
            </a:extLst>
          </p:cNvPr>
          <p:cNvSpPr>
            <a:spLocks noChangeArrowheads="1"/>
          </p:cNvSpPr>
          <p:nvPr/>
        </p:nvSpPr>
        <p:spPr bwMode="auto">
          <a:xfrm>
            <a:off x="4455320" y="3774280"/>
            <a:ext cx="81362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Abort T</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57" name="右箭头 60">
            <a:extLst>
              <a:ext uri="{FF2B5EF4-FFF2-40B4-BE49-F238E27FC236}">
                <a16:creationId xmlns:a16="http://schemas.microsoft.com/office/drawing/2014/main" id="{D02A265D-73D4-46DA-ADFC-99D6410B56F1}"/>
              </a:ext>
            </a:extLst>
          </p:cNvPr>
          <p:cNvSpPr>
            <a:spLocks noChangeArrowheads="1"/>
          </p:cNvSpPr>
          <p:nvPr/>
        </p:nvSpPr>
        <p:spPr bwMode="auto">
          <a:xfrm>
            <a:off x="4374358" y="4020740"/>
            <a:ext cx="1012031" cy="166688"/>
          </a:xfrm>
          <a:prstGeom prst="rightArrow">
            <a:avLst>
              <a:gd name="adj1" fmla="val 50000"/>
              <a:gd name="adj2" fmla="val 49864"/>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grpSp>
        <p:nvGrpSpPr>
          <p:cNvPr id="58" name="组合 61">
            <a:extLst>
              <a:ext uri="{FF2B5EF4-FFF2-40B4-BE49-F238E27FC236}">
                <a16:creationId xmlns:a16="http://schemas.microsoft.com/office/drawing/2014/main" id="{7358B5C1-FB8B-4A4C-880E-F600304F4BC3}"/>
              </a:ext>
            </a:extLst>
          </p:cNvPr>
          <p:cNvGrpSpPr>
            <a:grpSpLocks/>
          </p:cNvGrpSpPr>
          <p:nvPr/>
        </p:nvGrpSpPr>
        <p:grpSpPr bwMode="auto">
          <a:xfrm>
            <a:off x="6399610" y="2802731"/>
            <a:ext cx="1333154" cy="773911"/>
            <a:chOff x="0" y="0"/>
            <a:chExt cx="1776941" cy="1139226"/>
          </a:xfrm>
        </p:grpSpPr>
        <p:grpSp>
          <p:nvGrpSpPr>
            <p:cNvPr id="59" name="组合 62">
              <a:extLst>
                <a:ext uri="{FF2B5EF4-FFF2-40B4-BE49-F238E27FC236}">
                  <a16:creationId xmlns:a16="http://schemas.microsoft.com/office/drawing/2014/main" id="{71C0B06C-9DA3-4071-BA9A-9F7D21EB7BC1}"/>
                </a:ext>
              </a:extLst>
            </p:cNvPr>
            <p:cNvGrpSpPr>
              <a:grpSpLocks/>
            </p:cNvGrpSpPr>
            <p:nvPr/>
          </p:nvGrpSpPr>
          <p:grpSpPr bwMode="auto">
            <a:xfrm>
              <a:off x="0" y="0"/>
              <a:ext cx="1579544" cy="1125197"/>
              <a:chOff x="0" y="0"/>
              <a:chExt cx="1579544" cy="763227"/>
            </a:xfrm>
          </p:grpSpPr>
          <p:sp>
            <p:nvSpPr>
              <p:cNvPr id="61" name="剪去单角的矩形 65">
                <a:extLst>
                  <a:ext uri="{FF2B5EF4-FFF2-40B4-BE49-F238E27FC236}">
                    <a16:creationId xmlns:a16="http://schemas.microsoft.com/office/drawing/2014/main" id="{FA21BB16-5BE6-4278-81A4-B066581002A6}"/>
                  </a:ext>
                </a:extLst>
              </p:cNvPr>
              <p:cNvSpPr>
                <a:spLocks/>
              </p:cNvSpPr>
              <p:nvPr/>
            </p:nvSpPr>
            <p:spPr bwMode="auto">
              <a:xfrm>
                <a:off x="39675" y="0"/>
                <a:ext cx="1439378" cy="763227"/>
              </a:xfrm>
              <a:custGeom>
                <a:avLst/>
                <a:gdLst>
                  <a:gd name="T0" fmla="*/ 0 w 1439378"/>
                  <a:gd name="T1" fmla="*/ 0 h 763227"/>
                  <a:gd name="T2" fmla="*/ 1312171 w 1439378"/>
                  <a:gd name="T3" fmla="*/ 0 h 763227"/>
                  <a:gd name="T4" fmla="*/ 1439378 w 1439378"/>
                  <a:gd name="T5" fmla="*/ 127207 h 763227"/>
                  <a:gd name="T6" fmla="*/ 1439378 w 1439378"/>
                  <a:gd name="T7" fmla="*/ 763227 h 763227"/>
                  <a:gd name="T8" fmla="*/ 0 w 1439378"/>
                  <a:gd name="T9" fmla="*/ 763227 h 763227"/>
                  <a:gd name="T10" fmla="*/ 0 w 1439378"/>
                  <a:gd name="T11" fmla="*/ 0 h 7632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9378" h="763227">
                    <a:moveTo>
                      <a:pt x="0" y="0"/>
                    </a:moveTo>
                    <a:lnTo>
                      <a:pt x="1312171" y="0"/>
                    </a:lnTo>
                    <a:lnTo>
                      <a:pt x="1439378" y="127207"/>
                    </a:lnTo>
                    <a:lnTo>
                      <a:pt x="1439378" y="763227"/>
                    </a:lnTo>
                    <a:lnTo>
                      <a:pt x="0" y="763227"/>
                    </a:lnTo>
                    <a:lnTo>
                      <a:pt x="0" y="0"/>
                    </a:lnTo>
                    <a:close/>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sz="1350">
                  <a:latin typeface="Microsoft YaHei" panose="020B0503020204020204" pitchFamily="34" charset="-122"/>
                  <a:ea typeface="Microsoft YaHei" panose="020B0503020204020204" pitchFamily="34" charset="-122"/>
                </a:endParaRPr>
              </a:p>
            </p:txBody>
          </p:sp>
          <p:sp>
            <p:nvSpPr>
              <p:cNvPr id="62" name="矩形 17">
                <a:extLst>
                  <a:ext uri="{FF2B5EF4-FFF2-40B4-BE49-F238E27FC236}">
                    <a16:creationId xmlns:a16="http://schemas.microsoft.com/office/drawing/2014/main" id="{39094A00-AD6B-42E1-ACCC-7C9F99834692}"/>
                  </a:ext>
                </a:extLst>
              </p:cNvPr>
              <p:cNvSpPr>
                <a:spLocks noChangeArrowheads="1"/>
              </p:cNvSpPr>
              <p:nvPr/>
            </p:nvSpPr>
            <p:spPr bwMode="auto">
              <a:xfrm>
                <a:off x="0" y="24921"/>
                <a:ext cx="664150" cy="322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b="1">
                    <a:solidFill>
                      <a:srgbClr val="0070C0"/>
                    </a:solidFill>
                    <a:latin typeface="Microsoft YaHei" panose="020B0503020204020204" pitchFamily="34" charset="-122"/>
                    <a:ea typeface="Microsoft YaHei" panose="020B0503020204020204" pitchFamily="34" charset="-122"/>
                  </a:rPr>
                  <a:t>log</a:t>
                </a:r>
                <a:endParaRPr lang="zh-CN" altLang="en-US" sz="1500" b="1">
                  <a:solidFill>
                    <a:srgbClr val="0070C0"/>
                  </a:solidFill>
                  <a:latin typeface="Microsoft YaHei" panose="020B0503020204020204" pitchFamily="34" charset="-122"/>
                  <a:ea typeface="Microsoft YaHei" panose="020B0503020204020204" pitchFamily="34" charset="-122"/>
                </a:endParaRPr>
              </a:p>
            </p:txBody>
          </p:sp>
          <p:sp>
            <p:nvSpPr>
              <p:cNvPr id="63" name="矩形 67">
                <a:extLst>
                  <a:ext uri="{FF2B5EF4-FFF2-40B4-BE49-F238E27FC236}">
                    <a16:creationId xmlns:a16="http://schemas.microsoft.com/office/drawing/2014/main" id="{42E44AF8-4553-403F-9333-E097337B986D}"/>
                  </a:ext>
                </a:extLst>
              </p:cNvPr>
              <p:cNvSpPr>
                <a:spLocks noChangeArrowheads="1"/>
              </p:cNvSpPr>
              <p:nvPr/>
            </p:nvSpPr>
            <p:spPr bwMode="auto">
              <a:xfrm>
                <a:off x="49897" y="270253"/>
                <a:ext cx="1529647" cy="299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&lt;Ready T&gt; </a:t>
                </a:r>
                <a:endParaRPr lang="zh-CN" altLang="en-US" sz="1350">
                  <a:solidFill>
                    <a:schemeClr val="tx1"/>
                  </a:solidFill>
                  <a:latin typeface="Microsoft YaHei" panose="020B0503020204020204" pitchFamily="34" charset="-122"/>
                  <a:ea typeface="Microsoft YaHei" panose="020B0503020204020204" pitchFamily="34" charset="-122"/>
                </a:endParaRPr>
              </a:p>
            </p:txBody>
          </p:sp>
        </p:grpSp>
        <p:sp>
          <p:nvSpPr>
            <p:cNvPr id="60" name="矩形 64">
              <a:extLst>
                <a:ext uri="{FF2B5EF4-FFF2-40B4-BE49-F238E27FC236}">
                  <a16:creationId xmlns:a16="http://schemas.microsoft.com/office/drawing/2014/main" id="{0853FAAB-1239-4F06-9D03-06D9AF407A45}"/>
                </a:ext>
              </a:extLst>
            </p:cNvPr>
            <p:cNvSpPr>
              <a:spLocks noChangeArrowheads="1"/>
            </p:cNvSpPr>
            <p:nvPr/>
          </p:nvSpPr>
          <p:spPr bwMode="auto">
            <a:xfrm>
              <a:off x="39443" y="697494"/>
              <a:ext cx="1737498" cy="441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rgbClr val="7030A0"/>
                  </a:solidFill>
                  <a:latin typeface="Microsoft YaHei" panose="020B0503020204020204" pitchFamily="34" charset="-122"/>
                  <a:ea typeface="Microsoft YaHei" panose="020B0503020204020204" pitchFamily="34" charset="-122"/>
                </a:rPr>
                <a:t>&lt;Commit T&gt; </a:t>
              </a:r>
              <a:endParaRPr lang="zh-CN" altLang="en-US" sz="1350">
                <a:solidFill>
                  <a:srgbClr val="7030A0"/>
                </a:solidFill>
                <a:latin typeface="Microsoft YaHei" panose="020B0503020204020204" pitchFamily="34" charset="-122"/>
                <a:ea typeface="Microsoft YaHei" panose="020B0503020204020204" pitchFamily="34" charset="-122"/>
              </a:endParaRPr>
            </a:p>
          </p:txBody>
        </p:sp>
      </p:grpSp>
      <p:sp>
        <p:nvSpPr>
          <p:cNvPr id="64" name="矩形 68">
            <a:extLst>
              <a:ext uri="{FF2B5EF4-FFF2-40B4-BE49-F238E27FC236}">
                <a16:creationId xmlns:a16="http://schemas.microsoft.com/office/drawing/2014/main" id="{693C17FD-F33C-4575-AAD6-942F277BD7AF}"/>
              </a:ext>
            </a:extLst>
          </p:cNvPr>
          <p:cNvSpPr>
            <a:spLocks noChangeArrowheads="1"/>
          </p:cNvSpPr>
          <p:nvPr/>
        </p:nvSpPr>
        <p:spPr bwMode="auto">
          <a:xfrm>
            <a:off x="5025629" y="2940844"/>
            <a:ext cx="17526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Commit the </a:t>
            </a:r>
          </a:p>
          <a:p>
            <a:pPr eaLnBrk="1" hangingPunct="1">
              <a:lnSpc>
                <a:spcPct val="100000"/>
              </a:lnSpc>
              <a:spcBef>
                <a:spcPct val="0"/>
              </a:spcBef>
              <a:spcAft>
                <a:spcPct val="0"/>
              </a:spcAft>
              <a:buClrTx/>
              <a:buSzTx/>
              <a:buFont typeface="Arial" panose="020B0604020202020204" pitchFamily="34" charset="0"/>
              <a:buNone/>
            </a:pPr>
            <a:r>
              <a:rPr lang="en-US" altLang="zh-CN" sz="1350" b="1">
                <a:solidFill>
                  <a:schemeClr val="tx1"/>
                </a:solidFill>
                <a:latin typeface="Microsoft YaHei" panose="020B0503020204020204" pitchFamily="34" charset="-122"/>
                <a:ea typeface="Microsoft YaHei" panose="020B0503020204020204" pitchFamily="34" charset="-122"/>
              </a:rPr>
              <a:t>component of T</a:t>
            </a:r>
            <a:endParaRPr lang="zh-CN" altLang="en-US" sz="1350">
              <a:solidFill>
                <a:schemeClr val="tx1"/>
              </a:solidFill>
              <a:latin typeface="Microsoft YaHei" panose="020B0503020204020204" pitchFamily="34" charset="-122"/>
              <a:ea typeface="Microsoft YaHei" panose="020B0503020204020204" pitchFamily="34" charset="-122"/>
            </a:endParaRPr>
          </a:p>
        </p:txBody>
      </p:sp>
      <p:grpSp>
        <p:nvGrpSpPr>
          <p:cNvPr id="65" name="组合 8">
            <a:extLst>
              <a:ext uri="{FF2B5EF4-FFF2-40B4-BE49-F238E27FC236}">
                <a16:creationId xmlns:a16="http://schemas.microsoft.com/office/drawing/2014/main" id="{419C2A86-330E-4BE9-93AA-BDA1AA3AE06E}"/>
              </a:ext>
            </a:extLst>
          </p:cNvPr>
          <p:cNvGrpSpPr>
            <a:grpSpLocks/>
          </p:cNvGrpSpPr>
          <p:nvPr/>
        </p:nvGrpSpPr>
        <p:grpSpPr bwMode="auto">
          <a:xfrm>
            <a:off x="6130529" y="3912393"/>
            <a:ext cx="1912703" cy="971913"/>
            <a:chOff x="0" y="0"/>
            <a:chExt cx="2550630" cy="1295420"/>
          </a:xfrm>
        </p:grpSpPr>
        <p:grpSp>
          <p:nvGrpSpPr>
            <p:cNvPr id="66" name="组合 27">
              <a:extLst>
                <a:ext uri="{FF2B5EF4-FFF2-40B4-BE49-F238E27FC236}">
                  <a16:creationId xmlns:a16="http://schemas.microsoft.com/office/drawing/2014/main" id="{D84AA821-F80C-41F8-9410-C69C91DEE2B5}"/>
                </a:ext>
              </a:extLst>
            </p:cNvPr>
            <p:cNvGrpSpPr>
              <a:grpSpLocks/>
            </p:cNvGrpSpPr>
            <p:nvPr/>
          </p:nvGrpSpPr>
          <p:grpSpPr bwMode="auto">
            <a:xfrm>
              <a:off x="0" y="0"/>
              <a:ext cx="1952901" cy="1295420"/>
              <a:chOff x="0" y="0"/>
              <a:chExt cx="1446583" cy="1295420"/>
            </a:xfrm>
          </p:grpSpPr>
          <p:sp>
            <p:nvSpPr>
              <p:cNvPr id="68" name="剪去单角的矩形 54">
                <a:extLst>
                  <a:ext uri="{FF2B5EF4-FFF2-40B4-BE49-F238E27FC236}">
                    <a16:creationId xmlns:a16="http://schemas.microsoft.com/office/drawing/2014/main" id="{A2526422-1407-4F76-878F-764E2C99199C}"/>
                  </a:ext>
                </a:extLst>
              </p:cNvPr>
              <p:cNvSpPr>
                <a:spLocks/>
              </p:cNvSpPr>
              <p:nvPr/>
            </p:nvSpPr>
            <p:spPr bwMode="auto">
              <a:xfrm>
                <a:off x="5881" y="0"/>
                <a:ext cx="1440702" cy="1255264"/>
              </a:xfrm>
              <a:custGeom>
                <a:avLst/>
                <a:gdLst>
                  <a:gd name="T0" fmla="*/ 0 w 1440702"/>
                  <a:gd name="T1" fmla="*/ 0 h 1255264"/>
                  <a:gd name="T2" fmla="*/ 1231487 w 1440702"/>
                  <a:gd name="T3" fmla="*/ 0 h 1255264"/>
                  <a:gd name="T4" fmla="*/ 1440702 w 1440702"/>
                  <a:gd name="T5" fmla="*/ 209215 h 1255264"/>
                  <a:gd name="T6" fmla="*/ 1440702 w 1440702"/>
                  <a:gd name="T7" fmla="*/ 1255264 h 1255264"/>
                  <a:gd name="T8" fmla="*/ 0 w 1440702"/>
                  <a:gd name="T9" fmla="*/ 1255264 h 1255264"/>
                  <a:gd name="T10" fmla="*/ 0 w 1440702"/>
                  <a:gd name="T11" fmla="*/ 0 h 125526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40702" h="1255264">
                    <a:moveTo>
                      <a:pt x="0" y="0"/>
                    </a:moveTo>
                    <a:lnTo>
                      <a:pt x="1231487" y="0"/>
                    </a:lnTo>
                    <a:lnTo>
                      <a:pt x="1440702" y="209215"/>
                    </a:lnTo>
                    <a:lnTo>
                      <a:pt x="1440702" y="1255264"/>
                    </a:lnTo>
                    <a:lnTo>
                      <a:pt x="0" y="1255264"/>
                    </a:lnTo>
                    <a:lnTo>
                      <a:pt x="0" y="0"/>
                    </a:lnTo>
                    <a:close/>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sz="1350">
                  <a:latin typeface="Microsoft YaHei" panose="020B0503020204020204" pitchFamily="34" charset="-122"/>
                  <a:ea typeface="Microsoft YaHei" panose="020B0503020204020204" pitchFamily="34" charset="-122"/>
                </a:endParaRPr>
              </a:p>
            </p:txBody>
          </p:sp>
          <p:sp>
            <p:nvSpPr>
              <p:cNvPr id="69" name="矩形 55">
                <a:extLst>
                  <a:ext uri="{FF2B5EF4-FFF2-40B4-BE49-F238E27FC236}">
                    <a16:creationId xmlns:a16="http://schemas.microsoft.com/office/drawing/2014/main" id="{7D7C0FF4-8125-42E3-8E8C-DF013A84F61B}"/>
                  </a:ext>
                </a:extLst>
              </p:cNvPr>
              <p:cNvSpPr>
                <a:spLocks noChangeArrowheads="1"/>
              </p:cNvSpPr>
              <p:nvPr/>
            </p:nvSpPr>
            <p:spPr bwMode="auto">
              <a:xfrm>
                <a:off x="8029" y="895454"/>
                <a:ext cx="1107701" cy="399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rgbClr val="7030A0"/>
                    </a:solidFill>
                    <a:latin typeface="Microsoft YaHei" panose="020B0503020204020204" pitchFamily="34" charset="-122"/>
                    <a:ea typeface="Microsoft YaHei" panose="020B0503020204020204" pitchFamily="34" charset="-122"/>
                  </a:rPr>
                  <a:t>&lt;Abort T&gt; </a:t>
                </a:r>
                <a:endParaRPr lang="zh-CN" altLang="en-US" sz="1350">
                  <a:solidFill>
                    <a:srgbClr val="7030A0"/>
                  </a:solidFill>
                  <a:latin typeface="Microsoft YaHei" panose="020B0503020204020204" pitchFamily="34" charset="-122"/>
                  <a:ea typeface="Microsoft YaHei" panose="020B0503020204020204" pitchFamily="34" charset="-122"/>
                </a:endParaRPr>
              </a:p>
            </p:txBody>
          </p:sp>
          <p:sp>
            <p:nvSpPr>
              <p:cNvPr id="70" name="矩形 17">
                <a:extLst>
                  <a:ext uri="{FF2B5EF4-FFF2-40B4-BE49-F238E27FC236}">
                    <a16:creationId xmlns:a16="http://schemas.microsoft.com/office/drawing/2014/main" id="{2C94DA59-B561-41B8-9A58-BB9C2FD6A589}"/>
                  </a:ext>
                </a:extLst>
              </p:cNvPr>
              <p:cNvSpPr>
                <a:spLocks noChangeArrowheads="1"/>
              </p:cNvSpPr>
              <p:nvPr/>
            </p:nvSpPr>
            <p:spPr bwMode="auto">
              <a:xfrm>
                <a:off x="0" y="71878"/>
                <a:ext cx="664150" cy="430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b="1">
                    <a:solidFill>
                      <a:srgbClr val="0070C0"/>
                    </a:solidFill>
                    <a:latin typeface="Microsoft YaHei" panose="020B0503020204020204" pitchFamily="34" charset="-122"/>
                    <a:ea typeface="Microsoft YaHei" panose="020B0503020204020204" pitchFamily="34" charset="-122"/>
                  </a:rPr>
                  <a:t>log</a:t>
                </a:r>
                <a:endParaRPr lang="zh-CN" altLang="en-US" sz="1500" b="1">
                  <a:solidFill>
                    <a:srgbClr val="0070C0"/>
                  </a:solidFill>
                  <a:latin typeface="Microsoft YaHei" panose="020B0503020204020204" pitchFamily="34" charset="-122"/>
                  <a:ea typeface="Microsoft YaHei" panose="020B0503020204020204" pitchFamily="34" charset="-122"/>
                </a:endParaRPr>
              </a:p>
            </p:txBody>
          </p:sp>
        </p:grpSp>
        <p:sp>
          <p:nvSpPr>
            <p:cNvPr id="67" name="矩形 6">
              <a:extLst>
                <a:ext uri="{FF2B5EF4-FFF2-40B4-BE49-F238E27FC236}">
                  <a16:creationId xmlns:a16="http://schemas.microsoft.com/office/drawing/2014/main" id="{8B605B15-AC3B-4CFB-88B9-9E98F129A678}"/>
                </a:ext>
              </a:extLst>
            </p:cNvPr>
            <p:cNvSpPr>
              <a:spLocks noChangeArrowheads="1"/>
            </p:cNvSpPr>
            <p:nvPr/>
          </p:nvSpPr>
          <p:spPr bwMode="auto">
            <a:xfrm>
              <a:off x="0" y="366235"/>
              <a:ext cx="2550630" cy="676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&lt;Ready T&gt; or </a:t>
              </a:r>
            </a:p>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&lt;Don’t commit T&gt; </a:t>
              </a:r>
              <a:endParaRPr lang="zh-CN" altLang="en-US" sz="1350">
                <a:solidFill>
                  <a:schemeClr val="tx1"/>
                </a:solidFill>
                <a:latin typeface="Microsoft YaHei" panose="020B0503020204020204" pitchFamily="34" charset="-122"/>
                <a:ea typeface="Microsoft YaHei"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down)">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left)">
                                      <p:cBhvr>
                                        <p:cTn id="12" dur="500"/>
                                        <p:tgtEl>
                                          <p:spTgt spid="40"/>
                                        </p:tgtEl>
                                      </p:cBhvr>
                                    </p:animEffect>
                                  </p:childTnLst>
                                </p:cTn>
                              </p:par>
                              <p:par>
                                <p:cTn id="13" presetID="22" presetClass="entr" presetSubtype="8"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ipe(left)">
                                      <p:cBhvr>
                                        <p:cTn id="15" dur="500"/>
                                        <p:tgtEl>
                                          <p:spTgt spid="39"/>
                                        </p:tgtEl>
                                      </p:cBhvr>
                                    </p:animEffect>
                                  </p:childTnLst>
                                </p:cTn>
                              </p:par>
                              <p:par>
                                <p:cTn id="16" presetID="22" presetClass="entr" presetSubtype="8" fill="hold" nodeType="with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wipe(left)">
                                      <p:cBhvr>
                                        <p:cTn id="18" dur="500"/>
                                        <p:tgtEl>
                                          <p:spTgt spid="4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left)">
                                      <p:cBhvr>
                                        <p:cTn id="21" dur="500"/>
                                        <p:tgtEl>
                                          <p:spTgt spid="38"/>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left)">
                                      <p:cBhvr>
                                        <p:cTn id="24" dur="500"/>
                                        <p:tgtEl>
                                          <p:spTgt spid="3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64"/>
                                        </p:tgtEl>
                                        <p:attrNameLst>
                                          <p:attrName>style.visibility</p:attrName>
                                        </p:attrNameLst>
                                      </p:cBhvr>
                                      <p:to>
                                        <p:strVal val="visible"/>
                                      </p:to>
                                    </p:set>
                                    <p:animEffect transition="in" filter="wipe(down)">
                                      <p:cBhvr>
                                        <p:cTn id="29" dur="500"/>
                                        <p:tgtEl>
                                          <p:spTgt spid="64"/>
                                        </p:tgtEl>
                                      </p:cBhvr>
                                    </p:animEffect>
                                  </p:childTnLst>
                                </p:cTn>
                              </p:par>
                              <p:par>
                                <p:cTn id="30" presetID="22" presetClass="entr" presetSubtype="4" fill="hold" nodeType="withEffect">
                                  <p:stCondLst>
                                    <p:cond delay="0"/>
                                  </p:stCondLst>
                                  <p:childTnLst>
                                    <p:set>
                                      <p:cBhvr>
                                        <p:cTn id="31" dur="1" fill="hold">
                                          <p:stCondLst>
                                            <p:cond delay="0"/>
                                          </p:stCondLst>
                                        </p:cTn>
                                        <p:tgtEl>
                                          <p:spTgt spid="58"/>
                                        </p:tgtEl>
                                        <p:attrNameLst>
                                          <p:attrName>style.visibility</p:attrName>
                                        </p:attrNameLst>
                                      </p:cBhvr>
                                      <p:to>
                                        <p:strVal val="visible"/>
                                      </p:to>
                                    </p:set>
                                    <p:animEffect transition="in" filter="wipe(down)">
                                      <p:cBhvr>
                                        <p:cTn id="32" dur="500"/>
                                        <p:tgtEl>
                                          <p:spTgt spid="5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wipe(left)">
                                      <p:cBhvr>
                                        <p:cTn id="37" dur="500"/>
                                        <p:tgtEl>
                                          <p:spTgt spid="43"/>
                                        </p:tgtEl>
                                      </p:cBhvr>
                                    </p:animEffect>
                                  </p:childTnLst>
                                </p:cTn>
                              </p:par>
                              <p:par>
                                <p:cTn id="38" presetID="22" presetClass="entr" presetSubtype="8" fill="hold" nodeType="with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wipe(left)">
                                      <p:cBhvr>
                                        <p:cTn id="40" dur="500"/>
                                        <p:tgtEl>
                                          <p:spTgt spid="41"/>
                                        </p:tgtEl>
                                      </p:cBhvr>
                                    </p:animEffect>
                                  </p:childTnLst>
                                </p:cTn>
                              </p:par>
                              <p:par>
                                <p:cTn id="41" presetID="22" presetClass="entr" presetSubtype="8" fill="hold" nodeType="with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wipe(left)">
                                      <p:cBhvr>
                                        <p:cTn id="43" dur="500"/>
                                        <p:tgtEl>
                                          <p:spTgt spid="50"/>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57"/>
                                        </p:tgtEl>
                                        <p:attrNameLst>
                                          <p:attrName>style.visibility</p:attrName>
                                        </p:attrNameLst>
                                      </p:cBhvr>
                                      <p:to>
                                        <p:strVal val="visible"/>
                                      </p:to>
                                    </p:set>
                                    <p:animEffect transition="in" filter="wipe(left)">
                                      <p:cBhvr>
                                        <p:cTn id="46" dur="500"/>
                                        <p:tgtEl>
                                          <p:spTgt spid="57"/>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56"/>
                                        </p:tgtEl>
                                        <p:attrNameLst>
                                          <p:attrName>style.visibility</p:attrName>
                                        </p:attrNameLst>
                                      </p:cBhvr>
                                      <p:to>
                                        <p:strVal val="visible"/>
                                      </p:to>
                                    </p:set>
                                    <p:animEffect transition="in" filter="wipe(left)">
                                      <p:cBhvr>
                                        <p:cTn id="49" dur="500"/>
                                        <p:tgtEl>
                                          <p:spTgt spid="5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wipe(down)">
                                      <p:cBhvr>
                                        <p:cTn id="54" dur="500"/>
                                        <p:tgtEl>
                                          <p:spTgt spid="42"/>
                                        </p:tgtEl>
                                      </p:cBhvr>
                                    </p:animEffect>
                                  </p:childTnLst>
                                </p:cTn>
                              </p:par>
                              <p:par>
                                <p:cTn id="55" presetID="22" presetClass="entr" presetSubtype="4" fill="hold" nodeType="withEffect">
                                  <p:stCondLst>
                                    <p:cond delay="0"/>
                                  </p:stCondLst>
                                  <p:childTnLst>
                                    <p:set>
                                      <p:cBhvr>
                                        <p:cTn id="56" dur="1" fill="hold">
                                          <p:stCondLst>
                                            <p:cond delay="0"/>
                                          </p:stCondLst>
                                        </p:cTn>
                                        <p:tgtEl>
                                          <p:spTgt spid="65"/>
                                        </p:tgtEl>
                                        <p:attrNameLst>
                                          <p:attrName>style.visibility</p:attrName>
                                        </p:attrNameLst>
                                      </p:cBhvr>
                                      <p:to>
                                        <p:strVal val="visible"/>
                                      </p:to>
                                    </p:set>
                                    <p:animEffect transition="in" filter="wipe(down)">
                                      <p:cBhvr>
                                        <p:cTn id="5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utoUpdateAnimBg="0"/>
      <p:bldP spid="38" grpId="0" animBg="1" autoUpdateAnimBg="0"/>
      <p:bldP spid="40" grpId="0" autoUpdateAnimBg="0"/>
      <p:bldP spid="42" grpId="0" autoUpdateAnimBg="0"/>
      <p:bldP spid="43" grpId="0" autoUpdateAnimBg="0"/>
      <p:bldP spid="56" grpId="0" autoUpdateAnimBg="0"/>
      <p:bldP spid="57" grpId="0" animBg="1" autoUpdateAnimBg="0"/>
      <p:bldP spid="64"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6499F9FA-6714-EAB4-833A-5D1C1DDAB5DA}"/>
              </a:ext>
            </a:extLst>
          </p:cNvPr>
          <p:cNvSpPr>
            <a:spLocks noGrp="1"/>
          </p:cNvSpPr>
          <p:nvPr>
            <p:ph type="title"/>
          </p:nvPr>
        </p:nvSpPr>
        <p:spPr/>
        <p:txBody>
          <a:bodyPr>
            <a:normAutofit/>
          </a:bodyPr>
          <a:lstStyle/>
          <a:p>
            <a:r>
              <a:rPr lang="zh-CN" altLang="en-US" dirty="0"/>
              <a:t>分布式恢复</a:t>
            </a:r>
          </a:p>
        </p:txBody>
      </p:sp>
      <p:sp>
        <p:nvSpPr>
          <p:cNvPr id="43" name="内容占位符 3">
            <a:extLst>
              <a:ext uri="{FF2B5EF4-FFF2-40B4-BE49-F238E27FC236}">
                <a16:creationId xmlns:a16="http://schemas.microsoft.com/office/drawing/2014/main" id="{50B27D69-D632-45A2-8A61-1C002A9C110A}"/>
              </a:ext>
            </a:extLst>
          </p:cNvPr>
          <p:cNvSpPr>
            <a:spLocks noGrp="1"/>
          </p:cNvSpPr>
          <p:nvPr>
            <p:ph idx="1"/>
          </p:nvPr>
        </p:nvSpPr>
        <p:spPr/>
        <p:txBody>
          <a:bodyPr>
            <a:normAutofit fontScale="62500" lnSpcReduction="20000"/>
          </a:bodyPr>
          <a:lstStyle/>
          <a:p>
            <a:pPr marL="257175" indent="-257175">
              <a:buFont typeface="Wingdings" panose="05000000000000000000" pitchFamily="2" charset="2"/>
              <a:buChar char="l"/>
            </a:pPr>
            <a:r>
              <a:rPr lang="zh-CN" altLang="en-US" dirty="0"/>
              <a:t>在两阶段提交过程的任意时刻，一个站点可能失效</a:t>
            </a:r>
            <a:endParaRPr lang="en-US" altLang="zh-CN" dirty="0"/>
          </a:p>
          <a:p>
            <a:pPr marL="257175" indent="-257175">
              <a:buFont typeface="Wingdings" panose="05000000000000000000" pitchFamily="2" charset="2"/>
              <a:buChar char="l"/>
            </a:pPr>
            <a:r>
              <a:rPr lang="zh-CN" altLang="en-US" dirty="0">
                <a:sym typeface="Wingdings" panose="05000000000000000000" pitchFamily="2" charset="2"/>
              </a:rPr>
              <a:t>若失败站点不是仲裁站点，需要基于</a:t>
            </a:r>
            <a:r>
              <a:rPr lang="en-US" altLang="zh-CN" dirty="0">
                <a:sym typeface="Wingdings" panose="05000000000000000000" pitchFamily="2" charset="2"/>
              </a:rPr>
              <a:t>T</a:t>
            </a:r>
            <a:r>
              <a:rPr lang="zh-CN" altLang="en-US" dirty="0">
                <a:sym typeface="Wingdings" panose="05000000000000000000" pitchFamily="2" charset="2"/>
              </a:rPr>
              <a:t>的最后日志入口考虑多种情况</a:t>
            </a:r>
            <a:endParaRPr lang="en-US" altLang="zh-CN" dirty="0">
              <a:sym typeface="Wingdings" panose="05000000000000000000" pitchFamily="2" charset="2"/>
            </a:endParaRPr>
          </a:p>
          <a:p>
            <a:pPr marL="771525" lvl="1" indent="-257175">
              <a:buFont typeface="Wingdings" panose="05000000000000000000" pitchFamily="2" charset="2"/>
              <a:buChar char="l"/>
            </a:pPr>
            <a:r>
              <a:rPr lang="en-US" altLang="zh-CN" dirty="0">
                <a:sym typeface="Wingdings" panose="05000000000000000000" pitchFamily="2" charset="2"/>
              </a:rPr>
              <a:t>&lt;COMMIT T&gt;</a:t>
            </a:r>
            <a:r>
              <a:rPr lang="zh-CN" altLang="en-US" dirty="0">
                <a:sym typeface="Wingdings" panose="05000000000000000000" pitchFamily="2" charset="2"/>
              </a:rPr>
              <a:t>：需要对事务</a:t>
            </a:r>
            <a:r>
              <a:rPr lang="en-US" altLang="zh-CN" dirty="0">
                <a:sym typeface="Wingdings" panose="05000000000000000000" pitchFamily="2" charset="2"/>
              </a:rPr>
              <a:t>T</a:t>
            </a:r>
            <a:r>
              <a:rPr lang="zh-CN" altLang="en-US" dirty="0">
                <a:sym typeface="Wingdings" panose="05000000000000000000" pitchFamily="2" charset="2"/>
              </a:rPr>
              <a:t>进行</a:t>
            </a:r>
            <a:r>
              <a:rPr lang="en-US" altLang="zh-CN" dirty="0">
                <a:sym typeface="Wingdings" panose="05000000000000000000" pitchFamily="2" charset="2"/>
              </a:rPr>
              <a:t>redo</a:t>
            </a:r>
          </a:p>
          <a:p>
            <a:pPr marL="771525" lvl="1" indent="-257175">
              <a:buFont typeface="Wingdings" panose="05000000000000000000" pitchFamily="2" charset="2"/>
              <a:buChar char="l"/>
            </a:pPr>
            <a:r>
              <a:rPr lang="en-US" altLang="zh-CN" dirty="0">
                <a:sym typeface="Wingdings" panose="05000000000000000000" pitchFamily="2" charset="2"/>
              </a:rPr>
              <a:t>&lt;ABORT T&gt;</a:t>
            </a:r>
            <a:r>
              <a:rPr lang="zh-CN" altLang="en-US" dirty="0">
                <a:sym typeface="Wingdings" panose="05000000000000000000" pitchFamily="2" charset="2"/>
              </a:rPr>
              <a:t>：需要对事务</a:t>
            </a:r>
            <a:r>
              <a:rPr lang="en-US" altLang="zh-CN" dirty="0">
                <a:sym typeface="Wingdings" panose="05000000000000000000" pitchFamily="2" charset="2"/>
              </a:rPr>
              <a:t>T</a:t>
            </a:r>
            <a:r>
              <a:rPr lang="zh-CN" altLang="en-US" dirty="0">
                <a:sym typeface="Wingdings" panose="05000000000000000000" pitchFamily="2" charset="2"/>
              </a:rPr>
              <a:t>执行</a:t>
            </a:r>
            <a:r>
              <a:rPr lang="en-US" altLang="zh-CN" dirty="0">
                <a:sym typeface="Wingdings" panose="05000000000000000000" pitchFamily="2" charset="2"/>
              </a:rPr>
              <a:t>undo</a:t>
            </a:r>
          </a:p>
          <a:p>
            <a:pPr marL="771525" lvl="1" indent="-257175">
              <a:buFont typeface="Wingdings" panose="05000000000000000000" pitchFamily="2" charset="2"/>
              <a:buChar char="l"/>
            </a:pPr>
            <a:r>
              <a:rPr lang="en-US" altLang="zh-CN" dirty="0">
                <a:sym typeface="Wingdings" panose="05000000000000000000" pitchFamily="2" charset="2"/>
              </a:rPr>
              <a:t>&lt;DON’T COMMIT T&gt;</a:t>
            </a:r>
            <a:r>
              <a:rPr lang="zh-CN" altLang="en-US" dirty="0">
                <a:sym typeface="Wingdings" panose="05000000000000000000" pitchFamily="2" charset="2"/>
              </a:rPr>
              <a:t>：需要对事务</a:t>
            </a:r>
            <a:r>
              <a:rPr lang="en-US" altLang="zh-CN" dirty="0">
                <a:sym typeface="Wingdings" panose="05000000000000000000" pitchFamily="2" charset="2"/>
              </a:rPr>
              <a:t>T</a:t>
            </a:r>
            <a:r>
              <a:rPr lang="zh-CN" altLang="en-US" dirty="0">
                <a:sym typeface="Wingdings" panose="05000000000000000000" pitchFamily="2" charset="2"/>
              </a:rPr>
              <a:t>执行</a:t>
            </a:r>
            <a:r>
              <a:rPr lang="en-US" altLang="zh-CN" dirty="0">
                <a:sym typeface="Wingdings" panose="05000000000000000000" pitchFamily="2" charset="2"/>
              </a:rPr>
              <a:t>undo</a:t>
            </a:r>
          </a:p>
          <a:p>
            <a:pPr marL="771525" lvl="1" indent="-257175">
              <a:buFont typeface="Wingdings" panose="05000000000000000000" pitchFamily="2" charset="2"/>
              <a:buChar char="l"/>
            </a:pPr>
            <a:r>
              <a:rPr lang="en-US" altLang="zh-CN" dirty="0">
                <a:sym typeface="Wingdings" panose="05000000000000000000" pitchFamily="2" charset="2"/>
              </a:rPr>
              <a:t>&lt;Ready T&gt;</a:t>
            </a:r>
            <a:r>
              <a:rPr lang="zh-CN" altLang="en-US" dirty="0">
                <a:sym typeface="Wingdings" panose="05000000000000000000" pitchFamily="2" charset="2"/>
              </a:rPr>
              <a:t>：需要与至少一个其他站点通讯以做出针对</a:t>
            </a:r>
            <a:r>
              <a:rPr lang="en-US" altLang="zh-CN" dirty="0">
                <a:sym typeface="Wingdings" panose="05000000000000000000" pitchFamily="2" charset="2"/>
              </a:rPr>
              <a:t>T</a:t>
            </a:r>
            <a:r>
              <a:rPr lang="zh-CN" altLang="en-US" dirty="0">
                <a:sym typeface="Wingdings" panose="05000000000000000000" pitchFamily="2" charset="2"/>
              </a:rPr>
              <a:t>的全局决定</a:t>
            </a:r>
            <a:endParaRPr lang="en-US" altLang="zh-CN" dirty="0">
              <a:sym typeface="Wingdings" panose="05000000000000000000" pitchFamily="2" charset="2"/>
            </a:endParaRPr>
          </a:p>
          <a:p>
            <a:pPr marL="771525" lvl="1" indent="-257175">
              <a:buFont typeface="Wingdings" panose="05000000000000000000" pitchFamily="2" charset="2"/>
              <a:buChar char="l"/>
            </a:pPr>
            <a:r>
              <a:rPr lang="zh-CN" altLang="en-US" dirty="0">
                <a:sym typeface="Wingdings" panose="05000000000000000000" pitchFamily="2" charset="2"/>
              </a:rPr>
              <a:t>没有</a:t>
            </a:r>
            <a:r>
              <a:rPr lang="en-US" altLang="zh-CN" dirty="0">
                <a:sym typeface="Wingdings" panose="05000000000000000000" pitchFamily="2" charset="2"/>
              </a:rPr>
              <a:t>T</a:t>
            </a:r>
            <a:r>
              <a:rPr lang="zh-CN" altLang="en-US" dirty="0">
                <a:sym typeface="Wingdings" panose="05000000000000000000" pitchFamily="2" charset="2"/>
              </a:rPr>
              <a:t>的日志记录：对</a:t>
            </a:r>
            <a:r>
              <a:rPr lang="en-US" altLang="zh-CN" dirty="0">
                <a:sym typeface="Wingdings" panose="05000000000000000000" pitchFamily="2" charset="2"/>
              </a:rPr>
              <a:t>T</a:t>
            </a:r>
            <a:r>
              <a:rPr lang="zh-CN" altLang="en-US" dirty="0">
                <a:sym typeface="Wingdings" panose="05000000000000000000" pitchFamily="2" charset="2"/>
              </a:rPr>
              <a:t>的组件做失效处理</a:t>
            </a:r>
            <a:endParaRPr lang="en-US" altLang="zh-CN" dirty="0">
              <a:sym typeface="Wingdings" panose="05000000000000000000" pitchFamily="2" charset="2"/>
            </a:endParaRPr>
          </a:p>
          <a:p>
            <a:pPr marL="257175" indent="-257175">
              <a:buFont typeface="Wingdings" panose="05000000000000000000" pitchFamily="2" charset="2"/>
              <a:buChar char="l"/>
            </a:pPr>
            <a:r>
              <a:rPr lang="zh-CN" altLang="en-US" dirty="0">
                <a:sym typeface="Wingdings" panose="05000000000000000000" pitchFamily="2" charset="2"/>
              </a:rPr>
              <a:t>若失败站点是仲裁站点，一个新的导引站点在较短的周期内被选出，该站点首先查看仲裁站点是否恢复；每个参与者发送其有关</a:t>
            </a:r>
            <a:r>
              <a:rPr lang="en-US" altLang="zh-CN" dirty="0">
                <a:sym typeface="Wingdings" panose="05000000000000000000" pitchFamily="2" charset="2"/>
              </a:rPr>
              <a:t>T</a:t>
            </a:r>
            <a:r>
              <a:rPr lang="zh-CN" altLang="en-US" dirty="0">
                <a:sym typeface="Wingdings" panose="05000000000000000000" pitchFamily="2" charset="2"/>
              </a:rPr>
              <a:t>的最后一条日志记录</a:t>
            </a:r>
            <a:endParaRPr lang="en-US" altLang="zh-CN" dirty="0">
              <a:sym typeface="Wingdings" panose="05000000000000000000" pitchFamily="2" charset="2"/>
            </a:endParaRPr>
          </a:p>
          <a:p>
            <a:pPr marL="771525" lvl="1" indent="-257175">
              <a:buFont typeface="Wingdings" panose="05000000000000000000" pitchFamily="2" charset="2"/>
              <a:buChar char="l"/>
            </a:pPr>
            <a:r>
              <a:rPr lang="zh-CN" altLang="en-US" dirty="0">
                <a:sym typeface="Wingdings" panose="05000000000000000000" pitchFamily="2" charset="2"/>
              </a:rPr>
              <a:t>部分站点的日志中有</a:t>
            </a:r>
            <a:r>
              <a:rPr lang="en-US" altLang="zh-CN" dirty="0">
                <a:sym typeface="Wingdings" panose="05000000000000000000" pitchFamily="2" charset="2"/>
              </a:rPr>
              <a:t>&lt;COMMIT T&gt;</a:t>
            </a:r>
            <a:r>
              <a:rPr lang="zh-CN" altLang="en-US" dirty="0">
                <a:sym typeface="Wingdings" panose="05000000000000000000" pitchFamily="2" charset="2"/>
              </a:rPr>
              <a:t>：提交</a:t>
            </a:r>
            <a:r>
              <a:rPr lang="en-US" altLang="zh-CN" dirty="0">
                <a:sym typeface="Wingdings" panose="05000000000000000000" pitchFamily="2" charset="2"/>
              </a:rPr>
              <a:t>T</a:t>
            </a:r>
          </a:p>
          <a:p>
            <a:pPr marL="771525" lvl="1" indent="-257175">
              <a:buFont typeface="Wingdings" panose="05000000000000000000" pitchFamily="2" charset="2"/>
              <a:buChar char="l"/>
            </a:pPr>
            <a:r>
              <a:rPr lang="zh-CN" altLang="en-US" dirty="0">
                <a:sym typeface="Wingdings" panose="05000000000000000000" pitchFamily="2" charset="2"/>
              </a:rPr>
              <a:t>部分站点的日志中有</a:t>
            </a:r>
            <a:r>
              <a:rPr lang="en-US" altLang="zh-CN" dirty="0">
                <a:sym typeface="Wingdings" panose="05000000000000000000" pitchFamily="2" charset="2"/>
              </a:rPr>
              <a:t>&lt;ABORT T&gt;</a:t>
            </a:r>
            <a:r>
              <a:rPr lang="zh-CN" altLang="en-US" dirty="0">
                <a:sym typeface="Wingdings" panose="05000000000000000000" pitchFamily="2" charset="2"/>
              </a:rPr>
              <a:t>：对</a:t>
            </a:r>
            <a:r>
              <a:rPr lang="en-US" altLang="zh-CN" dirty="0">
                <a:sym typeface="Wingdings" panose="05000000000000000000" pitchFamily="2" charset="2"/>
              </a:rPr>
              <a:t>T</a:t>
            </a:r>
            <a:r>
              <a:rPr lang="zh-CN" altLang="en-US" dirty="0">
                <a:sym typeface="Wingdings" panose="05000000000000000000" pitchFamily="2" charset="2"/>
              </a:rPr>
              <a:t>做失败处理</a:t>
            </a:r>
            <a:endParaRPr lang="en-US" altLang="zh-CN" dirty="0">
              <a:sym typeface="Wingdings" panose="05000000000000000000" pitchFamily="2" charset="2"/>
            </a:endParaRPr>
          </a:p>
          <a:p>
            <a:pPr marL="771525" lvl="1" indent="-257175">
              <a:buFont typeface="Wingdings" panose="05000000000000000000" pitchFamily="2" charset="2"/>
              <a:buChar char="l"/>
            </a:pPr>
            <a:r>
              <a:rPr lang="zh-CN" altLang="en-US" dirty="0">
                <a:sym typeface="Wingdings" panose="05000000000000000000" pitchFamily="2" charset="2"/>
              </a:rPr>
              <a:t>没有站点有</a:t>
            </a:r>
            <a:r>
              <a:rPr lang="en-US" altLang="zh-CN" dirty="0">
                <a:sym typeface="Wingdings" panose="05000000000000000000" pitchFamily="2" charset="2"/>
              </a:rPr>
              <a:t>&lt;COMMIT T&gt;</a:t>
            </a:r>
            <a:r>
              <a:rPr lang="zh-CN" altLang="en-US" dirty="0">
                <a:sym typeface="Wingdings" panose="05000000000000000000" pitchFamily="2" charset="2"/>
              </a:rPr>
              <a:t>或</a:t>
            </a:r>
            <a:r>
              <a:rPr lang="en-US" altLang="zh-CN" dirty="0">
                <a:sym typeface="Wingdings" panose="05000000000000000000" pitchFamily="2" charset="2"/>
              </a:rPr>
              <a:t>&lt;ABORT T&gt;</a:t>
            </a:r>
            <a:r>
              <a:rPr lang="zh-CN" altLang="en-US" dirty="0">
                <a:sym typeface="Wingdings" panose="05000000000000000000" pitchFamily="2" charset="2"/>
              </a:rPr>
              <a:t>但</a:t>
            </a:r>
            <a:r>
              <a:rPr lang="zh-CN" altLang="en-US" b="1" dirty="0">
                <a:solidFill>
                  <a:srgbClr val="FF0000"/>
                </a:solidFill>
                <a:effectLst>
                  <a:outerShdw blurRad="38100" dist="38100" dir="2700000" algn="tl">
                    <a:srgbClr val="000000">
                      <a:alpha val="43137"/>
                    </a:srgbClr>
                  </a:outerShdw>
                </a:effectLst>
                <a:sym typeface="Wingdings" panose="05000000000000000000" pitchFamily="2" charset="2"/>
              </a:rPr>
              <a:t>至少一个站点没有</a:t>
            </a:r>
            <a:r>
              <a:rPr lang="en-US" altLang="zh-CN" b="1" dirty="0">
                <a:solidFill>
                  <a:srgbClr val="FF0000"/>
                </a:solidFill>
                <a:effectLst>
                  <a:outerShdw blurRad="38100" dist="38100" dir="2700000" algn="tl">
                    <a:srgbClr val="000000">
                      <a:alpha val="43137"/>
                    </a:srgbClr>
                  </a:outerShdw>
                </a:effectLst>
                <a:sym typeface="Wingdings" panose="05000000000000000000" pitchFamily="2" charset="2"/>
              </a:rPr>
              <a:t>&lt;Ready T&gt;</a:t>
            </a:r>
            <a:r>
              <a:rPr lang="zh-CN" altLang="en-US" dirty="0">
                <a:sym typeface="Wingdings" panose="05000000000000000000" pitchFamily="2" charset="2"/>
              </a:rPr>
              <a:t>：对</a:t>
            </a:r>
            <a:r>
              <a:rPr lang="en-US" altLang="zh-CN" dirty="0">
                <a:sym typeface="Wingdings" panose="05000000000000000000" pitchFamily="2" charset="2"/>
              </a:rPr>
              <a:t>T</a:t>
            </a:r>
            <a:r>
              <a:rPr lang="zh-CN" altLang="en-US" dirty="0">
                <a:sym typeface="Wingdings" panose="05000000000000000000" pitchFamily="2" charset="2"/>
              </a:rPr>
              <a:t>做失败处理</a:t>
            </a:r>
            <a:endParaRPr lang="en-US" altLang="zh-CN" dirty="0">
              <a:sym typeface="Wingdings" panose="05000000000000000000" pitchFamily="2" charset="2"/>
            </a:endParaRPr>
          </a:p>
          <a:p>
            <a:pPr marL="771525" lvl="1" indent="-257175">
              <a:buFont typeface="Wingdings" panose="05000000000000000000" pitchFamily="2" charset="2"/>
              <a:buChar char="l"/>
            </a:pPr>
            <a:r>
              <a:rPr lang="zh-CN" altLang="en-US" dirty="0">
                <a:sym typeface="Wingdings" panose="05000000000000000000" pitchFamily="2" charset="2"/>
              </a:rPr>
              <a:t>没有站点有</a:t>
            </a:r>
            <a:r>
              <a:rPr lang="en-US" altLang="zh-CN" dirty="0">
                <a:sym typeface="Wingdings" panose="05000000000000000000" pitchFamily="2" charset="2"/>
              </a:rPr>
              <a:t>&lt;COMMIT T&gt;</a:t>
            </a:r>
            <a:r>
              <a:rPr lang="zh-CN" altLang="en-US" dirty="0">
                <a:sym typeface="Wingdings" panose="05000000000000000000" pitchFamily="2" charset="2"/>
              </a:rPr>
              <a:t>或</a:t>
            </a:r>
            <a:r>
              <a:rPr lang="en-US" altLang="zh-CN" dirty="0">
                <a:sym typeface="Wingdings" panose="05000000000000000000" pitchFamily="2" charset="2"/>
              </a:rPr>
              <a:t>&lt;ABORT T&gt;</a:t>
            </a:r>
            <a:r>
              <a:rPr lang="zh-CN" altLang="en-US" dirty="0">
                <a:sym typeface="Wingdings" panose="05000000000000000000" pitchFamily="2" charset="2"/>
              </a:rPr>
              <a:t>但所有幸存站点均有</a:t>
            </a:r>
            <a:r>
              <a:rPr lang="en-US" altLang="zh-CN" dirty="0">
                <a:sym typeface="Wingdings" panose="05000000000000000000" pitchFamily="2" charset="2"/>
              </a:rPr>
              <a:t>&lt;Ready T&gt;</a:t>
            </a:r>
            <a:r>
              <a:rPr lang="zh-CN" altLang="en-US" dirty="0">
                <a:sym typeface="Wingdings" panose="05000000000000000000" pitchFamily="2" charset="2"/>
              </a:rPr>
              <a:t>：在真实系统中，</a:t>
            </a:r>
            <a:r>
              <a:rPr lang="en-US" altLang="zh-CN" dirty="0">
                <a:sym typeface="Wingdings" panose="05000000000000000000" pitchFamily="2" charset="2"/>
              </a:rPr>
              <a:t>DBA</a:t>
            </a:r>
            <a:r>
              <a:rPr lang="zh-CN" altLang="en-US" dirty="0">
                <a:sym typeface="Wingdings" panose="05000000000000000000" pitchFamily="2" charset="2"/>
              </a:rPr>
              <a:t>有权决定做出干预并手工强制正在等待的事务组件执行完成</a:t>
            </a:r>
            <a:endParaRPr lang="en-US" altLang="zh-CN" dirty="0">
              <a:sym typeface="Wingdings" panose="05000000000000000000" pitchFamily="2" charset="2"/>
            </a:endParaRPr>
          </a:p>
        </p:txBody>
      </p:sp>
      <p:sp>
        <p:nvSpPr>
          <p:cNvPr id="2" name="灯片编号占位符 1"/>
          <p:cNvSpPr>
            <a:spLocks noGrp="1"/>
          </p:cNvSpPr>
          <p:nvPr>
            <p:ph type="sldNum" sz="quarter" idx="12"/>
          </p:nvPr>
        </p:nvSpPr>
        <p:spPr/>
        <p:txBody>
          <a:bodyPr/>
          <a:lstStyle/>
          <a:p>
            <a:fld id="{D0399D1A-D296-42B7-916E-50FBDB540DBE}" type="slidenum">
              <a:rPr lang="zh-CN" altLang="en-US" smtClean="0"/>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1BDBC-7666-6638-DE07-9CCA617C5F3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74915EA-E226-C51F-A51A-22BD941BF626}"/>
              </a:ext>
            </a:extLst>
          </p:cNvPr>
          <p:cNvSpPr txBox="1"/>
          <p:nvPr/>
        </p:nvSpPr>
        <p:spPr>
          <a:xfrm>
            <a:off x="1006545" y="2781596"/>
            <a:ext cx="7458075" cy="642035"/>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分布式封锁</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FEED4F89-63FD-2E39-F612-DA8AEC4CBE02}"/>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DE4C0840-28A8-4F51-333B-7159DB3E5163}"/>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30441AEB-8524-D06E-5BE4-115FE4FBCA4C}"/>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819EA529-C531-7BCB-B300-2A2A5B3E2860}"/>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83D2E7B6-7B5A-2525-25A3-EE22101E5A47}"/>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7B6F3B40-F513-5C4C-1E7B-1D0D309AAE9D}"/>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C5D08039-6C35-7A17-F653-E4F1876D6D85}"/>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D7ACBC88-BCD3-AAD4-BC62-70C143E17A1E}"/>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9F0D3616-5B63-05F1-F00F-2C1BEE9C63E4}"/>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8FB08BBE-0C5D-6AC5-16A1-FB6C84661EEA}"/>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163D094F-0660-C60C-0FD1-1105D5292307}"/>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3969A310-B492-2E54-C2DB-5810863D30C0}"/>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4C7C0358-54D3-98DD-27BD-465771CCD82B}"/>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F42EC449-1456-C735-2A84-437F6B43E8BE}"/>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C92C6E18-FAD6-88D1-73D6-19173FBEEBF2}"/>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6</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1281311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CF501FE-45F7-ED6C-E4F7-B29F16A5AA4A}"/>
              </a:ext>
            </a:extLst>
          </p:cNvPr>
          <p:cNvSpPr>
            <a:spLocks noGrp="1"/>
          </p:cNvSpPr>
          <p:nvPr>
            <p:ph type="title"/>
          </p:nvPr>
        </p:nvSpPr>
        <p:spPr/>
        <p:txBody>
          <a:bodyPr/>
          <a:lstStyle/>
          <a:p>
            <a:r>
              <a:rPr lang="zh-CN" altLang="en-US" dirty="0"/>
              <a:t>分布式锁协议</a:t>
            </a:r>
          </a:p>
        </p:txBody>
      </p:sp>
      <p:sp>
        <p:nvSpPr>
          <p:cNvPr id="23" name="内容占位符 3">
            <a:extLst>
              <a:ext uri="{FF2B5EF4-FFF2-40B4-BE49-F238E27FC236}">
                <a16:creationId xmlns:a16="http://schemas.microsoft.com/office/drawing/2014/main" id="{73DFA35B-BBA3-4063-85AB-2C334795A173}"/>
              </a:ext>
            </a:extLst>
          </p:cNvPr>
          <p:cNvSpPr>
            <a:spLocks noGrp="1"/>
          </p:cNvSpPr>
          <p:nvPr>
            <p:ph idx="1"/>
          </p:nvPr>
        </p:nvSpPr>
        <p:spPr/>
        <p:txBody>
          <a:bodyPr>
            <a:normAutofit fontScale="55000" lnSpcReduction="20000"/>
          </a:bodyPr>
          <a:lstStyle/>
          <a:p>
            <a:pPr marL="257175" indent="-257175">
              <a:buFont typeface="Wingdings" panose="05000000000000000000" pitchFamily="2" charset="2"/>
              <a:buChar char="l"/>
            </a:pPr>
            <a:r>
              <a:rPr lang="zh-CN" altLang="en-US" dirty="0"/>
              <a:t>若事务必须对在不同站点上对数据库对象上锁，需要协调这些上锁过程</a:t>
            </a:r>
            <a:endParaRPr lang="en-US" altLang="zh-CN" dirty="0"/>
          </a:p>
          <a:p>
            <a:pPr marL="257175" indent="-257175">
              <a:buFont typeface="Wingdings" panose="05000000000000000000" pitchFamily="2" charset="2"/>
              <a:buChar char="l"/>
            </a:pPr>
            <a:r>
              <a:rPr lang="zh-CN" altLang="en-US" dirty="0">
                <a:sym typeface="Wingdings" panose="05000000000000000000" pitchFamily="2" charset="2"/>
              </a:rPr>
              <a:t>当数据被复制时，系统必须保证每个元素</a:t>
            </a:r>
            <a:r>
              <a:rPr lang="en-US" altLang="zh-CN" dirty="0">
                <a:sym typeface="Wingdings" panose="05000000000000000000" pitchFamily="2" charset="2"/>
              </a:rPr>
              <a:t>X</a:t>
            </a:r>
            <a:r>
              <a:rPr lang="zh-CN" altLang="en-US" dirty="0">
                <a:sym typeface="Wingdings" panose="05000000000000000000" pitchFamily="2" charset="2"/>
              </a:rPr>
              <a:t>的拷贝按照相同方式变化</a:t>
            </a:r>
            <a:endParaRPr lang="en-US" altLang="zh-CN" dirty="0">
              <a:sym typeface="Wingdings" panose="05000000000000000000" pitchFamily="2" charset="2"/>
            </a:endParaRPr>
          </a:p>
          <a:p>
            <a:pPr marL="771525" lvl="1" indent="-257175">
              <a:buFont typeface="Wingdings" panose="05000000000000000000" pitchFamily="2" charset="2"/>
              <a:buChar char="l"/>
            </a:pPr>
            <a:r>
              <a:rPr lang="zh-CN" altLang="en-US" dirty="0">
                <a:sym typeface="Wingdings" panose="05000000000000000000" pitchFamily="2" charset="2"/>
              </a:rPr>
              <a:t>需要区分对逻辑数据库元素</a:t>
            </a:r>
            <a:r>
              <a:rPr lang="en-US" altLang="zh-CN" dirty="0">
                <a:sym typeface="Wingdings" panose="05000000000000000000" pitchFamily="2" charset="2"/>
              </a:rPr>
              <a:t>X</a:t>
            </a:r>
            <a:r>
              <a:rPr lang="zh-CN" altLang="en-US" dirty="0">
                <a:sym typeface="Wingdings" panose="05000000000000000000" pitchFamily="2" charset="2"/>
              </a:rPr>
              <a:t>上锁和对元素</a:t>
            </a:r>
            <a:r>
              <a:rPr lang="en-US" altLang="zh-CN" dirty="0">
                <a:sym typeface="Wingdings" panose="05000000000000000000" pitchFamily="2" charset="2"/>
              </a:rPr>
              <a:t>X</a:t>
            </a:r>
            <a:r>
              <a:rPr lang="zh-CN" altLang="en-US" dirty="0">
                <a:sym typeface="Wingdings" panose="05000000000000000000" pitchFamily="2" charset="2"/>
              </a:rPr>
              <a:t>的拷贝上锁</a:t>
            </a:r>
            <a:endParaRPr lang="en-US" altLang="zh-CN" dirty="0">
              <a:sym typeface="Wingdings" panose="05000000000000000000" pitchFamily="2" charset="2"/>
            </a:endParaRPr>
          </a:p>
          <a:p>
            <a:pPr marL="257175" indent="-257175">
              <a:buFont typeface="Wingdings" panose="05000000000000000000" pitchFamily="2" charset="2"/>
              <a:buChar char="l"/>
            </a:pPr>
            <a:r>
              <a:rPr lang="zh-CN" altLang="en-US" dirty="0">
                <a:sym typeface="Wingdings" panose="05000000000000000000" pitchFamily="2" charset="2"/>
              </a:rPr>
              <a:t>集中式锁系统</a:t>
            </a:r>
            <a:endParaRPr lang="en-US" altLang="zh-CN" dirty="0">
              <a:sym typeface="Wingdings" panose="05000000000000000000" pitchFamily="2" charset="2"/>
            </a:endParaRPr>
          </a:p>
          <a:p>
            <a:pPr marL="771525" lvl="1" indent="-257175">
              <a:buFont typeface="Wingdings" panose="05000000000000000000" pitchFamily="2" charset="2"/>
              <a:buChar char="l"/>
            </a:pPr>
            <a:r>
              <a:rPr lang="zh-CN" altLang="en-US" dirty="0">
                <a:sym typeface="Wingdings" panose="05000000000000000000" pitchFamily="2" charset="2"/>
              </a:rPr>
              <a:t>锁站点（</a:t>
            </a:r>
            <a:r>
              <a:rPr lang="en-US" altLang="zh-CN" dirty="0">
                <a:sym typeface="Wingdings" panose="05000000000000000000" pitchFamily="2" charset="2"/>
              </a:rPr>
              <a:t>lock site</a:t>
            </a:r>
            <a:r>
              <a:rPr lang="zh-CN" altLang="en-US" dirty="0">
                <a:sym typeface="Wingdings" panose="05000000000000000000" pitchFamily="2" charset="2"/>
              </a:rPr>
              <a:t>）被指定为逻辑元素维护一个锁表。当一个事务希望对元素</a:t>
            </a:r>
            <a:r>
              <a:rPr lang="en-US" altLang="zh-CN" dirty="0">
                <a:sym typeface="Wingdings" panose="05000000000000000000" pitchFamily="2" charset="2"/>
              </a:rPr>
              <a:t>X</a:t>
            </a:r>
            <a:r>
              <a:rPr lang="zh-CN" altLang="en-US" dirty="0">
                <a:sym typeface="Wingdings" panose="05000000000000000000" pitchFamily="2" charset="2"/>
              </a:rPr>
              <a:t>上锁时，向锁站点发送一个请求，后者决定授予或拒绝锁请求</a:t>
            </a:r>
            <a:endParaRPr lang="en-US" altLang="zh-CN" dirty="0">
              <a:sym typeface="Wingdings" panose="05000000000000000000" pitchFamily="2" charset="2"/>
            </a:endParaRPr>
          </a:p>
          <a:p>
            <a:pPr marL="771525" lvl="1" indent="-257175">
              <a:buFont typeface="Wingdings" panose="05000000000000000000" pitchFamily="2" charset="2"/>
              <a:buChar char="l"/>
            </a:pPr>
            <a:r>
              <a:rPr lang="zh-CN" altLang="en-US" dirty="0">
                <a:sym typeface="Wingdings" panose="05000000000000000000" pitchFamily="2" charset="2"/>
              </a:rPr>
              <a:t>锁站点上获取</a:t>
            </a:r>
            <a:r>
              <a:rPr lang="en-US" altLang="zh-CN" dirty="0">
                <a:sym typeface="Wingdings" panose="05000000000000000000" pitchFamily="2" charset="2"/>
              </a:rPr>
              <a:t>X</a:t>
            </a:r>
            <a:r>
              <a:rPr lang="zh-CN" altLang="en-US" dirty="0">
                <a:sym typeface="Wingdings" panose="05000000000000000000" pitchFamily="2" charset="2"/>
              </a:rPr>
              <a:t>的局部锁等价于获取</a:t>
            </a:r>
            <a:r>
              <a:rPr lang="en-US" altLang="zh-CN" dirty="0">
                <a:sym typeface="Wingdings" panose="05000000000000000000" pitchFamily="2" charset="2"/>
              </a:rPr>
              <a:t>X</a:t>
            </a:r>
            <a:r>
              <a:rPr lang="zh-CN" altLang="en-US" dirty="0">
                <a:sym typeface="Wingdings" panose="05000000000000000000" pitchFamily="2" charset="2"/>
              </a:rPr>
              <a:t>的全局锁。锁开销为三条消息（请求，授予，释放）</a:t>
            </a:r>
            <a:endParaRPr lang="en-US" altLang="zh-CN" dirty="0">
              <a:sym typeface="Wingdings" panose="05000000000000000000" pitchFamily="2" charset="2"/>
            </a:endParaRPr>
          </a:p>
          <a:p>
            <a:pPr marL="771525" lvl="1" indent="-257175">
              <a:buFont typeface="Wingdings" panose="05000000000000000000" pitchFamily="2" charset="2"/>
              <a:buChar char="l"/>
            </a:pPr>
            <a:r>
              <a:rPr lang="zh-CN" altLang="en-US" dirty="0">
                <a:sym typeface="Wingdings" panose="05000000000000000000" pitchFamily="2" charset="2"/>
              </a:rPr>
              <a:t>然而，若存在很多站点与很多同时执行的事务，锁站点可能称为瓶颈</a:t>
            </a:r>
            <a:endParaRPr lang="en-US" altLang="zh-CN" dirty="0">
              <a:sym typeface="Wingdings" panose="05000000000000000000" pitchFamily="2" charset="2"/>
            </a:endParaRPr>
          </a:p>
          <a:p>
            <a:pPr marL="257175" indent="-257175">
              <a:buFont typeface="Wingdings" panose="05000000000000000000" pitchFamily="2" charset="2"/>
              <a:buChar char="l"/>
            </a:pPr>
            <a:r>
              <a:rPr lang="zh-CN" altLang="en-US" dirty="0">
                <a:sym typeface="Wingdings" panose="05000000000000000000" pitchFamily="2" charset="2"/>
              </a:rPr>
              <a:t>分布式锁算法的代价模型</a:t>
            </a:r>
            <a:endParaRPr lang="en-US" altLang="zh-CN" dirty="0">
              <a:sym typeface="Wingdings" panose="05000000000000000000" pitchFamily="2" charset="2"/>
            </a:endParaRPr>
          </a:p>
          <a:p>
            <a:pPr marL="771525" lvl="1" indent="-257175">
              <a:buFont typeface="Wingdings" panose="05000000000000000000" pitchFamily="2" charset="2"/>
              <a:buChar char="l"/>
            </a:pPr>
            <a:r>
              <a:rPr lang="zh-CN" altLang="en-US" dirty="0">
                <a:sym typeface="Wingdings" panose="05000000000000000000" pitchFamily="2" charset="2"/>
              </a:rPr>
              <a:t>主要代价为事务在获取</a:t>
            </a:r>
            <a:r>
              <a:rPr lang="en-US" altLang="zh-CN" dirty="0">
                <a:sym typeface="Wingdings" panose="05000000000000000000" pitchFamily="2" charset="2"/>
              </a:rPr>
              <a:t>/</a:t>
            </a:r>
            <a:r>
              <a:rPr lang="zh-CN" altLang="en-US" dirty="0">
                <a:sym typeface="Wingdings" panose="05000000000000000000" pitchFamily="2" charset="2"/>
              </a:rPr>
              <a:t>释放锁时产生的节点之间的消息传递开销</a:t>
            </a:r>
            <a:endParaRPr lang="en-US" altLang="zh-CN" dirty="0">
              <a:sym typeface="Wingdings" panose="05000000000000000000" pitchFamily="2" charset="2"/>
            </a:endParaRPr>
          </a:p>
          <a:p>
            <a:pPr marL="771525" lvl="1" indent="-257175">
              <a:buFont typeface="Wingdings" panose="05000000000000000000" pitchFamily="2" charset="2"/>
              <a:buChar char="l"/>
            </a:pPr>
            <a:r>
              <a:rPr lang="zh-CN" altLang="en-US" dirty="0">
                <a:sym typeface="Wingdings" panose="05000000000000000000" pitchFamily="2" charset="2"/>
              </a:rPr>
              <a:t>一个事务在不同站点上均有执行组件，其中之一将扮演锁仲裁器角色。锁仲裁器负责收集事务所在站点的所有锁。</a:t>
            </a:r>
            <a:endParaRPr lang="en-US" altLang="zh-CN" dirty="0">
              <a:sym typeface="Wingdings" panose="05000000000000000000" pitchFamily="2" charset="2"/>
            </a:endParaRPr>
          </a:p>
          <a:p>
            <a:pPr marL="771525" lvl="1" indent="-257175">
              <a:buFont typeface="Wingdings" panose="05000000000000000000" pitchFamily="2" charset="2"/>
              <a:buChar char="l"/>
            </a:pPr>
            <a:r>
              <a:rPr lang="zh-CN" altLang="en-US" dirty="0">
                <a:sym typeface="Wingdings" panose="05000000000000000000" pitchFamily="2" charset="2"/>
              </a:rPr>
              <a:t>锁仲裁器对其本地元素上锁时不需要消息通讯，但对其他站点元素上锁时需要三组消息</a:t>
            </a:r>
            <a:endParaRPr lang="en-US" altLang="zh-CN" dirty="0">
              <a:sym typeface="Wingdings" panose="05000000000000000000" pitchFamily="2" charset="2"/>
            </a:endParaRPr>
          </a:p>
          <a:p>
            <a:pPr marL="1114425" lvl="2" indent="-257175">
              <a:buFont typeface="Wingdings" panose="05000000000000000000" pitchFamily="2" charset="2"/>
              <a:buChar char="l"/>
            </a:pPr>
            <a:r>
              <a:rPr lang="en-US" altLang="zh-CN" dirty="0">
                <a:sym typeface="Wingdings" panose="05000000000000000000" pitchFamily="2" charset="2"/>
              </a:rPr>
              <a:t>&lt;</a:t>
            </a:r>
            <a:r>
              <a:rPr lang="zh-CN" altLang="en-US" dirty="0">
                <a:sym typeface="Wingdings" panose="05000000000000000000" pitchFamily="2" charset="2"/>
              </a:rPr>
              <a:t>锁请求消息，锁授予消息，锁释放消息</a:t>
            </a:r>
            <a:r>
              <a:rPr lang="en-US" altLang="zh-CN" dirty="0">
                <a:sym typeface="Wingdings" panose="05000000000000000000" pitchFamily="2" charset="2"/>
              </a:rPr>
              <a:t>&gt;</a:t>
            </a:r>
          </a:p>
          <a:p>
            <a:pPr marL="771525" lvl="1" indent="-257175">
              <a:buFont typeface="Wingdings" panose="05000000000000000000" pitchFamily="2" charset="2"/>
              <a:buChar char="l"/>
            </a:pPr>
            <a:r>
              <a:rPr lang="zh-CN" altLang="en-US" dirty="0">
                <a:sym typeface="Wingdings" panose="05000000000000000000" pitchFamily="2" charset="2"/>
              </a:rPr>
              <a:t>若选择锁请求最多的站点作为锁仲裁器，则消息数量将被最小化；消息数量为三倍跨站点元素的数量</a:t>
            </a:r>
            <a:endParaRPr lang="en-US" altLang="zh-CN" dirty="0">
              <a:sym typeface="Wingdings" panose="05000000000000000000" pitchFamily="2" charset="2"/>
            </a:endParaRPr>
          </a:p>
        </p:txBody>
      </p:sp>
      <p:sp>
        <p:nvSpPr>
          <p:cNvPr id="2" name="灯片编号占位符 1"/>
          <p:cNvSpPr>
            <a:spLocks noGrp="1"/>
          </p:cNvSpPr>
          <p:nvPr>
            <p:ph type="sldNum" sz="quarter" idx="12"/>
          </p:nvPr>
        </p:nvSpPr>
        <p:spPr/>
        <p:txBody>
          <a:bodyPr/>
          <a:lstStyle/>
          <a:p>
            <a:fld id="{D0399D1A-D296-42B7-916E-50FBDB540DBE}" type="slidenum">
              <a:rPr lang="zh-CN" altLang="en-US" smtClean="0"/>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内容占位符 3"/>
          <p:cNvSpPr>
            <a:spLocks noGrp="1"/>
          </p:cNvSpPr>
          <p:nvPr/>
        </p:nvSpPr>
        <p:spPr>
          <a:xfrm>
            <a:off x="418877" y="946451"/>
            <a:ext cx="8306247" cy="3914871"/>
          </a:xfrm>
          <a:prstGeom prst="rect">
            <a:avLst/>
          </a:prstGeom>
        </p:spPr>
        <p:txBody>
          <a:bodyPr/>
          <a:lstStyle>
            <a:lvl1pPr marL="0" indent="0" algn="l" defTabSz="913765" rtl="0" eaLnBrk="1" latinLnBrk="0" hangingPunct="1">
              <a:lnSpc>
                <a:spcPct val="90000"/>
              </a:lnSpc>
              <a:spcBef>
                <a:spcPts val="1000"/>
              </a:spcBef>
              <a:buFont typeface="Arial" panose="020B0604020202020204" pitchFamily="34" charset="0"/>
              <a:buNone/>
              <a:defRPr sz="2400" kern="1200">
                <a:solidFill>
                  <a:schemeClr val="tx1"/>
                </a:solidFill>
                <a:latin typeface="+mn-ea"/>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7175" indent="-257175">
              <a:buFont typeface="Wingdings" panose="05000000000000000000" pitchFamily="2" charset="2"/>
              <a:buChar char="l"/>
            </a:pPr>
            <a:r>
              <a:rPr lang="zh-CN" altLang="en-US" sz="1800" dirty="0">
                <a:latin typeface="Microsoft YaHei" panose="020B0503020204020204" pitchFamily="34" charset="-122"/>
                <a:ea typeface="Microsoft YaHei" panose="020B0503020204020204" pitchFamily="34" charset="-122"/>
              </a:rPr>
              <a:t>当一个元素</a:t>
            </a:r>
            <a:r>
              <a:rPr lang="en-US" altLang="zh-CN" sz="1800" dirty="0">
                <a:latin typeface="Microsoft YaHei" panose="020B0503020204020204" pitchFamily="34" charset="-122"/>
                <a:ea typeface="Microsoft YaHei" panose="020B0503020204020204" pitchFamily="34" charset="-122"/>
              </a:rPr>
              <a:t>X</a:t>
            </a:r>
            <a:r>
              <a:rPr lang="zh-CN" altLang="en-US" sz="1800" dirty="0">
                <a:latin typeface="Microsoft YaHei" panose="020B0503020204020204" pitchFamily="34" charset="-122"/>
                <a:ea typeface="Microsoft YaHei" panose="020B0503020204020204" pitchFamily="34" charset="-122"/>
              </a:rPr>
              <a:t>在不同站点有副本时，系统必须认真解释如何对</a:t>
            </a:r>
            <a:r>
              <a:rPr lang="en-US" altLang="zh-CN" sz="1800" dirty="0">
                <a:latin typeface="Microsoft YaHei" panose="020B0503020204020204" pitchFamily="34" charset="-122"/>
                <a:ea typeface="Microsoft YaHei" panose="020B0503020204020204" pitchFamily="34" charset="-122"/>
              </a:rPr>
              <a:t>X</a:t>
            </a:r>
            <a:r>
              <a:rPr lang="zh-CN" altLang="en-US" sz="1800" dirty="0">
                <a:latin typeface="Microsoft YaHei" panose="020B0503020204020204" pitchFamily="34" charset="-122"/>
                <a:ea typeface="Microsoft YaHei" panose="020B0503020204020204" pitchFamily="34" charset="-122"/>
              </a:rPr>
              <a:t>上锁</a:t>
            </a:r>
            <a:endParaRPr lang="en-US" altLang="zh-CN" sz="1800" dirty="0">
              <a:latin typeface="Microsoft YaHei" panose="020B0503020204020204" pitchFamily="34" charset="-122"/>
              <a:ea typeface="Microsoft YaHei" panose="020B0503020204020204" pitchFamily="34" charset="-122"/>
            </a:endParaRPr>
          </a:p>
          <a:p>
            <a:pPr marL="257175" indent="-257175">
              <a:buFont typeface="Wingdings" panose="05000000000000000000" pitchFamily="2" charset="2"/>
              <a:buChar char="l"/>
            </a:pPr>
            <a:r>
              <a:rPr lang="zh-CN" altLang="en-US" sz="1800" dirty="0">
                <a:latin typeface="Microsoft YaHei" panose="020B0503020204020204" pitchFamily="34" charset="-122"/>
                <a:ea typeface="Microsoft YaHei" panose="020B0503020204020204" pitchFamily="34" charset="-122"/>
              </a:rPr>
              <a:t>例子：对于两个副本的情形，对于数据库元素</a:t>
            </a:r>
            <a:r>
              <a:rPr lang="en-US" altLang="zh-CN" sz="1800" dirty="0">
                <a:latin typeface="Microsoft YaHei" panose="020B0503020204020204" pitchFamily="34" charset="-122"/>
                <a:ea typeface="Microsoft YaHei" panose="020B0503020204020204" pitchFamily="34" charset="-122"/>
              </a:rPr>
              <a:t>X</a:t>
            </a:r>
            <a:r>
              <a:rPr lang="zh-CN" altLang="en-US" sz="1800" dirty="0">
                <a:latin typeface="Microsoft YaHei" panose="020B0503020204020204" pitchFamily="34" charset="-122"/>
                <a:ea typeface="Microsoft YaHei" panose="020B0503020204020204" pitchFamily="34" charset="-122"/>
              </a:rPr>
              <a:t>的两个副本</a:t>
            </a:r>
            <a:r>
              <a:rPr lang="en-US" altLang="zh-CN" sz="1800" dirty="0">
                <a:latin typeface="Microsoft YaHei" panose="020B0503020204020204" pitchFamily="34" charset="-122"/>
                <a:ea typeface="Microsoft YaHei" panose="020B0503020204020204" pitchFamily="34" charset="-122"/>
              </a:rPr>
              <a:t>X1</a:t>
            </a:r>
            <a:r>
              <a:rPr lang="zh-CN" altLang="en-US" sz="1800" dirty="0">
                <a:latin typeface="Microsoft YaHei" panose="020B0503020204020204" pitchFamily="34" charset="-122"/>
                <a:ea typeface="Microsoft YaHei" panose="020B0503020204020204" pitchFamily="34" charset="-122"/>
              </a:rPr>
              <a:t>和</a:t>
            </a:r>
            <a:r>
              <a:rPr lang="en-US" altLang="zh-CN" sz="1800" dirty="0">
                <a:latin typeface="Microsoft YaHei" panose="020B0503020204020204" pitchFamily="34" charset="-122"/>
                <a:ea typeface="Microsoft YaHei" panose="020B0503020204020204" pitchFamily="34" charset="-122"/>
              </a:rPr>
              <a:t>X2</a:t>
            </a:r>
          </a:p>
          <a:p>
            <a:pPr marL="257175" indent="-257175">
              <a:buFont typeface="Wingdings" panose="05000000000000000000" pitchFamily="2" charset="2"/>
              <a:buChar char="l"/>
            </a:pPr>
            <a:endParaRPr lang="en-US" altLang="zh-CN" sz="1800" dirty="0">
              <a:latin typeface="Microsoft YaHei" panose="020B0503020204020204" pitchFamily="34" charset="-122"/>
              <a:ea typeface="Microsoft YaHei" panose="020B0503020204020204" pitchFamily="34" charset="-122"/>
            </a:endParaRPr>
          </a:p>
          <a:p>
            <a:pPr marL="257175" indent="-257175">
              <a:buFont typeface="Wingdings" panose="05000000000000000000" pitchFamily="2" charset="2"/>
              <a:buChar char="l"/>
            </a:pPr>
            <a:endParaRPr lang="en-US" altLang="zh-CN" sz="1800" dirty="0">
              <a:latin typeface="Microsoft YaHei" panose="020B0503020204020204" pitchFamily="34" charset="-122"/>
              <a:ea typeface="Microsoft YaHei" panose="020B0503020204020204" pitchFamily="34" charset="-122"/>
            </a:endParaRPr>
          </a:p>
          <a:p>
            <a:pPr marL="257175" indent="-257175">
              <a:buFont typeface="Wingdings" panose="05000000000000000000" pitchFamily="2" charset="2"/>
              <a:buChar char="l"/>
            </a:pPr>
            <a:endParaRPr lang="en-US" altLang="zh-CN" sz="1800" dirty="0">
              <a:latin typeface="Microsoft YaHei" panose="020B0503020204020204" pitchFamily="34" charset="-122"/>
              <a:ea typeface="Microsoft YaHei" panose="020B0503020204020204" pitchFamily="34" charset="-122"/>
            </a:endParaRPr>
          </a:p>
          <a:p>
            <a:pPr marL="257175" indent="-257175">
              <a:buFont typeface="Wingdings" panose="05000000000000000000" pitchFamily="2" charset="2"/>
              <a:buChar char="l"/>
            </a:pPr>
            <a:endParaRPr lang="en-US" altLang="zh-CN" sz="1800" dirty="0">
              <a:latin typeface="Microsoft YaHei" panose="020B0503020204020204" pitchFamily="34" charset="-122"/>
              <a:ea typeface="Microsoft YaHei" panose="020B0503020204020204" pitchFamily="34" charset="-122"/>
            </a:endParaRPr>
          </a:p>
          <a:p>
            <a:pPr marL="257175" indent="-257175">
              <a:buFont typeface="Wingdings" panose="05000000000000000000" pitchFamily="2" charset="2"/>
              <a:buChar char="l"/>
            </a:pPr>
            <a:endParaRPr lang="en-US" altLang="zh-CN" sz="1800" dirty="0">
              <a:latin typeface="Microsoft YaHei" panose="020B0503020204020204" pitchFamily="34" charset="-122"/>
              <a:ea typeface="Microsoft YaHei" panose="020B0503020204020204" pitchFamily="34" charset="-122"/>
            </a:endParaRPr>
          </a:p>
          <a:p>
            <a:pPr marL="257175" indent="-257175">
              <a:buFont typeface="Wingdings" panose="05000000000000000000" pitchFamily="2" charset="2"/>
              <a:buChar char="l"/>
            </a:pPr>
            <a:endParaRPr lang="en-US" altLang="zh-CN" sz="1800" dirty="0">
              <a:latin typeface="Microsoft YaHei" panose="020B0503020204020204" pitchFamily="34" charset="-122"/>
              <a:ea typeface="Microsoft YaHei" panose="020B0503020204020204" pitchFamily="34" charset="-122"/>
            </a:endParaRPr>
          </a:p>
          <a:p>
            <a:pPr marL="257175" indent="-257175">
              <a:buFont typeface="Wingdings" panose="05000000000000000000" pitchFamily="2" charset="2"/>
              <a:buChar char="l"/>
            </a:pPr>
            <a:r>
              <a:rPr lang="zh-CN" altLang="en-US" sz="1800" dirty="0">
                <a:latin typeface="Microsoft YaHei" panose="020B0503020204020204" pitchFamily="34" charset="-122"/>
                <a:ea typeface="Microsoft YaHei" panose="020B0503020204020204" pitchFamily="34" charset="-122"/>
              </a:rPr>
              <a:t>逻辑元素</a:t>
            </a:r>
            <a:r>
              <a:rPr lang="en-US" altLang="zh-CN" sz="1800" dirty="0">
                <a:latin typeface="Microsoft YaHei" panose="020B0503020204020204" pitchFamily="34" charset="-122"/>
                <a:ea typeface="Microsoft YaHei" panose="020B0503020204020204" pitchFamily="34" charset="-122"/>
              </a:rPr>
              <a:t>X</a:t>
            </a:r>
            <a:r>
              <a:rPr lang="zh-CN" altLang="en-US" sz="1800" dirty="0">
                <a:latin typeface="Microsoft YaHei" panose="020B0503020204020204" pitchFamily="34" charset="-122"/>
                <a:ea typeface="Microsoft YaHei" panose="020B0503020204020204" pitchFamily="34" charset="-122"/>
              </a:rPr>
              <a:t>并不是物理存在的，而其副本却物理存在。可以在各个副本所在站点上获取</a:t>
            </a:r>
            <a:r>
              <a:rPr lang="en-US" altLang="zh-CN" sz="1800" dirty="0">
                <a:latin typeface="Microsoft YaHei" panose="020B0503020204020204" pitchFamily="34" charset="-122"/>
                <a:ea typeface="Microsoft YaHei" panose="020B0503020204020204" pitchFamily="34" charset="-122"/>
              </a:rPr>
              <a:t>X</a:t>
            </a:r>
            <a:r>
              <a:rPr lang="zh-CN" altLang="en-US" sz="1800" dirty="0">
                <a:latin typeface="Microsoft YaHei" panose="020B0503020204020204" pitchFamily="34" charset="-122"/>
                <a:ea typeface="Microsoft YaHei" panose="020B0503020204020204" pitchFamily="34" charset="-122"/>
              </a:rPr>
              <a:t>副本的本地锁完成对</a:t>
            </a:r>
            <a:r>
              <a:rPr lang="en-US" altLang="zh-CN" sz="1800" dirty="0">
                <a:latin typeface="Microsoft YaHei" panose="020B0503020204020204" pitchFamily="34" charset="-122"/>
                <a:ea typeface="Microsoft YaHei" panose="020B0503020204020204" pitchFamily="34" charset="-122"/>
              </a:rPr>
              <a:t>X</a:t>
            </a:r>
            <a:r>
              <a:rPr lang="zh-CN" altLang="en-US" sz="1800" dirty="0">
                <a:latin typeface="Microsoft YaHei" panose="020B0503020204020204" pitchFamily="34" charset="-122"/>
                <a:ea typeface="Microsoft YaHei" panose="020B0503020204020204" pitchFamily="34" charset="-122"/>
              </a:rPr>
              <a:t>的全局上锁</a:t>
            </a:r>
            <a:endParaRPr lang="en-US" altLang="zh-CN" sz="1800" dirty="0">
              <a:latin typeface="Microsoft YaHei" panose="020B0503020204020204" pitchFamily="34" charset="-122"/>
              <a:ea typeface="Microsoft YaHei" panose="020B0503020204020204" pitchFamily="34" charset="-122"/>
            </a:endParaRPr>
          </a:p>
          <a:p>
            <a:pPr marL="257175" indent="-257175">
              <a:buFont typeface="Wingdings" panose="05000000000000000000" pitchFamily="2" charset="2"/>
              <a:buChar char="l"/>
            </a:pPr>
            <a:r>
              <a:rPr lang="zh-CN" altLang="en-US" sz="1800" dirty="0">
                <a:latin typeface="Microsoft YaHei" panose="020B0503020204020204" pitchFamily="34" charset="-122"/>
                <a:ea typeface="Microsoft YaHei" panose="020B0503020204020204" pitchFamily="34" charset="-122"/>
              </a:rPr>
              <a:t>将本地锁等价视作全局锁需要考虑：逻辑元素</a:t>
            </a:r>
            <a:r>
              <a:rPr lang="en-US" altLang="zh-CN" sz="1800" dirty="0">
                <a:latin typeface="Microsoft YaHei" panose="020B0503020204020204" pitchFamily="34" charset="-122"/>
                <a:ea typeface="Microsoft YaHei" panose="020B0503020204020204" pitchFamily="34" charset="-122"/>
              </a:rPr>
              <a:t>X</a:t>
            </a:r>
            <a:r>
              <a:rPr lang="zh-CN" altLang="en-US" sz="1800" dirty="0">
                <a:latin typeface="Microsoft YaHei" panose="020B0503020204020204" pitchFamily="34" charset="-122"/>
                <a:ea typeface="Microsoft YaHei" panose="020B0503020204020204" pitchFamily="34" charset="-122"/>
              </a:rPr>
              <a:t>可被赋予一个排它锁但没有共享锁，或被赋予任意数量的共享锁但没有排它锁</a:t>
            </a:r>
            <a:endParaRPr lang="en-US" altLang="zh-CN" sz="1800" dirty="0">
              <a:latin typeface="Microsoft YaHei" panose="020B0503020204020204" pitchFamily="34" charset="-122"/>
              <a:ea typeface="Microsoft YaHei" panose="020B0503020204020204" pitchFamily="34" charset="-122"/>
            </a:endParaRPr>
          </a:p>
        </p:txBody>
      </p:sp>
      <p:sp>
        <p:nvSpPr>
          <p:cNvPr id="4" name="标题 3">
            <a:extLst>
              <a:ext uri="{FF2B5EF4-FFF2-40B4-BE49-F238E27FC236}">
                <a16:creationId xmlns:a16="http://schemas.microsoft.com/office/drawing/2014/main" id="{559DA4A3-89F8-A2E6-678E-A4149867F88D}"/>
              </a:ext>
            </a:extLst>
          </p:cNvPr>
          <p:cNvSpPr>
            <a:spLocks noGrp="1"/>
          </p:cNvSpPr>
          <p:nvPr>
            <p:ph type="title"/>
          </p:nvPr>
        </p:nvSpPr>
        <p:spPr/>
        <p:txBody>
          <a:bodyPr>
            <a:normAutofit/>
          </a:bodyPr>
          <a:lstStyle/>
          <a:p>
            <a:r>
              <a:rPr lang="zh-CN" altLang="en-US" dirty="0"/>
              <a:t>对复制元素上锁</a:t>
            </a:r>
          </a:p>
        </p:txBody>
      </p:sp>
      <p:sp>
        <p:nvSpPr>
          <p:cNvPr id="2" name="灯片编号占位符 1"/>
          <p:cNvSpPr>
            <a:spLocks noGrp="1"/>
          </p:cNvSpPr>
          <p:nvPr>
            <p:ph type="sldNum" sz="quarter" idx="12"/>
          </p:nvPr>
        </p:nvSpPr>
        <p:spPr/>
        <p:txBody>
          <a:bodyPr/>
          <a:lstStyle/>
          <a:p>
            <a:fld id="{D0399D1A-D296-42B7-916E-50FBDB540DBE}" type="slidenum">
              <a:rPr lang="zh-CN" altLang="en-US" smtClean="0"/>
              <a:t>22</a:t>
            </a:fld>
            <a:endParaRPr lang="zh-CN" altLang="en-US"/>
          </a:p>
        </p:txBody>
      </p:sp>
      <p:sp>
        <p:nvSpPr>
          <p:cNvPr id="12" name="Line 7">
            <a:extLst>
              <a:ext uri="{FF2B5EF4-FFF2-40B4-BE49-F238E27FC236}">
                <a16:creationId xmlns:a16="http://schemas.microsoft.com/office/drawing/2014/main" id="{2810AD80-03BF-4365-B2A0-C9F0F04483CB}"/>
              </a:ext>
            </a:extLst>
          </p:cNvPr>
          <p:cNvSpPr>
            <a:spLocks noChangeShapeType="1"/>
          </p:cNvSpPr>
          <p:nvPr/>
        </p:nvSpPr>
        <p:spPr bwMode="auto">
          <a:xfrm flipV="1">
            <a:off x="11241285" y="4088606"/>
            <a:ext cx="0" cy="12573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endParaRPr lang="zh-CN" altLang="en-US" sz="1350">
              <a:latin typeface="Microsoft YaHei" panose="020B0503020204020204" pitchFamily="34" charset="-122"/>
              <a:ea typeface="Microsoft YaHei" panose="020B0503020204020204" pitchFamily="34" charset="-122"/>
            </a:endParaRPr>
          </a:p>
        </p:txBody>
      </p:sp>
      <p:sp>
        <p:nvSpPr>
          <p:cNvPr id="13" name="Line 8">
            <a:extLst>
              <a:ext uri="{FF2B5EF4-FFF2-40B4-BE49-F238E27FC236}">
                <a16:creationId xmlns:a16="http://schemas.microsoft.com/office/drawing/2014/main" id="{8C2B5AFE-F41E-41CD-B149-873842EBD19B}"/>
              </a:ext>
            </a:extLst>
          </p:cNvPr>
          <p:cNvSpPr>
            <a:spLocks noChangeShapeType="1"/>
          </p:cNvSpPr>
          <p:nvPr/>
        </p:nvSpPr>
        <p:spPr bwMode="auto">
          <a:xfrm flipV="1">
            <a:off x="10784085" y="4031456"/>
            <a:ext cx="0" cy="1371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endParaRPr lang="zh-CN" altLang="en-US" sz="1350">
              <a:latin typeface="Microsoft YaHei" panose="020B0503020204020204" pitchFamily="34" charset="-122"/>
              <a:ea typeface="Microsoft YaHei" panose="020B0503020204020204" pitchFamily="34" charset="-122"/>
            </a:endParaRPr>
          </a:p>
        </p:txBody>
      </p:sp>
      <p:sp>
        <p:nvSpPr>
          <p:cNvPr id="14" name="Line 9">
            <a:extLst>
              <a:ext uri="{FF2B5EF4-FFF2-40B4-BE49-F238E27FC236}">
                <a16:creationId xmlns:a16="http://schemas.microsoft.com/office/drawing/2014/main" id="{2935C8AC-32DD-4749-8A6B-8BB7199D1C55}"/>
              </a:ext>
            </a:extLst>
          </p:cNvPr>
          <p:cNvSpPr>
            <a:spLocks noChangeShapeType="1"/>
          </p:cNvSpPr>
          <p:nvPr/>
        </p:nvSpPr>
        <p:spPr bwMode="auto">
          <a:xfrm flipV="1">
            <a:off x="11184135" y="4031456"/>
            <a:ext cx="0" cy="13144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endParaRPr lang="zh-CN" altLang="en-US" sz="1350">
              <a:latin typeface="Microsoft YaHei" panose="020B0503020204020204" pitchFamily="34" charset="-122"/>
              <a:ea typeface="Microsoft YaHei" panose="020B0503020204020204" pitchFamily="34" charset="-122"/>
            </a:endParaRPr>
          </a:p>
        </p:txBody>
      </p:sp>
      <p:sp>
        <p:nvSpPr>
          <p:cNvPr id="19" name="矩形 1">
            <a:extLst>
              <a:ext uri="{FF2B5EF4-FFF2-40B4-BE49-F238E27FC236}">
                <a16:creationId xmlns:a16="http://schemas.microsoft.com/office/drawing/2014/main" id="{2A6407CE-9307-4AD4-BB52-82341BA3DE4E}"/>
              </a:ext>
            </a:extLst>
          </p:cNvPr>
          <p:cNvSpPr>
            <a:spLocks noChangeArrowheads="1"/>
          </p:cNvSpPr>
          <p:nvPr/>
        </p:nvSpPr>
        <p:spPr bwMode="auto">
          <a:xfrm>
            <a:off x="1784239" y="1612931"/>
            <a:ext cx="162095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800">
                <a:solidFill>
                  <a:schemeClr val="tx1"/>
                </a:solidFill>
                <a:latin typeface="Microsoft YaHei" panose="020B0503020204020204" pitchFamily="34" charset="-122"/>
                <a:ea typeface="Microsoft YaHei" panose="020B0503020204020204" pitchFamily="34" charset="-122"/>
              </a:rPr>
              <a:t>transaction T</a:t>
            </a:r>
            <a:endParaRPr lang="zh-CN" altLang="en-US" sz="1800">
              <a:solidFill>
                <a:schemeClr val="tx1"/>
              </a:solidFill>
              <a:latin typeface="Microsoft YaHei" panose="020B0503020204020204" pitchFamily="34" charset="-122"/>
              <a:ea typeface="Microsoft YaHei" panose="020B0503020204020204" pitchFamily="34" charset="-122"/>
            </a:endParaRPr>
          </a:p>
        </p:txBody>
      </p:sp>
      <p:sp>
        <p:nvSpPr>
          <p:cNvPr id="20" name="流程图: 磁盘 2">
            <a:extLst>
              <a:ext uri="{FF2B5EF4-FFF2-40B4-BE49-F238E27FC236}">
                <a16:creationId xmlns:a16="http://schemas.microsoft.com/office/drawing/2014/main" id="{8D5645CD-E54F-4F3C-843B-85BAA5EC1DEF}"/>
              </a:ext>
            </a:extLst>
          </p:cNvPr>
          <p:cNvSpPr>
            <a:spLocks noChangeArrowheads="1"/>
          </p:cNvSpPr>
          <p:nvPr/>
        </p:nvSpPr>
        <p:spPr bwMode="auto">
          <a:xfrm>
            <a:off x="2183098" y="2492376"/>
            <a:ext cx="648891" cy="432197"/>
          </a:xfrm>
          <a:prstGeom prst="flowChartMagneticDisk">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21" name="矩形 4">
            <a:extLst>
              <a:ext uri="{FF2B5EF4-FFF2-40B4-BE49-F238E27FC236}">
                <a16:creationId xmlns:a16="http://schemas.microsoft.com/office/drawing/2014/main" id="{D4056739-6C16-4FA3-84BB-69909B331078}"/>
              </a:ext>
            </a:extLst>
          </p:cNvPr>
          <p:cNvSpPr>
            <a:spLocks noChangeArrowheads="1"/>
          </p:cNvSpPr>
          <p:nvPr/>
        </p:nvSpPr>
        <p:spPr bwMode="auto">
          <a:xfrm>
            <a:off x="2395029" y="2634060"/>
            <a:ext cx="36420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X</a:t>
            </a:r>
            <a:r>
              <a:rPr lang="en-US" altLang="zh-CN" sz="1350" baseline="-25000">
                <a:solidFill>
                  <a:schemeClr val="tx1"/>
                </a:solidFill>
                <a:latin typeface="Microsoft YaHei" panose="020B0503020204020204" pitchFamily="34" charset="-122"/>
                <a:ea typeface="Microsoft YaHei" panose="020B0503020204020204" pitchFamily="34" charset="-122"/>
              </a:rPr>
              <a:t>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2" name="流程图: 磁盘 7">
            <a:extLst>
              <a:ext uri="{FF2B5EF4-FFF2-40B4-BE49-F238E27FC236}">
                <a16:creationId xmlns:a16="http://schemas.microsoft.com/office/drawing/2014/main" id="{4A146929-7815-4AFE-9DFA-ECB7A6CD690F}"/>
              </a:ext>
            </a:extLst>
          </p:cNvPr>
          <p:cNvSpPr>
            <a:spLocks noChangeArrowheads="1"/>
          </p:cNvSpPr>
          <p:nvPr/>
        </p:nvSpPr>
        <p:spPr bwMode="auto">
          <a:xfrm>
            <a:off x="5620433" y="2492376"/>
            <a:ext cx="647700" cy="432197"/>
          </a:xfrm>
          <a:prstGeom prst="flowChartMagneticDisk">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23" name="矩形 8">
            <a:extLst>
              <a:ext uri="{FF2B5EF4-FFF2-40B4-BE49-F238E27FC236}">
                <a16:creationId xmlns:a16="http://schemas.microsoft.com/office/drawing/2014/main" id="{5CFE080B-0133-44E0-8F38-22756BBFAF1F}"/>
              </a:ext>
            </a:extLst>
          </p:cNvPr>
          <p:cNvSpPr>
            <a:spLocks noChangeArrowheads="1"/>
          </p:cNvSpPr>
          <p:nvPr/>
        </p:nvSpPr>
        <p:spPr bwMode="auto">
          <a:xfrm>
            <a:off x="5831173" y="2634060"/>
            <a:ext cx="36420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X</a:t>
            </a:r>
            <a:r>
              <a:rPr lang="en-US" altLang="zh-CN" sz="1350" baseline="-25000">
                <a:solidFill>
                  <a:schemeClr val="tx1"/>
                </a:solidFill>
                <a:latin typeface="Microsoft YaHei" panose="020B0503020204020204" pitchFamily="34" charset="-122"/>
                <a:ea typeface="Microsoft YaHei" panose="020B0503020204020204" pitchFamily="34" charset="-122"/>
              </a:rPr>
              <a:t>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4" name="矩形 5">
            <a:extLst>
              <a:ext uri="{FF2B5EF4-FFF2-40B4-BE49-F238E27FC236}">
                <a16:creationId xmlns:a16="http://schemas.microsoft.com/office/drawing/2014/main" id="{D0C84102-F5AA-49E3-97F5-77AA41359CEF}"/>
              </a:ext>
            </a:extLst>
          </p:cNvPr>
          <p:cNvSpPr>
            <a:spLocks noChangeArrowheads="1"/>
          </p:cNvSpPr>
          <p:nvPr/>
        </p:nvSpPr>
        <p:spPr bwMode="auto">
          <a:xfrm>
            <a:off x="5240623" y="1612931"/>
            <a:ext cx="16610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800">
                <a:solidFill>
                  <a:schemeClr val="tx1"/>
                </a:solidFill>
                <a:latin typeface="Microsoft YaHei" panose="020B0503020204020204" pitchFamily="34" charset="-122"/>
                <a:ea typeface="Microsoft YaHei" panose="020B0503020204020204" pitchFamily="34" charset="-122"/>
              </a:rPr>
              <a:t>transaction U</a:t>
            </a:r>
            <a:endParaRPr lang="zh-CN" altLang="en-US" sz="1800">
              <a:solidFill>
                <a:schemeClr val="tx1"/>
              </a:solidFill>
              <a:latin typeface="Microsoft YaHei" panose="020B0503020204020204" pitchFamily="34" charset="-122"/>
              <a:ea typeface="Microsoft YaHei" panose="020B0503020204020204" pitchFamily="34" charset="-122"/>
            </a:endParaRPr>
          </a:p>
        </p:txBody>
      </p:sp>
      <p:cxnSp>
        <p:nvCxnSpPr>
          <p:cNvPr id="25" name="直接箭头连接符 11">
            <a:extLst>
              <a:ext uri="{FF2B5EF4-FFF2-40B4-BE49-F238E27FC236}">
                <a16:creationId xmlns:a16="http://schemas.microsoft.com/office/drawing/2014/main" id="{DFA2B092-59EB-4DF8-B7DE-19BA683CA1D3}"/>
              </a:ext>
            </a:extLst>
          </p:cNvPr>
          <p:cNvCxnSpPr>
            <a:cxnSpLocks noChangeShapeType="1"/>
          </p:cNvCxnSpPr>
          <p:nvPr/>
        </p:nvCxnSpPr>
        <p:spPr bwMode="auto">
          <a:xfrm>
            <a:off x="2497423" y="1898254"/>
            <a:ext cx="0" cy="573881"/>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6" name="流程图: 磁盘 15">
            <a:extLst>
              <a:ext uri="{FF2B5EF4-FFF2-40B4-BE49-F238E27FC236}">
                <a16:creationId xmlns:a16="http://schemas.microsoft.com/office/drawing/2014/main" id="{A6A828AB-001D-47A5-8EE6-374275097840}"/>
              </a:ext>
            </a:extLst>
          </p:cNvPr>
          <p:cNvSpPr>
            <a:spLocks noChangeArrowheads="1"/>
          </p:cNvSpPr>
          <p:nvPr/>
        </p:nvSpPr>
        <p:spPr bwMode="auto">
          <a:xfrm>
            <a:off x="3990467" y="3154363"/>
            <a:ext cx="648891" cy="432197"/>
          </a:xfrm>
          <a:prstGeom prst="flowChartMagneticDisk">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27" name="矩形 13">
            <a:extLst>
              <a:ext uri="{FF2B5EF4-FFF2-40B4-BE49-F238E27FC236}">
                <a16:creationId xmlns:a16="http://schemas.microsoft.com/office/drawing/2014/main" id="{F4FB4EE7-8F72-4F29-9FC6-01B00F3B5878}"/>
              </a:ext>
            </a:extLst>
          </p:cNvPr>
          <p:cNvSpPr>
            <a:spLocks noChangeArrowheads="1"/>
          </p:cNvSpPr>
          <p:nvPr/>
        </p:nvSpPr>
        <p:spPr bwMode="auto">
          <a:xfrm>
            <a:off x="4207160" y="3309145"/>
            <a:ext cx="3000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X</a:t>
            </a:r>
            <a:endParaRPr lang="zh-CN" altLang="en-US" sz="1350">
              <a:solidFill>
                <a:schemeClr val="tx1"/>
              </a:solidFill>
              <a:latin typeface="Microsoft YaHei" panose="020B0503020204020204" pitchFamily="34" charset="-122"/>
              <a:ea typeface="Microsoft YaHei" panose="020B0503020204020204" pitchFamily="34" charset="-122"/>
            </a:endParaRPr>
          </a:p>
        </p:txBody>
      </p:sp>
      <p:cxnSp>
        <p:nvCxnSpPr>
          <p:cNvPr id="28" name="直接箭头连接符 17">
            <a:extLst>
              <a:ext uri="{FF2B5EF4-FFF2-40B4-BE49-F238E27FC236}">
                <a16:creationId xmlns:a16="http://schemas.microsoft.com/office/drawing/2014/main" id="{4720E5EC-9F97-4C75-9169-3626AC119688}"/>
              </a:ext>
            </a:extLst>
          </p:cNvPr>
          <p:cNvCxnSpPr>
            <a:cxnSpLocks noChangeShapeType="1"/>
          </p:cNvCxnSpPr>
          <p:nvPr/>
        </p:nvCxnSpPr>
        <p:spPr bwMode="auto">
          <a:xfrm>
            <a:off x="5944283" y="1898254"/>
            <a:ext cx="0" cy="573881"/>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9" name="直接连接符 16">
            <a:extLst>
              <a:ext uri="{FF2B5EF4-FFF2-40B4-BE49-F238E27FC236}">
                <a16:creationId xmlns:a16="http://schemas.microsoft.com/office/drawing/2014/main" id="{74C413F3-19CA-4D03-BDF8-0DB5622C9481}"/>
              </a:ext>
            </a:extLst>
          </p:cNvPr>
          <p:cNvCxnSpPr>
            <a:cxnSpLocks noChangeShapeType="1"/>
          </p:cNvCxnSpPr>
          <p:nvPr/>
        </p:nvCxnSpPr>
        <p:spPr bwMode="auto">
          <a:xfrm>
            <a:off x="2831989" y="2911477"/>
            <a:ext cx="1158478" cy="45839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0" name="直接连接符 20">
            <a:extLst>
              <a:ext uri="{FF2B5EF4-FFF2-40B4-BE49-F238E27FC236}">
                <a16:creationId xmlns:a16="http://schemas.microsoft.com/office/drawing/2014/main" id="{4CA2FF6A-8652-4407-A249-C6F11D080C24}"/>
              </a:ext>
            </a:extLst>
          </p:cNvPr>
          <p:cNvCxnSpPr>
            <a:cxnSpLocks noChangeShapeType="1"/>
          </p:cNvCxnSpPr>
          <p:nvPr/>
        </p:nvCxnSpPr>
        <p:spPr bwMode="auto">
          <a:xfrm flipH="1">
            <a:off x="4639358" y="2911477"/>
            <a:ext cx="981075" cy="45839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1" name="矩形 22">
            <a:extLst>
              <a:ext uri="{FF2B5EF4-FFF2-40B4-BE49-F238E27FC236}">
                <a16:creationId xmlns:a16="http://schemas.microsoft.com/office/drawing/2014/main" id="{DD873EC1-7225-4E57-8BA0-51E32D845A99}"/>
              </a:ext>
            </a:extLst>
          </p:cNvPr>
          <p:cNvSpPr>
            <a:spLocks noChangeArrowheads="1"/>
          </p:cNvSpPr>
          <p:nvPr/>
        </p:nvSpPr>
        <p:spPr bwMode="auto">
          <a:xfrm>
            <a:off x="1723517" y="2047082"/>
            <a:ext cx="173073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gets a </a:t>
            </a:r>
            <a:r>
              <a:rPr lang="en-US" altLang="zh-CN" sz="1350" i="1">
                <a:solidFill>
                  <a:srgbClr val="FF0000"/>
                </a:solidFill>
                <a:latin typeface="Microsoft YaHei" panose="020B0503020204020204" pitchFamily="34" charset="-122"/>
                <a:ea typeface="Microsoft YaHei" panose="020B0503020204020204" pitchFamily="34" charset="-122"/>
              </a:rPr>
              <a:t>shared</a:t>
            </a:r>
            <a:r>
              <a:rPr lang="en-US" altLang="zh-CN" sz="1350">
                <a:solidFill>
                  <a:srgbClr val="FF0000"/>
                </a:solidFill>
                <a:latin typeface="Microsoft YaHei" panose="020B0503020204020204" pitchFamily="34" charset="-122"/>
                <a:ea typeface="Microsoft YaHei" panose="020B0503020204020204" pitchFamily="34" charset="-122"/>
              </a:rPr>
              <a:t> </a:t>
            </a:r>
            <a:r>
              <a:rPr lang="en-US" altLang="zh-CN" sz="1350">
                <a:solidFill>
                  <a:schemeClr val="tx1"/>
                </a:solidFill>
                <a:latin typeface="Microsoft YaHei" panose="020B0503020204020204" pitchFamily="34" charset="-122"/>
                <a:ea typeface="Microsoft YaHei" panose="020B0503020204020204" pitchFamily="34" charset="-122"/>
              </a:rPr>
              <a:t>lock </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32" name="矩形 26">
            <a:extLst>
              <a:ext uri="{FF2B5EF4-FFF2-40B4-BE49-F238E27FC236}">
                <a16:creationId xmlns:a16="http://schemas.microsoft.com/office/drawing/2014/main" id="{9DAD96FE-A734-4953-9678-37F08A286959}"/>
              </a:ext>
            </a:extLst>
          </p:cNvPr>
          <p:cNvSpPr>
            <a:spLocks noChangeArrowheads="1"/>
          </p:cNvSpPr>
          <p:nvPr/>
        </p:nvSpPr>
        <p:spPr bwMode="auto">
          <a:xfrm>
            <a:off x="5133467" y="2047082"/>
            <a:ext cx="191661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gets a </a:t>
            </a:r>
            <a:r>
              <a:rPr lang="en-US" altLang="zh-CN" sz="1350" i="1">
                <a:solidFill>
                  <a:srgbClr val="FF0000"/>
                </a:solidFill>
                <a:latin typeface="Microsoft YaHei" panose="020B0503020204020204" pitchFamily="34" charset="-122"/>
                <a:ea typeface="Microsoft YaHei" panose="020B0503020204020204" pitchFamily="34" charset="-122"/>
              </a:rPr>
              <a:t>exclusive </a:t>
            </a:r>
            <a:r>
              <a:rPr lang="en-US" altLang="zh-CN" sz="1350">
                <a:solidFill>
                  <a:schemeClr val="tx1"/>
                </a:solidFill>
                <a:latin typeface="Microsoft YaHei" panose="020B0503020204020204" pitchFamily="34" charset="-122"/>
                <a:ea typeface="Microsoft YaHei" panose="020B0503020204020204" pitchFamily="34" charset="-122"/>
              </a:rPr>
              <a:t>lock </a:t>
            </a:r>
            <a:endParaRPr lang="zh-CN" altLang="en-US" sz="1350">
              <a:solidFill>
                <a:schemeClr val="tx1"/>
              </a:solidFill>
              <a:latin typeface="Microsoft YaHei" panose="020B0503020204020204" pitchFamily="34" charset="-122"/>
              <a:ea typeface="Microsoft YaHei" panose="020B0503020204020204" pitchFamily="34" charset="-122"/>
            </a:endParaRPr>
          </a:p>
        </p:txBody>
      </p:sp>
      <p:cxnSp>
        <p:nvCxnSpPr>
          <p:cNvPr id="33" name="直接连接符 28">
            <a:extLst>
              <a:ext uri="{FF2B5EF4-FFF2-40B4-BE49-F238E27FC236}">
                <a16:creationId xmlns:a16="http://schemas.microsoft.com/office/drawing/2014/main" id="{37DE9BF0-05C9-48CF-815B-DB6109A43B22}"/>
              </a:ext>
            </a:extLst>
          </p:cNvPr>
          <p:cNvCxnSpPr>
            <a:cxnSpLocks noChangeShapeType="1"/>
          </p:cNvCxnSpPr>
          <p:nvPr/>
        </p:nvCxnSpPr>
        <p:spPr bwMode="auto">
          <a:xfrm>
            <a:off x="2910570" y="2709070"/>
            <a:ext cx="264675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4" name="矩形 29705">
            <a:extLst>
              <a:ext uri="{FF2B5EF4-FFF2-40B4-BE49-F238E27FC236}">
                <a16:creationId xmlns:a16="http://schemas.microsoft.com/office/drawing/2014/main" id="{82693609-9C28-4D36-9BE4-9AE1EA0E4013}"/>
              </a:ext>
            </a:extLst>
          </p:cNvPr>
          <p:cNvSpPr>
            <a:spLocks noChangeArrowheads="1"/>
          </p:cNvSpPr>
          <p:nvPr/>
        </p:nvSpPr>
        <p:spPr bwMode="auto">
          <a:xfrm>
            <a:off x="3016130" y="2350692"/>
            <a:ext cx="2434449"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a:solidFill>
                  <a:srgbClr val="7030A0"/>
                </a:solidFill>
                <a:latin typeface="Microsoft YaHei" panose="020B0503020204020204" pitchFamily="34" charset="-122"/>
                <a:ea typeface="Microsoft YaHei" panose="020B0503020204020204" pitchFamily="34" charset="-122"/>
              </a:rPr>
              <a:t>When U changes X</a:t>
            </a:r>
            <a:r>
              <a:rPr lang="en-US" altLang="zh-CN" sz="1350" baseline="-25000">
                <a:solidFill>
                  <a:srgbClr val="7030A0"/>
                </a:solidFill>
                <a:latin typeface="Microsoft YaHei" panose="020B0503020204020204" pitchFamily="34" charset="-122"/>
                <a:ea typeface="Microsoft YaHei" panose="020B0503020204020204" pitchFamily="34" charset="-122"/>
              </a:rPr>
              <a:t>2</a:t>
            </a:r>
            <a:r>
              <a:rPr lang="en-US" altLang="zh-CN" sz="1350">
                <a:solidFill>
                  <a:srgbClr val="7030A0"/>
                </a:solidFill>
                <a:latin typeface="Microsoft YaHei" panose="020B0503020204020204" pitchFamily="34" charset="-122"/>
                <a:ea typeface="Microsoft YaHei" panose="020B0503020204020204" pitchFamily="34" charset="-122"/>
              </a:rPr>
              <a:t> </a:t>
            </a:r>
          </a:p>
          <a:p>
            <a:pPr algn="ctr" eaLnBrk="1" hangingPunct="1">
              <a:lnSpc>
                <a:spcPct val="100000"/>
              </a:lnSpc>
              <a:spcBef>
                <a:spcPct val="0"/>
              </a:spcBef>
              <a:spcAft>
                <a:spcPct val="0"/>
              </a:spcAft>
              <a:buClrTx/>
              <a:buSzTx/>
              <a:buFont typeface="Arial" panose="020B0604020202020204" pitchFamily="34" charset="0"/>
              <a:buNone/>
            </a:pPr>
            <a:endParaRPr lang="en-US" altLang="zh-CN" sz="1350">
              <a:solidFill>
                <a:srgbClr val="7030A0"/>
              </a:solidFill>
              <a:latin typeface="Microsoft YaHei" panose="020B0503020204020204" pitchFamily="34" charset="-122"/>
              <a:ea typeface="Microsoft YaHei" panose="020B0503020204020204" pitchFamily="34" charset="-122"/>
            </a:endParaRPr>
          </a:p>
          <a:p>
            <a:pPr algn="ctr" eaLnBrk="1" hangingPunct="1">
              <a:lnSpc>
                <a:spcPct val="100000"/>
              </a:lnSpc>
              <a:spcBef>
                <a:spcPct val="0"/>
              </a:spcBef>
              <a:spcAft>
                <a:spcPct val="0"/>
              </a:spcAft>
              <a:buClrTx/>
              <a:buSzTx/>
              <a:buFont typeface="Arial" panose="020B0604020202020204" pitchFamily="34" charset="0"/>
              <a:buNone/>
            </a:pPr>
            <a:r>
              <a:rPr lang="en-US" altLang="zh-CN" sz="1350">
                <a:solidFill>
                  <a:srgbClr val="7030A0"/>
                </a:solidFill>
                <a:latin typeface="Microsoft YaHei" panose="020B0503020204020204" pitchFamily="34" charset="-122"/>
                <a:ea typeface="Microsoft YaHei" panose="020B0503020204020204" pitchFamily="34" charset="-122"/>
              </a:rPr>
              <a:t>X</a:t>
            </a:r>
            <a:r>
              <a:rPr lang="en-US" altLang="zh-CN" sz="1350" baseline="-25000">
                <a:solidFill>
                  <a:srgbClr val="7030A0"/>
                </a:solidFill>
                <a:latin typeface="Microsoft YaHei" panose="020B0503020204020204" pitchFamily="34" charset="-122"/>
                <a:ea typeface="Microsoft YaHei" panose="020B0503020204020204" pitchFamily="34" charset="-122"/>
              </a:rPr>
              <a:t>1</a:t>
            </a:r>
            <a:r>
              <a:rPr lang="en-US" altLang="zh-CN" sz="1350">
                <a:solidFill>
                  <a:srgbClr val="7030A0"/>
                </a:solidFill>
                <a:latin typeface="Microsoft YaHei" panose="020B0503020204020204" pitchFamily="34" charset="-122"/>
                <a:ea typeface="Microsoft YaHei" panose="020B0503020204020204" pitchFamily="34" charset="-122"/>
              </a:rPr>
              <a:t> and X</a:t>
            </a:r>
            <a:r>
              <a:rPr lang="en-US" altLang="zh-CN" sz="1350" baseline="-25000">
                <a:solidFill>
                  <a:srgbClr val="7030A0"/>
                </a:solidFill>
                <a:latin typeface="Microsoft YaHei" panose="020B0503020204020204" pitchFamily="34" charset="-122"/>
                <a:ea typeface="Microsoft YaHei" panose="020B0503020204020204" pitchFamily="34" charset="-122"/>
              </a:rPr>
              <a:t>2</a:t>
            </a:r>
            <a:r>
              <a:rPr lang="en-US" altLang="zh-CN" sz="1350">
                <a:solidFill>
                  <a:srgbClr val="7030A0"/>
                </a:solidFill>
                <a:latin typeface="Microsoft YaHei" panose="020B0503020204020204" pitchFamily="34" charset="-122"/>
                <a:ea typeface="Microsoft YaHei" panose="020B0503020204020204" pitchFamily="34" charset="-122"/>
              </a:rPr>
              <a:t> become different</a:t>
            </a:r>
            <a:endParaRPr lang="zh-CN" altLang="en-US" sz="1350">
              <a:solidFill>
                <a:srgbClr val="7030A0"/>
              </a:solidFill>
              <a:latin typeface="Microsoft YaHei" panose="020B0503020204020204" pitchFamily="34" charset="-122"/>
              <a:ea typeface="Microsoft YaHei"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内容占位符 3">
            <a:extLst>
              <a:ext uri="{FF2B5EF4-FFF2-40B4-BE49-F238E27FC236}">
                <a16:creationId xmlns:a16="http://schemas.microsoft.com/office/drawing/2014/main" id="{D62DC04E-6004-4371-AFD7-43FD0EEC41EC}"/>
              </a:ext>
            </a:extLst>
          </p:cNvPr>
          <p:cNvSpPr>
            <a:spLocks noGrp="1"/>
          </p:cNvSpPr>
          <p:nvPr/>
        </p:nvSpPr>
        <p:spPr>
          <a:xfrm>
            <a:off x="460595" y="894486"/>
            <a:ext cx="8222810" cy="3765265"/>
          </a:xfrm>
          <a:prstGeom prst="rect">
            <a:avLst/>
          </a:prstGeom>
        </p:spPr>
        <p:txBody>
          <a:bodyPr/>
          <a:lstStyle>
            <a:lvl1pPr marL="0" indent="0" algn="l" defTabSz="913765" rtl="0" eaLnBrk="1" latinLnBrk="0" hangingPunct="1">
              <a:lnSpc>
                <a:spcPct val="90000"/>
              </a:lnSpc>
              <a:spcBef>
                <a:spcPts val="1000"/>
              </a:spcBef>
              <a:buFont typeface="Arial" panose="020B0604020202020204" pitchFamily="34" charset="0"/>
              <a:buNone/>
              <a:defRPr sz="2400" kern="1200">
                <a:solidFill>
                  <a:schemeClr val="tx1"/>
                </a:solidFill>
                <a:latin typeface="+mn-ea"/>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7175" indent="-257175">
              <a:buFont typeface="Wingdings" panose="05000000000000000000" pitchFamily="2" charset="2"/>
              <a:buChar char="l"/>
            </a:pPr>
            <a:r>
              <a:rPr lang="zh-CN" altLang="en-US" sz="1800" dirty="0">
                <a:latin typeface="Microsoft YaHei" panose="020B0503020204020204" pitchFamily="34" charset="-122"/>
                <a:ea typeface="Microsoft YaHei" panose="020B0503020204020204" pitchFamily="34" charset="-122"/>
              </a:rPr>
              <a:t>在主拷贝锁方法中，每个逻辑元素</a:t>
            </a:r>
            <a:r>
              <a:rPr lang="en-US" altLang="zh-CN" sz="1800" dirty="0">
                <a:latin typeface="Microsoft YaHei" panose="020B0503020204020204" pitchFamily="34" charset="-122"/>
                <a:ea typeface="Microsoft YaHei" panose="020B0503020204020204" pitchFamily="34" charset="-122"/>
              </a:rPr>
              <a:t>X</a:t>
            </a:r>
            <a:r>
              <a:rPr lang="zh-CN" altLang="en-US" sz="1800" dirty="0">
                <a:latin typeface="Microsoft YaHei" panose="020B0503020204020204" pitchFamily="34" charset="-122"/>
                <a:ea typeface="Microsoft YaHei" panose="020B0503020204020204" pitchFamily="34" charset="-122"/>
              </a:rPr>
              <a:t>的某个拷贝被指定为“主拷贝”，且主拷贝所在的站点在其锁表中为</a:t>
            </a:r>
            <a:r>
              <a:rPr lang="en-US" altLang="zh-CN" sz="1800" dirty="0">
                <a:latin typeface="Microsoft YaHei" panose="020B0503020204020204" pitchFamily="34" charset="-122"/>
                <a:ea typeface="Microsoft YaHei" panose="020B0503020204020204" pitchFamily="34" charset="-122"/>
              </a:rPr>
              <a:t>X</a:t>
            </a:r>
            <a:r>
              <a:rPr lang="zh-CN" altLang="en-US" sz="1800" dirty="0">
                <a:latin typeface="Microsoft YaHei" panose="020B0503020204020204" pitchFamily="34" charset="-122"/>
                <a:ea typeface="Microsoft YaHei" panose="020B0503020204020204" pitchFamily="34" charset="-122"/>
              </a:rPr>
              <a:t>维护了一个入口</a:t>
            </a:r>
            <a:endParaRPr lang="en-US" altLang="zh-CN" sz="1800" dirty="0">
              <a:latin typeface="Microsoft YaHei" panose="020B0503020204020204" pitchFamily="34" charset="-122"/>
              <a:ea typeface="Microsoft YaHei" panose="020B0503020204020204" pitchFamily="34" charset="-122"/>
            </a:endParaRPr>
          </a:p>
        </p:txBody>
      </p:sp>
      <p:sp>
        <p:nvSpPr>
          <p:cNvPr id="4" name="标题 3">
            <a:extLst>
              <a:ext uri="{FF2B5EF4-FFF2-40B4-BE49-F238E27FC236}">
                <a16:creationId xmlns:a16="http://schemas.microsoft.com/office/drawing/2014/main" id="{B2619132-AC38-EF9F-D4A5-DBE04C64BD63}"/>
              </a:ext>
            </a:extLst>
          </p:cNvPr>
          <p:cNvSpPr>
            <a:spLocks noGrp="1"/>
          </p:cNvSpPr>
          <p:nvPr>
            <p:ph type="title"/>
          </p:nvPr>
        </p:nvSpPr>
        <p:spPr/>
        <p:txBody>
          <a:bodyPr>
            <a:normAutofit/>
          </a:bodyPr>
          <a:lstStyle/>
          <a:p>
            <a:r>
              <a:rPr lang="zh-CN" altLang="en-US" dirty="0"/>
              <a:t>分布式锁方法</a:t>
            </a:r>
            <a:r>
              <a:rPr lang="en-US" altLang="zh-CN" dirty="0"/>
              <a:t>1</a:t>
            </a:r>
            <a:endParaRPr lang="zh-CN" altLang="en-US" dirty="0"/>
          </a:p>
        </p:txBody>
      </p:sp>
      <p:sp>
        <p:nvSpPr>
          <p:cNvPr id="2" name="灯片编号占位符 1"/>
          <p:cNvSpPr>
            <a:spLocks noGrp="1"/>
          </p:cNvSpPr>
          <p:nvPr>
            <p:ph type="sldNum" sz="quarter" idx="12"/>
          </p:nvPr>
        </p:nvSpPr>
        <p:spPr/>
        <p:txBody>
          <a:bodyPr/>
          <a:lstStyle/>
          <a:p>
            <a:fld id="{D0399D1A-D296-42B7-916E-50FBDB540DBE}" type="slidenum">
              <a:rPr lang="zh-CN" altLang="en-US" smtClean="0"/>
              <a:t>23</a:t>
            </a:fld>
            <a:endParaRPr lang="zh-CN" altLang="en-US"/>
          </a:p>
        </p:txBody>
      </p:sp>
      <p:sp>
        <p:nvSpPr>
          <p:cNvPr id="19" name="流程图: 磁盘 4">
            <a:extLst>
              <a:ext uri="{FF2B5EF4-FFF2-40B4-BE49-F238E27FC236}">
                <a16:creationId xmlns:a16="http://schemas.microsoft.com/office/drawing/2014/main" id="{CB8DE947-6FBA-4716-A11D-BB7378AE4B1F}"/>
              </a:ext>
            </a:extLst>
          </p:cNvPr>
          <p:cNvSpPr>
            <a:spLocks noChangeArrowheads="1"/>
          </p:cNvSpPr>
          <p:nvPr/>
        </p:nvSpPr>
        <p:spPr bwMode="auto">
          <a:xfrm>
            <a:off x="3359119" y="2023521"/>
            <a:ext cx="648890" cy="432197"/>
          </a:xfrm>
          <a:prstGeom prst="flowChartMagneticDisk">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21" name="流程图: 磁盘 6">
            <a:extLst>
              <a:ext uri="{FF2B5EF4-FFF2-40B4-BE49-F238E27FC236}">
                <a16:creationId xmlns:a16="http://schemas.microsoft.com/office/drawing/2014/main" id="{4B0FE886-195D-4375-9062-CC4EAAD5A663}"/>
              </a:ext>
            </a:extLst>
          </p:cNvPr>
          <p:cNvSpPr>
            <a:spLocks noChangeArrowheads="1"/>
          </p:cNvSpPr>
          <p:nvPr/>
        </p:nvSpPr>
        <p:spPr bwMode="auto">
          <a:xfrm>
            <a:off x="1941083" y="2785521"/>
            <a:ext cx="647700" cy="432197"/>
          </a:xfrm>
          <a:prstGeom prst="flowChartMagneticDisk">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cxnSp>
        <p:nvCxnSpPr>
          <p:cNvPr id="22" name="直接连接符 8">
            <a:extLst>
              <a:ext uri="{FF2B5EF4-FFF2-40B4-BE49-F238E27FC236}">
                <a16:creationId xmlns:a16="http://schemas.microsoft.com/office/drawing/2014/main" id="{19651FD2-7ECA-4EDB-9D30-B0F176868BCE}"/>
              </a:ext>
            </a:extLst>
          </p:cNvPr>
          <p:cNvCxnSpPr>
            <a:cxnSpLocks noChangeShapeType="1"/>
          </p:cNvCxnSpPr>
          <p:nvPr/>
        </p:nvCxnSpPr>
        <p:spPr bwMode="auto">
          <a:xfrm flipH="1">
            <a:off x="2588784" y="2304508"/>
            <a:ext cx="770335" cy="70008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3" name="矩形 1">
            <a:extLst>
              <a:ext uri="{FF2B5EF4-FFF2-40B4-BE49-F238E27FC236}">
                <a16:creationId xmlns:a16="http://schemas.microsoft.com/office/drawing/2014/main" id="{5A253272-3AD9-41B8-B62D-A8229E54A5DC}"/>
              </a:ext>
            </a:extLst>
          </p:cNvPr>
          <p:cNvSpPr>
            <a:spLocks noChangeArrowheads="1"/>
          </p:cNvSpPr>
          <p:nvPr/>
        </p:nvSpPr>
        <p:spPr bwMode="auto">
          <a:xfrm>
            <a:off x="3547237" y="2165205"/>
            <a:ext cx="36420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X</a:t>
            </a:r>
            <a:r>
              <a:rPr lang="en-US" altLang="zh-CN" sz="1350" baseline="-25000">
                <a:solidFill>
                  <a:schemeClr val="tx1"/>
                </a:solidFill>
                <a:latin typeface="Microsoft YaHei" panose="020B0503020204020204" pitchFamily="34" charset="-122"/>
                <a:ea typeface="Microsoft YaHei" panose="020B0503020204020204" pitchFamily="34" charset="-122"/>
              </a:rPr>
              <a:t>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4" name="流程图: 磁盘 10">
            <a:extLst>
              <a:ext uri="{FF2B5EF4-FFF2-40B4-BE49-F238E27FC236}">
                <a16:creationId xmlns:a16="http://schemas.microsoft.com/office/drawing/2014/main" id="{A9057E59-5EB1-4539-A87C-172A0BA87271}"/>
              </a:ext>
            </a:extLst>
          </p:cNvPr>
          <p:cNvSpPr>
            <a:spLocks noChangeArrowheads="1"/>
          </p:cNvSpPr>
          <p:nvPr/>
        </p:nvSpPr>
        <p:spPr bwMode="auto">
          <a:xfrm>
            <a:off x="3381740" y="2573590"/>
            <a:ext cx="647700" cy="431006"/>
          </a:xfrm>
          <a:prstGeom prst="flowChartMagneticDisk">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25" name="矩形 11">
            <a:extLst>
              <a:ext uri="{FF2B5EF4-FFF2-40B4-BE49-F238E27FC236}">
                <a16:creationId xmlns:a16="http://schemas.microsoft.com/office/drawing/2014/main" id="{51674EB2-A2D7-42C6-AEC2-BC52EFF2CC00}"/>
              </a:ext>
            </a:extLst>
          </p:cNvPr>
          <p:cNvSpPr>
            <a:spLocks noChangeArrowheads="1"/>
          </p:cNvSpPr>
          <p:nvPr/>
        </p:nvSpPr>
        <p:spPr bwMode="auto">
          <a:xfrm>
            <a:off x="3568668" y="2715274"/>
            <a:ext cx="36420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rgbClr val="7030A0"/>
                </a:solidFill>
                <a:latin typeface="Microsoft YaHei" panose="020B0503020204020204" pitchFamily="34" charset="-122"/>
                <a:ea typeface="Microsoft YaHei" panose="020B0503020204020204" pitchFamily="34" charset="-122"/>
              </a:rPr>
              <a:t>X</a:t>
            </a:r>
            <a:r>
              <a:rPr lang="en-US" altLang="zh-CN" sz="1350" baseline="-25000">
                <a:solidFill>
                  <a:srgbClr val="7030A0"/>
                </a:solidFill>
                <a:latin typeface="Microsoft YaHei" panose="020B0503020204020204" pitchFamily="34" charset="-122"/>
                <a:ea typeface="Microsoft YaHei" panose="020B0503020204020204" pitchFamily="34" charset="-122"/>
              </a:rPr>
              <a:t>2</a:t>
            </a:r>
            <a:endParaRPr lang="zh-CN" altLang="en-US" sz="1350">
              <a:solidFill>
                <a:srgbClr val="7030A0"/>
              </a:solidFill>
              <a:latin typeface="Microsoft YaHei" panose="020B0503020204020204" pitchFamily="34" charset="-122"/>
              <a:ea typeface="Microsoft YaHei" panose="020B0503020204020204" pitchFamily="34" charset="-122"/>
            </a:endParaRPr>
          </a:p>
        </p:txBody>
      </p:sp>
      <p:sp>
        <p:nvSpPr>
          <p:cNvPr id="26" name="流程图: 磁盘 12">
            <a:extLst>
              <a:ext uri="{FF2B5EF4-FFF2-40B4-BE49-F238E27FC236}">
                <a16:creationId xmlns:a16="http://schemas.microsoft.com/office/drawing/2014/main" id="{340DEE61-18DE-498B-BAA6-BD941CFD82FB}"/>
              </a:ext>
            </a:extLst>
          </p:cNvPr>
          <p:cNvSpPr>
            <a:spLocks noChangeArrowheads="1"/>
          </p:cNvSpPr>
          <p:nvPr/>
        </p:nvSpPr>
        <p:spPr bwMode="auto">
          <a:xfrm>
            <a:off x="3403171" y="3752308"/>
            <a:ext cx="648891" cy="431006"/>
          </a:xfrm>
          <a:prstGeom prst="flowChartMagneticDisk">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27" name="矩形 13">
            <a:extLst>
              <a:ext uri="{FF2B5EF4-FFF2-40B4-BE49-F238E27FC236}">
                <a16:creationId xmlns:a16="http://schemas.microsoft.com/office/drawing/2014/main" id="{92BD2565-6591-47F1-ABA7-8EB05B7BB714}"/>
              </a:ext>
            </a:extLst>
          </p:cNvPr>
          <p:cNvSpPr>
            <a:spLocks noChangeArrowheads="1"/>
          </p:cNvSpPr>
          <p:nvPr/>
        </p:nvSpPr>
        <p:spPr bwMode="auto">
          <a:xfrm>
            <a:off x="3591289" y="3893992"/>
            <a:ext cx="36420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X</a:t>
            </a:r>
            <a:r>
              <a:rPr lang="en-US" altLang="zh-CN" sz="1350" baseline="-25000">
                <a:solidFill>
                  <a:schemeClr val="tx1"/>
                </a:solidFill>
                <a:latin typeface="Microsoft YaHei" panose="020B0503020204020204" pitchFamily="34" charset="-122"/>
                <a:ea typeface="Microsoft YaHei" panose="020B0503020204020204" pitchFamily="34" charset="-122"/>
              </a:rPr>
              <a:t>n</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8" name="TextBox 2">
            <a:extLst>
              <a:ext uri="{FF2B5EF4-FFF2-40B4-BE49-F238E27FC236}">
                <a16:creationId xmlns:a16="http://schemas.microsoft.com/office/drawing/2014/main" id="{5C5045D8-2123-4EAF-8B3E-D0B59005457D}"/>
              </a:ext>
            </a:extLst>
          </p:cNvPr>
          <p:cNvSpPr txBox="1">
            <a:spLocks noChangeArrowheads="1"/>
          </p:cNvSpPr>
          <p:nvPr/>
        </p:nvSpPr>
        <p:spPr bwMode="auto">
          <a:xfrm>
            <a:off x="3500178" y="3093892"/>
            <a:ext cx="507831" cy="531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2100">
                <a:solidFill>
                  <a:schemeClr val="tx1"/>
                </a:solidFill>
                <a:latin typeface="Microsoft YaHei" panose="020B0503020204020204" pitchFamily="34" charset="-122"/>
                <a:ea typeface="Microsoft YaHei" panose="020B0503020204020204" pitchFamily="34" charset="-122"/>
              </a:rPr>
              <a:t>……</a:t>
            </a:r>
            <a:endParaRPr lang="zh-CN" altLang="en-US" sz="2100">
              <a:solidFill>
                <a:schemeClr val="tx1"/>
              </a:solidFill>
              <a:latin typeface="Microsoft YaHei" panose="020B0503020204020204" pitchFamily="34" charset="-122"/>
              <a:ea typeface="Microsoft YaHei" panose="020B0503020204020204" pitchFamily="34" charset="-122"/>
            </a:endParaRPr>
          </a:p>
        </p:txBody>
      </p:sp>
      <p:cxnSp>
        <p:nvCxnSpPr>
          <p:cNvPr id="29" name="直接连接符 16">
            <a:extLst>
              <a:ext uri="{FF2B5EF4-FFF2-40B4-BE49-F238E27FC236}">
                <a16:creationId xmlns:a16="http://schemas.microsoft.com/office/drawing/2014/main" id="{DD67A092-D236-44CF-AA11-8FD2C1001120}"/>
              </a:ext>
            </a:extLst>
          </p:cNvPr>
          <p:cNvCxnSpPr>
            <a:cxnSpLocks noChangeShapeType="1"/>
            <a:stCxn id="24" idx="2"/>
            <a:endCxn id="21" idx="4"/>
          </p:cNvCxnSpPr>
          <p:nvPr/>
        </p:nvCxnSpPr>
        <p:spPr bwMode="auto">
          <a:xfrm flipH="1">
            <a:off x="2588784" y="2789093"/>
            <a:ext cx="792956" cy="211931"/>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0" name="直接连接符 19">
            <a:extLst>
              <a:ext uri="{FF2B5EF4-FFF2-40B4-BE49-F238E27FC236}">
                <a16:creationId xmlns:a16="http://schemas.microsoft.com/office/drawing/2014/main" id="{68BA50C8-4905-4128-98E9-24A426A78949}"/>
              </a:ext>
            </a:extLst>
          </p:cNvPr>
          <p:cNvCxnSpPr>
            <a:cxnSpLocks noChangeShapeType="1"/>
            <a:endCxn id="21" idx="4"/>
          </p:cNvCxnSpPr>
          <p:nvPr/>
        </p:nvCxnSpPr>
        <p:spPr bwMode="auto">
          <a:xfrm flipH="1" flipV="1">
            <a:off x="2588783" y="3001024"/>
            <a:ext cx="814388" cy="39647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1" name="直接连接符 22">
            <a:extLst>
              <a:ext uri="{FF2B5EF4-FFF2-40B4-BE49-F238E27FC236}">
                <a16:creationId xmlns:a16="http://schemas.microsoft.com/office/drawing/2014/main" id="{29D17A14-1FF9-43C8-8075-348276959569}"/>
              </a:ext>
            </a:extLst>
          </p:cNvPr>
          <p:cNvCxnSpPr>
            <a:cxnSpLocks noChangeShapeType="1"/>
            <a:stCxn id="26" idx="2"/>
            <a:endCxn id="21" idx="4"/>
          </p:cNvCxnSpPr>
          <p:nvPr/>
        </p:nvCxnSpPr>
        <p:spPr bwMode="auto">
          <a:xfrm flipH="1" flipV="1">
            <a:off x="2588783" y="3001024"/>
            <a:ext cx="814388" cy="96678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2" name="矩形 23">
            <a:extLst>
              <a:ext uri="{FF2B5EF4-FFF2-40B4-BE49-F238E27FC236}">
                <a16:creationId xmlns:a16="http://schemas.microsoft.com/office/drawing/2014/main" id="{0C765CCB-C368-4006-958B-62D91A766931}"/>
              </a:ext>
            </a:extLst>
          </p:cNvPr>
          <p:cNvSpPr>
            <a:spLocks noChangeArrowheads="1"/>
          </p:cNvSpPr>
          <p:nvPr/>
        </p:nvSpPr>
        <p:spPr bwMode="auto">
          <a:xfrm>
            <a:off x="2137537" y="2922442"/>
            <a:ext cx="3000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rgbClr val="FF0000"/>
                </a:solidFill>
                <a:latin typeface="Microsoft YaHei" panose="020B0503020204020204" pitchFamily="34" charset="-122"/>
                <a:ea typeface="Microsoft YaHei" panose="020B0503020204020204" pitchFamily="34" charset="-122"/>
              </a:rPr>
              <a:t>X</a:t>
            </a:r>
            <a:endParaRPr lang="zh-CN" altLang="en-US" sz="1350">
              <a:solidFill>
                <a:srgbClr val="FF0000"/>
              </a:solidFill>
              <a:latin typeface="Microsoft YaHei" panose="020B0503020204020204" pitchFamily="34" charset="-122"/>
              <a:ea typeface="Microsoft YaHei" panose="020B0503020204020204" pitchFamily="34" charset="-122"/>
            </a:endParaRPr>
          </a:p>
        </p:txBody>
      </p:sp>
      <p:sp>
        <p:nvSpPr>
          <p:cNvPr id="33" name="矩形 25">
            <a:extLst>
              <a:ext uri="{FF2B5EF4-FFF2-40B4-BE49-F238E27FC236}">
                <a16:creationId xmlns:a16="http://schemas.microsoft.com/office/drawing/2014/main" id="{4C8EE0AC-6146-4D41-8255-4993AE998A79}"/>
              </a:ext>
            </a:extLst>
          </p:cNvPr>
          <p:cNvSpPr>
            <a:spLocks noChangeArrowheads="1"/>
          </p:cNvSpPr>
          <p:nvPr/>
        </p:nvSpPr>
        <p:spPr bwMode="auto">
          <a:xfrm>
            <a:off x="3232912" y="1692526"/>
            <a:ext cx="112704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Copies of X</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34" name="矩形 28">
            <a:extLst>
              <a:ext uri="{FF2B5EF4-FFF2-40B4-BE49-F238E27FC236}">
                <a16:creationId xmlns:a16="http://schemas.microsoft.com/office/drawing/2014/main" id="{27C0AC47-0EA8-4F2C-AF48-6E96D6D7ED2E}"/>
              </a:ext>
            </a:extLst>
          </p:cNvPr>
          <p:cNvSpPr>
            <a:spLocks noChangeArrowheads="1"/>
          </p:cNvSpPr>
          <p:nvPr/>
        </p:nvSpPr>
        <p:spPr bwMode="auto">
          <a:xfrm>
            <a:off x="4149946" y="2303317"/>
            <a:ext cx="128060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350">
                <a:solidFill>
                  <a:srgbClr val="7030A0"/>
                </a:solidFill>
                <a:latin typeface="Microsoft YaHei" panose="020B0503020204020204" pitchFamily="34" charset="-122"/>
                <a:ea typeface="Microsoft YaHei" panose="020B0503020204020204" pitchFamily="34" charset="-122"/>
              </a:rPr>
              <a:t>primary copy</a:t>
            </a:r>
            <a:endParaRPr lang="zh-CN" altLang="en-US" sz="1350">
              <a:solidFill>
                <a:srgbClr val="7030A0"/>
              </a:solidFill>
              <a:latin typeface="Microsoft YaHei" panose="020B0503020204020204" pitchFamily="34" charset="-122"/>
              <a:ea typeface="Microsoft YaHei" panose="020B0503020204020204" pitchFamily="34" charset="-122"/>
            </a:endParaRPr>
          </a:p>
        </p:txBody>
      </p:sp>
      <p:sp>
        <p:nvSpPr>
          <p:cNvPr id="35" name="线形标注 2(带强调线) 29700">
            <a:extLst>
              <a:ext uri="{FF2B5EF4-FFF2-40B4-BE49-F238E27FC236}">
                <a16:creationId xmlns:a16="http://schemas.microsoft.com/office/drawing/2014/main" id="{1AED7164-9432-4933-836B-4AFCDE07E592}"/>
              </a:ext>
            </a:extLst>
          </p:cNvPr>
          <p:cNvSpPr>
            <a:spLocks/>
          </p:cNvSpPr>
          <p:nvPr/>
        </p:nvSpPr>
        <p:spPr bwMode="auto">
          <a:xfrm>
            <a:off x="4299712" y="2290220"/>
            <a:ext cx="701278" cy="325041"/>
          </a:xfrm>
          <a:prstGeom prst="accentCallout2">
            <a:avLst>
              <a:gd name="adj1" fmla="val 18750"/>
              <a:gd name="adj2" fmla="val -8333"/>
              <a:gd name="adj3" fmla="val 18750"/>
              <a:gd name="adj4" fmla="val -16667"/>
              <a:gd name="adj5" fmla="val 112500"/>
              <a:gd name="adj6" fmla="val -4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6" name="剪去单角的矩形 29701">
            <a:extLst>
              <a:ext uri="{FF2B5EF4-FFF2-40B4-BE49-F238E27FC236}">
                <a16:creationId xmlns:a16="http://schemas.microsoft.com/office/drawing/2014/main" id="{C5EFD2FE-A93B-4780-874D-AFBF2A0D7EC7}"/>
              </a:ext>
            </a:extLst>
          </p:cNvPr>
          <p:cNvSpPr>
            <a:spLocks/>
          </p:cNvSpPr>
          <p:nvPr/>
        </p:nvSpPr>
        <p:spPr bwMode="auto">
          <a:xfrm>
            <a:off x="5540344" y="1988993"/>
            <a:ext cx="1163240" cy="800100"/>
          </a:xfrm>
          <a:custGeom>
            <a:avLst/>
            <a:gdLst>
              <a:gd name="T0" fmla="*/ 0 w 1550987"/>
              <a:gd name="T1" fmla="*/ 0 h 1066800"/>
              <a:gd name="T2" fmla="*/ 1373183 w 1550987"/>
              <a:gd name="T3" fmla="*/ 0 h 1066800"/>
              <a:gd name="T4" fmla="*/ 1550987 w 1550987"/>
              <a:gd name="T5" fmla="*/ 177804 h 1066800"/>
              <a:gd name="T6" fmla="*/ 1550987 w 1550987"/>
              <a:gd name="T7" fmla="*/ 1066800 h 1066800"/>
              <a:gd name="T8" fmla="*/ 0 w 1550987"/>
              <a:gd name="T9" fmla="*/ 1066800 h 1066800"/>
              <a:gd name="T10" fmla="*/ 0 w 1550987"/>
              <a:gd name="T11" fmla="*/ 0 h 10668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50987" h="1066800">
                <a:moveTo>
                  <a:pt x="0" y="0"/>
                </a:moveTo>
                <a:lnTo>
                  <a:pt x="1373183" y="0"/>
                </a:lnTo>
                <a:lnTo>
                  <a:pt x="1550987" y="177804"/>
                </a:lnTo>
                <a:lnTo>
                  <a:pt x="1550987" y="1066800"/>
                </a:lnTo>
                <a:lnTo>
                  <a:pt x="0" y="1066800"/>
                </a:lnTo>
                <a:lnTo>
                  <a:pt x="0" y="0"/>
                </a:lnTo>
                <a:close/>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sz="1350">
              <a:latin typeface="Microsoft YaHei" panose="020B0503020204020204" pitchFamily="34" charset="-122"/>
              <a:ea typeface="Microsoft YaHei" panose="020B0503020204020204" pitchFamily="34" charset="-122"/>
            </a:endParaRPr>
          </a:p>
        </p:txBody>
      </p:sp>
      <p:sp>
        <p:nvSpPr>
          <p:cNvPr id="37" name="矩形 29702">
            <a:extLst>
              <a:ext uri="{FF2B5EF4-FFF2-40B4-BE49-F238E27FC236}">
                <a16:creationId xmlns:a16="http://schemas.microsoft.com/office/drawing/2014/main" id="{79FC4CBC-8A44-4D1F-AD99-702BD25FDA03}"/>
              </a:ext>
            </a:extLst>
          </p:cNvPr>
          <p:cNvSpPr>
            <a:spLocks noChangeArrowheads="1"/>
          </p:cNvSpPr>
          <p:nvPr/>
        </p:nvSpPr>
        <p:spPr bwMode="auto">
          <a:xfrm>
            <a:off x="5520103" y="1988993"/>
            <a:ext cx="89800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200">
                <a:solidFill>
                  <a:srgbClr val="FFC000"/>
                </a:solidFill>
                <a:latin typeface="Microsoft YaHei" panose="020B0503020204020204" pitchFamily="34" charset="-122"/>
                <a:ea typeface="Microsoft YaHei" panose="020B0503020204020204" pitchFamily="34" charset="-122"/>
              </a:rPr>
              <a:t>lock table</a:t>
            </a:r>
            <a:endParaRPr lang="zh-CN" altLang="en-US" sz="1200">
              <a:solidFill>
                <a:srgbClr val="FFC000"/>
              </a:solidFill>
              <a:latin typeface="Microsoft YaHei" panose="020B0503020204020204" pitchFamily="34" charset="-122"/>
              <a:ea typeface="Microsoft YaHei" panose="020B0503020204020204" pitchFamily="34" charset="-122"/>
            </a:endParaRPr>
          </a:p>
        </p:txBody>
      </p:sp>
      <p:cxnSp>
        <p:nvCxnSpPr>
          <p:cNvPr id="38" name="直接连接符 29704">
            <a:extLst>
              <a:ext uri="{FF2B5EF4-FFF2-40B4-BE49-F238E27FC236}">
                <a16:creationId xmlns:a16="http://schemas.microsoft.com/office/drawing/2014/main" id="{5C6A2848-132C-47F2-8E4D-60146DB16251}"/>
              </a:ext>
            </a:extLst>
          </p:cNvPr>
          <p:cNvCxnSpPr>
            <a:cxnSpLocks noChangeShapeType="1"/>
          </p:cNvCxnSpPr>
          <p:nvPr/>
        </p:nvCxnSpPr>
        <p:spPr bwMode="auto">
          <a:xfrm>
            <a:off x="5540344" y="2356895"/>
            <a:ext cx="1163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9" name="直接连接符 41">
            <a:extLst>
              <a:ext uri="{FF2B5EF4-FFF2-40B4-BE49-F238E27FC236}">
                <a16:creationId xmlns:a16="http://schemas.microsoft.com/office/drawing/2014/main" id="{86BE6FA1-086C-441E-BB08-171D3E149F7B}"/>
              </a:ext>
            </a:extLst>
          </p:cNvPr>
          <p:cNvCxnSpPr>
            <a:cxnSpLocks noChangeShapeType="1"/>
          </p:cNvCxnSpPr>
          <p:nvPr/>
        </p:nvCxnSpPr>
        <p:spPr bwMode="auto">
          <a:xfrm>
            <a:off x="5530819" y="2627168"/>
            <a:ext cx="1163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4" name="直接连接符 42">
            <a:extLst>
              <a:ext uri="{FF2B5EF4-FFF2-40B4-BE49-F238E27FC236}">
                <a16:creationId xmlns:a16="http://schemas.microsoft.com/office/drawing/2014/main" id="{B38C86FC-7FA9-4C7F-A81B-F312D31D7B4E}"/>
              </a:ext>
            </a:extLst>
          </p:cNvPr>
          <p:cNvCxnSpPr>
            <a:cxnSpLocks noChangeShapeType="1"/>
          </p:cNvCxnSpPr>
          <p:nvPr/>
        </p:nvCxnSpPr>
        <p:spPr bwMode="auto">
          <a:xfrm>
            <a:off x="5540344" y="2499770"/>
            <a:ext cx="11632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5" name="矩形 44">
            <a:extLst>
              <a:ext uri="{FF2B5EF4-FFF2-40B4-BE49-F238E27FC236}">
                <a16:creationId xmlns:a16="http://schemas.microsoft.com/office/drawing/2014/main" id="{6EEBAFE5-49D2-4B39-9068-8AAF67045A9E}"/>
              </a:ext>
            </a:extLst>
          </p:cNvPr>
          <p:cNvSpPr>
            <a:spLocks noChangeArrowheads="1"/>
          </p:cNvSpPr>
          <p:nvPr/>
        </p:nvSpPr>
        <p:spPr bwMode="auto">
          <a:xfrm>
            <a:off x="5574871" y="2473577"/>
            <a:ext cx="26161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900">
                <a:solidFill>
                  <a:schemeClr val="tx1"/>
                </a:solidFill>
                <a:latin typeface="Microsoft YaHei" panose="020B0503020204020204" pitchFamily="34" charset="-122"/>
                <a:ea typeface="Microsoft YaHei" panose="020B0503020204020204" pitchFamily="34" charset="-122"/>
              </a:rPr>
              <a:t>X</a:t>
            </a:r>
            <a:endParaRPr lang="zh-CN" altLang="en-US" sz="900">
              <a:solidFill>
                <a:schemeClr val="tx1"/>
              </a:solidFill>
              <a:latin typeface="Microsoft YaHei" panose="020B0503020204020204" pitchFamily="34" charset="-122"/>
              <a:ea typeface="Microsoft YaHei" panose="020B0503020204020204" pitchFamily="34" charset="-122"/>
            </a:endParaRPr>
          </a:p>
        </p:txBody>
      </p:sp>
      <p:cxnSp>
        <p:nvCxnSpPr>
          <p:cNvPr id="56" name="直接连接符 29707">
            <a:extLst>
              <a:ext uri="{FF2B5EF4-FFF2-40B4-BE49-F238E27FC236}">
                <a16:creationId xmlns:a16="http://schemas.microsoft.com/office/drawing/2014/main" id="{C31D4BB1-E641-402D-9B71-5EF3C1210ABD}"/>
              </a:ext>
            </a:extLst>
          </p:cNvPr>
          <p:cNvCxnSpPr>
            <a:cxnSpLocks noChangeShapeType="1"/>
          </p:cNvCxnSpPr>
          <p:nvPr/>
        </p:nvCxnSpPr>
        <p:spPr bwMode="auto">
          <a:xfrm>
            <a:off x="5828474" y="2377136"/>
            <a:ext cx="0" cy="4000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7" name="矩形 29710">
            <a:extLst>
              <a:ext uri="{FF2B5EF4-FFF2-40B4-BE49-F238E27FC236}">
                <a16:creationId xmlns:a16="http://schemas.microsoft.com/office/drawing/2014/main" id="{F6E11F7B-492E-4729-B9FA-3EB666AA5C96}"/>
              </a:ext>
            </a:extLst>
          </p:cNvPr>
          <p:cNvSpPr>
            <a:spLocks noChangeArrowheads="1"/>
          </p:cNvSpPr>
          <p:nvPr/>
        </p:nvSpPr>
        <p:spPr bwMode="auto">
          <a:xfrm>
            <a:off x="6361874" y="3686824"/>
            <a:ext cx="133062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Transaction T </a:t>
            </a:r>
            <a:endParaRPr lang="zh-CN" altLang="en-US" sz="1350">
              <a:solidFill>
                <a:schemeClr val="tx1"/>
              </a:solidFill>
              <a:latin typeface="Microsoft YaHei" panose="020B0503020204020204" pitchFamily="34" charset="-122"/>
              <a:ea typeface="Microsoft YaHei" panose="020B0503020204020204" pitchFamily="34" charset="-122"/>
            </a:endParaRPr>
          </a:p>
        </p:txBody>
      </p:sp>
      <p:cxnSp>
        <p:nvCxnSpPr>
          <p:cNvPr id="58" name="直接箭头连接符 29712">
            <a:extLst>
              <a:ext uri="{FF2B5EF4-FFF2-40B4-BE49-F238E27FC236}">
                <a16:creationId xmlns:a16="http://schemas.microsoft.com/office/drawing/2014/main" id="{AB76F531-9CA5-4D97-8198-F68DA87A4C21}"/>
              </a:ext>
            </a:extLst>
          </p:cNvPr>
          <p:cNvCxnSpPr>
            <a:cxnSpLocks noChangeShapeType="1"/>
          </p:cNvCxnSpPr>
          <p:nvPr/>
        </p:nvCxnSpPr>
        <p:spPr bwMode="auto">
          <a:xfrm flipH="1" flipV="1">
            <a:off x="4052062" y="2922443"/>
            <a:ext cx="2256234" cy="778669"/>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9" name="矩形 29713">
            <a:extLst>
              <a:ext uri="{FF2B5EF4-FFF2-40B4-BE49-F238E27FC236}">
                <a16:creationId xmlns:a16="http://schemas.microsoft.com/office/drawing/2014/main" id="{0E7730D3-7CEF-4148-A00E-2949F12D84DB}"/>
              </a:ext>
            </a:extLst>
          </p:cNvPr>
          <p:cNvSpPr>
            <a:spLocks noChangeArrowheads="1"/>
          </p:cNvSpPr>
          <p:nvPr/>
        </p:nvSpPr>
        <p:spPr bwMode="auto">
          <a:xfrm rot="1148518">
            <a:off x="4391136" y="3040523"/>
            <a:ext cx="17614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200">
                <a:solidFill>
                  <a:schemeClr val="tx1"/>
                </a:solidFill>
                <a:latin typeface="Microsoft YaHei" panose="020B0503020204020204" pitchFamily="34" charset="-122"/>
                <a:ea typeface="Microsoft YaHei" panose="020B0503020204020204" pitchFamily="34" charset="-122"/>
              </a:rPr>
              <a:t>request for lock on </a:t>
            </a:r>
            <a:r>
              <a:rPr lang="en-US" altLang="zh-CN" sz="1200">
                <a:solidFill>
                  <a:srgbClr val="FF0000"/>
                </a:solidFill>
                <a:latin typeface="Microsoft YaHei" panose="020B0503020204020204" pitchFamily="34" charset="-122"/>
                <a:ea typeface="Microsoft YaHei" panose="020B0503020204020204" pitchFamily="34" charset="-122"/>
              </a:rPr>
              <a:t>X </a:t>
            </a:r>
            <a:endParaRPr lang="zh-CN" altLang="en-US" sz="1200">
              <a:solidFill>
                <a:srgbClr val="FF0000"/>
              </a:solidFill>
              <a:latin typeface="Microsoft YaHei" panose="020B0503020204020204" pitchFamily="34" charset="-122"/>
              <a:ea typeface="Microsoft YaHei" panose="020B0503020204020204" pitchFamily="34" charset="-122"/>
            </a:endParaRPr>
          </a:p>
        </p:txBody>
      </p:sp>
      <p:cxnSp>
        <p:nvCxnSpPr>
          <p:cNvPr id="60" name="直接箭头连接符 54">
            <a:extLst>
              <a:ext uri="{FF2B5EF4-FFF2-40B4-BE49-F238E27FC236}">
                <a16:creationId xmlns:a16="http://schemas.microsoft.com/office/drawing/2014/main" id="{103DA982-17E4-4824-B5C1-D0353DF8BDAC}"/>
              </a:ext>
            </a:extLst>
          </p:cNvPr>
          <p:cNvCxnSpPr>
            <a:cxnSpLocks noChangeShapeType="1"/>
          </p:cNvCxnSpPr>
          <p:nvPr/>
        </p:nvCxnSpPr>
        <p:spPr bwMode="auto">
          <a:xfrm>
            <a:off x="3909187" y="3017693"/>
            <a:ext cx="2352675" cy="821531"/>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1" name="矩形 60">
            <a:extLst>
              <a:ext uri="{FF2B5EF4-FFF2-40B4-BE49-F238E27FC236}">
                <a16:creationId xmlns:a16="http://schemas.microsoft.com/office/drawing/2014/main" id="{6C4DB206-70A9-4654-AE0A-09D8334AD828}"/>
              </a:ext>
            </a:extLst>
          </p:cNvPr>
          <p:cNvSpPr>
            <a:spLocks noChangeArrowheads="1"/>
          </p:cNvSpPr>
          <p:nvPr/>
        </p:nvSpPr>
        <p:spPr bwMode="auto">
          <a:xfrm rot="1148221">
            <a:off x="3616457" y="3428666"/>
            <a:ext cx="291432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200">
                <a:solidFill>
                  <a:schemeClr val="tx1"/>
                </a:solidFill>
                <a:latin typeface="Microsoft YaHei" panose="020B0503020204020204" pitchFamily="34" charset="-122"/>
                <a:ea typeface="Microsoft YaHei" panose="020B0503020204020204" pitchFamily="34" charset="-122"/>
              </a:rPr>
              <a:t>grant or deny according to </a:t>
            </a:r>
            <a:r>
              <a:rPr lang="en-US" altLang="zh-CN" sz="1200">
                <a:solidFill>
                  <a:srgbClr val="FFC000"/>
                </a:solidFill>
                <a:latin typeface="Microsoft YaHei" panose="020B0503020204020204" pitchFamily="34" charset="-122"/>
                <a:ea typeface="Microsoft YaHei" panose="020B0503020204020204" pitchFamily="34" charset="-122"/>
              </a:rPr>
              <a:t>lock table</a:t>
            </a:r>
            <a:endParaRPr lang="zh-CN" altLang="en-US" sz="1200">
              <a:solidFill>
                <a:srgbClr val="FFC000"/>
              </a:solidFill>
              <a:latin typeface="Microsoft YaHei" panose="020B0503020204020204" pitchFamily="34" charset="-122"/>
              <a:ea typeface="Microsoft YaHei"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内容占位符 3">
            <a:extLst>
              <a:ext uri="{FF2B5EF4-FFF2-40B4-BE49-F238E27FC236}">
                <a16:creationId xmlns:a16="http://schemas.microsoft.com/office/drawing/2014/main" id="{A0802D1C-2992-43CC-83A2-3A9B7EC36FFA}"/>
              </a:ext>
            </a:extLst>
          </p:cNvPr>
          <p:cNvSpPr>
            <a:spLocks noGrp="1"/>
          </p:cNvSpPr>
          <p:nvPr/>
        </p:nvSpPr>
        <p:spPr>
          <a:xfrm>
            <a:off x="460595" y="894486"/>
            <a:ext cx="8222810" cy="3765265"/>
          </a:xfrm>
          <a:prstGeom prst="rect">
            <a:avLst/>
          </a:prstGeom>
        </p:spPr>
        <p:txBody>
          <a:bodyPr/>
          <a:lstStyle>
            <a:lvl1pPr marL="0" indent="0" algn="l" defTabSz="913765" rtl="0" eaLnBrk="1" latinLnBrk="0" hangingPunct="1">
              <a:lnSpc>
                <a:spcPct val="90000"/>
              </a:lnSpc>
              <a:spcBef>
                <a:spcPts val="1000"/>
              </a:spcBef>
              <a:buFont typeface="Arial" panose="020B0604020202020204" pitchFamily="34" charset="0"/>
              <a:buNone/>
              <a:defRPr sz="2400" kern="1200">
                <a:solidFill>
                  <a:schemeClr val="tx1"/>
                </a:solidFill>
                <a:latin typeface="+mn-ea"/>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7175" indent="-257175">
              <a:buFont typeface="Wingdings" panose="05000000000000000000" pitchFamily="2" charset="2"/>
              <a:buChar char="l"/>
            </a:pPr>
            <a:r>
              <a:rPr lang="zh-CN" altLang="en-US" sz="1800" dirty="0">
                <a:latin typeface="Microsoft YaHei" panose="020B0503020204020204" pitchFamily="34" charset="-122"/>
                <a:ea typeface="Microsoft YaHei" panose="020B0503020204020204" pitchFamily="34" charset="-122"/>
              </a:rPr>
              <a:t>通过局部锁实现全局锁定</a:t>
            </a:r>
            <a:endParaRPr lang="en-US" altLang="zh-CN" sz="18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对于数据库元素</a:t>
            </a:r>
            <a:r>
              <a:rPr lang="en-US" altLang="zh-CN" sz="1500" dirty="0">
                <a:latin typeface="Microsoft YaHei" panose="020B0503020204020204" pitchFamily="34" charset="-122"/>
                <a:ea typeface="Microsoft YaHei" panose="020B0503020204020204" pitchFamily="34" charset="-122"/>
              </a:rPr>
              <a:t>X</a:t>
            </a:r>
            <a:r>
              <a:rPr lang="zh-CN" altLang="en-US" sz="1500" dirty="0">
                <a:latin typeface="Microsoft YaHei" panose="020B0503020204020204" pitchFamily="34" charset="-122"/>
                <a:ea typeface="Microsoft YaHei" panose="020B0503020204020204" pitchFamily="34" charset="-122"/>
              </a:rPr>
              <a:t>，没有任何一个副本是主拷贝，而所有副本是对称的</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本地共享</a:t>
            </a:r>
            <a:r>
              <a:rPr lang="en-US" altLang="zh-CN" sz="1500" dirty="0">
                <a:latin typeface="Microsoft YaHei" panose="020B0503020204020204" pitchFamily="34" charset="-122"/>
                <a:ea typeface="Microsoft YaHei" panose="020B0503020204020204" pitchFamily="34" charset="-122"/>
              </a:rPr>
              <a:t>/</a:t>
            </a:r>
            <a:r>
              <a:rPr lang="zh-CN" altLang="en-US" sz="1500" dirty="0">
                <a:latin typeface="Microsoft YaHei" panose="020B0503020204020204" pitchFamily="34" charset="-122"/>
                <a:ea typeface="Microsoft YaHei" panose="020B0503020204020204" pitchFamily="34" charset="-122"/>
              </a:rPr>
              <a:t>排它锁可以在所有拷贝所在的站点以本地锁方式授予</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全局锁策略成功的关键是通过在所有副本所在的节点上授予局部锁实现对象的全局锁定</a:t>
            </a:r>
            <a:endParaRPr lang="en-US" altLang="zh-CN" sz="1500" dirty="0">
              <a:latin typeface="Microsoft YaHei" panose="020B0503020204020204" pitchFamily="34" charset="-122"/>
              <a:ea typeface="Microsoft YaHei" panose="020B0503020204020204" pitchFamily="34" charset="-122"/>
            </a:endParaRPr>
          </a:p>
          <a:p>
            <a:pPr marL="257175" indent="-257175">
              <a:buFont typeface="Wingdings" panose="05000000000000000000" pitchFamily="2" charset="2"/>
              <a:buChar char="l"/>
            </a:pPr>
            <a:r>
              <a:rPr lang="zh-CN" altLang="en-US" sz="1800" dirty="0">
                <a:latin typeface="Microsoft YaHei" panose="020B0503020204020204" pitchFamily="34" charset="-122"/>
                <a:ea typeface="Microsoft YaHei" panose="020B0503020204020204" pitchFamily="34" charset="-122"/>
              </a:rPr>
              <a:t>例：假定数据库元素</a:t>
            </a:r>
            <a:r>
              <a:rPr lang="en-US" altLang="zh-CN" sz="1800" dirty="0">
                <a:latin typeface="Microsoft YaHei" panose="020B0503020204020204" pitchFamily="34" charset="-122"/>
                <a:ea typeface="Microsoft YaHei" panose="020B0503020204020204" pitchFamily="34" charset="-122"/>
              </a:rPr>
              <a:t>A</a:t>
            </a:r>
            <a:r>
              <a:rPr lang="zh-CN" altLang="en-US" sz="1800" dirty="0">
                <a:latin typeface="Microsoft YaHei" panose="020B0503020204020204" pitchFamily="34" charset="-122"/>
                <a:ea typeface="Microsoft YaHei" panose="020B0503020204020204" pitchFamily="34" charset="-122"/>
              </a:rPr>
              <a:t>拥有</a:t>
            </a:r>
            <a:r>
              <a:rPr lang="en-US" altLang="zh-CN" sz="1800" dirty="0">
                <a:latin typeface="Microsoft YaHei" panose="020B0503020204020204" pitchFamily="34" charset="-122"/>
                <a:ea typeface="Microsoft YaHei" panose="020B0503020204020204" pitchFamily="34" charset="-122"/>
              </a:rPr>
              <a:t>n</a:t>
            </a:r>
            <a:r>
              <a:rPr lang="zh-CN" altLang="en-US" sz="1800" dirty="0">
                <a:latin typeface="Microsoft YaHei" panose="020B0503020204020204" pitchFamily="34" charset="-122"/>
                <a:ea typeface="Microsoft YaHei" panose="020B0503020204020204" pitchFamily="34" charset="-122"/>
              </a:rPr>
              <a:t>个拷贝，则存在两个关键数字</a:t>
            </a:r>
            <a:endParaRPr lang="en-US" altLang="zh-CN" sz="18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en-US" altLang="zh-CN" sz="1500" dirty="0">
                <a:latin typeface="Microsoft YaHei" panose="020B0503020204020204" pitchFamily="34" charset="-122"/>
                <a:ea typeface="Microsoft YaHei" panose="020B0503020204020204" pitchFamily="34" charset="-122"/>
              </a:rPr>
              <a:t>s</a:t>
            </a:r>
            <a:r>
              <a:rPr lang="zh-CN" altLang="en-US" sz="1500" dirty="0">
                <a:latin typeface="Microsoft YaHei" panose="020B0503020204020204" pitchFamily="34" charset="-122"/>
                <a:ea typeface="Microsoft YaHei" panose="020B0503020204020204" pitchFamily="34" charset="-122"/>
              </a:rPr>
              <a:t>：为保证一个事务在</a:t>
            </a:r>
            <a:r>
              <a:rPr lang="en-US" altLang="zh-CN" sz="1500" dirty="0">
                <a:latin typeface="Microsoft YaHei" panose="020B0503020204020204" pitchFamily="34" charset="-122"/>
                <a:ea typeface="Microsoft YaHei" panose="020B0503020204020204" pitchFamily="34" charset="-122"/>
              </a:rPr>
              <a:t>A</a:t>
            </a:r>
            <a:r>
              <a:rPr lang="zh-CN" altLang="en-US" sz="1500" dirty="0">
                <a:latin typeface="Microsoft YaHei" panose="020B0503020204020204" pitchFamily="34" charset="-122"/>
                <a:ea typeface="Microsoft YaHei" panose="020B0503020204020204" pitchFamily="34" charset="-122"/>
              </a:rPr>
              <a:t>上拥有一个全局</a:t>
            </a:r>
            <a:r>
              <a:rPr lang="zh-CN" altLang="en-US" sz="15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共享</a:t>
            </a:r>
            <a:r>
              <a:rPr lang="zh-CN" altLang="en-US" sz="1500" dirty="0">
                <a:latin typeface="Microsoft YaHei" panose="020B0503020204020204" pitchFamily="34" charset="-122"/>
                <a:ea typeface="Microsoft YaHei" panose="020B0503020204020204" pitchFamily="34" charset="-122"/>
              </a:rPr>
              <a:t>锁，</a:t>
            </a:r>
            <a:r>
              <a:rPr lang="en-US" altLang="zh-CN" sz="1500" dirty="0">
                <a:latin typeface="Microsoft YaHei" panose="020B0503020204020204" pitchFamily="34" charset="-122"/>
                <a:ea typeface="Microsoft YaHei" panose="020B0503020204020204" pitchFamily="34" charset="-122"/>
              </a:rPr>
              <a:t>A</a:t>
            </a:r>
            <a:r>
              <a:rPr lang="zh-CN" altLang="en-US" sz="1500" dirty="0">
                <a:latin typeface="Microsoft YaHei" panose="020B0503020204020204" pitchFamily="34" charset="-122"/>
                <a:ea typeface="Microsoft YaHei" panose="020B0503020204020204" pitchFamily="34" charset="-122"/>
              </a:rPr>
              <a:t>需要被</a:t>
            </a:r>
            <a:r>
              <a:rPr lang="zh-CN" altLang="en-US" sz="15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共享锁定</a:t>
            </a:r>
            <a:r>
              <a:rPr lang="zh-CN" altLang="en-US" sz="1500" dirty="0">
                <a:latin typeface="Microsoft YaHei" panose="020B0503020204020204" pitchFamily="34" charset="-122"/>
                <a:ea typeface="Microsoft YaHei" panose="020B0503020204020204" pitchFamily="34" charset="-122"/>
              </a:rPr>
              <a:t>的副本数量</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en-US" altLang="zh-CN" sz="1500" dirty="0">
                <a:latin typeface="Microsoft YaHei" panose="020B0503020204020204" pitchFamily="34" charset="-122"/>
                <a:ea typeface="Microsoft YaHei" panose="020B0503020204020204" pitchFamily="34" charset="-122"/>
              </a:rPr>
              <a:t>x</a:t>
            </a:r>
            <a:r>
              <a:rPr lang="zh-CN" altLang="en-US" sz="1500" dirty="0">
                <a:latin typeface="Microsoft YaHei" panose="020B0503020204020204" pitchFamily="34" charset="-122"/>
                <a:ea typeface="Microsoft YaHei" panose="020B0503020204020204" pitchFamily="34" charset="-122"/>
              </a:rPr>
              <a:t>：为保证一个事务在</a:t>
            </a:r>
            <a:r>
              <a:rPr lang="en-US" altLang="zh-CN" sz="1500" dirty="0">
                <a:latin typeface="Microsoft YaHei" panose="020B0503020204020204" pitchFamily="34" charset="-122"/>
                <a:ea typeface="Microsoft YaHei" panose="020B0503020204020204" pitchFamily="34" charset="-122"/>
              </a:rPr>
              <a:t>A</a:t>
            </a:r>
            <a:r>
              <a:rPr lang="zh-CN" altLang="en-US" sz="1500" dirty="0">
                <a:latin typeface="Microsoft YaHei" panose="020B0503020204020204" pitchFamily="34" charset="-122"/>
                <a:ea typeface="Microsoft YaHei" panose="020B0503020204020204" pitchFamily="34" charset="-122"/>
              </a:rPr>
              <a:t>上拥有一个全局</a:t>
            </a:r>
            <a:r>
              <a:rPr lang="zh-CN" altLang="en-US" sz="15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排它</a:t>
            </a:r>
            <a:r>
              <a:rPr lang="zh-CN" altLang="en-US" sz="1500" dirty="0">
                <a:latin typeface="Microsoft YaHei" panose="020B0503020204020204" pitchFamily="34" charset="-122"/>
                <a:ea typeface="Microsoft YaHei" panose="020B0503020204020204" pitchFamily="34" charset="-122"/>
              </a:rPr>
              <a:t>锁，</a:t>
            </a:r>
            <a:r>
              <a:rPr lang="en-US" altLang="zh-CN" sz="1500" dirty="0">
                <a:latin typeface="Microsoft YaHei" panose="020B0503020204020204" pitchFamily="34" charset="-122"/>
                <a:ea typeface="Microsoft YaHei" panose="020B0503020204020204" pitchFamily="34" charset="-122"/>
              </a:rPr>
              <a:t>A</a:t>
            </a:r>
            <a:r>
              <a:rPr lang="zh-CN" altLang="en-US" sz="1500" dirty="0">
                <a:latin typeface="Microsoft YaHei" panose="020B0503020204020204" pitchFamily="34" charset="-122"/>
                <a:ea typeface="Microsoft YaHei" panose="020B0503020204020204" pitchFamily="34" charset="-122"/>
              </a:rPr>
              <a:t>需要被</a:t>
            </a:r>
            <a:r>
              <a:rPr lang="zh-CN" altLang="en-US" sz="15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排它锁定</a:t>
            </a:r>
            <a:r>
              <a:rPr lang="zh-CN" altLang="en-US" sz="1500" dirty="0">
                <a:latin typeface="Microsoft YaHei" panose="020B0503020204020204" pitchFamily="34" charset="-122"/>
                <a:ea typeface="Microsoft YaHei" panose="020B0503020204020204" pitchFamily="34" charset="-122"/>
              </a:rPr>
              <a:t>的副本数量</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若</a:t>
            </a:r>
            <a:r>
              <a:rPr lang="en-US" altLang="zh-CN" sz="1500" dirty="0">
                <a:latin typeface="Microsoft YaHei" panose="020B0503020204020204" pitchFamily="34" charset="-122"/>
                <a:ea typeface="Microsoft YaHei" panose="020B0503020204020204" pitchFamily="34" charset="-122"/>
              </a:rPr>
              <a:t>2x &gt; n</a:t>
            </a:r>
            <a:r>
              <a:rPr lang="zh-CN" altLang="en-US" sz="1500" dirty="0">
                <a:latin typeface="Microsoft YaHei" panose="020B0503020204020204" pitchFamily="34" charset="-122"/>
                <a:ea typeface="Microsoft YaHei" panose="020B0503020204020204" pitchFamily="34" charset="-122"/>
              </a:rPr>
              <a:t>且</a:t>
            </a:r>
            <a:r>
              <a:rPr lang="en-US" altLang="zh-CN" sz="1500" dirty="0">
                <a:latin typeface="Microsoft YaHei" panose="020B0503020204020204" pitchFamily="34" charset="-122"/>
                <a:ea typeface="Microsoft YaHei" panose="020B0503020204020204" pitchFamily="34" charset="-122"/>
              </a:rPr>
              <a:t>s + x &gt; n</a:t>
            </a:r>
            <a:r>
              <a:rPr lang="zh-CN" altLang="en-US" sz="1500" dirty="0">
                <a:latin typeface="Microsoft YaHei" panose="020B0503020204020204" pitchFamily="34" charset="-122"/>
                <a:ea typeface="Microsoft YaHei" panose="020B0503020204020204" pitchFamily="34" charset="-122"/>
              </a:rPr>
              <a:t>，可得：在</a:t>
            </a:r>
            <a:r>
              <a:rPr lang="en-US" altLang="zh-CN" sz="1500" dirty="0">
                <a:latin typeface="Microsoft YaHei" panose="020B0503020204020204" pitchFamily="34" charset="-122"/>
                <a:ea typeface="Microsoft YaHei" panose="020B0503020204020204" pitchFamily="34" charset="-122"/>
              </a:rPr>
              <a:t>A</a:t>
            </a:r>
            <a:r>
              <a:rPr lang="zh-CN" altLang="en-US" sz="1500" dirty="0">
                <a:latin typeface="Microsoft YaHei" panose="020B0503020204020204" pitchFamily="34" charset="-122"/>
                <a:ea typeface="Microsoft YaHei" panose="020B0503020204020204" pitchFamily="34" charset="-122"/>
              </a:rPr>
              <a:t>上仅存在一个全局排它锁，且在</a:t>
            </a:r>
            <a:r>
              <a:rPr lang="en-US" altLang="zh-CN" sz="1500" dirty="0">
                <a:latin typeface="Microsoft YaHei" panose="020B0503020204020204" pitchFamily="34" charset="-122"/>
                <a:ea typeface="Microsoft YaHei" panose="020B0503020204020204" pitchFamily="34" charset="-122"/>
              </a:rPr>
              <a:t>A</a:t>
            </a:r>
            <a:r>
              <a:rPr lang="zh-CN" altLang="en-US" sz="1500" dirty="0">
                <a:latin typeface="Microsoft YaHei" panose="020B0503020204020204" pitchFamily="34" charset="-122"/>
                <a:ea typeface="Microsoft YaHei" panose="020B0503020204020204" pitchFamily="34" charset="-122"/>
              </a:rPr>
              <a:t>上</a:t>
            </a:r>
            <a:r>
              <a:rPr lang="zh-CN" altLang="en-US" sz="150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不可能</a:t>
            </a:r>
            <a:r>
              <a:rPr lang="zh-CN" altLang="en-US" sz="1500" dirty="0">
                <a:latin typeface="Microsoft YaHei" panose="020B0503020204020204" pitchFamily="34" charset="-122"/>
                <a:ea typeface="Microsoft YaHei" panose="020B0503020204020204" pitchFamily="34" charset="-122"/>
              </a:rPr>
              <a:t>同时存在全局共享锁和全局排它锁</a:t>
            </a:r>
            <a:endParaRPr lang="en-US" altLang="zh-CN" sz="1500" dirty="0">
              <a:latin typeface="Microsoft YaHei" panose="020B0503020204020204" pitchFamily="34" charset="-122"/>
              <a:ea typeface="Microsoft YaHei" panose="020B0503020204020204" pitchFamily="34" charset="-122"/>
            </a:endParaRPr>
          </a:p>
        </p:txBody>
      </p:sp>
      <p:sp>
        <p:nvSpPr>
          <p:cNvPr id="2" name="标题 1">
            <a:extLst>
              <a:ext uri="{FF2B5EF4-FFF2-40B4-BE49-F238E27FC236}">
                <a16:creationId xmlns:a16="http://schemas.microsoft.com/office/drawing/2014/main" id="{DF2A64DD-E5F0-47C8-17E2-2BFDB05FCAB0}"/>
              </a:ext>
            </a:extLst>
          </p:cNvPr>
          <p:cNvSpPr>
            <a:spLocks noGrp="1"/>
          </p:cNvSpPr>
          <p:nvPr>
            <p:ph type="title"/>
          </p:nvPr>
        </p:nvSpPr>
        <p:spPr/>
        <p:txBody>
          <a:bodyPr>
            <a:normAutofit/>
          </a:bodyPr>
          <a:lstStyle/>
          <a:p>
            <a:r>
              <a:rPr lang="zh-CN" altLang="en-US" dirty="0"/>
              <a:t>分布式锁方法</a:t>
            </a:r>
            <a:r>
              <a:rPr lang="en-US" altLang="zh-CN" dirty="0"/>
              <a:t>2</a:t>
            </a:r>
            <a:endParaRPr lang="zh-CN" altLang="en-US" dirty="0"/>
          </a:p>
        </p:txBody>
      </p:sp>
      <p:sp>
        <p:nvSpPr>
          <p:cNvPr id="10" name="灯片编号占位符 1">
            <a:extLst>
              <a:ext uri="{FF2B5EF4-FFF2-40B4-BE49-F238E27FC236}">
                <a16:creationId xmlns:a16="http://schemas.microsoft.com/office/drawing/2014/main" id="{6FA5D7FD-8B6E-4395-8114-0A7FA9291009}"/>
              </a:ext>
            </a:extLst>
          </p:cNvPr>
          <p:cNvSpPr>
            <a:spLocks noGrp="1"/>
          </p:cNvSpPr>
          <p:nvPr>
            <p:ph type="sldNum" sz="quarter" idx="12"/>
          </p:nvPr>
        </p:nvSpPr>
        <p:spPr/>
        <p:txBody>
          <a:bodyPr/>
          <a:lstStyle/>
          <a:p>
            <a:fld id="{D0399D1A-D296-42B7-916E-50FBDB540DBE}" type="slidenum">
              <a:rPr lang="zh-CN" altLang="en-US" smtClean="0"/>
              <a:t>24</a:t>
            </a:fld>
            <a:endParaRPr lang="zh-CN" altLang="en-US"/>
          </a:p>
        </p:txBody>
      </p:sp>
      <p:sp>
        <p:nvSpPr>
          <p:cNvPr id="18" name="Text Box 5">
            <a:extLst>
              <a:ext uri="{FF2B5EF4-FFF2-40B4-BE49-F238E27FC236}">
                <a16:creationId xmlns:a16="http://schemas.microsoft.com/office/drawing/2014/main" id="{9224D060-EBB0-42A2-8781-2E5F1CD3658F}"/>
              </a:ext>
            </a:extLst>
          </p:cNvPr>
          <p:cNvSpPr txBox="1">
            <a:spLocks noChangeArrowheads="1"/>
          </p:cNvSpPr>
          <p:nvPr/>
        </p:nvSpPr>
        <p:spPr bwMode="auto">
          <a:xfrm>
            <a:off x="1077169" y="3321882"/>
            <a:ext cx="6989660" cy="98745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Wingdings 3" panose="05040102010807070707" pitchFamily="18" charset="2"/>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Wingdings 3" panose="05040102010807070707" pitchFamily="18" charset="2"/>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9pPr>
          </a:lstStyle>
          <a:p>
            <a:pPr marL="214313" indent="-214313">
              <a:lnSpc>
                <a:spcPct val="100000"/>
              </a:lnSpc>
              <a:spcBef>
                <a:spcPts val="450"/>
              </a:spcBef>
              <a:spcAft>
                <a:spcPct val="0"/>
              </a:spcAft>
              <a:buClrTx/>
              <a:buSzTx/>
              <a:buFont typeface="Wingdings" panose="05000000000000000000" pitchFamily="2" charset="2"/>
              <a:buChar char="l"/>
            </a:pPr>
            <a:r>
              <a:rPr lang="zh-CN" altLang="en-US"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因为</a:t>
            </a:r>
            <a:r>
              <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2x &gt; n</a:t>
            </a:r>
            <a:r>
              <a:rPr lang="zh-CN" altLang="en-US"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，若在</a:t>
            </a:r>
            <a:r>
              <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A</a:t>
            </a:r>
            <a:r>
              <a:rPr lang="zh-CN" altLang="en-US"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上有两个事务同时获取了全局排它锁，则至少有一个副本同时被排它锁两次，与锁协议矛盾，因而至多一个全局排它锁</a:t>
            </a:r>
            <a:endPar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endParaRPr>
          </a:p>
          <a:p>
            <a:pPr marL="214313" indent="-214313">
              <a:lnSpc>
                <a:spcPct val="100000"/>
              </a:lnSpc>
              <a:spcBef>
                <a:spcPts val="450"/>
              </a:spcBef>
              <a:spcAft>
                <a:spcPct val="0"/>
              </a:spcAft>
              <a:buClrTx/>
              <a:buSzTx/>
              <a:buFont typeface="Wingdings" panose="05000000000000000000" pitchFamily="2" charset="2"/>
              <a:buChar char="l"/>
            </a:pPr>
            <a:r>
              <a:rPr lang="zh-CN" altLang="en-US"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因为</a:t>
            </a:r>
            <a:r>
              <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s + x &gt; n</a:t>
            </a:r>
            <a:r>
              <a:rPr lang="zh-CN" altLang="en-US"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，若在</a:t>
            </a:r>
            <a:r>
              <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A</a:t>
            </a:r>
            <a:r>
              <a:rPr lang="zh-CN" altLang="en-US"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上有两个事务分别获取了全局排它锁和全局共享锁，则至少有一个副本同时被排它和共享锁定，与所协议矛盾，因而不会同时有排它</a:t>
            </a:r>
            <a:r>
              <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a:t>
            </a:r>
            <a:r>
              <a:rPr lang="zh-CN" altLang="en-US"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rPr>
              <a:t>共享锁</a:t>
            </a:r>
            <a:endParaRPr lang="en-US" altLang="zh-CN" sz="1350" b="1" dirty="0">
              <a:solidFill>
                <a:srgbClr val="FF0000"/>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endParaRPr>
          </a:p>
        </p:txBody>
      </p:sp>
      <p:sp>
        <p:nvSpPr>
          <p:cNvPr id="19" name="Text Box 9">
            <a:extLst>
              <a:ext uri="{FF2B5EF4-FFF2-40B4-BE49-F238E27FC236}">
                <a16:creationId xmlns:a16="http://schemas.microsoft.com/office/drawing/2014/main" id="{A9F28A47-CC4D-4674-9274-6AED7D757FC8}"/>
              </a:ext>
            </a:extLst>
          </p:cNvPr>
          <p:cNvSpPr txBox="1">
            <a:spLocks noChangeArrowheads="1"/>
          </p:cNvSpPr>
          <p:nvPr/>
        </p:nvSpPr>
        <p:spPr bwMode="auto">
          <a:xfrm>
            <a:off x="1077169" y="4373269"/>
            <a:ext cx="2814168" cy="553998"/>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Wingdings 3" panose="05040102010807070707" pitchFamily="18" charset="2"/>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Wingdings 3" panose="05040102010807070707" pitchFamily="18" charset="2"/>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9pPr>
          </a:lstStyle>
          <a:p>
            <a:pPr marL="257175" indent="-257175">
              <a:lnSpc>
                <a:spcPct val="100000"/>
              </a:lnSpc>
              <a:spcBef>
                <a:spcPct val="0"/>
              </a:spcBef>
              <a:spcAft>
                <a:spcPct val="0"/>
              </a:spcAft>
              <a:buClrTx/>
              <a:buSzTx/>
              <a:buFont typeface="Wingdings" panose="05000000000000000000" pitchFamily="2" charset="2"/>
              <a:buChar char="l"/>
            </a:pPr>
            <a:r>
              <a:rPr lang="en-US" altLang="zh-CN" sz="1500" dirty="0">
                <a:solidFill>
                  <a:srgbClr val="FF0000"/>
                </a:solidFill>
                <a:latin typeface="Microsoft YaHei" panose="020B0503020204020204" pitchFamily="34" charset="-122"/>
                <a:ea typeface="Microsoft YaHei" panose="020B0503020204020204" pitchFamily="34" charset="-122"/>
              </a:rPr>
              <a:t>s = 1, x = n</a:t>
            </a:r>
          </a:p>
          <a:p>
            <a:pPr marL="257175" indent="-257175">
              <a:lnSpc>
                <a:spcPct val="100000"/>
              </a:lnSpc>
              <a:spcBef>
                <a:spcPct val="0"/>
              </a:spcBef>
              <a:spcAft>
                <a:spcPct val="0"/>
              </a:spcAft>
              <a:buClrTx/>
              <a:buSzTx/>
              <a:buFont typeface="Wingdings" panose="05000000000000000000" pitchFamily="2" charset="2"/>
              <a:buChar char="l"/>
            </a:pPr>
            <a:r>
              <a:rPr lang="en-US" altLang="zh-CN" sz="1500" dirty="0">
                <a:solidFill>
                  <a:srgbClr val="FF0000"/>
                </a:solidFill>
                <a:latin typeface="Microsoft YaHei" panose="020B0503020204020204" pitchFamily="34" charset="-122"/>
                <a:ea typeface="Microsoft YaHei" panose="020B0503020204020204" pitchFamily="34" charset="-122"/>
              </a:rPr>
              <a:t>s = x = ceil((n + 1) / 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A574A-13FA-A5FD-F5CB-466938B0D40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77834B1-BDCA-1F92-3A69-2E584EC304FE}"/>
              </a:ext>
            </a:extLst>
          </p:cNvPr>
          <p:cNvSpPr txBox="1"/>
          <p:nvPr/>
        </p:nvSpPr>
        <p:spPr>
          <a:xfrm>
            <a:off x="1006545" y="2781596"/>
            <a:ext cx="7458075" cy="642035"/>
          </a:xfrm>
          <a:prstGeom prst="rect">
            <a:avLst/>
          </a:prstGeom>
          <a:noFill/>
          <a:ln/>
        </p:spPr>
        <p:txBody>
          <a:bodyPr wrap="square" lIns="0" tIns="0" rIns="0" bIns="0" rtlCol="0" anchor="t">
            <a:spAutoFit/>
          </a:bodyPr>
          <a:lstStyle/>
          <a:p>
            <a:pPr marL="0" indent="0" algn="l">
              <a:lnSpc>
                <a:spcPct val="96000"/>
              </a:lnSpc>
              <a:buNone/>
            </a:pPr>
            <a:r>
              <a:rPr lang="zh-CN" altLang="en-US" sz="4346" b="1" dirty="0">
                <a:solidFill>
                  <a:srgbClr val="414141"/>
                </a:solidFill>
                <a:latin typeface="Microsoft YaHei" panose="020B0503020204020204" pitchFamily="34" charset="-122"/>
                <a:ea typeface="Microsoft YaHei" panose="020B0503020204020204" pitchFamily="34" charset="-122"/>
                <a:cs typeface="SourceHanSansSC-Regular"/>
              </a:rPr>
              <a:t>对等分布式搜索</a:t>
            </a:r>
            <a:endParaRPr lang="en-US" sz="4346" dirty="0">
              <a:latin typeface="Microsoft YaHei" panose="020B0503020204020204" pitchFamily="34" charset="-122"/>
              <a:ea typeface="Microsoft YaHei" panose="020B0503020204020204" pitchFamily="34" charset="-122"/>
            </a:endParaRPr>
          </a:p>
        </p:txBody>
      </p:sp>
      <p:sp>
        <p:nvSpPr>
          <p:cNvPr id="3" name="Shape 1">
            <a:extLst>
              <a:ext uri="{FF2B5EF4-FFF2-40B4-BE49-F238E27FC236}">
                <a16:creationId xmlns:a16="http://schemas.microsoft.com/office/drawing/2014/main" id="{9566247A-45A1-ED2B-C4E4-0E9C555AEE8A}"/>
              </a:ext>
            </a:extLst>
          </p:cNvPr>
          <p:cNvSpPr/>
          <p:nvPr/>
        </p:nvSpPr>
        <p:spPr>
          <a:xfrm>
            <a:off x="1006545" y="1145447"/>
            <a:ext cx="1266735" cy="1112002"/>
          </a:xfrm>
          <a:custGeom>
            <a:avLst/>
            <a:gdLst/>
            <a:ahLst/>
            <a:cxnLst/>
            <a:rect l="l" t="t" r="r" b="b"/>
            <a:pathLst>
              <a:path w="1266735" h="1112002">
                <a:moveTo>
                  <a:pt x="0" y="0"/>
                </a:moveTo>
                <a:lnTo>
                  <a:pt x="1266735" y="0"/>
                </a:lnTo>
                <a:lnTo>
                  <a:pt x="1266735" y="1112002"/>
                </a:lnTo>
                <a:lnTo>
                  <a:pt x="0" y="1112002"/>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 name="Text 2">
            <a:extLst>
              <a:ext uri="{FF2B5EF4-FFF2-40B4-BE49-F238E27FC236}">
                <a16:creationId xmlns:a16="http://schemas.microsoft.com/office/drawing/2014/main" id="{797F0FFB-64D3-D920-EAAC-E7E46F51DDB9}"/>
              </a:ext>
            </a:extLst>
          </p:cNvPr>
          <p:cNvSpPr txBox="1"/>
          <p:nvPr/>
        </p:nvSpPr>
        <p:spPr>
          <a:xfrm>
            <a:off x="861243" y="1476441"/>
            <a:ext cx="1557338" cy="481012"/>
          </a:xfrm>
          <a:prstGeom prst="rect">
            <a:avLst/>
          </a:prstGeom>
          <a:noFill/>
          <a:ln/>
        </p:spPr>
        <p:txBody>
          <a:bodyPr wrap="square" lIns="0" tIns="0" rIns="0" bIns="0" rtlCol="0" anchor="t">
            <a:spAutoFit/>
          </a:bodyPr>
          <a:lstStyle/>
          <a:p>
            <a:pPr marL="0" indent="0" algn="ctr">
              <a:lnSpc>
                <a:spcPct val="96000"/>
              </a:lnSpc>
              <a:buNone/>
            </a:pPr>
            <a:r>
              <a:rPr lang="en" altLang="en-US" sz="3150" b="1" dirty="0">
                <a:solidFill>
                  <a:srgbClr val="FFFFFF"/>
                </a:solidFill>
                <a:latin typeface="Microsoft YaHei" panose="020B0503020204020204" pitchFamily="34" charset="-122"/>
                <a:ea typeface="Microsoft YaHei" panose="020B0503020204020204" pitchFamily="34" charset="-122"/>
                <a:cs typeface="SourceHanSansSC-Regular"/>
              </a:rPr>
              <a:t>PART</a:t>
            </a:r>
            <a:endParaRPr lang="en-US" sz="455" dirty="0">
              <a:latin typeface="Microsoft YaHei" panose="020B0503020204020204" pitchFamily="34" charset="-122"/>
              <a:ea typeface="Microsoft YaHei" panose="020B0503020204020204" pitchFamily="34" charset="-122"/>
            </a:endParaRPr>
          </a:p>
        </p:txBody>
      </p:sp>
      <p:sp>
        <p:nvSpPr>
          <p:cNvPr id="5" name="Shape 3">
            <a:extLst>
              <a:ext uri="{FF2B5EF4-FFF2-40B4-BE49-F238E27FC236}">
                <a16:creationId xmlns:a16="http://schemas.microsoft.com/office/drawing/2014/main" id="{5AB8D5D3-5A16-B85B-5AF8-CFC48AE577DC}"/>
              </a:ext>
            </a:extLst>
          </p:cNvPr>
          <p:cNvSpPr/>
          <p:nvPr/>
        </p:nvSpPr>
        <p:spPr>
          <a:xfrm>
            <a:off x="0"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6" name="Shape 4">
            <a:extLst>
              <a:ext uri="{FF2B5EF4-FFF2-40B4-BE49-F238E27FC236}">
                <a16:creationId xmlns:a16="http://schemas.microsoft.com/office/drawing/2014/main" id="{0E17304F-36BF-D0B0-0B24-270C8FF907B9}"/>
              </a:ext>
            </a:extLst>
          </p:cNvPr>
          <p:cNvSpPr/>
          <p:nvPr/>
        </p:nvSpPr>
        <p:spPr>
          <a:xfrm>
            <a:off x="2289867"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 name="Shape 5">
            <a:extLst>
              <a:ext uri="{FF2B5EF4-FFF2-40B4-BE49-F238E27FC236}">
                <a16:creationId xmlns:a16="http://schemas.microsoft.com/office/drawing/2014/main" id="{0648F105-CAD6-2D75-A6D3-EE72D91EF653}"/>
              </a:ext>
            </a:extLst>
          </p:cNvPr>
          <p:cNvSpPr/>
          <p:nvPr/>
        </p:nvSpPr>
        <p:spPr>
          <a:xfrm>
            <a:off x="4562321"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 name="Shape 6">
            <a:extLst>
              <a:ext uri="{FF2B5EF4-FFF2-40B4-BE49-F238E27FC236}">
                <a16:creationId xmlns:a16="http://schemas.microsoft.com/office/drawing/2014/main" id="{6332C183-35AC-351C-6740-AEE524471BE9}"/>
              </a:ext>
            </a:extLst>
          </p:cNvPr>
          <p:cNvSpPr/>
          <p:nvPr/>
        </p:nvSpPr>
        <p:spPr>
          <a:xfrm>
            <a:off x="6852188" y="4808141"/>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 name="Shape 7">
            <a:extLst>
              <a:ext uri="{FF2B5EF4-FFF2-40B4-BE49-F238E27FC236}">
                <a16:creationId xmlns:a16="http://schemas.microsoft.com/office/drawing/2014/main" id="{A71E657F-8646-134A-3C16-4943610ACCF4}"/>
              </a:ext>
            </a:extLst>
          </p:cNvPr>
          <p:cNvSpPr/>
          <p:nvPr/>
        </p:nvSpPr>
        <p:spPr>
          <a:xfrm>
            <a:off x="0"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0" name="Shape 8">
            <a:extLst>
              <a:ext uri="{FF2B5EF4-FFF2-40B4-BE49-F238E27FC236}">
                <a16:creationId xmlns:a16="http://schemas.microsoft.com/office/drawing/2014/main" id="{B209884B-F87E-F53E-9AF0-CBB8BEB9ABBD}"/>
              </a:ext>
            </a:extLst>
          </p:cNvPr>
          <p:cNvSpPr/>
          <p:nvPr/>
        </p:nvSpPr>
        <p:spPr>
          <a:xfrm>
            <a:off x="2289867"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Shape 9">
            <a:extLst>
              <a:ext uri="{FF2B5EF4-FFF2-40B4-BE49-F238E27FC236}">
                <a16:creationId xmlns:a16="http://schemas.microsoft.com/office/drawing/2014/main" id="{44D67CE6-A2E3-6803-D3F6-48D693FAF48B}"/>
              </a:ext>
            </a:extLst>
          </p:cNvPr>
          <p:cNvSpPr/>
          <p:nvPr/>
        </p:nvSpPr>
        <p:spPr>
          <a:xfrm>
            <a:off x="4562321"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Shape 10">
            <a:extLst>
              <a:ext uri="{FF2B5EF4-FFF2-40B4-BE49-F238E27FC236}">
                <a16:creationId xmlns:a16="http://schemas.microsoft.com/office/drawing/2014/main" id="{9E268964-35DF-EE42-2EDA-CEDE30B92A64}"/>
              </a:ext>
            </a:extLst>
          </p:cNvPr>
          <p:cNvSpPr/>
          <p:nvPr/>
        </p:nvSpPr>
        <p:spPr>
          <a:xfrm>
            <a:off x="6852188" y="-244209"/>
            <a:ext cx="2289867" cy="334084"/>
          </a:xfrm>
          <a:custGeom>
            <a:avLst/>
            <a:gdLst/>
            <a:ahLst/>
            <a:cxnLst/>
            <a:rect l="l" t="t" r="r" b="b"/>
            <a:pathLst>
              <a:path w="2289867" h="334084">
                <a:moveTo>
                  <a:pt x="0" y="0"/>
                </a:moveTo>
                <a:lnTo>
                  <a:pt x="2289867" y="0"/>
                </a:lnTo>
                <a:lnTo>
                  <a:pt x="2289867" y="334084"/>
                </a:lnTo>
                <a:lnTo>
                  <a:pt x="0" y="334084"/>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Shape 11">
            <a:extLst>
              <a:ext uri="{FF2B5EF4-FFF2-40B4-BE49-F238E27FC236}">
                <a16:creationId xmlns:a16="http://schemas.microsoft.com/office/drawing/2014/main" id="{CD68F37A-1C15-2F34-7D19-EBB1FB3510E5}"/>
              </a:ext>
            </a:extLst>
          </p:cNvPr>
          <p:cNvSpPr/>
          <p:nvPr/>
        </p:nvSpPr>
        <p:spPr>
          <a:xfrm>
            <a:off x="7336119"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5220"/>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Shape 12">
            <a:extLst>
              <a:ext uri="{FF2B5EF4-FFF2-40B4-BE49-F238E27FC236}">
                <a16:creationId xmlns:a16="http://schemas.microsoft.com/office/drawing/2014/main" id="{48FC3D99-0639-908D-33A4-917021B44D7F}"/>
              </a:ext>
            </a:extLst>
          </p:cNvPr>
          <p:cNvSpPr/>
          <p:nvPr/>
        </p:nvSpPr>
        <p:spPr>
          <a:xfrm>
            <a:off x="7573491"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FDA32F"/>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5" name="Shape 13">
            <a:extLst>
              <a:ext uri="{FF2B5EF4-FFF2-40B4-BE49-F238E27FC236}">
                <a16:creationId xmlns:a16="http://schemas.microsoft.com/office/drawing/2014/main" id="{71E0A517-1562-31F9-A8F8-23E41E8CCB60}"/>
              </a:ext>
            </a:extLst>
          </p:cNvPr>
          <p:cNvSpPr/>
          <p:nvPr/>
        </p:nvSpPr>
        <p:spPr>
          <a:xfrm>
            <a:off x="7810862"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48577"/>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 name="Shape 14">
            <a:extLst>
              <a:ext uri="{FF2B5EF4-FFF2-40B4-BE49-F238E27FC236}">
                <a16:creationId xmlns:a16="http://schemas.microsoft.com/office/drawing/2014/main" id="{F67CA4EB-59A2-9228-291D-0EE65BF7EF1A}"/>
              </a:ext>
            </a:extLst>
          </p:cNvPr>
          <p:cNvSpPr/>
          <p:nvPr/>
        </p:nvSpPr>
        <p:spPr>
          <a:xfrm>
            <a:off x="8048233" y="4018658"/>
            <a:ext cx="139067" cy="129483"/>
          </a:xfrm>
          <a:custGeom>
            <a:avLst/>
            <a:gdLst/>
            <a:ahLst/>
            <a:cxnLst/>
            <a:rect l="l" t="t" r="r" b="b"/>
            <a:pathLst>
              <a:path w="139067" h="129483">
                <a:moveTo>
                  <a:pt x="0" y="0"/>
                </a:moveTo>
                <a:lnTo>
                  <a:pt x="139067" y="0"/>
                </a:lnTo>
                <a:lnTo>
                  <a:pt x="139067" y="129483"/>
                </a:lnTo>
                <a:lnTo>
                  <a:pt x="0" y="129483"/>
                </a:lnTo>
                <a:close/>
              </a:path>
            </a:pathLst>
          </a:custGeom>
          <a:solidFill>
            <a:srgbClr val="153033"/>
          </a:solidFill>
          <a:ln/>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 name="Text 15">
            <a:extLst>
              <a:ext uri="{FF2B5EF4-FFF2-40B4-BE49-F238E27FC236}">
                <a16:creationId xmlns:a16="http://schemas.microsoft.com/office/drawing/2014/main" id="{5D904191-5508-2082-B607-2A1208342A70}"/>
              </a:ext>
            </a:extLst>
          </p:cNvPr>
          <p:cNvSpPr txBox="1"/>
          <p:nvPr/>
        </p:nvSpPr>
        <p:spPr>
          <a:xfrm>
            <a:off x="2716533" y="1294012"/>
            <a:ext cx="846327" cy="807913"/>
          </a:xfrm>
          <a:prstGeom prst="rect">
            <a:avLst/>
          </a:prstGeom>
          <a:noFill/>
          <a:ln/>
        </p:spPr>
        <p:txBody>
          <a:bodyPr wrap="square" lIns="0" tIns="0" rIns="0" bIns="0" rtlCol="0" anchor="ctr">
            <a:spAutoFit/>
          </a:bodyPr>
          <a:lstStyle/>
          <a:p>
            <a:pPr marL="0" indent="0" algn="ctr">
              <a:buNone/>
            </a:pPr>
            <a:r>
              <a:rPr lang="en-US" sz="5250" b="1" dirty="0">
                <a:solidFill>
                  <a:srgbClr val="FD5220"/>
                </a:solidFill>
                <a:latin typeface="Microsoft YaHei" panose="020B0503020204020204" pitchFamily="34" charset="-122"/>
                <a:ea typeface="Microsoft YaHei" panose="020B0503020204020204" pitchFamily="34" charset="-122"/>
                <a:cs typeface="SourceHanSansSC-Regular"/>
              </a:rPr>
              <a:t>0</a:t>
            </a:r>
            <a:r>
              <a:rPr lang="en-US" altLang="zh-CN" sz="5250" b="1" dirty="0">
                <a:solidFill>
                  <a:srgbClr val="FD5220"/>
                </a:solidFill>
                <a:latin typeface="Microsoft YaHei" panose="020B0503020204020204" pitchFamily="34" charset="-122"/>
                <a:ea typeface="Microsoft YaHei" panose="020B0503020204020204" pitchFamily="34" charset="-122"/>
                <a:cs typeface="SourceHanSansSC-Regular"/>
              </a:rPr>
              <a:t>7</a:t>
            </a:r>
            <a:endParaRPr lang="en-US" sz="525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8986887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内容占位符 3">
            <a:extLst>
              <a:ext uri="{FF2B5EF4-FFF2-40B4-BE49-F238E27FC236}">
                <a16:creationId xmlns:a16="http://schemas.microsoft.com/office/drawing/2014/main" id="{331248EE-B70E-4CA5-9453-0C5541C0D56D}"/>
              </a:ext>
            </a:extLst>
          </p:cNvPr>
          <p:cNvSpPr>
            <a:spLocks noGrp="1"/>
          </p:cNvSpPr>
          <p:nvPr/>
        </p:nvSpPr>
        <p:spPr>
          <a:xfrm>
            <a:off x="460595" y="894486"/>
            <a:ext cx="8222810" cy="3765265"/>
          </a:xfrm>
          <a:prstGeom prst="rect">
            <a:avLst/>
          </a:prstGeom>
        </p:spPr>
        <p:txBody>
          <a:bodyPr/>
          <a:lstStyle>
            <a:lvl1pPr marL="0" indent="0" algn="l" defTabSz="913765" rtl="0" eaLnBrk="1" latinLnBrk="0" hangingPunct="1">
              <a:lnSpc>
                <a:spcPct val="90000"/>
              </a:lnSpc>
              <a:spcBef>
                <a:spcPts val="1000"/>
              </a:spcBef>
              <a:buFont typeface="Arial" panose="020B0604020202020204" pitchFamily="34" charset="0"/>
              <a:buNone/>
              <a:defRPr sz="2400" kern="1200">
                <a:solidFill>
                  <a:schemeClr val="tx1"/>
                </a:solidFill>
                <a:latin typeface="+mn-ea"/>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7175" indent="-257175">
              <a:buFont typeface="Wingdings" panose="05000000000000000000" pitchFamily="2" charset="2"/>
              <a:buChar char="l"/>
            </a:pPr>
            <a:r>
              <a:rPr lang="zh-CN" altLang="en-US" sz="1800" dirty="0">
                <a:latin typeface="Microsoft YaHei" panose="020B0503020204020204" pitchFamily="34" charset="-122"/>
                <a:ea typeface="Microsoft YaHei" panose="020B0503020204020204" pitchFamily="34" charset="-122"/>
              </a:rPr>
              <a:t>对等网络为一个节点或端（参与机器）的集合</a:t>
            </a:r>
            <a:endParaRPr lang="en-US" altLang="zh-CN" sz="18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自治性：参与者不受任何总控的管理并可以随意加入或退出网络</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松耦合：基于通用网络通信，如互联网，而不必通过类似并行机器的硬件总线连接</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功能相同：不存在领导节点或控制节点</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共享：节点彼此之间资源共享</a:t>
            </a:r>
            <a:endParaRPr lang="en-US" altLang="zh-CN" sz="1500" dirty="0">
              <a:latin typeface="Microsoft YaHei" panose="020B0503020204020204" pitchFamily="34" charset="-122"/>
              <a:ea typeface="Microsoft YaHei" panose="020B0503020204020204" pitchFamily="34" charset="-122"/>
            </a:endParaRPr>
          </a:p>
          <a:p>
            <a:pPr marL="257175" indent="-257175">
              <a:buFont typeface="Wingdings" panose="05000000000000000000" pitchFamily="2" charset="2"/>
              <a:buChar char="l"/>
            </a:pPr>
            <a:r>
              <a:rPr lang="zh-CN" altLang="en-US" sz="1800" dirty="0">
                <a:latin typeface="Microsoft YaHei" panose="020B0503020204020204" pitchFamily="34" charset="-122"/>
                <a:ea typeface="Microsoft YaHei" panose="020B0503020204020204" pitchFamily="34" charset="-122"/>
              </a:rPr>
              <a:t>分布式哈希问题</a:t>
            </a:r>
            <a:endParaRPr lang="en-US" altLang="zh-CN" sz="18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问题：在一个非常大的</a:t>
            </a:r>
            <a:r>
              <a:rPr lang="en-US" altLang="zh-CN" sz="1500" dirty="0">
                <a:latin typeface="Microsoft YaHei" panose="020B0503020204020204" pitchFamily="34" charset="-122"/>
                <a:ea typeface="Microsoft YaHei" panose="020B0503020204020204" pitchFamily="34" charset="-122"/>
              </a:rPr>
              <a:t>key-value</a:t>
            </a:r>
            <a:r>
              <a:rPr lang="zh-CN" altLang="en-US" sz="1500" dirty="0">
                <a:latin typeface="Microsoft YaHei" panose="020B0503020204020204" pitchFamily="34" charset="-122"/>
                <a:ea typeface="Microsoft YaHei" panose="020B0503020204020204" pitchFamily="34" charset="-122"/>
              </a:rPr>
              <a:t>对集合中进行点查询</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应用：文档记录查找</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若</a:t>
            </a:r>
            <a:r>
              <a:rPr lang="en-US" altLang="zh-CN" sz="1500" dirty="0">
                <a:latin typeface="Microsoft YaHei" panose="020B0503020204020204" pitchFamily="34" charset="-122"/>
                <a:ea typeface="Microsoft YaHei" panose="020B0503020204020204" pitchFamily="34" charset="-122"/>
              </a:rPr>
              <a:t>key-value</a:t>
            </a:r>
            <a:r>
              <a:rPr lang="zh-CN" altLang="en-US" sz="1500" dirty="0">
                <a:latin typeface="Microsoft YaHei" panose="020B0503020204020204" pitchFamily="34" charset="-122"/>
                <a:ea typeface="Microsoft YaHei" panose="020B0503020204020204" pitchFamily="34" charset="-122"/>
              </a:rPr>
              <a:t>数据的数量比较小，可以引入中心节点维护所有</a:t>
            </a:r>
            <a:r>
              <a:rPr lang="en-US" altLang="zh-CN" sz="1500" dirty="0">
                <a:latin typeface="Microsoft YaHei" panose="020B0503020204020204" pitchFamily="34" charset="-122"/>
                <a:ea typeface="Microsoft YaHei" panose="020B0503020204020204" pitchFamily="34" charset="-122"/>
              </a:rPr>
              <a:t>key-value</a:t>
            </a:r>
            <a:r>
              <a:rPr lang="zh-CN" altLang="en-US" sz="1500" dirty="0">
                <a:latin typeface="Microsoft YaHei" panose="020B0503020204020204" pitchFamily="34" charset="-122"/>
                <a:ea typeface="Microsoft YaHei" panose="020B0503020204020204" pitchFamily="34" charset="-122"/>
              </a:rPr>
              <a:t>表</a:t>
            </a:r>
            <a:endParaRPr lang="en-US" altLang="zh-CN" sz="1500" dirty="0">
              <a:latin typeface="Microsoft YaHei" panose="020B0503020204020204" pitchFamily="34" charset="-122"/>
              <a:ea typeface="Microsoft YaHei" panose="020B0503020204020204" pitchFamily="34" charset="-122"/>
            </a:endParaRPr>
          </a:p>
          <a:p>
            <a:pPr marL="771525" lvl="1"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若</a:t>
            </a:r>
            <a:r>
              <a:rPr lang="en-US" altLang="zh-CN" sz="1500" dirty="0">
                <a:latin typeface="Microsoft YaHei" panose="020B0503020204020204" pitchFamily="34" charset="-122"/>
                <a:ea typeface="Microsoft YaHei" panose="020B0503020204020204" pitchFamily="34" charset="-122"/>
              </a:rPr>
              <a:t>key-value</a:t>
            </a:r>
            <a:r>
              <a:rPr lang="zh-CN" altLang="en-US" sz="1500" dirty="0">
                <a:latin typeface="Microsoft YaHei" panose="020B0503020204020204" pitchFamily="34" charset="-122"/>
                <a:ea typeface="Microsoft YaHei" panose="020B0503020204020204" pitchFamily="34" charset="-122"/>
              </a:rPr>
              <a:t>数据的数量非常大，单个节点难以容纳。可以通过如下约束考虑问题</a:t>
            </a:r>
            <a:endParaRPr lang="en-US" altLang="zh-CN" sz="1500" dirty="0">
              <a:latin typeface="Microsoft YaHei" panose="020B0503020204020204" pitchFamily="34" charset="-122"/>
              <a:ea typeface="Microsoft YaHei" panose="020B0503020204020204" pitchFamily="34" charset="-122"/>
            </a:endParaRPr>
          </a:p>
          <a:p>
            <a:pPr marL="1114425" lvl="2"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任意时刻，所有端节点中仅有一个节点维护某个</a:t>
            </a:r>
            <a:r>
              <a:rPr lang="en-US" altLang="zh-CN" sz="1500" dirty="0">
                <a:latin typeface="Microsoft YaHei" panose="020B0503020204020204" pitchFamily="34" charset="-122"/>
                <a:ea typeface="Microsoft YaHei" panose="020B0503020204020204" pitchFamily="34" charset="-122"/>
              </a:rPr>
              <a:t>key</a:t>
            </a:r>
            <a:r>
              <a:rPr lang="zh-CN" altLang="en-US" sz="1500" dirty="0">
                <a:latin typeface="Microsoft YaHei" panose="020B0503020204020204" pitchFamily="34" charset="-122"/>
                <a:ea typeface="Microsoft YaHei" panose="020B0503020204020204" pitchFamily="34" charset="-122"/>
              </a:rPr>
              <a:t>所对应的</a:t>
            </a:r>
            <a:r>
              <a:rPr lang="en-US" altLang="zh-CN" sz="1500" dirty="0">
                <a:latin typeface="Microsoft YaHei" panose="020B0503020204020204" pitchFamily="34" charset="-122"/>
                <a:ea typeface="Microsoft YaHei" panose="020B0503020204020204" pitchFamily="34" charset="-122"/>
              </a:rPr>
              <a:t>value</a:t>
            </a:r>
          </a:p>
          <a:p>
            <a:pPr marL="1114425" lvl="2" indent="-257175">
              <a:buFont typeface="Wingdings" panose="05000000000000000000" pitchFamily="2" charset="2"/>
              <a:buChar char="l"/>
            </a:pPr>
            <a:r>
              <a:rPr lang="en-US" altLang="zh-CN" sz="1500" dirty="0">
                <a:latin typeface="Microsoft YaHei" panose="020B0503020204020204" pitchFamily="34" charset="-122"/>
                <a:ea typeface="Microsoft YaHei" panose="020B0503020204020204" pitchFamily="34" charset="-122"/>
              </a:rPr>
              <a:t>Key-value</a:t>
            </a:r>
            <a:r>
              <a:rPr lang="zh-CN" altLang="en-US" sz="1500" dirty="0">
                <a:latin typeface="Microsoft YaHei" panose="020B0503020204020204" pitchFamily="34" charset="-122"/>
                <a:ea typeface="Microsoft YaHei" panose="020B0503020204020204" pitchFamily="34" charset="-122"/>
              </a:rPr>
              <a:t>对近似等价地被分布在不同的端节点上</a:t>
            </a:r>
            <a:endParaRPr lang="en-US" altLang="zh-CN" sz="1500" dirty="0">
              <a:latin typeface="Microsoft YaHei" panose="020B0503020204020204" pitchFamily="34" charset="-122"/>
              <a:ea typeface="Microsoft YaHei" panose="020B0503020204020204" pitchFamily="34" charset="-122"/>
            </a:endParaRPr>
          </a:p>
          <a:p>
            <a:pPr marL="1114425" lvl="2"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任意节点可以询问这些端节点一个选定的</a:t>
            </a:r>
            <a:r>
              <a:rPr lang="en-US" altLang="zh-CN" sz="1500" dirty="0">
                <a:latin typeface="Microsoft YaHei" panose="020B0503020204020204" pitchFamily="34" charset="-122"/>
                <a:ea typeface="Microsoft YaHei" panose="020B0503020204020204" pitchFamily="34" charset="-122"/>
              </a:rPr>
              <a:t>key</a:t>
            </a:r>
            <a:r>
              <a:rPr lang="zh-CN" altLang="en-US" sz="1500" dirty="0">
                <a:latin typeface="Microsoft YaHei" panose="020B0503020204020204" pitchFamily="34" charset="-122"/>
                <a:ea typeface="Microsoft YaHei" panose="020B0503020204020204" pitchFamily="34" charset="-122"/>
              </a:rPr>
              <a:t>的</a:t>
            </a:r>
            <a:r>
              <a:rPr lang="en-US" altLang="zh-CN" sz="1500" dirty="0">
                <a:latin typeface="Microsoft YaHei" panose="020B0503020204020204" pitchFamily="34" charset="-122"/>
                <a:ea typeface="Microsoft YaHei" panose="020B0503020204020204" pitchFamily="34" charset="-122"/>
              </a:rPr>
              <a:t>value</a:t>
            </a:r>
          </a:p>
          <a:p>
            <a:pPr marL="1114425" lvl="2" indent="-257175">
              <a:buFont typeface="Wingdings" panose="05000000000000000000" pitchFamily="2" charset="2"/>
              <a:buChar char="l"/>
            </a:pPr>
            <a:r>
              <a:rPr lang="zh-CN" altLang="en-US" sz="1500" dirty="0">
                <a:latin typeface="Microsoft YaHei" panose="020B0503020204020204" pitchFamily="34" charset="-122"/>
                <a:ea typeface="Microsoft YaHei" panose="020B0503020204020204" pitchFamily="34" charset="-122"/>
              </a:rPr>
              <a:t>为了定位</a:t>
            </a:r>
            <a:r>
              <a:rPr lang="en-US" altLang="zh-CN" sz="1500" dirty="0">
                <a:latin typeface="Microsoft YaHei" panose="020B0503020204020204" pitchFamily="34" charset="-122"/>
                <a:ea typeface="Microsoft YaHei" panose="020B0503020204020204" pitchFamily="34" charset="-122"/>
              </a:rPr>
              <a:t>key</a:t>
            </a:r>
            <a:r>
              <a:rPr lang="zh-CN" altLang="en-US" sz="1500" dirty="0">
                <a:latin typeface="Microsoft YaHei" panose="020B0503020204020204" pitchFamily="34" charset="-122"/>
                <a:ea typeface="Microsoft YaHei" panose="020B0503020204020204" pitchFamily="34" charset="-122"/>
              </a:rPr>
              <a:t>的路由信息量的增长必须比节点数量增长得更慢</a:t>
            </a:r>
            <a:endParaRPr lang="en-US" altLang="zh-CN" sz="1500" dirty="0">
              <a:latin typeface="Microsoft YaHei" panose="020B0503020204020204" pitchFamily="34" charset="-122"/>
              <a:ea typeface="Microsoft YaHei" panose="020B0503020204020204" pitchFamily="34" charset="-122"/>
            </a:endParaRPr>
          </a:p>
        </p:txBody>
      </p:sp>
      <p:sp>
        <p:nvSpPr>
          <p:cNvPr id="4" name="标题 3">
            <a:extLst>
              <a:ext uri="{FF2B5EF4-FFF2-40B4-BE49-F238E27FC236}">
                <a16:creationId xmlns:a16="http://schemas.microsoft.com/office/drawing/2014/main" id="{F393B5A7-CBC3-EA9B-5F12-2A3098058431}"/>
              </a:ext>
            </a:extLst>
          </p:cNvPr>
          <p:cNvSpPr>
            <a:spLocks noGrp="1"/>
          </p:cNvSpPr>
          <p:nvPr>
            <p:ph type="title"/>
          </p:nvPr>
        </p:nvSpPr>
        <p:spPr/>
        <p:txBody>
          <a:bodyPr/>
          <a:lstStyle/>
          <a:p>
            <a:r>
              <a:rPr lang="zh-CN" altLang="en-US" dirty="0"/>
              <a:t>对等分布式搜索</a:t>
            </a:r>
          </a:p>
        </p:txBody>
      </p:sp>
      <p:sp>
        <p:nvSpPr>
          <p:cNvPr id="2" name="灯片编号占位符 1"/>
          <p:cNvSpPr>
            <a:spLocks noGrp="1"/>
          </p:cNvSpPr>
          <p:nvPr>
            <p:ph type="sldNum" sz="quarter" idx="12"/>
          </p:nvPr>
        </p:nvSpPr>
        <p:spPr/>
        <p:txBody>
          <a:bodyPr/>
          <a:lstStyle/>
          <a:p>
            <a:fld id="{D0399D1A-D296-42B7-916E-50FBDB540DBE}" type="slidenum">
              <a:rPr lang="zh-CN" altLang="en-US" smtClean="0"/>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26">
            <a:extLst>
              <a:ext uri="{FF2B5EF4-FFF2-40B4-BE49-F238E27FC236}">
                <a16:creationId xmlns:a16="http://schemas.microsoft.com/office/drawing/2014/main" id="{DD3B5F77-8347-607A-82AB-C388E5A15124}"/>
              </a:ext>
            </a:extLst>
          </p:cNvPr>
          <p:cNvSpPr>
            <a:spLocks noGrp="1"/>
          </p:cNvSpPr>
          <p:nvPr>
            <p:ph type="title"/>
          </p:nvPr>
        </p:nvSpPr>
        <p:spPr/>
        <p:txBody>
          <a:bodyPr>
            <a:normAutofit/>
          </a:bodyPr>
          <a:lstStyle/>
          <a:p>
            <a:r>
              <a:rPr lang="zh-CN" altLang="en-US" dirty="0"/>
              <a:t>带弦的圆</a:t>
            </a:r>
          </a:p>
        </p:txBody>
      </p:sp>
      <p:sp>
        <p:nvSpPr>
          <p:cNvPr id="4" name="内容占位符 3">
            <a:extLst>
              <a:ext uri="{FF2B5EF4-FFF2-40B4-BE49-F238E27FC236}">
                <a16:creationId xmlns:a16="http://schemas.microsoft.com/office/drawing/2014/main" id="{036BC413-6140-43E8-92A9-6F8B0C56EC9C}"/>
              </a:ext>
            </a:extLst>
          </p:cNvPr>
          <p:cNvSpPr>
            <a:spLocks noGrp="1"/>
          </p:cNvSpPr>
          <p:nvPr>
            <p:ph idx="1"/>
          </p:nvPr>
        </p:nvSpPr>
        <p:spPr/>
        <p:txBody>
          <a:bodyPr>
            <a:normAutofit fontScale="85000" lnSpcReduction="20000"/>
          </a:bodyPr>
          <a:lstStyle/>
          <a:p>
            <a:pPr marL="257175" indent="-257175">
              <a:buFont typeface="Wingdings" panose="05000000000000000000" pitchFamily="2" charset="2"/>
              <a:buChar char="l"/>
            </a:pPr>
            <a:r>
              <a:rPr lang="zh-CN" altLang="en-US" dirty="0"/>
              <a:t>在基于分布式哈希的算法中，端被配置成带弦的圆上，每个节点知道其前趋和后继节点，且节点与圆上位于指数增长距离的节点有链接（弦）</a:t>
            </a:r>
            <a:endParaRPr lang="en-US" altLang="zh-CN" dirty="0"/>
          </a:p>
          <a:p>
            <a:pPr marL="257175" indent="-257175">
              <a:buFont typeface="Wingdings" panose="05000000000000000000" pitchFamily="2" charset="2"/>
              <a:buChar char="l"/>
            </a:pPr>
            <a:r>
              <a:rPr lang="zh-CN" altLang="en-US" dirty="0"/>
              <a:t>过程</a:t>
            </a:r>
            <a:endParaRPr lang="en-US" altLang="zh-CN" dirty="0"/>
          </a:p>
          <a:p>
            <a:pPr marL="771525" lvl="1" indent="-257175">
              <a:buFont typeface="Wingdings" panose="05000000000000000000" pitchFamily="2" charset="2"/>
              <a:buChar char="l"/>
            </a:pPr>
            <a:r>
              <a:rPr lang="zh-CN" altLang="en-US" dirty="0"/>
              <a:t>为了在圆上放置一个节点，需要哈希节点</a:t>
            </a:r>
            <a:r>
              <a:rPr lang="en-US" altLang="zh-CN" dirty="0"/>
              <a:t>ID </a:t>
            </a:r>
            <a:r>
              <a:rPr lang="en-US" altLang="zh-CN" dirty="0" err="1"/>
              <a:t>i</a:t>
            </a:r>
            <a:r>
              <a:rPr lang="zh-CN" altLang="en-US" dirty="0"/>
              <a:t>，并置于位置</a:t>
            </a:r>
            <a:r>
              <a:rPr lang="en-US" altLang="zh-CN" dirty="0"/>
              <a:t>h(</a:t>
            </a:r>
            <a:r>
              <a:rPr lang="en-US" altLang="zh-CN" dirty="0" err="1"/>
              <a:t>i</a:t>
            </a:r>
            <a:r>
              <a:rPr lang="en-US" altLang="zh-CN" dirty="0"/>
              <a:t>)</a:t>
            </a:r>
          </a:p>
          <a:p>
            <a:pPr marL="771525" lvl="1" indent="-257175">
              <a:buFont typeface="Wingdings" panose="05000000000000000000" pitchFamily="2" charset="2"/>
              <a:buChar char="l"/>
            </a:pPr>
            <a:r>
              <a:rPr lang="zh-CN" altLang="en-US" dirty="0"/>
              <a:t>节点</a:t>
            </a:r>
            <a:r>
              <a:rPr lang="en-US" altLang="zh-CN" dirty="0"/>
              <a:t>Nh(</a:t>
            </a:r>
            <a:r>
              <a:rPr lang="en-US" altLang="zh-CN" dirty="0" err="1"/>
              <a:t>i</a:t>
            </a:r>
            <a:r>
              <a:rPr lang="en-US" altLang="zh-CN" dirty="0"/>
              <a:t>)</a:t>
            </a:r>
            <a:r>
              <a:rPr lang="zh-CN" altLang="en-US" dirty="0"/>
              <a:t>的后继为顺时针方向</a:t>
            </a:r>
            <a:r>
              <a:rPr lang="en-US" altLang="zh-CN" dirty="0"/>
              <a:t>h(</a:t>
            </a:r>
            <a:r>
              <a:rPr lang="en-US" altLang="zh-CN" dirty="0" err="1"/>
              <a:t>i</a:t>
            </a:r>
            <a:r>
              <a:rPr lang="en-US" altLang="zh-CN" dirty="0"/>
              <a:t>)</a:t>
            </a:r>
            <a:r>
              <a:rPr lang="zh-CN" altLang="en-US" dirty="0"/>
              <a:t>次高点</a:t>
            </a:r>
            <a:endParaRPr lang="en-US" altLang="zh-CN" dirty="0"/>
          </a:p>
          <a:p>
            <a:pPr marL="771525" lvl="1" indent="-257175">
              <a:buFont typeface="Wingdings" panose="05000000000000000000" pitchFamily="2" charset="2"/>
              <a:buChar char="l"/>
            </a:pPr>
            <a:r>
              <a:rPr lang="zh-CN" altLang="en-US" dirty="0"/>
              <a:t>给定哈希容量</a:t>
            </a:r>
            <a:r>
              <a:rPr lang="en-US" altLang="zh-CN" dirty="0"/>
              <a:t>m</a:t>
            </a:r>
            <a:r>
              <a:rPr lang="zh-CN" altLang="en-US" dirty="0"/>
              <a:t>，沿着圆存在</a:t>
            </a:r>
            <a:r>
              <a:rPr lang="en-US" altLang="zh-CN" dirty="0"/>
              <a:t>2</a:t>
            </a:r>
            <a:r>
              <a:rPr lang="en-US" altLang="zh-CN" baseline="30000" dirty="0"/>
              <a:t>m</a:t>
            </a:r>
            <a:r>
              <a:rPr lang="zh-CN" altLang="en-US" dirty="0"/>
              <a:t>种不同的可能位置</a:t>
            </a:r>
            <a:endParaRPr lang="en-US" altLang="zh-CN" dirty="0"/>
          </a:p>
          <a:p>
            <a:pPr marL="771525" lvl="1" indent="-257175">
              <a:buFont typeface="Wingdings" panose="05000000000000000000" pitchFamily="2" charset="2"/>
              <a:buChar char="l"/>
            </a:pPr>
            <a:r>
              <a:rPr lang="zh-CN" altLang="en-US" dirty="0"/>
              <a:t>数据放置</a:t>
            </a:r>
            <a:endParaRPr lang="en-US" altLang="zh-CN" dirty="0"/>
          </a:p>
          <a:p>
            <a:pPr marL="1114425" lvl="2" indent="-257175">
              <a:buFont typeface="Wingdings" panose="05000000000000000000" pitchFamily="2" charset="2"/>
              <a:buChar char="l"/>
            </a:pPr>
            <a:r>
              <a:rPr lang="zh-CN" altLang="en-US" dirty="0"/>
              <a:t>对于哈希值</a:t>
            </a:r>
            <a:r>
              <a:rPr lang="en-US" altLang="zh-CN" dirty="0"/>
              <a:t>h(K)</a:t>
            </a:r>
            <a:r>
              <a:rPr lang="zh-CN" altLang="en-US" dirty="0"/>
              <a:t>，置</a:t>
            </a:r>
            <a:r>
              <a:rPr lang="en-US" altLang="zh-CN" dirty="0"/>
              <a:t>(K,V)</a:t>
            </a:r>
            <a:r>
              <a:rPr lang="zh-CN" altLang="en-US" dirty="0"/>
              <a:t>于最小的</a:t>
            </a:r>
            <a:r>
              <a:rPr lang="en-US" altLang="zh-CN" dirty="0"/>
              <a:t>Nj</a:t>
            </a:r>
            <a:r>
              <a:rPr lang="zh-CN" altLang="en-US" dirty="0"/>
              <a:t>中，满足</a:t>
            </a:r>
            <a:r>
              <a:rPr lang="en-US" altLang="zh-CN" dirty="0"/>
              <a:t>h(K)&lt;=j</a:t>
            </a:r>
          </a:p>
          <a:p>
            <a:pPr marL="1114425" lvl="2" indent="-257175">
              <a:buFont typeface="Wingdings" panose="05000000000000000000" pitchFamily="2" charset="2"/>
              <a:buChar char="l"/>
            </a:pPr>
            <a:r>
              <a:rPr lang="zh-CN" altLang="en-US" dirty="0"/>
              <a:t>若</a:t>
            </a:r>
            <a:r>
              <a:rPr lang="en-US" altLang="zh-CN" dirty="0"/>
              <a:t>h(K)</a:t>
            </a:r>
            <a:r>
              <a:rPr lang="zh-CN" altLang="en-US" dirty="0"/>
              <a:t>超过最大的数值，</a:t>
            </a:r>
            <a:r>
              <a:rPr lang="en-US" altLang="zh-CN" dirty="0"/>
              <a:t>(K,V)</a:t>
            </a:r>
            <a:r>
              <a:rPr lang="zh-CN" altLang="en-US" dirty="0"/>
              <a:t>被放在最小的数值节点上</a:t>
            </a:r>
            <a:endParaRPr lang="en-US" altLang="zh-CN" dirty="0"/>
          </a:p>
          <a:p>
            <a:pPr marL="771525" lvl="1" indent="-257175">
              <a:buFont typeface="Wingdings" panose="05000000000000000000" pitchFamily="2" charset="2"/>
              <a:buChar char="l"/>
            </a:pPr>
            <a:r>
              <a:rPr lang="zh-CN" altLang="en-US" dirty="0"/>
              <a:t>每个节点存储了前趋和后继的链接信息，链接用于查找</a:t>
            </a:r>
            <a:r>
              <a:rPr lang="en-US" altLang="zh-CN" dirty="0"/>
              <a:t>key</a:t>
            </a:r>
          </a:p>
          <a:p>
            <a:pPr marL="771525" lvl="1" indent="-257175">
              <a:buFont typeface="Wingdings" panose="05000000000000000000" pitchFamily="2" charset="2"/>
              <a:buChar char="l"/>
            </a:pPr>
            <a:r>
              <a:rPr lang="zh-CN" altLang="en-US" dirty="0"/>
              <a:t>例子：</a:t>
            </a:r>
            <a:r>
              <a:rPr lang="en-US" altLang="zh-CN" dirty="0"/>
              <a:t>N8</a:t>
            </a:r>
            <a:r>
              <a:rPr lang="zh-CN" altLang="en-US" dirty="0"/>
              <a:t>搜索</a:t>
            </a:r>
            <a:r>
              <a:rPr lang="en-US" altLang="zh-CN" dirty="0"/>
              <a:t>h(K)=54,</a:t>
            </a:r>
            <a:r>
              <a:rPr lang="zh-CN" altLang="en-US" dirty="0"/>
              <a:t>按照线性搜索</a:t>
            </a:r>
            <a:endParaRPr lang="en-US" altLang="zh-CN" dirty="0"/>
          </a:p>
          <a:p>
            <a:pPr marL="257175" indent="-257175">
              <a:buFont typeface="Wingdings" panose="05000000000000000000" pitchFamily="2" charset="2"/>
              <a:buChar char="l"/>
            </a:pPr>
            <a:endParaRPr lang="zh-CN" altLang="en-US" dirty="0"/>
          </a:p>
        </p:txBody>
      </p:sp>
      <p:sp>
        <p:nvSpPr>
          <p:cNvPr id="2" name="灯片编号占位符 1">
            <a:extLst>
              <a:ext uri="{FF2B5EF4-FFF2-40B4-BE49-F238E27FC236}">
                <a16:creationId xmlns:a16="http://schemas.microsoft.com/office/drawing/2014/main" id="{5440D97D-63E6-4017-B300-14BA8F9FD51A}"/>
              </a:ext>
            </a:extLst>
          </p:cNvPr>
          <p:cNvSpPr>
            <a:spLocks noGrp="1"/>
          </p:cNvSpPr>
          <p:nvPr>
            <p:ph type="sldNum" sz="quarter" idx="12"/>
          </p:nvPr>
        </p:nvSpPr>
        <p:spPr/>
        <p:txBody>
          <a:bodyPr/>
          <a:lstStyle/>
          <a:p>
            <a:fld id="{D0399D1A-D296-42B7-916E-50FBDB540DBE}" type="slidenum">
              <a:rPr lang="zh-CN" altLang="en-US" smtClean="0"/>
              <a:t>27</a:t>
            </a:fld>
            <a:endParaRPr lang="zh-CN" altLang="en-US"/>
          </a:p>
        </p:txBody>
      </p:sp>
      <p:grpSp>
        <p:nvGrpSpPr>
          <p:cNvPr id="5" name="组合 6">
            <a:extLst>
              <a:ext uri="{FF2B5EF4-FFF2-40B4-BE49-F238E27FC236}">
                <a16:creationId xmlns:a16="http://schemas.microsoft.com/office/drawing/2014/main" id="{A8B946E0-330E-48F1-B4D2-DD51A249B24D}"/>
              </a:ext>
            </a:extLst>
          </p:cNvPr>
          <p:cNvGrpSpPr>
            <a:grpSpLocks/>
          </p:cNvGrpSpPr>
          <p:nvPr/>
        </p:nvGrpSpPr>
        <p:grpSpPr bwMode="auto">
          <a:xfrm>
            <a:off x="6785967" y="1294045"/>
            <a:ext cx="2336305" cy="2001778"/>
            <a:chOff x="0" y="0"/>
            <a:chExt cx="3114634" cy="2667857"/>
          </a:xfrm>
        </p:grpSpPr>
        <p:sp>
          <p:nvSpPr>
            <p:cNvPr id="6" name="椭圆 2">
              <a:extLst>
                <a:ext uri="{FF2B5EF4-FFF2-40B4-BE49-F238E27FC236}">
                  <a16:creationId xmlns:a16="http://schemas.microsoft.com/office/drawing/2014/main" id="{93C5C5C3-5EA7-422A-AC4C-8663193E67CE}"/>
                </a:ext>
              </a:extLst>
            </p:cNvPr>
            <p:cNvSpPr>
              <a:spLocks noChangeArrowheads="1"/>
            </p:cNvSpPr>
            <p:nvPr/>
          </p:nvSpPr>
          <p:spPr bwMode="auto">
            <a:xfrm>
              <a:off x="504913" y="301188"/>
              <a:ext cx="2016000" cy="201622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7" name="流程图: 联系 4">
              <a:extLst>
                <a:ext uri="{FF2B5EF4-FFF2-40B4-BE49-F238E27FC236}">
                  <a16:creationId xmlns:a16="http://schemas.microsoft.com/office/drawing/2014/main" id="{AA8280A3-548F-467E-8FD4-07D5BCBF9BF8}"/>
                </a:ext>
              </a:extLst>
            </p:cNvPr>
            <p:cNvSpPr>
              <a:spLocks noChangeArrowheads="1"/>
            </p:cNvSpPr>
            <p:nvPr/>
          </p:nvSpPr>
          <p:spPr bwMode="auto">
            <a:xfrm>
              <a:off x="827531" y="517212"/>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8" name="流程图: 联系 7">
              <a:extLst>
                <a:ext uri="{FF2B5EF4-FFF2-40B4-BE49-F238E27FC236}">
                  <a16:creationId xmlns:a16="http://schemas.microsoft.com/office/drawing/2014/main" id="{11781CCB-81D7-4C12-A491-0697D8BA921F}"/>
                </a:ext>
              </a:extLst>
            </p:cNvPr>
            <p:cNvSpPr>
              <a:spLocks noChangeArrowheads="1"/>
            </p:cNvSpPr>
            <p:nvPr/>
          </p:nvSpPr>
          <p:spPr bwMode="auto">
            <a:xfrm>
              <a:off x="576929" y="805244"/>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9" name="流程图: 联系 8">
              <a:extLst>
                <a:ext uri="{FF2B5EF4-FFF2-40B4-BE49-F238E27FC236}">
                  <a16:creationId xmlns:a16="http://schemas.microsoft.com/office/drawing/2014/main" id="{C3D09FEF-2CCE-46CE-AD1A-F0A67AFF1ABC}"/>
                </a:ext>
              </a:extLst>
            </p:cNvPr>
            <p:cNvSpPr>
              <a:spLocks noChangeArrowheads="1"/>
            </p:cNvSpPr>
            <p:nvPr/>
          </p:nvSpPr>
          <p:spPr bwMode="auto">
            <a:xfrm>
              <a:off x="468921" y="1093284"/>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0" name="流程图: 联系 9">
              <a:extLst>
                <a:ext uri="{FF2B5EF4-FFF2-40B4-BE49-F238E27FC236}">
                  <a16:creationId xmlns:a16="http://schemas.microsoft.com/office/drawing/2014/main" id="{60CCD9CB-4079-4D16-8A53-7B0800A4DD92}"/>
                </a:ext>
              </a:extLst>
            </p:cNvPr>
            <p:cNvSpPr>
              <a:spLocks noChangeArrowheads="1"/>
            </p:cNvSpPr>
            <p:nvPr/>
          </p:nvSpPr>
          <p:spPr bwMode="auto">
            <a:xfrm>
              <a:off x="1729049" y="301188"/>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1" name="流程图: 联系 10">
              <a:extLst>
                <a:ext uri="{FF2B5EF4-FFF2-40B4-BE49-F238E27FC236}">
                  <a16:creationId xmlns:a16="http://schemas.microsoft.com/office/drawing/2014/main" id="{ABA767D8-8B87-4C32-854F-F5F8A4241839}"/>
                </a:ext>
              </a:extLst>
            </p:cNvPr>
            <p:cNvSpPr>
              <a:spLocks noChangeArrowheads="1"/>
            </p:cNvSpPr>
            <p:nvPr/>
          </p:nvSpPr>
          <p:spPr bwMode="auto">
            <a:xfrm>
              <a:off x="2161097" y="517212"/>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2" name="流程图: 联系 11">
              <a:extLst>
                <a:ext uri="{FF2B5EF4-FFF2-40B4-BE49-F238E27FC236}">
                  <a16:creationId xmlns:a16="http://schemas.microsoft.com/office/drawing/2014/main" id="{FF5C7FBC-0016-45ED-801D-F8ACF1398D5D}"/>
                </a:ext>
              </a:extLst>
            </p:cNvPr>
            <p:cNvSpPr>
              <a:spLocks noChangeArrowheads="1"/>
            </p:cNvSpPr>
            <p:nvPr/>
          </p:nvSpPr>
          <p:spPr bwMode="auto">
            <a:xfrm>
              <a:off x="2377129" y="805252"/>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3" name="流程图: 联系 12">
              <a:extLst>
                <a:ext uri="{FF2B5EF4-FFF2-40B4-BE49-F238E27FC236}">
                  <a16:creationId xmlns:a16="http://schemas.microsoft.com/office/drawing/2014/main" id="{CCEE05E1-CA0E-414D-8F62-5A8746654554}"/>
                </a:ext>
              </a:extLst>
            </p:cNvPr>
            <p:cNvSpPr>
              <a:spLocks noChangeArrowheads="1"/>
            </p:cNvSpPr>
            <p:nvPr/>
          </p:nvSpPr>
          <p:spPr bwMode="auto">
            <a:xfrm>
              <a:off x="2449129" y="1525332"/>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4" name="流程图: 联系 13">
              <a:extLst>
                <a:ext uri="{FF2B5EF4-FFF2-40B4-BE49-F238E27FC236}">
                  <a16:creationId xmlns:a16="http://schemas.microsoft.com/office/drawing/2014/main" id="{6973B628-70C5-4389-BD31-3A521412EF3C}"/>
                </a:ext>
              </a:extLst>
            </p:cNvPr>
            <p:cNvSpPr>
              <a:spLocks noChangeArrowheads="1"/>
            </p:cNvSpPr>
            <p:nvPr/>
          </p:nvSpPr>
          <p:spPr bwMode="auto">
            <a:xfrm>
              <a:off x="1729057" y="2245404"/>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5" name="流程图: 联系 14">
              <a:extLst>
                <a:ext uri="{FF2B5EF4-FFF2-40B4-BE49-F238E27FC236}">
                  <a16:creationId xmlns:a16="http://schemas.microsoft.com/office/drawing/2014/main" id="{2F63A2EE-9A8B-4F32-93CF-1767B1163201}"/>
                </a:ext>
              </a:extLst>
            </p:cNvPr>
            <p:cNvSpPr>
              <a:spLocks noChangeArrowheads="1"/>
            </p:cNvSpPr>
            <p:nvPr/>
          </p:nvSpPr>
          <p:spPr bwMode="auto">
            <a:xfrm>
              <a:off x="1008969" y="2173404"/>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6" name="流程图: 联系 15">
              <a:extLst>
                <a:ext uri="{FF2B5EF4-FFF2-40B4-BE49-F238E27FC236}">
                  <a16:creationId xmlns:a16="http://schemas.microsoft.com/office/drawing/2014/main" id="{F6A353EF-C9B1-4112-BB1E-DF41CCCEF23F}"/>
                </a:ext>
              </a:extLst>
            </p:cNvPr>
            <p:cNvSpPr>
              <a:spLocks noChangeArrowheads="1"/>
            </p:cNvSpPr>
            <p:nvPr/>
          </p:nvSpPr>
          <p:spPr bwMode="auto">
            <a:xfrm>
              <a:off x="720945" y="1957380"/>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7" name="矩形 5">
              <a:extLst>
                <a:ext uri="{FF2B5EF4-FFF2-40B4-BE49-F238E27FC236}">
                  <a16:creationId xmlns:a16="http://schemas.microsoft.com/office/drawing/2014/main" id="{57C6AE2A-3957-4BB8-8960-0A556A1FD927}"/>
                </a:ext>
              </a:extLst>
            </p:cNvPr>
            <p:cNvSpPr>
              <a:spLocks noChangeArrowheads="1"/>
            </p:cNvSpPr>
            <p:nvPr/>
          </p:nvSpPr>
          <p:spPr bwMode="auto">
            <a:xfrm>
              <a:off x="455958" y="147880"/>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56</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18" name="矩形 17">
              <a:extLst>
                <a:ext uri="{FF2B5EF4-FFF2-40B4-BE49-F238E27FC236}">
                  <a16:creationId xmlns:a16="http://schemas.microsoft.com/office/drawing/2014/main" id="{FCDE6BED-9CDC-4056-B2BF-BFCECD0A3720}"/>
                </a:ext>
              </a:extLst>
            </p:cNvPr>
            <p:cNvSpPr>
              <a:spLocks noChangeArrowheads="1"/>
            </p:cNvSpPr>
            <p:nvPr/>
          </p:nvSpPr>
          <p:spPr bwMode="auto">
            <a:xfrm>
              <a:off x="1639799" y="0"/>
              <a:ext cx="524001"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19" name="矩形 18">
              <a:extLst>
                <a:ext uri="{FF2B5EF4-FFF2-40B4-BE49-F238E27FC236}">
                  <a16:creationId xmlns:a16="http://schemas.microsoft.com/office/drawing/2014/main" id="{05A2E5EF-B08B-4240-9B07-50595E1D6938}"/>
                </a:ext>
              </a:extLst>
            </p:cNvPr>
            <p:cNvSpPr>
              <a:spLocks noChangeArrowheads="1"/>
            </p:cNvSpPr>
            <p:nvPr/>
          </p:nvSpPr>
          <p:spPr bwMode="auto">
            <a:xfrm>
              <a:off x="130594" y="518765"/>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51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0" name="矩形 19">
              <a:extLst>
                <a:ext uri="{FF2B5EF4-FFF2-40B4-BE49-F238E27FC236}">
                  <a16:creationId xmlns:a16="http://schemas.microsoft.com/office/drawing/2014/main" id="{6AD1DF52-01BC-46E7-BAE6-63A585DBEF55}"/>
                </a:ext>
              </a:extLst>
            </p:cNvPr>
            <p:cNvSpPr>
              <a:spLocks noChangeArrowheads="1"/>
            </p:cNvSpPr>
            <p:nvPr/>
          </p:nvSpPr>
          <p:spPr bwMode="auto">
            <a:xfrm>
              <a:off x="0" y="980037"/>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48</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1" name="矩形 20">
              <a:extLst>
                <a:ext uri="{FF2B5EF4-FFF2-40B4-BE49-F238E27FC236}">
                  <a16:creationId xmlns:a16="http://schemas.microsoft.com/office/drawing/2014/main" id="{5ABC2BA4-308C-44BC-B543-D39B2E1817BE}"/>
                </a:ext>
              </a:extLst>
            </p:cNvPr>
            <p:cNvSpPr>
              <a:spLocks noChangeArrowheads="1"/>
            </p:cNvSpPr>
            <p:nvPr/>
          </p:nvSpPr>
          <p:spPr bwMode="auto">
            <a:xfrm>
              <a:off x="271648" y="1791423"/>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42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2" name="矩形 21">
              <a:extLst>
                <a:ext uri="{FF2B5EF4-FFF2-40B4-BE49-F238E27FC236}">
                  <a16:creationId xmlns:a16="http://schemas.microsoft.com/office/drawing/2014/main" id="{94F298EE-FC5E-4573-83B8-E4C66017825C}"/>
                </a:ext>
              </a:extLst>
            </p:cNvPr>
            <p:cNvSpPr>
              <a:spLocks noChangeArrowheads="1"/>
            </p:cNvSpPr>
            <p:nvPr/>
          </p:nvSpPr>
          <p:spPr bwMode="auto">
            <a:xfrm>
              <a:off x="651889" y="2160756"/>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38</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3" name="矩形 22">
              <a:extLst>
                <a:ext uri="{FF2B5EF4-FFF2-40B4-BE49-F238E27FC236}">
                  <a16:creationId xmlns:a16="http://schemas.microsoft.com/office/drawing/2014/main" id="{D7AA3C2A-998B-47BE-85C8-B19BD466FF0E}"/>
                </a:ext>
              </a:extLst>
            </p:cNvPr>
            <p:cNvSpPr>
              <a:spLocks noChangeArrowheads="1"/>
            </p:cNvSpPr>
            <p:nvPr/>
          </p:nvSpPr>
          <p:spPr bwMode="auto">
            <a:xfrm>
              <a:off x="1692101" y="2267925"/>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32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4" name="矩形 23">
              <a:extLst>
                <a:ext uri="{FF2B5EF4-FFF2-40B4-BE49-F238E27FC236}">
                  <a16:creationId xmlns:a16="http://schemas.microsoft.com/office/drawing/2014/main" id="{046BD839-2A66-409D-A948-AC73A2BF7B3C}"/>
                </a:ext>
              </a:extLst>
            </p:cNvPr>
            <p:cNvSpPr>
              <a:spLocks noChangeArrowheads="1"/>
            </p:cNvSpPr>
            <p:nvPr/>
          </p:nvSpPr>
          <p:spPr bwMode="auto">
            <a:xfrm>
              <a:off x="2474508" y="1349368"/>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21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5" name="矩形 24">
              <a:extLst>
                <a:ext uri="{FF2B5EF4-FFF2-40B4-BE49-F238E27FC236}">
                  <a16:creationId xmlns:a16="http://schemas.microsoft.com/office/drawing/2014/main" id="{7F2F2D8C-9992-4ABC-A561-25CA6E865DE7}"/>
                </a:ext>
              </a:extLst>
            </p:cNvPr>
            <p:cNvSpPr>
              <a:spLocks noChangeArrowheads="1"/>
            </p:cNvSpPr>
            <p:nvPr/>
          </p:nvSpPr>
          <p:spPr bwMode="auto">
            <a:xfrm>
              <a:off x="2500878" y="620577"/>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14</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6" name="矩形 25">
              <a:extLst>
                <a:ext uri="{FF2B5EF4-FFF2-40B4-BE49-F238E27FC236}">
                  <a16:creationId xmlns:a16="http://schemas.microsoft.com/office/drawing/2014/main" id="{4B1C1105-91AF-4743-ACF8-A3DC224FF70F}"/>
                </a:ext>
              </a:extLst>
            </p:cNvPr>
            <p:cNvSpPr>
              <a:spLocks noChangeArrowheads="1"/>
            </p:cNvSpPr>
            <p:nvPr/>
          </p:nvSpPr>
          <p:spPr bwMode="auto">
            <a:xfrm>
              <a:off x="2152480" y="214710"/>
              <a:ext cx="524001"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8</a:t>
              </a:r>
              <a:endParaRPr lang="zh-CN" altLang="en-US" sz="1350">
                <a:solidFill>
                  <a:schemeClr val="tx1"/>
                </a:solidFill>
                <a:latin typeface="Microsoft YaHei" panose="020B0503020204020204" pitchFamily="34" charset="-122"/>
                <a:ea typeface="Microsoft YaHei" panose="020B0503020204020204" pitchFamily="34" charset="-122"/>
              </a:endParaRPr>
            </a:p>
          </p:txBody>
        </p:sp>
      </p:grpSp>
      <p:sp>
        <p:nvSpPr>
          <p:cNvPr id="28" name="任意多边形: 形状 27">
            <a:extLst>
              <a:ext uri="{FF2B5EF4-FFF2-40B4-BE49-F238E27FC236}">
                <a16:creationId xmlns:a16="http://schemas.microsoft.com/office/drawing/2014/main" id="{F6211C77-1CF0-4B74-80C5-BD6B96A19FC8}"/>
              </a:ext>
            </a:extLst>
          </p:cNvPr>
          <p:cNvSpPr/>
          <p:nvPr/>
        </p:nvSpPr>
        <p:spPr>
          <a:xfrm>
            <a:off x="8425972" y="2633190"/>
            <a:ext cx="423809" cy="493160"/>
          </a:xfrm>
          <a:custGeom>
            <a:avLst/>
            <a:gdLst>
              <a:gd name="connsiteX0" fmla="*/ 565078 w 565078"/>
              <a:gd name="connsiteY0" fmla="*/ 0 h 657546"/>
              <a:gd name="connsiteX1" fmla="*/ 452063 w 565078"/>
              <a:gd name="connsiteY1" fmla="*/ 256854 h 657546"/>
              <a:gd name="connsiteX2" fmla="*/ 246580 w 565078"/>
              <a:gd name="connsiteY2" fmla="*/ 503434 h 657546"/>
              <a:gd name="connsiteX3" fmla="*/ 92467 w 565078"/>
              <a:gd name="connsiteY3" fmla="*/ 626724 h 657546"/>
              <a:gd name="connsiteX4" fmla="*/ 0 w 565078"/>
              <a:gd name="connsiteY4" fmla="*/ 657546 h 657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078" h="657546">
                <a:moveTo>
                  <a:pt x="565078" y="0"/>
                </a:moveTo>
                <a:cubicBezTo>
                  <a:pt x="535112" y="86474"/>
                  <a:pt x="505146" y="172948"/>
                  <a:pt x="452063" y="256854"/>
                </a:cubicBezTo>
                <a:cubicBezTo>
                  <a:pt x="398980" y="340760"/>
                  <a:pt x="306513" y="441789"/>
                  <a:pt x="246580" y="503434"/>
                </a:cubicBezTo>
                <a:cubicBezTo>
                  <a:pt x="186647" y="565079"/>
                  <a:pt x="133564" y="601039"/>
                  <a:pt x="92467" y="626724"/>
                </a:cubicBezTo>
                <a:cubicBezTo>
                  <a:pt x="51370" y="652409"/>
                  <a:pt x="25685" y="654977"/>
                  <a:pt x="0" y="657546"/>
                </a:cubicBez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Microsoft YaHei" panose="020B0503020204020204" pitchFamily="34" charset="-122"/>
              <a:ea typeface="Microsoft YaHei" panose="020B0503020204020204" pitchFamily="34" charset="-122"/>
            </a:endParaRPr>
          </a:p>
        </p:txBody>
      </p:sp>
      <p:grpSp>
        <p:nvGrpSpPr>
          <p:cNvPr id="29" name="组合 6">
            <a:extLst>
              <a:ext uri="{FF2B5EF4-FFF2-40B4-BE49-F238E27FC236}">
                <a16:creationId xmlns:a16="http://schemas.microsoft.com/office/drawing/2014/main" id="{9A2504B9-E706-4105-92F6-7EF56E556F95}"/>
              </a:ext>
            </a:extLst>
          </p:cNvPr>
          <p:cNvGrpSpPr>
            <a:grpSpLocks/>
          </p:cNvGrpSpPr>
          <p:nvPr/>
        </p:nvGrpSpPr>
        <p:grpSpPr bwMode="auto">
          <a:xfrm>
            <a:off x="6840706" y="3191040"/>
            <a:ext cx="2336305" cy="2001778"/>
            <a:chOff x="0" y="0"/>
            <a:chExt cx="3114634" cy="2667857"/>
          </a:xfrm>
        </p:grpSpPr>
        <p:sp>
          <p:nvSpPr>
            <p:cNvPr id="30" name="椭圆 2">
              <a:extLst>
                <a:ext uri="{FF2B5EF4-FFF2-40B4-BE49-F238E27FC236}">
                  <a16:creationId xmlns:a16="http://schemas.microsoft.com/office/drawing/2014/main" id="{8BB34A14-A59B-47A1-A499-0F1D20CD4047}"/>
                </a:ext>
              </a:extLst>
            </p:cNvPr>
            <p:cNvSpPr>
              <a:spLocks noChangeArrowheads="1"/>
            </p:cNvSpPr>
            <p:nvPr/>
          </p:nvSpPr>
          <p:spPr bwMode="auto">
            <a:xfrm>
              <a:off x="504913" y="301188"/>
              <a:ext cx="2016000" cy="2016224"/>
            </a:xfrm>
            <a:prstGeom prst="ellipse">
              <a:avLst/>
            </a:prstGeom>
            <a:solidFill>
              <a:srgbClr val="FFFFFF"/>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1" name="流程图: 联系 4">
              <a:extLst>
                <a:ext uri="{FF2B5EF4-FFF2-40B4-BE49-F238E27FC236}">
                  <a16:creationId xmlns:a16="http://schemas.microsoft.com/office/drawing/2014/main" id="{EA19FBD9-9EF5-412E-91B9-12D3E9C1A9B1}"/>
                </a:ext>
              </a:extLst>
            </p:cNvPr>
            <p:cNvSpPr>
              <a:spLocks noChangeArrowheads="1"/>
            </p:cNvSpPr>
            <p:nvPr/>
          </p:nvSpPr>
          <p:spPr bwMode="auto">
            <a:xfrm>
              <a:off x="827531" y="517212"/>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2" name="流程图: 联系 7">
              <a:extLst>
                <a:ext uri="{FF2B5EF4-FFF2-40B4-BE49-F238E27FC236}">
                  <a16:creationId xmlns:a16="http://schemas.microsoft.com/office/drawing/2014/main" id="{59C2F4CD-181F-4DEE-997D-4ABE6085DA93}"/>
                </a:ext>
              </a:extLst>
            </p:cNvPr>
            <p:cNvSpPr>
              <a:spLocks noChangeArrowheads="1"/>
            </p:cNvSpPr>
            <p:nvPr/>
          </p:nvSpPr>
          <p:spPr bwMode="auto">
            <a:xfrm>
              <a:off x="576929" y="805244"/>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3" name="流程图: 联系 8">
              <a:extLst>
                <a:ext uri="{FF2B5EF4-FFF2-40B4-BE49-F238E27FC236}">
                  <a16:creationId xmlns:a16="http://schemas.microsoft.com/office/drawing/2014/main" id="{4FA03B2C-C8F6-46C2-9251-C21CDCEAAABC}"/>
                </a:ext>
              </a:extLst>
            </p:cNvPr>
            <p:cNvSpPr>
              <a:spLocks noChangeArrowheads="1"/>
            </p:cNvSpPr>
            <p:nvPr/>
          </p:nvSpPr>
          <p:spPr bwMode="auto">
            <a:xfrm>
              <a:off x="468921" y="1093284"/>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4" name="流程图: 联系 9">
              <a:extLst>
                <a:ext uri="{FF2B5EF4-FFF2-40B4-BE49-F238E27FC236}">
                  <a16:creationId xmlns:a16="http://schemas.microsoft.com/office/drawing/2014/main" id="{F05A3641-24A1-4A1B-A2B5-C817865FB3D3}"/>
                </a:ext>
              </a:extLst>
            </p:cNvPr>
            <p:cNvSpPr>
              <a:spLocks noChangeArrowheads="1"/>
            </p:cNvSpPr>
            <p:nvPr/>
          </p:nvSpPr>
          <p:spPr bwMode="auto">
            <a:xfrm>
              <a:off x="1729049" y="301188"/>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5" name="流程图: 联系 10">
              <a:extLst>
                <a:ext uri="{FF2B5EF4-FFF2-40B4-BE49-F238E27FC236}">
                  <a16:creationId xmlns:a16="http://schemas.microsoft.com/office/drawing/2014/main" id="{0AD8A106-055C-4EDC-9FA6-5D9AC97E7418}"/>
                </a:ext>
              </a:extLst>
            </p:cNvPr>
            <p:cNvSpPr>
              <a:spLocks noChangeArrowheads="1"/>
            </p:cNvSpPr>
            <p:nvPr/>
          </p:nvSpPr>
          <p:spPr bwMode="auto">
            <a:xfrm>
              <a:off x="2161097" y="517212"/>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6" name="流程图: 联系 11">
              <a:extLst>
                <a:ext uri="{FF2B5EF4-FFF2-40B4-BE49-F238E27FC236}">
                  <a16:creationId xmlns:a16="http://schemas.microsoft.com/office/drawing/2014/main" id="{9C172FC8-9D21-4716-AC59-B5DDA524AA4C}"/>
                </a:ext>
              </a:extLst>
            </p:cNvPr>
            <p:cNvSpPr>
              <a:spLocks noChangeArrowheads="1"/>
            </p:cNvSpPr>
            <p:nvPr/>
          </p:nvSpPr>
          <p:spPr bwMode="auto">
            <a:xfrm>
              <a:off x="2377129" y="805252"/>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7" name="流程图: 联系 12">
              <a:extLst>
                <a:ext uri="{FF2B5EF4-FFF2-40B4-BE49-F238E27FC236}">
                  <a16:creationId xmlns:a16="http://schemas.microsoft.com/office/drawing/2014/main" id="{70A8453C-2E19-4A9C-915D-CAE2E1D42658}"/>
                </a:ext>
              </a:extLst>
            </p:cNvPr>
            <p:cNvSpPr>
              <a:spLocks noChangeArrowheads="1"/>
            </p:cNvSpPr>
            <p:nvPr/>
          </p:nvSpPr>
          <p:spPr bwMode="auto">
            <a:xfrm>
              <a:off x="2449129" y="1525332"/>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8" name="流程图: 联系 13">
              <a:extLst>
                <a:ext uri="{FF2B5EF4-FFF2-40B4-BE49-F238E27FC236}">
                  <a16:creationId xmlns:a16="http://schemas.microsoft.com/office/drawing/2014/main" id="{7D2BD3ED-96BC-488D-ADA2-37C399FEFEA1}"/>
                </a:ext>
              </a:extLst>
            </p:cNvPr>
            <p:cNvSpPr>
              <a:spLocks noChangeArrowheads="1"/>
            </p:cNvSpPr>
            <p:nvPr/>
          </p:nvSpPr>
          <p:spPr bwMode="auto">
            <a:xfrm>
              <a:off x="1729057" y="2245404"/>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39" name="流程图: 联系 14">
              <a:extLst>
                <a:ext uri="{FF2B5EF4-FFF2-40B4-BE49-F238E27FC236}">
                  <a16:creationId xmlns:a16="http://schemas.microsoft.com/office/drawing/2014/main" id="{DE4B1B4F-3C42-466E-B379-00878C434ECD}"/>
                </a:ext>
              </a:extLst>
            </p:cNvPr>
            <p:cNvSpPr>
              <a:spLocks noChangeArrowheads="1"/>
            </p:cNvSpPr>
            <p:nvPr/>
          </p:nvSpPr>
          <p:spPr bwMode="auto">
            <a:xfrm>
              <a:off x="1008969" y="2173404"/>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0" name="流程图: 联系 15">
              <a:extLst>
                <a:ext uri="{FF2B5EF4-FFF2-40B4-BE49-F238E27FC236}">
                  <a16:creationId xmlns:a16="http://schemas.microsoft.com/office/drawing/2014/main" id="{0CDA2D35-3BBB-468E-AC46-64BBC351C40A}"/>
                </a:ext>
              </a:extLst>
            </p:cNvPr>
            <p:cNvSpPr>
              <a:spLocks noChangeArrowheads="1"/>
            </p:cNvSpPr>
            <p:nvPr/>
          </p:nvSpPr>
          <p:spPr bwMode="auto">
            <a:xfrm>
              <a:off x="720945" y="1957380"/>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41" name="矩形 5">
              <a:extLst>
                <a:ext uri="{FF2B5EF4-FFF2-40B4-BE49-F238E27FC236}">
                  <a16:creationId xmlns:a16="http://schemas.microsoft.com/office/drawing/2014/main" id="{DF6F6EB4-CAB0-47B4-8D1D-F52B77D71138}"/>
                </a:ext>
              </a:extLst>
            </p:cNvPr>
            <p:cNvSpPr>
              <a:spLocks noChangeArrowheads="1"/>
            </p:cNvSpPr>
            <p:nvPr/>
          </p:nvSpPr>
          <p:spPr bwMode="auto">
            <a:xfrm>
              <a:off x="455958" y="147880"/>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56</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2" name="矩形 17">
              <a:extLst>
                <a:ext uri="{FF2B5EF4-FFF2-40B4-BE49-F238E27FC236}">
                  <a16:creationId xmlns:a16="http://schemas.microsoft.com/office/drawing/2014/main" id="{0B5DCBCF-A7E4-48CF-9FCB-5E835DC53214}"/>
                </a:ext>
              </a:extLst>
            </p:cNvPr>
            <p:cNvSpPr>
              <a:spLocks noChangeArrowheads="1"/>
            </p:cNvSpPr>
            <p:nvPr/>
          </p:nvSpPr>
          <p:spPr bwMode="auto">
            <a:xfrm>
              <a:off x="1639799" y="0"/>
              <a:ext cx="524001"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3" name="矩形 18">
              <a:extLst>
                <a:ext uri="{FF2B5EF4-FFF2-40B4-BE49-F238E27FC236}">
                  <a16:creationId xmlns:a16="http://schemas.microsoft.com/office/drawing/2014/main" id="{FB71E15A-6661-49EC-80D4-49B889EE47AC}"/>
                </a:ext>
              </a:extLst>
            </p:cNvPr>
            <p:cNvSpPr>
              <a:spLocks noChangeArrowheads="1"/>
            </p:cNvSpPr>
            <p:nvPr/>
          </p:nvSpPr>
          <p:spPr bwMode="auto">
            <a:xfrm>
              <a:off x="130594" y="518765"/>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51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4" name="矩形 19">
              <a:extLst>
                <a:ext uri="{FF2B5EF4-FFF2-40B4-BE49-F238E27FC236}">
                  <a16:creationId xmlns:a16="http://schemas.microsoft.com/office/drawing/2014/main" id="{4900AEFC-6277-4650-A849-335666BE189D}"/>
                </a:ext>
              </a:extLst>
            </p:cNvPr>
            <p:cNvSpPr>
              <a:spLocks noChangeArrowheads="1"/>
            </p:cNvSpPr>
            <p:nvPr/>
          </p:nvSpPr>
          <p:spPr bwMode="auto">
            <a:xfrm>
              <a:off x="0" y="980037"/>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48</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5" name="矩形 20">
              <a:extLst>
                <a:ext uri="{FF2B5EF4-FFF2-40B4-BE49-F238E27FC236}">
                  <a16:creationId xmlns:a16="http://schemas.microsoft.com/office/drawing/2014/main" id="{F29AF153-1AB8-4CDA-81F7-1CE84707BBAD}"/>
                </a:ext>
              </a:extLst>
            </p:cNvPr>
            <p:cNvSpPr>
              <a:spLocks noChangeArrowheads="1"/>
            </p:cNvSpPr>
            <p:nvPr/>
          </p:nvSpPr>
          <p:spPr bwMode="auto">
            <a:xfrm>
              <a:off x="271648" y="1791423"/>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42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6" name="矩形 21">
              <a:extLst>
                <a:ext uri="{FF2B5EF4-FFF2-40B4-BE49-F238E27FC236}">
                  <a16:creationId xmlns:a16="http://schemas.microsoft.com/office/drawing/2014/main" id="{35829095-6549-4AC8-89CE-A740D5C734D1}"/>
                </a:ext>
              </a:extLst>
            </p:cNvPr>
            <p:cNvSpPr>
              <a:spLocks noChangeArrowheads="1"/>
            </p:cNvSpPr>
            <p:nvPr/>
          </p:nvSpPr>
          <p:spPr bwMode="auto">
            <a:xfrm>
              <a:off x="651889" y="2160756"/>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38</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7" name="矩形 22">
              <a:extLst>
                <a:ext uri="{FF2B5EF4-FFF2-40B4-BE49-F238E27FC236}">
                  <a16:creationId xmlns:a16="http://schemas.microsoft.com/office/drawing/2014/main" id="{CE4C7680-A2A5-46BB-9B11-8AD35010E31B}"/>
                </a:ext>
              </a:extLst>
            </p:cNvPr>
            <p:cNvSpPr>
              <a:spLocks noChangeArrowheads="1"/>
            </p:cNvSpPr>
            <p:nvPr/>
          </p:nvSpPr>
          <p:spPr bwMode="auto">
            <a:xfrm>
              <a:off x="1692101" y="2267925"/>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32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8" name="矩形 23">
              <a:extLst>
                <a:ext uri="{FF2B5EF4-FFF2-40B4-BE49-F238E27FC236}">
                  <a16:creationId xmlns:a16="http://schemas.microsoft.com/office/drawing/2014/main" id="{01D61FEF-C581-491F-9FE9-B5812DDE6002}"/>
                </a:ext>
              </a:extLst>
            </p:cNvPr>
            <p:cNvSpPr>
              <a:spLocks noChangeArrowheads="1"/>
            </p:cNvSpPr>
            <p:nvPr/>
          </p:nvSpPr>
          <p:spPr bwMode="auto">
            <a:xfrm>
              <a:off x="2474508" y="1349368"/>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21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9" name="矩形 24">
              <a:extLst>
                <a:ext uri="{FF2B5EF4-FFF2-40B4-BE49-F238E27FC236}">
                  <a16:creationId xmlns:a16="http://schemas.microsoft.com/office/drawing/2014/main" id="{0887C6DC-A984-44E8-8E92-FABB5A7139D1}"/>
                </a:ext>
              </a:extLst>
            </p:cNvPr>
            <p:cNvSpPr>
              <a:spLocks noChangeArrowheads="1"/>
            </p:cNvSpPr>
            <p:nvPr/>
          </p:nvSpPr>
          <p:spPr bwMode="auto">
            <a:xfrm>
              <a:off x="2500878" y="620577"/>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14</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50" name="矩形 25">
              <a:extLst>
                <a:ext uri="{FF2B5EF4-FFF2-40B4-BE49-F238E27FC236}">
                  <a16:creationId xmlns:a16="http://schemas.microsoft.com/office/drawing/2014/main" id="{65844A66-C0A3-4C3A-A875-34AFBA453B9D}"/>
                </a:ext>
              </a:extLst>
            </p:cNvPr>
            <p:cNvSpPr>
              <a:spLocks noChangeArrowheads="1"/>
            </p:cNvSpPr>
            <p:nvPr/>
          </p:nvSpPr>
          <p:spPr bwMode="auto">
            <a:xfrm>
              <a:off x="2152480" y="214710"/>
              <a:ext cx="524001"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8</a:t>
              </a:r>
              <a:endParaRPr lang="zh-CN" altLang="en-US" sz="1350">
                <a:solidFill>
                  <a:schemeClr val="tx1"/>
                </a:solidFill>
                <a:latin typeface="Microsoft YaHei" panose="020B0503020204020204" pitchFamily="34" charset="-122"/>
                <a:ea typeface="Microsoft YaHei" panose="020B0503020204020204" pitchFamily="34" charset="-122"/>
              </a:endParaRPr>
            </a:p>
          </p:txBody>
        </p:sp>
      </p:grpSp>
      <p:sp>
        <p:nvSpPr>
          <p:cNvPr id="51" name="椭圆 33801">
            <a:extLst>
              <a:ext uri="{FF2B5EF4-FFF2-40B4-BE49-F238E27FC236}">
                <a16:creationId xmlns:a16="http://schemas.microsoft.com/office/drawing/2014/main" id="{5A41321A-DCB1-4CB2-8E15-B236EE43CA2A}"/>
              </a:ext>
            </a:extLst>
          </p:cNvPr>
          <p:cNvSpPr>
            <a:spLocks noChangeArrowheads="1"/>
          </p:cNvSpPr>
          <p:nvPr/>
        </p:nvSpPr>
        <p:spPr bwMode="auto">
          <a:xfrm>
            <a:off x="7333625" y="3568468"/>
            <a:ext cx="1289447" cy="1241822"/>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52" name="矩形 33802">
            <a:extLst>
              <a:ext uri="{FF2B5EF4-FFF2-40B4-BE49-F238E27FC236}">
                <a16:creationId xmlns:a16="http://schemas.microsoft.com/office/drawing/2014/main" id="{B4BACBFA-6717-4998-8CE0-C3B861142382}"/>
              </a:ext>
            </a:extLst>
          </p:cNvPr>
          <p:cNvSpPr>
            <a:spLocks noChangeArrowheads="1"/>
          </p:cNvSpPr>
          <p:nvPr/>
        </p:nvSpPr>
        <p:spPr bwMode="auto">
          <a:xfrm>
            <a:off x="7543175" y="3568467"/>
            <a:ext cx="832247" cy="1797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cxnSp>
        <p:nvCxnSpPr>
          <p:cNvPr id="53" name="直接箭头连接符 33806">
            <a:extLst>
              <a:ext uri="{FF2B5EF4-FFF2-40B4-BE49-F238E27FC236}">
                <a16:creationId xmlns:a16="http://schemas.microsoft.com/office/drawing/2014/main" id="{9CA4FC4E-B1EF-447F-98C8-E377970CFC49}"/>
              </a:ext>
            </a:extLst>
          </p:cNvPr>
          <p:cNvCxnSpPr>
            <a:cxnSpLocks noChangeShapeType="1"/>
          </p:cNvCxnSpPr>
          <p:nvPr/>
        </p:nvCxnSpPr>
        <p:spPr bwMode="auto">
          <a:xfrm flipV="1">
            <a:off x="7543174" y="3658954"/>
            <a:ext cx="80963" cy="72629"/>
          </a:xfrm>
          <a:prstGeom prst="straightConnector1">
            <a:avLst/>
          </a:prstGeom>
          <a:noFill/>
          <a:ln w="12700">
            <a:solidFill>
              <a:srgbClr val="FF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4" name="矩形 51">
            <a:extLst>
              <a:ext uri="{FF2B5EF4-FFF2-40B4-BE49-F238E27FC236}">
                <a16:creationId xmlns:a16="http://schemas.microsoft.com/office/drawing/2014/main" id="{E7FAFC71-2F93-4240-9703-5BE58E7171EC}"/>
              </a:ext>
            </a:extLst>
          </p:cNvPr>
          <p:cNvSpPr>
            <a:spLocks noChangeArrowheads="1"/>
          </p:cNvSpPr>
          <p:nvPr/>
        </p:nvSpPr>
        <p:spPr bwMode="auto">
          <a:xfrm>
            <a:off x="4902181" y="3759586"/>
            <a:ext cx="39305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8</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55" name="矩形 52">
            <a:extLst>
              <a:ext uri="{FF2B5EF4-FFF2-40B4-BE49-F238E27FC236}">
                <a16:creationId xmlns:a16="http://schemas.microsoft.com/office/drawing/2014/main" id="{82BD8CA2-AA28-4466-B613-B144BF16DF73}"/>
              </a:ext>
            </a:extLst>
          </p:cNvPr>
          <p:cNvSpPr>
            <a:spLocks noChangeArrowheads="1"/>
          </p:cNvSpPr>
          <p:nvPr/>
        </p:nvSpPr>
        <p:spPr bwMode="auto">
          <a:xfrm>
            <a:off x="5334378" y="3765540"/>
            <a:ext cx="4603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14</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56" name="矩形 53">
            <a:extLst>
              <a:ext uri="{FF2B5EF4-FFF2-40B4-BE49-F238E27FC236}">
                <a16:creationId xmlns:a16="http://schemas.microsoft.com/office/drawing/2014/main" id="{B4D32F01-9C8A-49AE-8CCE-101127712523}"/>
              </a:ext>
            </a:extLst>
          </p:cNvPr>
          <p:cNvSpPr>
            <a:spLocks noChangeArrowheads="1"/>
          </p:cNvSpPr>
          <p:nvPr/>
        </p:nvSpPr>
        <p:spPr bwMode="auto">
          <a:xfrm>
            <a:off x="5821343" y="3759586"/>
            <a:ext cx="4603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21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57" name="矩形 54">
            <a:extLst>
              <a:ext uri="{FF2B5EF4-FFF2-40B4-BE49-F238E27FC236}">
                <a16:creationId xmlns:a16="http://schemas.microsoft.com/office/drawing/2014/main" id="{CE3F582B-43B1-48E7-8587-6668F72D9E39}"/>
              </a:ext>
            </a:extLst>
          </p:cNvPr>
          <p:cNvSpPr>
            <a:spLocks noChangeArrowheads="1"/>
          </p:cNvSpPr>
          <p:nvPr/>
        </p:nvSpPr>
        <p:spPr bwMode="auto">
          <a:xfrm>
            <a:off x="6307118" y="3748871"/>
            <a:ext cx="4603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32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58" name="矩形 55">
            <a:extLst>
              <a:ext uri="{FF2B5EF4-FFF2-40B4-BE49-F238E27FC236}">
                <a16:creationId xmlns:a16="http://schemas.microsoft.com/office/drawing/2014/main" id="{A81F1BA8-0C59-4100-9CEB-5C232B26A27D}"/>
              </a:ext>
            </a:extLst>
          </p:cNvPr>
          <p:cNvSpPr>
            <a:spLocks noChangeArrowheads="1"/>
          </p:cNvSpPr>
          <p:nvPr/>
        </p:nvSpPr>
        <p:spPr bwMode="auto">
          <a:xfrm>
            <a:off x="6307118" y="4197736"/>
            <a:ext cx="4603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38</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59" name="矩形 56">
            <a:extLst>
              <a:ext uri="{FF2B5EF4-FFF2-40B4-BE49-F238E27FC236}">
                <a16:creationId xmlns:a16="http://schemas.microsoft.com/office/drawing/2014/main" id="{46E6CC9B-12DD-41B3-80E6-048E6CCB0705}"/>
              </a:ext>
            </a:extLst>
          </p:cNvPr>
          <p:cNvSpPr>
            <a:spLocks noChangeArrowheads="1"/>
          </p:cNvSpPr>
          <p:nvPr/>
        </p:nvSpPr>
        <p:spPr bwMode="auto">
          <a:xfrm>
            <a:off x="5821343" y="4197736"/>
            <a:ext cx="4603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42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60" name="矩形 57">
            <a:extLst>
              <a:ext uri="{FF2B5EF4-FFF2-40B4-BE49-F238E27FC236}">
                <a16:creationId xmlns:a16="http://schemas.microsoft.com/office/drawing/2014/main" id="{7C301DA3-2F63-4309-BA70-72A02AC8792B}"/>
              </a:ext>
            </a:extLst>
          </p:cNvPr>
          <p:cNvSpPr>
            <a:spLocks noChangeArrowheads="1"/>
          </p:cNvSpPr>
          <p:nvPr/>
        </p:nvSpPr>
        <p:spPr bwMode="auto">
          <a:xfrm>
            <a:off x="5334378" y="4197736"/>
            <a:ext cx="4603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48</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61" name="矩形 58">
            <a:extLst>
              <a:ext uri="{FF2B5EF4-FFF2-40B4-BE49-F238E27FC236}">
                <a16:creationId xmlns:a16="http://schemas.microsoft.com/office/drawing/2014/main" id="{B601F298-ECC7-403D-BD77-C2E64B727040}"/>
              </a:ext>
            </a:extLst>
          </p:cNvPr>
          <p:cNvSpPr>
            <a:spLocks noChangeArrowheads="1"/>
          </p:cNvSpPr>
          <p:nvPr/>
        </p:nvSpPr>
        <p:spPr bwMode="auto">
          <a:xfrm>
            <a:off x="4885512" y="4194165"/>
            <a:ext cx="4603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51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62" name="矩形 5">
            <a:extLst>
              <a:ext uri="{FF2B5EF4-FFF2-40B4-BE49-F238E27FC236}">
                <a16:creationId xmlns:a16="http://schemas.microsoft.com/office/drawing/2014/main" id="{2AB2C3EE-1196-4A49-B258-7F5BBE0BFDE5}"/>
              </a:ext>
            </a:extLst>
          </p:cNvPr>
          <p:cNvSpPr>
            <a:spLocks noChangeArrowheads="1"/>
          </p:cNvSpPr>
          <p:nvPr/>
        </p:nvSpPr>
        <p:spPr bwMode="auto">
          <a:xfrm>
            <a:off x="4902181" y="4639459"/>
            <a:ext cx="4603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56</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63" name="矩形 60">
            <a:extLst>
              <a:ext uri="{FF2B5EF4-FFF2-40B4-BE49-F238E27FC236}">
                <a16:creationId xmlns:a16="http://schemas.microsoft.com/office/drawing/2014/main" id="{CDCDBBD1-CE70-411F-8889-1B8C3E3665DB}"/>
              </a:ext>
            </a:extLst>
          </p:cNvPr>
          <p:cNvSpPr>
            <a:spLocks noChangeArrowheads="1"/>
          </p:cNvSpPr>
          <p:nvPr/>
        </p:nvSpPr>
        <p:spPr bwMode="auto">
          <a:xfrm>
            <a:off x="5495707" y="4589531"/>
            <a:ext cx="12674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dirty="0">
                <a:solidFill>
                  <a:srgbClr val="FF0000"/>
                </a:solidFill>
                <a:latin typeface="Microsoft YaHei" panose="020B0503020204020204" pitchFamily="34" charset="-122"/>
                <a:ea typeface="Microsoft YaHei" panose="020B0503020204020204" pitchFamily="34" charset="-122"/>
              </a:rPr>
              <a:t>Linear search</a:t>
            </a:r>
            <a:endParaRPr lang="zh-CN" altLang="en-US" sz="1350" dirty="0">
              <a:solidFill>
                <a:srgbClr val="FF0000"/>
              </a:solidFill>
              <a:latin typeface="Microsoft YaHei" panose="020B0503020204020204" pitchFamily="34" charset="-122"/>
              <a:ea typeface="Microsoft YaHei" panose="020B0503020204020204" pitchFamily="34" charset="-122"/>
            </a:endParaRPr>
          </a:p>
        </p:txBody>
      </p:sp>
      <p:cxnSp>
        <p:nvCxnSpPr>
          <p:cNvPr id="64" name="直接箭头连接符 33812">
            <a:extLst>
              <a:ext uri="{FF2B5EF4-FFF2-40B4-BE49-F238E27FC236}">
                <a16:creationId xmlns:a16="http://schemas.microsoft.com/office/drawing/2014/main" id="{21691F5C-ABFA-46BC-A3A6-083987A14657}"/>
              </a:ext>
            </a:extLst>
          </p:cNvPr>
          <p:cNvCxnSpPr>
            <a:cxnSpLocks noChangeShapeType="1"/>
          </p:cNvCxnSpPr>
          <p:nvPr/>
        </p:nvCxnSpPr>
        <p:spPr bwMode="auto">
          <a:xfrm>
            <a:off x="5149831" y="3897700"/>
            <a:ext cx="252413" cy="2381"/>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5" name="直接箭头连接符 66">
            <a:extLst>
              <a:ext uri="{FF2B5EF4-FFF2-40B4-BE49-F238E27FC236}">
                <a16:creationId xmlns:a16="http://schemas.microsoft.com/office/drawing/2014/main" id="{A6041A3A-D5EF-4D33-BEC7-5B648C40ECB9}"/>
              </a:ext>
            </a:extLst>
          </p:cNvPr>
          <p:cNvCxnSpPr>
            <a:cxnSpLocks noChangeShapeType="1"/>
          </p:cNvCxnSpPr>
          <p:nvPr/>
        </p:nvCxnSpPr>
        <p:spPr bwMode="auto">
          <a:xfrm>
            <a:off x="5627272" y="3900081"/>
            <a:ext cx="252413" cy="2381"/>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6" name="直接箭头连接符 67">
            <a:extLst>
              <a:ext uri="{FF2B5EF4-FFF2-40B4-BE49-F238E27FC236}">
                <a16:creationId xmlns:a16="http://schemas.microsoft.com/office/drawing/2014/main" id="{A4EE73A0-8661-4343-968A-4581427DD5A9}"/>
              </a:ext>
            </a:extLst>
          </p:cNvPr>
          <p:cNvCxnSpPr>
            <a:cxnSpLocks noChangeShapeType="1"/>
          </p:cNvCxnSpPr>
          <p:nvPr/>
        </p:nvCxnSpPr>
        <p:spPr bwMode="auto">
          <a:xfrm>
            <a:off x="6089234" y="3900081"/>
            <a:ext cx="252413" cy="2381"/>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7" name="直接箭头连接符 68">
            <a:extLst>
              <a:ext uri="{FF2B5EF4-FFF2-40B4-BE49-F238E27FC236}">
                <a16:creationId xmlns:a16="http://schemas.microsoft.com/office/drawing/2014/main" id="{694995E9-CD5D-441E-8C20-ED2113DBAF75}"/>
              </a:ext>
            </a:extLst>
          </p:cNvPr>
          <p:cNvCxnSpPr>
            <a:cxnSpLocks noChangeShapeType="1"/>
          </p:cNvCxnSpPr>
          <p:nvPr/>
        </p:nvCxnSpPr>
        <p:spPr bwMode="auto">
          <a:xfrm>
            <a:off x="6448803" y="4025097"/>
            <a:ext cx="0" cy="205978"/>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8" name="直接箭头连接符 70">
            <a:extLst>
              <a:ext uri="{FF2B5EF4-FFF2-40B4-BE49-F238E27FC236}">
                <a16:creationId xmlns:a16="http://schemas.microsoft.com/office/drawing/2014/main" id="{0F46400A-2011-415E-ADFB-200F69F2EEEC}"/>
              </a:ext>
            </a:extLst>
          </p:cNvPr>
          <p:cNvCxnSpPr>
            <a:cxnSpLocks noChangeShapeType="1"/>
          </p:cNvCxnSpPr>
          <p:nvPr/>
        </p:nvCxnSpPr>
        <p:spPr bwMode="auto">
          <a:xfrm flipH="1" flipV="1">
            <a:off x="6089234" y="4316799"/>
            <a:ext cx="252413"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9" name="直接箭头连接符 75">
            <a:extLst>
              <a:ext uri="{FF2B5EF4-FFF2-40B4-BE49-F238E27FC236}">
                <a16:creationId xmlns:a16="http://schemas.microsoft.com/office/drawing/2014/main" id="{919F4AEF-066C-462A-95F2-43A363D6BF01}"/>
              </a:ext>
            </a:extLst>
          </p:cNvPr>
          <p:cNvCxnSpPr>
            <a:cxnSpLocks noChangeShapeType="1"/>
          </p:cNvCxnSpPr>
          <p:nvPr/>
        </p:nvCxnSpPr>
        <p:spPr bwMode="auto">
          <a:xfrm flipH="1" flipV="1">
            <a:off x="5621318" y="4317990"/>
            <a:ext cx="252413"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0" name="直接箭头连接符 76">
            <a:extLst>
              <a:ext uri="{FF2B5EF4-FFF2-40B4-BE49-F238E27FC236}">
                <a16:creationId xmlns:a16="http://schemas.microsoft.com/office/drawing/2014/main" id="{6148A5FB-038E-4E1F-A5BF-724AD431BF14}"/>
              </a:ext>
            </a:extLst>
          </p:cNvPr>
          <p:cNvCxnSpPr>
            <a:cxnSpLocks noChangeShapeType="1"/>
          </p:cNvCxnSpPr>
          <p:nvPr/>
        </p:nvCxnSpPr>
        <p:spPr bwMode="auto">
          <a:xfrm flipH="1" flipV="1">
            <a:off x="5149831" y="4317990"/>
            <a:ext cx="252413" cy="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1" name="直接箭头连接符 77">
            <a:extLst>
              <a:ext uri="{FF2B5EF4-FFF2-40B4-BE49-F238E27FC236}">
                <a16:creationId xmlns:a16="http://schemas.microsoft.com/office/drawing/2014/main" id="{9D89F53F-94C7-4B2F-B546-02823AA4A337}"/>
              </a:ext>
            </a:extLst>
          </p:cNvPr>
          <p:cNvCxnSpPr>
            <a:cxnSpLocks noChangeShapeType="1"/>
          </p:cNvCxnSpPr>
          <p:nvPr/>
        </p:nvCxnSpPr>
        <p:spPr bwMode="auto">
          <a:xfrm>
            <a:off x="5066487" y="4447768"/>
            <a:ext cx="0" cy="204788"/>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2" name="矩形 33821">
            <a:extLst>
              <a:ext uri="{FF2B5EF4-FFF2-40B4-BE49-F238E27FC236}">
                <a16:creationId xmlns:a16="http://schemas.microsoft.com/office/drawing/2014/main" id="{BC15B454-EFD9-471E-9FDA-F201A78F5751}"/>
              </a:ext>
            </a:extLst>
          </p:cNvPr>
          <p:cNvSpPr>
            <a:spLocks noChangeArrowheads="1"/>
          </p:cNvSpPr>
          <p:nvPr/>
        </p:nvSpPr>
        <p:spPr bwMode="auto">
          <a:xfrm>
            <a:off x="4773594" y="3731584"/>
            <a:ext cx="1999060" cy="1255538"/>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pic>
        <p:nvPicPr>
          <p:cNvPr id="73" name="Picture 49">
            <a:extLst>
              <a:ext uri="{FF2B5EF4-FFF2-40B4-BE49-F238E27FC236}">
                <a16:creationId xmlns:a16="http://schemas.microsoft.com/office/drawing/2014/main" id="{2046F1B7-3157-4646-88DB-5DEA03F3F2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0578" y="3514889"/>
            <a:ext cx="514350" cy="11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2957869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标题 64">
            <a:extLst>
              <a:ext uri="{FF2B5EF4-FFF2-40B4-BE49-F238E27FC236}">
                <a16:creationId xmlns:a16="http://schemas.microsoft.com/office/drawing/2014/main" id="{ACACB44F-1C43-F3AE-A22C-CC26DD234367}"/>
              </a:ext>
            </a:extLst>
          </p:cNvPr>
          <p:cNvSpPr>
            <a:spLocks noGrp="1"/>
          </p:cNvSpPr>
          <p:nvPr>
            <p:ph type="title"/>
          </p:nvPr>
        </p:nvSpPr>
        <p:spPr/>
        <p:txBody>
          <a:bodyPr>
            <a:normAutofit/>
          </a:bodyPr>
          <a:lstStyle/>
          <a:p>
            <a:r>
              <a:rPr lang="zh-CN" altLang="en-US" dirty="0"/>
              <a:t>优化搜索</a:t>
            </a:r>
          </a:p>
        </p:txBody>
      </p:sp>
      <p:sp>
        <p:nvSpPr>
          <p:cNvPr id="4" name="内容占位符 3">
            <a:extLst>
              <a:ext uri="{FF2B5EF4-FFF2-40B4-BE49-F238E27FC236}">
                <a16:creationId xmlns:a16="http://schemas.microsoft.com/office/drawing/2014/main" id="{34F183BE-C694-4F15-9B36-0A963AC13DB8}"/>
              </a:ext>
            </a:extLst>
          </p:cNvPr>
          <p:cNvSpPr>
            <a:spLocks noGrp="1"/>
          </p:cNvSpPr>
          <p:nvPr>
            <p:ph idx="1"/>
          </p:nvPr>
        </p:nvSpPr>
        <p:spPr/>
        <p:txBody>
          <a:bodyPr>
            <a:normAutofit fontScale="70000" lnSpcReduction="20000"/>
          </a:bodyPr>
          <a:lstStyle/>
          <a:p>
            <a:pPr marL="257175" indent="-257175">
              <a:buFont typeface="Wingdings" panose="05000000000000000000" pitchFamily="2" charset="2"/>
              <a:buChar char="l"/>
            </a:pPr>
            <a:r>
              <a:rPr lang="zh-CN" altLang="en-US" dirty="0"/>
              <a:t>当圆非常大的时候，线性搜索效率低下；为了加速搜索，维护一个手指表</a:t>
            </a:r>
            <a:endParaRPr lang="en-US" altLang="zh-CN" dirty="0"/>
          </a:p>
          <a:p>
            <a:pPr marL="257175" indent="-257175">
              <a:buFont typeface="Wingdings" panose="05000000000000000000" pitchFamily="2" charset="2"/>
              <a:buChar char="l"/>
            </a:pPr>
            <a:r>
              <a:rPr lang="zh-CN" altLang="en-US" dirty="0"/>
              <a:t>假定哈希函数</a:t>
            </a:r>
            <a:r>
              <a:rPr lang="en-US" altLang="zh-CN" dirty="0"/>
              <a:t>h</a:t>
            </a:r>
            <a:r>
              <a:rPr lang="zh-CN" altLang="en-US" dirty="0"/>
              <a:t>产生</a:t>
            </a:r>
            <a:r>
              <a:rPr lang="en-US" altLang="zh-CN" dirty="0"/>
              <a:t>m</a:t>
            </a:r>
            <a:r>
              <a:rPr lang="zh-CN" altLang="en-US" dirty="0"/>
              <a:t>位数字，</a:t>
            </a:r>
            <a:r>
              <a:rPr lang="en-US" altLang="zh-CN" dirty="0"/>
              <a:t>Ni</a:t>
            </a:r>
            <a:r>
              <a:rPr lang="zh-CN" altLang="en-US" dirty="0"/>
              <a:t>为距离</a:t>
            </a:r>
            <a:r>
              <a:rPr lang="en-US" altLang="zh-CN" dirty="0"/>
              <a:t>1,2,4,8,…</a:t>
            </a:r>
            <a:r>
              <a:rPr lang="zh-CN" altLang="en-US" dirty="0"/>
              <a:t>在手指表中维护入口；入口</a:t>
            </a:r>
            <a:r>
              <a:rPr lang="en-US" altLang="zh-CN" dirty="0"/>
              <a:t>2</a:t>
            </a:r>
            <a:r>
              <a:rPr lang="en-US" altLang="zh-CN" baseline="30000" dirty="0"/>
              <a:t>j</a:t>
            </a:r>
            <a:r>
              <a:rPr lang="zh-CN" altLang="en-US" dirty="0"/>
              <a:t>为距离</a:t>
            </a:r>
            <a:r>
              <a:rPr lang="en-US" altLang="zh-CN" dirty="0"/>
              <a:t>2</a:t>
            </a:r>
            <a:r>
              <a:rPr lang="en-US" altLang="zh-CN" baseline="30000" dirty="0"/>
              <a:t>j</a:t>
            </a:r>
            <a:r>
              <a:rPr lang="zh-CN" altLang="en-US" dirty="0"/>
              <a:t>在顺时针方向上的第一个满足距离要求的节点</a:t>
            </a:r>
            <a:endParaRPr lang="en-US" altLang="zh-CN" dirty="0"/>
          </a:p>
          <a:p>
            <a:pPr marL="257175" indent="-257175">
              <a:buFont typeface="Wingdings" panose="05000000000000000000" pitchFamily="2" charset="2"/>
              <a:buChar char="l"/>
            </a:pPr>
            <a:r>
              <a:rPr lang="zh-CN" altLang="en-US" dirty="0"/>
              <a:t>例子</a:t>
            </a:r>
            <a:endParaRPr lang="en-US" altLang="zh-CN" dirty="0"/>
          </a:p>
          <a:p>
            <a:pPr marL="771525" lvl="1" indent="-257175">
              <a:buFont typeface="Wingdings" panose="05000000000000000000" pitchFamily="2" charset="2"/>
              <a:buChar char="l"/>
            </a:pPr>
            <a:r>
              <a:rPr lang="zh-CN" altLang="en-US" dirty="0"/>
              <a:t>输入：在节点</a:t>
            </a:r>
            <a:r>
              <a:rPr lang="en-US" altLang="zh-CN" dirty="0"/>
              <a:t>Ni</a:t>
            </a:r>
            <a:r>
              <a:rPr lang="zh-CN" altLang="en-US" dirty="0"/>
              <a:t>上的初始请求搜索</a:t>
            </a:r>
            <a:r>
              <a:rPr lang="en-US" altLang="zh-CN" dirty="0"/>
              <a:t>K</a:t>
            </a:r>
            <a:r>
              <a:rPr lang="zh-CN" altLang="en-US" dirty="0"/>
              <a:t>，</a:t>
            </a:r>
            <a:r>
              <a:rPr lang="en-US" altLang="zh-CN" dirty="0"/>
              <a:t>h(K)=j</a:t>
            </a:r>
          </a:p>
          <a:p>
            <a:pPr marL="771525" lvl="1" indent="-257175">
              <a:buFont typeface="Wingdings" panose="05000000000000000000" pitchFamily="2" charset="2"/>
              <a:buChar char="l"/>
            </a:pPr>
            <a:r>
              <a:rPr lang="zh-CN" altLang="en-US" dirty="0"/>
              <a:t>输出：不同节点上发送的消息，将结果返回到</a:t>
            </a:r>
            <a:r>
              <a:rPr lang="en-US" altLang="zh-CN" dirty="0"/>
              <a:t>Ni</a:t>
            </a:r>
          </a:p>
          <a:p>
            <a:pPr marL="771525" lvl="1" indent="-257175">
              <a:buFont typeface="Wingdings" panose="05000000000000000000" pitchFamily="2" charset="2"/>
              <a:buChar char="l"/>
            </a:pPr>
            <a:r>
              <a:rPr lang="zh-CN" altLang="en-US" dirty="0"/>
              <a:t>方法：初始化</a:t>
            </a:r>
            <a:r>
              <a:rPr lang="en-US" altLang="zh-CN" dirty="0"/>
              <a:t>Nc </a:t>
            </a:r>
            <a:r>
              <a:rPr lang="en-US" altLang="zh-CN" dirty="0">
                <a:sym typeface="Wingdings" panose="05000000000000000000" pitchFamily="2" charset="2"/>
              </a:rPr>
              <a:t> Ni</a:t>
            </a:r>
            <a:endParaRPr lang="en-US" altLang="zh-CN" dirty="0"/>
          </a:p>
          <a:p>
            <a:pPr marL="1114425" lvl="2" indent="-257175">
              <a:buFont typeface="Wingdings" panose="05000000000000000000" pitchFamily="2" charset="2"/>
              <a:buChar char="l"/>
            </a:pPr>
            <a:r>
              <a:rPr lang="zh-CN" altLang="en-US" dirty="0">
                <a:sym typeface="Wingdings" panose="05000000000000000000" pitchFamily="2" charset="2"/>
              </a:rPr>
              <a:t>若</a:t>
            </a:r>
            <a:r>
              <a:rPr lang="en-US" altLang="zh-CN" dirty="0">
                <a:sym typeface="Wingdings" panose="05000000000000000000" pitchFamily="2" charset="2"/>
              </a:rPr>
              <a:t>c &lt; j &lt;= s, Ns</a:t>
            </a:r>
            <a:r>
              <a:rPr lang="zh-CN" altLang="en-US" dirty="0">
                <a:sym typeface="Wingdings" panose="05000000000000000000" pitchFamily="2" charset="2"/>
              </a:rPr>
              <a:t>为</a:t>
            </a:r>
            <a:r>
              <a:rPr lang="en-US" altLang="zh-CN" dirty="0">
                <a:sym typeface="Wingdings" panose="05000000000000000000" pitchFamily="2" charset="2"/>
              </a:rPr>
              <a:t>Nc</a:t>
            </a:r>
            <a:r>
              <a:rPr lang="zh-CN" altLang="en-US" dirty="0">
                <a:sym typeface="Wingdings" panose="05000000000000000000" pitchFamily="2" charset="2"/>
              </a:rPr>
              <a:t>的后继节点</a:t>
            </a:r>
            <a:endParaRPr lang="en-US" altLang="zh-CN" dirty="0">
              <a:sym typeface="Wingdings" panose="05000000000000000000" pitchFamily="2" charset="2"/>
            </a:endParaRPr>
          </a:p>
          <a:p>
            <a:pPr marL="1114425" lvl="2" indent="-257175">
              <a:buFont typeface="Wingdings" panose="05000000000000000000" pitchFamily="2" charset="2"/>
              <a:buChar char="l"/>
            </a:pPr>
            <a:endParaRPr lang="en-US" altLang="zh-CN" dirty="0">
              <a:sym typeface="Wingdings" panose="05000000000000000000" pitchFamily="2" charset="2"/>
            </a:endParaRPr>
          </a:p>
          <a:p>
            <a:pPr marL="1114425" lvl="2" indent="-257175">
              <a:buFont typeface="Wingdings" panose="05000000000000000000" pitchFamily="2" charset="2"/>
              <a:buChar char="l"/>
            </a:pPr>
            <a:endParaRPr lang="en-US" altLang="zh-CN" dirty="0">
              <a:sym typeface="Wingdings" panose="05000000000000000000" pitchFamily="2" charset="2"/>
            </a:endParaRPr>
          </a:p>
          <a:p>
            <a:pPr marL="1114425" lvl="2" indent="-257175">
              <a:buFont typeface="Wingdings" panose="05000000000000000000" pitchFamily="2" charset="2"/>
              <a:buChar char="l"/>
            </a:pPr>
            <a:endParaRPr lang="en-US" altLang="zh-CN" dirty="0">
              <a:sym typeface="Wingdings" panose="05000000000000000000" pitchFamily="2" charset="2"/>
            </a:endParaRPr>
          </a:p>
          <a:p>
            <a:pPr marL="1114425" lvl="2" indent="-257175">
              <a:buFont typeface="Wingdings" panose="05000000000000000000" pitchFamily="2" charset="2"/>
              <a:buChar char="l"/>
            </a:pPr>
            <a:endParaRPr lang="en-US" altLang="zh-CN" dirty="0">
              <a:sym typeface="Wingdings" panose="05000000000000000000" pitchFamily="2" charset="2"/>
            </a:endParaRPr>
          </a:p>
          <a:p>
            <a:pPr marL="1114425" lvl="2" indent="-257175">
              <a:buFont typeface="Wingdings" panose="05000000000000000000" pitchFamily="2" charset="2"/>
              <a:buChar char="l"/>
            </a:pPr>
            <a:r>
              <a:rPr lang="zh-CN" altLang="en-US" dirty="0">
                <a:sym typeface="Wingdings" panose="05000000000000000000" pitchFamily="2" charset="2"/>
              </a:rPr>
              <a:t>否则，</a:t>
            </a:r>
            <a:r>
              <a:rPr lang="en-US" altLang="zh-CN" dirty="0">
                <a:sym typeface="Wingdings" panose="05000000000000000000" pitchFamily="2" charset="2"/>
              </a:rPr>
              <a:t>Nc</a:t>
            </a:r>
            <a:r>
              <a:rPr lang="zh-CN" altLang="en-US" dirty="0">
                <a:sym typeface="Wingdings" panose="05000000000000000000" pitchFamily="2" charset="2"/>
              </a:rPr>
              <a:t>在手指表查找小于</a:t>
            </a:r>
            <a:r>
              <a:rPr lang="en-US" altLang="zh-CN" dirty="0">
                <a:sym typeface="Wingdings" panose="05000000000000000000" pitchFamily="2" charset="2"/>
              </a:rPr>
              <a:t>j</a:t>
            </a:r>
            <a:r>
              <a:rPr lang="zh-CN" altLang="en-US" dirty="0">
                <a:sym typeface="Wingdings" panose="05000000000000000000" pitchFamily="2" charset="2"/>
              </a:rPr>
              <a:t>的最大数字节点</a:t>
            </a:r>
            <a:r>
              <a:rPr lang="en-US" altLang="zh-CN" dirty="0">
                <a:sym typeface="Wingdings" panose="05000000000000000000" pitchFamily="2" charset="2"/>
              </a:rPr>
              <a:t>Nh</a:t>
            </a:r>
            <a:endParaRPr lang="zh-CN" altLang="en-US" dirty="0"/>
          </a:p>
        </p:txBody>
      </p:sp>
      <p:sp>
        <p:nvSpPr>
          <p:cNvPr id="2" name="灯片编号占位符 1">
            <a:extLst>
              <a:ext uri="{FF2B5EF4-FFF2-40B4-BE49-F238E27FC236}">
                <a16:creationId xmlns:a16="http://schemas.microsoft.com/office/drawing/2014/main" id="{C2732785-BB48-4A3A-8D70-F73B06717560}"/>
              </a:ext>
            </a:extLst>
          </p:cNvPr>
          <p:cNvSpPr>
            <a:spLocks noGrp="1"/>
          </p:cNvSpPr>
          <p:nvPr>
            <p:ph type="sldNum" sz="quarter" idx="12"/>
          </p:nvPr>
        </p:nvSpPr>
        <p:spPr/>
        <p:txBody>
          <a:bodyPr/>
          <a:lstStyle/>
          <a:p>
            <a:fld id="{D0399D1A-D296-42B7-916E-50FBDB540DBE}" type="slidenum">
              <a:rPr lang="zh-CN" altLang="en-US" smtClean="0"/>
              <a:t>28</a:t>
            </a:fld>
            <a:endParaRPr lang="zh-CN" altLang="en-US"/>
          </a:p>
        </p:txBody>
      </p:sp>
      <p:grpSp>
        <p:nvGrpSpPr>
          <p:cNvPr id="5" name="组合 6">
            <a:extLst>
              <a:ext uri="{FF2B5EF4-FFF2-40B4-BE49-F238E27FC236}">
                <a16:creationId xmlns:a16="http://schemas.microsoft.com/office/drawing/2014/main" id="{0B9FEB26-3519-48FF-B591-B89D7DE13A4B}"/>
              </a:ext>
            </a:extLst>
          </p:cNvPr>
          <p:cNvGrpSpPr>
            <a:grpSpLocks/>
          </p:cNvGrpSpPr>
          <p:nvPr/>
        </p:nvGrpSpPr>
        <p:grpSpPr bwMode="auto">
          <a:xfrm>
            <a:off x="6616743" y="1880735"/>
            <a:ext cx="2336305" cy="2001778"/>
            <a:chOff x="0" y="0"/>
            <a:chExt cx="3114634" cy="2667857"/>
          </a:xfrm>
        </p:grpSpPr>
        <p:sp>
          <p:nvSpPr>
            <p:cNvPr id="6" name="椭圆 2">
              <a:extLst>
                <a:ext uri="{FF2B5EF4-FFF2-40B4-BE49-F238E27FC236}">
                  <a16:creationId xmlns:a16="http://schemas.microsoft.com/office/drawing/2014/main" id="{87BFB1F3-259C-4531-9DE0-536E65A6C27D}"/>
                </a:ext>
              </a:extLst>
            </p:cNvPr>
            <p:cNvSpPr>
              <a:spLocks noChangeArrowheads="1"/>
            </p:cNvSpPr>
            <p:nvPr/>
          </p:nvSpPr>
          <p:spPr bwMode="auto">
            <a:xfrm>
              <a:off x="504913" y="301188"/>
              <a:ext cx="2016000" cy="201622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7" name="流程图: 联系 4">
              <a:extLst>
                <a:ext uri="{FF2B5EF4-FFF2-40B4-BE49-F238E27FC236}">
                  <a16:creationId xmlns:a16="http://schemas.microsoft.com/office/drawing/2014/main" id="{086FE225-A755-4B21-8978-D12FEFF14100}"/>
                </a:ext>
              </a:extLst>
            </p:cNvPr>
            <p:cNvSpPr>
              <a:spLocks noChangeArrowheads="1"/>
            </p:cNvSpPr>
            <p:nvPr/>
          </p:nvSpPr>
          <p:spPr bwMode="auto">
            <a:xfrm>
              <a:off x="827531" y="517212"/>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8" name="流程图: 联系 7">
              <a:extLst>
                <a:ext uri="{FF2B5EF4-FFF2-40B4-BE49-F238E27FC236}">
                  <a16:creationId xmlns:a16="http://schemas.microsoft.com/office/drawing/2014/main" id="{C745BC0F-43C8-4E5E-A9F2-BA0FBDB4CF34}"/>
                </a:ext>
              </a:extLst>
            </p:cNvPr>
            <p:cNvSpPr>
              <a:spLocks noChangeArrowheads="1"/>
            </p:cNvSpPr>
            <p:nvPr/>
          </p:nvSpPr>
          <p:spPr bwMode="auto">
            <a:xfrm>
              <a:off x="576929" y="805244"/>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9" name="流程图: 联系 8">
              <a:extLst>
                <a:ext uri="{FF2B5EF4-FFF2-40B4-BE49-F238E27FC236}">
                  <a16:creationId xmlns:a16="http://schemas.microsoft.com/office/drawing/2014/main" id="{951D1BEA-AFFB-4F89-B03C-CC95E3DF435C}"/>
                </a:ext>
              </a:extLst>
            </p:cNvPr>
            <p:cNvSpPr>
              <a:spLocks noChangeArrowheads="1"/>
            </p:cNvSpPr>
            <p:nvPr/>
          </p:nvSpPr>
          <p:spPr bwMode="auto">
            <a:xfrm>
              <a:off x="468921" y="1093284"/>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0" name="流程图: 联系 9">
              <a:extLst>
                <a:ext uri="{FF2B5EF4-FFF2-40B4-BE49-F238E27FC236}">
                  <a16:creationId xmlns:a16="http://schemas.microsoft.com/office/drawing/2014/main" id="{27DB1F35-A792-4A8D-881D-676E1E2AE0AA}"/>
                </a:ext>
              </a:extLst>
            </p:cNvPr>
            <p:cNvSpPr>
              <a:spLocks noChangeArrowheads="1"/>
            </p:cNvSpPr>
            <p:nvPr/>
          </p:nvSpPr>
          <p:spPr bwMode="auto">
            <a:xfrm>
              <a:off x="1729049" y="301188"/>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1" name="流程图: 联系 10">
              <a:extLst>
                <a:ext uri="{FF2B5EF4-FFF2-40B4-BE49-F238E27FC236}">
                  <a16:creationId xmlns:a16="http://schemas.microsoft.com/office/drawing/2014/main" id="{B1166847-9695-478D-9D8A-20967B3C1D9E}"/>
                </a:ext>
              </a:extLst>
            </p:cNvPr>
            <p:cNvSpPr>
              <a:spLocks noChangeArrowheads="1"/>
            </p:cNvSpPr>
            <p:nvPr/>
          </p:nvSpPr>
          <p:spPr bwMode="auto">
            <a:xfrm>
              <a:off x="2161097" y="517212"/>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2" name="流程图: 联系 11">
              <a:extLst>
                <a:ext uri="{FF2B5EF4-FFF2-40B4-BE49-F238E27FC236}">
                  <a16:creationId xmlns:a16="http://schemas.microsoft.com/office/drawing/2014/main" id="{7B282AB0-F027-41BF-BBEB-85B67162E82E}"/>
                </a:ext>
              </a:extLst>
            </p:cNvPr>
            <p:cNvSpPr>
              <a:spLocks noChangeArrowheads="1"/>
            </p:cNvSpPr>
            <p:nvPr/>
          </p:nvSpPr>
          <p:spPr bwMode="auto">
            <a:xfrm>
              <a:off x="2377129" y="805252"/>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3" name="流程图: 联系 12">
              <a:extLst>
                <a:ext uri="{FF2B5EF4-FFF2-40B4-BE49-F238E27FC236}">
                  <a16:creationId xmlns:a16="http://schemas.microsoft.com/office/drawing/2014/main" id="{FBB4B79D-EF58-4D98-9588-6F940966DD96}"/>
                </a:ext>
              </a:extLst>
            </p:cNvPr>
            <p:cNvSpPr>
              <a:spLocks noChangeArrowheads="1"/>
            </p:cNvSpPr>
            <p:nvPr/>
          </p:nvSpPr>
          <p:spPr bwMode="auto">
            <a:xfrm>
              <a:off x="2449129" y="1525332"/>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4" name="流程图: 联系 13">
              <a:extLst>
                <a:ext uri="{FF2B5EF4-FFF2-40B4-BE49-F238E27FC236}">
                  <a16:creationId xmlns:a16="http://schemas.microsoft.com/office/drawing/2014/main" id="{ED7813DD-FB83-42EC-97EC-92911323CC14}"/>
                </a:ext>
              </a:extLst>
            </p:cNvPr>
            <p:cNvSpPr>
              <a:spLocks noChangeArrowheads="1"/>
            </p:cNvSpPr>
            <p:nvPr/>
          </p:nvSpPr>
          <p:spPr bwMode="auto">
            <a:xfrm>
              <a:off x="1729057" y="2245404"/>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5" name="流程图: 联系 14">
              <a:extLst>
                <a:ext uri="{FF2B5EF4-FFF2-40B4-BE49-F238E27FC236}">
                  <a16:creationId xmlns:a16="http://schemas.microsoft.com/office/drawing/2014/main" id="{3848F529-E01F-4ED8-AE57-C471EE7F673B}"/>
                </a:ext>
              </a:extLst>
            </p:cNvPr>
            <p:cNvSpPr>
              <a:spLocks noChangeArrowheads="1"/>
            </p:cNvSpPr>
            <p:nvPr/>
          </p:nvSpPr>
          <p:spPr bwMode="auto">
            <a:xfrm>
              <a:off x="1008969" y="2173404"/>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6" name="流程图: 联系 15">
              <a:extLst>
                <a:ext uri="{FF2B5EF4-FFF2-40B4-BE49-F238E27FC236}">
                  <a16:creationId xmlns:a16="http://schemas.microsoft.com/office/drawing/2014/main" id="{489B0AEB-7F31-4088-A09D-42531E82A2A5}"/>
                </a:ext>
              </a:extLst>
            </p:cNvPr>
            <p:cNvSpPr>
              <a:spLocks noChangeArrowheads="1"/>
            </p:cNvSpPr>
            <p:nvPr/>
          </p:nvSpPr>
          <p:spPr bwMode="auto">
            <a:xfrm>
              <a:off x="720945" y="1957380"/>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7" name="矩形 5">
              <a:extLst>
                <a:ext uri="{FF2B5EF4-FFF2-40B4-BE49-F238E27FC236}">
                  <a16:creationId xmlns:a16="http://schemas.microsoft.com/office/drawing/2014/main" id="{135EA6A0-7CAB-48B7-BFF1-D6215FF49AF0}"/>
                </a:ext>
              </a:extLst>
            </p:cNvPr>
            <p:cNvSpPr>
              <a:spLocks noChangeArrowheads="1"/>
            </p:cNvSpPr>
            <p:nvPr/>
          </p:nvSpPr>
          <p:spPr bwMode="auto">
            <a:xfrm>
              <a:off x="455958" y="147880"/>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56</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18" name="矩形 17">
              <a:extLst>
                <a:ext uri="{FF2B5EF4-FFF2-40B4-BE49-F238E27FC236}">
                  <a16:creationId xmlns:a16="http://schemas.microsoft.com/office/drawing/2014/main" id="{772475F9-AEAF-4AE3-8958-3C4D6A9A2D26}"/>
                </a:ext>
              </a:extLst>
            </p:cNvPr>
            <p:cNvSpPr>
              <a:spLocks noChangeArrowheads="1"/>
            </p:cNvSpPr>
            <p:nvPr/>
          </p:nvSpPr>
          <p:spPr bwMode="auto">
            <a:xfrm>
              <a:off x="1639799" y="0"/>
              <a:ext cx="524001"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19" name="矩形 18">
              <a:extLst>
                <a:ext uri="{FF2B5EF4-FFF2-40B4-BE49-F238E27FC236}">
                  <a16:creationId xmlns:a16="http://schemas.microsoft.com/office/drawing/2014/main" id="{1994BF83-9FF0-41D6-B2F8-663869182C9A}"/>
                </a:ext>
              </a:extLst>
            </p:cNvPr>
            <p:cNvSpPr>
              <a:spLocks noChangeArrowheads="1"/>
            </p:cNvSpPr>
            <p:nvPr/>
          </p:nvSpPr>
          <p:spPr bwMode="auto">
            <a:xfrm>
              <a:off x="130594" y="518765"/>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51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0" name="矩形 19">
              <a:extLst>
                <a:ext uri="{FF2B5EF4-FFF2-40B4-BE49-F238E27FC236}">
                  <a16:creationId xmlns:a16="http://schemas.microsoft.com/office/drawing/2014/main" id="{78CCC475-C4CA-4185-9509-E12C9875408A}"/>
                </a:ext>
              </a:extLst>
            </p:cNvPr>
            <p:cNvSpPr>
              <a:spLocks noChangeArrowheads="1"/>
            </p:cNvSpPr>
            <p:nvPr/>
          </p:nvSpPr>
          <p:spPr bwMode="auto">
            <a:xfrm>
              <a:off x="0" y="980037"/>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48</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1" name="矩形 20">
              <a:extLst>
                <a:ext uri="{FF2B5EF4-FFF2-40B4-BE49-F238E27FC236}">
                  <a16:creationId xmlns:a16="http://schemas.microsoft.com/office/drawing/2014/main" id="{0F053D66-7856-4BA6-B3AD-30CD874F3456}"/>
                </a:ext>
              </a:extLst>
            </p:cNvPr>
            <p:cNvSpPr>
              <a:spLocks noChangeArrowheads="1"/>
            </p:cNvSpPr>
            <p:nvPr/>
          </p:nvSpPr>
          <p:spPr bwMode="auto">
            <a:xfrm>
              <a:off x="271648" y="1791423"/>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42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2" name="矩形 21">
              <a:extLst>
                <a:ext uri="{FF2B5EF4-FFF2-40B4-BE49-F238E27FC236}">
                  <a16:creationId xmlns:a16="http://schemas.microsoft.com/office/drawing/2014/main" id="{B687BE99-9D2B-4660-9AE2-B59053B1560C}"/>
                </a:ext>
              </a:extLst>
            </p:cNvPr>
            <p:cNvSpPr>
              <a:spLocks noChangeArrowheads="1"/>
            </p:cNvSpPr>
            <p:nvPr/>
          </p:nvSpPr>
          <p:spPr bwMode="auto">
            <a:xfrm>
              <a:off x="651889" y="2160756"/>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38</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3" name="矩形 22">
              <a:extLst>
                <a:ext uri="{FF2B5EF4-FFF2-40B4-BE49-F238E27FC236}">
                  <a16:creationId xmlns:a16="http://schemas.microsoft.com/office/drawing/2014/main" id="{CD5B019D-355C-4E45-926E-B9C5A5BF3FF7}"/>
                </a:ext>
              </a:extLst>
            </p:cNvPr>
            <p:cNvSpPr>
              <a:spLocks noChangeArrowheads="1"/>
            </p:cNvSpPr>
            <p:nvPr/>
          </p:nvSpPr>
          <p:spPr bwMode="auto">
            <a:xfrm>
              <a:off x="1692101" y="2267925"/>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32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4" name="矩形 23">
              <a:extLst>
                <a:ext uri="{FF2B5EF4-FFF2-40B4-BE49-F238E27FC236}">
                  <a16:creationId xmlns:a16="http://schemas.microsoft.com/office/drawing/2014/main" id="{74832747-8ECA-4740-87AD-D1E913D047C3}"/>
                </a:ext>
              </a:extLst>
            </p:cNvPr>
            <p:cNvSpPr>
              <a:spLocks noChangeArrowheads="1"/>
            </p:cNvSpPr>
            <p:nvPr/>
          </p:nvSpPr>
          <p:spPr bwMode="auto">
            <a:xfrm>
              <a:off x="2474508" y="1349368"/>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21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5" name="矩形 24">
              <a:extLst>
                <a:ext uri="{FF2B5EF4-FFF2-40B4-BE49-F238E27FC236}">
                  <a16:creationId xmlns:a16="http://schemas.microsoft.com/office/drawing/2014/main" id="{4A3E191F-7915-481E-8F63-CDA08D6E9260}"/>
                </a:ext>
              </a:extLst>
            </p:cNvPr>
            <p:cNvSpPr>
              <a:spLocks noChangeArrowheads="1"/>
            </p:cNvSpPr>
            <p:nvPr/>
          </p:nvSpPr>
          <p:spPr bwMode="auto">
            <a:xfrm>
              <a:off x="2500878" y="620577"/>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14</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6" name="矩形 25">
              <a:extLst>
                <a:ext uri="{FF2B5EF4-FFF2-40B4-BE49-F238E27FC236}">
                  <a16:creationId xmlns:a16="http://schemas.microsoft.com/office/drawing/2014/main" id="{4E4812D7-5041-4D9A-93A8-8AF6F97E8BF4}"/>
                </a:ext>
              </a:extLst>
            </p:cNvPr>
            <p:cNvSpPr>
              <a:spLocks noChangeArrowheads="1"/>
            </p:cNvSpPr>
            <p:nvPr/>
          </p:nvSpPr>
          <p:spPr bwMode="auto">
            <a:xfrm>
              <a:off x="2152480" y="214710"/>
              <a:ext cx="524001"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8</a:t>
              </a:r>
              <a:endParaRPr lang="zh-CN" altLang="en-US" sz="1350">
                <a:solidFill>
                  <a:schemeClr val="tx1"/>
                </a:solidFill>
                <a:latin typeface="Microsoft YaHei" panose="020B0503020204020204" pitchFamily="34" charset="-122"/>
                <a:ea typeface="Microsoft YaHei" panose="020B0503020204020204" pitchFamily="34" charset="-122"/>
              </a:endParaRPr>
            </a:p>
          </p:txBody>
        </p:sp>
      </p:grpSp>
      <p:sp>
        <p:nvSpPr>
          <p:cNvPr id="27" name="矩形 48">
            <a:extLst>
              <a:ext uri="{FF2B5EF4-FFF2-40B4-BE49-F238E27FC236}">
                <a16:creationId xmlns:a16="http://schemas.microsoft.com/office/drawing/2014/main" id="{CA2BA37F-C3CC-4D46-ABCC-AB21B262420D}"/>
              </a:ext>
            </a:extLst>
          </p:cNvPr>
          <p:cNvSpPr>
            <a:spLocks noChangeArrowheads="1"/>
          </p:cNvSpPr>
          <p:nvPr/>
        </p:nvSpPr>
        <p:spPr bwMode="auto">
          <a:xfrm>
            <a:off x="5701667" y="3627811"/>
            <a:ext cx="172675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dirty="0">
                <a:solidFill>
                  <a:srgbClr val="FF0000"/>
                </a:solidFill>
                <a:latin typeface="Microsoft YaHei" panose="020B0503020204020204" pitchFamily="34" charset="-122"/>
                <a:ea typeface="Microsoft YaHei" panose="020B0503020204020204" pitchFamily="34" charset="-122"/>
              </a:rPr>
              <a:t>Finger table for </a:t>
            </a:r>
            <a:r>
              <a:rPr lang="en-US" altLang="zh-CN" sz="1350" b="1" i="1" dirty="0">
                <a:solidFill>
                  <a:srgbClr val="FF0000"/>
                </a:solidFill>
                <a:latin typeface="Microsoft YaHei" panose="020B0503020204020204" pitchFamily="34" charset="-122"/>
                <a:ea typeface="Microsoft YaHei" panose="020B0503020204020204" pitchFamily="34" charset="-122"/>
              </a:rPr>
              <a:t>N</a:t>
            </a:r>
            <a:r>
              <a:rPr lang="en-US" altLang="zh-CN" sz="1350" b="1" baseline="-25000" dirty="0">
                <a:solidFill>
                  <a:srgbClr val="FF0000"/>
                </a:solidFill>
                <a:latin typeface="Microsoft YaHei" panose="020B0503020204020204" pitchFamily="34" charset="-122"/>
                <a:ea typeface="Microsoft YaHei" panose="020B0503020204020204" pitchFamily="34" charset="-122"/>
              </a:rPr>
              <a:t>8</a:t>
            </a:r>
            <a:endParaRPr lang="zh-CN" altLang="en-US" sz="1350" b="1" dirty="0">
              <a:solidFill>
                <a:srgbClr val="FF0000"/>
              </a:solidFill>
              <a:latin typeface="Microsoft YaHei" panose="020B0503020204020204" pitchFamily="34" charset="-122"/>
              <a:ea typeface="Microsoft YaHei" panose="020B0503020204020204" pitchFamily="34" charset="-122"/>
            </a:endParaRPr>
          </a:p>
        </p:txBody>
      </p:sp>
      <p:cxnSp>
        <p:nvCxnSpPr>
          <p:cNvPr id="28" name="直接连接符 2">
            <a:extLst>
              <a:ext uri="{FF2B5EF4-FFF2-40B4-BE49-F238E27FC236}">
                <a16:creationId xmlns:a16="http://schemas.microsoft.com/office/drawing/2014/main" id="{03666582-C1B6-466D-BE79-72702EC09DF0}"/>
              </a:ext>
            </a:extLst>
          </p:cNvPr>
          <p:cNvCxnSpPr>
            <a:cxnSpLocks noChangeShapeType="1"/>
          </p:cNvCxnSpPr>
          <p:nvPr/>
        </p:nvCxnSpPr>
        <p:spPr bwMode="auto">
          <a:xfrm>
            <a:off x="5929752" y="4251382"/>
            <a:ext cx="315991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9" name="直接连接符 26">
            <a:extLst>
              <a:ext uri="{FF2B5EF4-FFF2-40B4-BE49-F238E27FC236}">
                <a16:creationId xmlns:a16="http://schemas.microsoft.com/office/drawing/2014/main" id="{94D499A7-75CB-49FC-9F57-5B88DF8F0810}"/>
              </a:ext>
            </a:extLst>
          </p:cNvPr>
          <p:cNvCxnSpPr>
            <a:cxnSpLocks noChangeShapeType="1"/>
          </p:cNvCxnSpPr>
          <p:nvPr/>
        </p:nvCxnSpPr>
        <p:spPr bwMode="auto">
          <a:xfrm>
            <a:off x="6659605" y="3973966"/>
            <a:ext cx="0" cy="514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0" name="矩形 28">
            <a:extLst>
              <a:ext uri="{FF2B5EF4-FFF2-40B4-BE49-F238E27FC236}">
                <a16:creationId xmlns:a16="http://schemas.microsoft.com/office/drawing/2014/main" id="{F326C7E3-944B-4580-9EBD-8377359D1541}"/>
              </a:ext>
            </a:extLst>
          </p:cNvPr>
          <p:cNvSpPr>
            <a:spLocks noChangeArrowheads="1"/>
          </p:cNvSpPr>
          <p:nvPr/>
        </p:nvSpPr>
        <p:spPr bwMode="auto">
          <a:xfrm>
            <a:off x="5911893" y="3960869"/>
            <a:ext cx="94609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Distance </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31" name="矩形 61">
            <a:extLst>
              <a:ext uri="{FF2B5EF4-FFF2-40B4-BE49-F238E27FC236}">
                <a16:creationId xmlns:a16="http://schemas.microsoft.com/office/drawing/2014/main" id="{868306CB-FB7A-4D51-A320-8B8618EBFD95}"/>
              </a:ext>
            </a:extLst>
          </p:cNvPr>
          <p:cNvSpPr>
            <a:spLocks noChangeArrowheads="1"/>
          </p:cNvSpPr>
          <p:nvPr/>
        </p:nvSpPr>
        <p:spPr bwMode="auto">
          <a:xfrm>
            <a:off x="6010715" y="4231141"/>
            <a:ext cx="69602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Node </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32" name="矩形 29">
            <a:extLst>
              <a:ext uri="{FF2B5EF4-FFF2-40B4-BE49-F238E27FC236}">
                <a16:creationId xmlns:a16="http://schemas.microsoft.com/office/drawing/2014/main" id="{8AF2FBA3-DA0F-40AB-A7C0-4872959FCA04}"/>
              </a:ext>
            </a:extLst>
          </p:cNvPr>
          <p:cNvSpPr>
            <a:spLocks noChangeArrowheads="1"/>
          </p:cNvSpPr>
          <p:nvPr/>
        </p:nvSpPr>
        <p:spPr bwMode="auto">
          <a:xfrm>
            <a:off x="6748902" y="3968013"/>
            <a:ext cx="28565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33" name="矩形 62">
            <a:extLst>
              <a:ext uri="{FF2B5EF4-FFF2-40B4-BE49-F238E27FC236}">
                <a16:creationId xmlns:a16="http://schemas.microsoft.com/office/drawing/2014/main" id="{663E58AF-176E-41D4-85F5-03C3D058A622}"/>
              </a:ext>
            </a:extLst>
          </p:cNvPr>
          <p:cNvSpPr>
            <a:spLocks noChangeArrowheads="1"/>
          </p:cNvSpPr>
          <p:nvPr/>
        </p:nvSpPr>
        <p:spPr bwMode="auto">
          <a:xfrm>
            <a:off x="6700086" y="4237094"/>
            <a:ext cx="4603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14</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34" name="矩形 63">
            <a:extLst>
              <a:ext uri="{FF2B5EF4-FFF2-40B4-BE49-F238E27FC236}">
                <a16:creationId xmlns:a16="http://schemas.microsoft.com/office/drawing/2014/main" id="{2470F78A-78FB-4AD3-8F0C-3F18F14067F1}"/>
              </a:ext>
            </a:extLst>
          </p:cNvPr>
          <p:cNvSpPr>
            <a:spLocks noChangeArrowheads="1"/>
          </p:cNvSpPr>
          <p:nvPr/>
        </p:nvSpPr>
        <p:spPr bwMode="auto">
          <a:xfrm>
            <a:off x="7134664" y="3968013"/>
            <a:ext cx="28565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35" name="矩形 64">
            <a:extLst>
              <a:ext uri="{FF2B5EF4-FFF2-40B4-BE49-F238E27FC236}">
                <a16:creationId xmlns:a16="http://schemas.microsoft.com/office/drawing/2014/main" id="{8562DEBE-2D1F-44BE-8F11-754427EEF60D}"/>
              </a:ext>
            </a:extLst>
          </p:cNvPr>
          <p:cNvSpPr>
            <a:spLocks noChangeArrowheads="1"/>
          </p:cNvSpPr>
          <p:nvPr/>
        </p:nvSpPr>
        <p:spPr bwMode="auto">
          <a:xfrm>
            <a:off x="7078705" y="4263288"/>
            <a:ext cx="4603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14</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36" name="矩形 65">
            <a:extLst>
              <a:ext uri="{FF2B5EF4-FFF2-40B4-BE49-F238E27FC236}">
                <a16:creationId xmlns:a16="http://schemas.microsoft.com/office/drawing/2014/main" id="{85B7B632-ABE5-4272-A524-B695C5E91256}"/>
              </a:ext>
            </a:extLst>
          </p:cNvPr>
          <p:cNvSpPr>
            <a:spLocks noChangeArrowheads="1"/>
          </p:cNvSpPr>
          <p:nvPr/>
        </p:nvSpPr>
        <p:spPr bwMode="auto">
          <a:xfrm>
            <a:off x="7514473" y="3973966"/>
            <a:ext cx="28565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4</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37" name="矩形 69">
            <a:extLst>
              <a:ext uri="{FF2B5EF4-FFF2-40B4-BE49-F238E27FC236}">
                <a16:creationId xmlns:a16="http://schemas.microsoft.com/office/drawing/2014/main" id="{51B07E8D-6B51-4230-9A77-B025E9B20616}"/>
              </a:ext>
            </a:extLst>
          </p:cNvPr>
          <p:cNvSpPr>
            <a:spLocks noChangeArrowheads="1"/>
          </p:cNvSpPr>
          <p:nvPr/>
        </p:nvSpPr>
        <p:spPr bwMode="auto">
          <a:xfrm>
            <a:off x="7469230" y="4270432"/>
            <a:ext cx="4603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14</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38" name="矩形 71">
            <a:extLst>
              <a:ext uri="{FF2B5EF4-FFF2-40B4-BE49-F238E27FC236}">
                <a16:creationId xmlns:a16="http://schemas.microsoft.com/office/drawing/2014/main" id="{94EA42AB-DF5E-42D5-9981-64E93202461E}"/>
              </a:ext>
            </a:extLst>
          </p:cNvPr>
          <p:cNvSpPr>
            <a:spLocks noChangeArrowheads="1"/>
          </p:cNvSpPr>
          <p:nvPr/>
        </p:nvSpPr>
        <p:spPr bwMode="auto">
          <a:xfrm>
            <a:off x="7906189" y="3968013"/>
            <a:ext cx="28565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8</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39" name="矩形 72">
            <a:extLst>
              <a:ext uri="{FF2B5EF4-FFF2-40B4-BE49-F238E27FC236}">
                <a16:creationId xmlns:a16="http://schemas.microsoft.com/office/drawing/2014/main" id="{3A579B06-5816-49DA-82CA-8C41693AF63B}"/>
              </a:ext>
            </a:extLst>
          </p:cNvPr>
          <p:cNvSpPr>
            <a:spLocks noChangeArrowheads="1"/>
          </p:cNvSpPr>
          <p:nvPr/>
        </p:nvSpPr>
        <p:spPr bwMode="auto">
          <a:xfrm>
            <a:off x="8225277" y="3968013"/>
            <a:ext cx="38664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16</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0" name="矩形 73">
            <a:extLst>
              <a:ext uri="{FF2B5EF4-FFF2-40B4-BE49-F238E27FC236}">
                <a16:creationId xmlns:a16="http://schemas.microsoft.com/office/drawing/2014/main" id="{2F286A3F-66F3-445F-A3ED-DA3900EB3766}"/>
              </a:ext>
            </a:extLst>
          </p:cNvPr>
          <p:cNvSpPr>
            <a:spLocks noChangeArrowheads="1"/>
          </p:cNvSpPr>
          <p:nvPr/>
        </p:nvSpPr>
        <p:spPr bwMode="auto">
          <a:xfrm>
            <a:off x="8650330" y="3968013"/>
            <a:ext cx="38664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chemeClr val="tx1"/>
                </a:solidFill>
                <a:latin typeface="Microsoft YaHei" panose="020B0503020204020204" pitchFamily="34" charset="-122"/>
                <a:ea typeface="Microsoft YaHei" panose="020B0503020204020204" pitchFamily="34" charset="-122"/>
              </a:rPr>
              <a:t>32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1" name="矩形 74">
            <a:extLst>
              <a:ext uri="{FF2B5EF4-FFF2-40B4-BE49-F238E27FC236}">
                <a16:creationId xmlns:a16="http://schemas.microsoft.com/office/drawing/2014/main" id="{8B81AB70-4DCD-4C19-83B8-02AA74127E8A}"/>
              </a:ext>
            </a:extLst>
          </p:cNvPr>
          <p:cNvSpPr>
            <a:spLocks noChangeArrowheads="1"/>
          </p:cNvSpPr>
          <p:nvPr/>
        </p:nvSpPr>
        <p:spPr bwMode="auto">
          <a:xfrm>
            <a:off x="7828799" y="4268050"/>
            <a:ext cx="4603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21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2" name="矩形 78">
            <a:extLst>
              <a:ext uri="{FF2B5EF4-FFF2-40B4-BE49-F238E27FC236}">
                <a16:creationId xmlns:a16="http://schemas.microsoft.com/office/drawing/2014/main" id="{5A2E0329-59F1-4C4A-971D-357CD676AA9A}"/>
              </a:ext>
            </a:extLst>
          </p:cNvPr>
          <p:cNvSpPr>
            <a:spLocks noChangeArrowheads="1"/>
          </p:cNvSpPr>
          <p:nvPr/>
        </p:nvSpPr>
        <p:spPr bwMode="auto">
          <a:xfrm>
            <a:off x="8225277" y="4270432"/>
            <a:ext cx="4603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32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3" name="矩形 80">
            <a:extLst>
              <a:ext uri="{FF2B5EF4-FFF2-40B4-BE49-F238E27FC236}">
                <a16:creationId xmlns:a16="http://schemas.microsoft.com/office/drawing/2014/main" id="{0DB5E5B3-19A3-4F0E-9260-9E8F59264A4F}"/>
              </a:ext>
            </a:extLst>
          </p:cNvPr>
          <p:cNvSpPr>
            <a:spLocks noChangeArrowheads="1"/>
          </p:cNvSpPr>
          <p:nvPr/>
        </p:nvSpPr>
        <p:spPr bwMode="auto">
          <a:xfrm>
            <a:off x="8625327" y="4268050"/>
            <a:ext cx="46038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42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45" name="矩形 81">
            <a:extLst>
              <a:ext uri="{FF2B5EF4-FFF2-40B4-BE49-F238E27FC236}">
                <a16:creationId xmlns:a16="http://schemas.microsoft.com/office/drawing/2014/main" id="{AD20565A-5EFA-400C-A087-DF4D0B4BBB9E}"/>
              </a:ext>
            </a:extLst>
          </p:cNvPr>
          <p:cNvSpPr>
            <a:spLocks noChangeArrowheads="1"/>
          </p:cNvSpPr>
          <p:nvPr/>
        </p:nvSpPr>
        <p:spPr bwMode="auto">
          <a:xfrm>
            <a:off x="6796231" y="4601795"/>
            <a:ext cx="2307042" cy="507831"/>
          </a:xfrm>
          <a:prstGeom prst="rect">
            <a:avLst/>
          </a:prstGeom>
          <a:solidFill>
            <a:schemeClr val="bg1"/>
          </a:solidFill>
          <a:ln>
            <a:noFill/>
          </a:ln>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dirty="0">
                <a:solidFill>
                  <a:schemeClr val="tx1"/>
                </a:solidFill>
                <a:latin typeface="Microsoft YaHei" panose="020B0503020204020204" pitchFamily="34" charset="-122"/>
                <a:ea typeface="Microsoft YaHei" panose="020B0503020204020204" pitchFamily="34" charset="-122"/>
              </a:rPr>
              <a:t>8+8=16 and 14</a:t>
            </a:r>
            <a:r>
              <a:rPr lang="zh-CN" altLang="en-US" sz="1350" dirty="0">
                <a:solidFill>
                  <a:schemeClr val="tx1"/>
                </a:solidFill>
                <a:latin typeface="Microsoft YaHei" panose="020B0503020204020204" pitchFamily="34" charset="-122"/>
                <a:ea typeface="Microsoft YaHei" panose="020B0503020204020204" pitchFamily="34" charset="-122"/>
              </a:rPr>
              <a:t>＜</a:t>
            </a:r>
            <a:r>
              <a:rPr lang="en-US" altLang="zh-CN" sz="1350" dirty="0">
                <a:solidFill>
                  <a:schemeClr val="tx1"/>
                </a:solidFill>
                <a:latin typeface="Microsoft YaHei" panose="020B0503020204020204" pitchFamily="34" charset="-122"/>
                <a:ea typeface="Microsoft YaHei" panose="020B0503020204020204" pitchFamily="34" charset="-122"/>
              </a:rPr>
              <a:t>16</a:t>
            </a:r>
            <a:r>
              <a:rPr lang="zh-CN" altLang="en-US" sz="1350" dirty="0">
                <a:solidFill>
                  <a:schemeClr val="tx1"/>
                </a:solidFill>
                <a:latin typeface="Microsoft YaHei" panose="020B0503020204020204" pitchFamily="34" charset="-122"/>
                <a:ea typeface="Microsoft YaHei" panose="020B0503020204020204" pitchFamily="34" charset="-122"/>
              </a:rPr>
              <a:t>＜ </a:t>
            </a:r>
            <a:r>
              <a:rPr lang="en-US" altLang="zh-CN" sz="1350" dirty="0">
                <a:solidFill>
                  <a:schemeClr val="tx1"/>
                </a:solidFill>
                <a:latin typeface="Microsoft YaHei" panose="020B0503020204020204" pitchFamily="34" charset="-122"/>
                <a:ea typeface="Microsoft YaHei" panose="020B0503020204020204" pitchFamily="34" charset="-122"/>
              </a:rPr>
              <a:t>21,</a:t>
            </a:r>
          </a:p>
          <a:p>
            <a:pPr eaLnBrk="1" hangingPunct="1">
              <a:lnSpc>
                <a:spcPct val="100000"/>
              </a:lnSpc>
              <a:spcBef>
                <a:spcPct val="0"/>
              </a:spcBef>
              <a:spcAft>
                <a:spcPct val="0"/>
              </a:spcAft>
              <a:buClrTx/>
              <a:buSzTx/>
              <a:buFont typeface="Arial" panose="020B0604020202020204" pitchFamily="34" charset="0"/>
              <a:buNone/>
            </a:pPr>
            <a:r>
              <a:rPr lang="zh-CN" altLang="en-US" sz="1350" dirty="0">
                <a:solidFill>
                  <a:schemeClr val="tx1"/>
                </a:solidFill>
                <a:latin typeface="Microsoft YaHei" panose="020B0503020204020204" pitchFamily="34" charset="-122"/>
                <a:ea typeface="Microsoft YaHei" panose="020B0503020204020204" pitchFamily="34" charset="-122"/>
              </a:rPr>
              <a:t>距离</a:t>
            </a:r>
            <a:r>
              <a:rPr lang="en-US" altLang="zh-CN" sz="1350" dirty="0">
                <a:solidFill>
                  <a:schemeClr val="tx1"/>
                </a:solidFill>
                <a:latin typeface="Microsoft YaHei" panose="020B0503020204020204" pitchFamily="34" charset="-122"/>
                <a:ea typeface="Microsoft YaHei" panose="020B0503020204020204" pitchFamily="34" charset="-122"/>
              </a:rPr>
              <a:t>8</a:t>
            </a:r>
            <a:r>
              <a:rPr lang="zh-CN" altLang="en-US" sz="1350" dirty="0">
                <a:solidFill>
                  <a:schemeClr val="tx1"/>
                </a:solidFill>
                <a:latin typeface="Microsoft YaHei" panose="020B0503020204020204" pitchFamily="34" charset="-122"/>
                <a:ea typeface="Microsoft YaHei" panose="020B0503020204020204" pitchFamily="34" charset="-122"/>
              </a:rPr>
              <a:t>的最近的节点为</a:t>
            </a:r>
            <a:r>
              <a:rPr lang="en-US" altLang="zh-CN" sz="1350" dirty="0">
                <a:solidFill>
                  <a:schemeClr val="tx1"/>
                </a:solidFill>
                <a:latin typeface="Microsoft YaHei" panose="020B0503020204020204" pitchFamily="34" charset="-122"/>
                <a:ea typeface="Microsoft YaHei" panose="020B0503020204020204" pitchFamily="34" charset="-122"/>
              </a:rPr>
              <a:t>N</a:t>
            </a:r>
            <a:r>
              <a:rPr lang="en-US" altLang="zh-CN" sz="1350" baseline="-25000" dirty="0">
                <a:solidFill>
                  <a:schemeClr val="tx1"/>
                </a:solidFill>
                <a:latin typeface="Microsoft YaHei" panose="020B0503020204020204" pitchFamily="34" charset="-122"/>
                <a:ea typeface="Microsoft YaHei" panose="020B0503020204020204" pitchFamily="34" charset="-122"/>
              </a:rPr>
              <a:t>21</a:t>
            </a:r>
            <a:endParaRPr lang="zh-CN" altLang="en-US" sz="1350" dirty="0">
              <a:solidFill>
                <a:srgbClr val="FF0000"/>
              </a:solidFill>
              <a:latin typeface="Microsoft YaHei" panose="020B0503020204020204" pitchFamily="34" charset="-122"/>
              <a:ea typeface="Microsoft YaHei" panose="020B0503020204020204" pitchFamily="34" charset="-122"/>
            </a:endParaRPr>
          </a:p>
        </p:txBody>
      </p:sp>
      <p:sp>
        <p:nvSpPr>
          <p:cNvPr id="44" name="椭圆 31">
            <a:extLst>
              <a:ext uri="{FF2B5EF4-FFF2-40B4-BE49-F238E27FC236}">
                <a16:creationId xmlns:a16="http://schemas.microsoft.com/office/drawing/2014/main" id="{3B0D54FB-FE15-4920-883F-2616D7EDC66A}"/>
              </a:ext>
            </a:extLst>
          </p:cNvPr>
          <p:cNvSpPr>
            <a:spLocks noChangeArrowheads="1"/>
          </p:cNvSpPr>
          <p:nvPr/>
        </p:nvSpPr>
        <p:spPr bwMode="auto">
          <a:xfrm>
            <a:off x="7828799" y="3842997"/>
            <a:ext cx="390525" cy="823913"/>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rgbClr val="FF0000"/>
              </a:solidFill>
              <a:latin typeface="Microsoft YaHei" panose="020B0503020204020204" pitchFamily="34" charset="-122"/>
              <a:ea typeface="Microsoft YaHei" panose="020B0503020204020204" pitchFamily="34" charset="-122"/>
            </a:endParaRPr>
          </a:p>
        </p:txBody>
      </p:sp>
      <p:sp>
        <p:nvSpPr>
          <p:cNvPr id="46" name="矩形 3">
            <a:extLst>
              <a:ext uri="{FF2B5EF4-FFF2-40B4-BE49-F238E27FC236}">
                <a16:creationId xmlns:a16="http://schemas.microsoft.com/office/drawing/2014/main" id="{82EE01E7-F83C-4E9F-B8F4-E2B9DA18CB50}"/>
              </a:ext>
            </a:extLst>
          </p:cNvPr>
          <p:cNvSpPr>
            <a:spLocks noChangeArrowheads="1"/>
          </p:cNvSpPr>
          <p:nvPr/>
        </p:nvSpPr>
        <p:spPr bwMode="auto">
          <a:xfrm>
            <a:off x="614870" y="3384494"/>
            <a:ext cx="4635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i="1">
                <a:solidFill>
                  <a:schemeClr val="tx1"/>
                </a:solidFill>
                <a:latin typeface="Microsoft YaHei" panose="020B0503020204020204" pitchFamily="34" charset="-122"/>
                <a:ea typeface="Microsoft YaHei" panose="020B0503020204020204" pitchFamily="34" charset="-122"/>
              </a:rPr>
              <a:t>N</a:t>
            </a:r>
            <a:r>
              <a:rPr lang="en-US" altLang="zh-CN" sz="1500" baseline="-25000">
                <a:solidFill>
                  <a:schemeClr val="tx1"/>
                </a:solidFill>
                <a:latin typeface="Microsoft YaHei" panose="020B0503020204020204" pitchFamily="34" charset="-122"/>
                <a:ea typeface="Microsoft YaHei" panose="020B0503020204020204" pitchFamily="34" charset="-122"/>
              </a:rPr>
              <a:t>c</a:t>
            </a:r>
            <a:r>
              <a:rPr lang="en-US" altLang="zh-CN" sz="1500">
                <a:solidFill>
                  <a:schemeClr val="tx1"/>
                </a:solidFill>
                <a:latin typeface="Microsoft YaHei" panose="020B0503020204020204" pitchFamily="34" charset="-122"/>
                <a:ea typeface="Microsoft YaHei" panose="020B0503020204020204" pitchFamily="34" charset="-122"/>
              </a:rPr>
              <a:t> </a:t>
            </a:r>
            <a:endParaRPr lang="zh-CN" altLang="en-US" sz="1500">
              <a:solidFill>
                <a:schemeClr val="tx1"/>
              </a:solidFill>
              <a:latin typeface="Microsoft YaHei" panose="020B0503020204020204" pitchFamily="34" charset="-122"/>
              <a:ea typeface="Microsoft YaHei" panose="020B0503020204020204" pitchFamily="34" charset="-122"/>
            </a:endParaRPr>
          </a:p>
        </p:txBody>
      </p:sp>
      <p:sp>
        <p:nvSpPr>
          <p:cNvPr id="47" name="矩形 27">
            <a:extLst>
              <a:ext uri="{FF2B5EF4-FFF2-40B4-BE49-F238E27FC236}">
                <a16:creationId xmlns:a16="http://schemas.microsoft.com/office/drawing/2014/main" id="{015559CB-D7D2-412B-BB58-B48D219868B2}"/>
              </a:ext>
            </a:extLst>
          </p:cNvPr>
          <p:cNvSpPr>
            <a:spLocks noChangeArrowheads="1"/>
          </p:cNvSpPr>
          <p:nvPr/>
        </p:nvSpPr>
        <p:spPr bwMode="auto">
          <a:xfrm>
            <a:off x="3019933" y="3385684"/>
            <a:ext cx="40107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i="1">
                <a:solidFill>
                  <a:schemeClr val="tx1"/>
                </a:solidFill>
                <a:latin typeface="Microsoft YaHei" panose="020B0503020204020204" pitchFamily="34" charset="-122"/>
                <a:ea typeface="Microsoft YaHei" panose="020B0503020204020204" pitchFamily="34" charset="-122"/>
              </a:rPr>
              <a:t>N</a:t>
            </a:r>
            <a:r>
              <a:rPr lang="en-US" altLang="zh-CN" sz="1500" baseline="-25000">
                <a:solidFill>
                  <a:schemeClr val="tx1"/>
                </a:solidFill>
                <a:latin typeface="Microsoft YaHei" panose="020B0503020204020204" pitchFamily="34" charset="-122"/>
                <a:ea typeface="Microsoft YaHei" panose="020B0503020204020204" pitchFamily="34" charset="-122"/>
              </a:rPr>
              <a:t>s</a:t>
            </a:r>
            <a:endParaRPr lang="zh-CN" altLang="en-US" sz="1500">
              <a:solidFill>
                <a:schemeClr val="tx1"/>
              </a:solidFill>
              <a:latin typeface="Microsoft YaHei" panose="020B0503020204020204" pitchFamily="34" charset="-122"/>
              <a:ea typeface="Microsoft YaHei" panose="020B0503020204020204" pitchFamily="34" charset="-122"/>
            </a:endParaRPr>
          </a:p>
        </p:txBody>
      </p:sp>
      <p:sp>
        <p:nvSpPr>
          <p:cNvPr id="48" name="矩形 49">
            <a:extLst>
              <a:ext uri="{FF2B5EF4-FFF2-40B4-BE49-F238E27FC236}">
                <a16:creationId xmlns:a16="http://schemas.microsoft.com/office/drawing/2014/main" id="{A845A77B-0C99-40C5-B260-3701969C1F4A}"/>
              </a:ext>
            </a:extLst>
          </p:cNvPr>
          <p:cNvSpPr>
            <a:spLocks noChangeArrowheads="1"/>
          </p:cNvSpPr>
          <p:nvPr/>
        </p:nvSpPr>
        <p:spPr bwMode="auto">
          <a:xfrm>
            <a:off x="5492860" y="3419022"/>
            <a:ext cx="37542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i="1">
                <a:solidFill>
                  <a:schemeClr val="tx1"/>
                </a:solidFill>
                <a:latin typeface="Microsoft YaHei" panose="020B0503020204020204" pitchFamily="34" charset="-122"/>
                <a:ea typeface="Microsoft YaHei" panose="020B0503020204020204" pitchFamily="34" charset="-122"/>
              </a:rPr>
              <a:t>N</a:t>
            </a:r>
            <a:r>
              <a:rPr lang="en-US" altLang="zh-CN" sz="1500" baseline="-25000">
                <a:solidFill>
                  <a:schemeClr val="tx1"/>
                </a:solidFill>
                <a:latin typeface="Microsoft YaHei" panose="020B0503020204020204" pitchFamily="34" charset="-122"/>
                <a:ea typeface="Microsoft YaHei" panose="020B0503020204020204" pitchFamily="34" charset="-122"/>
              </a:rPr>
              <a:t>i</a:t>
            </a:r>
            <a:endParaRPr lang="zh-CN" altLang="en-US" sz="1500">
              <a:solidFill>
                <a:schemeClr val="tx1"/>
              </a:solidFill>
              <a:latin typeface="Microsoft YaHei" panose="020B0503020204020204" pitchFamily="34" charset="-122"/>
              <a:ea typeface="Microsoft YaHei" panose="020B0503020204020204" pitchFamily="34" charset="-122"/>
            </a:endParaRPr>
          </a:p>
        </p:txBody>
      </p:sp>
      <p:cxnSp>
        <p:nvCxnSpPr>
          <p:cNvPr id="49" name="直接箭头连接符 32">
            <a:extLst>
              <a:ext uri="{FF2B5EF4-FFF2-40B4-BE49-F238E27FC236}">
                <a16:creationId xmlns:a16="http://schemas.microsoft.com/office/drawing/2014/main" id="{66E113C2-0430-4246-8690-F7F89B83B5CB}"/>
              </a:ext>
            </a:extLst>
          </p:cNvPr>
          <p:cNvCxnSpPr>
            <a:cxnSpLocks noChangeShapeType="1"/>
            <a:stCxn id="46" idx="3"/>
            <a:endCxn id="47" idx="1"/>
          </p:cNvCxnSpPr>
          <p:nvPr/>
        </p:nvCxnSpPr>
        <p:spPr bwMode="auto">
          <a:xfrm>
            <a:off x="1078458" y="3546077"/>
            <a:ext cx="1941475" cy="1190"/>
          </a:xfrm>
          <a:prstGeom prst="straightConnector1">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0" name="矩形 33">
            <a:extLst>
              <a:ext uri="{FF2B5EF4-FFF2-40B4-BE49-F238E27FC236}">
                <a16:creationId xmlns:a16="http://schemas.microsoft.com/office/drawing/2014/main" id="{3E1017A0-0016-41CD-8714-BF4502E9D17F}"/>
              </a:ext>
            </a:extLst>
          </p:cNvPr>
          <p:cNvSpPr>
            <a:spLocks noChangeArrowheads="1"/>
          </p:cNvSpPr>
          <p:nvPr/>
        </p:nvSpPr>
        <p:spPr bwMode="auto">
          <a:xfrm>
            <a:off x="1262570" y="3247572"/>
            <a:ext cx="161531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Asking for (K,V)</a:t>
            </a:r>
            <a:endParaRPr lang="zh-CN" altLang="en-US" sz="1500">
              <a:solidFill>
                <a:schemeClr val="tx1"/>
              </a:solidFill>
              <a:latin typeface="Microsoft YaHei" panose="020B0503020204020204" pitchFamily="34" charset="-122"/>
              <a:ea typeface="Microsoft YaHei" panose="020B0503020204020204" pitchFamily="34" charset="-122"/>
            </a:endParaRPr>
          </a:p>
        </p:txBody>
      </p:sp>
      <p:sp>
        <p:nvSpPr>
          <p:cNvPr id="51" name="矩形 34">
            <a:extLst>
              <a:ext uri="{FF2B5EF4-FFF2-40B4-BE49-F238E27FC236}">
                <a16:creationId xmlns:a16="http://schemas.microsoft.com/office/drawing/2014/main" id="{E84401DF-DCB0-492F-865D-4F8454F96415}"/>
              </a:ext>
            </a:extLst>
          </p:cNvPr>
          <p:cNvSpPr>
            <a:spLocks noChangeArrowheads="1"/>
          </p:cNvSpPr>
          <p:nvPr/>
        </p:nvSpPr>
        <p:spPr bwMode="auto">
          <a:xfrm>
            <a:off x="835876" y="3594043"/>
            <a:ext cx="247978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Informing the originator </a:t>
            </a:r>
          </a:p>
          <a:p>
            <a:pPr algn="ctr" eaLnBrk="1" hangingPunct="1">
              <a:lnSpc>
                <a:spcPct val="100000"/>
              </a:lnSpc>
              <a:spcBef>
                <a:spcPct val="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of request is </a:t>
            </a:r>
            <a:r>
              <a:rPr lang="en-US" altLang="zh-CN" sz="1500" i="1">
                <a:solidFill>
                  <a:schemeClr val="tx1"/>
                </a:solidFill>
                <a:latin typeface="Microsoft YaHei" panose="020B0503020204020204" pitchFamily="34" charset="-122"/>
                <a:ea typeface="Microsoft YaHei" panose="020B0503020204020204" pitchFamily="34" charset="-122"/>
              </a:rPr>
              <a:t>N</a:t>
            </a:r>
            <a:r>
              <a:rPr lang="en-US" altLang="zh-CN" sz="1500" baseline="-25000">
                <a:solidFill>
                  <a:schemeClr val="tx1"/>
                </a:solidFill>
                <a:latin typeface="Microsoft YaHei" panose="020B0503020204020204" pitchFamily="34" charset="-122"/>
                <a:ea typeface="Microsoft YaHei" panose="020B0503020204020204" pitchFamily="34" charset="-122"/>
              </a:rPr>
              <a:t>i</a:t>
            </a:r>
            <a:r>
              <a:rPr lang="en-US" altLang="zh-CN" sz="1500">
                <a:solidFill>
                  <a:schemeClr val="tx1"/>
                </a:solidFill>
                <a:latin typeface="Microsoft YaHei" panose="020B0503020204020204" pitchFamily="34" charset="-122"/>
                <a:ea typeface="Microsoft YaHei" panose="020B0503020204020204" pitchFamily="34" charset="-122"/>
              </a:rPr>
              <a:t> </a:t>
            </a:r>
            <a:endParaRPr lang="zh-CN" altLang="en-US" sz="1500">
              <a:solidFill>
                <a:schemeClr val="tx1"/>
              </a:solidFill>
              <a:latin typeface="Microsoft YaHei" panose="020B0503020204020204" pitchFamily="34" charset="-122"/>
              <a:ea typeface="Microsoft YaHei" panose="020B0503020204020204" pitchFamily="34" charset="-122"/>
            </a:endParaRPr>
          </a:p>
        </p:txBody>
      </p:sp>
      <p:cxnSp>
        <p:nvCxnSpPr>
          <p:cNvPr id="52" name="直接箭头连接符 54">
            <a:extLst>
              <a:ext uri="{FF2B5EF4-FFF2-40B4-BE49-F238E27FC236}">
                <a16:creationId xmlns:a16="http://schemas.microsoft.com/office/drawing/2014/main" id="{3CD91EB1-933B-487D-87BE-361B775F0608}"/>
              </a:ext>
            </a:extLst>
          </p:cNvPr>
          <p:cNvCxnSpPr>
            <a:cxnSpLocks noChangeShapeType="1"/>
          </p:cNvCxnSpPr>
          <p:nvPr/>
        </p:nvCxnSpPr>
        <p:spPr bwMode="auto">
          <a:xfrm>
            <a:off x="3386646" y="3547609"/>
            <a:ext cx="2034778" cy="0"/>
          </a:xfrm>
          <a:prstGeom prst="straightConnector1">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3" name="矩形 55">
            <a:extLst>
              <a:ext uri="{FF2B5EF4-FFF2-40B4-BE49-F238E27FC236}">
                <a16:creationId xmlns:a16="http://schemas.microsoft.com/office/drawing/2014/main" id="{2852EFB0-4818-44EB-9E6B-5D46B81DD41F}"/>
              </a:ext>
            </a:extLst>
          </p:cNvPr>
          <p:cNvSpPr>
            <a:spLocks noChangeArrowheads="1"/>
          </p:cNvSpPr>
          <p:nvPr/>
        </p:nvSpPr>
        <p:spPr bwMode="auto">
          <a:xfrm>
            <a:off x="3339021" y="3247572"/>
            <a:ext cx="215738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Sending search result</a:t>
            </a:r>
            <a:endParaRPr lang="zh-CN" altLang="en-US" sz="1500">
              <a:solidFill>
                <a:schemeClr val="tx1"/>
              </a:solidFill>
              <a:latin typeface="Microsoft YaHei" panose="020B0503020204020204" pitchFamily="34" charset="-122"/>
              <a:ea typeface="Microsoft YaHei" panose="020B0503020204020204" pitchFamily="34" charset="-122"/>
            </a:endParaRPr>
          </a:p>
        </p:txBody>
      </p:sp>
      <p:sp>
        <p:nvSpPr>
          <p:cNvPr id="54" name="矩形 56">
            <a:extLst>
              <a:ext uri="{FF2B5EF4-FFF2-40B4-BE49-F238E27FC236}">
                <a16:creationId xmlns:a16="http://schemas.microsoft.com/office/drawing/2014/main" id="{1DEF220F-9406-4839-A731-40FE8675BF86}"/>
              </a:ext>
            </a:extLst>
          </p:cNvPr>
          <p:cNvSpPr>
            <a:spLocks noChangeArrowheads="1"/>
          </p:cNvSpPr>
          <p:nvPr/>
        </p:nvSpPr>
        <p:spPr bwMode="auto">
          <a:xfrm>
            <a:off x="3162749" y="3594043"/>
            <a:ext cx="24039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 value V or a statement</a:t>
            </a:r>
          </a:p>
          <a:p>
            <a:pPr algn="ctr" eaLnBrk="1" hangingPunct="1">
              <a:lnSpc>
                <a:spcPct val="100000"/>
              </a:lnSpc>
              <a:spcBef>
                <a:spcPct val="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that (K,V) doesn’t exist</a:t>
            </a:r>
            <a:endParaRPr lang="zh-CN" altLang="en-US" sz="1500">
              <a:solidFill>
                <a:schemeClr val="tx1"/>
              </a:solidFill>
              <a:latin typeface="Microsoft YaHei" panose="020B0503020204020204" pitchFamily="34" charset="-122"/>
              <a:ea typeface="Microsoft YaHei" panose="020B0503020204020204" pitchFamily="34" charset="-122"/>
            </a:endParaRPr>
          </a:p>
        </p:txBody>
      </p:sp>
      <p:sp>
        <p:nvSpPr>
          <p:cNvPr id="55" name="矩形 54">
            <a:extLst>
              <a:ext uri="{FF2B5EF4-FFF2-40B4-BE49-F238E27FC236}">
                <a16:creationId xmlns:a16="http://schemas.microsoft.com/office/drawing/2014/main" id="{EF116493-520C-4B44-80DE-A229EE076285}"/>
              </a:ext>
            </a:extLst>
          </p:cNvPr>
          <p:cNvSpPr/>
          <p:nvPr/>
        </p:nvSpPr>
        <p:spPr>
          <a:xfrm>
            <a:off x="628650" y="3025241"/>
            <a:ext cx="5155846" cy="20612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56" name="矩形 13">
            <a:extLst>
              <a:ext uri="{FF2B5EF4-FFF2-40B4-BE49-F238E27FC236}">
                <a16:creationId xmlns:a16="http://schemas.microsoft.com/office/drawing/2014/main" id="{89B6BED8-86F9-4537-A162-177F71D48EC3}"/>
              </a:ext>
            </a:extLst>
          </p:cNvPr>
          <p:cNvSpPr>
            <a:spLocks noChangeArrowheads="1"/>
          </p:cNvSpPr>
          <p:nvPr/>
        </p:nvSpPr>
        <p:spPr bwMode="auto">
          <a:xfrm>
            <a:off x="917724" y="3362030"/>
            <a:ext cx="4635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i="1">
                <a:solidFill>
                  <a:schemeClr val="tx1"/>
                </a:solidFill>
                <a:latin typeface="Microsoft YaHei" panose="020B0503020204020204" pitchFamily="34" charset="-122"/>
                <a:ea typeface="Microsoft YaHei" panose="020B0503020204020204" pitchFamily="34" charset="-122"/>
              </a:rPr>
              <a:t>N</a:t>
            </a:r>
            <a:r>
              <a:rPr lang="en-US" altLang="zh-CN" sz="1500" baseline="-25000">
                <a:solidFill>
                  <a:schemeClr val="tx1"/>
                </a:solidFill>
                <a:latin typeface="Microsoft YaHei" panose="020B0503020204020204" pitchFamily="34" charset="-122"/>
                <a:ea typeface="Microsoft YaHei" panose="020B0503020204020204" pitchFamily="34" charset="-122"/>
              </a:rPr>
              <a:t>c</a:t>
            </a:r>
            <a:r>
              <a:rPr lang="en-US" altLang="zh-CN" sz="1500">
                <a:solidFill>
                  <a:schemeClr val="tx1"/>
                </a:solidFill>
                <a:latin typeface="Microsoft YaHei" panose="020B0503020204020204" pitchFamily="34" charset="-122"/>
                <a:ea typeface="Microsoft YaHei" panose="020B0503020204020204" pitchFamily="34" charset="-122"/>
              </a:rPr>
              <a:t> </a:t>
            </a:r>
            <a:endParaRPr lang="zh-CN" altLang="en-US" sz="1500">
              <a:solidFill>
                <a:schemeClr val="tx1"/>
              </a:solidFill>
              <a:latin typeface="Microsoft YaHei" panose="020B0503020204020204" pitchFamily="34" charset="-122"/>
              <a:ea typeface="Microsoft YaHei" panose="020B0503020204020204" pitchFamily="34" charset="-122"/>
            </a:endParaRPr>
          </a:p>
        </p:txBody>
      </p:sp>
      <p:sp>
        <p:nvSpPr>
          <p:cNvPr id="57" name="矩形 14">
            <a:extLst>
              <a:ext uri="{FF2B5EF4-FFF2-40B4-BE49-F238E27FC236}">
                <a16:creationId xmlns:a16="http://schemas.microsoft.com/office/drawing/2014/main" id="{20202EA0-CB2C-4600-89E7-C73D566751B4}"/>
              </a:ext>
            </a:extLst>
          </p:cNvPr>
          <p:cNvSpPr>
            <a:spLocks noChangeArrowheads="1"/>
          </p:cNvSpPr>
          <p:nvPr/>
        </p:nvSpPr>
        <p:spPr bwMode="auto">
          <a:xfrm>
            <a:off x="3322787" y="3363221"/>
            <a:ext cx="42030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i="1">
                <a:solidFill>
                  <a:schemeClr val="tx1"/>
                </a:solidFill>
                <a:latin typeface="Microsoft YaHei" panose="020B0503020204020204" pitchFamily="34" charset="-122"/>
                <a:ea typeface="Microsoft YaHei" panose="020B0503020204020204" pitchFamily="34" charset="-122"/>
              </a:rPr>
              <a:t>N</a:t>
            </a:r>
            <a:r>
              <a:rPr lang="en-US" altLang="zh-CN" sz="1500" baseline="-25000">
                <a:solidFill>
                  <a:schemeClr val="tx1"/>
                </a:solidFill>
                <a:latin typeface="Microsoft YaHei" panose="020B0503020204020204" pitchFamily="34" charset="-122"/>
                <a:ea typeface="Microsoft YaHei" panose="020B0503020204020204" pitchFamily="34" charset="-122"/>
              </a:rPr>
              <a:t>h</a:t>
            </a:r>
            <a:endParaRPr lang="zh-CN" altLang="en-US" sz="1500">
              <a:solidFill>
                <a:schemeClr val="tx1"/>
              </a:solidFill>
              <a:latin typeface="Microsoft YaHei" panose="020B0503020204020204" pitchFamily="34" charset="-122"/>
              <a:ea typeface="Microsoft YaHei" panose="020B0503020204020204" pitchFamily="34" charset="-122"/>
            </a:endParaRPr>
          </a:p>
        </p:txBody>
      </p:sp>
      <p:cxnSp>
        <p:nvCxnSpPr>
          <p:cNvPr id="58" name="直接箭头连接符 16">
            <a:extLst>
              <a:ext uri="{FF2B5EF4-FFF2-40B4-BE49-F238E27FC236}">
                <a16:creationId xmlns:a16="http://schemas.microsoft.com/office/drawing/2014/main" id="{692C1D21-C462-4D19-B87F-23652E54432A}"/>
              </a:ext>
            </a:extLst>
          </p:cNvPr>
          <p:cNvCxnSpPr>
            <a:cxnSpLocks noChangeShapeType="1"/>
            <a:stCxn id="56" idx="3"/>
            <a:endCxn id="57" idx="1"/>
          </p:cNvCxnSpPr>
          <p:nvPr/>
        </p:nvCxnSpPr>
        <p:spPr bwMode="auto">
          <a:xfrm>
            <a:off x="1381312" y="3523613"/>
            <a:ext cx="1941475" cy="1191"/>
          </a:xfrm>
          <a:prstGeom prst="straightConnector1">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9" name="矩形 17">
            <a:extLst>
              <a:ext uri="{FF2B5EF4-FFF2-40B4-BE49-F238E27FC236}">
                <a16:creationId xmlns:a16="http://schemas.microsoft.com/office/drawing/2014/main" id="{E16A354A-EFC2-422B-BAC4-53307D9685A0}"/>
              </a:ext>
            </a:extLst>
          </p:cNvPr>
          <p:cNvSpPr>
            <a:spLocks noChangeArrowheads="1"/>
          </p:cNvSpPr>
          <p:nvPr/>
        </p:nvSpPr>
        <p:spPr bwMode="auto">
          <a:xfrm>
            <a:off x="1193949" y="3116761"/>
            <a:ext cx="243175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Asking it to search  (K,V)</a:t>
            </a:r>
            <a:endParaRPr lang="zh-CN" altLang="en-US" sz="1500">
              <a:solidFill>
                <a:schemeClr val="tx1"/>
              </a:solidFill>
              <a:latin typeface="Microsoft YaHei" panose="020B0503020204020204" pitchFamily="34" charset="-122"/>
              <a:ea typeface="Microsoft YaHei" panose="020B0503020204020204" pitchFamily="34" charset="-122"/>
            </a:endParaRPr>
          </a:p>
        </p:txBody>
      </p:sp>
      <p:cxnSp>
        <p:nvCxnSpPr>
          <p:cNvPr id="60" name="直接箭头连接符 2">
            <a:extLst>
              <a:ext uri="{FF2B5EF4-FFF2-40B4-BE49-F238E27FC236}">
                <a16:creationId xmlns:a16="http://schemas.microsoft.com/office/drawing/2014/main" id="{2AFCFA36-368B-45E4-98F3-87C6FBAEA4B9}"/>
              </a:ext>
            </a:extLst>
          </p:cNvPr>
          <p:cNvCxnSpPr>
            <a:cxnSpLocks noChangeShapeType="1"/>
          </p:cNvCxnSpPr>
          <p:nvPr/>
        </p:nvCxnSpPr>
        <p:spPr bwMode="auto">
          <a:xfrm>
            <a:off x="3496618" y="3672783"/>
            <a:ext cx="0" cy="415528"/>
          </a:xfrm>
          <a:prstGeom prst="straightConnector1">
            <a:avLst/>
          </a:prstGeom>
          <a:noFill/>
          <a:ln w="12700">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1" name="矩形 24">
            <a:extLst>
              <a:ext uri="{FF2B5EF4-FFF2-40B4-BE49-F238E27FC236}">
                <a16:creationId xmlns:a16="http://schemas.microsoft.com/office/drawing/2014/main" id="{2E130DAD-D84D-4AB2-857D-EBFBFDE91906}"/>
              </a:ext>
            </a:extLst>
          </p:cNvPr>
          <p:cNvSpPr>
            <a:spLocks noChangeArrowheads="1"/>
          </p:cNvSpPr>
          <p:nvPr/>
        </p:nvSpPr>
        <p:spPr bwMode="auto">
          <a:xfrm>
            <a:off x="2375049" y="3679927"/>
            <a:ext cx="295196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Becomes the current node</a:t>
            </a:r>
            <a:r>
              <a:rPr lang="en-US" altLang="zh-CN" sz="1500" i="1">
                <a:solidFill>
                  <a:schemeClr val="tx1"/>
                </a:solidFill>
                <a:latin typeface="Microsoft YaHei" panose="020B0503020204020204" pitchFamily="34" charset="-122"/>
                <a:ea typeface="Microsoft YaHei" panose="020B0503020204020204" pitchFamily="34" charset="-122"/>
              </a:rPr>
              <a:t> N</a:t>
            </a:r>
            <a:r>
              <a:rPr lang="en-US" altLang="zh-CN" sz="1500" baseline="-25000">
                <a:solidFill>
                  <a:schemeClr val="tx1"/>
                </a:solidFill>
                <a:latin typeface="Microsoft YaHei" panose="020B0503020204020204" pitchFamily="34" charset="-122"/>
                <a:ea typeface="Microsoft YaHei" panose="020B0503020204020204" pitchFamily="34" charset="-122"/>
              </a:rPr>
              <a:t>c</a:t>
            </a:r>
            <a:r>
              <a:rPr lang="en-US" altLang="zh-CN" sz="1500">
                <a:solidFill>
                  <a:schemeClr val="tx1"/>
                </a:solidFill>
                <a:latin typeface="Microsoft YaHei" panose="020B0503020204020204" pitchFamily="34" charset="-122"/>
                <a:ea typeface="Microsoft YaHei" panose="020B0503020204020204" pitchFamily="34" charset="-122"/>
              </a:rPr>
              <a:t> </a:t>
            </a:r>
            <a:endParaRPr lang="zh-CN" altLang="en-US" sz="1500">
              <a:solidFill>
                <a:schemeClr val="tx1"/>
              </a:solidFill>
              <a:latin typeface="Microsoft YaHei" panose="020B0503020204020204" pitchFamily="34" charset="-122"/>
              <a:ea typeface="Microsoft YaHei" panose="020B0503020204020204" pitchFamily="34" charset="-122"/>
            </a:endParaRPr>
          </a:p>
        </p:txBody>
      </p:sp>
      <p:sp>
        <p:nvSpPr>
          <p:cNvPr id="62" name="矩形 25">
            <a:extLst>
              <a:ext uri="{FF2B5EF4-FFF2-40B4-BE49-F238E27FC236}">
                <a16:creationId xmlns:a16="http://schemas.microsoft.com/office/drawing/2014/main" id="{4A0A3107-F408-447B-A0E1-4678465F7BF5}"/>
              </a:ext>
            </a:extLst>
          </p:cNvPr>
          <p:cNvSpPr>
            <a:spLocks noChangeArrowheads="1"/>
          </p:cNvSpPr>
          <p:nvPr/>
        </p:nvSpPr>
        <p:spPr bwMode="auto">
          <a:xfrm>
            <a:off x="3347789" y="4220471"/>
            <a:ext cx="4635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i="1">
                <a:solidFill>
                  <a:schemeClr val="tx1"/>
                </a:solidFill>
                <a:latin typeface="Microsoft YaHei" panose="020B0503020204020204" pitchFamily="34" charset="-122"/>
                <a:ea typeface="Microsoft YaHei" panose="020B0503020204020204" pitchFamily="34" charset="-122"/>
              </a:rPr>
              <a:t>N</a:t>
            </a:r>
            <a:r>
              <a:rPr lang="en-US" altLang="zh-CN" sz="1500" baseline="-25000">
                <a:solidFill>
                  <a:schemeClr val="tx1"/>
                </a:solidFill>
                <a:latin typeface="Microsoft YaHei" panose="020B0503020204020204" pitchFamily="34" charset="-122"/>
                <a:ea typeface="Microsoft YaHei" panose="020B0503020204020204" pitchFamily="34" charset="-122"/>
              </a:rPr>
              <a:t>c</a:t>
            </a:r>
            <a:r>
              <a:rPr lang="en-US" altLang="zh-CN" sz="1500">
                <a:solidFill>
                  <a:schemeClr val="tx1"/>
                </a:solidFill>
                <a:latin typeface="Microsoft YaHei" panose="020B0503020204020204" pitchFamily="34" charset="-122"/>
                <a:ea typeface="Microsoft YaHei" panose="020B0503020204020204" pitchFamily="34" charset="-122"/>
              </a:rPr>
              <a:t> </a:t>
            </a:r>
            <a:endParaRPr lang="zh-CN" altLang="en-US" sz="1500">
              <a:solidFill>
                <a:schemeClr val="tx1"/>
              </a:solidFill>
              <a:latin typeface="Microsoft YaHei" panose="020B0503020204020204" pitchFamily="34" charset="-122"/>
              <a:ea typeface="Microsoft YaHei" panose="020B0503020204020204" pitchFamily="34" charset="-122"/>
            </a:endParaRPr>
          </a:p>
        </p:txBody>
      </p:sp>
      <p:sp>
        <p:nvSpPr>
          <p:cNvPr id="63" name="椭圆 26">
            <a:extLst>
              <a:ext uri="{FF2B5EF4-FFF2-40B4-BE49-F238E27FC236}">
                <a16:creationId xmlns:a16="http://schemas.microsoft.com/office/drawing/2014/main" id="{286FDAF3-1CBD-4E30-95CD-EB78EA574B2C}"/>
              </a:ext>
            </a:extLst>
          </p:cNvPr>
          <p:cNvSpPr>
            <a:spLocks noChangeArrowheads="1"/>
          </p:cNvSpPr>
          <p:nvPr/>
        </p:nvSpPr>
        <p:spPr bwMode="auto">
          <a:xfrm>
            <a:off x="3239443" y="4143079"/>
            <a:ext cx="540544" cy="520304"/>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rgbClr val="FF0000"/>
              </a:solidFill>
              <a:latin typeface="Microsoft YaHei" panose="020B0503020204020204" pitchFamily="34" charset="-122"/>
              <a:ea typeface="Microsoft YaHei" panose="020B0503020204020204" pitchFamily="34" charset="-122"/>
            </a:endParaRPr>
          </a:p>
        </p:txBody>
      </p:sp>
      <p:sp>
        <p:nvSpPr>
          <p:cNvPr id="64" name="矩形 28">
            <a:extLst>
              <a:ext uri="{FF2B5EF4-FFF2-40B4-BE49-F238E27FC236}">
                <a16:creationId xmlns:a16="http://schemas.microsoft.com/office/drawing/2014/main" id="{819F4EB0-D198-4F8D-AD5B-628E92CC074E}"/>
              </a:ext>
            </a:extLst>
          </p:cNvPr>
          <p:cNvSpPr>
            <a:spLocks noChangeArrowheads="1"/>
          </p:cNvSpPr>
          <p:nvPr/>
        </p:nvSpPr>
        <p:spPr bwMode="auto">
          <a:xfrm>
            <a:off x="2608412" y="4691958"/>
            <a:ext cx="221785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500">
                <a:solidFill>
                  <a:schemeClr val="tx1"/>
                </a:solidFill>
                <a:latin typeface="Microsoft YaHei" panose="020B0503020204020204" pitchFamily="34" charset="-122"/>
                <a:ea typeface="Microsoft YaHei" panose="020B0503020204020204" pitchFamily="34" charset="-122"/>
              </a:rPr>
              <a:t>Repeat step(1) and (2)</a:t>
            </a:r>
            <a:endParaRPr lang="zh-CN" altLang="en-US" sz="1500">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972387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p:bldP spid="57" grpId="0"/>
      <p:bldP spid="59" grpId="0"/>
      <p:bldP spid="61" grpId="0"/>
      <p:bldP spid="62" grpId="0"/>
      <p:bldP spid="63" grpId="0" animBg="1"/>
      <p:bldP spid="6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44">
            <a:extLst>
              <a:ext uri="{FF2B5EF4-FFF2-40B4-BE49-F238E27FC236}">
                <a16:creationId xmlns:a16="http://schemas.microsoft.com/office/drawing/2014/main" id="{038FDEFE-2150-FE14-38AD-63E9292E996F}"/>
              </a:ext>
            </a:extLst>
          </p:cNvPr>
          <p:cNvSpPr>
            <a:spLocks noGrp="1"/>
          </p:cNvSpPr>
          <p:nvPr>
            <p:ph type="title"/>
          </p:nvPr>
        </p:nvSpPr>
        <p:spPr/>
        <p:txBody>
          <a:bodyPr/>
          <a:lstStyle/>
          <a:p>
            <a:r>
              <a:rPr lang="zh-CN" altLang="en-US" dirty="0"/>
              <a:t>例子</a:t>
            </a:r>
          </a:p>
        </p:txBody>
      </p:sp>
      <p:sp>
        <p:nvSpPr>
          <p:cNvPr id="4" name="内容占位符 3">
            <a:extLst>
              <a:ext uri="{FF2B5EF4-FFF2-40B4-BE49-F238E27FC236}">
                <a16:creationId xmlns:a16="http://schemas.microsoft.com/office/drawing/2014/main" id="{BCC2EEDF-8965-4123-86A8-7050F3992A4D}"/>
              </a:ext>
            </a:extLst>
          </p:cNvPr>
          <p:cNvSpPr>
            <a:spLocks noGrp="1"/>
          </p:cNvSpPr>
          <p:nvPr>
            <p:ph idx="1"/>
          </p:nvPr>
        </p:nvSpPr>
        <p:spPr/>
        <p:txBody>
          <a:bodyPr/>
          <a:lstStyle/>
          <a:p>
            <a:pPr marL="257175" indent="-257175">
              <a:buFont typeface="Wingdings" panose="05000000000000000000" pitchFamily="2" charset="2"/>
              <a:buChar char="l"/>
            </a:pPr>
            <a:r>
              <a:rPr lang="en-US" altLang="zh-CN" dirty="0"/>
              <a:t>N8</a:t>
            </a:r>
            <a:r>
              <a:rPr lang="zh-CN" altLang="en-US" dirty="0"/>
              <a:t>希望找到</a:t>
            </a:r>
            <a:r>
              <a:rPr lang="en-US" altLang="zh-CN" dirty="0"/>
              <a:t>K</a:t>
            </a:r>
            <a:r>
              <a:rPr lang="zh-CN" altLang="en-US" dirty="0"/>
              <a:t>，其中</a:t>
            </a:r>
            <a:r>
              <a:rPr lang="en-US" altLang="zh-CN" dirty="0"/>
              <a:t>h(K)=54</a:t>
            </a:r>
            <a:endParaRPr lang="zh-CN" altLang="en-US" dirty="0"/>
          </a:p>
        </p:txBody>
      </p:sp>
      <p:sp>
        <p:nvSpPr>
          <p:cNvPr id="2" name="灯片编号占位符 1">
            <a:extLst>
              <a:ext uri="{FF2B5EF4-FFF2-40B4-BE49-F238E27FC236}">
                <a16:creationId xmlns:a16="http://schemas.microsoft.com/office/drawing/2014/main" id="{3BDE5A6C-1810-49D0-A67A-24EB78EF06C1}"/>
              </a:ext>
            </a:extLst>
          </p:cNvPr>
          <p:cNvSpPr>
            <a:spLocks noGrp="1"/>
          </p:cNvSpPr>
          <p:nvPr>
            <p:ph type="sldNum" sz="quarter" idx="12"/>
          </p:nvPr>
        </p:nvSpPr>
        <p:spPr/>
        <p:txBody>
          <a:bodyPr/>
          <a:lstStyle/>
          <a:p>
            <a:fld id="{D0399D1A-D296-42B7-916E-50FBDB540DBE}" type="slidenum">
              <a:rPr lang="zh-CN" altLang="en-US" smtClean="0"/>
              <a:t>29</a:t>
            </a:fld>
            <a:endParaRPr lang="zh-CN" altLang="en-US"/>
          </a:p>
        </p:txBody>
      </p:sp>
      <p:grpSp>
        <p:nvGrpSpPr>
          <p:cNvPr id="5" name="组合 6">
            <a:extLst>
              <a:ext uri="{FF2B5EF4-FFF2-40B4-BE49-F238E27FC236}">
                <a16:creationId xmlns:a16="http://schemas.microsoft.com/office/drawing/2014/main" id="{6BA14477-8A6C-4FEC-8327-C964ED1BDCD2}"/>
              </a:ext>
            </a:extLst>
          </p:cNvPr>
          <p:cNvGrpSpPr>
            <a:grpSpLocks/>
          </p:cNvGrpSpPr>
          <p:nvPr/>
        </p:nvGrpSpPr>
        <p:grpSpPr bwMode="auto">
          <a:xfrm>
            <a:off x="2977754" y="1813912"/>
            <a:ext cx="2336305" cy="2001778"/>
            <a:chOff x="0" y="0"/>
            <a:chExt cx="3114634" cy="2667857"/>
          </a:xfrm>
        </p:grpSpPr>
        <p:sp>
          <p:nvSpPr>
            <p:cNvPr id="6" name="椭圆 2">
              <a:extLst>
                <a:ext uri="{FF2B5EF4-FFF2-40B4-BE49-F238E27FC236}">
                  <a16:creationId xmlns:a16="http://schemas.microsoft.com/office/drawing/2014/main" id="{672B39B6-5C22-4A63-B6BE-148DE19C0468}"/>
                </a:ext>
              </a:extLst>
            </p:cNvPr>
            <p:cNvSpPr>
              <a:spLocks noChangeArrowheads="1"/>
            </p:cNvSpPr>
            <p:nvPr/>
          </p:nvSpPr>
          <p:spPr bwMode="auto">
            <a:xfrm>
              <a:off x="504913" y="301188"/>
              <a:ext cx="2016000" cy="201622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7" name="流程图: 联系 4">
              <a:extLst>
                <a:ext uri="{FF2B5EF4-FFF2-40B4-BE49-F238E27FC236}">
                  <a16:creationId xmlns:a16="http://schemas.microsoft.com/office/drawing/2014/main" id="{FD4BA2D3-1C98-4B83-A850-1854E1F356DD}"/>
                </a:ext>
              </a:extLst>
            </p:cNvPr>
            <p:cNvSpPr>
              <a:spLocks noChangeArrowheads="1"/>
            </p:cNvSpPr>
            <p:nvPr/>
          </p:nvSpPr>
          <p:spPr bwMode="auto">
            <a:xfrm>
              <a:off x="827531" y="517212"/>
              <a:ext cx="72000" cy="72000"/>
            </a:xfrm>
            <a:prstGeom prst="flowChartConnector">
              <a:avLst/>
            </a:prstGeom>
            <a:solidFill>
              <a:srgbClr val="FF0000"/>
            </a:solidFill>
            <a:ln w="9525">
              <a:solidFill>
                <a:schemeClr val="tx2"/>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8" name="流程图: 联系 20">
              <a:extLst>
                <a:ext uri="{FF2B5EF4-FFF2-40B4-BE49-F238E27FC236}">
                  <a16:creationId xmlns:a16="http://schemas.microsoft.com/office/drawing/2014/main" id="{BD9BF18F-2F7C-48CD-8597-29E75B6E3C9F}"/>
                </a:ext>
              </a:extLst>
            </p:cNvPr>
            <p:cNvSpPr>
              <a:spLocks noChangeArrowheads="1"/>
            </p:cNvSpPr>
            <p:nvPr/>
          </p:nvSpPr>
          <p:spPr bwMode="auto">
            <a:xfrm>
              <a:off x="576929" y="805244"/>
              <a:ext cx="72000" cy="72000"/>
            </a:xfrm>
            <a:prstGeom prst="flowChartConnector">
              <a:avLst/>
            </a:prstGeom>
            <a:solidFill>
              <a:srgbClr val="FF0000"/>
            </a:solidFill>
            <a:ln w="9525">
              <a:solidFill>
                <a:schemeClr val="tx2"/>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9" name="流程图: 联系 21">
              <a:extLst>
                <a:ext uri="{FF2B5EF4-FFF2-40B4-BE49-F238E27FC236}">
                  <a16:creationId xmlns:a16="http://schemas.microsoft.com/office/drawing/2014/main" id="{C57D6C14-1AF5-4B5C-9E90-093E1C78728E}"/>
                </a:ext>
              </a:extLst>
            </p:cNvPr>
            <p:cNvSpPr>
              <a:spLocks noChangeArrowheads="1"/>
            </p:cNvSpPr>
            <p:nvPr/>
          </p:nvSpPr>
          <p:spPr bwMode="auto">
            <a:xfrm>
              <a:off x="468921" y="1093284"/>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0" name="流程图: 联系 22">
              <a:extLst>
                <a:ext uri="{FF2B5EF4-FFF2-40B4-BE49-F238E27FC236}">
                  <a16:creationId xmlns:a16="http://schemas.microsoft.com/office/drawing/2014/main" id="{B8F286EF-5F74-476B-9A2F-276C04312521}"/>
                </a:ext>
              </a:extLst>
            </p:cNvPr>
            <p:cNvSpPr>
              <a:spLocks noChangeArrowheads="1"/>
            </p:cNvSpPr>
            <p:nvPr/>
          </p:nvSpPr>
          <p:spPr bwMode="auto">
            <a:xfrm>
              <a:off x="1729049" y="301188"/>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1" name="流程图: 联系 23">
              <a:extLst>
                <a:ext uri="{FF2B5EF4-FFF2-40B4-BE49-F238E27FC236}">
                  <a16:creationId xmlns:a16="http://schemas.microsoft.com/office/drawing/2014/main" id="{B32A9A14-8472-4001-BC71-057B6F44FB19}"/>
                </a:ext>
              </a:extLst>
            </p:cNvPr>
            <p:cNvSpPr>
              <a:spLocks noChangeArrowheads="1"/>
            </p:cNvSpPr>
            <p:nvPr/>
          </p:nvSpPr>
          <p:spPr bwMode="auto">
            <a:xfrm>
              <a:off x="2161097" y="517212"/>
              <a:ext cx="72000" cy="72000"/>
            </a:xfrm>
            <a:prstGeom prst="flowChartConnector">
              <a:avLst/>
            </a:prstGeom>
            <a:solidFill>
              <a:srgbClr val="FF0000"/>
            </a:solidFill>
            <a:ln w="9525">
              <a:solidFill>
                <a:schemeClr val="tx2"/>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2" name="流程图: 联系 27">
              <a:extLst>
                <a:ext uri="{FF2B5EF4-FFF2-40B4-BE49-F238E27FC236}">
                  <a16:creationId xmlns:a16="http://schemas.microsoft.com/office/drawing/2014/main" id="{6BA6CD71-9D2B-4F8C-989C-073F4DA02DF1}"/>
                </a:ext>
              </a:extLst>
            </p:cNvPr>
            <p:cNvSpPr>
              <a:spLocks noChangeArrowheads="1"/>
            </p:cNvSpPr>
            <p:nvPr/>
          </p:nvSpPr>
          <p:spPr bwMode="auto">
            <a:xfrm>
              <a:off x="2377129" y="805252"/>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3" name="流程图: 联系 29">
              <a:extLst>
                <a:ext uri="{FF2B5EF4-FFF2-40B4-BE49-F238E27FC236}">
                  <a16:creationId xmlns:a16="http://schemas.microsoft.com/office/drawing/2014/main" id="{75838033-FD04-4F4A-8997-9950E5B9C606}"/>
                </a:ext>
              </a:extLst>
            </p:cNvPr>
            <p:cNvSpPr>
              <a:spLocks noChangeArrowheads="1"/>
            </p:cNvSpPr>
            <p:nvPr/>
          </p:nvSpPr>
          <p:spPr bwMode="auto">
            <a:xfrm>
              <a:off x="2449129" y="1525332"/>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4" name="流程图: 联系 30">
              <a:extLst>
                <a:ext uri="{FF2B5EF4-FFF2-40B4-BE49-F238E27FC236}">
                  <a16:creationId xmlns:a16="http://schemas.microsoft.com/office/drawing/2014/main" id="{D802321D-7A58-4A67-ADDD-C317BE0BB4C6}"/>
                </a:ext>
              </a:extLst>
            </p:cNvPr>
            <p:cNvSpPr>
              <a:spLocks noChangeArrowheads="1"/>
            </p:cNvSpPr>
            <p:nvPr/>
          </p:nvSpPr>
          <p:spPr bwMode="auto">
            <a:xfrm>
              <a:off x="1729057" y="2245404"/>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5" name="流程图: 联系 31">
              <a:extLst>
                <a:ext uri="{FF2B5EF4-FFF2-40B4-BE49-F238E27FC236}">
                  <a16:creationId xmlns:a16="http://schemas.microsoft.com/office/drawing/2014/main" id="{63870E2F-97EC-472F-AA4D-7C5323691197}"/>
                </a:ext>
              </a:extLst>
            </p:cNvPr>
            <p:cNvSpPr>
              <a:spLocks noChangeArrowheads="1"/>
            </p:cNvSpPr>
            <p:nvPr/>
          </p:nvSpPr>
          <p:spPr bwMode="auto">
            <a:xfrm>
              <a:off x="1008969" y="2173404"/>
              <a:ext cx="72000" cy="72000"/>
            </a:xfrm>
            <a:prstGeom prst="flowChartConnector">
              <a:avLst/>
            </a:prstGeom>
            <a:solidFill>
              <a:srgbClr val="000000"/>
            </a:solidFill>
            <a:ln w="9525">
              <a:solidFill>
                <a:schemeClr val="tx1"/>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6" name="流程图: 联系 32">
              <a:extLst>
                <a:ext uri="{FF2B5EF4-FFF2-40B4-BE49-F238E27FC236}">
                  <a16:creationId xmlns:a16="http://schemas.microsoft.com/office/drawing/2014/main" id="{8FB947F3-0C92-4070-A0AD-028FB4736BBA}"/>
                </a:ext>
              </a:extLst>
            </p:cNvPr>
            <p:cNvSpPr>
              <a:spLocks noChangeArrowheads="1"/>
            </p:cNvSpPr>
            <p:nvPr/>
          </p:nvSpPr>
          <p:spPr bwMode="auto">
            <a:xfrm>
              <a:off x="720945" y="1957380"/>
              <a:ext cx="72000" cy="72000"/>
            </a:xfrm>
            <a:prstGeom prst="flowChartConnector">
              <a:avLst/>
            </a:prstGeom>
            <a:solidFill>
              <a:srgbClr val="FF0000"/>
            </a:solidFill>
            <a:ln w="9525">
              <a:solidFill>
                <a:schemeClr val="tx2"/>
              </a:solidFill>
              <a:round/>
              <a:headEnd/>
              <a:tailEnd/>
            </a:ln>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chemeClr val="tx1"/>
                </a:solidFill>
                <a:latin typeface="Microsoft YaHei" panose="020B0503020204020204" pitchFamily="34" charset="-122"/>
                <a:ea typeface="Microsoft YaHei" panose="020B0503020204020204" pitchFamily="34" charset="-122"/>
              </a:endParaRPr>
            </a:p>
          </p:txBody>
        </p:sp>
        <p:sp>
          <p:nvSpPr>
            <p:cNvPr id="17" name="矩形 5">
              <a:extLst>
                <a:ext uri="{FF2B5EF4-FFF2-40B4-BE49-F238E27FC236}">
                  <a16:creationId xmlns:a16="http://schemas.microsoft.com/office/drawing/2014/main" id="{A601CE68-E8F9-4C94-A006-9D5DF1CB360A}"/>
                </a:ext>
              </a:extLst>
            </p:cNvPr>
            <p:cNvSpPr>
              <a:spLocks noChangeArrowheads="1"/>
            </p:cNvSpPr>
            <p:nvPr/>
          </p:nvSpPr>
          <p:spPr bwMode="auto">
            <a:xfrm>
              <a:off x="455958" y="147880"/>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56</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18" name="矩形 34">
              <a:extLst>
                <a:ext uri="{FF2B5EF4-FFF2-40B4-BE49-F238E27FC236}">
                  <a16:creationId xmlns:a16="http://schemas.microsoft.com/office/drawing/2014/main" id="{EC9072C8-509F-4DB0-AAB4-FDA41E1D92A1}"/>
                </a:ext>
              </a:extLst>
            </p:cNvPr>
            <p:cNvSpPr>
              <a:spLocks noChangeArrowheads="1"/>
            </p:cNvSpPr>
            <p:nvPr/>
          </p:nvSpPr>
          <p:spPr bwMode="auto">
            <a:xfrm>
              <a:off x="1639799" y="0"/>
              <a:ext cx="524001"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19" name="矩形 35">
              <a:extLst>
                <a:ext uri="{FF2B5EF4-FFF2-40B4-BE49-F238E27FC236}">
                  <a16:creationId xmlns:a16="http://schemas.microsoft.com/office/drawing/2014/main" id="{A045F851-DD4D-494C-B7F8-09C284C3E4E2}"/>
                </a:ext>
              </a:extLst>
            </p:cNvPr>
            <p:cNvSpPr>
              <a:spLocks noChangeArrowheads="1"/>
            </p:cNvSpPr>
            <p:nvPr/>
          </p:nvSpPr>
          <p:spPr bwMode="auto">
            <a:xfrm>
              <a:off x="121760" y="518765"/>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51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0" name="矩形 36">
              <a:extLst>
                <a:ext uri="{FF2B5EF4-FFF2-40B4-BE49-F238E27FC236}">
                  <a16:creationId xmlns:a16="http://schemas.microsoft.com/office/drawing/2014/main" id="{D357892B-08E4-4E61-A005-20835B893B2D}"/>
                </a:ext>
              </a:extLst>
            </p:cNvPr>
            <p:cNvSpPr>
              <a:spLocks noChangeArrowheads="1"/>
            </p:cNvSpPr>
            <p:nvPr/>
          </p:nvSpPr>
          <p:spPr bwMode="auto">
            <a:xfrm>
              <a:off x="0" y="980037"/>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48</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1" name="矩形 37">
              <a:extLst>
                <a:ext uri="{FF2B5EF4-FFF2-40B4-BE49-F238E27FC236}">
                  <a16:creationId xmlns:a16="http://schemas.microsoft.com/office/drawing/2014/main" id="{97081149-CF1B-452B-9EF2-47C63CFEBAF6}"/>
                </a:ext>
              </a:extLst>
            </p:cNvPr>
            <p:cNvSpPr>
              <a:spLocks noChangeArrowheads="1"/>
            </p:cNvSpPr>
            <p:nvPr/>
          </p:nvSpPr>
          <p:spPr bwMode="auto">
            <a:xfrm>
              <a:off x="271648" y="1791423"/>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42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2" name="矩形 38">
              <a:extLst>
                <a:ext uri="{FF2B5EF4-FFF2-40B4-BE49-F238E27FC236}">
                  <a16:creationId xmlns:a16="http://schemas.microsoft.com/office/drawing/2014/main" id="{2F8198B0-3E65-43DF-8215-838D59FF223A}"/>
                </a:ext>
              </a:extLst>
            </p:cNvPr>
            <p:cNvSpPr>
              <a:spLocks noChangeArrowheads="1"/>
            </p:cNvSpPr>
            <p:nvPr/>
          </p:nvSpPr>
          <p:spPr bwMode="auto">
            <a:xfrm>
              <a:off x="651889" y="2160756"/>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38</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3" name="矩形 39">
              <a:extLst>
                <a:ext uri="{FF2B5EF4-FFF2-40B4-BE49-F238E27FC236}">
                  <a16:creationId xmlns:a16="http://schemas.microsoft.com/office/drawing/2014/main" id="{CE03403F-DB88-4BAE-91F3-C71566006E22}"/>
                </a:ext>
              </a:extLst>
            </p:cNvPr>
            <p:cNvSpPr>
              <a:spLocks noChangeArrowheads="1"/>
            </p:cNvSpPr>
            <p:nvPr/>
          </p:nvSpPr>
          <p:spPr bwMode="auto">
            <a:xfrm>
              <a:off x="1692101" y="2267925"/>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32</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4" name="矩形 40">
              <a:extLst>
                <a:ext uri="{FF2B5EF4-FFF2-40B4-BE49-F238E27FC236}">
                  <a16:creationId xmlns:a16="http://schemas.microsoft.com/office/drawing/2014/main" id="{B6F10DD8-4EE3-44A7-A709-18E391EBA107}"/>
                </a:ext>
              </a:extLst>
            </p:cNvPr>
            <p:cNvSpPr>
              <a:spLocks noChangeArrowheads="1"/>
            </p:cNvSpPr>
            <p:nvPr/>
          </p:nvSpPr>
          <p:spPr bwMode="auto">
            <a:xfrm>
              <a:off x="2474508" y="1349368"/>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21</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5" name="矩形 41">
              <a:extLst>
                <a:ext uri="{FF2B5EF4-FFF2-40B4-BE49-F238E27FC236}">
                  <a16:creationId xmlns:a16="http://schemas.microsoft.com/office/drawing/2014/main" id="{63EADB3D-7543-45A8-B0D1-39F2ED3DF732}"/>
                </a:ext>
              </a:extLst>
            </p:cNvPr>
            <p:cNvSpPr>
              <a:spLocks noChangeArrowheads="1"/>
            </p:cNvSpPr>
            <p:nvPr/>
          </p:nvSpPr>
          <p:spPr bwMode="auto">
            <a:xfrm>
              <a:off x="2500878" y="620577"/>
              <a:ext cx="613756"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14</a:t>
              </a:r>
              <a:endParaRPr lang="zh-CN" altLang="en-US" sz="1350">
                <a:solidFill>
                  <a:schemeClr val="tx1"/>
                </a:solidFill>
                <a:latin typeface="Microsoft YaHei" panose="020B0503020204020204" pitchFamily="34" charset="-122"/>
                <a:ea typeface="Microsoft YaHei" panose="020B0503020204020204" pitchFamily="34" charset="-122"/>
              </a:endParaRPr>
            </a:p>
          </p:txBody>
        </p:sp>
        <p:sp>
          <p:nvSpPr>
            <p:cNvPr id="26" name="矩形 42">
              <a:extLst>
                <a:ext uri="{FF2B5EF4-FFF2-40B4-BE49-F238E27FC236}">
                  <a16:creationId xmlns:a16="http://schemas.microsoft.com/office/drawing/2014/main" id="{E291383A-DE08-43C8-902D-B5B618FB811E}"/>
                </a:ext>
              </a:extLst>
            </p:cNvPr>
            <p:cNvSpPr>
              <a:spLocks noChangeArrowheads="1"/>
            </p:cNvSpPr>
            <p:nvPr/>
          </p:nvSpPr>
          <p:spPr bwMode="auto">
            <a:xfrm>
              <a:off x="2152480" y="214710"/>
              <a:ext cx="524001" cy="39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i="1">
                  <a:solidFill>
                    <a:schemeClr val="tx1"/>
                  </a:solidFill>
                  <a:latin typeface="Microsoft YaHei" panose="020B0503020204020204" pitchFamily="34" charset="-122"/>
                  <a:ea typeface="Microsoft YaHei" panose="020B0503020204020204" pitchFamily="34" charset="-122"/>
                </a:rPr>
                <a:t>N</a:t>
              </a:r>
              <a:r>
                <a:rPr lang="en-US" altLang="zh-CN" sz="1350" baseline="-25000">
                  <a:solidFill>
                    <a:schemeClr val="tx1"/>
                  </a:solidFill>
                  <a:latin typeface="Microsoft YaHei" panose="020B0503020204020204" pitchFamily="34" charset="-122"/>
                  <a:ea typeface="Microsoft YaHei" panose="020B0503020204020204" pitchFamily="34" charset="-122"/>
                </a:rPr>
                <a:t>8</a:t>
              </a:r>
              <a:endParaRPr lang="zh-CN" altLang="en-US" sz="1350">
                <a:solidFill>
                  <a:schemeClr val="tx1"/>
                </a:solidFill>
                <a:latin typeface="Microsoft YaHei" panose="020B0503020204020204" pitchFamily="34" charset="-122"/>
                <a:ea typeface="Microsoft YaHei" panose="020B0503020204020204" pitchFamily="34" charset="-122"/>
              </a:endParaRPr>
            </a:p>
          </p:txBody>
        </p:sp>
      </p:grpSp>
      <p:pic>
        <p:nvPicPr>
          <p:cNvPr id="27" name="Picture 2">
            <a:extLst>
              <a:ext uri="{FF2B5EF4-FFF2-40B4-BE49-F238E27FC236}">
                <a16:creationId xmlns:a16="http://schemas.microsoft.com/office/drawing/2014/main" id="{89E813D2-908F-4309-9521-C99DF0EC8D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198" y="1860346"/>
            <a:ext cx="2231231" cy="388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28" name="Picture 3">
            <a:extLst>
              <a:ext uri="{FF2B5EF4-FFF2-40B4-BE49-F238E27FC236}">
                <a16:creationId xmlns:a16="http://schemas.microsoft.com/office/drawing/2014/main" id="{2356F58A-7B18-4996-B8D9-C48DBE109D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975" y="3098596"/>
            <a:ext cx="2238375" cy="397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29" name="矩形 59">
            <a:extLst>
              <a:ext uri="{FF2B5EF4-FFF2-40B4-BE49-F238E27FC236}">
                <a16:creationId xmlns:a16="http://schemas.microsoft.com/office/drawing/2014/main" id="{7EE9CB03-40D3-4E28-B5FF-A4B20AF6EA6F}"/>
              </a:ext>
            </a:extLst>
          </p:cNvPr>
          <p:cNvSpPr>
            <a:spLocks noChangeArrowheads="1"/>
          </p:cNvSpPr>
          <p:nvPr/>
        </p:nvSpPr>
        <p:spPr bwMode="auto">
          <a:xfrm>
            <a:off x="5020867" y="1582930"/>
            <a:ext cx="138531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050" i="1">
                <a:solidFill>
                  <a:srgbClr val="0070C0"/>
                </a:solidFill>
                <a:latin typeface="Microsoft YaHei" panose="020B0503020204020204" pitchFamily="34" charset="-122"/>
                <a:ea typeface="Microsoft YaHei" panose="020B0503020204020204" pitchFamily="34" charset="-122"/>
              </a:rPr>
              <a:t>Finger table for </a:t>
            </a:r>
            <a:r>
              <a:rPr lang="en-US" altLang="zh-CN" sz="1050" b="1" i="1">
                <a:solidFill>
                  <a:srgbClr val="0070C0"/>
                </a:solidFill>
                <a:latin typeface="Microsoft YaHei" panose="020B0503020204020204" pitchFamily="34" charset="-122"/>
                <a:ea typeface="Microsoft YaHei" panose="020B0503020204020204" pitchFamily="34" charset="-122"/>
              </a:rPr>
              <a:t>N</a:t>
            </a:r>
            <a:r>
              <a:rPr lang="en-US" altLang="zh-CN" sz="1050" b="1" baseline="-25000">
                <a:solidFill>
                  <a:srgbClr val="0070C0"/>
                </a:solidFill>
                <a:latin typeface="Microsoft YaHei" panose="020B0503020204020204" pitchFamily="34" charset="-122"/>
                <a:ea typeface="Microsoft YaHei" panose="020B0503020204020204" pitchFamily="34" charset="-122"/>
              </a:rPr>
              <a:t>8</a:t>
            </a:r>
            <a:endParaRPr lang="zh-CN" altLang="en-US" sz="1050" b="1">
              <a:solidFill>
                <a:srgbClr val="0070C0"/>
              </a:solidFill>
              <a:latin typeface="Microsoft YaHei" panose="020B0503020204020204" pitchFamily="34" charset="-122"/>
              <a:ea typeface="Microsoft YaHei" panose="020B0503020204020204" pitchFamily="34" charset="-122"/>
            </a:endParaRPr>
          </a:p>
        </p:txBody>
      </p:sp>
      <p:sp>
        <p:nvSpPr>
          <p:cNvPr id="30" name="矩形 60">
            <a:extLst>
              <a:ext uri="{FF2B5EF4-FFF2-40B4-BE49-F238E27FC236}">
                <a16:creationId xmlns:a16="http://schemas.microsoft.com/office/drawing/2014/main" id="{13067E01-11EB-402A-81E7-4A47BBFA5EF7}"/>
              </a:ext>
            </a:extLst>
          </p:cNvPr>
          <p:cNvSpPr>
            <a:spLocks noChangeArrowheads="1"/>
          </p:cNvSpPr>
          <p:nvPr/>
        </p:nvSpPr>
        <p:spPr bwMode="auto">
          <a:xfrm>
            <a:off x="942975" y="2796177"/>
            <a:ext cx="144142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050" i="1">
                <a:solidFill>
                  <a:srgbClr val="0070C0"/>
                </a:solidFill>
                <a:latin typeface="Microsoft YaHei" panose="020B0503020204020204" pitchFamily="34" charset="-122"/>
                <a:ea typeface="Microsoft YaHei" panose="020B0503020204020204" pitchFamily="34" charset="-122"/>
              </a:rPr>
              <a:t>Finger table for </a:t>
            </a:r>
            <a:r>
              <a:rPr lang="en-US" altLang="zh-CN" sz="1050" b="1" i="1">
                <a:solidFill>
                  <a:srgbClr val="0070C0"/>
                </a:solidFill>
                <a:latin typeface="Microsoft YaHei" panose="020B0503020204020204" pitchFamily="34" charset="-122"/>
                <a:ea typeface="Microsoft YaHei" panose="020B0503020204020204" pitchFamily="34" charset="-122"/>
              </a:rPr>
              <a:t>N</a:t>
            </a:r>
            <a:r>
              <a:rPr lang="en-US" altLang="zh-CN" sz="1050" b="1" baseline="-25000">
                <a:solidFill>
                  <a:srgbClr val="0070C0"/>
                </a:solidFill>
                <a:latin typeface="Microsoft YaHei" panose="020B0503020204020204" pitchFamily="34" charset="-122"/>
                <a:ea typeface="Microsoft YaHei" panose="020B0503020204020204" pitchFamily="34" charset="-122"/>
              </a:rPr>
              <a:t>42</a:t>
            </a:r>
            <a:endParaRPr lang="zh-CN" altLang="en-US" sz="1050" b="1">
              <a:solidFill>
                <a:srgbClr val="0070C0"/>
              </a:solidFill>
              <a:latin typeface="Microsoft YaHei" panose="020B0503020204020204" pitchFamily="34" charset="-122"/>
              <a:ea typeface="Microsoft YaHei" panose="020B0503020204020204" pitchFamily="34" charset="-122"/>
            </a:endParaRPr>
          </a:p>
        </p:txBody>
      </p:sp>
      <p:cxnSp>
        <p:nvCxnSpPr>
          <p:cNvPr id="31" name="直接箭头连接符 4">
            <a:extLst>
              <a:ext uri="{FF2B5EF4-FFF2-40B4-BE49-F238E27FC236}">
                <a16:creationId xmlns:a16="http://schemas.microsoft.com/office/drawing/2014/main" id="{DFC0E9CD-F7D9-414A-B3CC-1B0E52CD8521}"/>
              </a:ext>
            </a:extLst>
          </p:cNvPr>
          <p:cNvCxnSpPr>
            <a:cxnSpLocks noChangeShapeType="1"/>
            <a:stCxn id="11" idx="2"/>
            <a:endCxn id="21" idx="3"/>
          </p:cNvCxnSpPr>
          <p:nvPr/>
        </p:nvCxnSpPr>
        <p:spPr bwMode="auto">
          <a:xfrm flipH="1">
            <a:off x="3641901" y="2229005"/>
            <a:ext cx="956905" cy="107911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2" name="直接箭头连接符 61">
            <a:extLst>
              <a:ext uri="{FF2B5EF4-FFF2-40B4-BE49-F238E27FC236}">
                <a16:creationId xmlns:a16="http://schemas.microsoft.com/office/drawing/2014/main" id="{7FD52644-6476-41E1-8652-FA11CE806A2A}"/>
              </a:ext>
            </a:extLst>
          </p:cNvPr>
          <p:cNvCxnSpPr>
            <a:cxnSpLocks noChangeShapeType="1"/>
            <a:stCxn id="21" idx="3"/>
          </p:cNvCxnSpPr>
          <p:nvPr/>
        </p:nvCxnSpPr>
        <p:spPr bwMode="auto">
          <a:xfrm flipH="1" flipV="1">
            <a:off x="3437335" y="2444942"/>
            <a:ext cx="204566" cy="863173"/>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3" name="直接箭头连接符 62">
            <a:extLst>
              <a:ext uri="{FF2B5EF4-FFF2-40B4-BE49-F238E27FC236}">
                <a16:creationId xmlns:a16="http://schemas.microsoft.com/office/drawing/2014/main" id="{B8BA1731-8966-4ADC-A3FE-866D026ACB2C}"/>
              </a:ext>
            </a:extLst>
          </p:cNvPr>
          <p:cNvCxnSpPr>
            <a:cxnSpLocks noChangeShapeType="1"/>
            <a:stCxn id="8" idx="5"/>
            <a:endCxn id="7" idx="6"/>
          </p:cNvCxnSpPr>
          <p:nvPr/>
        </p:nvCxnSpPr>
        <p:spPr bwMode="auto">
          <a:xfrm flipV="1">
            <a:off x="3456385" y="2229440"/>
            <a:ext cx="195263" cy="234553"/>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4" name="直接箭头连接符 64">
            <a:extLst>
              <a:ext uri="{FF2B5EF4-FFF2-40B4-BE49-F238E27FC236}">
                <a16:creationId xmlns:a16="http://schemas.microsoft.com/office/drawing/2014/main" id="{74A27470-AB8D-40CB-BCB4-99312C35CF45}"/>
              </a:ext>
            </a:extLst>
          </p:cNvPr>
          <p:cNvCxnSpPr>
            <a:cxnSpLocks noChangeShapeType="1"/>
            <a:stCxn id="7" idx="7"/>
          </p:cNvCxnSpPr>
          <p:nvPr/>
        </p:nvCxnSpPr>
        <p:spPr bwMode="auto">
          <a:xfrm>
            <a:off x="3644503" y="2210390"/>
            <a:ext cx="947738" cy="19050"/>
          </a:xfrm>
          <a:prstGeom prst="straightConnector1">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5" name="椭圆 67">
            <a:extLst>
              <a:ext uri="{FF2B5EF4-FFF2-40B4-BE49-F238E27FC236}">
                <a16:creationId xmlns:a16="http://schemas.microsoft.com/office/drawing/2014/main" id="{5BE275A4-9726-4BF4-94B0-B806515A3914}"/>
              </a:ext>
            </a:extLst>
          </p:cNvPr>
          <p:cNvSpPr>
            <a:spLocks noChangeArrowheads="1"/>
          </p:cNvSpPr>
          <p:nvPr/>
        </p:nvSpPr>
        <p:spPr bwMode="auto">
          <a:xfrm>
            <a:off x="6861572" y="1766286"/>
            <a:ext cx="289322" cy="576263"/>
          </a:xfrm>
          <a:prstGeom prst="ellipse">
            <a:avLst/>
          </a:prstGeom>
          <a:noFill/>
          <a:ln w="9525">
            <a:solidFill>
              <a:srgbClr val="0070C0"/>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rgbClr val="0070C0"/>
              </a:solidFill>
              <a:latin typeface="Microsoft YaHei" panose="020B0503020204020204" pitchFamily="34" charset="-122"/>
              <a:ea typeface="Microsoft YaHei" panose="020B0503020204020204" pitchFamily="34" charset="-122"/>
            </a:endParaRPr>
          </a:p>
        </p:txBody>
      </p:sp>
      <p:sp>
        <p:nvSpPr>
          <p:cNvPr id="36" name="椭圆 68">
            <a:extLst>
              <a:ext uri="{FF2B5EF4-FFF2-40B4-BE49-F238E27FC236}">
                <a16:creationId xmlns:a16="http://schemas.microsoft.com/office/drawing/2014/main" id="{5CF955E2-48C4-4A03-B884-7F5FD70B9C21}"/>
              </a:ext>
            </a:extLst>
          </p:cNvPr>
          <p:cNvSpPr>
            <a:spLocks noChangeArrowheads="1"/>
          </p:cNvSpPr>
          <p:nvPr/>
        </p:nvSpPr>
        <p:spPr bwMode="auto">
          <a:xfrm>
            <a:off x="2269332" y="3009299"/>
            <a:ext cx="288131" cy="575072"/>
          </a:xfrm>
          <a:prstGeom prst="ellipse">
            <a:avLst/>
          </a:prstGeom>
          <a:noFill/>
          <a:ln w="9525">
            <a:solidFill>
              <a:srgbClr val="0070C0"/>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endParaRPr lang="zh-CN" altLang="zh-CN" sz="1350">
              <a:solidFill>
                <a:srgbClr val="FF0000"/>
              </a:solidFill>
              <a:latin typeface="Microsoft YaHei" panose="020B0503020204020204" pitchFamily="34" charset="-122"/>
              <a:ea typeface="Microsoft YaHei" panose="020B0503020204020204" pitchFamily="34" charset="-122"/>
            </a:endParaRPr>
          </a:p>
        </p:txBody>
      </p:sp>
      <p:sp>
        <p:nvSpPr>
          <p:cNvPr id="37" name="矩形 11">
            <a:extLst>
              <a:ext uri="{FF2B5EF4-FFF2-40B4-BE49-F238E27FC236}">
                <a16:creationId xmlns:a16="http://schemas.microsoft.com/office/drawing/2014/main" id="{F547C9EE-06CE-410A-853C-3DB8705DDCBD}"/>
              </a:ext>
            </a:extLst>
          </p:cNvPr>
          <p:cNvSpPr>
            <a:spLocks noChangeArrowheads="1"/>
          </p:cNvSpPr>
          <p:nvPr/>
        </p:nvSpPr>
        <p:spPr bwMode="auto">
          <a:xfrm>
            <a:off x="5211102" y="2386602"/>
            <a:ext cx="2319866"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050">
                <a:solidFill>
                  <a:schemeClr val="tx1"/>
                </a:solidFill>
                <a:latin typeface="Microsoft YaHei" panose="020B0503020204020204" pitchFamily="34" charset="-122"/>
                <a:ea typeface="Microsoft YaHei" panose="020B0503020204020204" pitchFamily="34" charset="-122"/>
              </a:rPr>
              <a:t>42</a:t>
            </a:r>
            <a:r>
              <a:rPr lang="zh-CN" altLang="en-US" sz="1050">
                <a:solidFill>
                  <a:schemeClr val="tx1"/>
                </a:solidFill>
                <a:latin typeface="Microsoft YaHei" panose="020B0503020204020204" pitchFamily="34" charset="-122"/>
                <a:ea typeface="Microsoft YaHei" panose="020B0503020204020204" pitchFamily="34" charset="-122"/>
              </a:rPr>
              <a:t> </a:t>
            </a:r>
            <a:r>
              <a:rPr lang="en-US" altLang="zh-CN" sz="1050">
                <a:solidFill>
                  <a:schemeClr val="tx1"/>
                </a:solidFill>
                <a:latin typeface="Microsoft YaHei" panose="020B0503020204020204" pitchFamily="34" charset="-122"/>
                <a:ea typeface="Microsoft YaHei" panose="020B0503020204020204" pitchFamily="34" charset="-122"/>
              </a:rPr>
              <a:t>is the highest number that is </a:t>
            </a:r>
          </a:p>
          <a:p>
            <a:pPr algn="ctr" eaLnBrk="1" hangingPunct="1">
              <a:lnSpc>
                <a:spcPct val="100000"/>
              </a:lnSpc>
              <a:spcBef>
                <a:spcPct val="0"/>
              </a:spcBef>
              <a:spcAft>
                <a:spcPct val="0"/>
              </a:spcAft>
              <a:buClrTx/>
              <a:buSzTx/>
              <a:buFont typeface="Arial" panose="020B0604020202020204" pitchFamily="34" charset="0"/>
              <a:buNone/>
            </a:pPr>
            <a:r>
              <a:rPr lang="en-US" altLang="zh-CN" sz="1050">
                <a:solidFill>
                  <a:schemeClr val="tx1"/>
                </a:solidFill>
                <a:latin typeface="Microsoft YaHei" panose="020B0503020204020204" pitchFamily="34" charset="-122"/>
                <a:ea typeface="Microsoft YaHei" panose="020B0503020204020204" pitchFamily="34" charset="-122"/>
              </a:rPr>
              <a:t>less than 54, so </a:t>
            </a:r>
            <a:r>
              <a:rPr lang="en-US" altLang="zh-CN" sz="1050" i="1">
                <a:solidFill>
                  <a:schemeClr val="tx1"/>
                </a:solidFill>
                <a:latin typeface="Microsoft YaHei" panose="020B0503020204020204" pitchFamily="34" charset="-122"/>
                <a:ea typeface="Microsoft YaHei" panose="020B0503020204020204" pitchFamily="34" charset="-122"/>
              </a:rPr>
              <a:t>N</a:t>
            </a:r>
            <a:r>
              <a:rPr lang="en-US" altLang="zh-CN" sz="1050" baseline="-25000">
                <a:solidFill>
                  <a:schemeClr val="tx1"/>
                </a:solidFill>
                <a:latin typeface="Microsoft YaHei" panose="020B0503020204020204" pitchFamily="34" charset="-122"/>
                <a:ea typeface="Microsoft YaHei" panose="020B0503020204020204" pitchFamily="34" charset="-122"/>
              </a:rPr>
              <a:t>42</a:t>
            </a:r>
            <a:r>
              <a:rPr lang="en-US" altLang="zh-CN" sz="1050">
                <a:solidFill>
                  <a:schemeClr val="tx1"/>
                </a:solidFill>
                <a:latin typeface="Microsoft YaHei" panose="020B0503020204020204" pitchFamily="34" charset="-122"/>
                <a:ea typeface="Microsoft YaHei" panose="020B0503020204020204" pitchFamily="34" charset="-122"/>
              </a:rPr>
              <a:t> becomes</a:t>
            </a:r>
            <a:r>
              <a:rPr lang="en-US" altLang="zh-CN" sz="1050" i="1">
                <a:solidFill>
                  <a:schemeClr val="tx1"/>
                </a:solidFill>
                <a:latin typeface="Microsoft YaHei" panose="020B0503020204020204" pitchFamily="34" charset="-122"/>
                <a:ea typeface="Microsoft YaHei" panose="020B0503020204020204" pitchFamily="34" charset="-122"/>
              </a:rPr>
              <a:t> N</a:t>
            </a:r>
            <a:r>
              <a:rPr lang="en-US" altLang="zh-CN" sz="1050" baseline="-25000">
                <a:solidFill>
                  <a:schemeClr val="tx1"/>
                </a:solidFill>
                <a:latin typeface="Microsoft YaHei" panose="020B0503020204020204" pitchFamily="34" charset="-122"/>
                <a:ea typeface="Microsoft YaHei" panose="020B0503020204020204" pitchFamily="34" charset="-122"/>
              </a:rPr>
              <a:t>c</a:t>
            </a:r>
            <a:r>
              <a:rPr lang="en-US" altLang="zh-CN" sz="1050">
                <a:solidFill>
                  <a:schemeClr val="tx1"/>
                </a:solidFill>
                <a:latin typeface="Microsoft YaHei" panose="020B0503020204020204" pitchFamily="34" charset="-122"/>
                <a:ea typeface="Microsoft YaHei" panose="020B0503020204020204" pitchFamily="34" charset="-122"/>
              </a:rPr>
              <a:t>  </a:t>
            </a:r>
            <a:endParaRPr lang="zh-CN" altLang="en-US" sz="1050">
              <a:solidFill>
                <a:schemeClr val="tx1"/>
              </a:solidFill>
              <a:latin typeface="Microsoft YaHei" panose="020B0503020204020204" pitchFamily="34" charset="-122"/>
              <a:ea typeface="Microsoft YaHei" panose="020B0503020204020204" pitchFamily="34" charset="-122"/>
            </a:endParaRPr>
          </a:p>
          <a:p>
            <a:pPr algn="ctr" eaLnBrk="1" hangingPunct="1">
              <a:lnSpc>
                <a:spcPct val="100000"/>
              </a:lnSpc>
              <a:spcBef>
                <a:spcPct val="0"/>
              </a:spcBef>
              <a:spcAft>
                <a:spcPct val="0"/>
              </a:spcAft>
              <a:buClrTx/>
              <a:buSzTx/>
              <a:buFont typeface="Arial" panose="020B0604020202020204" pitchFamily="34" charset="0"/>
              <a:buNone/>
            </a:pPr>
            <a:r>
              <a:rPr lang="en-US" altLang="zh-CN" sz="1050">
                <a:solidFill>
                  <a:schemeClr val="tx1"/>
                </a:solidFill>
                <a:latin typeface="Microsoft YaHei" panose="020B0503020204020204" pitchFamily="34" charset="-122"/>
                <a:ea typeface="Microsoft YaHei" panose="020B0503020204020204" pitchFamily="34" charset="-122"/>
              </a:rPr>
              <a:t> </a:t>
            </a:r>
            <a:endParaRPr lang="zh-CN" altLang="en-US" sz="1050">
              <a:solidFill>
                <a:schemeClr val="tx1"/>
              </a:solidFill>
              <a:latin typeface="Microsoft YaHei" panose="020B0503020204020204" pitchFamily="34" charset="-122"/>
              <a:ea typeface="Microsoft YaHei" panose="020B0503020204020204" pitchFamily="34" charset="-122"/>
            </a:endParaRPr>
          </a:p>
        </p:txBody>
      </p:sp>
      <p:sp>
        <p:nvSpPr>
          <p:cNvPr id="38" name="矩形 72">
            <a:extLst>
              <a:ext uri="{FF2B5EF4-FFF2-40B4-BE49-F238E27FC236}">
                <a16:creationId xmlns:a16="http://schemas.microsoft.com/office/drawing/2014/main" id="{055BA215-1872-45D5-A8D2-E8DF22F2E2B1}"/>
              </a:ext>
            </a:extLst>
          </p:cNvPr>
          <p:cNvSpPr>
            <a:spLocks noChangeArrowheads="1"/>
          </p:cNvSpPr>
          <p:nvPr/>
        </p:nvSpPr>
        <p:spPr bwMode="auto">
          <a:xfrm>
            <a:off x="946283" y="3712959"/>
            <a:ext cx="2319866"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050">
                <a:solidFill>
                  <a:schemeClr val="tx1"/>
                </a:solidFill>
                <a:latin typeface="Microsoft YaHei" panose="020B0503020204020204" pitchFamily="34" charset="-122"/>
                <a:ea typeface="Microsoft YaHei" panose="020B0503020204020204" pitchFamily="34" charset="-122"/>
              </a:rPr>
              <a:t>51</a:t>
            </a:r>
            <a:r>
              <a:rPr lang="zh-CN" altLang="en-US" sz="1050">
                <a:solidFill>
                  <a:schemeClr val="tx1"/>
                </a:solidFill>
                <a:latin typeface="Microsoft YaHei" panose="020B0503020204020204" pitchFamily="34" charset="-122"/>
                <a:ea typeface="Microsoft YaHei" panose="020B0503020204020204" pitchFamily="34" charset="-122"/>
              </a:rPr>
              <a:t> </a:t>
            </a:r>
            <a:r>
              <a:rPr lang="en-US" altLang="zh-CN" sz="1050">
                <a:solidFill>
                  <a:schemeClr val="tx1"/>
                </a:solidFill>
                <a:latin typeface="Microsoft YaHei" panose="020B0503020204020204" pitchFamily="34" charset="-122"/>
                <a:ea typeface="Microsoft YaHei" panose="020B0503020204020204" pitchFamily="34" charset="-122"/>
              </a:rPr>
              <a:t>is the highest number that is </a:t>
            </a:r>
          </a:p>
          <a:p>
            <a:pPr algn="ctr" eaLnBrk="1" hangingPunct="1">
              <a:lnSpc>
                <a:spcPct val="100000"/>
              </a:lnSpc>
              <a:spcBef>
                <a:spcPct val="0"/>
              </a:spcBef>
              <a:spcAft>
                <a:spcPct val="0"/>
              </a:spcAft>
              <a:buClrTx/>
              <a:buSzTx/>
              <a:buFont typeface="Arial" panose="020B0604020202020204" pitchFamily="34" charset="0"/>
              <a:buNone/>
            </a:pPr>
            <a:r>
              <a:rPr lang="en-US" altLang="zh-CN" sz="1050">
                <a:solidFill>
                  <a:schemeClr val="tx1"/>
                </a:solidFill>
                <a:latin typeface="Microsoft YaHei" panose="020B0503020204020204" pitchFamily="34" charset="-122"/>
                <a:ea typeface="Microsoft YaHei" panose="020B0503020204020204" pitchFamily="34" charset="-122"/>
              </a:rPr>
              <a:t>less than 54, so </a:t>
            </a:r>
            <a:r>
              <a:rPr lang="en-US" altLang="zh-CN" sz="1050" i="1">
                <a:solidFill>
                  <a:schemeClr val="tx1"/>
                </a:solidFill>
                <a:latin typeface="Microsoft YaHei" panose="020B0503020204020204" pitchFamily="34" charset="-122"/>
                <a:ea typeface="Microsoft YaHei" panose="020B0503020204020204" pitchFamily="34" charset="-122"/>
              </a:rPr>
              <a:t>N</a:t>
            </a:r>
            <a:r>
              <a:rPr lang="en-US" altLang="zh-CN" sz="1050" baseline="-25000">
                <a:solidFill>
                  <a:schemeClr val="tx1"/>
                </a:solidFill>
                <a:latin typeface="Microsoft YaHei" panose="020B0503020204020204" pitchFamily="34" charset="-122"/>
                <a:ea typeface="Microsoft YaHei" panose="020B0503020204020204" pitchFamily="34" charset="-122"/>
              </a:rPr>
              <a:t>51</a:t>
            </a:r>
            <a:r>
              <a:rPr lang="en-US" altLang="zh-CN" sz="1050">
                <a:solidFill>
                  <a:schemeClr val="tx1"/>
                </a:solidFill>
                <a:latin typeface="Microsoft YaHei" panose="020B0503020204020204" pitchFamily="34" charset="-122"/>
                <a:ea typeface="Microsoft YaHei" panose="020B0503020204020204" pitchFamily="34" charset="-122"/>
              </a:rPr>
              <a:t> becomes</a:t>
            </a:r>
            <a:r>
              <a:rPr lang="en-US" altLang="zh-CN" sz="1050" i="1">
                <a:solidFill>
                  <a:schemeClr val="tx1"/>
                </a:solidFill>
                <a:latin typeface="Microsoft YaHei" panose="020B0503020204020204" pitchFamily="34" charset="-122"/>
                <a:ea typeface="Microsoft YaHei" panose="020B0503020204020204" pitchFamily="34" charset="-122"/>
              </a:rPr>
              <a:t> N</a:t>
            </a:r>
            <a:r>
              <a:rPr lang="en-US" altLang="zh-CN" sz="1050" baseline="-25000">
                <a:solidFill>
                  <a:schemeClr val="tx1"/>
                </a:solidFill>
                <a:latin typeface="Microsoft YaHei" panose="020B0503020204020204" pitchFamily="34" charset="-122"/>
                <a:ea typeface="Microsoft YaHei" panose="020B0503020204020204" pitchFamily="34" charset="-122"/>
              </a:rPr>
              <a:t>c</a:t>
            </a:r>
            <a:r>
              <a:rPr lang="en-US" altLang="zh-CN" sz="1050">
                <a:solidFill>
                  <a:schemeClr val="tx1"/>
                </a:solidFill>
                <a:latin typeface="Microsoft YaHei" panose="020B0503020204020204" pitchFamily="34" charset="-122"/>
                <a:ea typeface="Microsoft YaHei" panose="020B0503020204020204" pitchFamily="34" charset="-122"/>
              </a:rPr>
              <a:t>  </a:t>
            </a:r>
            <a:endParaRPr lang="zh-CN" altLang="en-US" sz="1050">
              <a:solidFill>
                <a:schemeClr val="tx1"/>
              </a:solidFill>
              <a:latin typeface="Microsoft YaHei" panose="020B0503020204020204" pitchFamily="34" charset="-122"/>
              <a:ea typeface="Microsoft YaHei" panose="020B0503020204020204" pitchFamily="34" charset="-122"/>
            </a:endParaRPr>
          </a:p>
          <a:p>
            <a:pPr algn="ctr" eaLnBrk="1" hangingPunct="1">
              <a:lnSpc>
                <a:spcPct val="100000"/>
              </a:lnSpc>
              <a:spcBef>
                <a:spcPct val="0"/>
              </a:spcBef>
              <a:spcAft>
                <a:spcPct val="0"/>
              </a:spcAft>
              <a:buClrTx/>
              <a:buSzTx/>
              <a:buFont typeface="Arial" panose="020B0604020202020204" pitchFamily="34" charset="0"/>
              <a:buNone/>
            </a:pPr>
            <a:r>
              <a:rPr lang="en-US" altLang="zh-CN" sz="1050">
                <a:solidFill>
                  <a:schemeClr val="tx1"/>
                </a:solidFill>
                <a:latin typeface="Microsoft YaHei" panose="020B0503020204020204" pitchFamily="34" charset="-122"/>
                <a:ea typeface="Microsoft YaHei" panose="020B0503020204020204" pitchFamily="34" charset="-122"/>
              </a:rPr>
              <a:t> </a:t>
            </a:r>
            <a:endParaRPr lang="zh-CN" altLang="en-US" sz="1050">
              <a:solidFill>
                <a:schemeClr val="tx1"/>
              </a:solidFill>
              <a:latin typeface="Microsoft YaHei" panose="020B0503020204020204" pitchFamily="34" charset="-122"/>
              <a:ea typeface="Microsoft YaHei" panose="020B0503020204020204" pitchFamily="34" charset="-122"/>
            </a:endParaRPr>
          </a:p>
        </p:txBody>
      </p:sp>
      <p:sp>
        <p:nvSpPr>
          <p:cNvPr id="39" name="矩形 73">
            <a:extLst>
              <a:ext uri="{FF2B5EF4-FFF2-40B4-BE49-F238E27FC236}">
                <a16:creationId xmlns:a16="http://schemas.microsoft.com/office/drawing/2014/main" id="{6FBEEB67-1954-4FBC-A627-D76AC3D34672}"/>
              </a:ext>
            </a:extLst>
          </p:cNvPr>
          <p:cNvSpPr>
            <a:spLocks noChangeArrowheads="1"/>
          </p:cNvSpPr>
          <p:nvPr/>
        </p:nvSpPr>
        <p:spPr bwMode="auto">
          <a:xfrm>
            <a:off x="1630972" y="2080611"/>
            <a:ext cx="1564852" cy="90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050">
                <a:solidFill>
                  <a:schemeClr val="tx1"/>
                </a:solidFill>
                <a:latin typeface="Microsoft YaHei" panose="020B0503020204020204" pitchFamily="34" charset="-122"/>
                <a:ea typeface="Microsoft YaHei" panose="020B0503020204020204" pitchFamily="34" charset="-122"/>
              </a:rPr>
              <a:t>54 is no greater than </a:t>
            </a:r>
          </a:p>
          <a:p>
            <a:pPr algn="ctr" eaLnBrk="1" hangingPunct="1">
              <a:lnSpc>
                <a:spcPct val="100000"/>
              </a:lnSpc>
              <a:spcBef>
                <a:spcPct val="0"/>
              </a:spcBef>
              <a:spcAft>
                <a:spcPct val="0"/>
              </a:spcAft>
              <a:buClrTx/>
              <a:buSzTx/>
              <a:buFont typeface="Arial" panose="020B0604020202020204" pitchFamily="34" charset="0"/>
              <a:buNone/>
            </a:pPr>
            <a:r>
              <a:rPr lang="en-US" altLang="zh-CN" sz="1050" i="1">
                <a:solidFill>
                  <a:schemeClr val="tx1"/>
                </a:solidFill>
                <a:latin typeface="Microsoft YaHei" panose="020B0503020204020204" pitchFamily="34" charset="-122"/>
                <a:ea typeface="Microsoft YaHei" panose="020B0503020204020204" pitchFamily="34" charset="-122"/>
              </a:rPr>
              <a:t>N</a:t>
            </a:r>
            <a:r>
              <a:rPr lang="en-US" altLang="zh-CN" sz="1050" baseline="-25000">
                <a:solidFill>
                  <a:schemeClr val="tx1"/>
                </a:solidFill>
                <a:latin typeface="Microsoft YaHei" panose="020B0503020204020204" pitchFamily="34" charset="-122"/>
                <a:ea typeface="Microsoft YaHei" panose="020B0503020204020204" pitchFamily="34" charset="-122"/>
              </a:rPr>
              <a:t>51</a:t>
            </a:r>
            <a:r>
              <a:rPr lang="en-US" altLang="zh-CN" sz="1050">
                <a:solidFill>
                  <a:schemeClr val="tx1"/>
                </a:solidFill>
                <a:latin typeface="Microsoft YaHei" panose="020B0503020204020204" pitchFamily="34" charset="-122"/>
                <a:ea typeface="Microsoft YaHei" panose="020B0503020204020204" pitchFamily="34" charset="-122"/>
              </a:rPr>
              <a:t>’s successor </a:t>
            </a:r>
            <a:r>
              <a:rPr lang="en-US" altLang="zh-CN" sz="1050" i="1">
                <a:solidFill>
                  <a:schemeClr val="tx1"/>
                </a:solidFill>
                <a:latin typeface="Microsoft YaHei" panose="020B0503020204020204" pitchFamily="34" charset="-122"/>
                <a:ea typeface="Microsoft YaHei" panose="020B0503020204020204" pitchFamily="34" charset="-122"/>
              </a:rPr>
              <a:t>N</a:t>
            </a:r>
            <a:r>
              <a:rPr lang="en-US" altLang="zh-CN" sz="1050" baseline="-25000">
                <a:solidFill>
                  <a:schemeClr val="tx1"/>
                </a:solidFill>
                <a:latin typeface="Microsoft YaHei" panose="020B0503020204020204" pitchFamily="34" charset="-122"/>
                <a:ea typeface="Microsoft YaHei" panose="020B0503020204020204" pitchFamily="34" charset="-122"/>
              </a:rPr>
              <a:t>56</a:t>
            </a:r>
            <a:endParaRPr lang="zh-CN" altLang="en-US" sz="1050">
              <a:solidFill>
                <a:schemeClr val="tx1"/>
              </a:solidFill>
              <a:latin typeface="Microsoft YaHei" panose="020B0503020204020204" pitchFamily="34" charset="-122"/>
              <a:ea typeface="Microsoft YaHei" panose="020B0503020204020204" pitchFamily="34" charset="-122"/>
            </a:endParaRPr>
          </a:p>
          <a:p>
            <a:pPr algn="ctr" eaLnBrk="1" hangingPunct="1">
              <a:lnSpc>
                <a:spcPct val="100000"/>
              </a:lnSpc>
              <a:spcBef>
                <a:spcPct val="0"/>
              </a:spcBef>
              <a:spcAft>
                <a:spcPct val="0"/>
              </a:spcAft>
              <a:buClrTx/>
              <a:buSzTx/>
              <a:buFont typeface="Arial" panose="020B0604020202020204" pitchFamily="34" charset="0"/>
              <a:buNone/>
            </a:pPr>
            <a:r>
              <a:rPr lang="en-US" altLang="zh-CN" sz="1050">
                <a:solidFill>
                  <a:schemeClr val="tx1"/>
                </a:solidFill>
                <a:latin typeface="Microsoft YaHei" panose="020B0503020204020204" pitchFamily="34" charset="-122"/>
                <a:ea typeface="Microsoft YaHei" panose="020B0503020204020204" pitchFamily="34" charset="-122"/>
              </a:rPr>
              <a:t> </a:t>
            </a:r>
            <a:endParaRPr lang="zh-CN" altLang="en-US" sz="1050">
              <a:solidFill>
                <a:schemeClr val="tx1"/>
              </a:solidFill>
              <a:latin typeface="Microsoft YaHei" panose="020B0503020204020204" pitchFamily="34" charset="-122"/>
              <a:ea typeface="Microsoft YaHei" panose="020B0503020204020204" pitchFamily="34" charset="-122"/>
            </a:endParaRPr>
          </a:p>
          <a:p>
            <a:pPr algn="ctr" eaLnBrk="1" hangingPunct="1">
              <a:lnSpc>
                <a:spcPct val="100000"/>
              </a:lnSpc>
              <a:spcBef>
                <a:spcPct val="0"/>
              </a:spcBef>
              <a:spcAft>
                <a:spcPct val="0"/>
              </a:spcAft>
              <a:buClrTx/>
              <a:buSzTx/>
              <a:buFont typeface="Arial" panose="020B0604020202020204" pitchFamily="34" charset="0"/>
              <a:buNone/>
            </a:pPr>
            <a:r>
              <a:rPr lang="en-US" altLang="zh-CN" sz="1050">
                <a:solidFill>
                  <a:schemeClr val="tx1"/>
                </a:solidFill>
                <a:latin typeface="Microsoft YaHei" panose="020B0503020204020204" pitchFamily="34" charset="-122"/>
                <a:ea typeface="Microsoft YaHei" panose="020B0503020204020204" pitchFamily="34" charset="-122"/>
              </a:rPr>
              <a:t> </a:t>
            </a:r>
            <a:endParaRPr lang="zh-CN" altLang="en-US" sz="1050">
              <a:solidFill>
                <a:schemeClr val="tx1"/>
              </a:solidFill>
              <a:latin typeface="Microsoft YaHei" panose="020B0503020204020204" pitchFamily="34" charset="-122"/>
              <a:ea typeface="Microsoft YaHei" panose="020B0503020204020204" pitchFamily="34" charset="-122"/>
            </a:endParaRPr>
          </a:p>
          <a:p>
            <a:pPr algn="ctr" eaLnBrk="1" hangingPunct="1">
              <a:lnSpc>
                <a:spcPct val="100000"/>
              </a:lnSpc>
              <a:spcBef>
                <a:spcPct val="0"/>
              </a:spcBef>
              <a:spcAft>
                <a:spcPct val="0"/>
              </a:spcAft>
              <a:buClrTx/>
              <a:buSzTx/>
              <a:buFont typeface="Arial" panose="020B0604020202020204" pitchFamily="34" charset="0"/>
              <a:buNone/>
            </a:pPr>
            <a:r>
              <a:rPr lang="en-US" altLang="zh-CN" sz="1050">
                <a:solidFill>
                  <a:schemeClr val="tx1"/>
                </a:solidFill>
                <a:latin typeface="Microsoft YaHei" panose="020B0503020204020204" pitchFamily="34" charset="-122"/>
                <a:ea typeface="Microsoft YaHei" panose="020B0503020204020204" pitchFamily="34" charset="-122"/>
              </a:rPr>
              <a:t> </a:t>
            </a:r>
            <a:endParaRPr lang="zh-CN" altLang="en-US" sz="1050">
              <a:solidFill>
                <a:schemeClr val="tx1"/>
              </a:solidFill>
              <a:latin typeface="Microsoft YaHei" panose="020B0503020204020204" pitchFamily="34" charset="-122"/>
              <a:ea typeface="Microsoft YaHei" panose="020B0503020204020204" pitchFamily="34" charset="-122"/>
            </a:endParaRPr>
          </a:p>
        </p:txBody>
      </p:sp>
      <p:sp>
        <p:nvSpPr>
          <p:cNvPr id="40" name="矩形 74">
            <a:extLst>
              <a:ext uri="{FF2B5EF4-FFF2-40B4-BE49-F238E27FC236}">
                <a16:creationId xmlns:a16="http://schemas.microsoft.com/office/drawing/2014/main" id="{3771CCDC-093C-4004-A112-F8DD258B32D5}"/>
              </a:ext>
            </a:extLst>
          </p:cNvPr>
          <p:cNvSpPr>
            <a:spLocks noChangeArrowheads="1"/>
          </p:cNvSpPr>
          <p:nvPr/>
        </p:nvSpPr>
        <p:spPr bwMode="auto">
          <a:xfrm>
            <a:off x="2240995" y="1468630"/>
            <a:ext cx="262604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Bef>
                <a:spcPct val="0"/>
              </a:spcBef>
              <a:spcAft>
                <a:spcPct val="0"/>
              </a:spcAft>
              <a:buClrTx/>
              <a:buSzTx/>
              <a:buFont typeface="Arial" panose="020B0604020202020204" pitchFamily="34" charset="0"/>
              <a:buNone/>
            </a:pPr>
            <a:r>
              <a:rPr lang="en-US" altLang="zh-CN" sz="1050" i="1">
                <a:solidFill>
                  <a:schemeClr val="tx1"/>
                </a:solidFill>
                <a:latin typeface="Microsoft YaHei" panose="020B0503020204020204" pitchFamily="34" charset="-122"/>
                <a:ea typeface="Microsoft YaHei" panose="020B0503020204020204" pitchFamily="34" charset="-122"/>
              </a:rPr>
              <a:t>N</a:t>
            </a:r>
            <a:r>
              <a:rPr lang="en-US" altLang="zh-CN" sz="1050" baseline="-25000">
                <a:solidFill>
                  <a:schemeClr val="tx1"/>
                </a:solidFill>
                <a:latin typeface="Microsoft YaHei" panose="020B0503020204020204" pitchFamily="34" charset="-122"/>
                <a:ea typeface="Microsoft YaHei" panose="020B0503020204020204" pitchFamily="34" charset="-122"/>
              </a:rPr>
              <a:t>56</a:t>
            </a:r>
            <a:r>
              <a:rPr lang="en-US" altLang="zh-CN" sz="1050">
                <a:solidFill>
                  <a:schemeClr val="tx1"/>
                </a:solidFill>
                <a:latin typeface="Microsoft YaHei" panose="020B0503020204020204" pitchFamily="34" charset="-122"/>
                <a:ea typeface="Microsoft YaHei" panose="020B0503020204020204" pitchFamily="34" charset="-122"/>
              </a:rPr>
              <a:t> searches for (K,V) and return the </a:t>
            </a:r>
          </a:p>
          <a:p>
            <a:pPr algn="ctr" eaLnBrk="1" hangingPunct="1">
              <a:lnSpc>
                <a:spcPct val="100000"/>
              </a:lnSpc>
              <a:spcBef>
                <a:spcPct val="0"/>
              </a:spcBef>
              <a:spcAft>
                <a:spcPct val="0"/>
              </a:spcAft>
              <a:buClrTx/>
              <a:buSzTx/>
              <a:buFont typeface="Arial" panose="020B0604020202020204" pitchFamily="34" charset="0"/>
              <a:buNone/>
            </a:pPr>
            <a:r>
              <a:rPr lang="en-US" altLang="zh-CN" sz="1050">
                <a:solidFill>
                  <a:schemeClr val="tx1"/>
                </a:solidFill>
                <a:latin typeface="Microsoft YaHei" panose="020B0503020204020204" pitchFamily="34" charset="-122"/>
                <a:ea typeface="Microsoft YaHei" panose="020B0503020204020204" pitchFamily="34" charset="-122"/>
              </a:rPr>
              <a:t>result to the originator of request </a:t>
            </a:r>
            <a:r>
              <a:rPr lang="en-US" altLang="zh-CN" sz="1050" i="1">
                <a:solidFill>
                  <a:schemeClr val="tx1"/>
                </a:solidFill>
                <a:latin typeface="Microsoft YaHei" panose="020B0503020204020204" pitchFamily="34" charset="-122"/>
                <a:ea typeface="Microsoft YaHei" panose="020B0503020204020204" pitchFamily="34" charset="-122"/>
              </a:rPr>
              <a:t>N</a:t>
            </a:r>
            <a:r>
              <a:rPr lang="en-US" altLang="zh-CN" sz="1050" baseline="-25000">
                <a:solidFill>
                  <a:schemeClr val="tx1"/>
                </a:solidFill>
                <a:latin typeface="Microsoft YaHei" panose="020B0503020204020204" pitchFamily="34" charset="-122"/>
                <a:ea typeface="Microsoft YaHei" panose="020B0503020204020204" pitchFamily="34" charset="-122"/>
              </a:rPr>
              <a:t>8</a:t>
            </a:r>
            <a:r>
              <a:rPr lang="en-US" altLang="zh-CN" sz="1050">
                <a:solidFill>
                  <a:schemeClr val="tx1"/>
                </a:solidFill>
                <a:latin typeface="Microsoft YaHei" panose="020B0503020204020204" pitchFamily="34" charset="-122"/>
                <a:ea typeface="Microsoft YaHei" panose="020B0503020204020204" pitchFamily="34" charset="-122"/>
              </a:rPr>
              <a:t>  </a:t>
            </a:r>
            <a:endParaRPr lang="zh-CN" altLang="en-US" sz="1050">
              <a:solidFill>
                <a:schemeClr val="tx1"/>
              </a:solidFill>
              <a:latin typeface="Microsoft YaHei" panose="020B0503020204020204" pitchFamily="34" charset="-122"/>
              <a:ea typeface="Microsoft YaHei" panose="020B0503020204020204" pitchFamily="34" charset="-122"/>
            </a:endParaRPr>
          </a:p>
        </p:txBody>
      </p:sp>
      <p:sp>
        <p:nvSpPr>
          <p:cNvPr id="41" name="矩形 12">
            <a:extLst>
              <a:ext uri="{FF2B5EF4-FFF2-40B4-BE49-F238E27FC236}">
                <a16:creationId xmlns:a16="http://schemas.microsoft.com/office/drawing/2014/main" id="{C50C1AA5-E165-4DB5-82FB-A396C3F23049}"/>
              </a:ext>
            </a:extLst>
          </p:cNvPr>
          <p:cNvSpPr>
            <a:spLocks noChangeArrowheads="1"/>
          </p:cNvSpPr>
          <p:nvPr/>
        </p:nvSpPr>
        <p:spPr bwMode="auto">
          <a:xfrm>
            <a:off x="4651772" y="1811530"/>
            <a:ext cx="35779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rgbClr val="FF0000"/>
                </a:solidFill>
                <a:latin typeface="Microsoft YaHei" panose="020B0503020204020204" pitchFamily="34" charset="-122"/>
                <a:ea typeface="Microsoft YaHei" panose="020B0503020204020204" pitchFamily="34" charset="-122"/>
              </a:rPr>
              <a:t>①</a:t>
            </a:r>
          </a:p>
        </p:txBody>
      </p:sp>
      <p:sp>
        <p:nvSpPr>
          <p:cNvPr id="42" name="矩形 76">
            <a:extLst>
              <a:ext uri="{FF2B5EF4-FFF2-40B4-BE49-F238E27FC236}">
                <a16:creationId xmlns:a16="http://schemas.microsoft.com/office/drawing/2014/main" id="{9E7F7AAA-CC3F-473A-A4F5-96ADC4D6AA15}"/>
              </a:ext>
            </a:extLst>
          </p:cNvPr>
          <p:cNvSpPr>
            <a:spLocks noChangeArrowheads="1"/>
          </p:cNvSpPr>
          <p:nvPr/>
        </p:nvSpPr>
        <p:spPr bwMode="auto">
          <a:xfrm>
            <a:off x="3188494" y="3360533"/>
            <a:ext cx="35779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rgbClr val="FF0000"/>
                </a:solidFill>
                <a:latin typeface="Microsoft YaHei" panose="020B0503020204020204" pitchFamily="34" charset="-122"/>
                <a:ea typeface="Microsoft YaHei" panose="020B0503020204020204" pitchFamily="34" charset="-122"/>
              </a:rPr>
              <a:t>②</a:t>
            </a:r>
          </a:p>
        </p:txBody>
      </p:sp>
      <p:sp>
        <p:nvSpPr>
          <p:cNvPr id="43" name="矩形 77">
            <a:extLst>
              <a:ext uri="{FF2B5EF4-FFF2-40B4-BE49-F238E27FC236}">
                <a16:creationId xmlns:a16="http://schemas.microsoft.com/office/drawing/2014/main" id="{F9E46E58-66A1-49FC-8AB9-AF4D4FB7D900}"/>
              </a:ext>
            </a:extLst>
          </p:cNvPr>
          <p:cNvSpPr>
            <a:spLocks noChangeArrowheads="1"/>
          </p:cNvSpPr>
          <p:nvPr/>
        </p:nvSpPr>
        <p:spPr bwMode="auto">
          <a:xfrm>
            <a:off x="3017044" y="2041321"/>
            <a:ext cx="35779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rgbClr val="FF0000"/>
                </a:solidFill>
                <a:latin typeface="Microsoft YaHei" panose="020B0503020204020204" pitchFamily="34" charset="-122"/>
                <a:ea typeface="Microsoft YaHei" panose="020B0503020204020204" pitchFamily="34" charset="-122"/>
              </a:rPr>
              <a:t>③</a:t>
            </a:r>
          </a:p>
        </p:txBody>
      </p:sp>
      <p:sp>
        <p:nvSpPr>
          <p:cNvPr id="44" name="矩形 78">
            <a:extLst>
              <a:ext uri="{FF2B5EF4-FFF2-40B4-BE49-F238E27FC236}">
                <a16:creationId xmlns:a16="http://schemas.microsoft.com/office/drawing/2014/main" id="{1566EEE3-94AA-4691-ADF9-6B4B5A5AAE44}"/>
              </a:ext>
            </a:extLst>
          </p:cNvPr>
          <p:cNvSpPr>
            <a:spLocks noChangeArrowheads="1"/>
          </p:cNvSpPr>
          <p:nvPr/>
        </p:nvSpPr>
        <p:spPr bwMode="auto">
          <a:xfrm>
            <a:off x="3514725" y="1811530"/>
            <a:ext cx="35779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Times" panose="02020603050405020304" pitchFamily="18" charset="0"/>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Times" panose="02020603050405020304" pitchFamily="18" charset="0"/>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buFont typeface="Times" panose="02020603050405020304" pitchFamily="18" charset="0"/>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Font typeface="Arial" panose="020B0604020202020204" pitchFamily="34" charset="0"/>
              <a:buNone/>
            </a:pPr>
            <a:r>
              <a:rPr lang="en-US" altLang="zh-CN" sz="1350">
                <a:solidFill>
                  <a:srgbClr val="FF0000"/>
                </a:solidFill>
                <a:latin typeface="Microsoft YaHei" panose="020B0503020204020204" pitchFamily="34" charset="-122"/>
                <a:ea typeface="Microsoft YaHei" panose="020B0503020204020204" pitchFamily="34" charset="-122"/>
              </a:rPr>
              <a:t>④</a:t>
            </a:r>
          </a:p>
        </p:txBody>
      </p:sp>
    </p:spTree>
    <p:extLst>
      <p:ext uri="{BB962C8B-B14F-4D97-AF65-F5344CB8AC3E}">
        <p14:creationId xmlns:p14="http://schemas.microsoft.com/office/powerpoint/2010/main" val="859080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95D2B67-EB1E-8DC4-4757-7DD166B68D98}"/>
              </a:ext>
            </a:extLst>
          </p:cNvPr>
          <p:cNvSpPr>
            <a:spLocks noGrp="1"/>
          </p:cNvSpPr>
          <p:nvPr>
            <p:ph type="title"/>
          </p:nvPr>
        </p:nvSpPr>
        <p:spPr/>
        <p:txBody>
          <a:bodyPr>
            <a:normAutofit/>
          </a:bodyPr>
          <a:lstStyle/>
          <a:p>
            <a:r>
              <a:rPr lang="zh-CN" altLang="en-US" dirty="0"/>
              <a:t>增点增加与删除</a:t>
            </a:r>
          </a:p>
        </p:txBody>
      </p:sp>
      <p:sp>
        <p:nvSpPr>
          <p:cNvPr id="4" name="内容占位符 3">
            <a:extLst>
              <a:ext uri="{FF2B5EF4-FFF2-40B4-BE49-F238E27FC236}">
                <a16:creationId xmlns:a16="http://schemas.microsoft.com/office/drawing/2014/main" id="{9D6522F4-329E-4AC0-B4DB-D16D53B96626}"/>
              </a:ext>
            </a:extLst>
          </p:cNvPr>
          <p:cNvSpPr>
            <a:spLocks noGrp="1"/>
          </p:cNvSpPr>
          <p:nvPr>
            <p:ph idx="1"/>
          </p:nvPr>
        </p:nvSpPr>
        <p:spPr/>
        <p:txBody>
          <a:bodyPr/>
          <a:lstStyle/>
          <a:p>
            <a:pPr marL="257175" indent="-257175">
              <a:buFont typeface="Wingdings" panose="05000000000000000000" pitchFamily="2" charset="2"/>
              <a:buChar char="l"/>
            </a:pPr>
            <a:r>
              <a:rPr lang="zh-CN" altLang="en-US" dirty="0"/>
              <a:t>当一个节点</a:t>
            </a:r>
            <a:r>
              <a:rPr lang="en-US" altLang="zh-CN" dirty="0"/>
              <a:t>Ni</a:t>
            </a:r>
            <a:r>
              <a:rPr lang="zh-CN" altLang="en-US" dirty="0"/>
              <a:t>希望加入到网络中，若其后继为</a:t>
            </a:r>
            <a:r>
              <a:rPr lang="en-US" altLang="zh-CN" dirty="0"/>
              <a:t>Nj</a:t>
            </a:r>
            <a:r>
              <a:rPr lang="zh-CN" altLang="en-US" dirty="0"/>
              <a:t>，需要执行：</a:t>
            </a:r>
            <a:endParaRPr lang="en-US" altLang="zh-CN" dirty="0"/>
          </a:p>
          <a:p>
            <a:pPr marL="771525" lvl="1" indent="-257175">
              <a:buFont typeface="Wingdings" panose="05000000000000000000" pitchFamily="2" charset="2"/>
              <a:buChar char="l"/>
            </a:pPr>
            <a:r>
              <a:rPr lang="zh-CN" altLang="en-US" dirty="0"/>
              <a:t>改变前趋和后继链接，保证</a:t>
            </a:r>
            <a:r>
              <a:rPr lang="en-US" altLang="zh-CN" dirty="0"/>
              <a:t>Ni</a:t>
            </a:r>
            <a:r>
              <a:rPr lang="zh-CN" altLang="en-US" dirty="0"/>
              <a:t>被合适地链接到圆中</a:t>
            </a:r>
            <a:endParaRPr lang="en-US" altLang="zh-CN" dirty="0"/>
          </a:p>
          <a:p>
            <a:pPr marL="771525" lvl="1" indent="-257175">
              <a:buFont typeface="Wingdings" panose="05000000000000000000" pitchFamily="2" charset="2"/>
              <a:buChar char="l"/>
            </a:pPr>
            <a:r>
              <a:rPr lang="zh-CN" altLang="en-US" dirty="0"/>
              <a:t>重新分配数据使得</a:t>
            </a:r>
            <a:r>
              <a:rPr lang="en-US" altLang="zh-CN" dirty="0"/>
              <a:t>Ni</a:t>
            </a:r>
            <a:r>
              <a:rPr lang="zh-CN" altLang="en-US" dirty="0"/>
              <a:t>接受到属于其的数据部分</a:t>
            </a:r>
            <a:endParaRPr lang="en-US" altLang="zh-CN" dirty="0"/>
          </a:p>
          <a:p>
            <a:pPr marL="257175" indent="-257175">
              <a:buFont typeface="Wingdings" panose="05000000000000000000" pitchFamily="2" charset="2"/>
              <a:buChar char="l"/>
            </a:pPr>
            <a:r>
              <a:rPr lang="zh-CN" altLang="en-US" dirty="0"/>
              <a:t>一个节点希望离开网络时。为了保证数据可用，节点之间需要彼此协作</a:t>
            </a:r>
            <a:endParaRPr lang="en-US" altLang="zh-CN" dirty="0"/>
          </a:p>
          <a:p>
            <a:pPr marL="771525" lvl="1" indent="-257175">
              <a:buFont typeface="Wingdings" panose="05000000000000000000" pitchFamily="2" charset="2"/>
              <a:buChar char="l"/>
            </a:pPr>
            <a:r>
              <a:rPr lang="zh-CN" altLang="en-US" dirty="0"/>
              <a:t>通知其前趋</a:t>
            </a:r>
            <a:r>
              <a:rPr lang="en-US" altLang="zh-CN" dirty="0"/>
              <a:t>/</a:t>
            </a:r>
            <a:r>
              <a:rPr lang="zh-CN" altLang="en-US" dirty="0"/>
              <a:t>后继节点该节点准备离开，使得节点的前趋和后继互联</a:t>
            </a:r>
            <a:endParaRPr lang="en-US" altLang="zh-CN" dirty="0"/>
          </a:p>
          <a:p>
            <a:pPr marL="771525" lvl="1" indent="-257175">
              <a:buFont typeface="Wingdings" panose="05000000000000000000" pitchFamily="2" charset="2"/>
              <a:buChar char="l"/>
            </a:pPr>
            <a:r>
              <a:rPr lang="zh-CN" altLang="en-US" dirty="0"/>
              <a:t>将本节点的数据转移到后继节点上</a:t>
            </a:r>
          </a:p>
        </p:txBody>
      </p:sp>
      <p:sp>
        <p:nvSpPr>
          <p:cNvPr id="2" name="灯片编号占位符 1">
            <a:extLst>
              <a:ext uri="{FF2B5EF4-FFF2-40B4-BE49-F238E27FC236}">
                <a16:creationId xmlns:a16="http://schemas.microsoft.com/office/drawing/2014/main" id="{5FD1E07A-056C-4022-B18B-3FAF7AE5AB3D}"/>
              </a:ext>
            </a:extLst>
          </p:cNvPr>
          <p:cNvSpPr>
            <a:spLocks noGrp="1"/>
          </p:cNvSpPr>
          <p:nvPr>
            <p:ph type="sldNum" sz="quarter" idx="12"/>
          </p:nvPr>
        </p:nvSpPr>
        <p:spPr/>
        <p:txBody>
          <a:bodyPr/>
          <a:lstStyle/>
          <a:p>
            <a:fld id="{D0399D1A-D296-42B7-916E-50FBDB540DBE}" type="slidenum">
              <a:rPr lang="zh-CN" altLang="en-US" smtClean="0"/>
              <a:t>30</a:t>
            </a:fld>
            <a:endParaRPr lang="zh-CN" altLang="en-US"/>
          </a:p>
        </p:txBody>
      </p:sp>
    </p:spTree>
    <p:extLst>
      <p:ext uri="{BB962C8B-B14F-4D97-AF65-F5344CB8AC3E}">
        <p14:creationId xmlns:p14="http://schemas.microsoft.com/office/powerpoint/2010/main" val="28575172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F8A7940C-F95F-3DE1-81A8-4F534DFF5CE6}"/>
              </a:ext>
            </a:extLst>
          </p:cNvPr>
          <p:cNvSpPr>
            <a:spLocks noGrp="1"/>
          </p:cNvSpPr>
          <p:nvPr>
            <p:ph type="title"/>
          </p:nvPr>
        </p:nvSpPr>
        <p:spPr/>
        <p:txBody>
          <a:bodyPr/>
          <a:lstStyle/>
          <a:p>
            <a:r>
              <a:rPr lang="zh-CN" altLang="en-US" dirty="0"/>
              <a:t>分布式数据库总结</a:t>
            </a:r>
          </a:p>
        </p:txBody>
      </p:sp>
      <p:sp>
        <p:nvSpPr>
          <p:cNvPr id="4" name="内容占位符 3">
            <a:extLst>
              <a:ext uri="{FF2B5EF4-FFF2-40B4-BE49-F238E27FC236}">
                <a16:creationId xmlns:a16="http://schemas.microsoft.com/office/drawing/2014/main" id="{8EAFE451-04DA-403D-91F1-2F52C66E8B8A}"/>
              </a:ext>
            </a:extLst>
          </p:cNvPr>
          <p:cNvSpPr>
            <a:spLocks noGrp="1"/>
          </p:cNvSpPr>
          <p:nvPr>
            <p:ph idx="1"/>
          </p:nvPr>
        </p:nvSpPr>
        <p:spPr/>
        <p:txBody>
          <a:bodyPr>
            <a:normAutofit fontScale="85000" lnSpcReduction="20000"/>
          </a:bodyPr>
          <a:lstStyle/>
          <a:p>
            <a:pPr marL="257175" indent="-257175">
              <a:buFont typeface="Wingdings" panose="05000000000000000000" pitchFamily="2" charset="2"/>
              <a:buChar char="l"/>
            </a:pPr>
            <a:r>
              <a:rPr lang="zh-CN" altLang="en-US" dirty="0"/>
              <a:t>为了处理</a:t>
            </a:r>
            <a:r>
              <a:rPr lang="en-US" altLang="zh-CN" dirty="0"/>
              <a:t>TB</a:t>
            </a:r>
            <a:r>
              <a:rPr lang="zh-CN" altLang="en-US" dirty="0"/>
              <a:t>级数据，可以通过分布式数据库构建高效的数据处理平台</a:t>
            </a:r>
            <a:endParaRPr lang="en-US" altLang="zh-CN" dirty="0"/>
          </a:p>
          <a:p>
            <a:pPr marL="257175" indent="-257175">
              <a:buFont typeface="Wingdings" panose="05000000000000000000" pitchFamily="2" charset="2"/>
              <a:buChar char="l"/>
            </a:pPr>
            <a:r>
              <a:rPr lang="zh-CN" altLang="en-US" dirty="0"/>
              <a:t>需求</a:t>
            </a:r>
            <a:endParaRPr lang="en-US" altLang="zh-CN" dirty="0"/>
          </a:p>
          <a:p>
            <a:pPr marL="771525" lvl="1" indent="-257175">
              <a:buFont typeface="Wingdings" panose="05000000000000000000" pitchFamily="2" charset="2"/>
              <a:buChar char="l"/>
            </a:pPr>
            <a:r>
              <a:rPr lang="zh-CN" altLang="en-US" dirty="0"/>
              <a:t>伴随数据量的增加，需要频繁扩大数据库</a:t>
            </a:r>
            <a:endParaRPr lang="en-US" altLang="zh-CN" dirty="0"/>
          </a:p>
          <a:p>
            <a:pPr marL="771525" lvl="1" indent="-257175">
              <a:buFont typeface="Wingdings" panose="05000000000000000000" pitchFamily="2" charset="2"/>
              <a:buChar char="l"/>
            </a:pPr>
            <a:r>
              <a:rPr lang="zh-CN" altLang="en-US" dirty="0"/>
              <a:t>分布式节点失效率增加，但系统必须正常运转</a:t>
            </a:r>
            <a:endParaRPr lang="en-US" altLang="zh-CN" dirty="0"/>
          </a:p>
          <a:p>
            <a:pPr marL="771525" lvl="1" indent="-257175">
              <a:buFont typeface="Wingdings" panose="05000000000000000000" pitchFamily="2" charset="2"/>
              <a:buChar char="l"/>
            </a:pPr>
            <a:r>
              <a:rPr lang="zh-CN" altLang="en-US" dirty="0"/>
              <a:t>数据需要复制，但必须保证副本之间的一致性</a:t>
            </a:r>
            <a:endParaRPr lang="en-US" altLang="zh-CN" dirty="0"/>
          </a:p>
          <a:p>
            <a:pPr marL="771525" lvl="1" indent="-257175">
              <a:buFont typeface="Wingdings" panose="05000000000000000000" pitchFamily="2" charset="2"/>
              <a:buChar char="l"/>
            </a:pPr>
            <a:r>
              <a:rPr lang="zh-CN" altLang="en-US" dirty="0"/>
              <a:t>作为一个数据库，分布式数据库应当快速处理事务</a:t>
            </a:r>
            <a:endParaRPr lang="en-US" altLang="zh-CN" dirty="0"/>
          </a:p>
          <a:p>
            <a:pPr marL="257175" indent="-257175">
              <a:buFont typeface="Wingdings" panose="05000000000000000000" pitchFamily="2" charset="2"/>
              <a:buChar char="l"/>
            </a:pPr>
            <a:r>
              <a:rPr lang="zh-CN" altLang="en-US" dirty="0"/>
              <a:t>特征</a:t>
            </a:r>
            <a:endParaRPr lang="en-US" altLang="zh-CN" dirty="0"/>
          </a:p>
          <a:p>
            <a:pPr marL="771525" lvl="1" indent="-257175">
              <a:buFont typeface="Wingdings" panose="05000000000000000000" pitchFamily="2" charset="2"/>
              <a:buChar char="l"/>
            </a:pPr>
            <a:r>
              <a:rPr lang="zh-CN" altLang="en-US" dirty="0"/>
              <a:t>可扩展性：数据库规模可以扩展、可以增加节点和内存等</a:t>
            </a:r>
            <a:endParaRPr lang="en-US" altLang="zh-CN" dirty="0"/>
          </a:p>
          <a:p>
            <a:pPr marL="771525" lvl="1" indent="-257175">
              <a:buFont typeface="Wingdings" panose="05000000000000000000" pitchFamily="2" charset="2"/>
              <a:buChar char="l"/>
            </a:pPr>
            <a:r>
              <a:rPr lang="zh-CN" altLang="en-US" dirty="0"/>
              <a:t>可靠性：数据库能够在节点故障的前提下正常运转</a:t>
            </a:r>
            <a:endParaRPr lang="en-US" altLang="zh-CN" dirty="0"/>
          </a:p>
          <a:p>
            <a:pPr marL="771525" lvl="1" indent="-257175">
              <a:buFont typeface="Wingdings" panose="05000000000000000000" pitchFamily="2" charset="2"/>
              <a:buChar char="l"/>
            </a:pPr>
            <a:r>
              <a:rPr lang="zh-CN" altLang="en-US" dirty="0"/>
              <a:t>一致性：数据需要保证所有数据是一致的</a:t>
            </a:r>
            <a:endParaRPr lang="en-US" altLang="zh-CN" dirty="0"/>
          </a:p>
          <a:p>
            <a:pPr marL="771525" lvl="1" indent="-257175">
              <a:buFont typeface="Wingdings" panose="05000000000000000000" pitchFamily="2" charset="2"/>
              <a:buChar char="l"/>
            </a:pPr>
            <a:r>
              <a:rPr lang="zh-CN" altLang="en-US" dirty="0"/>
              <a:t>高效性：数据库处理事务必须高效</a:t>
            </a:r>
          </a:p>
        </p:txBody>
      </p:sp>
      <p:sp>
        <p:nvSpPr>
          <p:cNvPr id="2" name="灯片编号占位符 1">
            <a:extLst>
              <a:ext uri="{FF2B5EF4-FFF2-40B4-BE49-F238E27FC236}">
                <a16:creationId xmlns:a16="http://schemas.microsoft.com/office/drawing/2014/main" id="{90EDA715-7F88-4F44-A917-C608870A8DFA}"/>
              </a:ext>
            </a:extLst>
          </p:cNvPr>
          <p:cNvSpPr>
            <a:spLocks noGrp="1"/>
          </p:cNvSpPr>
          <p:nvPr>
            <p:ph type="sldNum" sz="quarter" idx="12"/>
          </p:nvPr>
        </p:nvSpPr>
        <p:spPr/>
        <p:txBody>
          <a:bodyPr/>
          <a:lstStyle/>
          <a:p>
            <a:fld id="{D0399D1A-D296-42B7-916E-50FBDB540DBE}" type="slidenum">
              <a:rPr lang="zh-CN" altLang="en-US" smtClean="0"/>
              <a:t>31</a:t>
            </a:fld>
            <a:endParaRPr lang="zh-CN" altLang="en-US"/>
          </a:p>
        </p:txBody>
      </p:sp>
      <p:sp>
        <p:nvSpPr>
          <p:cNvPr id="7" name="任意多边形: 形状 6">
            <a:extLst>
              <a:ext uri="{FF2B5EF4-FFF2-40B4-BE49-F238E27FC236}">
                <a16:creationId xmlns:a16="http://schemas.microsoft.com/office/drawing/2014/main" id="{5FF48086-C352-4965-92CB-6CCD706BF55F}"/>
              </a:ext>
            </a:extLst>
          </p:cNvPr>
          <p:cNvSpPr/>
          <p:nvPr/>
        </p:nvSpPr>
        <p:spPr>
          <a:xfrm rot="777382">
            <a:off x="5690102" y="3408630"/>
            <a:ext cx="217799" cy="332715"/>
          </a:xfrm>
          <a:custGeom>
            <a:avLst/>
            <a:gdLst>
              <a:gd name="connsiteX0" fmla="*/ 0 w 290398"/>
              <a:gd name="connsiteY0" fmla="*/ 0 h 443620"/>
              <a:gd name="connsiteX1" fmla="*/ 289711 w 290398"/>
              <a:gd name="connsiteY1" fmla="*/ 153909 h 443620"/>
              <a:gd name="connsiteX2" fmla="*/ 81482 w 290398"/>
              <a:gd name="connsiteY2" fmla="*/ 443620 h 443620"/>
            </a:gdLst>
            <a:ahLst/>
            <a:cxnLst>
              <a:cxn ang="0">
                <a:pos x="connsiteX0" y="connsiteY0"/>
              </a:cxn>
              <a:cxn ang="0">
                <a:pos x="connsiteX1" y="connsiteY1"/>
              </a:cxn>
              <a:cxn ang="0">
                <a:pos x="connsiteX2" y="connsiteY2"/>
              </a:cxn>
            </a:cxnLst>
            <a:rect l="l" t="t" r="r" b="b"/>
            <a:pathLst>
              <a:path w="290398" h="443620">
                <a:moveTo>
                  <a:pt x="0" y="0"/>
                </a:moveTo>
                <a:cubicBezTo>
                  <a:pt x="138065" y="39986"/>
                  <a:pt x="276131" y="79972"/>
                  <a:pt x="289711" y="153909"/>
                </a:cubicBezTo>
                <a:cubicBezTo>
                  <a:pt x="303291" y="227846"/>
                  <a:pt x="111660" y="392317"/>
                  <a:pt x="81482" y="443620"/>
                </a:cubicBez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8" name="任意多边形: 形状 7">
            <a:extLst>
              <a:ext uri="{FF2B5EF4-FFF2-40B4-BE49-F238E27FC236}">
                <a16:creationId xmlns:a16="http://schemas.microsoft.com/office/drawing/2014/main" id="{44F73CA8-3815-43E2-9C76-594E65710B6D}"/>
              </a:ext>
            </a:extLst>
          </p:cNvPr>
          <p:cNvSpPr/>
          <p:nvPr/>
        </p:nvSpPr>
        <p:spPr>
          <a:xfrm rot="777382">
            <a:off x="4929611" y="3673444"/>
            <a:ext cx="217799" cy="332715"/>
          </a:xfrm>
          <a:custGeom>
            <a:avLst/>
            <a:gdLst>
              <a:gd name="connsiteX0" fmla="*/ 0 w 290398"/>
              <a:gd name="connsiteY0" fmla="*/ 0 h 443620"/>
              <a:gd name="connsiteX1" fmla="*/ 289711 w 290398"/>
              <a:gd name="connsiteY1" fmla="*/ 153909 h 443620"/>
              <a:gd name="connsiteX2" fmla="*/ 81482 w 290398"/>
              <a:gd name="connsiteY2" fmla="*/ 443620 h 443620"/>
            </a:gdLst>
            <a:ahLst/>
            <a:cxnLst>
              <a:cxn ang="0">
                <a:pos x="connsiteX0" y="connsiteY0"/>
              </a:cxn>
              <a:cxn ang="0">
                <a:pos x="connsiteX1" y="connsiteY1"/>
              </a:cxn>
              <a:cxn ang="0">
                <a:pos x="connsiteX2" y="connsiteY2"/>
              </a:cxn>
            </a:cxnLst>
            <a:rect l="l" t="t" r="r" b="b"/>
            <a:pathLst>
              <a:path w="290398" h="443620">
                <a:moveTo>
                  <a:pt x="0" y="0"/>
                </a:moveTo>
                <a:cubicBezTo>
                  <a:pt x="138065" y="39986"/>
                  <a:pt x="276131" y="79972"/>
                  <a:pt x="289711" y="153909"/>
                </a:cubicBezTo>
                <a:cubicBezTo>
                  <a:pt x="303291" y="227846"/>
                  <a:pt x="111660" y="392317"/>
                  <a:pt x="81482" y="443620"/>
                </a:cubicBez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9" name="任意多边形: 形状 8">
            <a:extLst>
              <a:ext uri="{FF2B5EF4-FFF2-40B4-BE49-F238E27FC236}">
                <a16:creationId xmlns:a16="http://schemas.microsoft.com/office/drawing/2014/main" id="{4575D655-F91B-4CEF-B80C-0723D3A25700}"/>
              </a:ext>
            </a:extLst>
          </p:cNvPr>
          <p:cNvSpPr/>
          <p:nvPr/>
        </p:nvSpPr>
        <p:spPr>
          <a:xfrm rot="777382">
            <a:off x="6500674" y="3185257"/>
            <a:ext cx="217799" cy="779462"/>
          </a:xfrm>
          <a:custGeom>
            <a:avLst/>
            <a:gdLst>
              <a:gd name="connsiteX0" fmla="*/ 0 w 290398"/>
              <a:gd name="connsiteY0" fmla="*/ 0 h 443620"/>
              <a:gd name="connsiteX1" fmla="*/ 289711 w 290398"/>
              <a:gd name="connsiteY1" fmla="*/ 153909 h 443620"/>
              <a:gd name="connsiteX2" fmla="*/ 81482 w 290398"/>
              <a:gd name="connsiteY2" fmla="*/ 443620 h 443620"/>
            </a:gdLst>
            <a:ahLst/>
            <a:cxnLst>
              <a:cxn ang="0">
                <a:pos x="connsiteX0" y="connsiteY0"/>
              </a:cxn>
              <a:cxn ang="0">
                <a:pos x="connsiteX1" y="connsiteY1"/>
              </a:cxn>
              <a:cxn ang="0">
                <a:pos x="connsiteX2" y="connsiteY2"/>
              </a:cxn>
            </a:cxnLst>
            <a:rect l="l" t="t" r="r" b="b"/>
            <a:pathLst>
              <a:path w="290398" h="443620">
                <a:moveTo>
                  <a:pt x="0" y="0"/>
                </a:moveTo>
                <a:cubicBezTo>
                  <a:pt x="138065" y="39986"/>
                  <a:pt x="276131" y="79972"/>
                  <a:pt x="289711" y="153909"/>
                </a:cubicBezTo>
                <a:cubicBezTo>
                  <a:pt x="303291" y="227846"/>
                  <a:pt x="111660" y="392317"/>
                  <a:pt x="81482" y="443620"/>
                </a:cubicBez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Microsoft YaHei" panose="020B0503020204020204" pitchFamily="34" charset="-122"/>
              <a:ea typeface="Microsoft YaHei" panose="020B0503020204020204" pitchFamily="34" charset="-122"/>
            </a:endParaRPr>
          </a:p>
        </p:txBody>
      </p:sp>
      <p:sp>
        <p:nvSpPr>
          <p:cNvPr id="10" name="Text Box 9">
            <a:extLst>
              <a:ext uri="{FF2B5EF4-FFF2-40B4-BE49-F238E27FC236}">
                <a16:creationId xmlns:a16="http://schemas.microsoft.com/office/drawing/2014/main" id="{86CB1F37-3155-4B87-8513-EC2C376A74E4}"/>
              </a:ext>
            </a:extLst>
          </p:cNvPr>
          <p:cNvSpPr txBox="1">
            <a:spLocks noChangeArrowheads="1"/>
          </p:cNvSpPr>
          <p:nvPr/>
        </p:nvSpPr>
        <p:spPr bwMode="auto">
          <a:xfrm>
            <a:off x="5298873" y="3761526"/>
            <a:ext cx="1165301" cy="32316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Wingdings 3" panose="05040102010807070707" pitchFamily="18" charset="2"/>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Wingdings 3" panose="05040102010807070707" pitchFamily="18" charset="2"/>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None/>
            </a:pPr>
            <a:r>
              <a:rPr lang="zh-CN" altLang="en-US" sz="1500" dirty="0">
                <a:solidFill>
                  <a:srgbClr val="FF0000"/>
                </a:solidFill>
                <a:latin typeface="Microsoft YaHei" panose="020B0503020204020204" pitchFamily="34" charset="-122"/>
                <a:ea typeface="Microsoft YaHei" panose="020B0503020204020204" pitchFamily="34" charset="-122"/>
              </a:rPr>
              <a:t>副本</a:t>
            </a:r>
            <a:r>
              <a:rPr lang="en-US" altLang="zh-CN" sz="1500" dirty="0">
                <a:solidFill>
                  <a:srgbClr val="FF0000"/>
                </a:solidFill>
                <a:latin typeface="Microsoft YaHei" panose="020B0503020204020204" pitchFamily="34" charset="-122"/>
                <a:ea typeface="Microsoft YaHei" panose="020B0503020204020204" pitchFamily="34" charset="-122"/>
              </a:rPr>
              <a:t>vs</a:t>
            </a:r>
            <a:r>
              <a:rPr lang="zh-CN" altLang="en-US" sz="1500" dirty="0">
                <a:solidFill>
                  <a:srgbClr val="FF0000"/>
                </a:solidFill>
                <a:latin typeface="Microsoft YaHei" panose="020B0503020204020204" pitchFamily="34" charset="-122"/>
                <a:ea typeface="Microsoft YaHei" panose="020B0503020204020204" pitchFamily="34" charset="-122"/>
              </a:rPr>
              <a:t>一致</a:t>
            </a:r>
            <a:endParaRPr lang="en-US" altLang="zh-CN" sz="1500" dirty="0">
              <a:solidFill>
                <a:srgbClr val="FF0000"/>
              </a:solidFill>
              <a:latin typeface="Microsoft YaHei" panose="020B0503020204020204" pitchFamily="34" charset="-122"/>
              <a:ea typeface="Microsoft YaHei" panose="020B0503020204020204" pitchFamily="34" charset="-122"/>
            </a:endParaRPr>
          </a:p>
        </p:txBody>
      </p:sp>
      <p:sp>
        <p:nvSpPr>
          <p:cNvPr id="11" name="Text Box 9">
            <a:extLst>
              <a:ext uri="{FF2B5EF4-FFF2-40B4-BE49-F238E27FC236}">
                <a16:creationId xmlns:a16="http://schemas.microsoft.com/office/drawing/2014/main" id="{ABD3DA1D-CF59-46EA-8A90-423013DEEA79}"/>
              </a:ext>
            </a:extLst>
          </p:cNvPr>
          <p:cNvSpPr txBox="1">
            <a:spLocks noChangeArrowheads="1"/>
          </p:cNvSpPr>
          <p:nvPr/>
        </p:nvSpPr>
        <p:spPr bwMode="auto">
          <a:xfrm>
            <a:off x="3973525" y="4026340"/>
            <a:ext cx="1165301" cy="32316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Wingdings 3" panose="05040102010807070707" pitchFamily="18" charset="2"/>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Wingdings 3" panose="05040102010807070707" pitchFamily="18" charset="2"/>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None/>
            </a:pPr>
            <a:r>
              <a:rPr lang="zh-CN" altLang="en-US" sz="1500" dirty="0">
                <a:solidFill>
                  <a:srgbClr val="FF0000"/>
                </a:solidFill>
                <a:latin typeface="Microsoft YaHei" panose="020B0503020204020204" pitchFamily="34" charset="-122"/>
                <a:ea typeface="Microsoft YaHei" panose="020B0503020204020204" pitchFamily="34" charset="-122"/>
              </a:rPr>
              <a:t>一致</a:t>
            </a:r>
            <a:r>
              <a:rPr lang="en-US" altLang="zh-CN" sz="1500" dirty="0">
                <a:solidFill>
                  <a:srgbClr val="FF0000"/>
                </a:solidFill>
                <a:latin typeface="Microsoft YaHei" panose="020B0503020204020204" pitchFamily="34" charset="-122"/>
                <a:ea typeface="Microsoft YaHei" panose="020B0503020204020204" pitchFamily="34" charset="-122"/>
              </a:rPr>
              <a:t>vs</a:t>
            </a:r>
            <a:r>
              <a:rPr lang="zh-CN" altLang="en-US" sz="1500" dirty="0">
                <a:solidFill>
                  <a:srgbClr val="FF0000"/>
                </a:solidFill>
                <a:latin typeface="Microsoft YaHei" panose="020B0503020204020204" pitchFamily="34" charset="-122"/>
                <a:ea typeface="Microsoft YaHei" panose="020B0503020204020204" pitchFamily="34" charset="-122"/>
              </a:rPr>
              <a:t>高效</a:t>
            </a:r>
            <a:endParaRPr lang="en-US" altLang="zh-CN" sz="1500" dirty="0">
              <a:solidFill>
                <a:srgbClr val="FF0000"/>
              </a:solidFill>
              <a:latin typeface="Microsoft YaHei" panose="020B0503020204020204" pitchFamily="34" charset="-122"/>
              <a:ea typeface="Microsoft YaHei" panose="020B0503020204020204" pitchFamily="34" charset="-122"/>
            </a:endParaRPr>
          </a:p>
        </p:txBody>
      </p:sp>
      <p:sp>
        <p:nvSpPr>
          <p:cNvPr id="12" name="Text Box 9">
            <a:extLst>
              <a:ext uri="{FF2B5EF4-FFF2-40B4-BE49-F238E27FC236}">
                <a16:creationId xmlns:a16="http://schemas.microsoft.com/office/drawing/2014/main" id="{266E13B8-0CB0-4955-AF12-BDC98130F803}"/>
              </a:ext>
            </a:extLst>
          </p:cNvPr>
          <p:cNvSpPr txBox="1">
            <a:spLocks noChangeArrowheads="1"/>
          </p:cNvSpPr>
          <p:nvPr/>
        </p:nvSpPr>
        <p:spPr bwMode="auto">
          <a:xfrm>
            <a:off x="6795715" y="3388449"/>
            <a:ext cx="1488206" cy="553998"/>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Wingdings 3" panose="05040102010807070707" pitchFamily="18" charset="2"/>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Wingdings 3" panose="05040102010807070707" pitchFamily="18" charset="2"/>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None/>
            </a:pPr>
            <a:r>
              <a:rPr lang="zh-CN" altLang="en-US" sz="1500" dirty="0">
                <a:solidFill>
                  <a:srgbClr val="FF0000"/>
                </a:solidFill>
                <a:latin typeface="Microsoft YaHei" panose="020B0503020204020204" pitchFamily="34" charset="-122"/>
                <a:ea typeface="Microsoft YaHei" panose="020B0503020204020204" pitchFamily="34" charset="-122"/>
              </a:rPr>
              <a:t>结构简单</a:t>
            </a:r>
            <a:r>
              <a:rPr lang="en-US" altLang="zh-CN" sz="1500" dirty="0">
                <a:solidFill>
                  <a:srgbClr val="FF0000"/>
                </a:solidFill>
                <a:latin typeface="Microsoft YaHei" panose="020B0503020204020204" pitchFamily="34" charset="-122"/>
                <a:ea typeface="Microsoft YaHei" panose="020B0503020204020204" pitchFamily="34" charset="-122"/>
              </a:rPr>
              <a:t>vs</a:t>
            </a:r>
            <a:r>
              <a:rPr lang="zh-CN" altLang="en-US" sz="1500" dirty="0">
                <a:solidFill>
                  <a:srgbClr val="FF0000"/>
                </a:solidFill>
                <a:latin typeface="Microsoft YaHei" panose="020B0503020204020204" pitchFamily="34" charset="-122"/>
                <a:ea typeface="Microsoft YaHei" panose="020B0503020204020204" pitchFamily="34" charset="-122"/>
              </a:rPr>
              <a:t>高效</a:t>
            </a:r>
            <a:endParaRPr lang="en-US" altLang="zh-CN" sz="1500" dirty="0">
              <a:solidFill>
                <a:srgbClr val="FF0000"/>
              </a:solidFill>
              <a:latin typeface="Microsoft YaHei" panose="020B0503020204020204" pitchFamily="34" charset="-122"/>
              <a:ea typeface="Microsoft YaHei" panose="020B0503020204020204" pitchFamily="34" charset="-122"/>
            </a:endParaRPr>
          </a:p>
        </p:txBody>
      </p:sp>
      <p:sp>
        <p:nvSpPr>
          <p:cNvPr id="13" name="Text Box 9">
            <a:extLst>
              <a:ext uri="{FF2B5EF4-FFF2-40B4-BE49-F238E27FC236}">
                <a16:creationId xmlns:a16="http://schemas.microsoft.com/office/drawing/2014/main" id="{C13EA02B-83FF-4ACB-887D-25F3313084C5}"/>
              </a:ext>
            </a:extLst>
          </p:cNvPr>
          <p:cNvSpPr txBox="1">
            <a:spLocks noChangeArrowheads="1"/>
          </p:cNvSpPr>
          <p:nvPr/>
        </p:nvSpPr>
        <p:spPr bwMode="auto">
          <a:xfrm>
            <a:off x="6140737" y="1454969"/>
            <a:ext cx="2713019" cy="124649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5000"/>
              </a:spcBef>
              <a:spcAft>
                <a:spcPct val="15000"/>
              </a:spcAft>
              <a:buClr>
                <a:srgbClr val="3641AD"/>
              </a:buClr>
              <a:buSzPct val="65000"/>
              <a:buFont typeface="Times" panose="02020603050405020304" pitchFamily="18" charset="0"/>
              <a:buBlip>
                <a:blip r:embed="rId2"/>
              </a:buBlip>
              <a:defRPr sz="2200">
                <a:solidFill>
                  <a:srgbClr val="000000"/>
                </a:solidFill>
                <a:latin typeface="Arial" panose="020B0604020202020204" pitchFamily="34" charset="0"/>
                <a:ea typeface="MS PGothic" panose="020B0600070205080204" pitchFamily="34" charset="-128"/>
              </a:defRPr>
            </a:lvl1pPr>
            <a:lvl2pPr marL="742950" indent="-285750">
              <a:lnSpc>
                <a:spcPct val="90000"/>
              </a:lnSpc>
              <a:spcBef>
                <a:spcPct val="25000"/>
              </a:spcBef>
              <a:spcAft>
                <a:spcPct val="15000"/>
              </a:spcAft>
              <a:buClr>
                <a:schemeClr val="accent1"/>
              </a:buClr>
              <a:buSzPct val="80000"/>
              <a:buFont typeface="Wingdings 3" panose="05040102010807070707" pitchFamily="18" charset="2"/>
              <a:buChar char=""/>
              <a:defRPr>
                <a:solidFill>
                  <a:srgbClr val="000000"/>
                </a:solidFill>
                <a:latin typeface="Arial" panose="020B0604020202020204" pitchFamily="34" charset="0"/>
                <a:ea typeface="MS PGothic" panose="020B0600070205080204" pitchFamily="34" charset="-128"/>
              </a:defRPr>
            </a:lvl2pPr>
            <a:lvl3pPr marL="1143000" indent="-228600">
              <a:lnSpc>
                <a:spcPct val="90000"/>
              </a:lnSpc>
              <a:spcBef>
                <a:spcPct val="35000"/>
              </a:spcBef>
              <a:spcAft>
                <a:spcPct val="15000"/>
              </a:spcAft>
              <a:buClr>
                <a:srgbClr val="3641AD"/>
              </a:buClr>
              <a:buSzPct val="65000"/>
              <a:buFont typeface="Times" panose="02020603050405020304" pitchFamily="18" charset="0"/>
              <a:buBlip>
                <a:blip r:embed="rId2"/>
              </a:buBlip>
              <a:defRPr>
                <a:solidFill>
                  <a:srgbClr val="000000"/>
                </a:solidFill>
                <a:latin typeface="Arial" panose="020B0604020202020204" pitchFamily="34" charset="0"/>
                <a:ea typeface="MS PGothic" panose="020B0600070205080204" pitchFamily="34" charset="-128"/>
              </a:defRPr>
            </a:lvl3pPr>
            <a:lvl4pPr marL="1600200" indent="-228600">
              <a:lnSpc>
                <a:spcPct val="90000"/>
              </a:lnSpc>
              <a:spcBef>
                <a:spcPct val="35000"/>
              </a:spcBef>
              <a:spcAft>
                <a:spcPct val="15000"/>
              </a:spcAft>
              <a:buClr>
                <a:schemeClr val="accent1"/>
              </a:buClr>
              <a:buSzPct val="80000"/>
              <a:buFont typeface="Wingdings 3" panose="05040102010807070707" pitchFamily="18" charset="2"/>
              <a:buChar char=""/>
              <a:defRPr sz="1600">
                <a:solidFill>
                  <a:srgbClr val="000000"/>
                </a:solidFill>
                <a:latin typeface="Arial" panose="020B0604020202020204" pitchFamily="34" charset="0"/>
                <a:ea typeface="MS PGothic" panose="020B0600070205080204" pitchFamily="34" charset="-128"/>
              </a:defRPr>
            </a:lvl4pPr>
            <a:lvl5pPr marL="2057400" indent="-22860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ct val="35000"/>
              </a:spcBef>
              <a:spcAft>
                <a:spcPct val="15000"/>
              </a:spcAft>
              <a:buClr>
                <a:srgbClr val="FF0029"/>
              </a:buClr>
              <a:defRPr sz="16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ct val="0"/>
              </a:spcBef>
              <a:spcAft>
                <a:spcPct val="0"/>
              </a:spcAft>
              <a:buClrTx/>
              <a:buSzTx/>
              <a:buNone/>
            </a:pPr>
            <a:r>
              <a:rPr lang="en-US" altLang="zh-CN" sz="1500" dirty="0" err="1">
                <a:solidFill>
                  <a:srgbClr val="FF0000"/>
                </a:solidFill>
                <a:latin typeface="Microsoft YaHei" panose="020B0503020204020204" pitchFamily="34" charset="-122"/>
                <a:ea typeface="Microsoft YaHei" panose="020B0503020204020204" pitchFamily="34" charset="-122"/>
              </a:rPr>
              <a:t>Ceph</a:t>
            </a:r>
            <a:r>
              <a:rPr lang="zh-CN" altLang="en-US" sz="1500" dirty="0">
                <a:solidFill>
                  <a:srgbClr val="FF0000"/>
                </a:solidFill>
                <a:latin typeface="Microsoft YaHei" panose="020B0503020204020204" pitchFamily="34" charset="-122"/>
                <a:ea typeface="Microsoft YaHei" panose="020B0503020204020204" pitchFamily="34" charset="-122"/>
              </a:rPr>
              <a:t>文件：高可扩展、快速存取、大文件</a:t>
            </a:r>
            <a:endParaRPr lang="en-US" altLang="zh-CN" sz="1500" dirty="0">
              <a:solidFill>
                <a:srgbClr val="FF0000"/>
              </a:solidFill>
              <a:latin typeface="Microsoft YaHei" panose="020B0503020204020204" pitchFamily="34" charset="-122"/>
              <a:ea typeface="Microsoft YaHei" panose="020B0503020204020204" pitchFamily="34" charset="-122"/>
            </a:endParaRPr>
          </a:p>
          <a:p>
            <a:pPr eaLnBrk="1" hangingPunct="1">
              <a:lnSpc>
                <a:spcPct val="100000"/>
              </a:lnSpc>
              <a:spcBef>
                <a:spcPct val="0"/>
              </a:spcBef>
              <a:spcAft>
                <a:spcPct val="0"/>
              </a:spcAft>
              <a:buClrTx/>
              <a:buSzTx/>
              <a:buNone/>
            </a:pPr>
            <a:r>
              <a:rPr lang="en-US" altLang="zh-CN" sz="1500" dirty="0" err="1">
                <a:solidFill>
                  <a:srgbClr val="FF0000"/>
                </a:solidFill>
                <a:latin typeface="Microsoft YaHei" panose="020B0503020204020204" pitchFamily="34" charset="-122"/>
                <a:ea typeface="Microsoft YaHei" panose="020B0503020204020204" pitchFamily="34" charset="-122"/>
              </a:rPr>
              <a:t>AsterixDB</a:t>
            </a:r>
            <a:r>
              <a:rPr lang="zh-CN" altLang="en-US" sz="1500" dirty="0">
                <a:solidFill>
                  <a:srgbClr val="FF0000"/>
                </a:solidFill>
                <a:latin typeface="Microsoft YaHei" panose="020B0503020204020204" pitchFamily="34" charset="-122"/>
                <a:ea typeface="Microsoft YaHei" panose="020B0503020204020204" pitchFamily="34" charset="-122"/>
              </a:rPr>
              <a:t>：高可扩展、可靠性、最终一致、高效性</a:t>
            </a:r>
            <a:endParaRPr lang="en-US" altLang="zh-CN" sz="1500" dirty="0">
              <a:solidFill>
                <a:srgbClr val="FF0000"/>
              </a:solidFill>
              <a:latin typeface="Microsoft YaHei" panose="020B0503020204020204" pitchFamily="34" charset="-122"/>
              <a:ea typeface="Microsoft YaHei" panose="020B0503020204020204" pitchFamily="34" charset="-122"/>
            </a:endParaRPr>
          </a:p>
          <a:p>
            <a:pPr eaLnBrk="1" hangingPunct="1">
              <a:lnSpc>
                <a:spcPct val="100000"/>
              </a:lnSpc>
              <a:spcBef>
                <a:spcPct val="0"/>
              </a:spcBef>
              <a:spcAft>
                <a:spcPct val="0"/>
              </a:spcAft>
              <a:buClrTx/>
              <a:buSzTx/>
              <a:buNone/>
            </a:pPr>
            <a:r>
              <a:rPr lang="en-US" altLang="zh-CN" sz="1500">
                <a:solidFill>
                  <a:srgbClr val="FF0000"/>
                </a:solidFill>
                <a:latin typeface="Microsoft YaHei" panose="020B0503020204020204" pitchFamily="34" charset="-122"/>
                <a:ea typeface="Microsoft YaHei" panose="020B0503020204020204" pitchFamily="34" charset="-122"/>
              </a:rPr>
              <a:t>…</a:t>
            </a:r>
            <a:endParaRPr lang="en-US" altLang="zh-CN" sz="1500" dirty="0">
              <a:solidFill>
                <a:srgbClr val="FF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97302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3938</TotalTime>
  <Words>3680</Words>
  <Application>Microsoft Macintosh PowerPoint</Application>
  <PresentationFormat>全屏显示(16:9)</PresentationFormat>
  <Paragraphs>631</Paragraphs>
  <Slides>31</Slides>
  <Notes>9</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31</vt:i4>
      </vt:variant>
    </vt:vector>
  </HeadingPairs>
  <TitlesOfParts>
    <vt:vector size="38" baseType="lpstr">
      <vt:lpstr>Microsoft YaHei</vt:lpstr>
      <vt:lpstr>Wingdings</vt:lpstr>
      <vt:lpstr>等线</vt:lpstr>
      <vt:lpstr>Arial</vt:lpstr>
      <vt:lpstr>Symbol</vt:lpstr>
      <vt:lpstr>Office Theme</vt:lpstr>
      <vt:lpstr>自定义设计方案</vt:lpstr>
      <vt:lpstr>PowerPoint 演示文稿</vt:lpstr>
      <vt:lpstr>PowerPoint 演示文稿</vt:lpstr>
      <vt:lpstr>PowerPoint 演示文稿</vt:lpstr>
      <vt:lpstr>关系并行算法</vt:lpstr>
      <vt:lpstr>几个核心问题</vt:lpstr>
      <vt:lpstr>并发&amp;恢复</vt:lpstr>
      <vt:lpstr>PowerPoint 演示文稿</vt:lpstr>
      <vt:lpstr>Map-reduce框架</vt:lpstr>
      <vt:lpstr>例子：创建文本索引merge阶段</vt:lpstr>
      <vt:lpstr>PowerPoint 演示文稿</vt:lpstr>
      <vt:lpstr>分布式数据库</vt:lpstr>
      <vt:lpstr>PowerPoint 演示文稿</vt:lpstr>
      <vt:lpstr>分布式查询处理</vt:lpstr>
      <vt:lpstr>基于“耳朵”超边进行完全约简</vt:lpstr>
      <vt:lpstr>PowerPoint 演示文稿</vt:lpstr>
      <vt:lpstr>分布式提交</vt:lpstr>
      <vt:lpstr>第一阶段：准备提交通知</vt:lpstr>
      <vt:lpstr>第二阶段：返回决定仲裁</vt:lpstr>
      <vt:lpstr>分布式恢复</vt:lpstr>
      <vt:lpstr>PowerPoint 演示文稿</vt:lpstr>
      <vt:lpstr>分布式锁协议</vt:lpstr>
      <vt:lpstr>对复制元素上锁</vt:lpstr>
      <vt:lpstr>分布式锁方法1</vt:lpstr>
      <vt:lpstr>分布式锁方法2</vt:lpstr>
      <vt:lpstr>PowerPoint 演示文稿</vt:lpstr>
      <vt:lpstr>对等分布式搜索</vt:lpstr>
      <vt:lpstr>带弦的圆</vt:lpstr>
      <vt:lpstr>优化搜索</vt:lpstr>
      <vt:lpstr>例子</vt:lpstr>
      <vt:lpstr>增点增加与删除</vt:lpstr>
      <vt:lpstr>分布式数据库总结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彭煜玮</cp:lastModifiedBy>
  <cp:revision>199</cp:revision>
  <dcterms:modified xsi:type="dcterms:W3CDTF">2025-12-17T11:07:19Z</dcterms:modified>
</cp:coreProperties>
</file>