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70"/>
  </p:notesMasterIdLst>
  <p:sldIdLst>
    <p:sldId id="257" r:id="rId2"/>
    <p:sldId id="442" r:id="rId3"/>
    <p:sldId id="535" r:id="rId4"/>
    <p:sldId id="445" r:id="rId5"/>
    <p:sldId id="454" r:id="rId6"/>
    <p:sldId id="453" r:id="rId7"/>
    <p:sldId id="455" r:id="rId8"/>
    <p:sldId id="449" r:id="rId9"/>
    <p:sldId id="450" r:id="rId10"/>
    <p:sldId id="393" r:id="rId11"/>
    <p:sldId id="394" r:id="rId12"/>
    <p:sldId id="359" r:id="rId13"/>
    <p:sldId id="458" r:id="rId14"/>
    <p:sldId id="395" r:id="rId15"/>
    <p:sldId id="459" r:id="rId16"/>
    <p:sldId id="536" r:id="rId17"/>
    <p:sldId id="401" r:id="rId18"/>
    <p:sldId id="402" r:id="rId19"/>
    <p:sldId id="538" r:id="rId20"/>
    <p:sldId id="539" r:id="rId21"/>
    <p:sldId id="403" r:id="rId22"/>
    <p:sldId id="404" r:id="rId23"/>
    <p:sldId id="466" r:id="rId24"/>
    <p:sldId id="406" r:id="rId25"/>
    <p:sldId id="407" r:id="rId26"/>
    <p:sldId id="467" r:id="rId27"/>
    <p:sldId id="409" r:id="rId28"/>
    <p:sldId id="468" r:id="rId29"/>
    <p:sldId id="469" r:id="rId30"/>
    <p:sldId id="537" r:id="rId31"/>
    <p:sldId id="413" r:id="rId32"/>
    <p:sldId id="473" r:id="rId33"/>
    <p:sldId id="415" r:id="rId34"/>
    <p:sldId id="419" r:id="rId35"/>
    <p:sldId id="420" r:id="rId36"/>
    <p:sldId id="421" r:id="rId37"/>
    <p:sldId id="422" r:id="rId38"/>
    <p:sldId id="423" r:id="rId39"/>
    <p:sldId id="424" r:id="rId40"/>
    <p:sldId id="425" r:id="rId41"/>
    <p:sldId id="426" r:id="rId42"/>
    <p:sldId id="427" r:id="rId43"/>
    <p:sldId id="428" r:id="rId44"/>
    <p:sldId id="429" r:id="rId45"/>
    <p:sldId id="430" r:id="rId46"/>
    <p:sldId id="433" r:id="rId47"/>
    <p:sldId id="434" r:id="rId48"/>
    <p:sldId id="435" r:id="rId49"/>
    <p:sldId id="436" r:id="rId50"/>
    <p:sldId id="437" r:id="rId51"/>
    <p:sldId id="438" r:id="rId52"/>
    <p:sldId id="439" r:id="rId53"/>
    <p:sldId id="440" r:id="rId54"/>
    <p:sldId id="477" r:id="rId55"/>
    <p:sldId id="479" r:id="rId56"/>
    <p:sldId id="381" r:id="rId57"/>
    <p:sldId id="382" r:id="rId58"/>
    <p:sldId id="344" r:id="rId59"/>
    <p:sldId id="534" r:id="rId60"/>
    <p:sldId id="482" r:id="rId61"/>
    <p:sldId id="483" r:id="rId62"/>
    <p:sldId id="484" r:id="rId63"/>
    <p:sldId id="485" r:id="rId64"/>
    <p:sldId id="489" r:id="rId65"/>
    <p:sldId id="486" r:id="rId66"/>
    <p:sldId id="441" r:id="rId67"/>
    <p:sldId id="487" r:id="rId68"/>
    <p:sldId id="488" r:id="rId69"/>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EDD8"/>
    <a:srgbClr val="EAF1F1"/>
    <a:srgbClr val="FFF8C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433"/>
    <p:restoredTop sz="79228"/>
  </p:normalViewPr>
  <p:slideViewPr>
    <p:cSldViewPr snapToGrid="0">
      <p:cViewPr varScale="1">
        <p:scale>
          <a:sx n="102" d="100"/>
          <a:sy n="102" d="100"/>
        </p:scale>
        <p:origin x="1936"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B2C4591-32D9-4248-9B09-4A3FCC9A2071}" type="datetimeFigureOut">
              <a:rPr kumimoji="1" lang="zh-CN" altLang="en-US" smtClean="0"/>
              <a:t>2024/10/27</a:t>
            </a:fld>
            <a:endParaRPr kumimoji="1"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585ACA3-2961-3740-91A0-2A6370DAD6B5}" type="slidenum">
              <a:rPr kumimoji="1" lang="zh-CN" altLang="en-US" smtClean="0"/>
              <a:t>‹#›</a:t>
            </a:fld>
            <a:endParaRPr kumimoji="1" lang="zh-CN" altLang="en-US"/>
          </a:p>
        </p:txBody>
      </p:sp>
    </p:spTree>
    <p:extLst>
      <p:ext uri="{BB962C8B-B14F-4D97-AF65-F5344CB8AC3E}">
        <p14:creationId xmlns:p14="http://schemas.microsoft.com/office/powerpoint/2010/main" val="39642238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E585ACA3-2961-3740-91A0-2A6370DAD6B5}" type="slidenum">
              <a:rPr kumimoji="1" lang="zh-CN" altLang="en-US" smtClean="0"/>
              <a:t>3</a:t>
            </a:fld>
            <a:endParaRPr kumimoji="1" lang="zh-CN" altLang="en-US"/>
          </a:p>
        </p:txBody>
      </p:sp>
    </p:spTree>
    <p:extLst>
      <p:ext uri="{BB962C8B-B14F-4D97-AF65-F5344CB8AC3E}">
        <p14:creationId xmlns:p14="http://schemas.microsoft.com/office/powerpoint/2010/main" val="185581613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E585ACA3-2961-3740-91A0-2A6370DAD6B5}" type="slidenum">
              <a:rPr kumimoji="1" lang="zh-CN" altLang="en-US" smtClean="0"/>
              <a:t>9</a:t>
            </a:fld>
            <a:endParaRPr kumimoji="1" lang="zh-CN" altLang="en-US"/>
          </a:p>
        </p:txBody>
      </p:sp>
    </p:spTree>
    <p:extLst>
      <p:ext uri="{BB962C8B-B14F-4D97-AF65-F5344CB8AC3E}">
        <p14:creationId xmlns:p14="http://schemas.microsoft.com/office/powerpoint/2010/main" val="141328275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E585ACA3-2961-3740-91A0-2A6370DAD6B5}" type="slidenum">
              <a:rPr kumimoji="1" lang="zh-CN" altLang="en-US" smtClean="0"/>
              <a:t>59</a:t>
            </a:fld>
            <a:endParaRPr kumimoji="1" lang="zh-CN" altLang="en-US"/>
          </a:p>
        </p:txBody>
      </p:sp>
    </p:spTree>
    <p:extLst>
      <p:ext uri="{BB962C8B-B14F-4D97-AF65-F5344CB8AC3E}">
        <p14:creationId xmlns:p14="http://schemas.microsoft.com/office/powerpoint/2010/main" val="316803186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2" name="Group 2">
            <a:extLst>
              <a:ext uri="{FF2B5EF4-FFF2-40B4-BE49-F238E27FC236}">
                <a16:creationId xmlns:a16="http://schemas.microsoft.com/office/drawing/2014/main" id="{2CB31256-4040-D574-1352-7BF9958E21CB}"/>
              </a:ext>
            </a:extLst>
          </p:cNvPr>
          <p:cNvGrpSpPr>
            <a:grpSpLocks/>
          </p:cNvGrpSpPr>
          <p:nvPr/>
        </p:nvGrpSpPr>
        <p:grpSpPr bwMode="auto">
          <a:xfrm>
            <a:off x="2" y="2438406"/>
            <a:ext cx="9009063" cy="1052513"/>
            <a:chOff x="0" y="1536"/>
            <a:chExt cx="5675" cy="663"/>
          </a:xfrm>
        </p:grpSpPr>
        <p:grpSp>
          <p:nvGrpSpPr>
            <p:cNvPr id="3" name="Group 3">
              <a:extLst>
                <a:ext uri="{FF2B5EF4-FFF2-40B4-BE49-F238E27FC236}">
                  <a16:creationId xmlns:a16="http://schemas.microsoft.com/office/drawing/2014/main" id="{EA6626CB-3703-E0DB-640B-674546674C3A}"/>
                </a:ext>
              </a:extLst>
            </p:cNvPr>
            <p:cNvGrpSpPr>
              <a:grpSpLocks/>
            </p:cNvGrpSpPr>
            <p:nvPr/>
          </p:nvGrpSpPr>
          <p:grpSpPr bwMode="auto">
            <a:xfrm>
              <a:off x="185" y="1604"/>
              <a:ext cx="449" cy="299"/>
              <a:chOff x="720" y="336"/>
              <a:chExt cx="624" cy="432"/>
            </a:xfrm>
          </p:grpSpPr>
          <p:sp>
            <p:nvSpPr>
              <p:cNvPr id="10" name="Rectangle 4">
                <a:extLst>
                  <a:ext uri="{FF2B5EF4-FFF2-40B4-BE49-F238E27FC236}">
                    <a16:creationId xmlns:a16="http://schemas.microsoft.com/office/drawing/2014/main" id="{B2311AE7-2C4F-8267-D2B8-353BB0376962}"/>
                  </a:ext>
                </a:extLst>
              </p:cNvPr>
              <p:cNvSpPr>
                <a:spLocks noChangeArrowheads="1"/>
              </p:cNvSpPr>
              <p:nvPr/>
            </p:nvSpPr>
            <p:spPr bwMode="auto">
              <a:xfrm>
                <a:off x="720" y="336"/>
                <a:ext cx="384" cy="432"/>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endParaRPr lang="zh-CN" altLang="en-US" sz="1350"/>
              </a:p>
            </p:txBody>
          </p:sp>
          <p:sp>
            <p:nvSpPr>
              <p:cNvPr id="11" name="Rectangle 5">
                <a:extLst>
                  <a:ext uri="{FF2B5EF4-FFF2-40B4-BE49-F238E27FC236}">
                    <a16:creationId xmlns:a16="http://schemas.microsoft.com/office/drawing/2014/main" id="{8CF3E795-8736-A25F-18DB-60F43310902B}"/>
                  </a:ext>
                </a:extLst>
              </p:cNvPr>
              <p:cNvSpPr>
                <a:spLocks noChangeArrowheads="1"/>
              </p:cNvSpPr>
              <p:nvPr/>
            </p:nvSpPr>
            <p:spPr bwMode="auto">
              <a:xfrm>
                <a:off x="1056" y="336"/>
                <a:ext cx="288" cy="432"/>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endParaRPr lang="zh-CN" altLang="en-US" sz="1350"/>
              </a:p>
            </p:txBody>
          </p:sp>
        </p:grpSp>
        <p:grpSp>
          <p:nvGrpSpPr>
            <p:cNvPr id="4" name="Group 6">
              <a:extLst>
                <a:ext uri="{FF2B5EF4-FFF2-40B4-BE49-F238E27FC236}">
                  <a16:creationId xmlns:a16="http://schemas.microsoft.com/office/drawing/2014/main" id="{332554FD-EA9F-C7BC-4962-5BD0321F09CF}"/>
                </a:ext>
              </a:extLst>
            </p:cNvPr>
            <p:cNvGrpSpPr>
              <a:grpSpLocks/>
            </p:cNvGrpSpPr>
            <p:nvPr/>
          </p:nvGrpSpPr>
          <p:grpSpPr bwMode="auto">
            <a:xfrm>
              <a:off x="263" y="1870"/>
              <a:ext cx="466" cy="299"/>
              <a:chOff x="912" y="2640"/>
              <a:chExt cx="672" cy="432"/>
            </a:xfrm>
          </p:grpSpPr>
          <p:sp>
            <p:nvSpPr>
              <p:cNvPr id="8" name="Rectangle 7">
                <a:extLst>
                  <a:ext uri="{FF2B5EF4-FFF2-40B4-BE49-F238E27FC236}">
                    <a16:creationId xmlns:a16="http://schemas.microsoft.com/office/drawing/2014/main" id="{F247E854-890A-8AB4-8D1E-21A25F6EC492}"/>
                  </a:ext>
                </a:extLst>
              </p:cNvPr>
              <p:cNvSpPr>
                <a:spLocks noChangeArrowheads="1"/>
              </p:cNvSpPr>
              <p:nvPr/>
            </p:nvSpPr>
            <p:spPr bwMode="auto">
              <a:xfrm>
                <a:off x="912" y="2640"/>
                <a:ext cx="384" cy="432"/>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endParaRPr lang="zh-CN" altLang="en-US" sz="1350"/>
              </a:p>
            </p:txBody>
          </p:sp>
          <p:sp>
            <p:nvSpPr>
              <p:cNvPr id="9" name="Rectangle 8">
                <a:extLst>
                  <a:ext uri="{FF2B5EF4-FFF2-40B4-BE49-F238E27FC236}">
                    <a16:creationId xmlns:a16="http://schemas.microsoft.com/office/drawing/2014/main" id="{F9BD07B4-2FE4-0227-16AD-D37B05C8FC03}"/>
                  </a:ext>
                </a:extLst>
              </p:cNvPr>
              <p:cNvSpPr>
                <a:spLocks noChangeArrowheads="1"/>
              </p:cNvSpPr>
              <p:nvPr/>
            </p:nvSpPr>
            <p:spPr bwMode="auto">
              <a:xfrm>
                <a:off x="1248" y="2640"/>
                <a:ext cx="336" cy="432"/>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endParaRPr lang="zh-CN" altLang="en-US" sz="1350"/>
              </a:p>
            </p:txBody>
          </p:sp>
        </p:grpSp>
        <p:sp>
          <p:nvSpPr>
            <p:cNvPr id="5" name="Rectangle 9">
              <a:extLst>
                <a:ext uri="{FF2B5EF4-FFF2-40B4-BE49-F238E27FC236}">
                  <a16:creationId xmlns:a16="http://schemas.microsoft.com/office/drawing/2014/main" id="{CC6F0594-41E8-FEBD-7452-6A6E1E244601}"/>
                </a:ext>
              </a:extLst>
            </p:cNvPr>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endParaRPr lang="zh-CN" altLang="en-US" sz="1350"/>
            </a:p>
          </p:txBody>
        </p:sp>
        <p:sp>
          <p:nvSpPr>
            <p:cNvPr id="6" name="Rectangle 10">
              <a:extLst>
                <a:ext uri="{FF2B5EF4-FFF2-40B4-BE49-F238E27FC236}">
                  <a16:creationId xmlns:a16="http://schemas.microsoft.com/office/drawing/2014/main" id="{E3D8FBF2-0838-B26A-51A0-086A51CFA693}"/>
                </a:ext>
              </a:extLst>
            </p:cNvPr>
            <p:cNvSpPr>
              <a:spLocks noChangeArrowheads="1"/>
            </p:cNvSpPr>
            <p:nvPr/>
          </p:nvSpPr>
          <p:spPr bwMode="auto">
            <a:xfrm>
              <a:off x="400" y="1536"/>
              <a:ext cx="20" cy="66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endParaRPr lang="zh-CN" altLang="en-US" sz="1350"/>
            </a:p>
          </p:txBody>
        </p:sp>
        <p:sp>
          <p:nvSpPr>
            <p:cNvPr id="7" name="Rectangle 11">
              <a:extLst>
                <a:ext uri="{FF2B5EF4-FFF2-40B4-BE49-F238E27FC236}">
                  <a16:creationId xmlns:a16="http://schemas.microsoft.com/office/drawing/2014/main" id="{7B338C99-4BFA-EC8E-7B91-F5844CDD83BD}"/>
                </a:ext>
              </a:extLst>
            </p:cNvPr>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endParaRPr lang="zh-CN" altLang="en-US" sz="1350"/>
            </a:p>
          </p:txBody>
        </p:sp>
      </p:grpSp>
      <p:sp>
        <p:nvSpPr>
          <p:cNvPr id="65548" name="Rectangle 12"/>
          <p:cNvSpPr>
            <a:spLocks noGrp="1" noChangeArrowheads="1"/>
          </p:cNvSpPr>
          <p:nvPr>
            <p:ph type="ctrTitle"/>
          </p:nvPr>
        </p:nvSpPr>
        <p:spPr>
          <a:xfrm>
            <a:off x="990600" y="1828800"/>
            <a:ext cx="7772400" cy="1143000"/>
          </a:xfrm>
        </p:spPr>
        <p:txBody>
          <a:bodyPr/>
          <a:lstStyle>
            <a:lvl1pPr>
              <a:defRPr/>
            </a:lvl1pPr>
          </a:lstStyle>
          <a:p>
            <a:r>
              <a:rPr lang="zh-CN" altLang="en-US" noProof="1"/>
              <a:t>单击此处编辑母版标题样式</a:t>
            </a:r>
          </a:p>
        </p:txBody>
      </p:sp>
      <p:sp>
        <p:nvSpPr>
          <p:cNvPr id="65549" name="Rectangle 13"/>
          <p:cNvSpPr>
            <a:spLocks noGrp="1" noChangeArrowheads="1"/>
          </p:cNvSpPr>
          <p:nvPr>
            <p:ph type="subTitle" idx="1"/>
          </p:nvPr>
        </p:nvSpPr>
        <p:spPr>
          <a:xfrm>
            <a:off x="1371600" y="3886200"/>
            <a:ext cx="6400800" cy="1752600"/>
          </a:xfrm>
        </p:spPr>
        <p:txBody>
          <a:bodyPr/>
          <a:lstStyle>
            <a:lvl1pPr marL="0" indent="0" algn="ctr">
              <a:buFont typeface="Wingdings" panose="05000000000000000000" pitchFamily="2" charset="2"/>
              <a:buNone/>
              <a:defRPr/>
            </a:lvl1pPr>
          </a:lstStyle>
          <a:p>
            <a:r>
              <a:rPr lang="zh-CN" altLang="en-US" noProof="1"/>
              <a:t>单击此处编辑母版副标题样式</a:t>
            </a:r>
          </a:p>
        </p:txBody>
      </p:sp>
      <p:sp>
        <p:nvSpPr>
          <p:cNvPr id="12" name="Rectangle 14">
            <a:extLst>
              <a:ext uri="{FF2B5EF4-FFF2-40B4-BE49-F238E27FC236}">
                <a16:creationId xmlns:a16="http://schemas.microsoft.com/office/drawing/2014/main" id="{69E201AF-481D-D7F5-F5A3-B7C5682D2571}"/>
              </a:ext>
            </a:extLst>
          </p:cNvPr>
          <p:cNvSpPr>
            <a:spLocks noGrp="1" noChangeArrowheads="1"/>
          </p:cNvSpPr>
          <p:nvPr>
            <p:ph type="dt" sz="half" idx="10"/>
          </p:nvPr>
        </p:nvSpPr>
        <p:spPr>
          <a:xfrm>
            <a:off x="990600" y="6248400"/>
            <a:ext cx="1905000" cy="457200"/>
          </a:xfrm>
        </p:spPr>
        <p:txBody>
          <a:bodyPr/>
          <a:lstStyle>
            <a:lvl1pPr>
              <a:defRPr>
                <a:solidFill>
                  <a:schemeClr val="bg2"/>
                </a:solidFill>
              </a:defRPr>
            </a:lvl1pPr>
          </a:lstStyle>
          <a:p>
            <a:pPr>
              <a:defRPr/>
            </a:pPr>
            <a:endParaRPr lang="en-US" altLang="zh-CN"/>
          </a:p>
        </p:txBody>
      </p:sp>
      <p:sp>
        <p:nvSpPr>
          <p:cNvPr id="13" name="Rectangle 15">
            <a:extLst>
              <a:ext uri="{FF2B5EF4-FFF2-40B4-BE49-F238E27FC236}">
                <a16:creationId xmlns:a16="http://schemas.microsoft.com/office/drawing/2014/main" id="{701192B2-B64A-92F9-322E-CE658D3C1F41}"/>
              </a:ext>
            </a:extLst>
          </p:cNvPr>
          <p:cNvSpPr>
            <a:spLocks noGrp="1" noChangeArrowheads="1"/>
          </p:cNvSpPr>
          <p:nvPr>
            <p:ph type="ftr" sz="quarter" idx="11"/>
          </p:nvPr>
        </p:nvSpPr>
        <p:spPr>
          <a:xfrm>
            <a:off x="3429000" y="6248400"/>
            <a:ext cx="2895600" cy="457200"/>
          </a:xfrm>
          <a:prstGeom prst="rect">
            <a:avLst/>
          </a:prstGeom>
        </p:spPr>
        <p:txBody>
          <a:bodyPr/>
          <a:lstStyle>
            <a:lvl1pPr>
              <a:defRPr>
                <a:solidFill>
                  <a:schemeClr val="bg2"/>
                </a:solidFill>
              </a:defRPr>
            </a:lvl1pPr>
          </a:lstStyle>
          <a:p>
            <a:pPr>
              <a:defRPr/>
            </a:pPr>
            <a:endParaRPr lang="en-US" altLang="zh-CN"/>
          </a:p>
        </p:txBody>
      </p:sp>
      <p:sp>
        <p:nvSpPr>
          <p:cNvPr id="14" name="Rectangle 16">
            <a:extLst>
              <a:ext uri="{FF2B5EF4-FFF2-40B4-BE49-F238E27FC236}">
                <a16:creationId xmlns:a16="http://schemas.microsoft.com/office/drawing/2014/main" id="{1003B9B5-2387-F5A9-AE3D-CEEB0E21370C}"/>
              </a:ext>
            </a:extLst>
          </p:cNvPr>
          <p:cNvSpPr>
            <a:spLocks noGrp="1" noChangeArrowheads="1"/>
          </p:cNvSpPr>
          <p:nvPr>
            <p:ph type="sldNum" sz="quarter" idx="12"/>
          </p:nvPr>
        </p:nvSpPr>
        <p:spPr>
          <a:xfrm>
            <a:off x="6858000" y="6248400"/>
            <a:ext cx="1905000" cy="457200"/>
          </a:xfrm>
        </p:spPr>
        <p:txBody>
          <a:bodyPr/>
          <a:lstStyle>
            <a:lvl1pPr>
              <a:defRPr>
                <a:solidFill>
                  <a:schemeClr val="bg2"/>
                </a:solidFill>
              </a:defRPr>
            </a:lvl1pPr>
          </a:lstStyle>
          <a:p>
            <a:fld id="{6B6F798D-A431-694C-B66B-13A47D786A04}" type="slidenum">
              <a:rPr lang="zh-CN" altLang="en-US"/>
              <a:pPr/>
              <a:t>‹#›</a:t>
            </a:fld>
            <a:endParaRPr lang="zh-CN" altLang="en-US"/>
          </a:p>
        </p:txBody>
      </p:sp>
    </p:spTree>
    <p:extLst>
      <p:ext uri="{BB962C8B-B14F-4D97-AF65-F5344CB8AC3E}">
        <p14:creationId xmlns:p14="http://schemas.microsoft.com/office/powerpoint/2010/main" val="491551916"/>
      </p:ext>
    </p:extLst>
  </p:cSld>
  <p:clrMapOvr>
    <a:masterClrMapping/>
  </p:clrMapOvr>
  <p:transition spd="med">
    <p:zoom/>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sz="4400">
                <a:latin typeface="Century" panose="02040604050505020304" pitchFamily="18" charset="0"/>
              </a:defRPr>
            </a:lvl1pPr>
          </a:lstStyle>
          <a:p>
            <a:r>
              <a:rPr lang="zh-CN" altLang="en-US" noProof="1"/>
              <a:t>单击此处编辑母版标题样式</a:t>
            </a:r>
          </a:p>
        </p:txBody>
      </p:sp>
      <p:sp>
        <p:nvSpPr>
          <p:cNvPr id="3" name="内容占位符 2"/>
          <p:cNvSpPr>
            <a:spLocks noGrp="1"/>
          </p:cNvSpPr>
          <p:nvPr>
            <p:ph idx="1"/>
          </p:nvPr>
        </p:nvSpPr>
        <p:spPr/>
        <p:txBody>
          <a:bodyPr>
            <a:normAutofit/>
          </a:bodyPr>
          <a:lstStyle>
            <a:lvl1pPr hangingPunct="1">
              <a:buClr>
                <a:schemeClr val="accent4"/>
              </a:buClr>
              <a:defRPr sz="3000">
                <a:latin typeface="Century" panose="02040604050505020304" pitchFamily="18" charset="0"/>
              </a:defRPr>
            </a:lvl1pPr>
            <a:lvl2pPr hangingPunct="1">
              <a:buClr>
                <a:srgbClr val="C00000"/>
              </a:buClr>
              <a:defRPr sz="2600">
                <a:latin typeface="Century" panose="02040604050505020304" pitchFamily="18" charset="0"/>
              </a:defRPr>
            </a:lvl2pPr>
            <a:lvl3pPr hangingPunct="1">
              <a:buClr>
                <a:schemeClr val="tx2"/>
              </a:buClr>
              <a:defRPr sz="2200">
                <a:latin typeface="Century" panose="02040604050505020304" pitchFamily="18" charset="0"/>
              </a:defRPr>
            </a:lvl3pPr>
            <a:lvl4pPr hangingPunct="1">
              <a:buClr>
                <a:schemeClr val="accent2">
                  <a:lumMod val="50000"/>
                </a:schemeClr>
              </a:buClr>
              <a:defRPr sz="1800">
                <a:latin typeface="Century" panose="02040604050505020304" pitchFamily="18" charset="0"/>
              </a:defRPr>
            </a:lvl4pPr>
            <a:lvl5pPr hangingPunct="1">
              <a:buClr>
                <a:schemeClr val="accent5">
                  <a:lumMod val="25000"/>
                </a:schemeClr>
              </a:buClr>
              <a:defRPr sz="1800">
                <a:latin typeface="Century" panose="02040604050505020304" pitchFamily="18" charset="0"/>
              </a:defRPr>
            </a:lvl5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Rectangle 11">
            <a:extLst>
              <a:ext uri="{FF2B5EF4-FFF2-40B4-BE49-F238E27FC236}">
                <a16:creationId xmlns:a16="http://schemas.microsoft.com/office/drawing/2014/main" id="{D84B8634-86D3-A0AE-194D-6A15AFAFFACB}"/>
              </a:ext>
            </a:extLst>
          </p:cNvPr>
          <p:cNvSpPr>
            <a:spLocks noGrp="1" noChangeArrowheads="1"/>
          </p:cNvSpPr>
          <p:nvPr>
            <p:ph type="dt" sz="half" idx="10"/>
          </p:nvPr>
        </p:nvSpPr>
        <p:spPr>
          <a:ln/>
        </p:spPr>
        <p:txBody>
          <a:bodyPr/>
          <a:lstStyle>
            <a:lvl1pPr>
              <a:defRPr/>
            </a:lvl1pPr>
          </a:lstStyle>
          <a:p>
            <a:pPr>
              <a:defRPr/>
            </a:pPr>
            <a:endParaRPr lang="en-US" altLang="zh-CN" dirty="0"/>
          </a:p>
        </p:txBody>
      </p:sp>
      <p:sp>
        <p:nvSpPr>
          <p:cNvPr id="5" name="Rectangle 12">
            <a:extLst>
              <a:ext uri="{FF2B5EF4-FFF2-40B4-BE49-F238E27FC236}">
                <a16:creationId xmlns:a16="http://schemas.microsoft.com/office/drawing/2014/main" id="{0723DE67-FDB7-4E97-1714-22C53D101CB2}"/>
              </a:ext>
            </a:extLst>
          </p:cNvPr>
          <p:cNvSpPr>
            <a:spLocks noGrp="1" noChangeArrowheads="1"/>
          </p:cNvSpPr>
          <p:nvPr>
            <p:ph type="ftr" sz="quarter" idx="11"/>
          </p:nvPr>
        </p:nvSpPr>
        <p:spPr>
          <a:xfrm>
            <a:off x="3352800" y="6324600"/>
            <a:ext cx="2895600" cy="457200"/>
          </a:xfrm>
          <a:prstGeom prst="rect">
            <a:avLst/>
          </a:prstGeom>
          <a:ln/>
        </p:spPr>
        <p:txBody>
          <a:bodyPr/>
          <a:lstStyle>
            <a:lvl1pPr>
              <a:defRPr/>
            </a:lvl1pPr>
          </a:lstStyle>
          <a:p>
            <a:pPr>
              <a:defRPr/>
            </a:pPr>
            <a:endParaRPr lang="en-US" altLang="zh-CN" dirty="0"/>
          </a:p>
        </p:txBody>
      </p:sp>
      <p:sp>
        <p:nvSpPr>
          <p:cNvPr id="6" name="Rectangle 13">
            <a:extLst>
              <a:ext uri="{FF2B5EF4-FFF2-40B4-BE49-F238E27FC236}">
                <a16:creationId xmlns:a16="http://schemas.microsoft.com/office/drawing/2014/main" id="{724CAC9F-9A1C-2025-A160-151BDB7FFF03}"/>
              </a:ext>
            </a:extLst>
          </p:cNvPr>
          <p:cNvSpPr>
            <a:spLocks noGrp="1" noChangeArrowheads="1"/>
          </p:cNvSpPr>
          <p:nvPr>
            <p:ph type="sldNum" sz="quarter" idx="12"/>
          </p:nvPr>
        </p:nvSpPr>
        <p:spPr>
          <a:ln/>
        </p:spPr>
        <p:txBody>
          <a:bodyPr/>
          <a:lstStyle>
            <a:lvl1pPr>
              <a:defRPr/>
            </a:lvl1pPr>
          </a:lstStyle>
          <a:p>
            <a:fld id="{4093CC90-4002-504C-BD88-C9A1D374048E}" type="slidenum">
              <a:rPr lang="zh-CN" altLang="en-US" smtClean="0"/>
              <a:pPr/>
              <a:t>‹#›</a:t>
            </a:fld>
            <a:endParaRPr lang="zh-CN" altLang="en-US" dirty="0"/>
          </a:p>
        </p:txBody>
      </p:sp>
    </p:spTree>
    <p:extLst>
      <p:ext uri="{BB962C8B-B14F-4D97-AF65-F5344CB8AC3E}">
        <p14:creationId xmlns:p14="http://schemas.microsoft.com/office/powerpoint/2010/main" val="1495866086"/>
      </p:ext>
    </p:extLst>
  </p:cSld>
  <p:clrMapOvr>
    <a:masterClrMapping/>
  </p:clrMapOvr>
  <p:transition spd="med">
    <p:zoom/>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6"/>
            <a:ext cx="7772400" cy="1362075"/>
          </a:xfrm>
        </p:spPr>
        <p:txBody>
          <a:bodyPr anchor="t"/>
          <a:lstStyle>
            <a:lvl1pPr algn="l">
              <a:defRPr sz="3000" b="1" cap="all"/>
            </a:lvl1pPr>
          </a:lstStyle>
          <a:p>
            <a:r>
              <a:rPr lang="zh-CN" altLang="en-US" noProof="1"/>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1500"/>
            </a:lvl1pPr>
            <a:lvl2pPr marL="342884" indent="0">
              <a:buNone/>
              <a:defRPr sz="1350"/>
            </a:lvl2pPr>
            <a:lvl3pPr marL="685766" indent="0">
              <a:buNone/>
              <a:defRPr sz="1200"/>
            </a:lvl3pPr>
            <a:lvl4pPr marL="1028649" indent="0">
              <a:buNone/>
              <a:defRPr sz="1050"/>
            </a:lvl4pPr>
            <a:lvl5pPr marL="1371532" indent="0">
              <a:buNone/>
              <a:defRPr sz="1050"/>
            </a:lvl5pPr>
            <a:lvl6pPr marL="1714415" indent="0">
              <a:buNone/>
              <a:defRPr sz="1050"/>
            </a:lvl6pPr>
            <a:lvl7pPr marL="2057297" indent="0">
              <a:buNone/>
              <a:defRPr sz="1050"/>
            </a:lvl7pPr>
            <a:lvl8pPr marL="2400180" indent="0">
              <a:buNone/>
              <a:defRPr sz="1050"/>
            </a:lvl8pPr>
            <a:lvl9pPr marL="2743064" indent="0">
              <a:buNone/>
              <a:defRPr sz="1050"/>
            </a:lvl9pPr>
          </a:lstStyle>
          <a:p>
            <a:pPr lvl="0"/>
            <a:r>
              <a:rPr lang="zh-CN" altLang="en-US" noProof="1"/>
              <a:t>单击此处编辑母版文本样式</a:t>
            </a:r>
          </a:p>
        </p:txBody>
      </p:sp>
      <p:sp>
        <p:nvSpPr>
          <p:cNvPr id="7" name="日期占位符 6">
            <a:extLst>
              <a:ext uri="{FF2B5EF4-FFF2-40B4-BE49-F238E27FC236}">
                <a16:creationId xmlns:a16="http://schemas.microsoft.com/office/drawing/2014/main" id="{FFBDFF65-8CBE-FC8E-C2AB-BF39F778E411}"/>
              </a:ext>
            </a:extLst>
          </p:cNvPr>
          <p:cNvSpPr>
            <a:spLocks noGrp="1"/>
          </p:cNvSpPr>
          <p:nvPr>
            <p:ph type="dt" sz="half" idx="10"/>
          </p:nvPr>
        </p:nvSpPr>
        <p:spPr/>
        <p:txBody>
          <a:bodyPr/>
          <a:lstStyle/>
          <a:p>
            <a:pPr>
              <a:defRPr/>
            </a:pPr>
            <a:endParaRPr lang="en-US" altLang="zh-CN" dirty="0"/>
          </a:p>
        </p:txBody>
      </p:sp>
      <p:sp>
        <p:nvSpPr>
          <p:cNvPr id="8" name="页脚占位符 7">
            <a:extLst>
              <a:ext uri="{FF2B5EF4-FFF2-40B4-BE49-F238E27FC236}">
                <a16:creationId xmlns:a16="http://schemas.microsoft.com/office/drawing/2014/main" id="{557BB269-8BCF-19AE-2E4C-4F50A72F7BB4}"/>
              </a:ext>
            </a:extLst>
          </p:cNvPr>
          <p:cNvSpPr>
            <a:spLocks noGrp="1"/>
          </p:cNvSpPr>
          <p:nvPr>
            <p:ph type="ftr" sz="quarter" idx="11"/>
          </p:nvPr>
        </p:nvSpPr>
        <p:spPr>
          <a:xfrm>
            <a:off x="3352800" y="6324600"/>
            <a:ext cx="2895600" cy="457200"/>
          </a:xfrm>
          <a:prstGeom prst="rect">
            <a:avLst/>
          </a:prstGeom>
        </p:spPr>
        <p:txBody>
          <a:bodyPr/>
          <a:lstStyle/>
          <a:p>
            <a:pPr>
              <a:defRPr/>
            </a:pPr>
            <a:endParaRPr lang="en-US" altLang="zh-CN"/>
          </a:p>
        </p:txBody>
      </p:sp>
      <p:sp>
        <p:nvSpPr>
          <p:cNvPr id="9" name="灯片编号占位符 8">
            <a:extLst>
              <a:ext uri="{FF2B5EF4-FFF2-40B4-BE49-F238E27FC236}">
                <a16:creationId xmlns:a16="http://schemas.microsoft.com/office/drawing/2014/main" id="{EC4B4EC5-8D14-B9F8-3A0E-6B6E3FB2CF26}"/>
              </a:ext>
            </a:extLst>
          </p:cNvPr>
          <p:cNvSpPr>
            <a:spLocks noGrp="1"/>
          </p:cNvSpPr>
          <p:nvPr>
            <p:ph type="sldNum" sz="quarter" idx="12"/>
          </p:nvPr>
        </p:nvSpPr>
        <p:spPr/>
        <p:txBody>
          <a:bodyPr/>
          <a:lstStyle/>
          <a:p>
            <a:fld id="{6F73D78D-38BD-D44D-8D86-2D2DB0BEC18B}" type="slidenum">
              <a:rPr lang="zh-CN" altLang="en-US" smtClean="0"/>
              <a:pPr/>
              <a:t>‹#›</a:t>
            </a:fld>
            <a:endParaRPr lang="zh-CN" altLang="en-US" dirty="0"/>
          </a:p>
        </p:txBody>
      </p:sp>
    </p:spTree>
    <p:extLst>
      <p:ext uri="{BB962C8B-B14F-4D97-AF65-F5344CB8AC3E}">
        <p14:creationId xmlns:p14="http://schemas.microsoft.com/office/powerpoint/2010/main" val="43693493"/>
      </p:ext>
    </p:extLst>
  </p:cSld>
  <p:clrMapOvr>
    <a:masterClrMapping/>
  </p:clrMapOvr>
  <p:transition spd="med">
    <p:zoom/>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sz="half" idx="1"/>
          </p:nvPr>
        </p:nvSpPr>
        <p:spPr>
          <a:xfrm>
            <a:off x="935038" y="1233488"/>
            <a:ext cx="3810000" cy="489585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half" idx="2"/>
          </p:nvPr>
        </p:nvSpPr>
        <p:spPr>
          <a:xfrm>
            <a:off x="4897438" y="1233488"/>
            <a:ext cx="3810000" cy="489585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Rectangle 11">
            <a:extLst>
              <a:ext uri="{FF2B5EF4-FFF2-40B4-BE49-F238E27FC236}">
                <a16:creationId xmlns:a16="http://schemas.microsoft.com/office/drawing/2014/main" id="{577088FB-A6B7-73F5-7F94-4748D69CAC80}"/>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12">
            <a:extLst>
              <a:ext uri="{FF2B5EF4-FFF2-40B4-BE49-F238E27FC236}">
                <a16:creationId xmlns:a16="http://schemas.microsoft.com/office/drawing/2014/main" id="{8B037231-D77C-7620-5048-020218A5671E}"/>
              </a:ext>
            </a:extLst>
          </p:cNvPr>
          <p:cNvSpPr>
            <a:spLocks noGrp="1" noChangeArrowheads="1"/>
          </p:cNvSpPr>
          <p:nvPr>
            <p:ph type="ftr" sz="quarter" idx="11"/>
          </p:nvPr>
        </p:nvSpPr>
        <p:spPr>
          <a:xfrm>
            <a:off x="3352800" y="6324600"/>
            <a:ext cx="2895600" cy="457200"/>
          </a:xfrm>
          <a:prstGeom prst="rect">
            <a:avLst/>
          </a:prstGeom>
          <a:ln/>
        </p:spPr>
        <p:txBody>
          <a:bodyPr/>
          <a:lstStyle>
            <a:lvl1pPr>
              <a:defRPr/>
            </a:lvl1pPr>
          </a:lstStyle>
          <a:p>
            <a:pPr>
              <a:defRPr/>
            </a:pPr>
            <a:endParaRPr lang="en-US" altLang="zh-CN"/>
          </a:p>
        </p:txBody>
      </p:sp>
      <p:sp>
        <p:nvSpPr>
          <p:cNvPr id="7" name="Rectangle 13">
            <a:extLst>
              <a:ext uri="{FF2B5EF4-FFF2-40B4-BE49-F238E27FC236}">
                <a16:creationId xmlns:a16="http://schemas.microsoft.com/office/drawing/2014/main" id="{1616081F-299F-D60B-0ECC-280BE114E5F3}"/>
              </a:ext>
            </a:extLst>
          </p:cNvPr>
          <p:cNvSpPr>
            <a:spLocks noGrp="1" noChangeArrowheads="1"/>
          </p:cNvSpPr>
          <p:nvPr>
            <p:ph type="sldNum" sz="quarter" idx="12"/>
          </p:nvPr>
        </p:nvSpPr>
        <p:spPr>
          <a:ln/>
        </p:spPr>
        <p:txBody>
          <a:bodyPr/>
          <a:lstStyle>
            <a:lvl1pPr>
              <a:defRPr/>
            </a:lvl1pPr>
          </a:lstStyle>
          <a:p>
            <a:fld id="{78968A19-278A-0A41-BBE8-65E5D3125EB9}" type="slidenum">
              <a:rPr lang="zh-CN" altLang="en-US"/>
              <a:pPr/>
              <a:t>‹#›</a:t>
            </a:fld>
            <a:endParaRPr lang="zh-CN" altLang="en-US"/>
          </a:p>
        </p:txBody>
      </p:sp>
    </p:spTree>
    <p:extLst>
      <p:ext uri="{BB962C8B-B14F-4D97-AF65-F5344CB8AC3E}">
        <p14:creationId xmlns:p14="http://schemas.microsoft.com/office/powerpoint/2010/main" val="3539847077"/>
      </p:ext>
    </p:extLst>
  </p:cSld>
  <p:clrMapOvr>
    <a:masterClrMapping/>
  </p:clrMapOvr>
  <p:transition spd="med">
    <p:zoom/>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noProof="1"/>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1800" b="1"/>
            </a:lvl1pPr>
            <a:lvl2pPr marL="342884" indent="0">
              <a:buNone/>
              <a:defRPr sz="1500" b="1"/>
            </a:lvl2pPr>
            <a:lvl3pPr marL="685766" indent="0">
              <a:buNone/>
              <a:defRPr sz="1350" b="1"/>
            </a:lvl3pPr>
            <a:lvl4pPr marL="1028649" indent="0">
              <a:buNone/>
              <a:defRPr sz="1200" b="1"/>
            </a:lvl4pPr>
            <a:lvl5pPr marL="1371532" indent="0">
              <a:buNone/>
              <a:defRPr sz="1200" b="1"/>
            </a:lvl5pPr>
            <a:lvl6pPr marL="1714415" indent="0">
              <a:buNone/>
              <a:defRPr sz="1200" b="1"/>
            </a:lvl6pPr>
            <a:lvl7pPr marL="2057297" indent="0">
              <a:buNone/>
              <a:defRPr sz="1200" b="1"/>
            </a:lvl7pPr>
            <a:lvl8pPr marL="2400180" indent="0">
              <a:buNone/>
              <a:defRPr sz="1200" b="1"/>
            </a:lvl8pPr>
            <a:lvl9pPr marL="2743064" indent="0">
              <a:buNone/>
              <a:defRPr sz="1200" b="1"/>
            </a:lvl9pPr>
          </a:lstStyle>
          <a:p>
            <a:pPr lvl="0"/>
            <a:r>
              <a:rPr lang="zh-CN" altLang="en-US" noProof="1"/>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文本占位符 4"/>
          <p:cNvSpPr>
            <a:spLocks noGrp="1"/>
          </p:cNvSpPr>
          <p:nvPr>
            <p:ph type="body" sz="quarter" idx="3"/>
          </p:nvPr>
        </p:nvSpPr>
        <p:spPr>
          <a:xfrm>
            <a:off x="4645028" y="1535113"/>
            <a:ext cx="4041775" cy="639762"/>
          </a:xfrm>
        </p:spPr>
        <p:txBody>
          <a:bodyPr anchor="b"/>
          <a:lstStyle>
            <a:lvl1pPr marL="0" indent="0">
              <a:buNone/>
              <a:defRPr sz="1800" b="1"/>
            </a:lvl1pPr>
            <a:lvl2pPr marL="342884" indent="0">
              <a:buNone/>
              <a:defRPr sz="1500" b="1"/>
            </a:lvl2pPr>
            <a:lvl3pPr marL="685766" indent="0">
              <a:buNone/>
              <a:defRPr sz="1350" b="1"/>
            </a:lvl3pPr>
            <a:lvl4pPr marL="1028649" indent="0">
              <a:buNone/>
              <a:defRPr sz="1200" b="1"/>
            </a:lvl4pPr>
            <a:lvl5pPr marL="1371532" indent="0">
              <a:buNone/>
              <a:defRPr sz="1200" b="1"/>
            </a:lvl5pPr>
            <a:lvl6pPr marL="1714415" indent="0">
              <a:buNone/>
              <a:defRPr sz="1200" b="1"/>
            </a:lvl6pPr>
            <a:lvl7pPr marL="2057297" indent="0">
              <a:buNone/>
              <a:defRPr sz="1200" b="1"/>
            </a:lvl7pPr>
            <a:lvl8pPr marL="2400180" indent="0">
              <a:buNone/>
              <a:defRPr sz="1200" b="1"/>
            </a:lvl8pPr>
            <a:lvl9pPr marL="2743064" indent="0">
              <a:buNone/>
              <a:defRPr sz="1200" b="1"/>
            </a:lvl9pPr>
          </a:lstStyle>
          <a:p>
            <a:pPr lvl="0"/>
            <a:r>
              <a:rPr lang="zh-CN" altLang="en-US" noProof="1"/>
              <a:t>单击此处编辑母版文本样式</a:t>
            </a:r>
          </a:p>
        </p:txBody>
      </p:sp>
      <p:sp>
        <p:nvSpPr>
          <p:cNvPr id="6" name="内容占位符 5"/>
          <p:cNvSpPr>
            <a:spLocks noGrp="1"/>
          </p:cNvSpPr>
          <p:nvPr>
            <p:ph sz="quarter" idx="4"/>
          </p:nvPr>
        </p:nvSpPr>
        <p:spPr>
          <a:xfrm>
            <a:off x="4645028" y="2174875"/>
            <a:ext cx="4041775"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7" name="Rectangle 11">
            <a:extLst>
              <a:ext uri="{FF2B5EF4-FFF2-40B4-BE49-F238E27FC236}">
                <a16:creationId xmlns:a16="http://schemas.microsoft.com/office/drawing/2014/main" id="{68794170-3BE8-63A8-84A0-433E04CC412B}"/>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8" name="Rectangle 12">
            <a:extLst>
              <a:ext uri="{FF2B5EF4-FFF2-40B4-BE49-F238E27FC236}">
                <a16:creationId xmlns:a16="http://schemas.microsoft.com/office/drawing/2014/main" id="{4EE836C1-36AB-35B2-63E3-C5C32DFB7DE3}"/>
              </a:ext>
            </a:extLst>
          </p:cNvPr>
          <p:cNvSpPr>
            <a:spLocks noGrp="1" noChangeArrowheads="1"/>
          </p:cNvSpPr>
          <p:nvPr>
            <p:ph type="ftr" sz="quarter" idx="11"/>
          </p:nvPr>
        </p:nvSpPr>
        <p:spPr>
          <a:xfrm>
            <a:off x="3352800" y="6324600"/>
            <a:ext cx="2895600" cy="457200"/>
          </a:xfrm>
          <a:prstGeom prst="rect">
            <a:avLst/>
          </a:prstGeom>
          <a:ln/>
        </p:spPr>
        <p:txBody>
          <a:bodyPr/>
          <a:lstStyle>
            <a:lvl1pPr>
              <a:defRPr/>
            </a:lvl1pPr>
          </a:lstStyle>
          <a:p>
            <a:pPr>
              <a:defRPr/>
            </a:pPr>
            <a:endParaRPr lang="en-US" altLang="zh-CN"/>
          </a:p>
        </p:txBody>
      </p:sp>
      <p:sp>
        <p:nvSpPr>
          <p:cNvPr id="9" name="Rectangle 13">
            <a:extLst>
              <a:ext uri="{FF2B5EF4-FFF2-40B4-BE49-F238E27FC236}">
                <a16:creationId xmlns:a16="http://schemas.microsoft.com/office/drawing/2014/main" id="{A14EBA2A-C5A1-FF69-4383-F487A84086FC}"/>
              </a:ext>
            </a:extLst>
          </p:cNvPr>
          <p:cNvSpPr>
            <a:spLocks noGrp="1" noChangeArrowheads="1"/>
          </p:cNvSpPr>
          <p:nvPr>
            <p:ph type="sldNum" sz="quarter" idx="12"/>
          </p:nvPr>
        </p:nvSpPr>
        <p:spPr>
          <a:ln/>
        </p:spPr>
        <p:txBody>
          <a:bodyPr/>
          <a:lstStyle>
            <a:lvl1pPr>
              <a:defRPr/>
            </a:lvl1pPr>
          </a:lstStyle>
          <a:p>
            <a:fld id="{A45D52E0-A696-0244-8333-2084DA18EEE0}" type="slidenum">
              <a:rPr lang="zh-CN" altLang="en-US"/>
              <a:pPr/>
              <a:t>‹#›</a:t>
            </a:fld>
            <a:endParaRPr lang="zh-CN" altLang="en-US"/>
          </a:p>
        </p:txBody>
      </p:sp>
    </p:spTree>
    <p:extLst>
      <p:ext uri="{BB962C8B-B14F-4D97-AF65-F5344CB8AC3E}">
        <p14:creationId xmlns:p14="http://schemas.microsoft.com/office/powerpoint/2010/main" val="2963665912"/>
      </p:ext>
    </p:extLst>
  </p:cSld>
  <p:clrMapOvr>
    <a:masterClrMapping/>
  </p:clrMapOvr>
  <p:transition spd="med">
    <p:zoom/>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Rectangle 11">
            <a:extLst>
              <a:ext uri="{FF2B5EF4-FFF2-40B4-BE49-F238E27FC236}">
                <a16:creationId xmlns:a16="http://schemas.microsoft.com/office/drawing/2014/main" id="{90622892-0589-9624-9441-6D3D8D420ACA}"/>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4" name="Rectangle 12">
            <a:extLst>
              <a:ext uri="{FF2B5EF4-FFF2-40B4-BE49-F238E27FC236}">
                <a16:creationId xmlns:a16="http://schemas.microsoft.com/office/drawing/2014/main" id="{DE3302D8-0022-5549-6AF3-C9DF37FD08A8}"/>
              </a:ext>
            </a:extLst>
          </p:cNvPr>
          <p:cNvSpPr>
            <a:spLocks noGrp="1" noChangeArrowheads="1"/>
          </p:cNvSpPr>
          <p:nvPr>
            <p:ph type="ftr" sz="quarter" idx="11"/>
          </p:nvPr>
        </p:nvSpPr>
        <p:spPr>
          <a:xfrm>
            <a:off x="3352800" y="6324600"/>
            <a:ext cx="2895600" cy="457200"/>
          </a:xfrm>
          <a:prstGeom prst="rect">
            <a:avLst/>
          </a:prstGeom>
          <a:ln/>
        </p:spPr>
        <p:txBody>
          <a:bodyPr/>
          <a:lstStyle>
            <a:lvl1pPr>
              <a:defRPr/>
            </a:lvl1pPr>
          </a:lstStyle>
          <a:p>
            <a:pPr>
              <a:defRPr/>
            </a:pPr>
            <a:endParaRPr lang="en-US" altLang="zh-CN"/>
          </a:p>
        </p:txBody>
      </p:sp>
      <p:sp>
        <p:nvSpPr>
          <p:cNvPr id="5" name="Rectangle 13">
            <a:extLst>
              <a:ext uri="{FF2B5EF4-FFF2-40B4-BE49-F238E27FC236}">
                <a16:creationId xmlns:a16="http://schemas.microsoft.com/office/drawing/2014/main" id="{5BAF381E-A9DD-B4FB-A99D-D6A7443039BB}"/>
              </a:ext>
            </a:extLst>
          </p:cNvPr>
          <p:cNvSpPr>
            <a:spLocks noGrp="1" noChangeArrowheads="1"/>
          </p:cNvSpPr>
          <p:nvPr>
            <p:ph type="sldNum" sz="quarter" idx="12"/>
          </p:nvPr>
        </p:nvSpPr>
        <p:spPr>
          <a:ln/>
        </p:spPr>
        <p:txBody>
          <a:bodyPr/>
          <a:lstStyle>
            <a:lvl1pPr>
              <a:defRPr/>
            </a:lvl1pPr>
          </a:lstStyle>
          <a:p>
            <a:fld id="{4DE15609-3D60-D842-9ED4-D898F320B191}" type="slidenum">
              <a:rPr lang="zh-CN" altLang="en-US"/>
              <a:pPr/>
              <a:t>‹#›</a:t>
            </a:fld>
            <a:endParaRPr lang="zh-CN" altLang="en-US"/>
          </a:p>
        </p:txBody>
      </p:sp>
    </p:spTree>
    <p:extLst>
      <p:ext uri="{BB962C8B-B14F-4D97-AF65-F5344CB8AC3E}">
        <p14:creationId xmlns:p14="http://schemas.microsoft.com/office/powerpoint/2010/main" val="3752375608"/>
      </p:ext>
    </p:extLst>
  </p:cSld>
  <p:clrMapOvr>
    <a:masterClrMapping/>
  </p:clrMapOvr>
  <p:transition spd="med">
    <p:zoom/>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11">
            <a:extLst>
              <a:ext uri="{FF2B5EF4-FFF2-40B4-BE49-F238E27FC236}">
                <a16:creationId xmlns:a16="http://schemas.microsoft.com/office/drawing/2014/main" id="{31F610FA-62F8-3A69-9BB8-68EAD4093A77}"/>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3" name="Rectangle 12">
            <a:extLst>
              <a:ext uri="{FF2B5EF4-FFF2-40B4-BE49-F238E27FC236}">
                <a16:creationId xmlns:a16="http://schemas.microsoft.com/office/drawing/2014/main" id="{030F8BB0-0FEC-EDAC-A497-49A707FDB0DF}"/>
              </a:ext>
            </a:extLst>
          </p:cNvPr>
          <p:cNvSpPr>
            <a:spLocks noGrp="1" noChangeArrowheads="1"/>
          </p:cNvSpPr>
          <p:nvPr>
            <p:ph type="ftr" sz="quarter" idx="11"/>
          </p:nvPr>
        </p:nvSpPr>
        <p:spPr>
          <a:xfrm>
            <a:off x="3352800" y="6324600"/>
            <a:ext cx="2895600" cy="457200"/>
          </a:xfrm>
          <a:prstGeom prst="rect">
            <a:avLst/>
          </a:prstGeom>
          <a:ln/>
        </p:spPr>
        <p:txBody>
          <a:bodyPr/>
          <a:lstStyle>
            <a:lvl1pPr>
              <a:defRPr/>
            </a:lvl1pPr>
          </a:lstStyle>
          <a:p>
            <a:pPr>
              <a:defRPr/>
            </a:pPr>
            <a:endParaRPr lang="en-US" altLang="zh-CN"/>
          </a:p>
        </p:txBody>
      </p:sp>
      <p:sp>
        <p:nvSpPr>
          <p:cNvPr id="4" name="Rectangle 13">
            <a:extLst>
              <a:ext uri="{FF2B5EF4-FFF2-40B4-BE49-F238E27FC236}">
                <a16:creationId xmlns:a16="http://schemas.microsoft.com/office/drawing/2014/main" id="{1004B668-435E-6B54-9B71-30E6E86C672E}"/>
              </a:ext>
            </a:extLst>
          </p:cNvPr>
          <p:cNvSpPr>
            <a:spLocks noGrp="1" noChangeArrowheads="1"/>
          </p:cNvSpPr>
          <p:nvPr>
            <p:ph type="sldNum" sz="quarter" idx="12"/>
          </p:nvPr>
        </p:nvSpPr>
        <p:spPr>
          <a:ln/>
        </p:spPr>
        <p:txBody>
          <a:bodyPr/>
          <a:lstStyle>
            <a:lvl1pPr>
              <a:defRPr/>
            </a:lvl1pPr>
          </a:lstStyle>
          <a:p>
            <a:fld id="{8C438AA8-90D7-9745-B439-F7E019CC101C}" type="slidenum">
              <a:rPr lang="zh-CN" altLang="en-US"/>
              <a:pPr/>
              <a:t>‹#›</a:t>
            </a:fld>
            <a:endParaRPr lang="zh-CN" altLang="en-US"/>
          </a:p>
        </p:txBody>
      </p:sp>
    </p:spTree>
    <p:extLst>
      <p:ext uri="{BB962C8B-B14F-4D97-AF65-F5344CB8AC3E}">
        <p14:creationId xmlns:p14="http://schemas.microsoft.com/office/powerpoint/2010/main" val="675615399"/>
      </p:ext>
    </p:extLst>
  </p:cSld>
  <p:clrMapOvr>
    <a:masterClrMapping/>
  </p:clrMapOvr>
  <p:transition spd="med">
    <p:zoom/>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2" y="273050"/>
            <a:ext cx="3008313" cy="1162050"/>
          </a:xfrm>
        </p:spPr>
        <p:txBody>
          <a:bodyPr/>
          <a:lstStyle>
            <a:lvl1pPr algn="l">
              <a:defRPr sz="1500" b="1"/>
            </a:lvl1pPr>
          </a:lstStyle>
          <a:p>
            <a:r>
              <a:rPr lang="zh-CN" altLang="en-US" noProof="1"/>
              <a:t>单击此处编辑母版标题样式</a:t>
            </a:r>
          </a:p>
        </p:txBody>
      </p:sp>
      <p:sp>
        <p:nvSpPr>
          <p:cNvPr id="3" name="内容占位符 2"/>
          <p:cNvSpPr>
            <a:spLocks noGrp="1"/>
          </p:cNvSpPr>
          <p:nvPr>
            <p:ph idx="1"/>
          </p:nvPr>
        </p:nvSpPr>
        <p:spPr>
          <a:xfrm>
            <a:off x="3575050" y="273056"/>
            <a:ext cx="5111750"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文本占位符 3"/>
          <p:cNvSpPr>
            <a:spLocks noGrp="1"/>
          </p:cNvSpPr>
          <p:nvPr>
            <p:ph type="body" sz="half" idx="2"/>
          </p:nvPr>
        </p:nvSpPr>
        <p:spPr>
          <a:xfrm>
            <a:off x="457202" y="1435103"/>
            <a:ext cx="3008313" cy="4691063"/>
          </a:xfrm>
        </p:spPr>
        <p:txBody>
          <a:bodyPr/>
          <a:lstStyle>
            <a:lvl1pPr marL="0" indent="0">
              <a:buNone/>
              <a:defRPr sz="1050"/>
            </a:lvl1pPr>
            <a:lvl2pPr marL="342884" indent="0">
              <a:buNone/>
              <a:defRPr sz="900"/>
            </a:lvl2pPr>
            <a:lvl3pPr marL="685766" indent="0">
              <a:buNone/>
              <a:defRPr sz="750"/>
            </a:lvl3pPr>
            <a:lvl4pPr marL="1028649" indent="0">
              <a:buNone/>
              <a:defRPr sz="675"/>
            </a:lvl4pPr>
            <a:lvl5pPr marL="1371532" indent="0">
              <a:buNone/>
              <a:defRPr sz="675"/>
            </a:lvl5pPr>
            <a:lvl6pPr marL="1714415" indent="0">
              <a:buNone/>
              <a:defRPr sz="675"/>
            </a:lvl6pPr>
            <a:lvl7pPr marL="2057297" indent="0">
              <a:buNone/>
              <a:defRPr sz="675"/>
            </a:lvl7pPr>
            <a:lvl8pPr marL="2400180" indent="0">
              <a:buNone/>
              <a:defRPr sz="675"/>
            </a:lvl8pPr>
            <a:lvl9pPr marL="2743064" indent="0">
              <a:buNone/>
              <a:defRPr sz="675"/>
            </a:lvl9pPr>
          </a:lstStyle>
          <a:p>
            <a:pPr lvl="0"/>
            <a:r>
              <a:rPr lang="zh-CN" altLang="en-US" noProof="1"/>
              <a:t>单击此处编辑母版文本样式</a:t>
            </a:r>
          </a:p>
        </p:txBody>
      </p:sp>
      <p:sp>
        <p:nvSpPr>
          <p:cNvPr id="5" name="Rectangle 11">
            <a:extLst>
              <a:ext uri="{FF2B5EF4-FFF2-40B4-BE49-F238E27FC236}">
                <a16:creationId xmlns:a16="http://schemas.microsoft.com/office/drawing/2014/main" id="{077BF47D-FB2C-CA75-3290-9D390F1A1B8D}"/>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12">
            <a:extLst>
              <a:ext uri="{FF2B5EF4-FFF2-40B4-BE49-F238E27FC236}">
                <a16:creationId xmlns:a16="http://schemas.microsoft.com/office/drawing/2014/main" id="{FCEDDD16-8334-8815-AE79-D96BE28013B5}"/>
              </a:ext>
            </a:extLst>
          </p:cNvPr>
          <p:cNvSpPr>
            <a:spLocks noGrp="1" noChangeArrowheads="1"/>
          </p:cNvSpPr>
          <p:nvPr>
            <p:ph type="ftr" sz="quarter" idx="11"/>
          </p:nvPr>
        </p:nvSpPr>
        <p:spPr>
          <a:xfrm>
            <a:off x="3352800" y="6324600"/>
            <a:ext cx="2895600" cy="457200"/>
          </a:xfrm>
          <a:prstGeom prst="rect">
            <a:avLst/>
          </a:prstGeom>
          <a:ln/>
        </p:spPr>
        <p:txBody>
          <a:bodyPr/>
          <a:lstStyle>
            <a:lvl1pPr>
              <a:defRPr/>
            </a:lvl1pPr>
          </a:lstStyle>
          <a:p>
            <a:pPr>
              <a:defRPr/>
            </a:pPr>
            <a:endParaRPr lang="en-US" altLang="zh-CN"/>
          </a:p>
        </p:txBody>
      </p:sp>
      <p:sp>
        <p:nvSpPr>
          <p:cNvPr id="7" name="Rectangle 13">
            <a:extLst>
              <a:ext uri="{FF2B5EF4-FFF2-40B4-BE49-F238E27FC236}">
                <a16:creationId xmlns:a16="http://schemas.microsoft.com/office/drawing/2014/main" id="{EF672E88-31B4-2E74-6924-50EA7B00DFE2}"/>
              </a:ext>
            </a:extLst>
          </p:cNvPr>
          <p:cNvSpPr>
            <a:spLocks noGrp="1" noChangeArrowheads="1"/>
          </p:cNvSpPr>
          <p:nvPr>
            <p:ph type="sldNum" sz="quarter" idx="12"/>
          </p:nvPr>
        </p:nvSpPr>
        <p:spPr>
          <a:ln/>
        </p:spPr>
        <p:txBody>
          <a:bodyPr/>
          <a:lstStyle>
            <a:lvl1pPr>
              <a:defRPr/>
            </a:lvl1pPr>
          </a:lstStyle>
          <a:p>
            <a:fld id="{D70B590F-D627-7E4E-9EE8-F0575448761B}" type="slidenum">
              <a:rPr lang="zh-CN" altLang="en-US"/>
              <a:pPr/>
              <a:t>‹#›</a:t>
            </a:fld>
            <a:endParaRPr lang="zh-CN" altLang="en-US"/>
          </a:p>
        </p:txBody>
      </p:sp>
    </p:spTree>
    <p:extLst>
      <p:ext uri="{BB962C8B-B14F-4D97-AF65-F5344CB8AC3E}">
        <p14:creationId xmlns:p14="http://schemas.microsoft.com/office/powerpoint/2010/main" val="2246611658"/>
      </p:ext>
    </p:extLst>
  </p:cSld>
  <p:clrMapOvr>
    <a:masterClrMapping/>
  </p:clrMapOvr>
  <p:transition spd="med">
    <p:zoom/>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1500" b="1"/>
            </a:lvl1pPr>
          </a:lstStyle>
          <a:p>
            <a:r>
              <a:rPr lang="zh-CN" altLang="en-US" noProof="1"/>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2400"/>
            </a:lvl1pPr>
            <a:lvl2pPr marL="342884" indent="0">
              <a:buNone/>
              <a:defRPr sz="2100"/>
            </a:lvl2pPr>
            <a:lvl3pPr marL="685766" indent="0">
              <a:buNone/>
              <a:defRPr sz="1800"/>
            </a:lvl3pPr>
            <a:lvl4pPr marL="1028649" indent="0">
              <a:buNone/>
              <a:defRPr sz="1500"/>
            </a:lvl4pPr>
            <a:lvl5pPr marL="1371532" indent="0">
              <a:buNone/>
              <a:defRPr sz="1500"/>
            </a:lvl5pPr>
            <a:lvl6pPr marL="1714415" indent="0">
              <a:buNone/>
              <a:defRPr sz="1500"/>
            </a:lvl6pPr>
            <a:lvl7pPr marL="2057297" indent="0">
              <a:buNone/>
              <a:defRPr sz="1500"/>
            </a:lvl7pPr>
            <a:lvl8pPr marL="2400180" indent="0">
              <a:buNone/>
              <a:defRPr sz="1500"/>
            </a:lvl8pPr>
            <a:lvl9pPr marL="2743064" indent="0">
              <a:buNone/>
              <a:defRPr sz="15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050"/>
            </a:lvl1pPr>
            <a:lvl2pPr marL="342884" indent="0">
              <a:buNone/>
              <a:defRPr sz="900"/>
            </a:lvl2pPr>
            <a:lvl3pPr marL="685766" indent="0">
              <a:buNone/>
              <a:defRPr sz="750"/>
            </a:lvl3pPr>
            <a:lvl4pPr marL="1028649" indent="0">
              <a:buNone/>
              <a:defRPr sz="675"/>
            </a:lvl4pPr>
            <a:lvl5pPr marL="1371532" indent="0">
              <a:buNone/>
              <a:defRPr sz="675"/>
            </a:lvl5pPr>
            <a:lvl6pPr marL="1714415" indent="0">
              <a:buNone/>
              <a:defRPr sz="675"/>
            </a:lvl6pPr>
            <a:lvl7pPr marL="2057297" indent="0">
              <a:buNone/>
              <a:defRPr sz="675"/>
            </a:lvl7pPr>
            <a:lvl8pPr marL="2400180" indent="0">
              <a:buNone/>
              <a:defRPr sz="675"/>
            </a:lvl8pPr>
            <a:lvl9pPr marL="2743064" indent="0">
              <a:buNone/>
              <a:defRPr sz="675"/>
            </a:lvl9pPr>
          </a:lstStyle>
          <a:p>
            <a:pPr lvl="0"/>
            <a:r>
              <a:rPr lang="zh-CN" altLang="en-US" noProof="1"/>
              <a:t>单击此处编辑母版文本样式</a:t>
            </a:r>
          </a:p>
        </p:txBody>
      </p:sp>
      <p:sp>
        <p:nvSpPr>
          <p:cNvPr id="5" name="Rectangle 11">
            <a:extLst>
              <a:ext uri="{FF2B5EF4-FFF2-40B4-BE49-F238E27FC236}">
                <a16:creationId xmlns:a16="http://schemas.microsoft.com/office/drawing/2014/main" id="{7DF7E1FA-7229-6F80-9195-95494C6B6D4F}"/>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12">
            <a:extLst>
              <a:ext uri="{FF2B5EF4-FFF2-40B4-BE49-F238E27FC236}">
                <a16:creationId xmlns:a16="http://schemas.microsoft.com/office/drawing/2014/main" id="{BA7BEB0C-60AB-4B90-0858-DC9F851CFC63}"/>
              </a:ext>
            </a:extLst>
          </p:cNvPr>
          <p:cNvSpPr>
            <a:spLocks noGrp="1" noChangeArrowheads="1"/>
          </p:cNvSpPr>
          <p:nvPr>
            <p:ph type="ftr" sz="quarter" idx="11"/>
          </p:nvPr>
        </p:nvSpPr>
        <p:spPr>
          <a:xfrm>
            <a:off x="3352800" y="6324600"/>
            <a:ext cx="2895600" cy="457200"/>
          </a:xfrm>
          <a:prstGeom prst="rect">
            <a:avLst/>
          </a:prstGeom>
          <a:ln/>
        </p:spPr>
        <p:txBody>
          <a:bodyPr/>
          <a:lstStyle>
            <a:lvl1pPr>
              <a:defRPr/>
            </a:lvl1pPr>
          </a:lstStyle>
          <a:p>
            <a:pPr>
              <a:defRPr/>
            </a:pPr>
            <a:endParaRPr lang="en-US" altLang="zh-CN"/>
          </a:p>
        </p:txBody>
      </p:sp>
      <p:sp>
        <p:nvSpPr>
          <p:cNvPr id="7" name="Rectangle 13">
            <a:extLst>
              <a:ext uri="{FF2B5EF4-FFF2-40B4-BE49-F238E27FC236}">
                <a16:creationId xmlns:a16="http://schemas.microsoft.com/office/drawing/2014/main" id="{C8113A4C-B97F-6D35-E97A-9BCA743B1036}"/>
              </a:ext>
            </a:extLst>
          </p:cNvPr>
          <p:cNvSpPr>
            <a:spLocks noGrp="1" noChangeArrowheads="1"/>
          </p:cNvSpPr>
          <p:nvPr>
            <p:ph type="sldNum" sz="quarter" idx="12"/>
          </p:nvPr>
        </p:nvSpPr>
        <p:spPr>
          <a:ln/>
        </p:spPr>
        <p:txBody>
          <a:bodyPr/>
          <a:lstStyle>
            <a:lvl1pPr>
              <a:defRPr/>
            </a:lvl1pPr>
          </a:lstStyle>
          <a:p>
            <a:fld id="{A75CE171-2466-3E49-953C-8D9416E27C46}" type="slidenum">
              <a:rPr lang="zh-CN" altLang="en-US"/>
              <a:pPr/>
              <a:t>‹#›</a:t>
            </a:fld>
            <a:endParaRPr lang="zh-CN" altLang="en-US"/>
          </a:p>
        </p:txBody>
      </p:sp>
    </p:spTree>
    <p:extLst>
      <p:ext uri="{BB962C8B-B14F-4D97-AF65-F5344CB8AC3E}">
        <p14:creationId xmlns:p14="http://schemas.microsoft.com/office/powerpoint/2010/main" val="2042727056"/>
      </p:ext>
    </p:extLst>
  </p:cSld>
  <p:clrMapOvr>
    <a:masterClrMapping/>
  </p:clrMapOvr>
  <p:transition spd="med">
    <p:zoom/>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竖排文字占位符 2"/>
          <p:cNvSpPr>
            <a:spLocks noGrp="1"/>
          </p:cNvSpPr>
          <p:nvPr>
            <p:ph type="body" orient="vert" idx="1"/>
          </p:nvPr>
        </p:nvSpPr>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Rectangle 11">
            <a:extLst>
              <a:ext uri="{FF2B5EF4-FFF2-40B4-BE49-F238E27FC236}">
                <a16:creationId xmlns:a16="http://schemas.microsoft.com/office/drawing/2014/main" id="{8969790B-5FDE-ACFE-CBF8-D6D25FB97810}"/>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12">
            <a:extLst>
              <a:ext uri="{FF2B5EF4-FFF2-40B4-BE49-F238E27FC236}">
                <a16:creationId xmlns:a16="http://schemas.microsoft.com/office/drawing/2014/main" id="{042DD340-A062-ECA2-BACD-72DF641D7A99}"/>
              </a:ext>
            </a:extLst>
          </p:cNvPr>
          <p:cNvSpPr>
            <a:spLocks noGrp="1" noChangeArrowheads="1"/>
          </p:cNvSpPr>
          <p:nvPr>
            <p:ph type="ftr" sz="quarter" idx="11"/>
          </p:nvPr>
        </p:nvSpPr>
        <p:spPr>
          <a:xfrm>
            <a:off x="3352800" y="6324600"/>
            <a:ext cx="2895600" cy="457200"/>
          </a:xfrm>
          <a:prstGeom prst="rect">
            <a:avLst/>
          </a:prstGeom>
          <a:ln/>
        </p:spPr>
        <p:txBody>
          <a:bodyPr/>
          <a:lstStyle>
            <a:lvl1pPr>
              <a:defRPr/>
            </a:lvl1pPr>
          </a:lstStyle>
          <a:p>
            <a:pPr>
              <a:defRPr/>
            </a:pPr>
            <a:endParaRPr lang="en-US" altLang="zh-CN"/>
          </a:p>
        </p:txBody>
      </p:sp>
      <p:sp>
        <p:nvSpPr>
          <p:cNvPr id="6" name="Rectangle 13">
            <a:extLst>
              <a:ext uri="{FF2B5EF4-FFF2-40B4-BE49-F238E27FC236}">
                <a16:creationId xmlns:a16="http://schemas.microsoft.com/office/drawing/2014/main" id="{5A990D87-E397-DDBA-9741-B7BDB82788A5}"/>
              </a:ext>
            </a:extLst>
          </p:cNvPr>
          <p:cNvSpPr>
            <a:spLocks noGrp="1" noChangeArrowheads="1"/>
          </p:cNvSpPr>
          <p:nvPr>
            <p:ph type="sldNum" sz="quarter" idx="12"/>
          </p:nvPr>
        </p:nvSpPr>
        <p:spPr>
          <a:ln/>
        </p:spPr>
        <p:txBody>
          <a:bodyPr/>
          <a:lstStyle>
            <a:lvl1pPr>
              <a:defRPr/>
            </a:lvl1pPr>
          </a:lstStyle>
          <a:p>
            <a:fld id="{DE6A2B9D-4C43-344E-A3AD-CDEFA12D4607}" type="slidenum">
              <a:rPr lang="zh-CN" altLang="en-US"/>
              <a:pPr/>
              <a:t>‹#›</a:t>
            </a:fld>
            <a:endParaRPr lang="zh-CN" altLang="en-US"/>
          </a:p>
        </p:txBody>
      </p:sp>
    </p:spTree>
    <p:extLst>
      <p:ext uri="{BB962C8B-B14F-4D97-AF65-F5344CB8AC3E}">
        <p14:creationId xmlns:p14="http://schemas.microsoft.com/office/powerpoint/2010/main" val="3712375271"/>
      </p:ext>
    </p:extLst>
  </p:cSld>
  <p:clrMapOvr>
    <a:masterClrMapping/>
  </p:clrMapOvr>
  <p:transition spd="med">
    <p:zoom/>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904041" y="225431"/>
            <a:ext cx="1989137" cy="5903913"/>
          </a:xfrm>
        </p:spPr>
        <p:txBody>
          <a:bodyPr vert="eaVert"/>
          <a:lstStyle/>
          <a:p>
            <a:r>
              <a:rPr lang="zh-CN" altLang="en-US" noProof="1"/>
              <a:t>单击此处编辑母版标题样式</a:t>
            </a:r>
          </a:p>
        </p:txBody>
      </p:sp>
      <p:sp>
        <p:nvSpPr>
          <p:cNvPr id="3" name="竖排文字占位符 2"/>
          <p:cNvSpPr>
            <a:spLocks noGrp="1"/>
          </p:cNvSpPr>
          <p:nvPr>
            <p:ph type="body" orient="vert" idx="1"/>
          </p:nvPr>
        </p:nvSpPr>
        <p:spPr>
          <a:xfrm>
            <a:off x="935038" y="225431"/>
            <a:ext cx="5816600" cy="5903913"/>
          </a:xfrm>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Rectangle 11">
            <a:extLst>
              <a:ext uri="{FF2B5EF4-FFF2-40B4-BE49-F238E27FC236}">
                <a16:creationId xmlns:a16="http://schemas.microsoft.com/office/drawing/2014/main" id="{BB6D72A0-9ACC-FB01-B500-09347F0725E8}"/>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12">
            <a:extLst>
              <a:ext uri="{FF2B5EF4-FFF2-40B4-BE49-F238E27FC236}">
                <a16:creationId xmlns:a16="http://schemas.microsoft.com/office/drawing/2014/main" id="{1C2E9BFB-3F4C-57E7-BA00-4AD71CFAAD32}"/>
              </a:ext>
            </a:extLst>
          </p:cNvPr>
          <p:cNvSpPr>
            <a:spLocks noGrp="1" noChangeArrowheads="1"/>
          </p:cNvSpPr>
          <p:nvPr>
            <p:ph type="ftr" sz="quarter" idx="11"/>
          </p:nvPr>
        </p:nvSpPr>
        <p:spPr>
          <a:xfrm>
            <a:off x="3352800" y="6324600"/>
            <a:ext cx="2895600" cy="457200"/>
          </a:xfrm>
          <a:prstGeom prst="rect">
            <a:avLst/>
          </a:prstGeom>
          <a:ln/>
        </p:spPr>
        <p:txBody>
          <a:bodyPr/>
          <a:lstStyle>
            <a:lvl1pPr>
              <a:defRPr/>
            </a:lvl1pPr>
          </a:lstStyle>
          <a:p>
            <a:pPr>
              <a:defRPr/>
            </a:pPr>
            <a:endParaRPr lang="en-US" altLang="zh-CN"/>
          </a:p>
        </p:txBody>
      </p:sp>
      <p:sp>
        <p:nvSpPr>
          <p:cNvPr id="6" name="Rectangle 13">
            <a:extLst>
              <a:ext uri="{FF2B5EF4-FFF2-40B4-BE49-F238E27FC236}">
                <a16:creationId xmlns:a16="http://schemas.microsoft.com/office/drawing/2014/main" id="{04462F64-AE9C-AD7E-F866-AAEDC027A672}"/>
              </a:ext>
            </a:extLst>
          </p:cNvPr>
          <p:cNvSpPr>
            <a:spLocks noGrp="1" noChangeArrowheads="1"/>
          </p:cNvSpPr>
          <p:nvPr>
            <p:ph type="sldNum" sz="quarter" idx="12"/>
          </p:nvPr>
        </p:nvSpPr>
        <p:spPr>
          <a:ln/>
        </p:spPr>
        <p:txBody>
          <a:bodyPr/>
          <a:lstStyle>
            <a:lvl1pPr>
              <a:defRPr/>
            </a:lvl1pPr>
          </a:lstStyle>
          <a:p>
            <a:fld id="{854D01F4-2BF8-A745-90E2-0A334AE3AAFA}" type="slidenum">
              <a:rPr lang="zh-CN" altLang="en-US"/>
              <a:pPr/>
              <a:t>‹#›</a:t>
            </a:fld>
            <a:endParaRPr lang="zh-CN" altLang="en-US"/>
          </a:p>
        </p:txBody>
      </p:sp>
    </p:spTree>
    <p:extLst>
      <p:ext uri="{BB962C8B-B14F-4D97-AF65-F5344CB8AC3E}">
        <p14:creationId xmlns:p14="http://schemas.microsoft.com/office/powerpoint/2010/main" val="2467722587"/>
      </p:ext>
    </p:extLst>
  </p:cSld>
  <p:clrMapOvr>
    <a:masterClrMapping/>
  </p:clrMapOvr>
  <p:transition spd="med">
    <p:zoom/>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xAndChart" preserve="1">
  <p:cSld name="标题，文本与图表">
    <p:spTree>
      <p:nvGrpSpPr>
        <p:cNvPr id="1" name=""/>
        <p:cNvGrpSpPr/>
        <p:nvPr/>
      </p:nvGrpSpPr>
      <p:grpSpPr>
        <a:xfrm>
          <a:off x="0" y="0"/>
          <a:ext cx="0" cy="0"/>
          <a:chOff x="0" y="0"/>
          <a:chExt cx="0" cy="0"/>
        </a:xfrm>
      </p:grpSpPr>
      <p:sp>
        <p:nvSpPr>
          <p:cNvPr id="2" name="标题 1"/>
          <p:cNvSpPr>
            <a:spLocks noGrp="1"/>
          </p:cNvSpPr>
          <p:nvPr>
            <p:ph type="title"/>
          </p:nvPr>
        </p:nvSpPr>
        <p:spPr>
          <a:xfrm>
            <a:off x="1042988" y="225431"/>
            <a:ext cx="7850187" cy="746125"/>
          </a:xfrm>
        </p:spPr>
        <p:txBody>
          <a:bodyPr/>
          <a:lstStyle/>
          <a:p>
            <a:r>
              <a:rPr lang="zh-CN" altLang="en-US" noProof="1"/>
              <a:t>单击此处编辑母版标题样式</a:t>
            </a:r>
          </a:p>
        </p:txBody>
      </p:sp>
      <p:sp>
        <p:nvSpPr>
          <p:cNvPr id="3" name="文本占位符 2"/>
          <p:cNvSpPr>
            <a:spLocks noGrp="1"/>
          </p:cNvSpPr>
          <p:nvPr>
            <p:ph type="body" sz="half" idx="1"/>
          </p:nvPr>
        </p:nvSpPr>
        <p:spPr>
          <a:xfrm>
            <a:off x="935038" y="1233488"/>
            <a:ext cx="3810000" cy="4895850"/>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图表占位符 3"/>
          <p:cNvSpPr>
            <a:spLocks noGrp="1"/>
          </p:cNvSpPr>
          <p:nvPr>
            <p:ph type="chart" sz="half" idx="2"/>
          </p:nvPr>
        </p:nvSpPr>
        <p:spPr>
          <a:xfrm>
            <a:off x="4897438" y="1233488"/>
            <a:ext cx="3810000" cy="4895850"/>
          </a:xfrm>
        </p:spPr>
        <p:txBody>
          <a:bodyPr/>
          <a:lstStyle/>
          <a:p>
            <a:pPr lvl="0"/>
            <a:endParaRPr lang="zh-CN" altLang="en-US" noProof="0"/>
          </a:p>
        </p:txBody>
      </p:sp>
      <p:sp>
        <p:nvSpPr>
          <p:cNvPr id="5" name="Rectangle 11">
            <a:extLst>
              <a:ext uri="{FF2B5EF4-FFF2-40B4-BE49-F238E27FC236}">
                <a16:creationId xmlns:a16="http://schemas.microsoft.com/office/drawing/2014/main" id="{EF4DAB6F-0109-F932-D41D-114D2B361EAF}"/>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12">
            <a:extLst>
              <a:ext uri="{FF2B5EF4-FFF2-40B4-BE49-F238E27FC236}">
                <a16:creationId xmlns:a16="http://schemas.microsoft.com/office/drawing/2014/main" id="{3B9B9A9B-4F44-E332-8013-87B918E44541}"/>
              </a:ext>
            </a:extLst>
          </p:cNvPr>
          <p:cNvSpPr>
            <a:spLocks noGrp="1" noChangeArrowheads="1"/>
          </p:cNvSpPr>
          <p:nvPr>
            <p:ph type="ftr" sz="quarter" idx="11"/>
          </p:nvPr>
        </p:nvSpPr>
        <p:spPr>
          <a:xfrm>
            <a:off x="3352800" y="6324600"/>
            <a:ext cx="2895600" cy="457200"/>
          </a:xfrm>
          <a:prstGeom prst="rect">
            <a:avLst/>
          </a:prstGeom>
          <a:ln/>
        </p:spPr>
        <p:txBody>
          <a:bodyPr/>
          <a:lstStyle>
            <a:lvl1pPr>
              <a:defRPr/>
            </a:lvl1pPr>
          </a:lstStyle>
          <a:p>
            <a:pPr>
              <a:defRPr/>
            </a:pPr>
            <a:endParaRPr lang="en-US" altLang="zh-CN"/>
          </a:p>
        </p:txBody>
      </p:sp>
      <p:sp>
        <p:nvSpPr>
          <p:cNvPr id="7" name="Rectangle 13">
            <a:extLst>
              <a:ext uri="{FF2B5EF4-FFF2-40B4-BE49-F238E27FC236}">
                <a16:creationId xmlns:a16="http://schemas.microsoft.com/office/drawing/2014/main" id="{D1D42F48-85F2-C1B3-34A9-42D4A700CCFC}"/>
              </a:ext>
            </a:extLst>
          </p:cNvPr>
          <p:cNvSpPr>
            <a:spLocks noGrp="1" noChangeArrowheads="1"/>
          </p:cNvSpPr>
          <p:nvPr>
            <p:ph type="sldNum" sz="quarter" idx="12"/>
          </p:nvPr>
        </p:nvSpPr>
        <p:spPr>
          <a:ln/>
        </p:spPr>
        <p:txBody>
          <a:bodyPr/>
          <a:lstStyle>
            <a:lvl1pPr>
              <a:defRPr/>
            </a:lvl1pPr>
          </a:lstStyle>
          <a:p>
            <a:fld id="{C3310DF3-193F-E44C-B1F0-408591F45CF7}" type="slidenum">
              <a:rPr lang="zh-CN" altLang="en-US"/>
              <a:pPr/>
              <a:t>‹#›</a:t>
            </a:fld>
            <a:endParaRPr lang="zh-CN" altLang="en-US"/>
          </a:p>
        </p:txBody>
      </p:sp>
    </p:spTree>
    <p:extLst>
      <p:ext uri="{BB962C8B-B14F-4D97-AF65-F5344CB8AC3E}">
        <p14:creationId xmlns:p14="http://schemas.microsoft.com/office/powerpoint/2010/main" val="3040218793"/>
      </p:ext>
    </p:extLst>
  </p:cSld>
  <p:clrMapOvr>
    <a:masterClrMapping/>
  </p:clrMapOvr>
  <p:transition spd="med">
    <p:zoom/>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chart" preserve="1">
  <p:cSld name="标题和图表">
    <p:spTree>
      <p:nvGrpSpPr>
        <p:cNvPr id="1" name=""/>
        <p:cNvGrpSpPr/>
        <p:nvPr/>
      </p:nvGrpSpPr>
      <p:grpSpPr>
        <a:xfrm>
          <a:off x="0" y="0"/>
          <a:ext cx="0" cy="0"/>
          <a:chOff x="0" y="0"/>
          <a:chExt cx="0" cy="0"/>
        </a:xfrm>
      </p:grpSpPr>
      <p:sp>
        <p:nvSpPr>
          <p:cNvPr id="2" name="标题 1"/>
          <p:cNvSpPr>
            <a:spLocks noGrp="1"/>
          </p:cNvSpPr>
          <p:nvPr>
            <p:ph type="title"/>
          </p:nvPr>
        </p:nvSpPr>
        <p:spPr>
          <a:xfrm>
            <a:off x="1042988" y="225431"/>
            <a:ext cx="7850187" cy="746125"/>
          </a:xfrm>
        </p:spPr>
        <p:txBody>
          <a:bodyPr/>
          <a:lstStyle/>
          <a:p>
            <a:r>
              <a:rPr lang="zh-CN" altLang="en-US" noProof="1"/>
              <a:t>单击此处编辑母版标题样式</a:t>
            </a:r>
          </a:p>
        </p:txBody>
      </p:sp>
      <p:sp>
        <p:nvSpPr>
          <p:cNvPr id="3" name="图表占位符 2"/>
          <p:cNvSpPr>
            <a:spLocks noGrp="1"/>
          </p:cNvSpPr>
          <p:nvPr>
            <p:ph type="chart" idx="1"/>
          </p:nvPr>
        </p:nvSpPr>
        <p:spPr>
          <a:xfrm>
            <a:off x="935038" y="1233488"/>
            <a:ext cx="7772400" cy="4895850"/>
          </a:xfrm>
        </p:spPr>
        <p:txBody>
          <a:bodyPr/>
          <a:lstStyle/>
          <a:p>
            <a:pPr lvl="0"/>
            <a:endParaRPr lang="zh-CN" altLang="en-US" noProof="0"/>
          </a:p>
        </p:txBody>
      </p:sp>
      <p:sp>
        <p:nvSpPr>
          <p:cNvPr id="4" name="Rectangle 11">
            <a:extLst>
              <a:ext uri="{FF2B5EF4-FFF2-40B4-BE49-F238E27FC236}">
                <a16:creationId xmlns:a16="http://schemas.microsoft.com/office/drawing/2014/main" id="{F708D4BC-3A8D-E878-0802-13BCC7E23DC8}"/>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12">
            <a:extLst>
              <a:ext uri="{FF2B5EF4-FFF2-40B4-BE49-F238E27FC236}">
                <a16:creationId xmlns:a16="http://schemas.microsoft.com/office/drawing/2014/main" id="{925FD2C4-690E-646E-8669-143AD1BD9F23}"/>
              </a:ext>
            </a:extLst>
          </p:cNvPr>
          <p:cNvSpPr>
            <a:spLocks noGrp="1" noChangeArrowheads="1"/>
          </p:cNvSpPr>
          <p:nvPr>
            <p:ph type="ftr" sz="quarter" idx="11"/>
          </p:nvPr>
        </p:nvSpPr>
        <p:spPr>
          <a:xfrm>
            <a:off x="3352800" y="6324600"/>
            <a:ext cx="2895600" cy="457200"/>
          </a:xfrm>
          <a:prstGeom prst="rect">
            <a:avLst/>
          </a:prstGeom>
          <a:ln/>
        </p:spPr>
        <p:txBody>
          <a:bodyPr/>
          <a:lstStyle>
            <a:lvl1pPr>
              <a:defRPr/>
            </a:lvl1pPr>
          </a:lstStyle>
          <a:p>
            <a:pPr>
              <a:defRPr/>
            </a:pPr>
            <a:endParaRPr lang="en-US" altLang="zh-CN"/>
          </a:p>
        </p:txBody>
      </p:sp>
      <p:sp>
        <p:nvSpPr>
          <p:cNvPr id="6" name="Rectangle 13">
            <a:extLst>
              <a:ext uri="{FF2B5EF4-FFF2-40B4-BE49-F238E27FC236}">
                <a16:creationId xmlns:a16="http://schemas.microsoft.com/office/drawing/2014/main" id="{54E36240-FA62-8027-3821-D40DEB78E100}"/>
              </a:ext>
            </a:extLst>
          </p:cNvPr>
          <p:cNvSpPr>
            <a:spLocks noGrp="1" noChangeArrowheads="1"/>
          </p:cNvSpPr>
          <p:nvPr>
            <p:ph type="sldNum" sz="quarter" idx="12"/>
          </p:nvPr>
        </p:nvSpPr>
        <p:spPr>
          <a:ln/>
        </p:spPr>
        <p:txBody>
          <a:bodyPr/>
          <a:lstStyle>
            <a:lvl1pPr>
              <a:defRPr/>
            </a:lvl1pPr>
          </a:lstStyle>
          <a:p>
            <a:fld id="{05BB1C6D-14C1-844E-9115-70642E9631DF}" type="slidenum">
              <a:rPr lang="zh-CN" altLang="en-US"/>
              <a:pPr/>
              <a:t>‹#›</a:t>
            </a:fld>
            <a:endParaRPr lang="zh-CN" altLang="en-US"/>
          </a:p>
        </p:txBody>
      </p:sp>
    </p:spTree>
    <p:extLst>
      <p:ext uri="{BB962C8B-B14F-4D97-AF65-F5344CB8AC3E}">
        <p14:creationId xmlns:p14="http://schemas.microsoft.com/office/powerpoint/2010/main" val="1114928925"/>
      </p:ext>
    </p:extLst>
  </p:cSld>
  <p:clrMapOvr>
    <a:masterClrMapping/>
  </p:clrMapOvr>
  <p:transition spd="med">
    <p:zoom/>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txAndObj">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1100138" y="152400"/>
            <a:ext cx="7793037" cy="684213"/>
          </a:xfrm>
        </p:spPr>
        <p:txBody>
          <a:bodyPr/>
          <a:lstStyle/>
          <a:p>
            <a:r>
              <a:rPr lang="zh-CN" altLang="en-US" noProof="1"/>
              <a:t>单击此处编辑母版标题样式</a:t>
            </a:r>
          </a:p>
        </p:txBody>
      </p:sp>
      <p:sp>
        <p:nvSpPr>
          <p:cNvPr id="3" name="文本占位符 2"/>
          <p:cNvSpPr>
            <a:spLocks noGrp="1"/>
          </p:cNvSpPr>
          <p:nvPr>
            <p:ph type="body" sz="half" idx="1"/>
          </p:nvPr>
        </p:nvSpPr>
        <p:spPr>
          <a:xfrm>
            <a:off x="1131888" y="1052513"/>
            <a:ext cx="3810000" cy="4897437"/>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half" idx="2"/>
          </p:nvPr>
        </p:nvSpPr>
        <p:spPr>
          <a:xfrm>
            <a:off x="5094288" y="1052513"/>
            <a:ext cx="3810000" cy="4897437"/>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Rectangle 11">
            <a:extLst>
              <a:ext uri="{FF2B5EF4-FFF2-40B4-BE49-F238E27FC236}">
                <a16:creationId xmlns:a16="http://schemas.microsoft.com/office/drawing/2014/main" id="{9E7F3919-7EA5-6F67-3AE8-68D52AB184D9}"/>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12">
            <a:extLst>
              <a:ext uri="{FF2B5EF4-FFF2-40B4-BE49-F238E27FC236}">
                <a16:creationId xmlns:a16="http://schemas.microsoft.com/office/drawing/2014/main" id="{39302C6E-A7D3-08B5-0A00-7C3AFFAF56D3}"/>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13">
            <a:extLst>
              <a:ext uri="{FF2B5EF4-FFF2-40B4-BE49-F238E27FC236}">
                <a16:creationId xmlns:a16="http://schemas.microsoft.com/office/drawing/2014/main" id="{CD31715F-DFEC-83EE-E106-658A9573BEB2}"/>
              </a:ext>
            </a:extLst>
          </p:cNvPr>
          <p:cNvSpPr>
            <a:spLocks noGrp="1" noChangeArrowheads="1"/>
          </p:cNvSpPr>
          <p:nvPr>
            <p:ph type="sldNum" sz="quarter" idx="12"/>
          </p:nvPr>
        </p:nvSpPr>
        <p:spPr>
          <a:ln/>
        </p:spPr>
        <p:txBody>
          <a:bodyPr/>
          <a:lstStyle>
            <a:lvl1pPr>
              <a:defRPr/>
            </a:lvl1pPr>
          </a:lstStyle>
          <a:p>
            <a:fld id="{2BC2CC6A-57BA-3B42-900E-EFC3EDB86DE9}" type="slidenum">
              <a:rPr lang="zh-CN" altLang="en-US"/>
              <a:pPr/>
              <a:t>‹#›</a:t>
            </a:fld>
            <a:endParaRPr lang="zh-CN" altLang="en-US"/>
          </a:p>
        </p:txBody>
      </p:sp>
    </p:spTree>
    <p:extLst>
      <p:ext uri="{BB962C8B-B14F-4D97-AF65-F5344CB8AC3E}">
        <p14:creationId xmlns:p14="http://schemas.microsoft.com/office/powerpoint/2010/main" val="4205104564"/>
      </p:ext>
    </p:extLst>
  </p:cSld>
  <p:clrMapOvr>
    <a:masterClrMapping/>
  </p:clrMapOvr>
  <p:transition spd="med">
    <p:zoom/>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2.tiff"/><Relationship Id="rId2" Type="http://schemas.openxmlformats.org/officeDocument/2006/relationships/slideLayout" Target="../slideLayouts/slideLayout2.xml"/><Relationship Id="rId16" Type="http://schemas.openxmlformats.org/officeDocument/2006/relationships/image" Target="../media/image1.tiff"/><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1026" name="Rectangle 7">
            <a:extLst>
              <a:ext uri="{FF2B5EF4-FFF2-40B4-BE49-F238E27FC236}">
                <a16:creationId xmlns:a16="http://schemas.microsoft.com/office/drawing/2014/main" id="{A9824247-C8A8-C57F-CAEC-3A223BA6F4D0}"/>
              </a:ext>
            </a:extLst>
          </p:cNvPr>
          <p:cNvSpPr>
            <a:spLocks noChangeArrowheads="1"/>
          </p:cNvSpPr>
          <p:nvPr/>
        </p:nvSpPr>
        <p:spPr bwMode="auto">
          <a:xfrm>
            <a:off x="711201" y="269881"/>
            <a:ext cx="31750" cy="10525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lnSpc>
                <a:spcPct val="100000"/>
              </a:lnSpc>
              <a:spcBef>
                <a:spcPct val="0"/>
              </a:spcBef>
              <a:buClrTx/>
              <a:buSzTx/>
              <a:buFontTx/>
              <a:buNone/>
            </a:pPr>
            <a:endParaRPr lang="zh-CN" altLang="en-US" sz="1800"/>
          </a:p>
        </p:txBody>
      </p:sp>
      <p:sp>
        <p:nvSpPr>
          <p:cNvPr id="1027" name="Rectangle 8">
            <a:extLst>
              <a:ext uri="{FF2B5EF4-FFF2-40B4-BE49-F238E27FC236}">
                <a16:creationId xmlns:a16="http://schemas.microsoft.com/office/drawing/2014/main" id="{4A0B2333-B6EA-176D-0028-5AB7711DF1B1}"/>
              </a:ext>
            </a:extLst>
          </p:cNvPr>
          <p:cNvSpPr>
            <a:spLocks noChangeArrowheads="1"/>
          </p:cNvSpPr>
          <p:nvPr/>
        </p:nvSpPr>
        <p:spPr bwMode="auto">
          <a:xfrm>
            <a:off x="392116" y="1060450"/>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lnSpc>
                <a:spcPct val="100000"/>
              </a:lnSpc>
              <a:spcBef>
                <a:spcPct val="0"/>
              </a:spcBef>
              <a:buClrTx/>
              <a:buSzTx/>
              <a:buFontTx/>
              <a:buNone/>
            </a:pPr>
            <a:endParaRPr lang="zh-CN" altLang="en-US" sz="1800"/>
          </a:p>
        </p:txBody>
      </p:sp>
      <p:sp>
        <p:nvSpPr>
          <p:cNvPr id="1028" name="Rectangle 9">
            <a:extLst>
              <a:ext uri="{FF2B5EF4-FFF2-40B4-BE49-F238E27FC236}">
                <a16:creationId xmlns:a16="http://schemas.microsoft.com/office/drawing/2014/main" id="{0D3A9279-CA87-4E7F-DAC6-015EE242A976}"/>
              </a:ext>
            </a:extLst>
          </p:cNvPr>
          <p:cNvSpPr>
            <a:spLocks noGrp="1" noChangeArrowheads="1"/>
          </p:cNvSpPr>
          <p:nvPr>
            <p:ph type="title" idx="4294967295"/>
          </p:nvPr>
        </p:nvSpPr>
        <p:spPr bwMode="auto">
          <a:xfrm>
            <a:off x="1042988" y="225431"/>
            <a:ext cx="7850187" cy="746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zh-CN" altLang="en-US"/>
              <a:t>单击此处编辑母版标题样式</a:t>
            </a:r>
          </a:p>
        </p:txBody>
      </p:sp>
      <p:sp>
        <p:nvSpPr>
          <p:cNvPr id="1029" name="Rectangle 10">
            <a:extLst>
              <a:ext uri="{FF2B5EF4-FFF2-40B4-BE49-F238E27FC236}">
                <a16:creationId xmlns:a16="http://schemas.microsoft.com/office/drawing/2014/main" id="{86AE627A-1B93-6388-397F-5C8186FBAFEE}"/>
              </a:ext>
            </a:extLst>
          </p:cNvPr>
          <p:cNvSpPr>
            <a:spLocks noGrp="1" noChangeArrowheads="1"/>
          </p:cNvSpPr>
          <p:nvPr>
            <p:ph type="body" idx="4294967295"/>
          </p:nvPr>
        </p:nvSpPr>
        <p:spPr bwMode="auto">
          <a:xfrm>
            <a:off x="935038" y="1233488"/>
            <a:ext cx="7772400" cy="4895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64523" name="Rectangle 11">
            <a:extLst>
              <a:ext uri="{FF2B5EF4-FFF2-40B4-BE49-F238E27FC236}">
                <a16:creationId xmlns:a16="http://schemas.microsoft.com/office/drawing/2014/main" id="{DE3D8E3B-D458-C570-9919-DE02EA9FC78D}"/>
              </a:ext>
            </a:extLst>
          </p:cNvPr>
          <p:cNvSpPr>
            <a:spLocks noGrp="1" noChangeArrowheads="1"/>
          </p:cNvSpPr>
          <p:nvPr>
            <p:ph type="dt" sz="half" idx="2"/>
          </p:nvPr>
        </p:nvSpPr>
        <p:spPr bwMode="auto">
          <a:xfrm>
            <a:off x="914400" y="6324600"/>
            <a:ext cx="1905000" cy="457200"/>
          </a:xfrm>
          <a:prstGeom prst="rect">
            <a:avLst/>
          </a:prstGeom>
          <a:noFill/>
          <a:ln w="9525">
            <a:noFill/>
            <a:miter lim="800000"/>
          </a:ln>
          <a:effectLst/>
        </p:spPr>
        <p:txBody>
          <a:bodyPr vert="horz" wrap="square" lIns="91440" tIns="45720" rIns="91440" bIns="45720" numCol="1" anchor="b" anchorCtr="0" compatLnSpc="1"/>
          <a:lstStyle>
            <a:lvl1pPr algn="l">
              <a:lnSpc>
                <a:spcPct val="100000"/>
              </a:lnSpc>
              <a:spcBef>
                <a:spcPct val="0"/>
              </a:spcBef>
              <a:buClrTx/>
              <a:buSzTx/>
              <a:buFontTx/>
              <a:buNone/>
              <a:defRPr kumimoji="0" sz="1050"/>
            </a:lvl1pPr>
          </a:lstStyle>
          <a:p>
            <a:pPr>
              <a:defRPr/>
            </a:pPr>
            <a:endParaRPr lang="en-US" altLang="zh-CN" dirty="0"/>
          </a:p>
        </p:txBody>
      </p:sp>
      <p:sp>
        <p:nvSpPr>
          <p:cNvPr id="64525" name="Rectangle 13">
            <a:extLst>
              <a:ext uri="{FF2B5EF4-FFF2-40B4-BE49-F238E27FC236}">
                <a16:creationId xmlns:a16="http://schemas.microsoft.com/office/drawing/2014/main" id="{C2D98F74-F2B6-4A7D-03A8-AB9BF3598B96}"/>
              </a:ext>
            </a:extLst>
          </p:cNvPr>
          <p:cNvSpPr>
            <a:spLocks noGrp="1" noChangeArrowheads="1"/>
          </p:cNvSpPr>
          <p:nvPr>
            <p:ph type="sldNum" sz="quarter" idx="4"/>
          </p:nvPr>
        </p:nvSpPr>
        <p:spPr bwMode="auto">
          <a:xfrm>
            <a:off x="6781800" y="6324600"/>
            <a:ext cx="1905000" cy="457200"/>
          </a:xfrm>
          <a:prstGeom prst="rect">
            <a:avLst/>
          </a:prstGeom>
          <a:noFill/>
          <a:ln w="9525">
            <a:noFill/>
            <a:miter lim="800000"/>
          </a:ln>
          <a:effectLst/>
        </p:spPr>
        <p:txBody>
          <a:bodyPr vert="horz" wrap="square" lIns="91440" tIns="45720" rIns="91440" bIns="45720" numCol="1" anchor="b" anchorCtr="0" compatLnSpc="1">
            <a:prstTxWarp prst="textNoShape">
              <a:avLst/>
            </a:prstTxWarp>
          </a:bodyPr>
          <a:lstStyle>
            <a:lvl1pPr algn="r">
              <a:lnSpc>
                <a:spcPct val="100000"/>
              </a:lnSpc>
              <a:spcBef>
                <a:spcPct val="0"/>
              </a:spcBef>
              <a:buClrTx/>
              <a:buSzTx/>
              <a:buFontTx/>
              <a:buNone/>
              <a:defRPr sz="1050"/>
            </a:lvl1pPr>
          </a:lstStyle>
          <a:p>
            <a:fld id="{6F73D78D-38BD-D44D-8D86-2D2DB0BEC18B}" type="slidenum">
              <a:rPr lang="zh-CN" altLang="en-US" smtClean="0"/>
              <a:pPr/>
              <a:t>‹#›</a:t>
            </a:fld>
            <a:endParaRPr lang="zh-CN" altLang="en-US" dirty="0"/>
          </a:p>
        </p:txBody>
      </p:sp>
      <p:pic>
        <p:nvPicPr>
          <p:cNvPr id="5" name="图片 4">
            <a:extLst>
              <a:ext uri="{FF2B5EF4-FFF2-40B4-BE49-F238E27FC236}">
                <a16:creationId xmlns:a16="http://schemas.microsoft.com/office/drawing/2014/main" id="{C3BB9AFC-C9BC-E655-334A-DE8EBC2F172F}"/>
              </a:ext>
            </a:extLst>
          </p:cNvPr>
          <p:cNvPicPr>
            <a:picLocks noChangeAspect="1"/>
          </p:cNvPicPr>
          <p:nvPr userDrawn="1"/>
        </p:nvPicPr>
        <p:blipFill>
          <a:blip r:embed="rId16"/>
          <a:stretch>
            <a:fillRect/>
          </a:stretch>
        </p:blipFill>
        <p:spPr>
          <a:xfrm>
            <a:off x="8532443" y="5624518"/>
            <a:ext cx="512549" cy="1106809"/>
          </a:xfrm>
          <a:prstGeom prst="rect">
            <a:avLst/>
          </a:prstGeom>
        </p:spPr>
      </p:pic>
      <p:pic>
        <p:nvPicPr>
          <p:cNvPr id="6" name="图片 5">
            <a:extLst>
              <a:ext uri="{FF2B5EF4-FFF2-40B4-BE49-F238E27FC236}">
                <a16:creationId xmlns:a16="http://schemas.microsoft.com/office/drawing/2014/main" id="{3CE6F6BF-4B21-EBA8-0316-496A78B2CDF2}"/>
              </a:ext>
            </a:extLst>
          </p:cNvPr>
          <p:cNvPicPr>
            <a:picLocks noChangeAspect="1"/>
          </p:cNvPicPr>
          <p:nvPr userDrawn="1"/>
        </p:nvPicPr>
        <p:blipFill>
          <a:blip r:embed="rId17"/>
          <a:stretch>
            <a:fillRect/>
          </a:stretch>
        </p:blipFill>
        <p:spPr>
          <a:xfrm rot="3532301">
            <a:off x="53066" y="512497"/>
            <a:ext cx="678101" cy="376134"/>
          </a:xfrm>
          <a:prstGeom prst="rect">
            <a:avLst/>
          </a:prstGeom>
        </p:spPr>
      </p:pic>
    </p:spTree>
    <p:extLst>
      <p:ext uri="{BB962C8B-B14F-4D97-AF65-F5344CB8AC3E}">
        <p14:creationId xmlns:p14="http://schemas.microsoft.com/office/powerpoint/2010/main" val="379451504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Lst>
  <p:transition spd="med">
    <p:zoom/>
  </p:transition>
  <p:hf hdr="0" ftr="0" dt="0"/>
  <p:txStyles>
    <p:titleStyle>
      <a:lvl1pPr algn="l" rtl="0" eaLnBrk="0" fontAlgn="base" hangingPunct="0">
        <a:spcBef>
          <a:spcPct val="0"/>
        </a:spcBef>
        <a:spcAft>
          <a:spcPct val="0"/>
        </a:spcAft>
        <a:defRPr sz="3300">
          <a:solidFill>
            <a:schemeClr val="tx2"/>
          </a:solidFill>
          <a:latin typeface="+mj-lt"/>
          <a:ea typeface="+mj-ea"/>
          <a:cs typeface="+mj-cs"/>
        </a:defRPr>
      </a:lvl1pPr>
      <a:lvl2pPr algn="l" rtl="0" eaLnBrk="0" fontAlgn="base" hangingPunct="0">
        <a:spcBef>
          <a:spcPct val="0"/>
        </a:spcBef>
        <a:spcAft>
          <a:spcPct val="0"/>
        </a:spcAft>
        <a:defRPr sz="3300">
          <a:solidFill>
            <a:schemeClr val="tx2"/>
          </a:solidFill>
          <a:latin typeface="Tahoma" panose="020B0604030504040204" pitchFamily="34" charset="0"/>
          <a:ea typeface="宋体" panose="02010600030101010101" pitchFamily="2" charset="-122"/>
        </a:defRPr>
      </a:lvl2pPr>
      <a:lvl3pPr algn="l" rtl="0" eaLnBrk="0" fontAlgn="base" hangingPunct="0">
        <a:spcBef>
          <a:spcPct val="0"/>
        </a:spcBef>
        <a:spcAft>
          <a:spcPct val="0"/>
        </a:spcAft>
        <a:defRPr sz="3300">
          <a:solidFill>
            <a:schemeClr val="tx2"/>
          </a:solidFill>
          <a:latin typeface="Tahoma" panose="020B0604030504040204" pitchFamily="34" charset="0"/>
          <a:ea typeface="宋体" panose="02010600030101010101" pitchFamily="2" charset="-122"/>
        </a:defRPr>
      </a:lvl3pPr>
      <a:lvl4pPr algn="l" rtl="0" eaLnBrk="0" fontAlgn="base" hangingPunct="0">
        <a:spcBef>
          <a:spcPct val="0"/>
        </a:spcBef>
        <a:spcAft>
          <a:spcPct val="0"/>
        </a:spcAft>
        <a:defRPr sz="3300">
          <a:solidFill>
            <a:schemeClr val="tx2"/>
          </a:solidFill>
          <a:latin typeface="Tahoma" panose="020B0604030504040204" pitchFamily="34" charset="0"/>
          <a:ea typeface="宋体" panose="02010600030101010101" pitchFamily="2" charset="-122"/>
        </a:defRPr>
      </a:lvl4pPr>
      <a:lvl5pPr algn="l" rtl="0" eaLnBrk="0" fontAlgn="base" hangingPunct="0">
        <a:spcBef>
          <a:spcPct val="0"/>
        </a:spcBef>
        <a:spcAft>
          <a:spcPct val="0"/>
        </a:spcAft>
        <a:defRPr sz="3300">
          <a:solidFill>
            <a:schemeClr val="tx2"/>
          </a:solidFill>
          <a:latin typeface="Tahoma" panose="020B0604030504040204" pitchFamily="34" charset="0"/>
          <a:ea typeface="宋体" panose="02010600030101010101" pitchFamily="2" charset="-122"/>
        </a:defRPr>
      </a:lvl5pPr>
      <a:lvl6pPr marL="342884" algn="l" rtl="0" fontAlgn="base">
        <a:spcBef>
          <a:spcPct val="0"/>
        </a:spcBef>
        <a:spcAft>
          <a:spcPct val="0"/>
        </a:spcAft>
        <a:defRPr kumimoji="1" sz="3300">
          <a:solidFill>
            <a:schemeClr val="tx2"/>
          </a:solidFill>
          <a:latin typeface="Tahoma" panose="020B0604030504040204" pitchFamily="34" charset="0"/>
          <a:ea typeface="宋体" panose="02010600030101010101" pitchFamily="2" charset="-122"/>
        </a:defRPr>
      </a:lvl6pPr>
      <a:lvl7pPr marL="685766" algn="l" rtl="0" fontAlgn="base">
        <a:spcBef>
          <a:spcPct val="0"/>
        </a:spcBef>
        <a:spcAft>
          <a:spcPct val="0"/>
        </a:spcAft>
        <a:defRPr kumimoji="1" sz="3300">
          <a:solidFill>
            <a:schemeClr val="tx2"/>
          </a:solidFill>
          <a:latin typeface="Tahoma" panose="020B0604030504040204" pitchFamily="34" charset="0"/>
          <a:ea typeface="宋体" panose="02010600030101010101" pitchFamily="2" charset="-122"/>
        </a:defRPr>
      </a:lvl7pPr>
      <a:lvl8pPr marL="1028649" algn="l" rtl="0" fontAlgn="base">
        <a:spcBef>
          <a:spcPct val="0"/>
        </a:spcBef>
        <a:spcAft>
          <a:spcPct val="0"/>
        </a:spcAft>
        <a:defRPr kumimoji="1" sz="3300">
          <a:solidFill>
            <a:schemeClr val="tx2"/>
          </a:solidFill>
          <a:latin typeface="Tahoma" panose="020B0604030504040204" pitchFamily="34" charset="0"/>
          <a:ea typeface="宋体" panose="02010600030101010101" pitchFamily="2" charset="-122"/>
        </a:defRPr>
      </a:lvl8pPr>
      <a:lvl9pPr marL="1371532" algn="l" rtl="0" fontAlgn="base">
        <a:spcBef>
          <a:spcPct val="0"/>
        </a:spcBef>
        <a:spcAft>
          <a:spcPct val="0"/>
        </a:spcAft>
        <a:defRPr kumimoji="1" sz="3300">
          <a:solidFill>
            <a:schemeClr val="tx2"/>
          </a:solidFill>
          <a:latin typeface="Tahoma" panose="020B0604030504040204" pitchFamily="34" charset="0"/>
          <a:ea typeface="宋体" panose="02010600030101010101" pitchFamily="2" charset="-122"/>
        </a:defRPr>
      </a:lvl9pPr>
    </p:titleStyle>
    <p:bodyStyle>
      <a:lvl1pPr marL="257162" indent="-257162" algn="l" rtl="0" eaLnBrk="1" fontAlgn="base" hangingPunct="1">
        <a:lnSpc>
          <a:spcPct val="114000"/>
        </a:lnSpc>
        <a:spcBef>
          <a:spcPct val="20000"/>
        </a:spcBef>
        <a:spcAft>
          <a:spcPct val="0"/>
        </a:spcAft>
        <a:buClr>
          <a:schemeClr val="tx1"/>
        </a:buClr>
        <a:buSzPct val="60000"/>
        <a:buFont typeface="Wingdings" pitchFamily="2" charset="2"/>
        <a:buChar char="n"/>
        <a:defRPr sz="2250">
          <a:solidFill>
            <a:schemeClr val="tx1"/>
          </a:solidFill>
          <a:latin typeface="+mn-lt"/>
          <a:ea typeface="+mn-ea"/>
          <a:cs typeface="+mn-cs"/>
        </a:defRPr>
      </a:lvl1pPr>
      <a:lvl2pPr marL="557185" indent="-214303" algn="l" rtl="0" eaLnBrk="1" fontAlgn="base" hangingPunct="1">
        <a:lnSpc>
          <a:spcPct val="114000"/>
        </a:lnSpc>
        <a:spcBef>
          <a:spcPct val="20000"/>
        </a:spcBef>
        <a:spcAft>
          <a:spcPct val="0"/>
        </a:spcAft>
        <a:buClr>
          <a:srgbClr val="C00000"/>
        </a:buClr>
        <a:buSzPct val="55000"/>
        <a:buFont typeface="Wingdings" pitchFamily="2" charset="2"/>
        <a:buChar char="n"/>
        <a:defRPr sz="1950">
          <a:solidFill>
            <a:schemeClr val="tx1"/>
          </a:solidFill>
          <a:latin typeface="+mn-lt"/>
          <a:ea typeface="+mn-ea"/>
        </a:defRPr>
      </a:lvl2pPr>
      <a:lvl3pPr marL="857207" indent="-171442" algn="l" rtl="0" eaLnBrk="1" fontAlgn="base" hangingPunct="1">
        <a:lnSpc>
          <a:spcPct val="114000"/>
        </a:lnSpc>
        <a:spcBef>
          <a:spcPct val="20000"/>
        </a:spcBef>
        <a:spcAft>
          <a:spcPct val="0"/>
        </a:spcAft>
        <a:buClr>
          <a:schemeClr val="tx2"/>
        </a:buClr>
        <a:buSzPct val="50000"/>
        <a:buFont typeface="Wingdings" pitchFamily="2" charset="2"/>
        <a:buChar char="n"/>
        <a:defRPr sz="1650">
          <a:solidFill>
            <a:schemeClr val="tx1"/>
          </a:solidFill>
          <a:latin typeface="+mn-lt"/>
          <a:ea typeface="+mn-ea"/>
        </a:defRPr>
      </a:lvl3pPr>
      <a:lvl4pPr marL="1200090" indent="-171442" algn="l" rtl="0" eaLnBrk="1" fontAlgn="base" hangingPunct="1">
        <a:lnSpc>
          <a:spcPct val="114000"/>
        </a:lnSpc>
        <a:spcBef>
          <a:spcPct val="20000"/>
        </a:spcBef>
        <a:spcAft>
          <a:spcPct val="0"/>
        </a:spcAft>
        <a:buClr>
          <a:schemeClr val="accent6">
            <a:lumMod val="50000"/>
          </a:schemeClr>
        </a:buClr>
        <a:buSzPct val="55000"/>
        <a:buFont typeface="Wingdings" pitchFamily="2" charset="2"/>
        <a:buChar char="n"/>
        <a:defRPr sz="1350">
          <a:solidFill>
            <a:schemeClr val="tx1"/>
          </a:solidFill>
          <a:latin typeface="+mn-lt"/>
          <a:ea typeface="+mn-ea"/>
        </a:defRPr>
      </a:lvl4pPr>
      <a:lvl5pPr marL="1542974" indent="-171442" algn="l" rtl="0" eaLnBrk="1" fontAlgn="base" hangingPunct="1">
        <a:lnSpc>
          <a:spcPct val="114000"/>
        </a:lnSpc>
        <a:spcBef>
          <a:spcPct val="20000"/>
        </a:spcBef>
        <a:spcAft>
          <a:spcPct val="0"/>
        </a:spcAft>
        <a:buClr>
          <a:schemeClr val="accent5">
            <a:lumMod val="25000"/>
          </a:schemeClr>
        </a:buClr>
        <a:buSzPct val="50000"/>
        <a:buFont typeface="Wingdings" pitchFamily="2" charset="2"/>
        <a:buChar char="n"/>
        <a:defRPr sz="1350">
          <a:solidFill>
            <a:schemeClr val="tx1"/>
          </a:solidFill>
          <a:latin typeface="+mn-lt"/>
          <a:ea typeface="+mn-ea"/>
        </a:defRPr>
      </a:lvl5pPr>
      <a:lvl6pPr marL="1885856" indent="-171442" algn="l" rtl="0" fontAlgn="base">
        <a:spcBef>
          <a:spcPct val="20000"/>
        </a:spcBef>
        <a:spcAft>
          <a:spcPct val="0"/>
        </a:spcAft>
        <a:buClr>
          <a:schemeClr val="accent1"/>
        </a:buClr>
        <a:buSzPct val="50000"/>
        <a:buFont typeface="Wingdings" panose="05000000000000000000" pitchFamily="2" charset="2"/>
        <a:buChar char="n"/>
        <a:defRPr kumimoji="1" sz="1500">
          <a:solidFill>
            <a:schemeClr val="tx1"/>
          </a:solidFill>
          <a:latin typeface="+mn-lt"/>
          <a:ea typeface="+mn-ea"/>
        </a:defRPr>
      </a:lvl6pPr>
      <a:lvl7pPr marL="2228739" indent="-171442" algn="l" rtl="0" fontAlgn="base">
        <a:spcBef>
          <a:spcPct val="20000"/>
        </a:spcBef>
        <a:spcAft>
          <a:spcPct val="0"/>
        </a:spcAft>
        <a:buClr>
          <a:schemeClr val="accent1"/>
        </a:buClr>
        <a:buSzPct val="50000"/>
        <a:buFont typeface="Wingdings" panose="05000000000000000000" pitchFamily="2" charset="2"/>
        <a:buChar char="n"/>
        <a:defRPr kumimoji="1" sz="1500">
          <a:solidFill>
            <a:schemeClr val="tx1"/>
          </a:solidFill>
          <a:latin typeface="+mn-lt"/>
          <a:ea typeface="+mn-ea"/>
        </a:defRPr>
      </a:lvl7pPr>
      <a:lvl8pPr marL="2571622" indent="-171442" algn="l" rtl="0" fontAlgn="base">
        <a:spcBef>
          <a:spcPct val="20000"/>
        </a:spcBef>
        <a:spcAft>
          <a:spcPct val="0"/>
        </a:spcAft>
        <a:buClr>
          <a:schemeClr val="accent1"/>
        </a:buClr>
        <a:buSzPct val="50000"/>
        <a:buFont typeface="Wingdings" panose="05000000000000000000" pitchFamily="2" charset="2"/>
        <a:buChar char="n"/>
        <a:defRPr kumimoji="1" sz="1500">
          <a:solidFill>
            <a:schemeClr val="tx1"/>
          </a:solidFill>
          <a:latin typeface="+mn-lt"/>
          <a:ea typeface="+mn-ea"/>
        </a:defRPr>
      </a:lvl8pPr>
      <a:lvl9pPr marL="2914505" indent="-171442" algn="l" rtl="0" fontAlgn="base">
        <a:spcBef>
          <a:spcPct val="20000"/>
        </a:spcBef>
        <a:spcAft>
          <a:spcPct val="0"/>
        </a:spcAft>
        <a:buClr>
          <a:schemeClr val="accent1"/>
        </a:buClr>
        <a:buSzPct val="50000"/>
        <a:buFont typeface="Wingdings" panose="05000000000000000000" pitchFamily="2" charset="2"/>
        <a:buChar char="n"/>
        <a:defRPr kumimoji="1" sz="1500">
          <a:solidFill>
            <a:schemeClr val="tx1"/>
          </a:solidFill>
          <a:latin typeface="+mn-lt"/>
          <a:ea typeface="+mn-ea"/>
        </a:defRPr>
      </a:lvl9pPr>
    </p:bodyStyle>
    <p:otherStyle>
      <a:defPPr>
        <a:defRPr lang="zh-CN"/>
      </a:defPPr>
      <a:lvl1pPr marL="0" algn="l" defTabSz="685766" rtl="0" eaLnBrk="1" latinLnBrk="0" hangingPunct="1">
        <a:defRPr sz="1350" kern="1200">
          <a:solidFill>
            <a:schemeClr val="tx1"/>
          </a:solidFill>
          <a:latin typeface="+mn-lt"/>
          <a:ea typeface="+mn-ea"/>
          <a:cs typeface="+mn-cs"/>
        </a:defRPr>
      </a:lvl1pPr>
      <a:lvl2pPr marL="342884" algn="l" defTabSz="685766" rtl="0" eaLnBrk="1" latinLnBrk="0" hangingPunct="1">
        <a:defRPr sz="1350" kern="1200">
          <a:solidFill>
            <a:schemeClr val="tx1"/>
          </a:solidFill>
          <a:latin typeface="+mn-lt"/>
          <a:ea typeface="+mn-ea"/>
          <a:cs typeface="+mn-cs"/>
        </a:defRPr>
      </a:lvl2pPr>
      <a:lvl3pPr marL="685766" algn="l" defTabSz="685766" rtl="0" eaLnBrk="1" latinLnBrk="0" hangingPunct="1">
        <a:defRPr sz="1350" kern="1200">
          <a:solidFill>
            <a:schemeClr val="tx1"/>
          </a:solidFill>
          <a:latin typeface="+mn-lt"/>
          <a:ea typeface="+mn-ea"/>
          <a:cs typeface="+mn-cs"/>
        </a:defRPr>
      </a:lvl3pPr>
      <a:lvl4pPr marL="1028649" algn="l" defTabSz="685766" rtl="0" eaLnBrk="1" latinLnBrk="0" hangingPunct="1">
        <a:defRPr sz="1350" kern="1200">
          <a:solidFill>
            <a:schemeClr val="tx1"/>
          </a:solidFill>
          <a:latin typeface="+mn-lt"/>
          <a:ea typeface="+mn-ea"/>
          <a:cs typeface="+mn-cs"/>
        </a:defRPr>
      </a:lvl4pPr>
      <a:lvl5pPr marL="1371532" algn="l" defTabSz="685766" rtl="0" eaLnBrk="1" latinLnBrk="0" hangingPunct="1">
        <a:defRPr sz="1350" kern="1200">
          <a:solidFill>
            <a:schemeClr val="tx1"/>
          </a:solidFill>
          <a:latin typeface="+mn-lt"/>
          <a:ea typeface="+mn-ea"/>
          <a:cs typeface="+mn-cs"/>
        </a:defRPr>
      </a:lvl5pPr>
      <a:lvl6pPr marL="1714415" algn="l" defTabSz="685766" rtl="0" eaLnBrk="1" latinLnBrk="0" hangingPunct="1">
        <a:defRPr sz="1350" kern="1200">
          <a:solidFill>
            <a:schemeClr val="tx1"/>
          </a:solidFill>
          <a:latin typeface="+mn-lt"/>
          <a:ea typeface="+mn-ea"/>
          <a:cs typeface="+mn-cs"/>
        </a:defRPr>
      </a:lvl6pPr>
      <a:lvl7pPr marL="2057297" algn="l" defTabSz="685766" rtl="0" eaLnBrk="1" latinLnBrk="0" hangingPunct="1">
        <a:defRPr sz="1350" kern="1200">
          <a:solidFill>
            <a:schemeClr val="tx1"/>
          </a:solidFill>
          <a:latin typeface="+mn-lt"/>
          <a:ea typeface="+mn-ea"/>
          <a:cs typeface="+mn-cs"/>
        </a:defRPr>
      </a:lvl7pPr>
      <a:lvl8pPr marL="2400180" algn="l" defTabSz="685766" rtl="0" eaLnBrk="1" latinLnBrk="0" hangingPunct="1">
        <a:defRPr sz="1350" kern="1200">
          <a:solidFill>
            <a:schemeClr val="tx1"/>
          </a:solidFill>
          <a:latin typeface="+mn-lt"/>
          <a:ea typeface="+mn-ea"/>
          <a:cs typeface="+mn-cs"/>
        </a:defRPr>
      </a:lvl8pPr>
      <a:lvl9pPr marL="2743064" algn="l" defTabSz="685766"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A478220-5F10-3448-53B0-A082ACF36790}"/>
              </a:ext>
            </a:extLst>
          </p:cNvPr>
          <p:cNvSpPr>
            <a:spLocks noGrp="1"/>
          </p:cNvSpPr>
          <p:nvPr>
            <p:ph type="title"/>
          </p:nvPr>
        </p:nvSpPr>
        <p:spPr>
          <a:xfrm>
            <a:off x="1042988" y="225431"/>
            <a:ext cx="7850187" cy="746125"/>
          </a:xfrm>
        </p:spPr>
        <p:txBody>
          <a:bodyPr/>
          <a:lstStyle/>
          <a:p>
            <a:r>
              <a:rPr lang="zh-CN" altLang="en-US" dirty="0"/>
              <a:t>第</a:t>
            </a:r>
            <a:r>
              <a:rPr lang="en-US" altLang="zh-CN" dirty="0"/>
              <a:t>6</a:t>
            </a:r>
            <a:r>
              <a:rPr lang="zh-CN" altLang="en-US" dirty="0"/>
              <a:t>章 死锁</a:t>
            </a:r>
          </a:p>
        </p:txBody>
      </p:sp>
      <p:sp>
        <p:nvSpPr>
          <p:cNvPr id="3" name="内容占位符 2">
            <a:extLst>
              <a:ext uri="{FF2B5EF4-FFF2-40B4-BE49-F238E27FC236}">
                <a16:creationId xmlns:a16="http://schemas.microsoft.com/office/drawing/2014/main" id="{AD7B2C0A-B2D8-3755-E6C0-89A613AD7E93}"/>
              </a:ext>
            </a:extLst>
          </p:cNvPr>
          <p:cNvSpPr>
            <a:spLocks noGrp="1"/>
          </p:cNvSpPr>
          <p:nvPr>
            <p:ph idx="1"/>
          </p:nvPr>
        </p:nvSpPr>
        <p:spPr>
          <a:xfrm>
            <a:off x="935038" y="1233488"/>
            <a:ext cx="7772400" cy="4895850"/>
          </a:xfrm>
        </p:spPr>
        <p:txBody>
          <a:bodyPr>
            <a:normAutofit/>
          </a:bodyPr>
          <a:lstStyle/>
          <a:p>
            <a:r>
              <a:rPr lang="zh-CN" altLang="en-US" dirty="0"/>
              <a:t>本章内容</a:t>
            </a:r>
            <a:endParaRPr lang="en-US" altLang="zh-CN" dirty="0"/>
          </a:p>
          <a:p>
            <a:r>
              <a:rPr lang="en-US" altLang="zh-CN" dirty="0"/>
              <a:t>1.</a:t>
            </a:r>
            <a:r>
              <a:rPr lang="zh-CN" altLang="en-US" dirty="0"/>
              <a:t> 死锁的定义、产生的原因、必要条件</a:t>
            </a:r>
            <a:endParaRPr lang="zh-CN" altLang="zh-CN" dirty="0"/>
          </a:p>
          <a:p>
            <a:r>
              <a:rPr lang="en-US" altLang="zh-CN" dirty="0"/>
              <a:t>2.</a:t>
            </a:r>
            <a:r>
              <a:rPr lang="zh-CN" altLang="en-US" dirty="0"/>
              <a:t> 解决死锁的典型方法：死锁预防、死锁避免、死锁检测、死锁解除</a:t>
            </a:r>
            <a:endParaRPr lang="zh-CN" altLang="zh-CN" dirty="0"/>
          </a:p>
          <a:p>
            <a:r>
              <a:rPr lang="en-US" altLang="zh-CN" dirty="0"/>
              <a:t>3.</a:t>
            </a:r>
            <a:r>
              <a:rPr lang="zh-CN" altLang="en-US" dirty="0"/>
              <a:t> 以哲学家进餐问题为例，了解导致死锁的原因，以及怎样解决死锁</a:t>
            </a:r>
            <a:endParaRPr lang="zh-CN" altLang="zh-CN" dirty="0"/>
          </a:p>
          <a:p>
            <a:pPr marL="0" indent="0">
              <a:buNone/>
            </a:pPr>
            <a:endParaRPr lang="zh-CN" altLang="en-US" dirty="0"/>
          </a:p>
        </p:txBody>
      </p:sp>
      <p:sp>
        <p:nvSpPr>
          <p:cNvPr id="4" name="灯片编号占位符 3">
            <a:extLst>
              <a:ext uri="{FF2B5EF4-FFF2-40B4-BE49-F238E27FC236}">
                <a16:creationId xmlns:a16="http://schemas.microsoft.com/office/drawing/2014/main" id="{F5A8B553-02AE-2219-C59A-8B5B36D12789}"/>
              </a:ext>
            </a:extLst>
          </p:cNvPr>
          <p:cNvSpPr>
            <a:spLocks noGrp="1"/>
          </p:cNvSpPr>
          <p:nvPr>
            <p:ph type="sldNum" sz="quarter" idx="12"/>
          </p:nvPr>
        </p:nvSpPr>
        <p:spPr>
          <a:xfrm>
            <a:off x="6781800" y="6324600"/>
            <a:ext cx="1905000" cy="457200"/>
          </a:xfrm>
        </p:spPr>
        <p:txBody>
          <a:bodyPr/>
          <a:lstStyle/>
          <a:p>
            <a:fld id="{4093CC90-4002-504C-BD88-C9A1D374048E}" type="slidenum">
              <a:rPr lang="zh-CN" altLang="en-US" smtClean="0"/>
              <a:pPr/>
              <a:t>1</a:t>
            </a:fld>
            <a:endParaRPr lang="zh-CN" altLang="en-US" dirty="0"/>
          </a:p>
        </p:txBody>
      </p:sp>
    </p:spTree>
    <p:extLst>
      <p:ext uri="{BB962C8B-B14F-4D97-AF65-F5344CB8AC3E}">
        <p14:creationId xmlns:p14="http://schemas.microsoft.com/office/powerpoint/2010/main" val="984432439"/>
      </p:ext>
    </p:extLst>
  </p:cSld>
  <p:clrMapOvr>
    <a:masterClrMapping/>
  </p:clrMapOvr>
  <p:transition spd="med">
    <p:zoom/>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9" name="Rectangle 2">
            <a:extLst>
              <a:ext uri="{FF2B5EF4-FFF2-40B4-BE49-F238E27FC236}">
                <a16:creationId xmlns:a16="http://schemas.microsoft.com/office/drawing/2014/main" id="{07FD050F-67D9-8A56-CAFF-E3CA456B3EF6}"/>
              </a:ext>
            </a:extLst>
          </p:cNvPr>
          <p:cNvSpPr>
            <a:spLocks noGrp="1" noChangeArrowheads="1"/>
          </p:cNvSpPr>
          <p:nvPr>
            <p:ph type="title"/>
          </p:nvPr>
        </p:nvSpPr>
        <p:spPr>
          <a:xfrm>
            <a:off x="1042988" y="225431"/>
            <a:ext cx="7850187" cy="746125"/>
          </a:xfrm>
        </p:spPr>
        <p:txBody>
          <a:bodyPr/>
          <a:lstStyle/>
          <a:p>
            <a:r>
              <a:rPr lang="zh-CN" altLang="en-US" dirty="0"/>
              <a:t>系统模型</a:t>
            </a:r>
            <a:endParaRPr lang="en-US" altLang="zh-CN" dirty="0"/>
          </a:p>
        </p:txBody>
      </p:sp>
      <p:sp>
        <p:nvSpPr>
          <p:cNvPr id="305155" name="Rectangle 3">
            <a:extLst>
              <a:ext uri="{FF2B5EF4-FFF2-40B4-BE49-F238E27FC236}">
                <a16:creationId xmlns:a16="http://schemas.microsoft.com/office/drawing/2014/main" id="{5947A77B-A651-9845-2BAC-1C00D3D4A987}"/>
              </a:ext>
            </a:extLst>
          </p:cNvPr>
          <p:cNvSpPr>
            <a:spLocks noGrp="1" noChangeArrowheads="1"/>
          </p:cNvSpPr>
          <p:nvPr>
            <p:ph idx="1"/>
          </p:nvPr>
        </p:nvSpPr>
        <p:spPr>
          <a:xfrm>
            <a:off x="935038" y="1233488"/>
            <a:ext cx="7772400" cy="4895850"/>
          </a:xfrm>
        </p:spPr>
        <p:txBody>
          <a:bodyPr>
            <a:normAutofit/>
          </a:bodyPr>
          <a:lstStyle/>
          <a:p>
            <a:r>
              <a:rPr lang="zh-CN" altLang="en-US" dirty="0"/>
              <a:t>系统有</a:t>
            </a:r>
            <a:r>
              <a:rPr lang="en-US" altLang="zh-CN" dirty="0"/>
              <a:t>m</a:t>
            </a:r>
            <a:r>
              <a:rPr lang="zh-CN" altLang="en-US" dirty="0"/>
              <a:t>类资源</a:t>
            </a:r>
            <a:r>
              <a:rPr lang="en-US" altLang="en-US" dirty="0"/>
              <a:t>R</a:t>
            </a:r>
            <a:r>
              <a:rPr lang="en-US" altLang="en-US" baseline="-25000" dirty="0"/>
              <a:t>1</a:t>
            </a:r>
            <a:r>
              <a:rPr lang="en-US" altLang="en-US" dirty="0"/>
              <a:t>, R</a:t>
            </a:r>
            <a:r>
              <a:rPr lang="en-US" altLang="en-US" baseline="-25000" dirty="0"/>
              <a:t>2</a:t>
            </a:r>
            <a:r>
              <a:rPr lang="en-US" altLang="en-US" dirty="0"/>
              <a:t>, . . ., R</a:t>
            </a:r>
            <a:r>
              <a:rPr lang="en-US" altLang="en-US" baseline="-25000" dirty="0"/>
              <a:t>m </a:t>
            </a:r>
            <a:endParaRPr lang="en-US" altLang="zh-CN" dirty="0"/>
          </a:p>
          <a:p>
            <a:pPr lvl="1"/>
            <a:r>
              <a:rPr lang="en-US" altLang="zh-CN" dirty="0"/>
              <a:t>CPU</a:t>
            </a:r>
            <a:r>
              <a:rPr lang="zh-CN" altLang="en-US" dirty="0"/>
              <a:t>周期，内存空间，</a:t>
            </a:r>
            <a:r>
              <a:rPr lang="en-US" altLang="zh-CN" dirty="0"/>
              <a:t>I/O</a:t>
            </a:r>
            <a:r>
              <a:rPr lang="zh-CN" altLang="en-US" dirty="0"/>
              <a:t>设备</a:t>
            </a:r>
          </a:p>
          <a:p>
            <a:r>
              <a:rPr lang="zh-CN" altLang="en-US" dirty="0"/>
              <a:t>每一类资源</a:t>
            </a:r>
            <a:r>
              <a:rPr lang="en-US" altLang="zh-CN" dirty="0"/>
              <a:t>R</a:t>
            </a:r>
            <a:r>
              <a:rPr lang="en-US" altLang="zh-CN" baseline="-25000" dirty="0"/>
              <a:t>i</a:t>
            </a:r>
            <a:r>
              <a:rPr lang="zh-CN" altLang="en-US" dirty="0"/>
              <a:t>有</a:t>
            </a:r>
            <a:r>
              <a:rPr lang="en-US" altLang="zh-CN" dirty="0"/>
              <a:t>W</a:t>
            </a:r>
            <a:r>
              <a:rPr lang="en-US" altLang="zh-CN" baseline="-25000" dirty="0"/>
              <a:t>i</a:t>
            </a:r>
            <a:r>
              <a:rPr lang="zh-CN" altLang="en-US" dirty="0"/>
              <a:t>个实例</a:t>
            </a:r>
          </a:p>
          <a:p>
            <a:r>
              <a:rPr lang="zh-CN" altLang="en-US" dirty="0"/>
              <a:t>进程按如下方式利用资源</a:t>
            </a:r>
          </a:p>
          <a:p>
            <a:pPr lvl="1"/>
            <a:r>
              <a:rPr lang="zh-CN" altLang="en-US" dirty="0"/>
              <a:t>申请  </a:t>
            </a:r>
            <a:r>
              <a:rPr lang="en-US" altLang="zh-CN" dirty="0"/>
              <a:t>request</a:t>
            </a:r>
          </a:p>
          <a:p>
            <a:pPr lvl="1"/>
            <a:r>
              <a:rPr lang="zh-CN" altLang="en-US" dirty="0"/>
              <a:t>使用  </a:t>
            </a:r>
            <a:r>
              <a:rPr lang="en-US" altLang="zh-CN" dirty="0"/>
              <a:t>use</a:t>
            </a:r>
            <a:endParaRPr lang="zh-CN" altLang="en-US" dirty="0"/>
          </a:p>
          <a:p>
            <a:pPr lvl="1"/>
            <a:r>
              <a:rPr lang="zh-CN" altLang="en-US" dirty="0"/>
              <a:t>释放  </a:t>
            </a:r>
            <a:r>
              <a:rPr lang="en-US" altLang="zh-CN" dirty="0"/>
              <a:t>release</a:t>
            </a:r>
          </a:p>
        </p:txBody>
      </p:sp>
      <p:sp>
        <p:nvSpPr>
          <p:cNvPr id="4" name="灯片编号占位符 3">
            <a:extLst>
              <a:ext uri="{FF2B5EF4-FFF2-40B4-BE49-F238E27FC236}">
                <a16:creationId xmlns:a16="http://schemas.microsoft.com/office/drawing/2014/main" id="{34C9EC9D-7B7A-8039-ED1D-7CCA3FD2F4B2}"/>
              </a:ext>
            </a:extLst>
          </p:cNvPr>
          <p:cNvSpPr>
            <a:spLocks noGrp="1"/>
          </p:cNvSpPr>
          <p:nvPr>
            <p:ph type="sldNum" sz="quarter" idx="12"/>
          </p:nvPr>
        </p:nvSpPr>
        <p:spPr/>
        <p:txBody>
          <a:bodyPr/>
          <a:lstStyle/>
          <a:p>
            <a:fld id="{4093CC90-4002-504C-BD88-C9A1D374048E}" type="slidenum">
              <a:rPr lang="zh-CN" altLang="en-US" smtClean="0"/>
              <a:pPr/>
              <a:t>2</a:t>
            </a:fld>
            <a:endParaRPr lang="zh-CN" altLang="en-US" dirty="0"/>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305155">
                                            <p:txEl>
                                              <p:pRg st="0" end="0"/>
                                            </p:txEl>
                                          </p:spTgt>
                                        </p:tgtEl>
                                        <p:attrNameLst>
                                          <p:attrName>style.visibility</p:attrName>
                                        </p:attrNameLst>
                                      </p:cBhvr>
                                      <p:to>
                                        <p:strVal val="visible"/>
                                      </p:to>
                                    </p:set>
                                    <p:animEffect transition="in" filter="checkerboard(across)">
                                      <p:cBhvr>
                                        <p:cTn id="7" dur="500"/>
                                        <p:tgtEl>
                                          <p:spTgt spid="30515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305155">
                                            <p:txEl>
                                              <p:pRg st="1" end="1"/>
                                            </p:txEl>
                                          </p:spTgt>
                                        </p:tgtEl>
                                        <p:attrNameLst>
                                          <p:attrName>style.visibility</p:attrName>
                                        </p:attrNameLst>
                                      </p:cBhvr>
                                      <p:to>
                                        <p:strVal val="visible"/>
                                      </p:to>
                                    </p:set>
                                    <p:animEffect transition="in" filter="checkerboard(across)">
                                      <p:cBhvr>
                                        <p:cTn id="12" dur="500"/>
                                        <p:tgtEl>
                                          <p:spTgt spid="30515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305155">
                                            <p:txEl>
                                              <p:pRg st="2" end="2"/>
                                            </p:txEl>
                                          </p:spTgt>
                                        </p:tgtEl>
                                        <p:attrNameLst>
                                          <p:attrName>style.visibility</p:attrName>
                                        </p:attrNameLst>
                                      </p:cBhvr>
                                      <p:to>
                                        <p:strVal val="visible"/>
                                      </p:to>
                                    </p:set>
                                    <p:animEffect transition="in" filter="checkerboard(across)">
                                      <p:cBhvr>
                                        <p:cTn id="17" dur="500"/>
                                        <p:tgtEl>
                                          <p:spTgt spid="30515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nodeType="clickEffect">
                                  <p:stCondLst>
                                    <p:cond delay="0"/>
                                  </p:stCondLst>
                                  <p:childTnLst>
                                    <p:set>
                                      <p:cBhvr>
                                        <p:cTn id="21" dur="1" fill="hold">
                                          <p:stCondLst>
                                            <p:cond delay="0"/>
                                          </p:stCondLst>
                                        </p:cTn>
                                        <p:tgtEl>
                                          <p:spTgt spid="305155">
                                            <p:txEl>
                                              <p:pRg st="3" end="3"/>
                                            </p:txEl>
                                          </p:spTgt>
                                        </p:tgtEl>
                                        <p:attrNameLst>
                                          <p:attrName>style.visibility</p:attrName>
                                        </p:attrNameLst>
                                      </p:cBhvr>
                                      <p:to>
                                        <p:strVal val="visible"/>
                                      </p:to>
                                    </p:set>
                                    <p:animEffect transition="in" filter="checkerboard(across)">
                                      <p:cBhvr>
                                        <p:cTn id="22" dur="500"/>
                                        <p:tgtEl>
                                          <p:spTgt spid="30515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5" presetClass="entr" presetSubtype="10" fill="hold" nodeType="clickEffect">
                                  <p:stCondLst>
                                    <p:cond delay="0"/>
                                  </p:stCondLst>
                                  <p:childTnLst>
                                    <p:set>
                                      <p:cBhvr>
                                        <p:cTn id="26" dur="1" fill="hold">
                                          <p:stCondLst>
                                            <p:cond delay="0"/>
                                          </p:stCondLst>
                                        </p:cTn>
                                        <p:tgtEl>
                                          <p:spTgt spid="305155">
                                            <p:txEl>
                                              <p:pRg st="4" end="4"/>
                                            </p:txEl>
                                          </p:spTgt>
                                        </p:tgtEl>
                                        <p:attrNameLst>
                                          <p:attrName>style.visibility</p:attrName>
                                        </p:attrNameLst>
                                      </p:cBhvr>
                                      <p:to>
                                        <p:strVal val="visible"/>
                                      </p:to>
                                    </p:set>
                                    <p:animEffect transition="in" filter="checkerboard(across)">
                                      <p:cBhvr>
                                        <p:cTn id="27" dur="500"/>
                                        <p:tgtEl>
                                          <p:spTgt spid="305155">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5" presetClass="entr" presetSubtype="10" fill="hold" nodeType="clickEffect">
                                  <p:stCondLst>
                                    <p:cond delay="0"/>
                                  </p:stCondLst>
                                  <p:childTnLst>
                                    <p:set>
                                      <p:cBhvr>
                                        <p:cTn id="31" dur="1" fill="hold">
                                          <p:stCondLst>
                                            <p:cond delay="0"/>
                                          </p:stCondLst>
                                        </p:cTn>
                                        <p:tgtEl>
                                          <p:spTgt spid="305155">
                                            <p:txEl>
                                              <p:pRg st="5" end="5"/>
                                            </p:txEl>
                                          </p:spTgt>
                                        </p:tgtEl>
                                        <p:attrNameLst>
                                          <p:attrName>style.visibility</p:attrName>
                                        </p:attrNameLst>
                                      </p:cBhvr>
                                      <p:to>
                                        <p:strVal val="visible"/>
                                      </p:to>
                                    </p:set>
                                    <p:animEffect transition="in" filter="checkerboard(across)">
                                      <p:cBhvr>
                                        <p:cTn id="32" dur="500"/>
                                        <p:tgtEl>
                                          <p:spTgt spid="305155">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5" presetClass="entr" presetSubtype="10" fill="hold" nodeType="clickEffect">
                                  <p:stCondLst>
                                    <p:cond delay="0"/>
                                  </p:stCondLst>
                                  <p:childTnLst>
                                    <p:set>
                                      <p:cBhvr>
                                        <p:cTn id="36" dur="1" fill="hold">
                                          <p:stCondLst>
                                            <p:cond delay="0"/>
                                          </p:stCondLst>
                                        </p:cTn>
                                        <p:tgtEl>
                                          <p:spTgt spid="305155">
                                            <p:txEl>
                                              <p:pRg st="6" end="6"/>
                                            </p:txEl>
                                          </p:spTgt>
                                        </p:tgtEl>
                                        <p:attrNameLst>
                                          <p:attrName>style.visibility</p:attrName>
                                        </p:attrNameLst>
                                      </p:cBhvr>
                                      <p:to>
                                        <p:strVal val="visible"/>
                                      </p:to>
                                    </p:set>
                                    <p:animEffect transition="in" filter="checkerboard(across)">
                                      <p:cBhvr>
                                        <p:cTn id="37" dur="500"/>
                                        <p:tgtEl>
                                          <p:spTgt spid="305155">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5155"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F4FE983-6CAA-35CC-D0A6-12A7FCCEDD65}"/>
              </a:ext>
            </a:extLst>
          </p:cNvPr>
          <p:cNvSpPr>
            <a:spLocks noGrp="1"/>
          </p:cNvSpPr>
          <p:nvPr>
            <p:ph type="title"/>
          </p:nvPr>
        </p:nvSpPr>
        <p:spPr/>
        <p:txBody>
          <a:bodyPr/>
          <a:lstStyle/>
          <a:p>
            <a:r>
              <a:rPr kumimoji="1" lang="zh-CN" altLang="en-US" dirty="0"/>
              <a:t>死锁示例</a:t>
            </a:r>
          </a:p>
        </p:txBody>
      </p:sp>
      <p:sp>
        <p:nvSpPr>
          <p:cNvPr id="3" name="内容占位符 2">
            <a:extLst>
              <a:ext uri="{FF2B5EF4-FFF2-40B4-BE49-F238E27FC236}">
                <a16:creationId xmlns:a16="http://schemas.microsoft.com/office/drawing/2014/main" id="{6B03F92B-C5F1-1A37-151D-CDC590D4A464}"/>
              </a:ext>
            </a:extLst>
          </p:cNvPr>
          <p:cNvSpPr>
            <a:spLocks noGrp="1"/>
          </p:cNvSpPr>
          <p:nvPr>
            <p:ph idx="1"/>
          </p:nvPr>
        </p:nvSpPr>
        <p:spPr>
          <a:xfrm>
            <a:off x="935038" y="1233487"/>
            <a:ext cx="7772400" cy="5267521"/>
          </a:xfrm>
        </p:spPr>
        <p:txBody>
          <a:bodyPr>
            <a:normAutofit fontScale="92500" lnSpcReduction="10000"/>
          </a:bodyPr>
          <a:lstStyle/>
          <a:p>
            <a:r>
              <a:rPr kumimoji="1" lang="zh-CN" altLang="en-US" sz="2400" dirty="0"/>
              <a:t>线程</a:t>
            </a:r>
            <a:r>
              <a:rPr kumimoji="1" lang="en-US" altLang="zh-CN" sz="2400" dirty="0"/>
              <a:t>A</a:t>
            </a:r>
            <a:r>
              <a:rPr kumimoji="1" lang="zh-CN" altLang="en-US" sz="2400" dirty="0"/>
              <a:t>和线程</a:t>
            </a:r>
            <a:r>
              <a:rPr kumimoji="1" lang="en-US" altLang="zh-CN" sz="2400" dirty="0"/>
              <a:t>B</a:t>
            </a:r>
            <a:r>
              <a:rPr kumimoji="1" lang="zh-CN" altLang="en-US" sz="2400" dirty="0"/>
              <a:t>共享两把全局互斥锁</a:t>
            </a:r>
            <a:r>
              <a:rPr kumimoji="1" lang="en-US" altLang="zh-CN" sz="2400" dirty="0"/>
              <a:t>A</a:t>
            </a:r>
            <a:r>
              <a:rPr kumimoji="1" lang="zh-CN" altLang="en-US" sz="2400" dirty="0"/>
              <a:t>和</a:t>
            </a:r>
            <a:r>
              <a:rPr kumimoji="1" lang="en-US" altLang="zh-CN" sz="2400" dirty="0"/>
              <a:t>B</a:t>
            </a:r>
          </a:p>
          <a:p>
            <a:endParaRPr kumimoji="1" lang="en-US" altLang="zh-CN" sz="2400" dirty="0"/>
          </a:p>
          <a:p>
            <a:endParaRPr kumimoji="1" lang="en-US" altLang="zh-CN" sz="2400" dirty="0"/>
          </a:p>
          <a:p>
            <a:endParaRPr kumimoji="1" lang="en-US" altLang="zh-CN" sz="2400" dirty="0"/>
          </a:p>
          <a:p>
            <a:endParaRPr kumimoji="1" lang="en-US" altLang="zh-CN" sz="2400" dirty="0"/>
          </a:p>
          <a:p>
            <a:endParaRPr kumimoji="1" lang="en-US" altLang="zh-CN" sz="2400" dirty="0"/>
          </a:p>
          <a:p>
            <a:endParaRPr kumimoji="1" lang="en-US" altLang="zh-CN" sz="2400" dirty="0"/>
          </a:p>
          <a:p>
            <a:endParaRPr kumimoji="1" lang="en-US" altLang="zh-CN" sz="2400" dirty="0"/>
          </a:p>
          <a:p>
            <a:endParaRPr kumimoji="1" lang="en-US" altLang="zh-CN" sz="2400" dirty="0"/>
          </a:p>
          <a:p>
            <a:r>
              <a:rPr kumimoji="1" lang="zh-CN" altLang="en-US" sz="2400" dirty="0"/>
              <a:t>假设在</a:t>
            </a:r>
            <a:r>
              <a:rPr kumimoji="1" lang="en-US" altLang="zh-CN" sz="2400" dirty="0"/>
              <a:t>t</a:t>
            </a:r>
            <a:r>
              <a:rPr kumimoji="1" lang="en-US" altLang="zh-CN" sz="2400" baseline="-25000" dirty="0"/>
              <a:t>0</a:t>
            </a:r>
            <a:r>
              <a:rPr kumimoji="1" lang="zh-CN" altLang="en-US" sz="2400" dirty="0"/>
              <a:t>时刻，线程</a:t>
            </a:r>
            <a:r>
              <a:rPr kumimoji="1" lang="en-US" altLang="zh-CN" sz="2400" dirty="0"/>
              <a:t>A</a:t>
            </a:r>
            <a:r>
              <a:rPr kumimoji="1" lang="zh-CN" altLang="en-US" sz="2400" dirty="0"/>
              <a:t>获得了锁</a:t>
            </a:r>
            <a:r>
              <a:rPr kumimoji="1" lang="en-US" altLang="zh-CN" sz="2400" dirty="0"/>
              <a:t>A</a:t>
            </a:r>
            <a:r>
              <a:rPr kumimoji="1" lang="zh-CN" altLang="en-US" sz="2400" dirty="0"/>
              <a:t>，将要尝试获得锁</a:t>
            </a:r>
            <a:r>
              <a:rPr kumimoji="1" lang="en-US" altLang="zh-CN" sz="2400" dirty="0"/>
              <a:t>B</a:t>
            </a:r>
            <a:r>
              <a:rPr kumimoji="1" lang="zh-CN" altLang="en-US" sz="2400" dirty="0"/>
              <a:t>。线程</a:t>
            </a:r>
            <a:r>
              <a:rPr kumimoji="1" lang="en-US" altLang="zh-CN" sz="2400" dirty="0"/>
              <a:t>B</a:t>
            </a:r>
            <a:r>
              <a:rPr kumimoji="1" lang="zh-CN" altLang="en-US" sz="2400" dirty="0"/>
              <a:t>获得了锁</a:t>
            </a:r>
            <a:r>
              <a:rPr kumimoji="1" lang="en-US" altLang="zh-CN" sz="2400" dirty="0"/>
              <a:t>B</a:t>
            </a:r>
            <a:r>
              <a:rPr kumimoji="1" lang="zh-CN" altLang="en-US" sz="2400" dirty="0"/>
              <a:t>，正等待获取锁</a:t>
            </a:r>
            <a:r>
              <a:rPr kumimoji="1" lang="en-US" altLang="zh-CN" sz="2400" dirty="0"/>
              <a:t>A</a:t>
            </a:r>
          </a:p>
          <a:p>
            <a:r>
              <a:rPr kumimoji="1" lang="zh-CN" altLang="en-US" sz="2400" dirty="0"/>
              <a:t>两个线程都无法获得对方持有的锁，无法进入临界区，此时的状态我们称之为</a:t>
            </a:r>
            <a:r>
              <a:rPr kumimoji="1" lang="zh-CN" altLang="en-US" sz="2400" b="1" dirty="0">
                <a:solidFill>
                  <a:srgbClr val="FF0000"/>
                </a:solidFill>
              </a:rPr>
              <a:t>死锁</a:t>
            </a:r>
          </a:p>
        </p:txBody>
      </p:sp>
      <p:sp>
        <p:nvSpPr>
          <p:cNvPr id="4" name="灯片编号占位符 3">
            <a:extLst>
              <a:ext uri="{FF2B5EF4-FFF2-40B4-BE49-F238E27FC236}">
                <a16:creationId xmlns:a16="http://schemas.microsoft.com/office/drawing/2014/main" id="{3A4F7B17-4D5A-99A3-6AC2-579E359793D1}"/>
              </a:ext>
            </a:extLst>
          </p:cNvPr>
          <p:cNvSpPr>
            <a:spLocks noGrp="1"/>
          </p:cNvSpPr>
          <p:nvPr>
            <p:ph type="sldNum" sz="quarter" idx="12"/>
          </p:nvPr>
        </p:nvSpPr>
        <p:spPr/>
        <p:txBody>
          <a:bodyPr/>
          <a:lstStyle/>
          <a:p>
            <a:fld id="{4093CC90-4002-504C-BD88-C9A1D374048E}" type="slidenum">
              <a:rPr lang="zh-CN" altLang="en-US" smtClean="0"/>
              <a:pPr/>
              <a:t>3</a:t>
            </a:fld>
            <a:endParaRPr lang="zh-CN" altLang="en-US" dirty="0"/>
          </a:p>
        </p:txBody>
      </p:sp>
      <p:sp>
        <p:nvSpPr>
          <p:cNvPr id="5" name="矩形 4">
            <a:extLst>
              <a:ext uri="{FF2B5EF4-FFF2-40B4-BE49-F238E27FC236}">
                <a16:creationId xmlns:a16="http://schemas.microsoft.com/office/drawing/2014/main" id="{7BD0347A-ADB5-015F-0EF5-ACED7F187618}"/>
              </a:ext>
            </a:extLst>
          </p:cNvPr>
          <p:cNvSpPr/>
          <p:nvPr/>
        </p:nvSpPr>
        <p:spPr bwMode="auto">
          <a:xfrm>
            <a:off x="1301424" y="1678490"/>
            <a:ext cx="3045107" cy="3319395"/>
          </a:xfrm>
          <a:prstGeom prst="rect">
            <a:avLst/>
          </a:prstGeom>
          <a:noFill/>
          <a:ln w="9525" cap="flat" cmpd="sng" algn="ctr">
            <a:solidFill>
              <a:schemeClr val="tx1"/>
            </a:solidFill>
            <a:prstDash val="solid"/>
            <a:round/>
            <a:headEnd type="none" w="med" len="med"/>
            <a:tailEnd type="none" w="med" len="med"/>
          </a:ln>
        </p:spPr>
        <p:txBody>
          <a:bodyPr vert="horz" wrap="none" lIns="91440" tIns="45720" rIns="91440" bIns="45720" numCol="1" rtlCol="0" anchor="ctr" anchorCtr="0" compatLnSpc="1"/>
          <a:lstStyle/>
          <a:p>
            <a:pPr fontAlgn="base">
              <a:spcBef>
                <a:spcPct val="20000"/>
              </a:spcBef>
              <a:spcAft>
                <a:spcPct val="0"/>
              </a:spcAft>
              <a:buClr>
                <a:schemeClr val="folHlink"/>
              </a:buClr>
              <a:buSzPct val="60000"/>
            </a:pPr>
            <a:r>
              <a:rPr lang="en-US" altLang="zh-CN" sz="2200" dirty="0">
                <a:solidFill>
                  <a:srgbClr val="000000"/>
                </a:solidFill>
                <a:latin typeface="Century" panose="02040604050505020304" pitchFamily="18" charset="0"/>
              </a:rPr>
              <a:t>v</a:t>
            </a:r>
            <a:r>
              <a:rPr lang="en-US" altLang="en-US" sz="2200" kern="1200" dirty="0">
                <a:solidFill>
                  <a:srgbClr val="000000"/>
                </a:solidFill>
                <a:latin typeface="Century" panose="02040604050505020304" pitchFamily="18" charset="0"/>
              </a:rPr>
              <a:t>oid</a:t>
            </a:r>
            <a:r>
              <a:rPr lang="zh-CN" altLang="en-US" sz="2200" kern="1200" dirty="0">
                <a:solidFill>
                  <a:srgbClr val="000000"/>
                </a:solidFill>
                <a:latin typeface="Century" panose="02040604050505020304" pitchFamily="18" charset="0"/>
              </a:rPr>
              <a:t> </a:t>
            </a:r>
            <a:r>
              <a:rPr lang="en-US" altLang="zh-CN" sz="2200" kern="1200" dirty="0" err="1">
                <a:solidFill>
                  <a:srgbClr val="000000"/>
                </a:solidFill>
                <a:latin typeface="Century" panose="02040604050505020304" pitchFamily="18" charset="0"/>
              </a:rPr>
              <a:t>proc_A</a:t>
            </a:r>
            <a:r>
              <a:rPr lang="en-US" altLang="zh-CN" sz="2200" kern="1200" dirty="0">
                <a:solidFill>
                  <a:srgbClr val="000000"/>
                </a:solidFill>
                <a:latin typeface="Century" panose="02040604050505020304" pitchFamily="18" charset="0"/>
              </a:rPr>
              <a:t>(void){</a:t>
            </a:r>
            <a:endParaRPr lang="en-US" altLang="en-US" sz="2200" kern="1200" dirty="0">
              <a:solidFill>
                <a:srgbClr val="000000"/>
              </a:solidFill>
              <a:latin typeface="Century" panose="02040604050505020304" pitchFamily="18" charset="0"/>
            </a:endParaRPr>
          </a:p>
          <a:p>
            <a:pPr fontAlgn="base">
              <a:spcBef>
                <a:spcPct val="20000"/>
              </a:spcBef>
              <a:spcAft>
                <a:spcPct val="0"/>
              </a:spcAft>
              <a:buClr>
                <a:schemeClr val="folHlink"/>
              </a:buClr>
              <a:buSzPct val="60000"/>
            </a:pPr>
            <a:r>
              <a:rPr lang="zh-CN" altLang="en-US" sz="2200" dirty="0">
                <a:solidFill>
                  <a:srgbClr val="000000"/>
                </a:solidFill>
                <a:latin typeface="Century" panose="02040604050505020304" pitchFamily="18" charset="0"/>
              </a:rPr>
              <a:t>   </a:t>
            </a:r>
            <a:r>
              <a:rPr lang="en-US" altLang="zh-CN" sz="2200" dirty="0">
                <a:solidFill>
                  <a:srgbClr val="000000"/>
                </a:solidFill>
                <a:latin typeface="Century" panose="02040604050505020304" pitchFamily="18" charset="0"/>
              </a:rPr>
              <a:t>lock(A);</a:t>
            </a:r>
          </a:p>
          <a:p>
            <a:pPr fontAlgn="base">
              <a:spcBef>
                <a:spcPct val="20000"/>
              </a:spcBef>
              <a:spcAft>
                <a:spcPct val="0"/>
              </a:spcAft>
              <a:buClr>
                <a:schemeClr val="folHlink"/>
              </a:buClr>
              <a:buSzPct val="60000"/>
            </a:pPr>
            <a:r>
              <a:rPr lang="zh-CN" altLang="en-US" sz="2200" kern="1200" dirty="0">
                <a:solidFill>
                  <a:srgbClr val="000000"/>
                </a:solidFill>
                <a:latin typeface="Century" panose="02040604050505020304" pitchFamily="18" charset="0"/>
              </a:rPr>
              <a:t>   </a:t>
            </a:r>
            <a:r>
              <a:rPr lang="en-US" altLang="zh-CN" sz="2200" kern="1200" dirty="0">
                <a:solidFill>
                  <a:srgbClr val="000000"/>
                </a:solidFill>
                <a:latin typeface="Century" panose="02040604050505020304" pitchFamily="18" charset="0"/>
              </a:rPr>
              <a:t>//</a:t>
            </a:r>
            <a:r>
              <a:rPr lang="zh-CN" altLang="en-US" sz="2200" kern="1200" dirty="0">
                <a:solidFill>
                  <a:srgbClr val="000000"/>
                </a:solidFill>
                <a:latin typeface="Century" panose="02040604050505020304" pitchFamily="18" charset="0"/>
              </a:rPr>
              <a:t> </a:t>
            </a:r>
            <a:r>
              <a:rPr lang="en-US" altLang="zh-CN" sz="2200" kern="1200" dirty="0">
                <a:solidFill>
                  <a:srgbClr val="000000"/>
                </a:solidFill>
                <a:latin typeface="Century" panose="02040604050505020304" pitchFamily="18" charset="0"/>
              </a:rPr>
              <a:t>t</a:t>
            </a:r>
            <a:r>
              <a:rPr lang="en-US" altLang="zh-CN" sz="2200" kern="1200" baseline="-25000" dirty="0">
                <a:solidFill>
                  <a:srgbClr val="000000"/>
                </a:solidFill>
                <a:latin typeface="Century" panose="02040604050505020304" pitchFamily="18" charset="0"/>
              </a:rPr>
              <a:t>0</a:t>
            </a:r>
            <a:r>
              <a:rPr lang="zh-CN" altLang="en-US" sz="2200" kern="1200" dirty="0">
                <a:solidFill>
                  <a:srgbClr val="000000"/>
                </a:solidFill>
                <a:latin typeface="Century" panose="02040604050505020304" pitchFamily="18" charset="0"/>
              </a:rPr>
              <a:t>时刻</a:t>
            </a:r>
            <a:endParaRPr lang="en-US" altLang="zh-CN" sz="2200" kern="1200" dirty="0">
              <a:solidFill>
                <a:srgbClr val="000000"/>
              </a:solidFill>
              <a:latin typeface="Century" panose="02040604050505020304" pitchFamily="18" charset="0"/>
            </a:endParaRPr>
          </a:p>
          <a:p>
            <a:pPr fontAlgn="base">
              <a:spcBef>
                <a:spcPct val="20000"/>
              </a:spcBef>
              <a:spcAft>
                <a:spcPct val="0"/>
              </a:spcAft>
              <a:buClr>
                <a:schemeClr val="folHlink"/>
              </a:buClr>
              <a:buSzPct val="60000"/>
            </a:pPr>
            <a:r>
              <a:rPr lang="zh-CN" altLang="en-US" sz="2200" dirty="0">
                <a:solidFill>
                  <a:srgbClr val="000000"/>
                </a:solidFill>
                <a:latin typeface="Century" panose="02040604050505020304" pitchFamily="18" charset="0"/>
              </a:rPr>
              <a:t>   </a:t>
            </a:r>
            <a:r>
              <a:rPr lang="en-US" altLang="zh-CN" sz="2200" dirty="0">
                <a:solidFill>
                  <a:srgbClr val="000000"/>
                </a:solidFill>
                <a:latin typeface="Century" panose="02040604050505020304" pitchFamily="18" charset="0"/>
              </a:rPr>
              <a:t>lock(B);</a:t>
            </a:r>
          </a:p>
          <a:p>
            <a:pPr fontAlgn="base">
              <a:spcBef>
                <a:spcPct val="20000"/>
              </a:spcBef>
              <a:spcAft>
                <a:spcPct val="0"/>
              </a:spcAft>
              <a:buClr>
                <a:schemeClr val="folHlink"/>
              </a:buClr>
              <a:buSzPct val="60000"/>
            </a:pPr>
            <a:r>
              <a:rPr lang="zh-CN" altLang="en-US" sz="2200" kern="1200" dirty="0">
                <a:solidFill>
                  <a:srgbClr val="000000"/>
                </a:solidFill>
                <a:latin typeface="Century" panose="02040604050505020304" pitchFamily="18" charset="0"/>
              </a:rPr>
              <a:t>   </a:t>
            </a:r>
            <a:r>
              <a:rPr lang="en-US" altLang="zh-CN" sz="2200" kern="1200" dirty="0">
                <a:solidFill>
                  <a:srgbClr val="000000"/>
                </a:solidFill>
                <a:latin typeface="Century" panose="02040604050505020304" pitchFamily="18" charset="0"/>
              </a:rPr>
              <a:t>//</a:t>
            </a:r>
            <a:r>
              <a:rPr lang="zh-CN" altLang="en-US" sz="2200" kern="1200" dirty="0">
                <a:solidFill>
                  <a:srgbClr val="000000"/>
                </a:solidFill>
                <a:latin typeface="Century" panose="02040604050505020304" pitchFamily="18" charset="0"/>
              </a:rPr>
              <a:t> 临界区</a:t>
            </a:r>
            <a:endParaRPr lang="en-US" altLang="zh-CN" sz="2200" kern="1200" dirty="0">
              <a:solidFill>
                <a:srgbClr val="000000"/>
              </a:solidFill>
              <a:latin typeface="Century" panose="02040604050505020304" pitchFamily="18" charset="0"/>
            </a:endParaRPr>
          </a:p>
          <a:p>
            <a:pPr fontAlgn="base">
              <a:spcBef>
                <a:spcPct val="20000"/>
              </a:spcBef>
              <a:spcAft>
                <a:spcPct val="0"/>
              </a:spcAft>
              <a:buClr>
                <a:schemeClr val="folHlink"/>
              </a:buClr>
              <a:buSzPct val="60000"/>
            </a:pPr>
            <a:r>
              <a:rPr lang="zh-CN" altLang="en-US" sz="2200" dirty="0">
                <a:solidFill>
                  <a:srgbClr val="000000"/>
                </a:solidFill>
                <a:latin typeface="Century" panose="02040604050505020304" pitchFamily="18" charset="0"/>
              </a:rPr>
              <a:t>   </a:t>
            </a:r>
            <a:r>
              <a:rPr lang="en-US" altLang="zh-CN" sz="2200" dirty="0">
                <a:solidFill>
                  <a:srgbClr val="000000"/>
                </a:solidFill>
                <a:latin typeface="Century" panose="02040604050505020304" pitchFamily="18" charset="0"/>
              </a:rPr>
              <a:t>unlock(B);</a:t>
            </a:r>
          </a:p>
          <a:p>
            <a:pPr fontAlgn="base">
              <a:spcBef>
                <a:spcPct val="20000"/>
              </a:spcBef>
              <a:spcAft>
                <a:spcPct val="0"/>
              </a:spcAft>
              <a:buClr>
                <a:schemeClr val="folHlink"/>
              </a:buClr>
              <a:buSzPct val="60000"/>
            </a:pPr>
            <a:r>
              <a:rPr lang="zh-CN" altLang="en-US" sz="2200" kern="1200" dirty="0">
                <a:solidFill>
                  <a:srgbClr val="000000"/>
                </a:solidFill>
                <a:latin typeface="Century" panose="02040604050505020304" pitchFamily="18" charset="0"/>
              </a:rPr>
              <a:t>   </a:t>
            </a:r>
            <a:r>
              <a:rPr lang="en-US" altLang="zh-CN" sz="2200" kern="1200" dirty="0">
                <a:solidFill>
                  <a:srgbClr val="000000"/>
                </a:solidFill>
                <a:latin typeface="Century" panose="02040604050505020304" pitchFamily="18" charset="0"/>
              </a:rPr>
              <a:t>unlock(A);</a:t>
            </a:r>
          </a:p>
          <a:p>
            <a:pPr fontAlgn="base">
              <a:spcBef>
                <a:spcPct val="20000"/>
              </a:spcBef>
              <a:spcAft>
                <a:spcPct val="0"/>
              </a:spcAft>
              <a:buClr>
                <a:schemeClr val="folHlink"/>
              </a:buClr>
              <a:buSzPct val="60000"/>
            </a:pPr>
            <a:r>
              <a:rPr lang="en-US" altLang="zh-CN" sz="2200" dirty="0">
                <a:solidFill>
                  <a:srgbClr val="000000"/>
                </a:solidFill>
                <a:latin typeface="Century" panose="02040604050505020304" pitchFamily="18" charset="0"/>
              </a:rPr>
              <a:t>}</a:t>
            </a:r>
            <a:endParaRPr lang="en-US" altLang="en-US" sz="2200" kern="1200" dirty="0">
              <a:solidFill>
                <a:srgbClr val="000000"/>
              </a:solidFill>
              <a:latin typeface="Century" panose="02040604050505020304" pitchFamily="18" charset="0"/>
            </a:endParaRPr>
          </a:p>
        </p:txBody>
      </p:sp>
      <p:sp>
        <p:nvSpPr>
          <p:cNvPr id="6" name="矩形 5">
            <a:extLst>
              <a:ext uri="{FF2B5EF4-FFF2-40B4-BE49-F238E27FC236}">
                <a16:creationId xmlns:a16="http://schemas.microsoft.com/office/drawing/2014/main" id="{8A8DA193-0DF1-E090-CD70-CB17D93336C4}"/>
              </a:ext>
            </a:extLst>
          </p:cNvPr>
          <p:cNvSpPr/>
          <p:nvPr/>
        </p:nvSpPr>
        <p:spPr bwMode="auto">
          <a:xfrm>
            <a:off x="4689192" y="1678490"/>
            <a:ext cx="3045107" cy="3319395"/>
          </a:xfrm>
          <a:prstGeom prst="rect">
            <a:avLst/>
          </a:prstGeom>
          <a:noFill/>
          <a:ln w="9525" cap="flat" cmpd="sng" algn="ctr">
            <a:solidFill>
              <a:schemeClr val="tx1"/>
            </a:solidFill>
            <a:prstDash val="solid"/>
            <a:round/>
            <a:headEnd type="none" w="med" len="med"/>
            <a:tailEnd type="none" w="med" len="med"/>
          </a:ln>
        </p:spPr>
        <p:txBody>
          <a:bodyPr vert="horz" wrap="none" lIns="91440" tIns="45720" rIns="91440" bIns="45720" numCol="1" rtlCol="0" anchor="ctr" anchorCtr="0" compatLnSpc="1"/>
          <a:lstStyle/>
          <a:p>
            <a:pPr fontAlgn="base">
              <a:spcBef>
                <a:spcPct val="20000"/>
              </a:spcBef>
              <a:spcAft>
                <a:spcPct val="0"/>
              </a:spcAft>
              <a:buClr>
                <a:schemeClr val="folHlink"/>
              </a:buClr>
              <a:buSzPct val="60000"/>
            </a:pPr>
            <a:r>
              <a:rPr lang="en-US" altLang="zh-CN" sz="2200" dirty="0">
                <a:solidFill>
                  <a:srgbClr val="000000"/>
                </a:solidFill>
                <a:latin typeface="Century" panose="02040604050505020304" pitchFamily="18" charset="0"/>
              </a:rPr>
              <a:t>v</a:t>
            </a:r>
            <a:r>
              <a:rPr lang="en-US" altLang="en-US" sz="2200" kern="1200" dirty="0">
                <a:solidFill>
                  <a:srgbClr val="000000"/>
                </a:solidFill>
                <a:latin typeface="Century" panose="02040604050505020304" pitchFamily="18" charset="0"/>
              </a:rPr>
              <a:t>oid</a:t>
            </a:r>
            <a:r>
              <a:rPr lang="zh-CN" altLang="en-US" sz="2200" kern="1200" dirty="0">
                <a:solidFill>
                  <a:srgbClr val="000000"/>
                </a:solidFill>
                <a:latin typeface="Century" panose="02040604050505020304" pitchFamily="18" charset="0"/>
              </a:rPr>
              <a:t> </a:t>
            </a:r>
            <a:r>
              <a:rPr lang="en-US" altLang="zh-CN" sz="2200" kern="1200" dirty="0" err="1">
                <a:solidFill>
                  <a:srgbClr val="000000"/>
                </a:solidFill>
                <a:latin typeface="Century" panose="02040604050505020304" pitchFamily="18" charset="0"/>
              </a:rPr>
              <a:t>proc_B</a:t>
            </a:r>
            <a:r>
              <a:rPr lang="en-US" altLang="zh-CN" sz="2200" kern="1200" dirty="0">
                <a:solidFill>
                  <a:srgbClr val="000000"/>
                </a:solidFill>
                <a:latin typeface="Century" panose="02040604050505020304" pitchFamily="18" charset="0"/>
              </a:rPr>
              <a:t>(void){</a:t>
            </a:r>
            <a:endParaRPr lang="en-US" altLang="en-US" sz="2200" kern="1200" dirty="0">
              <a:solidFill>
                <a:srgbClr val="000000"/>
              </a:solidFill>
              <a:latin typeface="Century" panose="02040604050505020304" pitchFamily="18" charset="0"/>
            </a:endParaRPr>
          </a:p>
          <a:p>
            <a:pPr fontAlgn="base">
              <a:spcBef>
                <a:spcPct val="20000"/>
              </a:spcBef>
              <a:spcAft>
                <a:spcPct val="0"/>
              </a:spcAft>
              <a:buClr>
                <a:schemeClr val="folHlink"/>
              </a:buClr>
              <a:buSzPct val="60000"/>
            </a:pPr>
            <a:r>
              <a:rPr lang="zh-CN" altLang="en-US" sz="2200" dirty="0">
                <a:solidFill>
                  <a:srgbClr val="000000"/>
                </a:solidFill>
                <a:latin typeface="Century" panose="02040604050505020304" pitchFamily="18" charset="0"/>
              </a:rPr>
              <a:t>   </a:t>
            </a:r>
            <a:r>
              <a:rPr lang="en-US" altLang="zh-CN" sz="2200" dirty="0">
                <a:solidFill>
                  <a:srgbClr val="000000"/>
                </a:solidFill>
                <a:latin typeface="Century" panose="02040604050505020304" pitchFamily="18" charset="0"/>
              </a:rPr>
              <a:t>lock(B);</a:t>
            </a:r>
          </a:p>
          <a:p>
            <a:pPr fontAlgn="base">
              <a:spcBef>
                <a:spcPct val="20000"/>
              </a:spcBef>
              <a:spcAft>
                <a:spcPct val="0"/>
              </a:spcAft>
              <a:buClr>
                <a:schemeClr val="folHlink"/>
              </a:buClr>
              <a:buSzPct val="60000"/>
            </a:pPr>
            <a:r>
              <a:rPr lang="zh-CN" altLang="en-US" sz="2200" kern="1200" dirty="0">
                <a:solidFill>
                  <a:srgbClr val="000000"/>
                </a:solidFill>
                <a:latin typeface="Century" panose="02040604050505020304" pitchFamily="18" charset="0"/>
              </a:rPr>
              <a:t>   </a:t>
            </a:r>
            <a:r>
              <a:rPr lang="en-US" altLang="zh-CN" sz="2200" kern="1200" dirty="0">
                <a:solidFill>
                  <a:srgbClr val="000000"/>
                </a:solidFill>
                <a:latin typeface="Century" panose="02040604050505020304" pitchFamily="18" charset="0"/>
              </a:rPr>
              <a:t>//</a:t>
            </a:r>
            <a:r>
              <a:rPr lang="zh-CN" altLang="en-US" sz="2200" kern="1200" dirty="0">
                <a:solidFill>
                  <a:srgbClr val="000000"/>
                </a:solidFill>
                <a:latin typeface="Century" panose="02040604050505020304" pitchFamily="18" charset="0"/>
              </a:rPr>
              <a:t> </a:t>
            </a:r>
            <a:r>
              <a:rPr lang="en-US" altLang="zh-CN" sz="2200" kern="1200" dirty="0">
                <a:solidFill>
                  <a:srgbClr val="000000"/>
                </a:solidFill>
                <a:latin typeface="Century" panose="02040604050505020304" pitchFamily="18" charset="0"/>
              </a:rPr>
              <a:t>t</a:t>
            </a:r>
            <a:r>
              <a:rPr lang="en-US" altLang="zh-CN" sz="2200" kern="1200" baseline="-25000" dirty="0">
                <a:solidFill>
                  <a:srgbClr val="000000"/>
                </a:solidFill>
                <a:latin typeface="Century" panose="02040604050505020304" pitchFamily="18" charset="0"/>
              </a:rPr>
              <a:t>0</a:t>
            </a:r>
            <a:r>
              <a:rPr lang="zh-CN" altLang="en-US" sz="2200" kern="1200" dirty="0">
                <a:solidFill>
                  <a:srgbClr val="000000"/>
                </a:solidFill>
                <a:latin typeface="Century" panose="02040604050505020304" pitchFamily="18" charset="0"/>
              </a:rPr>
              <a:t>时刻</a:t>
            </a:r>
            <a:endParaRPr lang="en-US" altLang="zh-CN" sz="2200" kern="1200" dirty="0">
              <a:solidFill>
                <a:srgbClr val="000000"/>
              </a:solidFill>
              <a:latin typeface="Century" panose="02040604050505020304" pitchFamily="18" charset="0"/>
            </a:endParaRPr>
          </a:p>
          <a:p>
            <a:pPr fontAlgn="base">
              <a:spcBef>
                <a:spcPct val="20000"/>
              </a:spcBef>
              <a:spcAft>
                <a:spcPct val="0"/>
              </a:spcAft>
              <a:buClr>
                <a:schemeClr val="folHlink"/>
              </a:buClr>
              <a:buSzPct val="60000"/>
            </a:pPr>
            <a:r>
              <a:rPr lang="zh-CN" altLang="en-US" sz="2200" dirty="0">
                <a:solidFill>
                  <a:srgbClr val="000000"/>
                </a:solidFill>
                <a:latin typeface="Century" panose="02040604050505020304" pitchFamily="18" charset="0"/>
              </a:rPr>
              <a:t>   </a:t>
            </a:r>
            <a:r>
              <a:rPr lang="en-US" altLang="zh-CN" sz="2200" dirty="0">
                <a:solidFill>
                  <a:srgbClr val="000000"/>
                </a:solidFill>
                <a:latin typeface="Century" panose="02040604050505020304" pitchFamily="18" charset="0"/>
              </a:rPr>
              <a:t>lock(A);</a:t>
            </a:r>
          </a:p>
          <a:p>
            <a:pPr fontAlgn="base">
              <a:spcBef>
                <a:spcPct val="20000"/>
              </a:spcBef>
              <a:spcAft>
                <a:spcPct val="0"/>
              </a:spcAft>
              <a:buClr>
                <a:schemeClr val="folHlink"/>
              </a:buClr>
              <a:buSzPct val="60000"/>
            </a:pPr>
            <a:r>
              <a:rPr lang="zh-CN" altLang="en-US" sz="2200" kern="1200" dirty="0">
                <a:solidFill>
                  <a:srgbClr val="000000"/>
                </a:solidFill>
                <a:latin typeface="Century" panose="02040604050505020304" pitchFamily="18" charset="0"/>
              </a:rPr>
              <a:t>   </a:t>
            </a:r>
            <a:r>
              <a:rPr lang="en-US" altLang="zh-CN" sz="2200" kern="1200" dirty="0">
                <a:solidFill>
                  <a:srgbClr val="000000"/>
                </a:solidFill>
                <a:latin typeface="Century" panose="02040604050505020304" pitchFamily="18" charset="0"/>
              </a:rPr>
              <a:t>//</a:t>
            </a:r>
            <a:r>
              <a:rPr lang="zh-CN" altLang="en-US" sz="2200" kern="1200" dirty="0">
                <a:solidFill>
                  <a:srgbClr val="000000"/>
                </a:solidFill>
                <a:latin typeface="Century" panose="02040604050505020304" pitchFamily="18" charset="0"/>
              </a:rPr>
              <a:t> 临界区</a:t>
            </a:r>
            <a:endParaRPr lang="en-US" altLang="zh-CN" sz="2200" kern="1200" dirty="0">
              <a:solidFill>
                <a:srgbClr val="000000"/>
              </a:solidFill>
              <a:latin typeface="Century" panose="02040604050505020304" pitchFamily="18" charset="0"/>
            </a:endParaRPr>
          </a:p>
          <a:p>
            <a:pPr fontAlgn="base">
              <a:spcBef>
                <a:spcPct val="20000"/>
              </a:spcBef>
              <a:spcAft>
                <a:spcPct val="0"/>
              </a:spcAft>
              <a:buClr>
                <a:schemeClr val="folHlink"/>
              </a:buClr>
              <a:buSzPct val="60000"/>
            </a:pPr>
            <a:r>
              <a:rPr lang="zh-CN" altLang="en-US" sz="2200" dirty="0">
                <a:solidFill>
                  <a:srgbClr val="000000"/>
                </a:solidFill>
                <a:latin typeface="Century" panose="02040604050505020304" pitchFamily="18" charset="0"/>
              </a:rPr>
              <a:t>   </a:t>
            </a:r>
            <a:r>
              <a:rPr lang="en-US" altLang="zh-CN" sz="2200" dirty="0">
                <a:solidFill>
                  <a:srgbClr val="000000"/>
                </a:solidFill>
                <a:latin typeface="Century" panose="02040604050505020304" pitchFamily="18" charset="0"/>
              </a:rPr>
              <a:t>unlock(A);</a:t>
            </a:r>
          </a:p>
          <a:p>
            <a:pPr fontAlgn="base">
              <a:spcBef>
                <a:spcPct val="20000"/>
              </a:spcBef>
              <a:spcAft>
                <a:spcPct val="0"/>
              </a:spcAft>
              <a:buClr>
                <a:schemeClr val="folHlink"/>
              </a:buClr>
              <a:buSzPct val="60000"/>
            </a:pPr>
            <a:r>
              <a:rPr lang="zh-CN" altLang="en-US" sz="2200" kern="1200" dirty="0">
                <a:solidFill>
                  <a:srgbClr val="000000"/>
                </a:solidFill>
                <a:latin typeface="Century" panose="02040604050505020304" pitchFamily="18" charset="0"/>
              </a:rPr>
              <a:t>   </a:t>
            </a:r>
            <a:r>
              <a:rPr lang="en-US" altLang="zh-CN" sz="2200" kern="1200" dirty="0">
                <a:solidFill>
                  <a:srgbClr val="000000"/>
                </a:solidFill>
                <a:latin typeface="Century" panose="02040604050505020304" pitchFamily="18" charset="0"/>
              </a:rPr>
              <a:t>unlock(B);</a:t>
            </a:r>
          </a:p>
          <a:p>
            <a:pPr fontAlgn="base">
              <a:spcBef>
                <a:spcPct val="20000"/>
              </a:spcBef>
              <a:spcAft>
                <a:spcPct val="0"/>
              </a:spcAft>
              <a:buClr>
                <a:schemeClr val="folHlink"/>
              </a:buClr>
              <a:buSzPct val="60000"/>
            </a:pPr>
            <a:r>
              <a:rPr lang="en-US" altLang="zh-CN" sz="2200" dirty="0">
                <a:solidFill>
                  <a:srgbClr val="000000"/>
                </a:solidFill>
                <a:latin typeface="Century" panose="02040604050505020304" pitchFamily="18" charset="0"/>
              </a:rPr>
              <a:t>}</a:t>
            </a:r>
            <a:endParaRPr lang="en-US" altLang="en-US" sz="2200" kern="1200" dirty="0">
              <a:solidFill>
                <a:srgbClr val="000000"/>
              </a:solidFill>
              <a:latin typeface="Century" panose="02040604050505020304" pitchFamily="18" charset="0"/>
            </a:endParaRPr>
          </a:p>
        </p:txBody>
      </p:sp>
    </p:spTree>
    <p:extLst>
      <p:ext uri="{BB962C8B-B14F-4D97-AF65-F5344CB8AC3E}">
        <p14:creationId xmlns:p14="http://schemas.microsoft.com/office/powerpoint/2010/main" val="3852362933"/>
      </p:ext>
    </p:extLst>
  </p:cSld>
  <p:clrMapOvr>
    <a:masterClrMapping/>
  </p:clrMapOvr>
  <p:transition spd="med">
    <p:zoom/>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Rectangle 2">
            <a:extLst>
              <a:ext uri="{FF2B5EF4-FFF2-40B4-BE49-F238E27FC236}">
                <a16:creationId xmlns:a16="http://schemas.microsoft.com/office/drawing/2014/main" id="{EC22D651-8A64-8802-690A-0B99136839D6}"/>
              </a:ext>
            </a:extLst>
          </p:cNvPr>
          <p:cNvSpPr>
            <a:spLocks noGrp="1" noChangeArrowheads="1"/>
          </p:cNvSpPr>
          <p:nvPr>
            <p:ph type="title"/>
          </p:nvPr>
        </p:nvSpPr>
        <p:spPr/>
        <p:txBody>
          <a:bodyPr/>
          <a:lstStyle/>
          <a:p>
            <a:pPr eaLnBrk="1" hangingPunct="1"/>
            <a:r>
              <a:rPr lang="zh-CN" altLang="en-US" sz="4000"/>
              <a:t>死锁定义</a:t>
            </a:r>
          </a:p>
        </p:txBody>
      </p:sp>
      <p:sp>
        <p:nvSpPr>
          <p:cNvPr id="308227" name="Rectangle 3">
            <a:extLst>
              <a:ext uri="{FF2B5EF4-FFF2-40B4-BE49-F238E27FC236}">
                <a16:creationId xmlns:a16="http://schemas.microsoft.com/office/drawing/2014/main" id="{C0B91565-1B0E-7481-9467-FF65B08F6F28}"/>
              </a:ext>
            </a:extLst>
          </p:cNvPr>
          <p:cNvSpPr>
            <a:spLocks noGrp="1" noChangeArrowheads="1"/>
          </p:cNvSpPr>
          <p:nvPr>
            <p:ph idx="1"/>
          </p:nvPr>
        </p:nvSpPr>
        <p:spPr>
          <a:xfrm>
            <a:off x="900113" y="1052513"/>
            <a:ext cx="8004175" cy="4897437"/>
          </a:xfrm>
        </p:spPr>
        <p:txBody>
          <a:bodyPr>
            <a:normAutofit lnSpcReduction="10000"/>
          </a:bodyPr>
          <a:lstStyle/>
          <a:p>
            <a:pPr eaLnBrk="1" hangingPunct="1"/>
            <a:r>
              <a:rPr lang="zh-CN" altLang="en-US" sz="2800" dirty="0"/>
              <a:t>当有多个（两个及以上）线程为有限资源竞争时，有的线程就会因为在某一时刻没有可用的空闲资源而陷入等待。</a:t>
            </a:r>
            <a:r>
              <a:rPr lang="zh-CN" altLang="en-US" sz="2800" dirty="0">
                <a:solidFill>
                  <a:srgbClr val="FF0000"/>
                </a:solidFill>
              </a:rPr>
              <a:t>死锁</a:t>
            </a:r>
            <a:r>
              <a:rPr lang="en-US" altLang="zh-CN" sz="2800" dirty="0">
                <a:solidFill>
                  <a:srgbClr val="FF0000"/>
                </a:solidFill>
              </a:rPr>
              <a:t>(deadlock)</a:t>
            </a:r>
            <a:r>
              <a:rPr lang="zh-CN" altLang="en-US" sz="2800" dirty="0"/>
              <a:t>就是指这一组中的每个线程都在等待组内其他线程释放资源从而造成的无限等待。若无外力作用，这些进程将永远都不能向前推进。</a:t>
            </a:r>
            <a:endParaRPr lang="en-US" altLang="zh-CN" sz="2800" dirty="0"/>
          </a:p>
          <a:p>
            <a:pPr eaLnBrk="1" hangingPunct="1"/>
            <a:r>
              <a:rPr lang="zh-CN" altLang="en-US" sz="2800" dirty="0"/>
              <a:t>注意：</a:t>
            </a:r>
            <a:endParaRPr lang="en-US" altLang="zh-CN" sz="2800" dirty="0"/>
          </a:p>
          <a:p>
            <a:pPr lvl="1"/>
            <a:r>
              <a:rPr lang="zh-CN" altLang="en-US" dirty="0"/>
              <a:t>死锁是因资源竞争造成的僵局</a:t>
            </a:r>
          </a:p>
          <a:p>
            <a:pPr lvl="1"/>
            <a:r>
              <a:rPr lang="zh-CN" altLang="en-US" dirty="0"/>
              <a:t>通常死锁至少涉及两个进程</a:t>
            </a:r>
          </a:p>
          <a:p>
            <a:pPr lvl="1"/>
            <a:r>
              <a:rPr lang="zh-CN" altLang="en-US" dirty="0"/>
              <a:t>死锁与部分进程及资源相关</a:t>
            </a:r>
          </a:p>
          <a:p>
            <a:pPr lvl="1"/>
            <a:endParaRPr lang="zh-CN" altLang="en-US" sz="2400" dirty="0"/>
          </a:p>
        </p:txBody>
      </p:sp>
      <p:sp>
        <p:nvSpPr>
          <p:cNvPr id="2" name="灯片编号占位符 1">
            <a:extLst>
              <a:ext uri="{FF2B5EF4-FFF2-40B4-BE49-F238E27FC236}">
                <a16:creationId xmlns:a16="http://schemas.microsoft.com/office/drawing/2014/main" id="{5ADA47A5-F75B-1484-3D45-93212CF6DE08}"/>
              </a:ext>
            </a:extLst>
          </p:cNvPr>
          <p:cNvSpPr>
            <a:spLocks noGrp="1"/>
          </p:cNvSpPr>
          <p:nvPr>
            <p:ph type="sldNum" sz="quarter" idx="12"/>
          </p:nvPr>
        </p:nvSpPr>
        <p:spPr/>
        <p:txBody>
          <a:bodyPr/>
          <a:lstStyle/>
          <a:p>
            <a:fld id="{4093CC90-4002-504C-BD88-C9A1D374048E}" type="slidenum">
              <a:rPr lang="zh-CN" altLang="en-US" smtClean="0"/>
              <a:pPr/>
              <a:t>4</a:t>
            </a:fld>
            <a:endParaRPr lang="zh-CN" altLang="en-US" dirty="0"/>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308227">
                                            <p:txEl>
                                              <p:pRg st="0" end="0"/>
                                            </p:txEl>
                                          </p:spTgt>
                                        </p:tgtEl>
                                        <p:attrNameLst>
                                          <p:attrName>style.visibility</p:attrName>
                                        </p:attrNameLst>
                                      </p:cBhvr>
                                      <p:to>
                                        <p:strVal val="visible"/>
                                      </p:to>
                                    </p:set>
                                    <p:animEffect transition="in" filter="checkerboard(across)">
                                      <p:cBhvr>
                                        <p:cTn id="7" dur="500"/>
                                        <p:tgtEl>
                                          <p:spTgt spid="30822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308227">
                                            <p:txEl>
                                              <p:pRg st="1" end="1"/>
                                            </p:txEl>
                                          </p:spTgt>
                                        </p:tgtEl>
                                        <p:attrNameLst>
                                          <p:attrName>style.visibility</p:attrName>
                                        </p:attrNameLst>
                                      </p:cBhvr>
                                      <p:to>
                                        <p:strVal val="visible"/>
                                      </p:to>
                                    </p:set>
                                    <p:animEffect transition="in" filter="checkerboard(across)">
                                      <p:cBhvr>
                                        <p:cTn id="12" dur="500"/>
                                        <p:tgtEl>
                                          <p:spTgt spid="30822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308227">
                                            <p:txEl>
                                              <p:pRg st="2" end="2"/>
                                            </p:txEl>
                                          </p:spTgt>
                                        </p:tgtEl>
                                        <p:attrNameLst>
                                          <p:attrName>style.visibility</p:attrName>
                                        </p:attrNameLst>
                                      </p:cBhvr>
                                      <p:to>
                                        <p:strVal val="visible"/>
                                      </p:to>
                                    </p:set>
                                    <p:animEffect transition="in" filter="checkerboard(across)">
                                      <p:cBhvr>
                                        <p:cTn id="17" dur="500"/>
                                        <p:tgtEl>
                                          <p:spTgt spid="30822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nodeType="clickEffect">
                                  <p:stCondLst>
                                    <p:cond delay="0"/>
                                  </p:stCondLst>
                                  <p:childTnLst>
                                    <p:set>
                                      <p:cBhvr>
                                        <p:cTn id="21" dur="1" fill="hold">
                                          <p:stCondLst>
                                            <p:cond delay="0"/>
                                          </p:stCondLst>
                                        </p:cTn>
                                        <p:tgtEl>
                                          <p:spTgt spid="308227">
                                            <p:txEl>
                                              <p:pRg st="3" end="3"/>
                                            </p:txEl>
                                          </p:spTgt>
                                        </p:tgtEl>
                                        <p:attrNameLst>
                                          <p:attrName>style.visibility</p:attrName>
                                        </p:attrNameLst>
                                      </p:cBhvr>
                                      <p:to>
                                        <p:strVal val="visible"/>
                                      </p:to>
                                    </p:set>
                                    <p:animEffect transition="in" filter="checkerboard(across)">
                                      <p:cBhvr>
                                        <p:cTn id="22" dur="500"/>
                                        <p:tgtEl>
                                          <p:spTgt spid="308227">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5" presetClass="entr" presetSubtype="10" fill="hold" nodeType="clickEffect">
                                  <p:stCondLst>
                                    <p:cond delay="0"/>
                                  </p:stCondLst>
                                  <p:childTnLst>
                                    <p:set>
                                      <p:cBhvr>
                                        <p:cTn id="26" dur="1" fill="hold">
                                          <p:stCondLst>
                                            <p:cond delay="0"/>
                                          </p:stCondLst>
                                        </p:cTn>
                                        <p:tgtEl>
                                          <p:spTgt spid="308227">
                                            <p:txEl>
                                              <p:pRg st="4" end="4"/>
                                            </p:txEl>
                                          </p:spTgt>
                                        </p:tgtEl>
                                        <p:attrNameLst>
                                          <p:attrName>style.visibility</p:attrName>
                                        </p:attrNameLst>
                                      </p:cBhvr>
                                      <p:to>
                                        <p:strVal val="visible"/>
                                      </p:to>
                                    </p:set>
                                    <p:animEffect transition="in" filter="checkerboard(across)">
                                      <p:cBhvr>
                                        <p:cTn id="27" dur="500"/>
                                        <p:tgtEl>
                                          <p:spTgt spid="30822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8227"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a:extLst>
              <a:ext uri="{FF2B5EF4-FFF2-40B4-BE49-F238E27FC236}">
                <a16:creationId xmlns:a16="http://schemas.microsoft.com/office/drawing/2014/main" id="{EFACB734-63F3-EBE4-3E3B-67FAD343F326}"/>
              </a:ext>
            </a:extLst>
          </p:cNvPr>
          <p:cNvSpPr>
            <a:spLocks noGrp="1" noChangeArrowheads="1"/>
          </p:cNvSpPr>
          <p:nvPr>
            <p:ph type="title"/>
          </p:nvPr>
        </p:nvSpPr>
        <p:spPr>
          <a:xfrm>
            <a:off x="1042988" y="225431"/>
            <a:ext cx="7850187" cy="746125"/>
          </a:xfrm>
        </p:spPr>
        <p:txBody>
          <a:bodyPr/>
          <a:lstStyle/>
          <a:p>
            <a:r>
              <a:rPr lang="zh-CN" altLang="en-US" dirty="0"/>
              <a:t>资源分配图</a:t>
            </a:r>
          </a:p>
        </p:txBody>
      </p:sp>
      <p:sp>
        <p:nvSpPr>
          <p:cNvPr id="317443" name="Rectangle 3">
            <a:extLst>
              <a:ext uri="{FF2B5EF4-FFF2-40B4-BE49-F238E27FC236}">
                <a16:creationId xmlns:a16="http://schemas.microsoft.com/office/drawing/2014/main" id="{989B998E-171C-A8AC-EB2A-93202BD5732A}"/>
              </a:ext>
            </a:extLst>
          </p:cNvPr>
          <p:cNvSpPr>
            <a:spLocks noGrp="1" noChangeArrowheads="1"/>
          </p:cNvSpPr>
          <p:nvPr>
            <p:ph idx="1"/>
          </p:nvPr>
        </p:nvSpPr>
        <p:spPr>
          <a:xfrm>
            <a:off x="935038" y="1233488"/>
            <a:ext cx="7772400" cy="4895850"/>
          </a:xfrm>
        </p:spPr>
        <p:txBody>
          <a:bodyPr>
            <a:normAutofit/>
          </a:bodyPr>
          <a:lstStyle/>
          <a:p>
            <a:r>
              <a:rPr lang="zh-CN" altLang="en-US" dirty="0"/>
              <a:t>资源分配图由一个节点集合</a:t>
            </a:r>
            <a:r>
              <a:rPr lang="en-US" altLang="zh-CN" dirty="0"/>
              <a:t>V</a:t>
            </a:r>
            <a:r>
              <a:rPr lang="zh-CN" altLang="en-US" dirty="0"/>
              <a:t>和一个边集合</a:t>
            </a:r>
            <a:r>
              <a:rPr lang="en-US" altLang="zh-CN" dirty="0"/>
              <a:t>E</a:t>
            </a:r>
            <a:r>
              <a:rPr lang="zh-CN" altLang="en-US" dirty="0"/>
              <a:t>组成</a:t>
            </a:r>
          </a:p>
          <a:p>
            <a:pPr lvl="1"/>
            <a:r>
              <a:rPr lang="en-US" altLang="zh-CN" dirty="0"/>
              <a:t>V</a:t>
            </a:r>
            <a:r>
              <a:rPr lang="zh-CN" altLang="en-US" dirty="0"/>
              <a:t>被分为两个部分 </a:t>
            </a:r>
            <a:endParaRPr lang="en-US" altLang="zh-CN" dirty="0"/>
          </a:p>
          <a:p>
            <a:pPr lvl="2"/>
            <a:r>
              <a:rPr lang="zh-CN" altLang="en-US" dirty="0"/>
              <a:t>系统中全部进程集合</a:t>
            </a:r>
            <a:r>
              <a:rPr lang="en-US" altLang="zh-CN" dirty="0"/>
              <a:t>P={P1, P2, …, </a:t>
            </a:r>
            <a:r>
              <a:rPr lang="en-US" altLang="zh-CN" dirty="0" err="1"/>
              <a:t>Pn</a:t>
            </a:r>
            <a:r>
              <a:rPr lang="en-US" altLang="zh-CN" dirty="0"/>
              <a:t>}</a:t>
            </a:r>
          </a:p>
          <a:p>
            <a:pPr lvl="2"/>
            <a:r>
              <a:rPr lang="zh-CN" altLang="en-US" dirty="0"/>
              <a:t>系统中全部资源集合</a:t>
            </a:r>
            <a:r>
              <a:rPr lang="en-US" altLang="zh-CN" dirty="0"/>
              <a:t>R= {R1, R2, …, Rm}</a:t>
            </a:r>
          </a:p>
          <a:p>
            <a:pPr lvl="1"/>
            <a:r>
              <a:rPr lang="zh-CN" altLang="en-US" dirty="0"/>
              <a:t>请求边：有向边</a:t>
            </a:r>
            <a:r>
              <a:rPr lang="en-US" altLang="zh-CN" dirty="0"/>
              <a:t>P</a:t>
            </a:r>
            <a:r>
              <a:rPr lang="en-US" altLang="zh-CN" baseline="-25000" dirty="0"/>
              <a:t>i</a:t>
            </a:r>
            <a:r>
              <a:rPr lang="en-US" altLang="zh-CN" dirty="0"/>
              <a:t> </a:t>
            </a:r>
            <a:r>
              <a:rPr lang="en-US" altLang="zh-CN" dirty="0">
                <a:sym typeface="Symbol" pitchFamily="2" charset="2"/>
              </a:rPr>
              <a:t> </a:t>
            </a:r>
            <a:r>
              <a:rPr lang="en-US" altLang="zh-CN" dirty="0" err="1">
                <a:sym typeface="Symbol" pitchFamily="2" charset="2"/>
              </a:rPr>
              <a:t>R</a:t>
            </a:r>
            <a:r>
              <a:rPr lang="en-US" altLang="zh-CN" baseline="-25000" dirty="0" err="1">
                <a:sym typeface="Symbol" pitchFamily="2" charset="2"/>
              </a:rPr>
              <a:t>j</a:t>
            </a:r>
            <a:r>
              <a:rPr lang="zh-CN" altLang="en-US" dirty="0">
                <a:sym typeface="Symbol" pitchFamily="2" charset="2"/>
              </a:rPr>
              <a:t>；</a:t>
            </a:r>
            <a:endParaRPr lang="en-US" altLang="zh-CN" dirty="0">
              <a:sym typeface="Symbol" pitchFamily="2" charset="2"/>
            </a:endParaRPr>
          </a:p>
          <a:p>
            <a:pPr lvl="1"/>
            <a:r>
              <a:rPr lang="zh-CN" altLang="en-US" dirty="0"/>
              <a:t>分配边：有向边 </a:t>
            </a:r>
            <a:r>
              <a:rPr lang="en-US" altLang="zh-CN" dirty="0" err="1"/>
              <a:t>R</a:t>
            </a:r>
            <a:r>
              <a:rPr lang="en-US" altLang="zh-CN" baseline="-25000" dirty="0" err="1"/>
              <a:t>j</a:t>
            </a:r>
            <a:r>
              <a:rPr lang="en-US" altLang="zh-CN" dirty="0"/>
              <a:t> </a:t>
            </a:r>
            <a:r>
              <a:rPr lang="en-US" altLang="zh-CN" dirty="0">
                <a:sym typeface="Symbol" pitchFamily="2" charset="2"/>
              </a:rPr>
              <a:t> P</a:t>
            </a:r>
            <a:r>
              <a:rPr lang="en-US" altLang="zh-CN" baseline="-25000" dirty="0">
                <a:sym typeface="Symbol" pitchFamily="2" charset="2"/>
              </a:rPr>
              <a:t>i</a:t>
            </a:r>
          </a:p>
          <a:p>
            <a:r>
              <a:rPr lang="zh-CN" altLang="en-US" dirty="0"/>
              <a:t>在图中，用圆形表示进程</a:t>
            </a:r>
            <a:r>
              <a:rPr lang="en-US" altLang="zh-CN" dirty="0"/>
              <a:t>P</a:t>
            </a:r>
            <a:r>
              <a:rPr lang="en-US" altLang="zh-CN" baseline="-25000" dirty="0"/>
              <a:t>i</a:t>
            </a:r>
            <a:r>
              <a:rPr lang="zh-CN" altLang="en-US" dirty="0"/>
              <a:t> ，用方框表示资源类型</a:t>
            </a:r>
            <a:r>
              <a:rPr lang="en-US" altLang="zh-CN" dirty="0" err="1"/>
              <a:t>R</a:t>
            </a:r>
            <a:r>
              <a:rPr lang="en-US" altLang="zh-CN" baseline="-25000" dirty="0" err="1"/>
              <a:t>j</a:t>
            </a:r>
            <a:r>
              <a:rPr lang="zh-CN" altLang="en-US" dirty="0"/>
              <a:t>，在方框中用圆点表示实例</a:t>
            </a:r>
            <a:endParaRPr lang="en-US" altLang="zh-CN" baseline="-25000" dirty="0">
              <a:sym typeface="Symbol" pitchFamily="2" charset="2"/>
            </a:endParaRPr>
          </a:p>
        </p:txBody>
      </p:sp>
      <p:sp>
        <p:nvSpPr>
          <p:cNvPr id="2" name="灯片编号占位符 1">
            <a:extLst>
              <a:ext uri="{FF2B5EF4-FFF2-40B4-BE49-F238E27FC236}">
                <a16:creationId xmlns:a16="http://schemas.microsoft.com/office/drawing/2014/main" id="{AB4F3684-D23C-ADE0-D663-EDD61E6CB9E5}"/>
              </a:ext>
            </a:extLst>
          </p:cNvPr>
          <p:cNvSpPr>
            <a:spLocks noGrp="1"/>
          </p:cNvSpPr>
          <p:nvPr>
            <p:ph type="sldNum" sz="quarter" idx="12"/>
          </p:nvPr>
        </p:nvSpPr>
        <p:spPr>
          <a:xfrm>
            <a:off x="6781800" y="6324600"/>
            <a:ext cx="1905000" cy="457200"/>
          </a:xfrm>
        </p:spPr>
        <p:txBody>
          <a:bodyPr/>
          <a:lstStyle/>
          <a:p>
            <a:fld id="{4093CC90-4002-504C-BD88-C9A1D374048E}" type="slidenum">
              <a:rPr lang="zh-CN" altLang="en-US" smtClean="0"/>
              <a:pPr/>
              <a:t>5</a:t>
            </a:fld>
            <a:endParaRPr lang="zh-CN" altLang="en-US" dirty="0"/>
          </a:p>
        </p:txBody>
      </p:sp>
    </p:spTree>
  </p:cSld>
  <p:clrMapOvr>
    <a:masterClrMapping/>
  </p:clrMapOvr>
  <p:transition spd="med">
    <p:zoom/>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Rectangle 2">
            <a:extLst>
              <a:ext uri="{FF2B5EF4-FFF2-40B4-BE49-F238E27FC236}">
                <a16:creationId xmlns:a16="http://schemas.microsoft.com/office/drawing/2014/main" id="{7C84A4B7-D576-56D0-891B-FD7222EAD517}"/>
              </a:ext>
            </a:extLst>
          </p:cNvPr>
          <p:cNvSpPr>
            <a:spLocks noGrp="1" noChangeArrowheads="1"/>
          </p:cNvSpPr>
          <p:nvPr>
            <p:ph type="title"/>
          </p:nvPr>
        </p:nvSpPr>
        <p:spPr>
          <a:xfrm>
            <a:off x="1042988" y="225431"/>
            <a:ext cx="7850187" cy="746125"/>
          </a:xfrm>
        </p:spPr>
        <p:txBody>
          <a:bodyPr/>
          <a:lstStyle/>
          <a:p>
            <a:r>
              <a:rPr lang="zh-CN" altLang="en-US" dirty="0"/>
              <a:t>资源分配图示例</a:t>
            </a:r>
          </a:p>
        </p:txBody>
      </p:sp>
      <p:sp>
        <p:nvSpPr>
          <p:cNvPr id="6" name="内容占位符 5">
            <a:extLst>
              <a:ext uri="{FF2B5EF4-FFF2-40B4-BE49-F238E27FC236}">
                <a16:creationId xmlns:a16="http://schemas.microsoft.com/office/drawing/2014/main" id="{E7D415BC-32A0-1325-538B-9B1ABE108D3D}"/>
              </a:ext>
            </a:extLst>
          </p:cNvPr>
          <p:cNvSpPr>
            <a:spLocks noGrp="1"/>
          </p:cNvSpPr>
          <p:nvPr>
            <p:ph idx="1"/>
          </p:nvPr>
        </p:nvSpPr>
        <p:spPr>
          <a:xfrm>
            <a:off x="935038" y="1233488"/>
            <a:ext cx="4664096" cy="4895850"/>
          </a:xfrm>
        </p:spPr>
        <p:txBody>
          <a:bodyPr>
            <a:noAutofit/>
          </a:bodyPr>
          <a:lstStyle/>
          <a:p>
            <a:r>
              <a:rPr lang="en-US" altLang="en-US" sz="2600" i="1" dirty="0"/>
              <a:t>R</a:t>
            </a:r>
            <a:r>
              <a:rPr lang="en-US" altLang="en-US" sz="2600" baseline="-25000" dirty="0"/>
              <a:t>1</a:t>
            </a:r>
            <a:r>
              <a:rPr lang="en-US" altLang="en-US" sz="2600" dirty="0"/>
              <a:t>有一个实例</a:t>
            </a:r>
          </a:p>
          <a:p>
            <a:r>
              <a:rPr lang="en-US" altLang="en-US" sz="2600" i="1" dirty="0"/>
              <a:t>R</a:t>
            </a:r>
            <a:r>
              <a:rPr lang="en-US" altLang="en-US" sz="2600" baseline="-25000" dirty="0"/>
              <a:t>2</a:t>
            </a:r>
            <a:r>
              <a:rPr lang="en-US" altLang="en-US" sz="2600" dirty="0"/>
              <a:t> </a:t>
            </a:r>
            <a:r>
              <a:rPr lang="en-US" altLang="en-US" sz="2600" dirty="0" err="1"/>
              <a:t>有两个实例</a:t>
            </a:r>
            <a:endParaRPr lang="en-US" altLang="en-US" sz="2600" baseline="-25000" dirty="0"/>
          </a:p>
          <a:p>
            <a:r>
              <a:rPr lang="en-US" altLang="en-US" sz="2600" i="1" dirty="0"/>
              <a:t>R</a:t>
            </a:r>
            <a:r>
              <a:rPr lang="en-US" altLang="en-US" sz="2600" baseline="-25000" dirty="0"/>
              <a:t>3</a:t>
            </a:r>
            <a:r>
              <a:rPr lang="en-US" altLang="en-US" sz="2600" dirty="0"/>
              <a:t> </a:t>
            </a:r>
            <a:r>
              <a:rPr lang="en-US" altLang="en-US" sz="2600" dirty="0" err="1"/>
              <a:t>有一个实例</a:t>
            </a:r>
            <a:endParaRPr lang="en-US" altLang="en-US" sz="2600" baseline="-25000" dirty="0"/>
          </a:p>
          <a:p>
            <a:r>
              <a:rPr lang="en-US" altLang="en-US" sz="2600" i="1" dirty="0"/>
              <a:t>R</a:t>
            </a:r>
            <a:r>
              <a:rPr lang="en-US" altLang="en-US" sz="2600" baseline="-25000" dirty="0"/>
              <a:t>4</a:t>
            </a:r>
            <a:r>
              <a:rPr lang="en-US" altLang="en-US" sz="2600" dirty="0"/>
              <a:t> </a:t>
            </a:r>
            <a:r>
              <a:rPr lang="en-US" altLang="en-US" sz="2600" dirty="0" err="1"/>
              <a:t>有三个实例</a:t>
            </a:r>
            <a:endParaRPr lang="en-US" altLang="en-US" sz="2600" baseline="-25000" dirty="0"/>
          </a:p>
          <a:p>
            <a:r>
              <a:rPr lang="en-US" altLang="en-US" sz="2600" i="1" dirty="0"/>
              <a:t>T</a:t>
            </a:r>
            <a:r>
              <a:rPr lang="en-US" altLang="en-US" sz="2600" baseline="-25000" dirty="0"/>
              <a:t>1</a:t>
            </a:r>
            <a:r>
              <a:rPr lang="en-US" altLang="en-US" sz="2600" dirty="0"/>
              <a:t> 占有</a:t>
            </a:r>
            <a:r>
              <a:rPr lang="en-US" altLang="en-US" sz="2600" i="1" dirty="0"/>
              <a:t>R</a:t>
            </a:r>
            <a:r>
              <a:rPr lang="en-US" altLang="en-US" sz="2600" baseline="-25000" dirty="0"/>
              <a:t>2</a:t>
            </a:r>
            <a:r>
              <a:rPr lang="en-US" altLang="en-US" sz="2600" dirty="0"/>
              <a:t> 的一个实例且等待</a:t>
            </a:r>
            <a:r>
              <a:rPr lang="en-US" altLang="en-US" sz="2600" i="1" dirty="0"/>
              <a:t>R</a:t>
            </a:r>
            <a:r>
              <a:rPr lang="en-US" altLang="en-US" sz="2600" baseline="-25000" dirty="0"/>
              <a:t>1</a:t>
            </a:r>
            <a:r>
              <a:rPr lang="en-US" altLang="en-US" sz="2600" dirty="0"/>
              <a:t> </a:t>
            </a:r>
            <a:r>
              <a:rPr lang="en-US" altLang="en-US" sz="2600" dirty="0" err="1"/>
              <a:t>的一个实例</a:t>
            </a:r>
            <a:endParaRPr lang="en-US" altLang="en-US" sz="2600" baseline="-25000" dirty="0"/>
          </a:p>
          <a:p>
            <a:r>
              <a:rPr lang="en-US" altLang="en-US" sz="2600" i="1" dirty="0"/>
              <a:t>T</a:t>
            </a:r>
            <a:r>
              <a:rPr lang="en-US" altLang="en-US" sz="2600" baseline="-25000" dirty="0"/>
              <a:t>2</a:t>
            </a:r>
            <a:r>
              <a:rPr lang="en-US" altLang="en-US" sz="2600" dirty="0"/>
              <a:t> 占有</a:t>
            </a:r>
            <a:r>
              <a:rPr lang="en-US" altLang="en-US" sz="2600" i="1" dirty="0"/>
              <a:t>R</a:t>
            </a:r>
            <a:r>
              <a:rPr lang="en-US" altLang="en-US" sz="2600" baseline="-25000" dirty="0"/>
              <a:t>1</a:t>
            </a:r>
            <a:r>
              <a:rPr lang="en-US" altLang="en-US" sz="2600" dirty="0"/>
              <a:t> </a:t>
            </a:r>
            <a:r>
              <a:rPr lang="en-US" altLang="en-US" sz="2600" dirty="0" err="1"/>
              <a:t>的一个实例</a:t>
            </a:r>
            <a:r>
              <a:rPr lang="en-US" altLang="en-US" sz="2600" dirty="0"/>
              <a:t>, </a:t>
            </a:r>
            <a:r>
              <a:rPr lang="en-US" altLang="en-US" sz="2600" i="1" dirty="0"/>
              <a:t>R</a:t>
            </a:r>
            <a:r>
              <a:rPr lang="en-US" altLang="en-US" sz="2600" baseline="-25000" dirty="0"/>
              <a:t>2</a:t>
            </a:r>
            <a:r>
              <a:rPr lang="en-US" altLang="en-US" sz="2600" dirty="0"/>
              <a:t> </a:t>
            </a:r>
            <a:r>
              <a:rPr lang="en-US" altLang="en-US" sz="2600" dirty="0" err="1"/>
              <a:t>的一个实例</a:t>
            </a:r>
            <a:r>
              <a:rPr lang="en-US" altLang="en-US" sz="2600" dirty="0"/>
              <a:t>, </a:t>
            </a:r>
            <a:r>
              <a:rPr lang="en-US" altLang="en-US" sz="2600" dirty="0" err="1"/>
              <a:t>且等待</a:t>
            </a:r>
            <a:r>
              <a:rPr lang="en-US" altLang="en-US" sz="2600" dirty="0"/>
              <a:t> </a:t>
            </a:r>
            <a:r>
              <a:rPr lang="en-US" altLang="en-US" sz="2600" i="1" dirty="0"/>
              <a:t>R</a:t>
            </a:r>
            <a:r>
              <a:rPr lang="en-US" altLang="en-US" sz="2600" baseline="-25000" dirty="0"/>
              <a:t>3</a:t>
            </a:r>
            <a:r>
              <a:rPr lang="en-US" altLang="en-US" sz="2600" dirty="0"/>
              <a:t> </a:t>
            </a:r>
            <a:r>
              <a:rPr lang="en-US" altLang="en-US" sz="2600" dirty="0" err="1"/>
              <a:t>的一个实例</a:t>
            </a:r>
            <a:endParaRPr lang="en-US" altLang="en-US" sz="2600" baseline="-25000" dirty="0"/>
          </a:p>
          <a:p>
            <a:r>
              <a:rPr lang="en-US" altLang="en-US" sz="2600" i="1" dirty="0"/>
              <a:t>T</a:t>
            </a:r>
            <a:r>
              <a:rPr lang="en-US" altLang="en-US" sz="2600" baseline="-25000" dirty="0"/>
              <a:t>3</a:t>
            </a:r>
            <a:r>
              <a:rPr lang="en-US" altLang="en-US" sz="2600" dirty="0"/>
              <a:t> 占有</a:t>
            </a:r>
            <a:r>
              <a:rPr lang="en-US" altLang="en-US" sz="2600" i="1" dirty="0"/>
              <a:t>R</a:t>
            </a:r>
            <a:r>
              <a:rPr lang="en-US" altLang="en-US" sz="2600" baseline="-25000" dirty="0"/>
              <a:t>3</a:t>
            </a:r>
            <a:r>
              <a:rPr lang="en-US" altLang="en-US" sz="2600" dirty="0"/>
              <a:t> </a:t>
            </a:r>
            <a:r>
              <a:rPr lang="en-US" altLang="en-US" sz="2600" dirty="0" err="1"/>
              <a:t>的一个实例</a:t>
            </a:r>
            <a:endParaRPr lang="zh-CN" altLang="en-US" sz="2600" dirty="0"/>
          </a:p>
        </p:txBody>
      </p:sp>
      <p:sp>
        <p:nvSpPr>
          <p:cNvPr id="2" name="灯片编号占位符 1">
            <a:extLst>
              <a:ext uri="{FF2B5EF4-FFF2-40B4-BE49-F238E27FC236}">
                <a16:creationId xmlns:a16="http://schemas.microsoft.com/office/drawing/2014/main" id="{CDF5F0A3-8E91-077B-5131-C43619BF3293}"/>
              </a:ext>
            </a:extLst>
          </p:cNvPr>
          <p:cNvSpPr>
            <a:spLocks noGrp="1"/>
          </p:cNvSpPr>
          <p:nvPr>
            <p:ph type="sldNum" sz="quarter" idx="12"/>
          </p:nvPr>
        </p:nvSpPr>
        <p:spPr>
          <a:xfrm>
            <a:off x="6781800" y="6324600"/>
            <a:ext cx="1905000" cy="457200"/>
          </a:xfrm>
        </p:spPr>
        <p:txBody>
          <a:bodyPr/>
          <a:lstStyle/>
          <a:p>
            <a:fld id="{4093CC90-4002-504C-BD88-C9A1D374048E}" type="slidenum">
              <a:rPr lang="zh-CN" altLang="en-US" smtClean="0"/>
              <a:pPr/>
              <a:t>6</a:t>
            </a:fld>
            <a:endParaRPr lang="zh-CN" altLang="en-US" dirty="0"/>
          </a:p>
        </p:txBody>
      </p:sp>
      <p:pic>
        <p:nvPicPr>
          <p:cNvPr id="3" name="Picture 3">
            <a:extLst>
              <a:ext uri="{FF2B5EF4-FFF2-40B4-BE49-F238E27FC236}">
                <a16:creationId xmlns:a16="http://schemas.microsoft.com/office/drawing/2014/main" id="{6D5839C1-0115-B2DF-1BFC-332C9C5D8758}"/>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779567" y="1819116"/>
            <a:ext cx="2527387" cy="3704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zoom/>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Rectangle 2">
            <a:extLst>
              <a:ext uri="{FF2B5EF4-FFF2-40B4-BE49-F238E27FC236}">
                <a16:creationId xmlns:a16="http://schemas.microsoft.com/office/drawing/2014/main" id="{01239C9A-762C-EA38-F93B-FBF8C71DC038}"/>
              </a:ext>
            </a:extLst>
          </p:cNvPr>
          <p:cNvSpPr>
            <a:spLocks noGrp="1" noChangeArrowheads="1"/>
          </p:cNvSpPr>
          <p:nvPr>
            <p:ph type="title"/>
          </p:nvPr>
        </p:nvSpPr>
        <p:spPr>
          <a:xfrm>
            <a:off x="1042988" y="225431"/>
            <a:ext cx="7850187" cy="746125"/>
          </a:xfrm>
        </p:spPr>
        <p:txBody>
          <a:bodyPr/>
          <a:lstStyle/>
          <a:p>
            <a:r>
              <a:rPr lang="zh-CN" altLang="en-US" dirty="0"/>
              <a:t>带环的资源分配图</a:t>
            </a:r>
          </a:p>
        </p:txBody>
      </p:sp>
      <p:sp>
        <p:nvSpPr>
          <p:cNvPr id="24578" name="Rectangle 3">
            <a:extLst>
              <a:ext uri="{FF2B5EF4-FFF2-40B4-BE49-F238E27FC236}">
                <a16:creationId xmlns:a16="http://schemas.microsoft.com/office/drawing/2014/main" id="{6B67C333-7052-BC03-D0C8-F609641A158C}"/>
              </a:ext>
            </a:extLst>
          </p:cNvPr>
          <p:cNvSpPr>
            <a:spLocks noGrp="1" noChangeArrowheads="1"/>
          </p:cNvSpPr>
          <p:nvPr>
            <p:ph idx="1"/>
          </p:nvPr>
        </p:nvSpPr>
        <p:spPr>
          <a:xfrm>
            <a:off x="935038" y="1233488"/>
            <a:ext cx="7772400" cy="1209087"/>
          </a:xfrm>
        </p:spPr>
        <p:txBody>
          <a:bodyPr>
            <a:normAutofit fontScale="77500" lnSpcReduction="20000"/>
          </a:bodyPr>
          <a:lstStyle/>
          <a:p>
            <a:r>
              <a:rPr lang="zh-CN" altLang="en-US" dirty="0"/>
              <a:t>可以证明：如果资源分配图没有环，那么系统就没有进程死锁。如果分配图有环，每类资源仅有一个实例，则存在死锁，若每类资源有多个实例，则可能存在死锁。</a:t>
            </a:r>
            <a:r>
              <a:rPr lang="en-US" altLang="zh-CN" dirty="0"/>
              <a:t>  </a:t>
            </a:r>
          </a:p>
        </p:txBody>
      </p:sp>
      <p:sp>
        <p:nvSpPr>
          <p:cNvPr id="2" name="灯片编号占位符 1">
            <a:extLst>
              <a:ext uri="{FF2B5EF4-FFF2-40B4-BE49-F238E27FC236}">
                <a16:creationId xmlns:a16="http://schemas.microsoft.com/office/drawing/2014/main" id="{E2BC8EEC-6025-55FA-7F8B-429016B0916E}"/>
              </a:ext>
            </a:extLst>
          </p:cNvPr>
          <p:cNvSpPr>
            <a:spLocks noGrp="1"/>
          </p:cNvSpPr>
          <p:nvPr>
            <p:ph type="sldNum" sz="quarter" idx="12"/>
          </p:nvPr>
        </p:nvSpPr>
        <p:spPr>
          <a:xfrm>
            <a:off x="6781800" y="6324600"/>
            <a:ext cx="1905000" cy="457200"/>
          </a:xfrm>
        </p:spPr>
        <p:txBody>
          <a:bodyPr/>
          <a:lstStyle/>
          <a:p>
            <a:fld id="{4093CC90-4002-504C-BD88-C9A1D374048E}" type="slidenum">
              <a:rPr lang="zh-CN" altLang="en-US" smtClean="0"/>
              <a:pPr/>
              <a:t>7</a:t>
            </a:fld>
            <a:endParaRPr lang="zh-CN" altLang="en-US" dirty="0"/>
          </a:p>
        </p:txBody>
      </p:sp>
      <p:pic>
        <p:nvPicPr>
          <p:cNvPr id="6" name="Picture 1">
            <a:extLst>
              <a:ext uri="{FF2B5EF4-FFF2-40B4-BE49-F238E27FC236}">
                <a16:creationId xmlns:a16="http://schemas.microsoft.com/office/drawing/2014/main" id="{9E25BE5F-5774-BB63-A652-D3BBCC34A8D9}"/>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620741" y="2467627"/>
            <a:ext cx="2329886" cy="34446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Picture 1">
            <a:extLst>
              <a:ext uri="{FF2B5EF4-FFF2-40B4-BE49-F238E27FC236}">
                <a16:creationId xmlns:a16="http://schemas.microsoft.com/office/drawing/2014/main" id="{37AC674B-9C18-FC00-D91F-E43A5E7609AD}"/>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042442" y="2480153"/>
            <a:ext cx="2547418" cy="32534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文本框 10">
            <a:extLst>
              <a:ext uri="{FF2B5EF4-FFF2-40B4-BE49-F238E27FC236}">
                <a16:creationId xmlns:a16="http://schemas.microsoft.com/office/drawing/2014/main" id="{44612BCB-ACB5-AD95-71A9-3AA60E03877B}"/>
              </a:ext>
            </a:extLst>
          </p:cNvPr>
          <p:cNvSpPr txBox="1"/>
          <p:nvPr/>
        </p:nvSpPr>
        <p:spPr>
          <a:xfrm>
            <a:off x="1588044" y="6052252"/>
            <a:ext cx="2492211" cy="369332"/>
          </a:xfrm>
          <a:prstGeom prst="rect">
            <a:avLst/>
          </a:prstGeom>
          <a:noFill/>
        </p:spPr>
        <p:txBody>
          <a:bodyPr wrap="square" rtlCol="0">
            <a:spAutoFit/>
          </a:bodyPr>
          <a:lstStyle/>
          <a:p>
            <a:r>
              <a:rPr kumimoji="1" lang="zh-CN" altLang="en-US" dirty="0"/>
              <a:t>存在死锁的资源分配图</a:t>
            </a:r>
          </a:p>
        </p:txBody>
      </p:sp>
      <p:sp>
        <p:nvSpPr>
          <p:cNvPr id="12" name="文本框 11">
            <a:extLst>
              <a:ext uri="{FF2B5EF4-FFF2-40B4-BE49-F238E27FC236}">
                <a16:creationId xmlns:a16="http://schemas.microsoft.com/office/drawing/2014/main" id="{3C1914EE-6FE3-CE58-F0CF-E4D46313AE73}"/>
              </a:ext>
            </a:extLst>
          </p:cNvPr>
          <p:cNvSpPr txBox="1"/>
          <p:nvPr/>
        </p:nvSpPr>
        <p:spPr>
          <a:xfrm>
            <a:off x="4791009" y="6052252"/>
            <a:ext cx="3050284" cy="369332"/>
          </a:xfrm>
          <a:prstGeom prst="rect">
            <a:avLst/>
          </a:prstGeom>
          <a:noFill/>
        </p:spPr>
        <p:txBody>
          <a:bodyPr wrap="square" rtlCol="0">
            <a:spAutoFit/>
          </a:bodyPr>
          <a:lstStyle/>
          <a:p>
            <a:r>
              <a:rPr kumimoji="1" lang="zh-CN" altLang="en-US" dirty="0"/>
              <a:t>带环且无死锁的资源分配图</a:t>
            </a:r>
          </a:p>
        </p:txBody>
      </p:sp>
    </p:spTree>
  </p:cSld>
  <p:clrMapOvr>
    <a:masterClrMapping/>
  </p:clrMapOvr>
  <p:transition spd="med">
    <p:zoom/>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Rectangle 2">
            <a:extLst>
              <a:ext uri="{FF2B5EF4-FFF2-40B4-BE49-F238E27FC236}">
                <a16:creationId xmlns:a16="http://schemas.microsoft.com/office/drawing/2014/main" id="{B41F4E40-0F95-E33A-A414-3CBDFCF7CD86}"/>
              </a:ext>
            </a:extLst>
          </p:cNvPr>
          <p:cNvSpPr>
            <a:spLocks noGrp="1" noChangeArrowheads="1"/>
          </p:cNvSpPr>
          <p:nvPr>
            <p:ph type="title"/>
          </p:nvPr>
        </p:nvSpPr>
        <p:spPr>
          <a:xfrm>
            <a:off x="1042988" y="225431"/>
            <a:ext cx="7850187" cy="746125"/>
          </a:xfrm>
        </p:spPr>
        <p:txBody>
          <a:bodyPr/>
          <a:lstStyle/>
          <a:p>
            <a:r>
              <a:rPr lang="zh-CN" altLang="en-US"/>
              <a:t> 死锁产生的原因</a:t>
            </a:r>
          </a:p>
        </p:txBody>
      </p:sp>
      <p:sp>
        <p:nvSpPr>
          <p:cNvPr id="13314" name="Rectangle 3">
            <a:extLst>
              <a:ext uri="{FF2B5EF4-FFF2-40B4-BE49-F238E27FC236}">
                <a16:creationId xmlns:a16="http://schemas.microsoft.com/office/drawing/2014/main" id="{7EA5F7D0-F395-5A41-B5D6-DAB90C4D1720}"/>
              </a:ext>
            </a:extLst>
          </p:cNvPr>
          <p:cNvSpPr>
            <a:spLocks noGrp="1" noChangeArrowheads="1"/>
          </p:cNvSpPr>
          <p:nvPr>
            <p:ph idx="1"/>
          </p:nvPr>
        </p:nvSpPr>
        <p:spPr>
          <a:xfrm>
            <a:off x="935038" y="1233488"/>
            <a:ext cx="7772400" cy="4895850"/>
          </a:xfrm>
        </p:spPr>
        <p:txBody>
          <a:bodyPr>
            <a:normAutofit lnSpcReduction="10000"/>
          </a:bodyPr>
          <a:lstStyle/>
          <a:p>
            <a:r>
              <a:rPr lang="zh-CN" altLang="en-US" dirty="0"/>
              <a:t>死锁产生的原因与资源的使用情况相关</a:t>
            </a:r>
          </a:p>
          <a:p>
            <a:pPr lvl="1"/>
            <a:r>
              <a:rPr lang="zh-CN" altLang="en-US" b="1" dirty="0">
                <a:solidFill>
                  <a:srgbClr val="FF0000"/>
                </a:solidFill>
              </a:rPr>
              <a:t>竞争资源</a:t>
            </a:r>
            <a:r>
              <a:rPr lang="zh-CN" altLang="en-US" dirty="0"/>
              <a:t>：多个进程竞争资源，而资源又不能同时满足其需求。</a:t>
            </a:r>
            <a:endParaRPr lang="en-US" altLang="zh-CN" dirty="0"/>
          </a:p>
          <a:p>
            <a:pPr lvl="2"/>
            <a:r>
              <a:rPr lang="zh-CN" altLang="en-US" dirty="0"/>
              <a:t>可剥夺资源：某进程获得这类资源后，该资源可以被其他进程或系统剥夺。如</a:t>
            </a:r>
            <a:r>
              <a:rPr lang="en-US" altLang="zh-CN" dirty="0"/>
              <a:t>CPU，</a:t>
            </a:r>
            <a:r>
              <a:rPr lang="zh-CN" altLang="en-US" dirty="0"/>
              <a:t>存储器。竞争可剥夺资源</a:t>
            </a:r>
            <a:r>
              <a:rPr lang="zh-CN" altLang="en-US" b="1" dirty="0">
                <a:solidFill>
                  <a:schemeClr val="accent5">
                    <a:lumMod val="25000"/>
                  </a:schemeClr>
                </a:solidFill>
              </a:rPr>
              <a:t>不会产生死锁</a:t>
            </a:r>
            <a:r>
              <a:rPr lang="zh-CN" altLang="en-US" dirty="0"/>
              <a:t>。</a:t>
            </a:r>
          </a:p>
          <a:p>
            <a:pPr lvl="2"/>
            <a:r>
              <a:rPr lang="zh-CN" altLang="en-US" dirty="0"/>
              <a:t>不可剥夺资源：系统将这类资源分配给进程后，再不能强行收回，只能在进程使用完后主动释放。如打印机、读卡机。</a:t>
            </a:r>
            <a:endParaRPr lang="en-US" altLang="zh-CN" dirty="0"/>
          </a:p>
          <a:p>
            <a:pPr lvl="1"/>
            <a:r>
              <a:rPr lang="zh-CN" altLang="en-US" b="1" dirty="0">
                <a:solidFill>
                  <a:srgbClr val="FF0000"/>
                </a:solidFill>
              </a:rPr>
              <a:t>进程推进顺序不当</a:t>
            </a:r>
            <a:r>
              <a:rPr lang="zh-CN" altLang="en-US" dirty="0"/>
              <a:t>：进程申请资源和释放资源的顺序不当。</a:t>
            </a:r>
          </a:p>
        </p:txBody>
      </p:sp>
      <p:sp>
        <p:nvSpPr>
          <p:cNvPr id="2" name="灯片编号占位符 1">
            <a:extLst>
              <a:ext uri="{FF2B5EF4-FFF2-40B4-BE49-F238E27FC236}">
                <a16:creationId xmlns:a16="http://schemas.microsoft.com/office/drawing/2014/main" id="{30430618-4188-5788-E12A-76AFA77D2E52}"/>
              </a:ext>
            </a:extLst>
          </p:cNvPr>
          <p:cNvSpPr>
            <a:spLocks noGrp="1"/>
          </p:cNvSpPr>
          <p:nvPr>
            <p:ph type="sldNum" sz="quarter" idx="12"/>
          </p:nvPr>
        </p:nvSpPr>
        <p:spPr>
          <a:xfrm>
            <a:off x="6781800" y="6324600"/>
            <a:ext cx="1905000" cy="457200"/>
          </a:xfrm>
        </p:spPr>
        <p:txBody>
          <a:bodyPr/>
          <a:lstStyle/>
          <a:p>
            <a:fld id="{4093CC90-4002-504C-BD88-C9A1D374048E}" type="slidenum">
              <a:rPr lang="zh-CN" altLang="en-US" smtClean="0"/>
              <a:pPr/>
              <a:t>8</a:t>
            </a:fld>
            <a:endParaRPr lang="zh-CN" altLang="en-US" dirty="0"/>
          </a:p>
        </p:txBody>
      </p:sp>
    </p:spTree>
  </p:cSld>
  <p:clrMapOvr>
    <a:masterClrMapping/>
  </p:clrMapOvr>
  <p:transition spd="med">
    <p:zoom/>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3346" name="Line 2">
            <a:extLst>
              <a:ext uri="{FF2B5EF4-FFF2-40B4-BE49-F238E27FC236}">
                <a16:creationId xmlns:a16="http://schemas.microsoft.com/office/drawing/2014/main" id="{FEED7F47-5162-AC16-08A5-445AF107DEBC}"/>
              </a:ext>
            </a:extLst>
          </p:cNvPr>
          <p:cNvSpPr>
            <a:spLocks noChangeShapeType="1"/>
          </p:cNvSpPr>
          <p:nvPr/>
        </p:nvSpPr>
        <p:spPr bwMode="auto">
          <a:xfrm>
            <a:off x="1547813" y="6021388"/>
            <a:ext cx="827087" cy="0"/>
          </a:xfrm>
          <a:prstGeom prst="line">
            <a:avLst/>
          </a:prstGeom>
          <a:noFill/>
          <a:ln w="25400">
            <a:solidFill>
              <a:schemeClr val="accent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386" name="Rectangle 3">
            <a:extLst>
              <a:ext uri="{FF2B5EF4-FFF2-40B4-BE49-F238E27FC236}">
                <a16:creationId xmlns:a16="http://schemas.microsoft.com/office/drawing/2014/main" id="{3046B80E-14FB-50A3-4473-977461FBC254}"/>
              </a:ext>
            </a:extLst>
          </p:cNvPr>
          <p:cNvSpPr>
            <a:spLocks noGrp="1" noChangeArrowheads="1"/>
          </p:cNvSpPr>
          <p:nvPr>
            <p:ph type="title"/>
          </p:nvPr>
        </p:nvSpPr>
        <p:spPr>
          <a:xfrm>
            <a:off x="1042988" y="225431"/>
            <a:ext cx="7850187" cy="746125"/>
          </a:xfrm>
        </p:spPr>
        <p:txBody>
          <a:bodyPr/>
          <a:lstStyle/>
          <a:p>
            <a:r>
              <a:rPr lang="zh-CN" altLang="en-US"/>
              <a:t>进程推进顺序不当引起的死锁</a:t>
            </a:r>
          </a:p>
        </p:txBody>
      </p:sp>
      <p:sp>
        <p:nvSpPr>
          <p:cNvPr id="313348" name="Rectangle 4">
            <a:extLst>
              <a:ext uri="{FF2B5EF4-FFF2-40B4-BE49-F238E27FC236}">
                <a16:creationId xmlns:a16="http://schemas.microsoft.com/office/drawing/2014/main" id="{ED7C2491-F5FF-979C-9010-6477A2345E33}"/>
              </a:ext>
            </a:extLst>
          </p:cNvPr>
          <p:cNvSpPr>
            <a:spLocks noGrp="1" noChangeArrowheads="1"/>
          </p:cNvSpPr>
          <p:nvPr>
            <p:ph idx="1"/>
          </p:nvPr>
        </p:nvSpPr>
        <p:spPr>
          <a:xfrm>
            <a:off x="935038" y="1233488"/>
            <a:ext cx="7772400" cy="1416051"/>
          </a:xfrm>
        </p:spPr>
        <p:txBody>
          <a:bodyPr>
            <a:normAutofit fontScale="77500" lnSpcReduction="20000"/>
          </a:bodyPr>
          <a:lstStyle/>
          <a:p>
            <a:r>
              <a:rPr lang="zh-CN" altLang="en-US" dirty="0"/>
              <a:t>当进程</a:t>
            </a:r>
            <a:r>
              <a:rPr lang="en-US" altLang="zh-CN" dirty="0"/>
              <a:t>P1、P2</a:t>
            </a:r>
            <a:r>
              <a:rPr lang="zh-CN" altLang="en-US" dirty="0"/>
              <a:t>共享资源</a:t>
            </a:r>
            <a:r>
              <a:rPr lang="en-US" altLang="zh-CN" dirty="0"/>
              <a:t>A、B</a:t>
            </a:r>
            <a:r>
              <a:rPr lang="zh-CN" altLang="en-US" dirty="0"/>
              <a:t>时，若推进顺序合法则不会产生死锁，否则会产生死锁。</a:t>
            </a:r>
          </a:p>
          <a:p>
            <a:r>
              <a:rPr lang="zh-CN" altLang="en-US" dirty="0"/>
              <a:t>合法的推进路线：①②③     不合法的推进线路：④</a:t>
            </a:r>
          </a:p>
        </p:txBody>
      </p:sp>
      <p:sp>
        <p:nvSpPr>
          <p:cNvPr id="2" name="灯片编号占位符 1">
            <a:extLst>
              <a:ext uri="{FF2B5EF4-FFF2-40B4-BE49-F238E27FC236}">
                <a16:creationId xmlns:a16="http://schemas.microsoft.com/office/drawing/2014/main" id="{736E7EC6-5BDE-E19C-ECBC-7FBC2D8C3F59}"/>
              </a:ext>
            </a:extLst>
          </p:cNvPr>
          <p:cNvSpPr>
            <a:spLocks noGrp="1"/>
          </p:cNvSpPr>
          <p:nvPr>
            <p:ph type="sldNum" sz="quarter" idx="12"/>
          </p:nvPr>
        </p:nvSpPr>
        <p:spPr>
          <a:xfrm>
            <a:off x="6781800" y="6324600"/>
            <a:ext cx="1905000" cy="457200"/>
          </a:xfrm>
        </p:spPr>
        <p:txBody>
          <a:bodyPr/>
          <a:lstStyle/>
          <a:p>
            <a:fld id="{4093CC90-4002-504C-BD88-C9A1D374048E}" type="slidenum">
              <a:rPr lang="zh-CN" altLang="en-US" smtClean="0"/>
              <a:pPr/>
              <a:t>9</a:t>
            </a:fld>
            <a:endParaRPr lang="zh-CN" altLang="en-US" dirty="0"/>
          </a:p>
        </p:txBody>
      </p:sp>
      <p:sp>
        <p:nvSpPr>
          <p:cNvPr id="313349" name="Rectangle 5">
            <a:extLst>
              <a:ext uri="{FF2B5EF4-FFF2-40B4-BE49-F238E27FC236}">
                <a16:creationId xmlns:a16="http://schemas.microsoft.com/office/drawing/2014/main" id="{1B8407FD-0337-9BB5-E189-637606215CE3}"/>
              </a:ext>
            </a:extLst>
          </p:cNvPr>
          <p:cNvSpPr>
            <a:spLocks noChangeArrowheads="1"/>
          </p:cNvSpPr>
          <p:nvPr/>
        </p:nvSpPr>
        <p:spPr bwMode="auto">
          <a:xfrm>
            <a:off x="2813050" y="4656138"/>
            <a:ext cx="965200" cy="496887"/>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p>
        </p:txBody>
      </p:sp>
      <p:sp>
        <p:nvSpPr>
          <p:cNvPr id="16389" name="Line 6">
            <a:extLst>
              <a:ext uri="{FF2B5EF4-FFF2-40B4-BE49-F238E27FC236}">
                <a16:creationId xmlns:a16="http://schemas.microsoft.com/office/drawing/2014/main" id="{C354E538-084A-C3A7-DF08-092F83BA7B1E}"/>
              </a:ext>
            </a:extLst>
          </p:cNvPr>
          <p:cNvSpPr>
            <a:spLocks noChangeShapeType="1"/>
          </p:cNvSpPr>
          <p:nvPr/>
        </p:nvSpPr>
        <p:spPr bwMode="auto">
          <a:xfrm flipH="1" flipV="1">
            <a:off x="1566863" y="2932113"/>
            <a:ext cx="0" cy="3303587"/>
          </a:xfrm>
          <a:prstGeom prst="line">
            <a:avLst/>
          </a:prstGeom>
          <a:noFill/>
          <a:ln w="25400">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16390" name="Line 7">
            <a:extLst>
              <a:ext uri="{FF2B5EF4-FFF2-40B4-BE49-F238E27FC236}">
                <a16:creationId xmlns:a16="http://schemas.microsoft.com/office/drawing/2014/main" id="{BE082952-6D74-F052-0C4E-26203A6B26FA}"/>
              </a:ext>
            </a:extLst>
          </p:cNvPr>
          <p:cNvSpPr>
            <a:spLocks noChangeShapeType="1"/>
          </p:cNvSpPr>
          <p:nvPr/>
        </p:nvSpPr>
        <p:spPr bwMode="auto">
          <a:xfrm>
            <a:off x="1392238" y="5983288"/>
            <a:ext cx="6608762" cy="0"/>
          </a:xfrm>
          <a:prstGeom prst="line">
            <a:avLst/>
          </a:prstGeom>
          <a:noFill/>
          <a:ln w="25400">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16391" name="Text Box 8">
            <a:extLst>
              <a:ext uri="{FF2B5EF4-FFF2-40B4-BE49-F238E27FC236}">
                <a16:creationId xmlns:a16="http://schemas.microsoft.com/office/drawing/2014/main" id="{85FDCC02-F6C6-CDEC-2F24-89426343557E}"/>
              </a:ext>
            </a:extLst>
          </p:cNvPr>
          <p:cNvSpPr txBox="1">
            <a:spLocks noChangeArrowheads="1"/>
          </p:cNvSpPr>
          <p:nvPr/>
        </p:nvSpPr>
        <p:spPr bwMode="auto">
          <a:xfrm>
            <a:off x="228600" y="3505200"/>
            <a:ext cx="1376363" cy="2063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p>
            <a:pPr algn="just" eaLnBrk="0" hangingPunct="0"/>
            <a:r>
              <a:rPr lang="en-US" altLang="zh-CN" sz="2000" b="1">
                <a:latin typeface="Times New Roman" panose="02020603050405020304" pitchFamily="18" charset="0"/>
              </a:rPr>
              <a:t>P2</a:t>
            </a:r>
            <a:r>
              <a:rPr lang="zh-CN" altLang="en-US" sz="2000" b="1">
                <a:latin typeface="Times New Roman" panose="02020603050405020304" pitchFamily="18" charset="0"/>
              </a:rPr>
              <a:t>释放</a:t>
            </a:r>
            <a:r>
              <a:rPr lang="en-US" altLang="zh-CN" sz="2000" b="1">
                <a:latin typeface="Times New Roman" panose="02020603050405020304" pitchFamily="18" charset="0"/>
              </a:rPr>
              <a:t>A</a:t>
            </a:r>
          </a:p>
          <a:p>
            <a:pPr algn="just" eaLnBrk="0" hangingPunct="0"/>
            <a:endParaRPr lang="en-US" altLang="zh-CN" sz="900" b="1">
              <a:latin typeface="Times New Roman" panose="02020603050405020304" pitchFamily="18" charset="0"/>
            </a:endParaRPr>
          </a:p>
          <a:p>
            <a:pPr algn="just" eaLnBrk="0" hangingPunct="0"/>
            <a:r>
              <a:rPr lang="en-US" altLang="zh-CN" sz="2000" b="1">
                <a:latin typeface="Times New Roman" panose="02020603050405020304" pitchFamily="18" charset="0"/>
              </a:rPr>
              <a:t>P2</a:t>
            </a:r>
            <a:r>
              <a:rPr lang="zh-CN" altLang="en-US" sz="2000" b="1">
                <a:latin typeface="Times New Roman" panose="02020603050405020304" pitchFamily="18" charset="0"/>
              </a:rPr>
              <a:t>释放</a:t>
            </a:r>
            <a:r>
              <a:rPr lang="en-US" altLang="zh-CN" sz="2000" b="1">
                <a:latin typeface="Times New Roman" panose="02020603050405020304" pitchFamily="18" charset="0"/>
              </a:rPr>
              <a:t>B</a:t>
            </a:r>
          </a:p>
          <a:p>
            <a:pPr algn="just" eaLnBrk="0" hangingPunct="0"/>
            <a:endParaRPr lang="en-US" altLang="zh-CN" sz="1800" b="1">
              <a:latin typeface="Times New Roman" panose="02020603050405020304" pitchFamily="18" charset="0"/>
            </a:endParaRPr>
          </a:p>
          <a:p>
            <a:pPr algn="just" eaLnBrk="0" hangingPunct="0"/>
            <a:r>
              <a:rPr lang="en-US" altLang="zh-CN" sz="2000" b="1">
                <a:latin typeface="Times New Roman" panose="02020603050405020304" pitchFamily="18" charset="0"/>
              </a:rPr>
              <a:t>P2</a:t>
            </a:r>
            <a:r>
              <a:rPr lang="zh-CN" altLang="en-US" sz="2000" b="1">
                <a:latin typeface="Times New Roman" panose="02020603050405020304" pitchFamily="18" charset="0"/>
              </a:rPr>
              <a:t>申请</a:t>
            </a:r>
            <a:r>
              <a:rPr lang="en-US" altLang="zh-CN" sz="2000" b="1">
                <a:latin typeface="Times New Roman" panose="02020603050405020304" pitchFamily="18" charset="0"/>
              </a:rPr>
              <a:t>A</a:t>
            </a:r>
          </a:p>
          <a:p>
            <a:pPr algn="just" eaLnBrk="0" hangingPunct="0"/>
            <a:endParaRPr lang="en-US" altLang="zh-CN" sz="800" b="1">
              <a:latin typeface="Times New Roman" panose="02020603050405020304" pitchFamily="18" charset="0"/>
            </a:endParaRPr>
          </a:p>
          <a:p>
            <a:pPr algn="just" eaLnBrk="0" hangingPunct="0"/>
            <a:r>
              <a:rPr lang="en-US" altLang="zh-CN" sz="2000" b="1">
                <a:latin typeface="Times New Roman" panose="02020603050405020304" pitchFamily="18" charset="0"/>
              </a:rPr>
              <a:t>P2</a:t>
            </a:r>
            <a:r>
              <a:rPr lang="zh-CN" altLang="en-US" sz="2000" b="1">
                <a:latin typeface="Times New Roman" panose="02020603050405020304" pitchFamily="18" charset="0"/>
              </a:rPr>
              <a:t>申请</a:t>
            </a:r>
            <a:r>
              <a:rPr lang="en-US" altLang="zh-CN" sz="2000" b="1">
                <a:latin typeface="Times New Roman" panose="02020603050405020304" pitchFamily="18" charset="0"/>
              </a:rPr>
              <a:t>B</a:t>
            </a:r>
          </a:p>
        </p:txBody>
      </p:sp>
      <p:sp>
        <p:nvSpPr>
          <p:cNvPr id="16392" name="Text Box 9">
            <a:extLst>
              <a:ext uri="{FF2B5EF4-FFF2-40B4-BE49-F238E27FC236}">
                <a16:creationId xmlns:a16="http://schemas.microsoft.com/office/drawing/2014/main" id="{C5F9D7F8-03AD-1FEA-9FA9-E8A06B53F364}"/>
              </a:ext>
            </a:extLst>
          </p:cNvPr>
          <p:cNvSpPr txBox="1">
            <a:spLocks noChangeArrowheads="1"/>
          </p:cNvSpPr>
          <p:nvPr/>
        </p:nvSpPr>
        <p:spPr bwMode="auto">
          <a:xfrm>
            <a:off x="2106613" y="6107113"/>
            <a:ext cx="4770437" cy="293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p>
            <a:pPr algn="just" eaLnBrk="0" hangingPunct="0"/>
            <a:r>
              <a:rPr lang="en-US" altLang="zh-CN" sz="2000" b="1">
                <a:latin typeface="Times New Roman" panose="02020603050405020304" pitchFamily="18" charset="0"/>
              </a:rPr>
              <a:t>P1</a:t>
            </a:r>
            <a:r>
              <a:rPr lang="zh-CN" altLang="en-US" sz="2000" b="1">
                <a:latin typeface="Times New Roman" panose="02020603050405020304" pitchFamily="18" charset="0"/>
              </a:rPr>
              <a:t>申请</a:t>
            </a:r>
            <a:r>
              <a:rPr lang="en-US" altLang="zh-CN" sz="2000" b="1">
                <a:latin typeface="Times New Roman" panose="02020603050405020304" pitchFamily="18" charset="0"/>
              </a:rPr>
              <a:t>A   P1</a:t>
            </a:r>
            <a:r>
              <a:rPr lang="zh-CN" altLang="en-US" sz="2000" b="1">
                <a:latin typeface="Times New Roman" panose="02020603050405020304" pitchFamily="18" charset="0"/>
              </a:rPr>
              <a:t>申请</a:t>
            </a:r>
            <a:r>
              <a:rPr lang="en-US" altLang="zh-CN" sz="2000" b="1">
                <a:latin typeface="Times New Roman" panose="02020603050405020304" pitchFamily="18" charset="0"/>
              </a:rPr>
              <a:t>B   P1</a:t>
            </a:r>
            <a:r>
              <a:rPr lang="zh-CN" altLang="en-US" sz="2000" b="1">
                <a:latin typeface="Times New Roman" panose="02020603050405020304" pitchFamily="18" charset="0"/>
              </a:rPr>
              <a:t>释放</a:t>
            </a:r>
            <a:r>
              <a:rPr lang="en-US" altLang="zh-CN" sz="2000" b="1">
                <a:latin typeface="Times New Roman" panose="02020603050405020304" pitchFamily="18" charset="0"/>
              </a:rPr>
              <a:t>A   P1</a:t>
            </a:r>
            <a:r>
              <a:rPr lang="zh-CN" altLang="en-US" sz="2000" b="1">
                <a:latin typeface="Times New Roman" panose="02020603050405020304" pitchFamily="18" charset="0"/>
              </a:rPr>
              <a:t>释放</a:t>
            </a:r>
            <a:r>
              <a:rPr lang="en-US" altLang="zh-CN" sz="2000" b="1">
                <a:latin typeface="Times New Roman" panose="02020603050405020304" pitchFamily="18" charset="0"/>
              </a:rPr>
              <a:t>B</a:t>
            </a:r>
          </a:p>
        </p:txBody>
      </p:sp>
      <p:sp>
        <p:nvSpPr>
          <p:cNvPr id="16393" name="Line 10">
            <a:extLst>
              <a:ext uri="{FF2B5EF4-FFF2-40B4-BE49-F238E27FC236}">
                <a16:creationId xmlns:a16="http://schemas.microsoft.com/office/drawing/2014/main" id="{02E57C65-C606-D377-25D9-F4AD850CFA18}"/>
              </a:ext>
            </a:extLst>
          </p:cNvPr>
          <p:cNvSpPr>
            <a:spLocks noChangeShapeType="1"/>
          </p:cNvSpPr>
          <p:nvPr/>
        </p:nvSpPr>
        <p:spPr bwMode="auto">
          <a:xfrm flipV="1">
            <a:off x="2794000" y="3962400"/>
            <a:ext cx="0" cy="2020888"/>
          </a:xfrm>
          <a:prstGeom prst="line">
            <a:avLst/>
          </a:prstGeom>
          <a:noFill/>
          <a:ln w="25400">
            <a:solidFill>
              <a:srgbClr val="000000"/>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394" name="Line 11">
            <a:extLst>
              <a:ext uri="{FF2B5EF4-FFF2-40B4-BE49-F238E27FC236}">
                <a16:creationId xmlns:a16="http://schemas.microsoft.com/office/drawing/2014/main" id="{F4151404-C2E4-7D13-61A0-095EE37D4229}"/>
              </a:ext>
            </a:extLst>
          </p:cNvPr>
          <p:cNvSpPr>
            <a:spLocks noChangeShapeType="1"/>
          </p:cNvSpPr>
          <p:nvPr/>
        </p:nvSpPr>
        <p:spPr bwMode="auto">
          <a:xfrm flipV="1">
            <a:off x="4797425" y="5856288"/>
            <a:ext cx="0" cy="12700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395" name="Line 12">
            <a:extLst>
              <a:ext uri="{FF2B5EF4-FFF2-40B4-BE49-F238E27FC236}">
                <a16:creationId xmlns:a16="http://schemas.microsoft.com/office/drawing/2014/main" id="{6A189F05-EA54-B1D0-176B-478568174806}"/>
              </a:ext>
            </a:extLst>
          </p:cNvPr>
          <p:cNvSpPr>
            <a:spLocks noChangeShapeType="1"/>
          </p:cNvSpPr>
          <p:nvPr/>
        </p:nvSpPr>
        <p:spPr bwMode="auto">
          <a:xfrm flipV="1">
            <a:off x="5797550" y="5856288"/>
            <a:ext cx="0" cy="12700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396" name="Line 13">
            <a:extLst>
              <a:ext uri="{FF2B5EF4-FFF2-40B4-BE49-F238E27FC236}">
                <a16:creationId xmlns:a16="http://schemas.microsoft.com/office/drawing/2014/main" id="{A927E9FB-076C-923E-271B-C6A1AEA0CCCE}"/>
              </a:ext>
            </a:extLst>
          </p:cNvPr>
          <p:cNvSpPr>
            <a:spLocks noChangeShapeType="1"/>
          </p:cNvSpPr>
          <p:nvPr/>
        </p:nvSpPr>
        <p:spPr bwMode="auto">
          <a:xfrm flipV="1">
            <a:off x="3795713" y="3962400"/>
            <a:ext cx="0" cy="2020888"/>
          </a:xfrm>
          <a:prstGeom prst="line">
            <a:avLst/>
          </a:prstGeom>
          <a:noFill/>
          <a:ln w="25400">
            <a:solidFill>
              <a:srgbClr val="000000"/>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397" name="Line 14">
            <a:extLst>
              <a:ext uri="{FF2B5EF4-FFF2-40B4-BE49-F238E27FC236}">
                <a16:creationId xmlns:a16="http://schemas.microsoft.com/office/drawing/2014/main" id="{EAA04A2A-6BDE-63C3-5AA5-2FD475A3EADC}"/>
              </a:ext>
            </a:extLst>
          </p:cNvPr>
          <p:cNvSpPr>
            <a:spLocks noChangeShapeType="1"/>
          </p:cNvSpPr>
          <p:nvPr/>
        </p:nvSpPr>
        <p:spPr bwMode="auto">
          <a:xfrm flipV="1">
            <a:off x="1592263" y="5157788"/>
            <a:ext cx="2547937" cy="4762"/>
          </a:xfrm>
          <a:prstGeom prst="line">
            <a:avLst/>
          </a:prstGeom>
          <a:noFill/>
          <a:ln w="25400">
            <a:solidFill>
              <a:srgbClr val="000000"/>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398" name="Line 15">
            <a:extLst>
              <a:ext uri="{FF2B5EF4-FFF2-40B4-BE49-F238E27FC236}">
                <a16:creationId xmlns:a16="http://schemas.microsoft.com/office/drawing/2014/main" id="{1B5C3C02-0669-B518-1DFC-6A41E2603728}"/>
              </a:ext>
            </a:extLst>
          </p:cNvPr>
          <p:cNvSpPr>
            <a:spLocks noChangeShapeType="1"/>
          </p:cNvSpPr>
          <p:nvPr/>
        </p:nvSpPr>
        <p:spPr bwMode="auto">
          <a:xfrm>
            <a:off x="1549400" y="4159250"/>
            <a:ext cx="200025"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399" name="Line 16">
            <a:extLst>
              <a:ext uri="{FF2B5EF4-FFF2-40B4-BE49-F238E27FC236}">
                <a16:creationId xmlns:a16="http://schemas.microsoft.com/office/drawing/2014/main" id="{BF77CBA5-2CBE-A23C-792D-31E35D6563D8}"/>
              </a:ext>
            </a:extLst>
          </p:cNvPr>
          <p:cNvSpPr>
            <a:spLocks noChangeShapeType="1"/>
          </p:cNvSpPr>
          <p:nvPr/>
        </p:nvSpPr>
        <p:spPr bwMode="auto">
          <a:xfrm>
            <a:off x="1549400" y="3641725"/>
            <a:ext cx="200025"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400" name="Line 17">
            <a:extLst>
              <a:ext uri="{FF2B5EF4-FFF2-40B4-BE49-F238E27FC236}">
                <a16:creationId xmlns:a16="http://schemas.microsoft.com/office/drawing/2014/main" id="{C4380040-9DF6-C08A-5F17-47ECB5BF67D8}"/>
              </a:ext>
            </a:extLst>
          </p:cNvPr>
          <p:cNvSpPr>
            <a:spLocks noChangeShapeType="1"/>
          </p:cNvSpPr>
          <p:nvPr/>
        </p:nvSpPr>
        <p:spPr bwMode="auto">
          <a:xfrm>
            <a:off x="1592263" y="4651375"/>
            <a:ext cx="3003550" cy="0"/>
          </a:xfrm>
          <a:prstGeom prst="line">
            <a:avLst/>
          </a:prstGeom>
          <a:noFill/>
          <a:ln w="25400">
            <a:solidFill>
              <a:srgbClr val="000000"/>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3362" name="Line 18">
            <a:extLst>
              <a:ext uri="{FF2B5EF4-FFF2-40B4-BE49-F238E27FC236}">
                <a16:creationId xmlns:a16="http://schemas.microsoft.com/office/drawing/2014/main" id="{5294880A-4792-AAEE-1C7C-1EA92120F504}"/>
              </a:ext>
            </a:extLst>
          </p:cNvPr>
          <p:cNvSpPr>
            <a:spLocks noChangeShapeType="1"/>
          </p:cNvSpPr>
          <p:nvPr/>
        </p:nvSpPr>
        <p:spPr bwMode="auto">
          <a:xfrm flipV="1">
            <a:off x="2601913" y="5721350"/>
            <a:ext cx="0" cy="252413"/>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3363" name="Line 19">
            <a:extLst>
              <a:ext uri="{FF2B5EF4-FFF2-40B4-BE49-F238E27FC236}">
                <a16:creationId xmlns:a16="http://schemas.microsoft.com/office/drawing/2014/main" id="{04B58356-5D45-C8FA-D675-7DF3AFA1A6FC}"/>
              </a:ext>
            </a:extLst>
          </p:cNvPr>
          <p:cNvSpPr>
            <a:spLocks noChangeShapeType="1"/>
          </p:cNvSpPr>
          <p:nvPr/>
        </p:nvSpPr>
        <p:spPr bwMode="auto">
          <a:xfrm>
            <a:off x="2593975" y="5730875"/>
            <a:ext cx="4205288"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3364" name="Line 20">
            <a:extLst>
              <a:ext uri="{FF2B5EF4-FFF2-40B4-BE49-F238E27FC236}">
                <a16:creationId xmlns:a16="http://schemas.microsoft.com/office/drawing/2014/main" id="{CC8963B3-856B-1877-E5C3-958F8AED9502}"/>
              </a:ext>
            </a:extLst>
          </p:cNvPr>
          <p:cNvSpPr>
            <a:spLocks noChangeShapeType="1"/>
          </p:cNvSpPr>
          <p:nvPr/>
        </p:nvSpPr>
        <p:spPr bwMode="auto">
          <a:xfrm flipH="1">
            <a:off x="6799263" y="3262313"/>
            <a:ext cx="0" cy="2468562"/>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3365" name="Text Box 21">
            <a:extLst>
              <a:ext uri="{FF2B5EF4-FFF2-40B4-BE49-F238E27FC236}">
                <a16:creationId xmlns:a16="http://schemas.microsoft.com/office/drawing/2014/main" id="{996D20A0-A9ED-3F19-F6FA-C4EE9CD0215F}"/>
              </a:ext>
            </a:extLst>
          </p:cNvPr>
          <p:cNvSpPr txBox="1">
            <a:spLocks noChangeArrowheads="1"/>
          </p:cNvSpPr>
          <p:nvPr/>
        </p:nvSpPr>
        <p:spPr bwMode="auto">
          <a:xfrm>
            <a:off x="6900863" y="3328988"/>
            <a:ext cx="500062" cy="377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p>
            <a:pPr algn="just" eaLnBrk="0" hangingPunct="0"/>
            <a:r>
              <a:rPr lang="zh-CN" altLang="en-US" sz="2000">
                <a:latin typeface="Times New Roman" panose="02020603050405020304" pitchFamily="18" charset="0"/>
              </a:rPr>
              <a:t>①</a:t>
            </a:r>
          </a:p>
        </p:txBody>
      </p:sp>
      <p:sp>
        <p:nvSpPr>
          <p:cNvPr id="313366" name="Line 22">
            <a:extLst>
              <a:ext uri="{FF2B5EF4-FFF2-40B4-BE49-F238E27FC236}">
                <a16:creationId xmlns:a16="http://schemas.microsoft.com/office/drawing/2014/main" id="{034F2491-AFF1-3937-2CF4-11CC08FFEE18}"/>
              </a:ext>
            </a:extLst>
          </p:cNvPr>
          <p:cNvSpPr>
            <a:spLocks noChangeShapeType="1"/>
          </p:cNvSpPr>
          <p:nvPr/>
        </p:nvSpPr>
        <p:spPr bwMode="auto">
          <a:xfrm flipH="1" flipV="1">
            <a:off x="1978025" y="3170238"/>
            <a:ext cx="0" cy="2813050"/>
          </a:xfrm>
          <a:prstGeom prst="line">
            <a:avLst/>
          </a:prstGeom>
          <a:noFill/>
          <a:ln w="25400">
            <a:solidFill>
              <a:schemeClr val="fo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3367" name="Line 23">
            <a:extLst>
              <a:ext uri="{FF2B5EF4-FFF2-40B4-BE49-F238E27FC236}">
                <a16:creationId xmlns:a16="http://schemas.microsoft.com/office/drawing/2014/main" id="{9C2CE132-68A9-6BA5-86A7-0802E15A028E}"/>
              </a:ext>
            </a:extLst>
          </p:cNvPr>
          <p:cNvSpPr>
            <a:spLocks noChangeShapeType="1"/>
          </p:cNvSpPr>
          <p:nvPr/>
        </p:nvSpPr>
        <p:spPr bwMode="auto">
          <a:xfrm>
            <a:off x="1993900" y="3182938"/>
            <a:ext cx="4005263" cy="0"/>
          </a:xfrm>
          <a:prstGeom prst="line">
            <a:avLst/>
          </a:prstGeom>
          <a:noFill/>
          <a:ln w="25400">
            <a:solidFill>
              <a:schemeClr val="fo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3368" name="Text Box 24">
            <a:extLst>
              <a:ext uri="{FF2B5EF4-FFF2-40B4-BE49-F238E27FC236}">
                <a16:creationId xmlns:a16="http://schemas.microsoft.com/office/drawing/2014/main" id="{565AE696-591A-E59B-F6FD-3763E585C1E7}"/>
              </a:ext>
            </a:extLst>
          </p:cNvPr>
          <p:cNvSpPr txBox="1">
            <a:spLocks noChangeArrowheads="1"/>
          </p:cNvSpPr>
          <p:nvPr/>
        </p:nvSpPr>
        <p:spPr bwMode="auto">
          <a:xfrm>
            <a:off x="4394200" y="3278188"/>
            <a:ext cx="512763" cy="379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p>
            <a:pPr algn="just" eaLnBrk="0" hangingPunct="0"/>
            <a:r>
              <a:rPr lang="zh-CN" altLang="en-US" sz="2000">
                <a:solidFill>
                  <a:schemeClr val="folHlink"/>
                </a:solidFill>
                <a:latin typeface="Times New Roman" panose="02020603050405020304" pitchFamily="18" charset="0"/>
              </a:rPr>
              <a:t>②</a:t>
            </a:r>
          </a:p>
        </p:txBody>
      </p:sp>
      <p:sp>
        <p:nvSpPr>
          <p:cNvPr id="313369" name="Line 25">
            <a:extLst>
              <a:ext uri="{FF2B5EF4-FFF2-40B4-BE49-F238E27FC236}">
                <a16:creationId xmlns:a16="http://schemas.microsoft.com/office/drawing/2014/main" id="{C13CAD41-3560-5462-C1F7-2D7A621DADFE}"/>
              </a:ext>
            </a:extLst>
          </p:cNvPr>
          <p:cNvSpPr>
            <a:spLocks noChangeShapeType="1"/>
          </p:cNvSpPr>
          <p:nvPr/>
        </p:nvSpPr>
        <p:spPr bwMode="auto">
          <a:xfrm>
            <a:off x="2393950" y="5416550"/>
            <a:ext cx="0" cy="574675"/>
          </a:xfrm>
          <a:prstGeom prst="line">
            <a:avLst/>
          </a:prstGeom>
          <a:noFill/>
          <a:ln w="25400">
            <a:solidFill>
              <a:schemeClr val="accent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3370" name="Line 26">
            <a:extLst>
              <a:ext uri="{FF2B5EF4-FFF2-40B4-BE49-F238E27FC236}">
                <a16:creationId xmlns:a16="http://schemas.microsoft.com/office/drawing/2014/main" id="{85A7E1A4-85EA-E8E7-CF93-8692766B7721}"/>
              </a:ext>
            </a:extLst>
          </p:cNvPr>
          <p:cNvSpPr>
            <a:spLocks noChangeShapeType="1"/>
          </p:cNvSpPr>
          <p:nvPr/>
        </p:nvSpPr>
        <p:spPr bwMode="auto">
          <a:xfrm>
            <a:off x="2393950" y="5416550"/>
            <a:ext cx="1801813" cy="0"/>
          </a:xfrm>
          <a:prstGeom prst="line">
            <a:avLst/>
          </a:prstGeom>
          <a:noFill/>
          <a:ln w="25400">
            <a:solidFill>
              <a:schemeClr val="accent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3371" name="Line 27">
            <a:extLst>
              <a:ext uri="{FF2B5EF4-FFF2-40B4-BE49-F238E27FC236}">
                <a16:creationId xmlns:a16="http://schemas.microsoft.com/office/drawing/2014/main" id="{EA0D5791-AF79-DDDF-9020-B09A4EC16C4A}"/>
              </a:ext>
            </a:extLst>
          </p:cNvPr>
          <p:cNvSpPr>
            <a:spLocks noChangeShapeType="1"/>
          </p:cNvSpPr>
          <p:nvPr/>
        </p:nvSpPr>
        <p:spPr bwMode="auto">
          <a:xfrm flipV="1">
            <a:off x="4195763" y="5149850"/>
            <a:ext cx="0" cy="279400"/>
          </a:xfrm>
          <a:prstGeom prst="line">
            <a:avLst/>
          </a:prstGeom>
          <a:noFill/>
          <a:ln w="25400">
            <a:solidFill>
              <a:schemeClr val="accent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3372" name="Line 28">
            <a:extLst>
              <a:ext uri="{FF2B5EF4-FFF2-40B4-BE49-F238E27FC236}">
                <a16:creationId xmlns:a16="http://schemas.microsoft.com/office/drawing/2014/main" id="{2E7FDF89-03D1-6CDE-849E-91FDE16C4CE4}"/>
              </a:ext>
            </a:extLst>
          </p:cNvPr>
          <p:cNvSpPr>
            <a:spLocks noChangeShapeType="1"/>
          </p:cNvSpPr>
          <p:nvPr/>
        </p:nvSpPr>
        <p:spPr bwMode="auto">
          <a:xfrm>
            <a:off x="4195763" y="5149850"/>
            <a:ext cx="2003425" cy="0"/>
          </a:xfrm>
          <a:prstGeom prst="line">
            <a:avLst/>
          </a:prstGeom>
          <a:noFill/>
          <a:ln w="25400">
            <a:solidFill>
              <a:schemeClr val="accent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3373" name="Line 29">
            <a:extLst>
              <a:ext uri="{FF2B5EF4-FFF2-40B4-BE49-F238E27FC236}">
                <a16:creationId xmlns:a16="http://schemas.microsoft.com/office/drawing/2014/main" id="{E60C0C48-A07B-9F42-101E-CDE3F848B35C}"/>
              </a:ext>
            </a:extLst>
          </p:cNvPr>
          <p:cNvSpPr>
            <a:spLocks noChangeShapeType="1"/>
          </p:cNvSpPr>
          <p:nvPr/>
        </p:nvSpPr>
        <p:spPr bwMode="auto">
          <a:xfrm flipV="1">
            <a:off x="6169025" y="3292475"/>
            <a:ext cx="0" cy="1857375"/>
          </a:xfrm>
          <a:prstGeom prst="line">
            <a:avLst/>
          </a:prstGeom>
          <a:noFill/>
          <a:ln w="25400">
            <a:solidFill>
              <a:schemeClr val="accent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3374" name="Text Box 30">
            <a:extLst>
              <a:ext uri="{FF2B5EF4-FFF2-40B4-BE49-F238E27FC236}">
                <a16:creationId xmlns:a16="http://schemas.microsoft.com/office/drawing/2014/main" id="{8D7FF9DD-C548-7D11-8617-16A19F32D97B}"/>
              </a:ext>
            </a:extLst>
          </p:cNvPr>
          <p:cNvSpPr txBox="1">
            <a:spLocks noChangeArrowheads="1"/>
          </p:cNvSpPr>
          <p:nvPr/>
        </p:nvSpPr>
        <p:spPr bwMode="auto">
          <a:xfrm>
            <a:off x="5795963" y="3429000"/>
            <a:ext cx="360362" cy="379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p>
            <a:pPr algn="just" eaLnBrk="0" hangingPunct="0"/>
            <a:r>
              <a:rPr lang="zh-CN" altLang="en-US" sz="2000">
                <a:solidFill>
                  <a:schemeClr val="accent1"/>
                </a:solidFill>
                <a:latin typeface="Times New Roman" panose="02020603050405020304" pitchFamily="18" charset="0"/>
              </a:rPr>
              <a:t>③</a:t>
            </a:r>
          </a:p>
        </p:txBody>
      </p:sp>
      <p:sp>
        <p:nvSpPr>
          <p:cNvPr id="313375" name="Line 31">
            <a:extLst>
              <a:ext uri="{FF2B5EF4-FFF2-40B4-BE49-F238E27FC236}">
                <a16:creationId xmlns:a16="http://schemas.microsoft.com/office/drawing/2014/main" id="{36DA6538-C753-9E16-757B-45C60320D3CE}"/>
              </a:ext>
            </a:extLst>
          </p:cNvPr>
          <p:cNvSpPr>
            <a:spLocks noChangeShapeType="1"/>
          </p:cNvSpPr>
          <p:nvPr/>
        </p:nvSpPr>
        <p:spPr bwMode="auto">
          <a:xfrm flipV="1">
            <a:off x="2193925" y="4951413"/>
            <a:ext cx="0" cy="1031875"/>
          </a:xfrm>
          <a:prstGeom prst="line">
            <a:avLst/>
          </a:prstGeom>
          <a:noFill/>
          <a:ln w="254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3376" name="Line 32">
            <a:extLst>
              <a:ext uri="{FF2B5EF4-FFF2-40B4-BE49-F238E27FC236}">
                <a16:creationId xmlns:a16="http://schemas.microsoft.com/office/drawing/2014/main" id="{B5FAEBC5-DFA8-5CB7-CA1C-7031DEBFE2B5}"/>
              </a:ext>
            </a:extLst>
          </p:cNvPr>
          <p:cNvSpPr>
            <a:spLocks noChangeShapeType="1"/>
          </p:cNvSpPr>
          <p:nvPr/>
        </p:nvSpPr>
        <p:spPr bwMode="auto">
          <a:xfrm>
            <a:off x="2193925" y="4962525"/>
            <a:ext cx="1000125" cy="0"/>
          </a:xfrm>
          <a:prstGeom prst="line">
            <a:avLst/>
          </a:prstGeom>
          <a:noFill/>
          <a:ln w="254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3377" name="Text Box 33">
            <a:extLst>
              <a:ext uri="{FF2B5EF4-FFF2-40B4-BE49-F238E27FC236}">
                <a16:creationId xmlns:a16="http://schemas.microsoft.com/office/drawing/2014/main" id="{5E4A8459-490D-565A-C826-7C82BA15067E}"/>
              </a:ext>
            </a:extLst>
          </p:cNvPr>
          <p:cNvSpPr txBox="1">
            <a:spLocks noChangeArrowheads="1"/>
          </p:cNvSpPr>
          <p:nvPr/>
        </p:nvSpPr>
        <p:spPr bwMode="auto">
          <a:xfrm>
            <a:off x="3168650" y="4603750"/>
            <a:ext cx="455613" cy="379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p>
            <a:pPr algn="just" eaLnBrk="0" hangingPunct="0"/>
            <a:r>
              <a:rPr lang="zh-CN" altLang="en-US" sz="2000">
                <a:solidFill>
                  <a:schemeClr val="hlink"/>
                </a:solidFill>
                <a:latin typeface="Times New Roman" panose="02020603050405020304" pitchFamily="18" charset="0"/>
              </a:rPr>
              <a:t>④</a:t>
            </a:r>
          </a:p>
        </p:txBody>
      </p:sp>
      <p:sp>
        <p:nvSpPr>
          <p:cNvPr id="313378" name="Oval 34">
            <a:extLst>
              <a:ext uri="{FF2B5EF4-FFF2-40B4-BE49-F238E27FC236}">
                <a16:creationId xmlns:a16="http://schemas.microsoft.com/office/drawing/2014/main" id="{B176B054-1A16-8700-F968-382248C55F08}"/>
              </a:ext>
            </a:extLst>
          </p:cNvPr>
          <p:cNvSpPr>
            <a:spLocks noChangeArrowheads="1"/>
          </p:cNvSpPr>
          <p:nvPr/>
        </p:nvSpPr>
        <p:spPr bwMode="auto">
          <a:xfrm>
            <a:off x="3741738" y="4595813"/>
            <a:ext cx="111125" cy="111125"/>
          </a:xfrm>
          <a:prstGeom prst="ellipse">
            <a:avLst/>
          </a:prstGeom>
          <a:solidFill>
            <a:schemeClr val="tx1"/>
          </a:solidFill>
          <a:ln w="9525">
            <a:solidFill>
              <a:schemeClr val="tx1"/>
            </a:solidFill>
            <a:miter lim="800000"/>
            <a:headEnd/>
            <a:tailEnd/>
          </a:ln>
        </p:spPr>
        <p:txBody>
          <a:bodyPr wrap="none" anchor="ctr"/>
          <a:lstStyle/>
          <a:p>
            <a:endParaRPr lang="zh-CN" altLang="en-US"/>
          </a:p>
        </p:txBody>
      </p:sp>
      <p:sp>
        <p:nvSpPr>
          <p:cNvPr id="313379" name="AutoShape 35">
            <a:extLst>
              <a:ext uri="{FF2B5EF4-FFF2-40B4-BE49-F238E27FC236}">
                <a16:creationId xmlns:a16="http://schemas.microsoft.com/office/drawing/2014/main" id="{393B071B-28AF-5818-B200-774BF928060F}"/>
              </a:ext>
            </a:extLst>
          </p:cNvPr>
          <p:cNvSpPr>
            <a:spLocks noChangeArrowheads="1"/>
          </p:cNvSpPr>
          <p:nvPr/>
        </p:nvSpPr>
        <p:spPr bwMode="auto">
          <a:xfrm>
            <a:off x="2843213" y="3789363"/>
            <a:ext cx="1296987" cy="431800"/>
          </a:xfrm>
          <a:prstGeom prst="wedgeRoundRectCallout">
            <a:avLst>
              <a:gd name="adj1" fmla="val -38861"/>
              <a:gd name="adj2" fmla="val 147060"/>
              <a:gd name="adj3" fmla="val 16667"/>
            </a:avLst>
          </a:prstGeom>
          <a:solidFill>
            <a:srgbClr val="CCFFFF"/>
          </a:solidFill>
          <a:ln w="9525">
            <a:solidFill>
              <a:schemeClr val="tx1"/>
            </a:solidFill>
            <a:miter lim="800000"/>
            <a:headEnd/>
            <a:tailEnd/>
          </a:ln>
        </p:spPr>
        <p:txBody>
          <a:bodyPr/>
          <a:lstStyle/>
          <a:p>
            <a:pPr algn="ctr"/>
            <a:r>
              <a:rPr lang="zh-CN" altLang="en-US" b="1"/>
              <a:t>死锁区</a:t>
            </a:r>
          </a:p>
        </p:txBody>
      </p:sp>
      <p:sp>
        <p:nvSpPr>
          <p:cNvPr id="313380" name="AutoShape 36">
            <a:extLst>
              <a:ext uri="{FF2B5EF4-FFF2-40B4-BE49-F238E27FC236}">
                <a16:creationId xmlns:a16="http://schemas.microsoft.com/office/drawing/2014/main" id="{84FB000E-79D2-A698-13B3-39F31A6771FB}"/>
              </a:ext>
            </a:extLst>
          </p:cNvPr>
          <p:cNvSpPr>
            <a:spLocks noChangeArrowheads="1"/>
          </p:cNvSpPr>
          <p:nvPr/>
        </p:nvSpPr>
        <p:spPr bwMode="auto">
          <a:xfrm>
            <a:off x="4354513" y="4149725"/>
            <a:ext cx="1225550" cy="431800"/>
          </a:xfrm>
          <a:prstGeom prst="wedgeRoundRectCallout">
            <a:avLst>
              <a:gd name="adj1" fmla="val -89120"/>
              <a:gd name="adj2" fmla="val 56616"/>
              <a:gd name="adj3" fmla="val 16667"/>
            </a:avLst>
          </a:prstGeom>
          <a:solidFill>
            <a:srgbClr val="CCFFFF"/>
          </a:solidFill>
          <a:ln w="9525">
            <a:solidFill>
              <a:schemeClr val="tx1"/>
            </a:solidFill>
            <a:miter lim="800000"/>
            <a:headEnd/>
            <a:tailEnd/>
          </a:ln>
        </p:spPr>
        <p:txBody>
          <a:bodyPr/>
          <a:lstStyle/>
          <a:p>
            <a:pPr algn="ctr"/>
            <a:r>
              <a:rPr lang="zh-CN" altLang="en-US" b="1"/>
              <a:t>死锁点</a:t>
            </a:r>
          </a:p>
        </p:txBody>
      </p:sp>
      <p:sp>
        <p:nvSpPr>
          <p:cNvPr id="313381" name="Line 37">
            <a:extLst>
              <a:ext uri="{FF2B5EF4-FFF2-40B4-BE49-F238E27FC236}">
                <a16:creationId xmlns:a16="http://schemas.microsoft.com/office/drawing/2014/main" id="{68678F30-6A0B-D856-99E8-B381BDA6BF61}"/>
              </a:ext>
            </a:extLst>
          </p:cNvPr>
          <p:cNvSpPr>
            <a:spLocks noChangeShapeType="1"/>
          </p:cNvSpPr>
          <p:nvPr/>
        </p:nvSpPr>
        <p:spPr bwMode="auto">
          <a:xfrm>
            <a:off x="1547813" y="6021388"/>
            <a:ext cx="647700" cy="0"/>
          </a:xfrm>
          <a:prstGeom prst="line">
            <a:avLst/>
          </a:prstGeom>
          <a:noFill/>
          <a:ln w="254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3382" name="Line 38">
            <a:extLst>
              <a:ext uri="{FF2B5EF4-FFF2-40B4-BE49-F238E27FC236}">
                <a16:creationId xmlns:a16="http://schemas.microsoft.com/office/drawing/2014/main" id="{0AA8F235-08DA-9688-068E-28D17E9E93C4}"/>
              </a:ext>
            </a:extLst>
          </p:cNvPr>
          <p:cNvSpPr>
            <a:spLocks noChangeShapeType="1"/>
          </p:cNvSpPr>
          <p:nvPr/>
        </p:nvSpPr>
        <p:spPr bwMode="auto">
          <a:xfrm>
            <a:off x="1547813" y="5949950"/>
            <a:ext cx="1042987"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3383" name="Line 39">
            <a:extLst>
              <a:ext uri="{FF2B5EF4-FFF2-40B4-BE49-F238E27FC236}">
                <a16:creationId xmlns:a16="http://schemas.microsoft.com/office/drawing/2014/main" id="{6AAD2FA4-5985-0C73-CEC7-2DFB4EEAF0C3}"/>
              </a:ext>
            </a:extLst>
          </p:cNvPr>
          <p:cNvSpPr>
            <a:spLocks noChangeShapeType="1"/>
          </p:cNvSpPr>
          <p:nvPr/>
        </p:nvSpPr>
        <p:spPr bwMode="auto">
          <a:xfrm>
            <a:off x="1574800" y="5919788"/>
            <a:ext cx="404813" cy="0"/>
          </a:xfrm>
          <a:prstGeom prst="line">
            <a:avLst/>
          </a:prstGeom>
          <a:noFill/>
          <a:ln w="25400">
            <a:solidFill>
              <a:schemeClr val="fo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7" presetClass="entr" presetSubtype="8" fill="hold" nodeType="clickEffect">
                                  <p:stCondLst>
                                    <p:cond delay="0"/>
                                  </p:stCondLst>
                                  <p:childTnLst>
                                    <p:set>
                                      <p:cBhvr>
                                        <p:cTn id="6" dur="1" fill="hold">
                                          <p:stCondLst>
                                            <p:cond delay="0"/>
                                          </p:stCondLst>
                                        </p:cTn>
                                        <p:tgtEl>
                                          <p:spTgt spid="313382"/>
                                        </p:tgtEl>
                                        <p:attrNameLst>
                                          <p:attrName>style.visibility</p:attrName>
                                        </p:attrNameLst>
                                      </p:cBhvr>
                                      <p:to>
                                        <p:strVal val="visible"/>
                                      </p:to>
                                    </p:set>
                                    <p:anim calcmode="lin" valueType="num">
                                      <p:cBhvr>
                                        <p:cTn id="7" dur="2000" fill="hold"/>
                                        <p:tgtEl>
                                          <p:spTgt spid="313382"/>
                                        </p:tgtEl>
                                        <p:attrNameLst>
                                          <p:attrName>ppt_x</p:attrName>
                                        </p:attrNameLst>
                                      </p:cBhvr>
                                      <p:tavLst>
                                        <p:tav tm="0">
                                          <p:val>
                                            <p:strVal val="#ppt_x-#ppt_w/2"/>
                                          </p:val>
                                        </p:tav>
                                        <p:tav tm="100000">
                                          <p:val>
                                            <p:strVal val="#ppt_x"/>
                                          </p:val>
                                        </p:tav>
                                      </p:tavLst>
                                    </p:anim>
                                    <p:anim calcmode="lin" valueType="num">
                                      <p:cBhvr>
                                        <p:cTn id="8" dur="2000" fill="hold"/>
                                        <p:tgtEl>
                                          <p:spTgt spid="313382"/>
                                        </p:tgtEl>
                                        <p:attrNameLst>
                                          <p:attrName>ppt_y</p:attrName>
                                        </p:attrNameLst>
                                      </p:cBhvr>
                                      <p:tavLst>
                                        <p:tav tm="0">
                                          <p:val>
                                            <p:strVal val="#ppt_y"/>
                                          </p:val>
                                        </p:tav>
                                        <p:tav tm="100000">
                                          <p:val>
                                            <p:strVal val="#ppt_y"/>
                                          </p:val>
                                        </p:tav>
                                      </p:tavLst>
                                    </p:anim>
                                    <p:anim calcmode="lin" valueType="num">
                                      <p:cBhvr>
                                        <p:cTn id="9" dur="2000" fill="hold"/>
                                        <p:tgtEl>
                                          <p:spTgt spid="313382"/>
                                        </p:tgtEl>
                                        <p:attrNameLst>
                                          <p:attrName>ppt_w</p:attrName>
                                        </p:attrNameLst>
                                      </p:cBhvr>
                                      <p:tavLst>
                                        <p:tav tm="0">
                                          <p:val>
                                            <p:fltVal val="0"/>
                                          </p:val>
                                        </p:tav>
                                        <p:tav tm="100000">
                                          <p:val>
                                            <p:strVal val="#ppt_w"/>
                                          </p:val>
                                        </p:tav>
                                      </p:tavLst>
                                    </p:anim>
                                    <p:anim calcmode="lin" valueType="num">
                                      <p:cBhvr>
                                        <p:cTn id="10" dur="2000" fill="hold"/>
                                        <p:tgtEl>
                                          <p:spTgt spid="313382"/>
                                        </p:tgtEl>
                                        <p:attrNameLst>
                                          <p:attrName>ppt_h</p:attrName>
                                        </p:attrNameLst>
                                      </p:cBhvr>
                                      <p:tavLst>
                                        <p:tav tm="0">
                                          <p:val>
                                            <p:strVal val="#ppt_h"/>
                                          </p:val>
                                        </p:tav>
                                        <p:tav tm="100000">
                                          <p:val>
                                            <p:strVal val="#ppt_h"/>
                                          </p:val>
                                        </p:tav>
                                      </p:tavLst>
                                    </p:anim>
                                  </p:childTnLst>
                                </p:cTn>
                              </p:par>
                            </p:childTnLst>
                          </p:cTn>
                        </p:par>
                        <p:par>
                          <p:cTn id="11" fill="hold" nodeType="afterGroup">
                            <p:stCondLst>
                              <p:cond delay="2000"/>
                            </p:stCondLst>
                            <p:childTnLst>
                              <p:par>
                                <p:cTn id="12" presetID="17" presetClass="entr" presetSubtype="4" fill="hold" nodeType="afterEffect">
                                  <p:stCondLst>
                                    <p:cond delay="0"/>
                                  </p:stCondLst>
                                  <p:childTnLst>
                                    <p:set>
                                      <p:cBhvr>
                                        <p:cTn id="13" dur="1" fill="hold">
                                          <p:stCondLst>
                                            <p:cond delay="0"/>
                                          </p:stCondLst>
                                        </p:cTn>
                                        <p:tgtEl>
                                          <p:spTgt spid="313362"/>
                                        </p:tgtEl>
                                        <p:attrNameLst>
                                          <p:attrName>style.visibility</p:attrName>
                                        </p:attrNameLst>
                                      </p:cBhvr>
                                      <p:to>
                                        <p:strVal val="visible"/>
                                      </p:to>
                                    </p:set>
                                    <p:anim calcmode="lin" valueType="num">
                                      <p:cBhvr>
                                        <p:cTn id="14" dur="2000" fill="hold"/>
                                        <p:tgtEl>
                                          <p:spTgt spid="313362"/>
                                        </p:tgtEl>
                                        <p:attrNameLst>
                                          <p:attrName>ppt_x</p:attrName>
                                        </p:attrNameLst>
                                      </p:cBhvr>
                                      <p:tavLst>
                                        <p:tav tm="0">
                                          <p:val>
                                            <p:strVal val="#ppt_x"/>
                                          </p:val>
                                        </p:tav>
                                        <p:tav tm="100000">
                                          <p:val>
                                            <p:strVal val="#ppt_x"/>
                                          </p:val>
                                        </p:tav>
                                      </p:tavLst>
                                    </p:anim>
                                    <p:anim calcmode="lin" valueType="num">
                                      <p:cBhvr>
                                        <p:cTn id="15" dur="2000" fill="hold"/>
                                        <p:tgtEl>
                                          <p:spTgt spid="313362"/>
                                        </p:tgtEl>
                                        <p:attrNameLst>
                                          <p:attrName>ppt_y</p:attrName>
                                        </p:attrNameLst>
                                      </p:cBhvr>
                                      <p:tavLst>
                                        <p:tav tm="0">
                                          <p:val>
                                            <p:strVal val="#ppt_y+#ppt_h/2"/>
                                          </p:val>
                                        </p:tav>
                                        <p:tav tm="100000">
                                          <p:val>
                                            <p:strVal val="#ppt_y"/>
                                          </p:val>
                                        </p:tav>
                                      </p:tavLst>
                                    </p:anim>
                                    <p:anim calcmode="lin" valueType="num">
                                      <p:cBhvr>
                                        <p:cTn id="16" dur="2000" fill="hold"/>
                                        <p:tgtEl>
                                          <p:spTgt spid="313362"/>
                                        </p:tgtEl>
                                        <p:attrNameLst>
                                          <p:attrName>ppt_w</p:attrName>
                                        </p:attrNameLst>
                                      </p:cBhvr>
                                      <p:tavLst>
                                        <p:tav tm="0">
                                          <p:val>
                                            <p:strVal val="#ppt_w"/>
                                          </p:val>
                                        </p:tav>
                                        <p:tav tm="100000">
                                          <p:val>
                                            <p:strVal val="#ppt_w"/>
                                          </p:val>
                                        </p:tav>
                                      </p:tavLst>
                                    </p:anim>
                                    <p:anim calcmode="lin" valueType="num">
                                      <p:cBhvr>
                                        <p:cTn id="17" dur="2000" fill="hold"/>
                                        <p:tgtEl>
                                          <p:spTgt spid="313362"/>
                                        </p:tgtEl>
                                        <p:attrNameLst>
                                          <p:attrName>ppt_h</p:attrName>
                                        </p:attrNameLst>
                                      </p:cBhvr>
                                      <p:tavLst>
                                        <p:tav tm="0">
                                          <p:val>
                                            <p:fltVal val="0"/>
                                          </p:val>
                                        </p:tav>
                                        <p:tav tm="100000">
                                          <p:val>
                                            <p:strVal val="#ppt_h"/>
                                          </p:val>
                                        </p:tav>
                                      </p:tavLst>
                                    </p:anim>
                                  </p:childTnLst>
                                </p:cTn>
                              </p:par>
                            </p:childTnLst>
                          </p:cTn>
                        </p:par>
                        <p:par>
                          <p:cTn id="18" fill="hold" nodeType="afterGroup">
                            <p:stCondLst>
                              <p:cond delay="4000"/>
                            </p:stCondLst>
                            <p:childTnLst>
                              <p:par>
                                <p:cTn id="19" presetID="17" presetClass="entr" presetSubtype="8" fill="hold" nodeType="afterEffect">
                                  <p:stCondLst>
                                    <p:cond delay="0"/>
                                  </p:stCondLst>
                                  <p:childTnLst>
                                    <p:set>
                                      <p:cBhvr>
                                        <p:cTn id="20" dur="1" fill="hold">
                                          <p:stCondLst>
                                            <p:cond delay="0"/>
                                          </p:stCondLst>
                                        </p:cTn>
                                        <p:tgtEl>
                                          <p:spTgt spid="313363"/>
                                        </p:tgtEl>
                                        <p:attrNameLst>
                                          <p:attrName>style.visibility</p:attrName>
                                        </p:attrNameLst>
                                      </p:cBhvr>
                                      <p:to>
                                        <p:strVal val="visible"/>
                                      </p:to>
                                    </p:set>
                                    <p:anim calcmode="lin" valueType="num">
                                      <p:cBhvr>
                                        <p:cTn id="21" dur="2000" fill="hold"/>
                                        <p:tgtEl>
                                          <p:spTgt spid="313363"/>
                                        </p:tgtEl>
                                        <p:attrNameLst>
                                          <p:attrName>ppt_x</p:attrName>
                                        </p:attrNameLst>
                                      </p:cBhvr>
                                      <p:tavLst>
                                        <p:tav tm="0">
                                          <p:val>
                                            <p:strVal val="#ppt_x-#ppt_w/2"/>
                                          </p:val>
                                        </p:tav>
                                        <p:tav tm="100000">
                                          <p:val>
                                            <p:strVal val="#ppt_x"/>
                                          </p:val>
                                        </p:tav>
                                      </p:tavLst>
                                    </p:anim>
                                    <p:anim calcmode="lin" valueType="num">
                                      <p:cBhvr>
                                        <p:cTn id="22" dur="2000" fill="hold"/>
                                        <p:tgtEl>
                                          <p:spTgt spid="313363"/>
                                        </p:tgtEl>
                                        <p:attrNameLst>
                                          <p:attrName>ppt_y</p:attrName>
                                        </p:attrNameLst>
                                      </p:cBhvr>
                                      <p:tavLst>
                                        <p:tav tm="0">
                                          <p:val>
                                            <p:strVal val="#ppt_y"/>
                                          </p:val>
                                        </p:tav>
                                        <p:tav tm="100000">
                                          <p:val>
                                            <p:strVal val="#ppt_y"/>
                                          </p:val>
                                        </p:tav>
                                      </p:tavLst>
                                    </p:anim>
                                    <p:anim calcmode="lin" valueType="num">
                                      <p:cBhvr>
                                        <p:cTn id="23" dur="2000" fill="hold"/>
                                        <p:tgtEl>
                                          <p:spTgt spid="313363"/>
                                        </p:tgtEl>
                                        <p:attrNameLst>
                                          <p:attrName>ppt_w</p:attrName>
                                        </p:attrNameLst>
                                      </p:cBhvr>
                                      <p:tavLst>
                                        <p:tav tm="0">
                                          <p:val>
                                            <p:fltVal val="0"/>
                                          </p:val>
                                        </p:tav>
                                        <p:tav tm="100000">
                                          <p:val>
                                            <p:strVal val="#ppt_w"/>
                                          </p:val>
                                        </p:tav>
                                      </p:tavLst>
                                    </p:anim>
                                    <p:anim calcmode="lin" valueType="num">
                                      <p:cBhvr>
                                        <p:cTn id="24" dur="2000" fill="hold"/>
                                        <p:tgtEl>
                                          <p:spTgt spid="313363"/>
                                        </p:tgtEl>
                                        <p:attrNameLst>
                                          <p:attrName>ppt_h</p:attrName>
                                        </p:attrNameLst>
                                      </p:cBhvr>
                                      <p:tavLst>
                                        <p:tav tm="0">
                                          <p:val>
                                            <p:strVal val="#ppt_h"/>
                                          </p:val>
                                        </p:tav>
                                        <p:tav tm="100000">
                                          <p:val>
                                            <p:strVal val="#ppt_h"/>
                                          </p:val>
                                        </p:tav>
                                      </p:tavLst>
                                    </p:anim>
                                  </p:childTnLst>
                                </p:cTn>
                              </p:par>
                            </p:childTnLst>
                          </p:cTn>
                        </p:par>
                        <p:par>
                          <p:cTn id="25" fill="hold" nodeType="afterGroup">
                            <p:stCondLst>
                              <p:cond delay="6000"/>
                            </p:stCondLst>
                            <p:childTnLst>
                              <p:par>
                                <p:cTn id="26" presetID="17" presetClass="entr" presetSubtype="4" fill="hold" nodeType="afterEffect">
                                  <p:stCondLst>
                                    <p:cond delay="0"/>
                                  </p:stCondLst>
                                  <p:childTnLst>
                                    <p:set>
                                      <p:cBhvr>
                                        <p:cTn id="27" dur="1" fill="hold">
                                          <p:stCondLst>
                                            <p:cond delay="0"/>
                                          </p:stCondLst>
                                        </p:cTn>
                                        <p:tgtEl>
                                          <p:spTgt spid="313364"/>
                                        </p:tgtEl>
                                        <p:attrNameLst>
                                          <p:attrName>style.visibility</p:attrName>
                                        </p:attrNameLst>
                                      </p:cBhvr>
                                      <p:to>
                                        <p:strVal val="visible"/>
                                      </p:to>
                                    </p:set>
                                    <p:anim calcmode="lin" valueType="num">
                                      <p:cBhvr>
                                        <p:cTn id="28" dur="2000" fill="hold"/>
                                        <p:tgtEl>
                                          <p:spTgt spid="313364"/>
                                        </p:tgtEl>
                                        <p:attrNameLst>
                                          <p:attrName>ppt_x</p:attrName>
                                        </p:attrNameLst>
                                      </p:cBhvr>
                                      <p:tavLst>
                                        <p:tav tm="0">
                                          <p:val>
                                            <p:strVal val="#ppt_x"/>
                                          </p:val>
                                        </p:tav>
                                        <p:tav tm="100000">
                                          <p:val>
                                            <p:strVal val="#ppt_x"/>
                                          </p:val>
                                        </p:tav>
                                      </p:tavLst>
                                    </p:anim>
                                    <p:anim calcmode="lin" valueType="num">
                                      <p:cBhvr>
                                        <p:cTn id="29" dur="2000" fill="hold"/>
                                        <p:tgtEl>
                                          <p:spTgt spid="313364"/>
                                        </p:tgtEl>
                                        <p:attrNameLst>
                                          <p:attrName>ppt_y</p:attrName>
                                        </p:attrNameLst>
                                      </p:cBhvr>
                                      <p:tavLst>
                                        <p:tav tm="0">
                                          <p:val>
                                            <p:strVal val="#ppt_y+#ppt_h/2"/>
                                          </p:val>
                                        </p:tav>
                                        <p:tav tm="100000">
                                          <p:val>
                                            <p:strVal val="#ppt_y"/>
                                          </p:val>
                                        </p:tav>
                                      </p:tavLst>
                                    </p:anim>
                                    <p:anim calcmode="lin" valueType="num">
                                      <p:cBhvr>
                                        <p:cTn id="30" dur="2000" fill="hold"/>
                                        <p:tgtEl>
                                          <p:spTgt spid="313364"/>
                                        </p:tgtEl>
                                        <p:attrNameLst>
                                          <p:attrName>ppt_w</p:attrName>
                                        </p:attrNameLst>
                                      </p:cBhvr>
                                      <p:tavLst>
                                        <p:tav tm="0">
                                          <p:val>
                                            <p:strVal val="#ppt_w"/>
                                          </p:val>
                                        </p:tav>
                                        <p:tav tm="100000">
                                          <p:val>
                                            <p:strVal val="#ppt_w"/>
                                          </p:val>
                                        </p:tav>
                                      </p:tavLst>
                                    </p:anim>
                                    <p:anim calcmode="lin" valueType="num">
                                      <p:cBhvr>
                                        <p:cTn id="31" dur="2000" fill="hold"/>
                                        <p:tgtEl>
                                          <p:spTgt spid="313364"/>
                                        </p:tgtEl>
                                        <p:attrNameLst>
                                          <p:attrName>ppt_h</p:attrName>
                                        </p:attrNameLst>
                                      </p:cBhvr>
                                      <p:tavLst>
                                        <p:tav tm="0">
                                          <p:val>
                                            <p:fltVal val="0"/>
                                          </p:val>
                                        </p:tav>
                                        <p:tav tm="100000">
                                          <p:val>
                                            <p:strVal val="#ppt_h"/>
                                          </p:val>
                                        </p:tav>
                                      </p:tavLst>
                                    </p:anim>
                                  </p:childTnLst>
                                </p:cTn>
                              </p:par>
                            </p:childTnLst>
                          </p:cTn>
                        </p:par>
                        <p:par>
                          <p:cTn id="32" fill="hold" nodeType="afterGroup">
                            <p:stCondLst>
                              <p:cond delay="8000"/>
                            </p:stCondLst>
                            <p:childTnLst>
                              <p:par>
                                <p:cTn id="33" presetID="17" presetClass="entr" presetSubtype="10" fill="hold" nodeType="afterEffect">
                                  <p:stCondLst>
                                    <p:cond delay="0"/>
                                  </p:stCondLst>
                                  <p:childTnLst>
                                    <p:set>
                                      <p:cBhvr>
                                        <p:cTn id="34" dur="1" fill="hold">
                                          <p:stCondLst>
                                            <p:cond delay="0"/>
                                          </p:stCondLst>
                                        </p:cTn>
                                        <p:tgtEl>
                                          <p:spTgt spid="313365"/>
                                        </p:tgtEl>
                                        <p:attrNameLst>
                                          <p:attrName>style.visibility</p:attrName>
                                        </p:attrNameLst>
                                      </p:cBhvr>
                                      <p:to>
                                        <p:strVal val="visible"/>
                                      </p:to>
                                    </p:set>
                                    <p:anim calcmode="lin" valueType="num">
                                      <p:cBhvr>
                                        <p:cTn id="35" dur="500" fill="hold"/>
                                        <p:tgtEl>
                                          <p:spTgt spid="313365"/>
                                        </p:tgtEl>
                                        <p:attrNameLst>
                                          <p:attrName>ppt_w</p:attrName>
                                        </p:attrNameLst>
                                      </p:cBhvr>
                                      <p:tavLst>
                                        <p:tav tm="0">
                                          <p:val>
                                            <p:fltVal val="0"/>
                                          </p:val>
                                        </p:tav>
                                        <p:tav tm="100000">
                                          <p:val>
                                            <p:strVal val="#ppt_w"/>
                                          </p:val>
                                        </p:tav>
                                      </p:tavLst>
                                    </p:anim>
                                    <p:anim calcmode="lin" valueType="num">
                                      <p:cBhvr>
                                        <p:cTn id="36" dur="500" fill="hold"/>
                                        <p:tgtEl>
                                          <p:spTgt spid="313365"/>
                                        </p:tgtEl>
                                        <p:attrNameLst>
                                          <p:attrName>ppt_h</p:attrName>
                                        </p:attrNameLst>
                                      </p:cBhvr>
                                      <p:tavLst>
                                        <p:tav tm="0">
                                          <p:val>
                                            <p:strVal val="#ppt_h"/>
                                          </p:val>
                                        </p:tav>
                                        <p:tav tm="100000">
                                          <p:val>
                                            <p:strVal val="#ppt_h"/>
                                          </p:val>
                                        </p:tav>
                                      </p:tavLst>
                                    </p:anim>
                                  </p:childTnLst>
                                </p:cTn>
                              </p:par>
                            </p:childTnLst>
                          </p:cTn>
                        </p:par>
                      </p:childTnLst>
                    </p:cTn>
                  </p:par>
                  <p:par>
                    <p:cTn id="37" fill="hold" nodeType="clickPar">
                      <p:stCondLst>
                        <p:cond delay="indefinite"/>
                      </p:stCondLst>
                      <p:childTnLst>
                        <p:par>
                          <p:cTn id="38" fill="hold" nodeType="withGroup">
                            <p:stCondLst>
                              <p:cond delay="0"/>
                            </p:stCondLst>
                            <p:childTnLst>
                              <p:par>
                                <p:cTn id="39" presetID="17" presetClass="entr" presetSubtype="8" fill="hold" nodeType="clickEffect">
                                  <p:stCondLst>
                                    <p:cond delay="0"/>
                                  </p:stCondLst>
                                  <p:childTnLst>
                                    <p:set>
                                      <p:cBhvr>
                                        <p:cTn id="40" dur="1" fill="hold">
                                          <p:stCondLst>
                                            <p:cond delay="0"/>
                                          </p:stCondLst>
                                        </p:cTn>
                                        <p:tgtEl>
                                          <p:spTgt spid="313383"/>
                                        </p:tgtEl>
                                        <p:attrNameLst>
                                          <p:attrName>style.visibility</p:attrName>
                                        </p:attrNameLst>
                                      </p:cBhvr>
                                      <p:to>
                                        <p:strVal val="visible"/>
                                      </p:to>
                                    </p:set>
                                    <p:anim calcmode="lin" valueType="num">
                                      <p:cBhvr>
                                        <p:cTn id="41" dur="2000" fill="hold"/>
                                        <p:tgtEl>
                                          <p:spTgt spid="313383"/>
                                        </p:tgtEl>
                                        <p:attrNameLst>
                                          <p:attrName>ppt_x</p:attrName>
                                        </p:attrNameLst>
                                      </p:cBhvr>
                                      <p:tavLst>
                                        <p:tav tm="0">
                                          <p:val>
                                            <p:strVal val="#ppt_x-#ppt_w/2"/>
                                          </p:val>
                                        </p:tav>
                                        <p:tav tm="100000">
                                          <p:val>
                                            <p:strVal val="#ppt_x"/>
                                          </p:val>
                                        </p:tav>
                                      </p:tavLst>
                                    </p:anim>
                                    <p:anim calcmode="lin" valueType="num">
                                      <p:cBhvr>
                                        <p:cTn id="42" dur="2000" fill="hold"/>
                                        <p:tgtEl>
                                          <p:spTgt spid="313383"/>
                                        </p:tgtEl>
                                        <p:attrNameLst>
                                          <p:attrName>ppt_y</p:attrName>
                                        </p:attrNameLst>
                                      </p:cBhvr>
                                      <p:tavLst>
                                        <p:tav tm="0">
                                          <p:val>
                                            <p:strVal val="#ppt_y"/>
                                          </p:val>
                                        </p:tav>
                                        <p:tav tm="100000">
                                          <p:val>
                                            <p:strVal val="#ppt_y"/>
                                          </p:val>
                                        </p:tav>
                                      </p:tavLst>
                                    </p:anim>
                                    <p:anim calcmode="lin" valueType="num">
                                      <p:cBhvr>
                                        <p:cTn id="43" dur="2000" fill="hold"/>
                                        <p:tgtEl>
                                          <p:spTgt spid="313383"/>
                                        </p:tgtEl>
                                        <p:attrNameLst>
                                          <p:attrName>ppt_w</p:attrName>
                                        </p:attrNameLst>
                                      </p:cBhvr>
                                      <p:tavLst>
                                        <p:tav tm="0">
                                          <p:val>
                                            <p:fltVal val="0"/>
                                          </p:val>
                                        </p:tav>
                                        <p:tav tm="100000">
                                          <p:val>
                                            <p:strVal val="#ppt_w"/>
                                          </p:val>
                                        </p:tav>
                                      </p:tavLst>
                                    </p:anim>
                                    <p:anim calcmode="lin" valueType="num">
                                      <p:cBhvr>
                                        <p:cTn id="44" dur="2000" fill="hold"/>
                                        <p:tgtEl>
                                          <p:spTgt spid="313383"/>
                                        </p:tgtEl>
                                        <p:attrNameLst>
                                          <p:attrName>ppt_h</p:attrName>
                                        </p:attrNameLst>
                                      </p:cBhvr>
                                      <p:tavLst>
                                        <p:tav tm="0">
                                          <p:val>
                                            <p:strVal val="#ppt_h"/>
                                          </p:val>
                                        </p:tav>
                                        <p:tav tm="100000">
                                          <p:val>
                                            <p:strVal val="#ppt_h"/>
                                          </p:val>
                                        </p:tav>
                                      </p:tavLst>
                                    </p:anim>
                                  </p:childTnLst>
                                </p:cTn>
                              </p:par>
                            </p:childTnLst>
                          </p:cTn>
                        </p:par>
                        <p:par>
                          <p:cTn id="45" fill="hold" nodeType="afterGroup">
                            <p:stCondLst>
                              <p:cond delay="2000"/>
                            </p:stCondLst>
                            <p:childTnLst>
                              <p:par>
                                <p:cTn id="46" presetID="17" presetClass="entr" presetSubtype="4" fill="hold" nodeType="afterEffect">
                                  <p:stCondLst>
                                    <p:cond delay="0"/>
                                  </p:stCondLst>
                                  <p:childTnLst>
                                    <p:set>
                                      <p:cBhvr>
                                        <p:cTn id="47" dur="1" fill="hold">
                                          <p:stCondLst>
                                            <p:cond delay="0"/>
                                          </p:stCondLst>
                                        </p:cTn>
                                        <p:tgtEl>
                                          <p:spTgt spid="313366"/>
                                        </p:tgtEl>
                                        <p:attrNameLst>
                                          <p:attrName>style.visibility</p:attrName>
                                        </p:attrNameLst>
                                      </p:cBhvr>
                                      <p:to>
                                        <p:strVal val="visible"/>
                                      </p:to>
                                    </p:set>
                                    <p:anim calcmode="lin" valueType="num">
                                      <p:cBhvr>
                                        <p:cTn id="48" dur="2000" fill="hold"/>
                                        <p:tgtEl>
                                          <p:spTgt spid="313366"/>
                                        </p:tgtEl>
                                        <p:attrNameLst>
                                          <p:attrName>ppt_x</p:attrName>
                                        </p:attrNameLst>
                                      </p:cBhvr>
                                      <p:tavLst>
                                        <p:tav tm="0">
                                          <p:val>
                                            <p:strVal val="#ppt_x"/>
                                          </p:val>
                                        </p:tav>
                                        <p:tav tm="100000">
                                          <p:val>
                                            <p:strVal val="#ppt_x"/>
                                          </p:val>
                                        </p:tav>
                                      </p:tavLst>
                                    </p:anim>
                                    <p:anim calcmode="lin" valueType="num">
                                      <p:cBhvr>
                                        <p:cTn id="49" dur="2000" fill="hold"/>
                                        <p:tgtEl>
                                          <p:spTgt spid="313366"/>
                                        </p:tgtEl>
                                        <p:attrNameLst>
                                          <p:attrName>ppt_y</p:attrName>
                                        </p:attrNameLst>
                                      </p:cBhvr>
                                      <p:tavLst>
                                        <p:tav tm="0">
                                          <p:val>
                                            <p:strVal val="#ppt_y+#ppt_h/2"/>
                                          </p:val>
                                        </p:tav>
                                        <p:tav tm="100000">
                                          <p:val>
                                            <p:strVal val="#ppt_y"/>
                                          </p:val>
                                        </p:tav>
                                      </p:tavLst>
                                    </p:anim>
                                    <p:anim calcmode="lin" valueType="num">
                                      <p:cBhvr>
                                        <p:cTn id="50" dur="2000" fill="hold"/>
                                        <p:tgtEl>
                                          <p:spTgt spid="313366"/>
                                        </p:tgtEl>
                                        <p:attrNameLst>
                                          <p:attrName>ppt_w</p:attrName>
                                        </p:attrNameLst>
                                      </p:cBhvr>
                                      <p:tavLst>
                                        <p:tav tm="0">
                                          <p:val>
                                            <p:strVal val="#ppt_w"/>
                                          </p:val>
                                        </p:tav>
                                        <p:tav tm="100000">
                                          <p:val>
                                            <p:strVal val="#ppt_w"/>
                                          </p:val>
                                        </p:tav>
                                      </p:tavLst>
                                    </p:anim>
                                    <p:anim calcmode="lin" valueType="num">
                                      <p:cBhvr>
                                        <p:cTn id="51" dur="2000" fill="hold"/>
                                        <p:tgtEl>
                                          <p:spTgt spid="313366"/>
                                        </p:tgtEl>
                                        <p:attrNameLst>
                                          <p:attrName>ppt_h</p:attrName>
                                        </p:attrNameLst>
                                      </p:cBhvr>
                                      <p:tavLst>
                                        <p:tav tm="0">
                                          <p:val>
                                            <p:fltVal val="0"/>
                                          </p:val>
                                        </p:tav>
                                        <p:tav tm="100000">
                                          <p:val>
                                            <p:strVal val="#ppt_h"/>
                                          </p:val>
                                        </p:tav>
                                      </p:tavLst>
                                    </p:anim>
                                  </p:childTnLst>
                                </p:cTn>
                              </p:par>
                            </p:childTnLst>
                          </p:cTn>
                        </p:par>
                        <p:par>
                          <p:cTn id="52" fill="hold" nodeType="afterGroup">
                            <p:stCondLst>
                              <p:cond delay="4000"/>
                            </p:stCondLst>
                            <p:childTnLst>
                              <p:par>
                                <p:cTn id="53" presetID="17" presetClass="entr" presetSubtype="8" fill="hold" nodeType="afterEffect">
                                  <p:stCondLst>
                                    <p:cond delay="0"/>
                                  </p:stCondLst>
                                  <p:childTnLst>
                                    <p:set>
                                      <p:cBhvr>
                                        <p:cTn id="54" dur="1" fill="hold">
                                          <p:stCondLst>
                                            <p:cond delay="0"/>
                                          </p:stCondLst>
                                        </p:cTn>
                                        <p:tgtEl>
                                          <p:spTgt spid="313367"/>
                                        </p:tgtEl>
                                        <p:attrNameLst>
                                          <p:attrName>style.visibility</p:attrName>
                                        </p:attrNameLst>
                                      </p:cBhvr>
                                      <p:to>
                                        <p:strVal val="visible"/>
                                      </p:to>
                                    </p:set>
                                    <p:anim calcmode="lin" valueType="num">
                                      <p:cBhvr>
                                        <p:cTn id="55" dur="2000" fill="hold"/>
                                        <p:tgtEl>
                                          <p:spTgt spid="313367"/>
                                        </p:tgtEl>
                                        <p:attrNameLst>
                                          <p:attrName>ppt_x</p:attrName>
                                        </p:attrNameLst>
                                      </p:cBhvr>
                                      <p:tavLst>
                                        <p:tav tm="0">
                                          <p:val>
                                            <p:strVal val="#ppt_x-#ppt_w/2"/>
                                          </p:val>
                                        </p:tav>
                                        <p:tav tm="100000">
                                          <p:val>
                                            <p:strVal val="#ppt_x"/>
                                          </p:val>
                                        </p:tav>
                                      </p:tavLst>
                                    </p:anim>
                                    <p:anim calcmode="lin" valueType="num">
                                      <p:cBhvr>
                                        <p:cTn id="56" dur="2000" fill="hold"/>
                                        <p:tgtEl>
                                          <p:spTgt spid="313367"/>
                                        </p:tgtEl>
                                        <p:attrNameLst>
                                          <p:attrName>ppt_y</p:attrName>
                                        </p:attrNameLst>
                                      </p:cBhvr>
                                      <p:tavLst>
                                        <p:tav tm="0">
                                          <p:val>
                                            <p:strVal val="#ppt_y"/>
                                          </p:val>
                                        </p:tav>
                                        <p:tav tm="100000">
                                          <p:val>
                                            <p:strVal val="#ppt_y"/>
                                          </p:val>
                                        </p:tav>
                                      </p:tavLst>
                                    </p:anim>
                                    <p:anim calcmode="lin" valueType="num">
                                      <p:cBhvr>
                                        <p:cTn id="57" dur="2000" fill="hold"/>
                                        <p:tgtEl>
                                          <p:spTgt spid="313367"/>
                                        </p:tgtEl>
                                        <p:attrNameLst>
                                          <p:attrName>ppt_w</p:attrName>
                                        </p:attrNameLst>
                                      </p:cBhvr>
                                      <p:tavLst>
                                        <p:tav tm="0">
                                          <p:val>
                                            <p:fltVal val="0"/>
                                          </p:val>
                                        </p:tav>
                                        <p:tav tm="100000">
                                          <p:val>
                                            <p:strVal val="#ppt_w"/>
                                          </p:val>
                                        </p:tav>
                                      </p:tavLst>
                                    </p:anim>
                                    <p:anim calcmode="lin" valueType="num">
                                      <p:cBhvr>
                                        <p:cTn id="58" dur="2000" fill="hold"/>
                                        <p:tgtEl>
                                          <p:spTgt spid="313367"/>
                                        </p:tgtEl>
                                        <p:attrNameLst>
                                          <p:attrName>ppt_h</p:attrName>
                                        </p:attrNameLst>
                                      </p:cBhvr>
                                      <p:tavLst>
                                        <p:tav tm="0">
                                          <p:val>
                                            <p:strVal val="#ppt_h"/>
                                          </p:val>
                                        </p:tav>
                                        <p:tav tm="100000">
                                          <p:val>
                                            <p:strVal val="#ppt_h"/>
                                          </p:val>
                                        </p:tav>
                                      </p:tavLst>
                                    </p:anim>
                                  </p:childTnLst>
                                </p:cTn>
                              </p:par>
                            </p:childTnLst>
                          </p:cTn>
                        </p:par>
                        <p:par>
                          <p:cTn id="59" fill="hold" nodeType="afterGroup">
                            <p:stCondLst>
                              <p:cond delay="6000"/>
                            </p:stCondLst>
                            <p:childTnLst>
                              <p:par>
                                <p:cTn id="60" presetID="17" presetClass="entr" presetSubtype="10" fill="hold" nodeType="afterEffect">
                                  <p:stCondLst>
                                    <p:cond delay="0"/>
                                  </p:stCondLst>
                                  <p:childTnLst>
                                    <p:set>
                                      <p:cBhvr>
                                        <p:cTn id="61" dur="1" fill="hold">
                                          <p:stCondLst>
                                            <p:cond delay="0"/>
                                          </p:stCondLst>
                                        </p:cTn>
                                        <p:tgtEl>
                                          <p:spTgt spid="313368"/>
                                        </p:tgtEl>
                                        <p:attrNameLst>
                                          <p:attrName>style.visibility</p:attrName>
                                        </p:attrNameLst>
                                      </p:cBhvr>
                                      <p:to>
                                        <p:strVal val="visible"/>
                                      </p:to>
                                    </p:set>
                                    <p:anim calcmode="lin" valueType="num">
                                      <p:cBhvr>
                                        <p:cTn id="62" dur="500" fill="hold"/>
                                        <p:tgtEl>
                                          <p:spTgt spid="313368"/>
                                        </p:tgtEl>
                                        <p:attrNameLst>
                                          <p:attrName>ppt_w</p:attrName>
                                        </p:attrNameLst>
                                      </p:cBhvr>
                                      <p:tavLst>
                                        <p:tav tm="0">
                                          <p:val>
                                            <p:fltVal val="0"/>
                                          </p:val>
                                        </p:tav>
                                        <p:tav tm="100000">
                                          <p:val>
                                            <p:strVal val="#ppt_w"/>
                                          </p:val>
                                        </p:tav>
                                      </p:tavLst>
                                    </p:anim>
                                    <p:anim calcmode="lin" valueType="num">
                                      <p:cBhvr>
                                        <p:cTn id="63" dur="500" fill="hold"/>
                                        <p:tgtEl>
                                          <p:spTgt spid="313368"/>
                                        </p:tgtEl>
                                        <p:attrNameLst>
                                          <p:attrName>ppt_h</p:attrName>
                                        </p:attrNameLst>
                                      </p:cBhvr>
                                      <p:tavLst>
                                        <p:tav tm="0">
                                          <p:val>
                                            <p:strVal val="#ppt_h"/>
                                          </p:val>
                                        </p:tav>
                                        <p:tav tm="100000">
                                          <p:val>
                                            <p:strVal val="#ppt_h"/>
                                          </p:val>
                                        </p:tav>
                                      </p:tavLst>
                                    </p:anim>
                                  </p:childTnLst>
                                </p:cTn>
                              </p:par>
                            </p:childTnLst>
                          </p:cTn>
                        </p:par>
                      </p:childTnLst>
                    </p:cTn>
                  </p:par>
                  <p:par>
                    <p:cTn id="64" fill="hold" nodeType="clickPar">
                      <p:stCondLst>
                        <p:cond delay="indefinite"/>
                      </p:stCondLst>
                      <p:childTnLst>
                        <p:par>
                          <p:cTn id="65" fill="hold" nodeType="withGroup">
                            <p:stCondLst>
                              <p:cond delay="0"/>
                            </p:stCondLst>
                            <p:childTnLst>
                              <p:par>
                                <p:cTn id="66" presetID="17" presetClass="entr" presetSubtype="8" fill="hold" nodeType="clickEffect">
                                  <p:stCondLst>
                                    <p:cond delay="0"/>
                                  </p:stCondLst>
                                  <p:childTnLst>
                                    <p:set>
                                      <p:cBhvr>
                                        <p:cTn id="67" dur="1" fill="hold">
                                          <p:stCondLst>
                                            <p:cond delay="0"/>
                                          </p:stCondLst>
                                        </p:cTn>
                                        <p:tgtEl>
                                          <p:spTgt spid="313346"/>
                                        </p:tgtEl>
                                        <p:attrNameLst>
                                          <p:attrName>style.visibility</p:attrName>
                                        </p:attrNameLst>
                                      </p:cBhvr>
                                      <p:to>
                                        <p:strVal val="visible"/>
                                      </p:to>
                                    </p:set>
                                    <p:anim calcmode="lin" valueType="num">
                                      <p:cBhvr>
                                        <p:cTn id="68" dur="2000" fill="hold"/>
                                        <p:tgtEl>
                                          <p:spTgt spid="313346"/>
                                        </p:tgtEl>
                                        <p:attrNameLst>
                                          <p:attrName>ppt_x</p:attrName>
                                        </p:attrNameLst>
                                      </p:cBhvr>
                                      <p:tavLst>
                                        <p:tav tm="0">
                                          <p:val>
                                            <p:strVal val="#ppt_x-#ppt_w/2"/>
                                          </p:val>
                                        </p:tav>
                                        <p:tav tm="100000">
                                          <p:val>
                                            <p:strVal val="#ppt_x"/>
                                          </p:val>
                                        </p:tav>
                                      </p:tavLst>
                                    </p:anim>
                                    <p:anim calcmode="lin" valueType="num">
                                      <p:cBhvr>
                                        <p:cTn id="69" dur="2000" fill="hold"/>
                                        <p:tgtEl>
                                          <p:spTgt spid="313346"/>
                                        </p:tgtEl>
                                        <p:attrNameLst>
                                          <p:attrName>ppt_y</p:attrName>
                                        </p:attrNameLst>
                                      </p:cBhvr>
                                      <p:tavLst>
                                        <p:tav tm="0">
                                          <p:val>
                                            <p:strVal val="#ppt_y"/>
                                          </p:val>
                                        </p:tav>
                                        <p:tav tm="100000">
                                          <p:val>
                                            <p:strVal val="#ppt_y"/>
                                          </p:val>
                                        </p:tav>
                                      </p:tavLst>
                                    </p:anim>
                                    <p:anim calcmode="lin" valueType="num">
                                      <p:cBhvr>
                                        <p:cTn id="70" dur="2000" fill="hold"/>
                                        <p:tgtEl>
                                          <p:spTgt spid="313346"/>
                                        </p:tgtEl>
                                        <p:attrNameLst>
                                          <p:attrName>ppt_w</p:attrName>
                                        </p:attrNameLst>
                                      </p:cBhvr>
                                      <p:tavLst>
                                        <p:tav tm="0">
                                          <p:val>
                                            <p:fltVal val="0"/>
                                          </p:val>
                                        </p:tav>
                                        <p:tav tm="100000">
                                          <p:val>
                                            <p:strVal val="#ppt_w"/>
                                          </p:val>
                                        </p:tav>
                                      </p:tavLst>
                                    </p:anim>
                                    <p:anim calcmode="lin" valueType="num">
                                      <p:cBhvr>
                                        <p:cTn id="71" dur="2000" fill="hold"/>
                                        <p:tgtEl>
                                          <p:spTgt spid="313346"/>
                                        </p:tgtEl>
                                        <p:attrNameLst>
                                          <p:attrName>ppt_h</p:attrName>
                                        </p:attrNameLst>
                                      </p:cBhvr>
                                      <p:tavLst>
                                        <p:tav tm="0">
                                          <p:val>
                                            <p:strVal val="#ppt_h"/>
                                          </p:val>
                                        </p:tav>
                                        <p:tav tm="100000">
                                          <p:val>
                                            <p:strVal val="#ppt_h"/>
                                          </p:val>
                                        </p:tav>
                                      </p:tavLst>
                                    </p:anim>
                                  </p:childTnLst>
                                </p:cTn>
                              </p:par>
                            </p:childTnLst>
                          </p:cTn>
                        </p:par>
                        <p:par>
                          <p:cTn id="72" fill="hold" nodeType="afterGroup">
                            <p:stCondLst>
                              <p:cond delay="2000"/>
                            </p:stCondLst>
                            <p:childTnLst>
                              <p:par>
                                <p:cTn id="73" presetID="17" presetClass="entr" presetSubtype="4" fill="hold" nodeType="afterEffect">
                                  <p:stCondLst>
                                    <p:cond delay="0"/>
                                  </p:stCondLst>
                                  <p:childTnLst>
                                    <p:set>
                                      <p:cBhvr>
                                        <p:cTn id="74" dur="1" fill="hold">
                                          <p:stCondLst>
                                            <p:cond delay="0"/>
                                          </p:stCondLst>
                                        </p:cTn>
                                        <p:tgtEl>
                                          <p:spTgt spid="313369"/>
                                        </p:tgtEl>
                                        <p:attrNameLst>
                                          <p:attrName>style.visibility</p:attrName>
                                        </p:attrNameLst>
                                      </p:cBhvr>
                                      <p:to>
                                        <p:strVal val="visible"/>
                                      </p:to>
                                    </p:set>
                                    <p:anim calcmode="lin" valueType="num">
                                      <p:cBhvr>
                                        <p:cTn id="75" dur="2000" fill="hold"/>
                                        <p:tgtEl>
                                          <p:spTgt spid="313369"/>
                                        </p:tgtEl>
                                        <p:attrNameLst>
                                          <p:attrName>ppt_x</p:attrName>
                                        </p:attrNameLst>
                                      </p:cBhvr>
                                      <p:tavLst>
                                        <p:tav tm="0">
                                          <p:val>
                                            <p:strVal val="#ppt_x"/>
                                          </p:val>
                                        </p:tav>
                                        <p:tav tm="100000">
                                          <p:val>
                                            <p:strVal val="#ppt_x"/>
                                          </p:val>
                                        </p:tav>
                                      </p:tavLst>
                                    </p:anim>
                                    <p:anim calcmode="lin" valueType="num">
                                      <p:cBhvr>
                                        <p:cTn id="76" dur="2000" fill="hold"/>
                                        <p:tgtEl>
                                          <p:spTgt spid="313369"/>
                                        </p:tgtEl>
                                        <p:attrNameLst>
                                          <p:attrName>ppt_y</p:attrName>
                                        </p:attrNameLst>
                                      </p:cBhvr>
                                      <p:tavLst>
                                        <p:tav tm="0">
                                          <p:val>
                                            <p:strVal val="#ppt_y+#ppt_h/2"/>
                                          </p:val>
                                        </p:tav>
                                        <p:tav tm="100000">
                                          <p:val>
                                            <p:strVal val="#ppt_y"/>
                                          </p:val>
                                        </p:tav>
                                      </p:tavLst>
                                    </p:anim>
                                    <p:anim calcmode="lin" valueType="num">
                                      <p:cBhvr>
                                        <p:cTn id="77" dur="2000" fill="hold"/>
                                        <p:tgtEl>
                                          <p:spTgt spid="313369"/>
                                        </p:tgtEl>
                                        <p:attrNameLst>
                                          <p:attrName>ppt_w</p:attrName>
                                        </p:attrNameLst>
                                      </p:cBhvr>
                                      <p:tavLst>
                                        <p:tav tm="0">
                                          <p:val>
                                            <p:strVal val="#ppt_w"/>
                                          </p:val>
                                        </p:tav>
                                        <p:tav tm="100000">
                                          <p:val>
                                            <p:strVal val="#ppt_w"/>
                                          </p:val>
                                        </p:tav>
                                      </p:tavLst>
                                    </p:anim>
                                    <p:anim calcmode="lin" valueType="num">
                                      <p:cBhvr>
                                        <p:cTn id="78" dur="2000" fill="hold"/>
                                        <p:tgtEl>
                                          <p:spTgt spid="313369"/>
                                        </p:tgtEl>
                                        <p:attrNameLst>
                                          <p:attrName>ppt_h</p:attrName>
                                        </p:attrNameLst>
                                      </p:cBhvr>
                                      <p:tavLst>
                                        <p:tav tm="0">
                                          <p:val>
                                            <p:fltVal val="0"/>
                                          </p:val>
                                        </p:tav>
                                        <p:tav tm="100000">
                                          <p:val>
                                            <p:strVal val="#ppt_h"/>
                                          </p:val>
                                        </p:tav>
                                      </p:tavLst>
                                    </p:anim>
                                  </p:childTnLst>
                                </p:cTn>
                              </p:par>
                            </p:childTnLst>
                          </p:cTn>
                        </p:par>
                        <p:par>
                          <p:cTn id="79" fill="hold" nodeType="afterGroup">
                            <p:stCondLst>
                              <p:cond delay="4000"/>
                            </p:stCondLst>
                            <p:childTnLst>
                              <p:par>
                                <p:cTn id="80" presetID="17" presetClass="entr" presetSubtype="8" fill="hold" nodeType="afterEffect">
                                  <p:stCondLst>
                                    <p:cond delay="0"/>
                                  </p:stCondLst>
                                  <p:childTnLst>
                                    <p:set>
                                      <p:cBhvr>
                                        <p:cTn id="81" dur="1" fill="hold">
                                          <p:stCondLst>
                                            <p:cond delay="0"/>
                                          </p:stCondLst>
                                        </p:cTn>
                                        <p:tgtEl>
                                          <p:spTgt spid="313370"/>
                                        </p:tgtEl>
                                        <p:attrNameLst>
                                          <p:attrName>style.visibility</p:attrName>
                                        </p:attrNameLst>
                                      </p:cBhvr>
                                      <p:to>
                                        <p:strVal val="visible"/>
                                      </p:to>
                                    </p:set>
                                    <p:anim calcmode="lin" valueType="num">
                                      <p:cBhvr>
                                        <p:cTn id="82" dur="2000" fill="hold"/>
                                        <p:tgtEl>
                                          <p:spTgt spid="313370"/>
                                        </p:tgtEl>
                                        <p:attrNameLst>
                                          <p:attrName>ppt_x</p:attrName>
                                        </p:attrNameLst>
                                      </p:cBhvr>
                                      <p:tavLst>
                                        <p:tav tm="0">
                                          <p:val>
                                            <p:strVal val="#ppt_x-#ppt_w/2"/>
                                          </p:val>
                                        </p:tav>
                                        <p:tav tm="100000">
                                          <p:val>
                                            <p:strVal val="#ppt_x"/>
                                          </p:val>
                                        </p:tav>
                                      </p:tavLst>
                                    </p:anim>
                                    <p:anim calcmode="lin" valueType="num">
                                      <p:cBhvr>
                                        <p:cTn id="83" dur="2000" fill="hold"/>
                                        <p:tgtEl>
                                          <p:spTgt spid="313370"/>
                                        </p:tgtEl>
                                        <p:attrNameLst>
                                          <p:attrName>ppt_y</p:attrName>
                                        </p:attrNameLst>
                                      </p:cBhvr>
                                      <p:tavLst>
                                        <p:tav tm="0">
                                          <p:val>
                                            <p:strVal val="#ppt_y"/>
                                          </p:val>
                                        </p:tav>
                                        <p:tav tm="100000">
                                          <p:val>
                                            <p:strVal val="#ppt_y"/>
                                          </p:val>
                                        </p:tav>
                                      </p:tavLst>
                                    </p:anim>
                                    <p:anim calcmode="lin" valueType="num">
                                      <p:cBhvr>
                                        <p:cTn id="84" dur="2000" fill="hold"/>
                                        <p:tgtEl>
                                          <p:spTgt spid="313370"/>
                                        </p:tgtEl>
                                        <p:attrNameLst>
                                          <p:attrName>ppt_w</p:attrName>
                                        </p:attrNameLst>
                                      </p:cBhvr>
                                      <p:tavLst>
                                        <p:tav tm="0">
                                          <p:val>
                                            <p:fltVal val="0"/>
                                          </p:val>
                                        </p:tav>
                                        <p:tav tm="100000">
                                          <p:val>
                                            <p:strVal val="#ppt_w"/>
                                          </p:val>
                                        </p:tav>
                                      </p:tavLst>
                                    </p:anim>
                                    <p:anim calcmode="lin" valueType="num">
                                      <p:cBhvr>
                                        <p:cTn id="85" dur="2000" fill="hold"/>
                                        <p:tgtEl>
                                          <p:spTgt spid="313370"/>
                                        </p:tgtEl>
                                        <p:attrNameLst>
                                          <p:attrName>ppt_h</p:attrName>
                                        </p:attrNameLst>
                                      </p:cBhvr>
                                      <p:tavLst>
                                        <p:tav tm="0">
                                          <p:val>
                                            <p:strVal val="#ppt_h"/>
                                          </p:val>
                                        </p:tav>
                                        <p:tav tm="100000">
                                          <p:val>
                                            <p:strVal val="#ppt_h"/>
                                          </p:val>
                                        </p:tav>
                                      </p:tavLst>
                                    </p:anim>
                                  </p:childTnLst>
                                </p:cTn>
                              </p:par>
                            </p:childTnLst>
                          </p:cTn>
                        </p:par>
                        <p:par>
                          <p:cTn id="86" fill="hold" nodeType="afterGroup">
                            <p:stCondLst>
                              <p:cond delay="6000"/>
                            </p:stCondLst>
                            <p:childTnLst>
                              <p:par>
                                <p:cTn id="87" presetID="17" presetClass="entr" presetSubtype="4" fill="hold" nodeType="afterEffect">
                                  <p:stCondLst>
                                    <p:cond delay="0"/>
                                  </p:stCondLst>
                                  <p:childTnLst>
                                    <p:set>
                                      <p:cBhvr>
                                        <p:cTn id="88" dur="1" fill="hold">
                                          <p:stCondLst>
                                            <p:cond delay="0"/>
                                          </p:stCondLst>
                                        </p:cTn>
                                        <p:tgtEl>
                                          <p:spTgt spid="313371"/>
                                        </p:tgtEl>
                                        <p:attrNameLst>
                                          <p:attrName>style.visibility</p:attrName>
                                        </p:attrNameLst>
                                      </p:cBhvr>
                                      <p:to>
                                        <p:strVal val="visible"/>
                                      </p:to>
                                    </p:set>
                                    <p:anim calcmode="lin" valueType="num">
                                      <p:cBhvr>
                                        <p:cTn id="89" dur="2000" fill="hold"/>
                                        <p:tgtEl>
                                          <p:spTgt spid="313371"/>
                                        </p:tgtEl>
                                        <p:attrNameLst>
                                          <p:attrName>ppt_x</p:attrName>
                                        </p:attrNameLst>
                                      </p:cBhvr>
                                      <p:tavLst>
                                        <p:tav tm="0">
                                          <p:val>
                                            <p:strVal val="#ppt_x"/>
                                          </p:val>
                                        </p:tav>
                                        <p:tav tm="100000">
                                          <p:val>
                                            <p:strVal val="#ppt_x"/>
                                          </p:val>
                                        </p:tav>
                                      </p:tavLst>
                                    </p:anim>
                                    <p:anim calcmode="lin" valueType="num">
                                      <p:cBhvr>
                                        <p:cTn id="90" dur="2000" fill="hold"/>
                                        <p:tgtEl>
                                          <p:spTgt spid="313371"/>
                                        </p:tgtEl>
                                        <p:attrNameLst>
                                          <p:attrName>ppt_y</p:attrName>
                                        </p:attrNameLst>
                                      </p:cBhvr>
                                      <p:tavLst>
                                        <p:tav tm="0">
                                          <p:val>
                                            <p:strVal val="#ppt_y+#ppt_h/2"/>
                                          </p:val>
                                        </p:tav>
                                        <p:tav tm="100000">
                                          <p:val>
                                            <p:strVal val="#ppt_y"/>
                                          </p:val>
                                        </p:tav>
                                      </p:tavLst>
                                    </p:anim>
                                    <p:anim calcmode="lin" valueType="num">
                                      <p:cBhvr>
                                        <p:cTn id="91" dur="2000" fill="hold"/>
                                        <p:tgtEl>
                                          <p:spTgt spid="313371"/>
                                        </p:tgtEl>
                                        <p:attrNameLst>
                                          <p:attrName>ppt_w</p:attrName>
                                        </p:attrNameLst>
                                      </p:cBhvr>
                                      <p:tavLst>
                                        <p:tav tm="0">
                                          <p:val>
                                            <p:strVal val="#ppt_w"/>
                                          </p:val>
                                        </p:tav>
                                        <p:tav tm="100000">
                                          <p:val>
                                            <p:strVal val="#ppt_w"/>
                                          </p:val>
                                        </p:tav>
                                      </p:tavLst>
                                    </p:anim>
                                    <p:anim calcmode="lin" valueType="num">
                                      <p:cBhvr>
                                        <p:cTn id="92" dur="2000" fill="hold"/>
                                        <p:tgtEl>
                                          <p:spTgt spid="313371"/>
                                        </p:tgtEl>
                                        <p:attrNameLst>
                                          <p:attrName>ppt_h</p:attrName>
                                        </p:attrNameLst>
                                      </p:cBhvr>
                                      <p:tavLst>
                                        <p:tav tm="0">
                                          <p:val>
                                            <p:fltVal val="0"/>
                                          </p:val>
                                        </p:tav>
                                        <p:tav tm="100000">
                                          <p:val>
                                            <p:strVal val="#ppt_h"/>
                                          </p:val>
                                        </p:tav>
                                      </p:tavLst>
                                    </p:anim>
                                  </p:childTnLst>
                                </p:cTn>
                              </p:par>
                            </p:childTnLst>
                          </p:cTn>
                        </p:par>
                        <p:par>
                          <p:cTn id="93" fill="hold" nodeType="afterGroup">
                            <p:stCondLst>
                              <p:cond delay="8000"/>
                            </p:stCondLst>
                            <p:childTnLst>
                              <p:par>
                                <p:cTn id="94" presetID="17" presetClass="entr" presetSubtype="8" fill="hold" nodeType="afterEffect">
                                  <p:stCondLst>
                                    <p:cond delay="0"/>
                                  </p:stCondLst>
                                  <p:childTnLst>
                                    <p:set>
                                      <p:cBhvr>
                                        <p:cTn id="95" dur="1" fill="hold">
                                          <p:stCondLst>
                                            <p:cond delay="0"/>
                                          </p:stCondLst>
                                        </p:cTn>
                                        <p:tgtEl>
                                          <p:spTgt spid="313372"/>
                                        </p:tgtEl>
                                        <p:attrNameLst>
                                          <p:attrName>style.visibility</p:attrName>
                                        </p:attrNameLst>
                                      </p:cBhvr>
                                      <p:to>
                                        <p:strVal val="visible"/>
                                      </p:to>
                                    </p:set>
                                    <p:anim calcmode="lin" valueType="num">
                                      <p:cBhvr>
                                        <p:cTn id="96" dur="2000" fill="hold"/>
                                        <p:tgtEl>
                                          <p:spTgt spid="313372"/>
                                        </p:tgtEl>
                                        <p:attrNameLst>
                                          <p:attrName>ppt_x</p:attrName>
                                        </p:attrNameLst>
                                      </p:cBhvr>
                                      <p:tavLst>
                                        <p:tav tm="0">
                                          <p:val>
                                            <p:strVal val="#ppt_x-#ppt_w/2"/>
                                          </p:val>
                                        </p:tav>
                                        <p:tav tm="100000">
                                          <p:val>
                                            <p:strVal val="#ppt_x"/>
                                          </p:val>
                                        </p:tav>
                                      </p:tavLst>
                                    </p:anim>
                                    <p:anim calcmode="lin" valueType="num">
                                      <p:cBhvr>
                                        <p:cTn id="97" dur="2000" fill="hold"/>
                                        <p:tgtEl>
                                          <p:spTgt spid="313372"/>
                                        </p:tgtEl>
                                        <p:attrNameLst>
                                          <p:attrName>ppt_y</p:attrName>
                                        </p:attrNameLst>
                                      </p:cBhvr>
                                      <p:tavLst>
                                        <p:tav tm="0">
                                          <p:val>
                                            <p:strVal val="#ppt_y"/>
                                          </p:val>
                                        </p:tav>
                                        <p:tav tm="100000">
                                          <p:val>
                                            <p:strVal val="#ppt_y"/>
                                          </p:val>
                                        </p:tav>
                                      </p:tavLst>
                                    </p:anim>
                                    <p:anim calcmode="lin" valueType="num">
                                      <p:cBhvr>
                                        <p:cTn id="98" dur="2000" fill="hold"/>
                                        <p:tgtEl>
                                          <p:spTgt spid="313372"/>
                                        </p:tgtEl>
                                        <p:attrNameLst>
                                          <p:attrName>ppt_w</p:attrName>
                                        </p:attrNameLst>
                                      </p:cBhvr>
                                      <p:tavLst>
                                        <p:tav tm="0">
                                          <p:val>
                                            <p:fltVal val="0"/>
                                          </p:val>
                                        </p:tav>
                                        <p:tav tm="100000">
                                          <p:val>
                                            <p:strVal val="#ppt_w"/>
                                          </p:val>
                                        </p:tav>
                                      </p:tavLst>
                                    </p:anim>
                                    <p:anim calcmode="lin" valueType="num">
                                      <p:cBhvr>
                                        <p:cTn id="99" dur="2000" fill="hold"/>
                                        <p:tgtEl>
                                          <p:spTgt spid="313372"/>
                                        </p:tgtEl>
                                        <p:attrNameLst>
                                          <p:attrName>ppt_h</p:attrName>
                                        </p:attrNameLst>
                                      </p:cBhvr>
                                      <p:tavLst>
                                        <p:tav tm="0">
                                          <p:val>
                                            <p:strVal val="#ppt_h"/>
                                          </p:val>
                                        </p:tav>
                                        <p:tav tm="100000">
                                          <p:val>
                                            <p:strVal val="#ppt_h"/>
                                          </p:val>
                                        </p:tav>
                                      </p:tavLst>
                                    </p:anim>
                                  </p:childTnLst>
                                </p:cTn>
                              </p:par>
                            </p:childTnLst>
                          </p:cTn>
                        </p:par>
                        <p:par>
                          <p:cTn id="100" fill="hold" nodeType="afterGroup">
                            <p:stCondLst>
                              <p:cond delay="10000"/>
                            </p:stCondLst>
                            <p:childTnLst>
                              <p:par>
                                <p:cTn id="101" presetID="17" presetClass="entr" presetSubtype="4" fill="hold" nodeType="afterEffect">
                                  <p:stCondLst>
                                    <p:cond delay="0"/>
                                  </p:stCondLst>
                                  <p:childTnLst>
                                    <p:set>
                                      <p:cBhvr>
                                        <p:cTn id="102" dur="1" fill="hold">
                                          <p:stCondLst>
                                            <p:cond delay="0"/>
                                          </p:stCondLst>
                                        </p:cTn>
                                        <p:tgtEl>
                                          <p:spTgt spid="313373"/>
                                        </p:tgtEl>
                                        <p:attrNameLst>
                                          <p:attrName>style.visibility</p:attrName>
                                        </p:attrNameLst>
                                      </p:cBhvr>
                                      <p:to>
                                        <p:strVal val="visible"/>
                                      </p:to>
                                    </p:set>
                                    <p:anim calcmode="lin" valueType="num">
                                      <p:cBhvr>
                                        <p:cTn id="103" dur="2000" fill="hold"/>
                                        <p:tgtEl>
                                          <p:spTgt spid="313373"/>
                                        </p:tgtEl>
                                        <p:attrNameLst>
                                          <p:attrName>ppt_x</p:attrName>
                                        </p:attrNameLst>
                                      </p:cBhvr>
                                      <p:tavLst>
                                        <p:tav tm="0">
                                          <p:val>
                                            <p:strVal val="#ppt_x"/>
                                          </p:val>
                                        </p:tav>
                                        <p:tav tm="100000">
                                          <p:val>
                                            <p:strVal val="#ppt_x"/>
                                          </p:val>
                                        </p:tav>
                                      </p:tavLst>
                                    </p:anim>
                                    <p:anim calcmode="lin" valueType="num">
                                      <p:cBhvr>
                                        <p:cTn id="104" dur="2000" fill="hold"/>
                                        <p:tgtEl>
                                          <p:spTgt spid="313373"/>
                                        </p:tgtEl>
                                        <p:attrNameLst>
                                          <p:attrName>ppt_y</p:attrName>
                                        </p:attrNameLst>
                                      </p:cBhvr>
                                      <p:tavLst>
                                        <p:tav tm="0">
                                          <p:val>
                                            <p:strVal val="#ppt_y+#ppt_h/2"/>
                                          </p:val>
                                        </p:tav>
                                        <p:tav tm="100000">
                                          <p:val>
                                            <p:strVal val="#ppt_y"/>
                                          </p:val>
                                        </p:tav>
                                      </p:tavLst>
                                    </p:anim>
                                    <p:anim calcmode="lin" valueType="num">
                                      <p:cBhvr>
                                        <p:cTn id="105" dur="2000" fill="hold"/>
                                        <p:tgtEl>
                                          <p:spTgt spid="313373"/>
                                        </p:tgtEl>
                                        <p:attrNameLst>
                                          <p:attrName>ppt_w</p:attrName>
                                        </p:attrNameLst>
                                      </p:cBhvr>
                                      <p:tavLst>
                                        <p:tav tm="0">
                                          <p:val>
                                            <p:strVal val="#ppt_w"/>
                                          </p:val>
                                        </p:tav>
                                        <p:tav tm="100000">
                                          <p:val>
                                            <p:strVal val="#ppt_w"/>
                                          </p:val>
                                        </p:tav>
                                      </p:tavLst>
                                    </p:anim>
                                    <p:anim calcmode="lin" valueType="num">
                                      <p:cBhvr>
                                        <p:cTn id="106" dur="2000" fill="hold"/>
                                        <p:tgtEl>
                                          <p:spTgt spid="313373"/>
                                        </p:tgtEl>
                                        <p:attrNameLst>
                                          <p:attrName>ppt_h</p:attrName>
                                        </p:attrNameLst>
                                      </p:cBhvr>
                                      <p:tavLst>
                                        <p:tav tm="0">
                                          <p:val>
                                            <p:fltVal val="0"/>
                                          </p:val>
                                        </p:tav>
                                        <p:tav tm="100000">
                                          <p:val>
                                            <p:strVal val="#ppt_h"/>
                                          </p:val>
                                        </p:tav>
                                      </p:tavLst>
                                    </p:anim>
                                  </p:childTnLst>
                                </p:cTn>
                              </p:par>
                            </p:childTnLst>
                          </p:cTn>
                        </p:par>
                        <p:par>
                          <p:cTn id="107" fill="hold" nodeType="afterGroup">
                            <p:stCondLst>
                              <p:cond delay="12000"/>
                            </p:stCondLst>
                            <p:childTnLst>
                              <p:par>
                                <p:cTn id="108" presetID="17" presetClass="entr" presetSubtype="10" fill="hold" nodeType="afterEffect">
                                  <p:stCondLst>
                                    <p:cond delay="0"/>
                                  </p:stCondLst>
                                  <p:childTnLst>
                                    <p:set>
                                      <p:cBhvr>
                                        <p:cTn id="109" dur="1" fill="hold">
                                          <p:stCondLst>
                                            <p:cond delay="0"/>
                                          </p:stCondLst>
                                        </p:cTn>
                                        <p:tgtEl>
                                          <p:spTgt spid="313374"/>
                                        </p:tgtEl>
                                        <p:attrNameLst>
                                          <p:attrName>style.visibility</p:attrName>
                                        </p:attrNameLst>
                                      </p:cBhvr>
                                      <p:to>
                                        <p:strVal val="visible"/>
                                      </p:to>
                                    </p:set>
                                    <p:anim calcmode="lin" valueType="num">
                                      <p:cBhvr>
                                        <p:cTn id="110" dur="500" fill="hold"/>
                                        <p:tgtEl>
                                          <p:spTgt spid="313374"/>
                                        </p:tgtEl>
                                        <p:attrNameLst>
                                          <p:attrName>ppt_w</p:attrName>
                                        </p:attrNameLst>
                                      </p:cBhvr>
                                      <p:tavLst>
                                        <p:tav tm="0">
                                          <p:val>
                                            <p:fltVal val="0"/>
                                          </p:val>
                                        </p:tav>
                                        <p:tav tm="100000">
                                          <p:val>
                                            <p:strVal val="#ppt_w"/>
                                          </p:val>
                                        </p:tav>
                                      </p:tavLst>
                                    </p:anim>
                                    <p:anim calcmode="lin" valueType="num">
                                      <p:cBhvr>
                                        <p:cTn id="111" dur="500" fill="hold"/>
                                        <p:tgtEl>
                                          <p:spTgt spid="313374"/>
                                        </p:tgtEl>
                                        <p:attrNameLst>
                                          <p:attrName>ppt_h</p:attrName>
                                        </p:attrNameLst>
                                      </p:cBhvr>
                                      <p:tavLst>
                                        <p:tav tm="0">
                                          <p:val>
                                            <p:strVal val="#ppt_h"/>
                                          </p:val>
                                        </p:tav>
                                        <p:tav tm="100000">
                                          <p:val>
                                            <p:strVal val="#ppt_h"/>
                                          </p:val>
                                        </p:tav>
                                      </p:tavLst>
                                    </p:anim>
                                  </p:childTnLst>
                                </p:cTn>
                              </p:par>
                            </p:childTnLst>
                          </p:cTn>
                        </p:par>
                      </p:childTnLst>
                    </p:cTn>
                  </p:par>
                  <p:par>
                    <p:cTn id="112" fill="hold" nodeType="clickPar">
                      <p:stCondLst>
                        <p:cond delay="indefinite"/>
                      </p:stCondLst>
                      <p:childTnLst>
                        <p:par>
                          <p:cTn id="113" fill="hold" nodeType="withGroup">
                            <p:stCondLst>
                              <p:cond delay="0"/>
                            </p:stCondLst>
                            <p:childTnLst>
                              <p:par>
                                <p:cTn id="114" presetID="17" presetClass="entr" presetSubtype="8" fill="hold" nodeType="clickEffect">
                                  <p:stCondLst>
                                    <p:cond delay="0"/>
                                  </p:stCondLst>
                                  <p:childTnLst>
                                    <p:set>
                                      <p:cBhvr>
                                        <p:cTn id="115" dur="1" fill="hold">
                                          <p:stCondLst>
                                            <p:cond delay="0"/>
                                          </p:stCondLst>
                                        </p:cTn>
                                        <p:tgtEl>
                                          <p:spTgt spid="313381"/>
                                        </p:tgtEl>
                                        <p:attrNameLst>
                                          <p:attrName>style.visibility</p:attrName>
                                        </p:attrNameLst>
                                      </p:cBhvr>
                                      <p:to>
                                        <p:strVal val="visible"/>
                                      </p:to>
                                    </p:set>
                                    <p:anim calcmode="lin" valueType="num">
                                      <p:cBhvr>
                                        <p:cTn id="116" dur="2000" fill="hold"/>
                                        <p:tgtEl>
                                          <p:spTgt spid="313381"/>
                                        </p:tgtEl>
                                        <p:attrNameLst>
                                          <p:attrName>ppt_x</p:attrName>
                                        </p:attrNameLst>
                                      </p:cBhvr>
                                      <p:tavLst>
                                        <p:tav tm="0">
                                          <p:val>
                                            <p:strVal val="#ppt_x-#ppt_w/2"/>
                                          </p:val>
                                        </p:tav>
                                        <p:tav tm="100000">
                                          <p:val>
                                            <p:strVal val="#ppt_x"/>
                                          </p:val>
                                        </p:tav>
                                      </p:tavLst>
                                    </p:anim>
                                    <p:anim calcmode="lin" valueType="num">
                                      <p:cBhvr>
                                        <p:cTn id="117" dur="2000" fill="hold"/>
                                        <p:tgtEl>
                                          <p:spTgt spid="313381"/>
                                        </p:tgtEl>
                                        <p:attrNameLst>
                                          <p:attrName>ppt_y</p:attrName>
                                        </p:attrNameLst>
                                      </p:cBhvr>
                                      <p:tavLst>
                                        <p:tav tm="0">
                                          <p:val>
                                            <p:strVal val="#ppt_y"/>
                                          </p:val>
                                        </p:tav>
                                        <p:tav tm="100000">
                                          <p:val>
                                            <p:strVal val="#ppt_y"/>
                                          </p:val>
                                        </p:tav>
                                      </p:tavLst>
                                    </p:anim>
                                    <p:anim calcmode="lin" valueType="num">
                                      <p:cBhvr>
                                        <p:cTn id="118" dur="2000" fill="hold"/>
                                        <p:tgtEl>
                                          <p:spTgt spid="313381"/>
                                        </p:tgtEl>
                                        <p:attrNameLst>
                                          <p:attrName>ppt_w</p:attrName>
                                        </p:attrNameLst>
                                      </p:cBhvr>
                                      <p:tavLst>
                                        <p:tav tm="0">
                                          <p:val>
                                            <p:fltVal val="0"/>
                                          </p:val>
                                        </p:tav>
                                        <p:tav tm="100000">
                                          <p:val>
                                            <p:strVal val="#ppt_w"/>
                                          </p:val>
                                        </p:tav>
                                      </p:tavLst>
                                    </p:anim>
                                    <p:anim calcmode="lin" valueType="num">
                                      <p:cBhvr>
                                        <p:cTn id="119" dur="2000" fill="hold"/>
                                        <p:tgtEl>
                                          <p:spTgt spid="313381"/>
                                        </p:tgtEl>
                                        <p:attrNameLst>
                                          <p:attrName>ppt_h</p:attrName>
                                        </p:attrNameLst>
                                      </p:cBhvr>
                                      <p:tavLst>
                                        <p:tav tm="0">
                                          <p:val>
                                            <p:strVal val="#ppt_h"/>
                                          </p:val>
                                        </p:tav>
                                        <p:tav tm="100000">
                                          <p:val>
                                            <p:strVal val="#ppt_h"/>
                                          </p:val>
                                        </p:tav>
                                      </p:tavLst>
                                    </p:anim>
                                  </p:childTnLst>
                                </p:cTn>
                              </p:par>
                            </p:childTnLst>
                          </p:cTn>
                        </p:par>
                        <p:par>
                          <p:cTn id="120" fill="hold" nodeType="afterGroup">
                            <p:stCondLst>
                              <p:cond delay="2000"/>
                            </p:stCondLst>
                            <p:childTnLst>
                              <p:par>
                                <p:cTn id="121" presetID="17" presetClass="entr" presetSubtype="4" fill="hold" nodeType="afterEffect">
                                  <p:stCondLst>
                                    <p:cond delay="0"/>
                                  </p:stCondLst>
                                  <p:childTnLst>
                                    <p:set>
                                      <p:cBhvr>
                                        <p:cTn id="122" dur="1" fill="hold">
                                          <p:stCondLst>
                                            <p:cond delay="0"/>
                                          </p:stCondLst>
                                        </p:cTn>
                                        <p:tgtEl>
                                          <p:spTgt spid="313375"/>
                                        </p:tgtEl>
                                        <p:attrNameLst>
                                          <p:attrName>style.visibility</p:attrName>
                                        </p:attrNameLst>
                                      </p:cBhvr>
                                      <p:to>
                                        <p:strVal val="visible"/>
                                      </p:to>
                                    </p:set>
                                    <p:anim calcmode="lin" valueType="num">
                                      <p:cBhvr>
                                        <p:cTn id="123" dur="2000" fill="hold"/>
                                        <p:tgtEl>
                                          <p:spTgt spid="313375"/>
                                        </p:tgtEl>
                                        <p:attrNameLst>
                                          <p:attrName>ppt_x</p:attrName>
                                        </p:attrNameLst>
                                      </p:cBhvr>
                                      <p:tavLst>
                                        <p:tav tm="0">
                                          <p:val>
                                            <p:strVal val="#ppt_x"/>
                                          </p:val>
                                        </p:tav>
                                        <p:tav tm="100000">
                                          <p:val>
                                            <p:strVal val="#ppt_x"/>
                                          </p:val>
                                        </p:tav>
                                      </p:tavLst>
                                    </p:anim>
                                    <p:anim calcmode="lin" valueType="num">
                                      <p:cBhvr>
                                        <p:cTn id="124" dur="2000" fill="hold"/>
                                        <p:tgtEl>
                                          <p:spTgt spid="313375"/>
                                        </p:tgtEl>
                                        <p:attrNameLst>
                                          <p:attrName>ppt_y</p:attrName>
                                        </p:attrNameLst>
                                      </p:cBhvr>
                                      <p:tavLst>
                                        <p:tav tm="0">
                                          <p:val>
                                            <p:strVal val="#ppt_y+#ppt_h/2"/>
                                          </p:val>
                                        </p:tav>
                                        <p:tav tm="100000">
                                          <p:val>
                                            <p:strVal val="#ppt_y"/>
                                          </p:val>
                                        </p:tav>
                                      </p:tavLst>
                                    </p:anim>
                                    <p:anim calcmode="lin" valueType="num">
                                      <p:cBhvr>
                                        <p:cTn id="125" dur="2000" fill="hold"/>
                                        <p:tgtEl>
                                          <p:spTgt spid="313375"/>
                                        </p:tgtEl>
                                        <p:attrNameLst>
                                          <p:attrName>ppt_w</p:attrName>
                                        </p:attrNameLst>
                                      </p:cBhvr>
                                      <p:tavLst>
                                        <p:tav tm="0">
                                          <p:val>
                                            <p:strVal val="#ppt_w"/>
                                          </p:val>
                                        </p:tav>
                                        <p:tav tm="100000">
                                          <p:val>
                                            <p:strVal val="#ppt_w"/>
                                          </p:val>
                                        </p:tav>
                                      </p:tavLst>
                                    </p:anim>
                                    <p:anim calcmode="lin" valueType="num">
                                      <p:cBhvr>
                                        <p:cTn id="126" dur="2000" fill="hold"/>
                                        <p:tgtEl>
                                          <p:spTgt spid="313375"/>
                                        </p:tgtEl>
                                        <p:attrNameLst>
                                          <p:attrName>ppt_h</p:attrName>
                                        </p:attrNameLst>
                                      </p:cBhvr>
                                      <p:tavLst>
                                        <p:tav tm="0">
                                          <p:val>
                                            <p:fltVal val="0"/>
                                          </p:val>
                                        </p:tav>
                                        <p:tav tm="100000">
                                          <p:val>
                                            <p:strVal val="#ppt_h"/>
                                          </p:val>
                                        </p:tav>
                                      </p:tavLst>
                                    </p:anim>
                                  </p:childTnLst>
                                </p:cTn>
                              </p:par>
                            </p:childTnLst>
                          </p:cTn>
                        </p:par>
                        <p:par>
                          <p:cTn id="127" fill="hold" nodeType="afterGroup">
                            <p:stCondLst>
                              <p:cond delay="4000"/>
                            </p:stCondLst>
                            <p:childTnLst>
                              <p:par>
                                <p:cTn id="128" presetID="17" presetClass="entr" presetSubtype="8" fill="hold" nodeType="afterEffect">
                                  <p:stCondLst>
                                    <p:cond delay="0"/>
                                  </p:stCondLst>
                                  <p:childTnLst>
                                    <p:set>
                                      <p:cBhvr>
                                        <p:cTn id="129" dur="1" fill="hold">
                                          <p:stCondLst>
                                            <p:cond delay="0"/>
                                          </p:stCondLst>
                                        </p:cTn>
                                        <p:tgtEl>
                                          <p:spTgt spid="313376"/>
                                        </p:tgtEl>
                                        <p:attrNameLst>
                                          <p:attrName>style.visibility</p:attrName>
                                        </p:attrNameLst>
                                      </p:cBhvr>
                                      <p:to>
                                        <p:strVal val="visible"/>
                                      </p:to>
                                    </p:set>
                                    <p:anim calcmode="lin" valueType="num">
                                      <p:cBhvr>
                                        <p:cTn id="130" dur="2000" fill="hold"/>
                                        <p:tgtEl>
                                          <p:spTgt spid="313376"/>
                                        </p:tgtEl>
                                        <p:attrNameLst>
                                          <p:attrName>ppt_x</p:attrName>
                                        </p:attrNameLst>
                                      </p:cBhvr>
                                      <p:tavLst>
                                        <p:tav tm="0">
                                          <p:val>
                                            <p:strVal val="#ppt_x-#ppt_w/2"/>
                                          </p:val>
                                        </p:tav>
                                        <p:tav tm="100000">
                                          <p:val>
                                            <p:strVal val="#ppt_x"/>
                                          </p:val>
                                        </p:tav>
                                      </p:tavLst>
                                    </p:anim>
                                    <p:anim calcmode="lin" valueType="num">
                                      <p:cBhvr>
                                        <p:cTn id="131" dur="2000" fill="hold"/>
                                        <p:tgtEl>
                                          <p:spTgt spid="313376"/>
                                        </p:tgtEl>
                                        <p:attrNameLst>
                                          <p:attrName>ppt_y</p:attrName>
                                        </p:attrNameLst>
                                      </p:cBhvr>
                                      <p:tavLst>
                                        <p:tav tm="0">
                                          <p:val>
                                            <p:strVal val="#ppt_y"/>
                                          </p:val>
                                        </p:tav>
                                        <p:tav tm="100000">
                                          <p:val>
                                            <p:strVal val="#ppt_y"/>
                                          </p:val>
                                        </p:tav>
                                      </p:tavLst>
                                    </p:anim>
                                    <p:anim calcmode="lin" valueType="num">
                                      <p:cBhvr>
                                        <p:cTn id="132" dur="2000" fill="hold"/>
                                        <p:tgtEl>
                                          <p:spTgt spid="313376"/>
                                        </p:tgtEl>
                                        <p:attrNameLst>
                                          <p:attrName>ppt_w</p:attrName>
                                        </p:attrNameLst>
                                      </p:cBhvr>
                                      <p:tavLst>
                                        <p:tav tm="0">
                                          <p:val>
                                            <p:fltVal val="0"/>
                                          </p:val>
                                        </p:tav>
                                        <p:tav tm="100000">
                                          <p:val>
                                            <p:strVal val="#ppt_w"/>
                                          </p:val>
                                        </p:tav>
                                      </p:tavLst>
                                    </p:anim>
                                    <p:anim calcmode="lin" valueType="num">
                                      <p:cBhvr>
                                        <p:cTn id="133" dur="2000" fill="hold"/>
                                        <p:tgtEl>
                                          <p:spTgt spid="313376"/>
                                        </p:tgtEl>
                                        <p:attrNameLst>
                                          <p:attrName>ppt_h</p:attrName>
                                        </p:attrNameLst>
                                      </p:cBhvr>
                                      <p:tavLst>
                                        <p:tav tm="0">
                                          <p:val>
                                            <p:strVal val="#ppt_h"/>
                                          </p:val>
                                        </p:tav>
                                        <p:tav tm="100000">
                                          <p:val>
                                            <p:strVal val="#ppt_h"/>
                                          </p:val>
                                        </p:tav>
                                      </p:tavLst>
                                    </p:anim>
                                  </p:childTnLst>
                                </p:cTn>
                              </p:par>
                            </p:childTnLst>
                          </p:cTn>
                        </p:par>
                        <p:par>
                          <p:cTn id="134" fill="hold" nodeType="afterGroup">
                            <p:stCondLst>
                              <p:cond delay="6000"/>
                            </p:stCondLst>
                            <p:childTnLst>
                              <p:par>
                                <p:cTn id="135" presetID="17" presetClass="entr" presetSubtype="10" fill="hold" nodeType="afterEffect">
                                  <p:stCondLst>
                                    <p:cond delay="0"/>
                                  </p:stCondLst>
                                  <p:childTnLst>
                                    <p:set>
                                      <p:cBhvr>
                                        <p:cTn id="136" dur="1" fill="hold">
                                          <p:stCondLst>
                                            <p:cond delay="0"/>
                                          </p:stCondLst>
                                        </p:cTn>
                                        <p:tgtEl>
                                          <p:spTgt spid="313377"/>
                                        </p:tgtEl>
                                        <p:attrNameLst>
                                          <p:attrName>style.visibility</p:attrName>
                                        </p:attrNameLst>
                                      </p:cBhvr>
                                      <p:to>
                                        <p:strVal val="visible"/>
                                      </p:to>
                                    </p:set>
                                    <p:anim calcmode="lin" valueType="num">
                                      <p:cBhvr>
                                        <p:cTn id="137" dur="500" fill="hold"/>
                                        <p:tgtEl>
                                          <p:spTgt spid="313377"/>
                                        </p:tgtEl>
                                        <p:attrNameLst>
                                          <p:attrName>ppt_w</p:attrName>
                                        </p:attrNameLst>
                                      </p:cBhvr>
                                      <p:tavLst>
                                        <p:tav tm="0">
                                          <p:val>
                                            <p:fltVal val="0"/>
                                          </p:val>
                                        </p:tav>
                                        <p:tav tm="100000">
                                          <p:val>
                                            <p:strVal val="#ppt_w"/>
                                          </p:val>
                                        </p:tav>
                                      </p:tavLst>
                                    </p:anim>
                                    <p:anim calcmode="lin" valueType="num">
                                      <p:cBhvr>
                                        <p:cTn id="138" dur="500" fill="hold"/>
                                        <p:tgtEl>
                                          <p:spTgt spid="313377"/>
                                        </p:tgtEl>
                                        <p:attrNameLst>
                                          <p:attrName>ppt_h</p:attrName>
                                        </p:attrNameLst>
                                      </p:cBhvr>
                                      <p:tavLst>
                                        <p:tav tm="0">
                                          <p:val>
                                            <p:strVal val="#ppt_h"/>
                                          </p:val>
                                        </p:tav>
                                        <p:tav tm="100000">
                                          <p:val>
                                            <p:strVal val="#ppt_h"/>
                                          </p:val>
                                        </p:tav>
                                      </p:tavLst>
                                    </p:anim>
                                  </p:childTnLst>
                                </p:cTn>
                              </p:par>
                            </p:childTnLst>
                          </p:cTn>
                        </p:par>
                      </p:childTnLst>
                    </p:cTn>
                  </p:par>
                  <p:par>
                    <p:cTn id="139" fill="hold" nodeType="clickPar">
                      <p:stCondLst>
                        <p:cond delay="indefinite"/>
                      </p:stCondLst>
                      <p:childTnLst>
                        <p:par>
                          <p:cTn id="140" fill="hold" nodeType="withGroup">
                            <p:stCondLst>
                              <p:cond delay="0"/>
                            </p:stCondLst>
                            <p:childTnLst>
                              <p:par>
                                <p:cTn id="141" presetID="16" presetClass="entr" presetSubtype="42" fill="hold" nodeType="clickEffect">
                                  <p:stCondLst>
                                    <p:cond delay="0"/>
                                  </p:stCondLst>
                                  <p:childTnLst>
                                    <p:set>
                                      <p:cBhvr>
                                        <p:cTn id="142" dur="1" fill="hold">
                                          <p:stCondLst>
                                            <p:cond delay="0"/>
                                          </p:stCondLst>
                                        </p:cTn>
                                        <p:tgtEl>
                                          <p:spTgt spid="313349"/>
                                        </p:tgtEl>
                                        <p:attrNameLst>
                                          <p:attrName>style.visibility</p:attrName>
                                        </p:attrNameLst>
                                      </p:cBhvr>
                                      <p:to>
                                        <p:strVal val="visible"/>
                                      </p:to>
                                    </p:set>
                                    <p:animEffect transition="in" filter="barn(outHorizontal)">
                                      <p:cBhvr>
                                        <p:cTn id="143" dur="500"/>
                                        <p:tgtEl>
                                          <p:spTgt spid="313349"/>
                                        </p:tgtEl>
                                      </p:cBhvr>
                                    </p:animEffect>
                                  </p:childTnLst>
                                </p:cTn>
                              </p:par>
                            </p:childTnLst>
                          </p:cTn>
                        </p:par>
                      </p:childTnLst>
                    </p:cTn>
                  </p:par>
                  <p:par>
                    <p:cTn id="144" fill="hold" nodeType="clickPar">
                      <p:stCondLst>
                        <p:cond delay="indefinite"/>
                      </p:stCondLst>
                      <p:childTnLst>
                        <p:par>
                          <p:cTn id="145" fill="hold" nodeType="withGroup">
                            <p:stCondLst>
                              <p:cond delay="0"/>
                            </p:stCondLst>
                            <p:childTnLst>
                              <p:par>
                                <p:cTn id="146" presetID="17" presetClass="entr" presetSubtype="10" fill="hold" nodeType="clickEffect">
                                  <p:stCondLst>
                                    <p:cond delay="0"/>
                                  </p:stCondLst>
                                  <p:childTnLst>
                                    <p:set>
                                      <p:cBhvr>
                                        <p:cTn id="147" dur="1" fill="hold">
                                          <p:stCondLst>
                                            <p:cond delay="0"/>
                                          </p:stCondLst>
                                        </p:cTn>
                                        <p:tgtEl>
                                          <p:spTgt spid="313379"/>
                                        </p:tgtEl>
                                        <p:attrNameLst>
                                          <p:attrName>style.visibility</p:attrName>
                                        </p:attrNameLst>
                                      </p:cBhvr>
                                      <p:to>
                                        <p:strVal val="visible"/>
                                      </p:to>
                                    </p:set>
                                    <p:anim calcmode="lin" valueType="num">
                                      <p:cBhvr>
                                        <p:cTn id="148" dur="500" fill="hold"/>
                                        <p:tgtEl>
                                          <p:spTgt spid="313379"/>
                                        </p:tgtEl>
                                        <p:attrNameLst>
                                          <p:attrName>ppt_w</p:attrName>
                                        </p:attrNameLst>
                                      </p:cBhvr>
                                      <p:tavLst>
                                        <p:tav tm="0">
                                          <p:val>
                                            <p:fltVal val="0"/>
                                          </p:val>
                                        </p:tav>
                                        <p:tav tm="100000">
                                          <p:val>
                                            <p:strVal val="#ppt_w"/>
                                          </p:val>
                                        </p:tav>
                                      </p:tavLst>
                                    </p:anim>
                                    <p:anim calcmode="lin" valueType="num">
                                      <p:cBhvr>
                                        <p:cTn id="149" dur="500" fill="hold"/>
                                        <p:tgtEl>
                                          <p:spTgt spid="313379"/>
                                        </p:tgtEl>
                                        <p:attrNameLst>
                                          <p:attrName>ppt_h</p:attrName>
                                        </p:attrNameLst>
                                      </p:cBhvr>
                                      <p:tavLst>
                                        <p:tav tm="0">
                                          <p:val>
                                            <p:strVal val="#ppt_h"/>
                                          </p:val>
                                        </p:tav>
                                        <p:tav tm="100000">
                                          <p:val>
                                            <p:strVal val="#ppt_h"/>
                                          </p:val>
                                        </p:tav>
                                      </p:tavLst>
                                    </p:anim>
                                  </p:childTnLst>
                                </p:cTn>
                              </p:par>
                            </p:childTnLst>
                          </p:cTn>
                        </p:par>
                      </p:childTnLst>
                    </p:cTn>
                  </p:par>
                  <p:par>
                    <p:cTn id="150" fill="hold" nodeType="clickPar">
                      <p:stCondLst>
                        <p:cond delay="indefinite"/>
                      </p:stCondLst>
                      <p:childTnLst>
                        <p:par>
                          <p:cTn id="151" fill="hold" nodeType="withGroup">
                            <p:stCondLst>
                              <p:cond delay="0"/>
                            </p:stCondLst>
                            <p:childTnLst>
                              <p:par>
                                <p:cTn id="152" presetID="16" presetClass="entr" presetSubtype="42" fill="hold" nodeType="clickEffect">
                                  <p:stCondLst>
                                    <p:cond delay="0"/>
                                  </p:stCondLst>
                                  <p:childTnLst>
                                    <p:set>
                                      <p:cBhvr>
                                        <p:cTn id="153" dur="1" fill="hold">
                                          <p:stCondLst>
                                            <p:cond delay="0"/>
                                          </p:stCondLst>
                                        </p:cTn>
                                        <p:tgtEl>
                                          <p:spTgt spid="313378"/>
                                        </p:tgtEl>
                                        <p:attrNameLst>
                                          <p:attrName>style.visibility</p:attrName>
                                        </p:attrNameLst>
                                      </p:cBhvr>
                                      <p:to>
                                        <p:strVal val="visible"/>
                                      </p:to>
                                    </p:set>
                                    <p:animEffect transition="in" filter="barn(outHorizontal)">
                                      <p:cBhvr>
                                        <p:cTn id="154" dur="500"/>
                                        <p:tgtEl>
                                          <p:spTgt spid="313378"/>
                                        </p:tgtEl>
                                      </p:cBhvr>
                                    </p:animEffect>
                                  </p:childTnLst>
                                </p:cTn>
                              </p:par>
                            </p:childTnLst>
                          </p:cTn>
                        </p:par>
                      </p:childTnLst>
                    </p:cTn>
                  </p:par>
                  <p:par>
                    <p:cTn id="155" fill="hold" nodeType="clickPar">
                      <p:stCondLst>
                        <p:cond delay="indefinite"/>
                      </p:stCondLst>
                      <p:childTnLst>
                        <p:par>
                          <p:cTn id="156" fill="hold" nodeType="withGroup">
                            <p:stCondLst>
                              <p:cond delay="0"/>
                            </p:stCondLst>
                            <p:childTnLst>
                              <p:par>
                                <p:cTn id="157" presetID="17" presetClass="entr" presetSubtype="10" fill="hold" nodeType="clickEffect">
                                  <p:stCondLst>
                                    <p:cond delay="0"/>
                                  </p:stCondLst>
                                  <p:childTnLst>
                                    <p:set>
                                      <p:cBhvr>
                                        <p:cTn id="158" dur="1" fill="hold">
                                          <p:stCondLst>
                                            <p:cond delay="0"/>
                                          </p:stCondLst>
                                        </p:cTn>
                                        <p:tgtEl>
                                          <p:spTgt spid="313380"/>
                                        </p:tgtEl>
                                        <p:attrNameLst>
                                          <p:attrName>style.visibility</p:attrName>
                                        </p:attrNameLst>
                                      </p:cBhvr>
                                      <p:to>
                                        <p:strVal val="visible"/>
                                      </p:to>
                                    </p:set>
                                    <p:anim calcmode="lin" valueType="num">
                                      <p:cBhvr>
                                        <p:cTn id="159" dur="500" fill="hold"/>
                                        <p:tgtEl>
                                          <p:spTgt spid="313380"/>
                                        </p:tgtEl>
                                        <p:attrNameLst>
                                          <p:attrName>ppt_w</p:attrName>
                                        </p:attrNameLst>
                                      </p:cBhvr>
                                      <p:tavLst>
                                        <p:tav tm="0">
                                          <p:val>
                                            <p:fltVal val="0"/>
                                          </p:val>
                                        </p:tav>
                                        <p:tav tm="100000">
                                          <p:val>
                                            <p:strVal val="#ppt_w"/>
                                          </p:val>
                                        </p:tav>
                                      </p:tavLst>
                                    </p:anim>
                                    <p:anim calcmode="lin" valueType="num">
                                      <p:cBhvr>
                                        <p:cTn id="160" dur="500" fill="hold"/>
                                        <p:tgtEl>
                                          <p:spTgt spid="313380"/>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3349" grpId="0" animBg="1"/>
      <p:bldP spid="313365" grpId="0"/>
      <p:bldP spid="313368" grpId="0"/>
      <p:bldP spid="313374" grpId="0"/>
      <p:bldP spid="313377" grpId="0"/>
      <p:bldP spid="313378" grpId="0" animBg="1"/>
      <p:bldP spid="313379" grpId="0" animBg="1"/>
      <p:bldP spid="313380"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Rectangle 2">
            <a:extLst>
              <a:ext uri="{FF2B5EF4-FFF2-40B4-BE49-F238E27FC236}">
                <a16:creationId xmlns:a16="http://schemas.microsoft.com/office/drawing/2014/main" id="{31E572BE-4255-6588-2A20-F10DA308107E}"/>
              </a:ext>
            </a:extLst>
          </p:cNvPr>
          <p:cNvSpPr>
            <a:spLocks noGrp="1" noChangeArrowheads="1"/>
          </p:cNvSpPr>
          <p:nvPr>
            <p:ph type="title"/>
          </p:nvPr>
        </p:nvSpPr>
        <p:spPr>
          <a:xfrm>
            <a:off x="1042988" y="225431"/>
            <a:ext cx="7850187" cy="746125"/>
          </a:xfrm>
        </p:spPr>
        <p:txBody>
          <a:bodyPr/>
          <a:lstStyle/>
          <a:p>
            <a:r>
              <a:rPr lang="zh-CN" altLang="en-US"/>
              <a:t>竞争非剥夺资源引起的死锁</a:t>
            </a:r>
          </a:p>
        </p:txBody>
      </p:sp>
      <p:sp>
        <p:nvSpPr>
          <p:cNvPr id="14338" name="Rectangle 3">
            <a:extLst>
              <a:ext uri="{FF2B5EF4-FFF2-40B4-BE49-F238E27FC236}">
                <a16:creationId xmlns:a16="http://schemas.microsoft.com/office/drawing/2014/main" id="{C925DEC8-AE18-AACC-B1A9-CA6C6BDF2E3B}"/>
              </a:ext>
            </a:extLst>
          </p:cNvPr>
          <p:cNvSpPr>
            <a:spLocks noGrp="1" noChangeArrowheads="1"/>
          </p:cNvSpPr>
          <p:nvPr>
            <p:ph idx="1"/>
          </p:nvPr>
        </p:nvSpPr>
        <p:spPr>
          <a:xfrm>
            <a:off x="935038" y="1233488"/>
            <a:ext cx="7772400" cy="4895850"/>
          </a:xfrm>
        </p:spPr>
        <p:txBody>
          <a:bodyPr/>
          <a:lstStyle/>
          <a:p>
            <a:r>
              <a:rPr lang="zh-CN" altLang="en-US"/>
              <a:t>竞争非剥夺资源例。如，打印机</a:t>
            </a:r>
            <a:r>
              <a:rPr lang="en-US" altLang="zh-CN"/>
              <a:t>R1</a:t>
            </a:r>
            <a:r>
              <a:rPr lang="zh-CN" altLang="en-US"/>
              <a:t>和读卡机</a:t>
            </a:r>
            <a:r>
              <a:rPr lang="en-US" altLang="zh-CN"/>
              <a:t>R2</a:t>
            </a:r>
            <a:r>
              <a:rPr lang="zh-CN" altLang="en-US"/>
              <a:t>供进程</a:t>
            </a:r>
            <a:r>
              <a:rPr lang="en-US" altLang="zh-CN"/>
              <a:t>P1</a:t>
            </a:r>
            <a:r>
              <a:rPr lang="zh-CN" altLang="en-US"/>
              <a:t>和</a:t>
            </a:r>
            <a:r>
              <a:rPr lang="en-US" altLang="zh-CN"/>
              <a:t>P2</a:t>
            </a:r>
            <a:r>
              <a:rPr lang="zh-CN" altLang="en-US"/>
              <a:t>共享。</a:t>
            </a:r>
          </a:p>
        </p:txBody>
      </p:sp>
      <p:sp>
        <p:nvSpPr>
          <p:cNvPr id="2" name="灯片编号占位符 1">
            <a:extLst>
              <a:ext uri="{FF2B5EF4-FFF2-40B4-BE49-F238E27FC236}">
                <a16:creationId xmlns:a16="http://schemas.microsoft.com/office/drawing/2014/main" id="{19F39F25-C580-E9CC-CEDA-658D036DB5F1}"/>
              </a:ext>
            </a:extLst>
          </p:cNvPr>
          <p:cNvSpPr>
            <a:spLocks noGrp="1"/>
          </p:cNvSpPr>
          <p:nvPr>
            <p:ph type="sldNum" sz="quarter" idx="12"/>
          </p:nvPr>
        </p:nvSpPr>
        <p:spPr>
          <a:xfrm>
            <a:off x="6781800" y="6324600"/>
            <a:ext cx="1905000" cy="457200"/>
          </a:xfrm>
        </p:spPr>
        <p:txBody>
          <a:bodyPr/>
          <a:lstStyle/>
          <a:p>
            <a:fld id="{4093CC90-4002-504C-BD88-C9A1D374048E}" type="slidenum">
              <a:rPr lang="zh-CN" altLang="en-US" smtClean="0"/>
              <a:pPr/>
              <a:t>10</a:t>
            </a:fld>
            <a:endParaRPr lang="zh-CN" altLang="en-US" dirty="0"/>
          </a:p>
        </p:txBody>
      </p:sp>
      <p:sp>
        <p:nvSpPr>
          <p:cNvPr id="14339" name="Oval 4">
            <a:extLst>
              <a:ext uri="{FF2B5EF4-FFF2-40B4-BE49-F238E27FC236}">
                <a16:creationId xmlns:a16="http://schemas.microsoft.com/office/drawing/2014/main" id="{F6E80F8B-716E-A851-1BEE-CEA28F2BD6E2}"/>
              </a:ext>
            </a:extLst>
          </p:cNvPr>
          <p:cNvSpPr>
            <a:spLocks noChangeArrowheads="1"/>
          </p:cNvSpPr>
          <p:nvPr/>
        </p:nvSpPr>
        <p:spPr bwMode="auto">
          <a:xfrm>
            <a:off x="3760788" y="2895600"/>
            <a:ext cx="817562" cy="701675"/>
          </a:xfrm>
          <a:prstGeom prst="ellipse">
            <a:avLst/>
          </a:prstGeom>
          <a:solidFill>
            <a:srgbClr val="FFFFFF"/>
          </a:solidFill>
          <a:ln w="31750">
            <a:solidFill>
              <a:srgbClr val="000000"/>
            </a:solidFill>
            <a:round/>
            <a:headEnd/>
            <a:tailEnd/>
          </a:ln>
        </p:spPr>
        <p:txBody>
          <a:bodyPr lIns="0" tIns="0" rIns="0" bIns="0"/>
          <a:lstStyle/>
          <a:p>
            <a:pPr algn="just" eaLnBrk="0" hangingPunct="0"/>
            <a:r>
              <a:rPr lang="en-US" altLang="zh-CN">
                <a:latin typeface="Times New Roman" panose="02020603050405020304" pitchFamily="18" charset="0"/>
              </a:rPr>
              <a:t> P1</a:t>
            </a:r>
          </a:p>
        </p:txBody>
      </p:sp>
      <p:sp>
        <p:nvSpPr>
          <p:cNvPr id="14340" name="Rectangle 5">
            <a:extLst>
              <a:ext uri="{FF2B5EF4-FFF2-40B4-BE49-F238E27FC236}">
                <a16:creationId xmlns:a16="http://schemas.microsoft.com/office/drawing/2014/main" id="{5F07C51A-AC3D-818C-1C55-4F9AC345139A}"/>
              </a:ext>
            </a:extLst>
          </p:cNvPr>
          <p:cNvSpPr>
            <a:spLocks noChangeArrowheads="1"/>
          </p:cNvSpPr>
          <p:nvPr/>
        </p:nvSpPr>
        <p:spPr bwMode="auto">
          <a:xfrm>
            <a:off x="1752600" y="4189413"/>
            <a:ext cx="1022350" cy="525462"/>
          </a:xfrm>
          <a:prstGeom prst="rect">
            <a:avLst/>
          </a:prstGeom>
          <a:solidFill>
            <a:srgbClr val="FFFFFF"/>
          </a:solidFill>
          <a:ln w="31750">
            <a:solidFill>
              <a:srgbClr val="000000"/>
            </a:solidFill>
            <a:miter lim="800000"/>
            <a:headEnd/>
            <a:tailEnd/>
          </a:ln>
        </p:spPr>
        <p:txBody>
          <a:bodyPr lIns="0" tIns="0" rIns="0" bIns="0"/>
          <a:lstStyle/>
          <a:p>
            <a:pPr algn="just" eaLnBrk="0" hangingPunct="0"/>
            <a:r>
              <a:rPr lang="en-US" altLang="zh-CN">
                <a:latin typeface="Times New Roman" panose="02020603050405020304" pitchFamily="18" charset="0"/>
              </a:rPr>
              <a:t>   R1</a:t>
            </a:r>
          </a:p>
        </p:txBody>
      </p:sp>
      <p:sp>
        <p:nvSpPr>
          <p:cNvPr id="14341" name="Rectangle 6">
            <a:extLst>
              <a:ext uri="{FF2B5EF4-FFF2-40B4-BE49-F238E27FC236}">
                <a16:creationId xmlns:a16="http://schemas.microsoft.com/office/drawing/2014/main" id="{8E8179A3-A450-6A1B-FE6A-56789965DF41}"/>
              </a:ext>
            </a:extLst>
          </p:cNvPr>
          <p:cNvSpPr>
            <a:spLocks noChangeArrowheads="1"/>
          </p:cNvSpPr>
          <p:nvPr/>
        </p:nvSpPr>
        <p:spPr bwMode="auto">
          <a:xfrm>
            <a:off x="5683250" y="4189413"/>
            <a:ext cx="1022350" cy="468312"/>
          </a:xfrm>
          <a:prstGeom prst="rect">
            <a:avLst/>
          </a:prstGeom>
          <a:solidFill>
            <a:srgbClr val="FFFFFF"/>
          </a:solidFill>
          <a:ln w="31750">
            <a:solidFill>
              <a:srgbClr val="000000"/>
            </a:solidFill>
            <a:miter lim="800000"/>
            <a:headEnd/>
            <a:tailEnd/>
          </a:ln>
        </p:spPr>
        <p:txBody>
          <a:bodyPr lIns="0" tIns="0" rIns="0" bIns="0"/>
          <a:lstStyle/>
          <a:p>
            <a:pPr algn="just" eaLnBrk="0" hangingPunct="0"/>
            <a:r>
              <a:rPr lang="en-US" altLang="zh-CN">
                <a:latin typeface="Times New Roman" panose="02020603050405020304" pitchFamily="18" charset="0"/>
              </a:rPr>
              <a:t>    R2</a:t>
            </a:r>
          </a:p>
        </p:txBody>
      </p:sp>
      <p:sp>
        <p:nvSpPr>
          <p:cNvPr id="14342" name="Oval 7">
            <a:extLst>
              <a:ext uri="{FF2B5EF4-FFF2-40B4-BE49-F238E27FC236}">
                <a16:creationId xmlns:a16="http://schemas.microsoft.com/office/drawing/2014/main" id="{263C383C-78C7-D65D-FFBE-D70B1EA59B58}"/>
              </a:ext>
            </a:extLst>
          </p:cNvPr>
          <p:cNvSpPr>
            <a:spLocks noChangeArrowheads="1"/>
          </p:cNvSpPr>
          <p:nvPr/>
        </p:nvSpPr>
        <p:spPr bwMode="auto">
          <a:xfrm>
            <a:off x="3760788" y="5318125"/>
            <a:ext cx="817562" cy="701675"/>
          </a:xfrm>
          <a:prstGeom prst="ellipse">
            <a:avLst/>
          </a:prstGeom>
          <a:solidFill>
            <a:srgbClr val="FFFFFF"/>
          </a:solidFill>
          <a:ln w="31750">
            <a:solidFill>
              <a:srgbClr val="000000"/>
            </a:solidFill>
            <a:round/>
            <a:headEnd/>
            <a:tailEnd/>
          </a:ln>
        </p:spPr>
        <p:txBody>
          <a:bodyPr lIns="0" tIns="0" rIns="0" bIns="0"/>
          <a:lstStyle/>
          <a:p>
            <a:pPr algn="ctr" eaLnBrk="0" hangingPunct="0"/>
            <a:r>
              <a:rPr lang="en-US" altLang="zh-CN">
                <a:latin typeface="Times New Roman" panose="02020603050405020304" pitchFamily="18" charset="0"/>
              </a:rPr>
              <a:t>P2</a:t>
            </a:r>
          </a:p>
        </p:txBody>
      </p:sp>
      <p:sp>
        <p:nvSpPr>
          <p:cNvPr id="14343" name="Arc 8">
            <a:extLst>
              <a:ext uri="{FF2B5EF4-FFF2-40B4-BE49-F238E27FC236}">
                <a16:creationId xmlns:a16="http://schemas.microsoft.com/office/drawing/2014/main" id="{E03A146C-5397-E98F-23BA-6196EED0E3E8}"/>
              </a:ext>
            </a:extLst>
          </p:cNvPr>
          <p:cNvSpPr>
            <a:spLocks noChangeArrowheads="1"/>
          </p:cNvSpPr>
          <p:nvPr/>
        </p:nvSpPr>
        <p:spPr bwMode="auto">
          <a:xfrm>
            <a:off x="4576763" y="3173413"/>
            <a:ext cx="1641475" cy="1036637"/>
          </a:xfrm>
          <a:custGeom>
            <a:avLst/>
            <a:gdLst>
              <a:gd name="T0" fmla="*/ -1 w 21600"/>
              <a:gd name="T1" fmla="*/ 0 h 21600"/>
              <a:gd name="T2" fmla="*/ 21600 w 21600"/>
              <a:gd name="T3" fmla="*/ 21600 h 21600"/>
              <a:gd name="T4" fmla="*/ -1 w 21600"/>
              <a:gd name="T5" fmla="*/ 0 h 21600"/>
              <a:gd name="T6" fmla="*/ 21600 w 21600"/>
              <a:gd name="T7" fmla="*/ 21600 h 21600"/>
              <a:gd name="T8" fmla="*/ 0 w 21600"/>
              <a:gd name="T9" fmla="*/ 21600 h 21600"/>
            </a:gdLst>
            <a:ahLst/>
            <a:cxnLst>
              <a:cxn ang="0">
                <a:pos x="T0" y="T1"/>
              </a:cxn>
              <a:cxn ang="0">
                <a:pos x="T2" y="T3"/>
              </a:cxn>
              <a:cxn ang="0">
                <a:pos x="T4" y="T5"/>
              </a:cxn>
              <a:cxn ang="0">
                <a:pos x="T6" y="T7"/>
              </a:cxn>
              <a:cxn ang="0">
                <a:pos x="T8" y="T9"/>
              </a:cxn>
            </a:cxnLst>
            <a:rect l="0" t="0" r="r" b="b"/>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close/>
              </a:path>
            </a:pathLst>
          </a:custGeom>
          <a:noFill/>
          <a:ln w="31750">
            <a:solidFill>
              <a:srgbClr val="000000"/>
            </a:solidFill>
            <a:round/>
            <a:headEnd/>
            <a:tailEnd type="triangle" w="lg" len="lg"/>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344" name="Arc 9">
            <a:extLst>
              <a:ext uri="{FF2B5EF4-FFF2-40B4-BE49-F238E27FC236}">
                <a16:creationId xmlns:a16="http://schemas.microsoft.com/office/drawing/2014/main" id="{172045DB-B58A-16E7-BA5F-DF6B685B16A0}"/>
              </a:ext>
            </a:extLst>
          </p:cNvPr>
          <p:cNvSpPr>
            <a:spLocks noChangeArrowheads="1"/>
          </p:cNvSpPr>
          <p:nvPr/>
        </p:nvSpPr>
        <p:spPr bwMode="auto">
          <a:xfrm rot="-5400000">
            <a:off x="2465388" y="2878138"/>
            <a:ext cx="1036637" cy="1550987"/>
          </a:xfrm>
          <a:custGeom>
            <a:avLst/>
            <a:gdLst>
              <a:gd name="T0" fmla="*/ -1 w 21600"/>
              <a:gd name="T1" fmla="*/ 0 h 21600"/>
              <a:gd name="T2" fmla="*/ 21600 w 21600"/>
              <a:gd name="T3" fmla="*/ 21600 h 21600"/>
              <a:gd name="T4" fmla="*/ -1 w 21600"/>
              <a:gd name="T5" fmla="*/ 0 h 21600"/>
              <a:gd name="T6" fmla="*/ 21600 w 21600"/>
              <a:gd name="T7" fmla="*/ 21600 h 21600"/>
              <a:gd name="T8" fmla="*/ 0 w 21600"/>
              <a:gd name="T9" fmla="*/ 21600 h 21600"/>
            </a:gdLst>
            <a:ahLst/>
            <a:cxnLst>
              <a:cxn ang="0">
                <a:pos x="T0" y="T1"/>
              </a:cxn>
              <a:cxn ang="0">
                <a:pos x="T2" y="T3"/>
              </a:cxn>
              <a:cxn ang="0">
                <a:pos x="T4" y="T5"/>
              </a:cxn>
              <a:cxn ang="0">
                <a:pos x="T6" y="T7"/>
              </a:cxn>
              <a:cxn ang="0">
                <a:pos x="T8" y="T9"/>
              </a:cxn>
            </a:cxnLst>
            <a:rect l="0" t="0" r="r" b="b"/>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close/>
              </a:path>
            </a:pathLst>
          </a:custGeom>
          <a:noFill/>
          <a:ln w="31750">
            <a:solidFill>
              <a:srgbClr val="000000"/>
            </a:solidFill>
            <a:round/>
            <a:headEnd/>
            <a:tailEnd type="triangle" w="lg" len="lg"/>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345" name="Arc 10">
            <a:extLst>
              <a:ext uri="{FF2B5EF4-FFF2-40B4-BE49-F238E27FC236}">
                <a16:creationId xmlns:a16="http://schemas.microsoft.com/office/drawing/2014/main" id="{D1851440-94DC-0AA2-10F5-85AB1605DF1B}"/>
              </a:ext>
            </a:extLst>
          </p:cNvPr>
          <p:cNvSpPr>
            <a:spLocks noChangeArrowheads="1"/>
          </p:cNvSpPr>
          <p:nvPr/>
        </p:nvSpPr>
        <p:spPr bwMode="auto">
          <a:xfrm rot="5400000" flipV="1">
            <a:off x="2471738" y="4451350"/>
            <a:ext cx="1006475" cy="1514475"/>
          </a:xfrm>
          <a:custGeom>
            <a:avLst/>
            <a:gdLst>
              <a:gd name="T0" fmla="*/ -1 w 21600"/>
              <a:gd name="T1" fmla="*/ 0 h 21600"/>
              <a:gd name="T2" fmla="*/ 21600 w 21600"/>
              <a:gd name="T3" fmla="*/ 21600 h 21600"/>
              <a:gd name="T4" fmla="*/ -1 w 21600"/>
              <a:gd name="T5" fmla="*/ 0 h 21600"/>
              <a:gd name="T6" fmla="*/ 21600 w 21600"/>
              <a:gd name="T7" fmla="*/ 21600 h 21600"/>
              <a:gd name="T8" fmla="*/ 0 w 21600"/>
              <a:gd name="T9" fmla="*/ 21600 h 21600"/>
            </a:gdLst>
            <a:ahLst/>
            <a:cxnLst>
              <a:cxn ang="0">
                <a:pos x="T0" y="T1"/>
              </a:cxn>
              <a:cxn ang="0">
                <a:pos x="T2" y="T3"/>
              </a:cxn>
              <a:cxn ang="0">
                <a:pos x="T4" y="T5"/>
              </a:cxn>
              <a:cxn ang="0">
                <a:pos x="T6" y="T7"/>
              </a:cxn>
              <a:cxn ang="0">
                <a:pos x="T8" y="T9"/>
              </a:cxn>
            </a:cxnLst>
            <a:rect l="0" t="0" r="r" b="b"/>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close/>
              </a:path>
            </a:pathLst>
          </a:custGeom>
          <a:noFill/>
          <a:ln w="31750">
            <a:solidFill>
              <a:srgbClr val="000000"/>
            </a:solidFill>
            <a:round/>
            <a:headEnd type="triangle" w="lg" len="lg"/>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346" name="Arc 11">
            <a:extLst>
              <a:ext uri="{FF2B5EF4-FFF2-40B4-BE49-F238E27FC236}">
                <a16:creationId xmlns:a16="http://schemas.microsoft.com/office/drawing/2014/main" id="{4992991B-A4CB-CEF2-D64E-D1A8D1533E57}"/>
              </a:ext>
            </a:extLst>
          </p:cNvPr>
          <p:cNvSpPr>
            <a:spLocks noChangeArrowheads="1"/>
          </p:cNvSpPr>
          <p:nvPr/>
        </p:nvSpPr>
        <p:spPr bwMode="auto">
          <a:xfrm rot="5400000">
            <a:off x="4848225" y="4411663"/>
            <a:ext cx="1050925" cy="1568450"/>
          </a:xfrm>
          <a:custGeom>
            <a:avLst/>
            <a:gdLst>
              <a:gd name="T0" fmla="*/ -1 w 21600"/>
              <a:gd name="T1" fmla="*/ 0 h 21600"/>
              <a:gd name="T2" fmla="*/ 21600 w 21600"/>
              <a:gd name="T3" fmla="*/ 21600 h 21600"/>
              <a:gd name="T4" fmla="*/ -1 w 21600"/>
              <a:gd name="T5" fmla="*/ 0 h 21600"/>
              <a:gd name="T6" fmla="*/ 21600 w 21600"/>
              <a:gd name="T7" fmla="*/ 21600 h 21600"/>
              <a:gd name="T8" fmla="*/ 0 w 21600"/>
              <a:gd name="T9" fmla="*/ 21600 h 21600"/>
            </a:gdLst>
            <a:ahLst/>
            <a:cxnLst>
              <a:cxn ang="0">
                <a:pos x="T0" y="T1"/>
              </a:cxn>
              <a:cxn ang="0">
                <a:pos x="T2" y="T3"/>
              </a:cxn>
              <a:cxn ang="0">
                <a:pos x="T4" y="T5"/>
              </a:cxn>
              <a:cxn ang="0">
                <a:pos x="T6" y="T7"/>
              </a:cxn>
              <a:cxn ang="0">
                <a:pos x="T8" y="T9"/>
              </a:cxn>
            </a:cxnLst>
            <a:rect l="0" t="0" r="r" b="b"/>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close/>
              </a:path>
            </a:pathLst>
          </a:custGeom>
          <a:noFill/>
          <a:ln w="31750">
            <a:solidFill>
              <a:srgbClr val="000000"/>
            </a:solidFill>
            <a:round/>
            <a:headEnd/>
            <a:tailEnd type="triangle" w="lg" len="lg"/>
          </a:ln>
          <a:extLst>
            <a:ext uri="{909E8E84-426E-40DD-AFC4-6F175D3DCCD1}">
              <a14:hiddenFill xmlns:a14="http://schemas.microsoft.com/office/drawing/2010/main">
                <a:solidFill>
                  <a:srgbClr val="FFFFFF"/>
                </a:solidFill>
              </a14:hiddenFill>
            </a:ext>
          </a:extLst>
        </p:spPr>
        <p:txBody>
          <a:bodyPr/>
          <a:lstStyle/>
          <a:p>
            <a:endParaRPr lang="zh-CN" altLang="en-US"/>
          </a:p>
        </p:txBody>
      </p:sp>
    </p:spTree>
  </p:cSld>
  <p:clrMapOvr>
    <a:masterClrMapping/>
  </p:clrMapOvr>
  <p:transition spd="med">
    <p:zoom/>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Rectangle 2">
            <a:extLst>
              <a:ext uri="{FF2B5EF4-FFF2-40B4-BE49-F238E27FC236}">
                <a16:creationId xmlns:a16="http://schemas.microsoft.com/office/drawing/2014/main" id="{99CF371A-8F5D-9B80-79C3-59D0D488A33D}"/>
              </a:ext>
            </a:extLst>
          </p:cNvPr>
          <p:cNvSpPr>
            <a:spLocks noGrp="1" noChangeArrowheads="1"/>
          </p:cNvSpPr>
          <p:nvPr>
            <p:ph type="title"/>
          </p:nvPr>
        </p:nvSpPr>
        <p:spPr>
          <a:xfrm>
            <a:off x="1042988" y="225431"/>
            <a:ext cx="7850187" cy="746125"/>
          </a:xfrm>
        </p:spPr>
        <p:txBody>
          <a:bodyPr/>
          <a:lstStyle/>
          <a:p>
            <a:r>
              <a:rPr lang="zh-CN" altLang="en-US"/>
              <a:t>竞争消耗性资源引起的死锁</a:t>
            </a:r>
          </a:p>
        </p:txBody>
      </p:sp>
      <p:sp>
        <p:nvSpPr>
          <p:cNvPr id="246787" name="Rectangle 3">
            <a:extLst>
              <a:ext uri="{FF2B5EF4-FFF2-40B4-BE49-F238E27FC236}">
                <a16:creationId xmlns:a16="http://schemas.microsoft.com/office/drawing/2014/main" id="{48266E5F-2D45-58BC-D804-150577E8431A}"/>
              </a:ext>
            </a:extLst>
          </p:cNvPr>
          <p:cNvSpPr>
            <a:spLocks noGrp="1" noChangeArrowheads="1"/>
          </p:cNvSpPr>
          <p:nvPr>
            <p:ph idx="1"/>
          </p:nvPr>
        </p:nvSpPr>
        <p:spPr>
          <a:xfrm>
            <a:off x="2586038" y="1233488"/>
            <a:ext cx="6121400" cy="4895850"/>
          </a:xfrm>
        </p:spPr>
        <p:txBody>
          <a:bodyPr>
            <a:normAutofit fontScale="92500"/>
          </a:bodyPr>
          <a:lstStyle/>
          <a:p>
            <a:r>
              <a:rPr lang="zh-CN" altLang="en-US" dirty="0"/>
              <a:t>如消息通信按下述顺序进行，则不会发生死锁：</a:t>
            </a:r>
          </a:p>
          <a:p>
            <a:pPr lvl="1"/>
            <a:r>
              <a:rPr lang="en-US" altLang="zh-CN" dirty="0"/>
              <a:t>P1：...Release(S1)；Request(S2)；...</a:t>
            </a:r>
          </a:p>
          <a:p>
            <a:pPr lvl="1"/>
            <a:r>
              <a:rPr lang="en-US" altLang="zh-CN" dirty="0"/>
              <a:t>P2：...Release(S2)；Request(S1)；...</a:t>
            </a:r>
          </a:p>
          <a:p>
            <a:r>
              <a:rPr lang="zh-CN" altLang="en-US" dirty="0"/>
              <a:t>若按下述顺序，则可能发生死锁：</a:t>
            </a:r>
          </a:p>
          <a:p>
            <a:pPr lvl="1"/>
            <a:r>
              <a:rPr lang="en-US" altLang="zh-CN" dirty="0"/>
              <a:t>P1：... Request(S2)；Release(S1)；...</a:t>
            </a:r>
          </a:p>
          <a:p>
            <a:pPr lvl="1"/>
            <a:r>
              <a:rPr lang="en-US" altLang="zh-CN" dirty="0"/>
              <a:t>P2：... Request(S1)；Release(S2)；...</a:t>
            </a:r>
            <a:endParaRPr lang="zh-CN" altLang="en-US" dirty="0"/>
          </a:p>
        </p:txBody>
      </p:sp>
      <p:sp>
        <p:nvSpPr>
          <p:cNvPr id="2" name="灯片编号占位符 1">
            <a:extLst>
              <a:ext uri="{FF2B5EF4-FFF2-40B4-BE49-F238E27FC236}">
                <a16:creationId xmlns:a16="http://schemas.microsoft.com/office/drawing/2014/main" id="{A78E27F6-9524-C5B0-3C47-64905BF99F10}"/>
              </a:ext>
            </a:extLst>
          </p:cNvPr>
          <p:cNvSpPr>
            <a:spLocks noGrp="1"/>
          </p:cNvSpPr>
          <p:nvPr>
            <p:ph type="sldNum" sz="quarter" idx="12"/>
          </p:nvPr>
        </p:nvSpPr>
        <p:spPr>
          <a:xfrm>
            <a:off x="6781800" y="6324600"/>
            <a:ext cx="1905000" cy="457200"/>
          </a:xfrm>
        </p:spPr>
        <p:txBody>
          <a:bodyPr/>
          <a:lstStyle/>
          <a:p>
            <a:fld id="{4093CC90-4002-504C-BD88-C9A1D374048E}" type="slidenum">
              <a:rPr lang="zh-CN" altLang="en-US" smtClean="0"/>
              <a:pPr/>
              <a:t>11</a:t>
            </a:fld>
            <a:endParaRPr lang="zh-CN" altLang="en-US" dirty="0"/>
          </a:p>
        </p:txBody>
      </p:sp>
      <p:grpSp>
        <p:nvGrpSpPr>
          <p:cNvPr id="15363" name="Group 12">
            <a:extLst>
              <a:ext uri="{FF2B5EF4-FFF2-40B4-BE49-F238E27FC236}">
                <a16:creationId xmlns:a16="http://schemas.microsoft.com/office/drawing/2014/main" id="{2E7A3BD5-6A47-BC86-42B9-DA82304D6608}"/>
              </a:ext>
            </a:extLst>
          </p:cNvPr>
          <p:cNvGrpSpPr>
            <a:grpSpLocks/>
          </p:cNvGrpSpPr>
          <p:nvPr/>
        </p:nvGrpSpPr>
        <p:grpSpPr bwMode="auto">
          <a:xfrm>
            <a:off x="227013" y="3716338"/>
            <a:ext cx="2616200" cy="2667000"/>
            <a:chOff x="3923" y="1933"/>
            <a:chExt cx="1648" cy="1680"/>
          </a:xfrm>
        </p:grpSpPr>
        <p:sp>
          <p:nvSpPr>
            <p:cNvPr id="15364" name="Oval 4">
              <a:extLst>
                <a:ext uri="{FF2B5EF4-FFF2-40B4-BE49-F238E27FC236}">
                  <a16:creationId xmlns:a16="http://schemas.microsoft.com/office/drawing/2014/main" id="{2DC7B4D7-9D3D-1539-A213-CD285904640B}"/>
                </a:ext>
              </a:extLst>
            </p:cNvPr>
            <p:cNvSpPr>
              <a:spLocks noChangeArrowheads="1"/>
            </p:cNvSpPr>
            <p:nvPr/>
          </p:nvSpPr>
          <p:spPr bwMode="auto">
            <a:xfrm>
              <a:off x="4591" y="1933"/>
              <a:ext cx="272" cy="377"/>
            </a:xfrm>
            <a:prstGeom prst="ellipse">
              <a:avLst/>
            </a:prstGeom>
            <a:solidFill>
              <a:srgbClr val="FFFFFF"/>
            </a:solidFill>
            <a:ln w="25400">
              <a:solidFill>
                <a:srgbClr val="000000"/>
              </a:solidFill>
              <a:round/>
              <a:headEnd/>
              <a:tailEnd/>
            </a:ln>
          </p:spPr>
          <p:txBody>
            <a:bodyPr lIns="0" tIns="0" rIns="0" bIns="0"/>
            <a:lstStyle/>
            <a:p>
              <a:pPr algn="just" eaLnBrk="0" hangingPunct="0"/>
              <a:r>
                <a:rPr lang="en-US" altLang="zh-CN" sz="2000">
                  <a:latin typeface="Times New Roman" panose="02020603050405020304" pitchFamily="18" charset="0"/>
                </a:rPr>
                <a:t>P1</a:t>
              </a:r>
            </a:p>
          </p:txBody>
        </p:sp>
        <p:sp>
          <p:nvSpPr>
            <p:cNvPr id="15365" name="Rectangle 5">
              <a:extLst>
                <a:ext uri="{FF2B5EF4-FFF2-40B4-BE49-F238E27FC236}">
                  <a16:creationId xmlns:a16="http://schemas.microsoft.com/office/drawing/2014/main" id="{A2CE88B4-DA0B-97FC-B9F0-52443E8162F3}"/>
                </a:ext>
              </a:extLst>
            </p:cNvPr>
            <p:cNvSpPr>
              <a:spLocks noChangeArrowheads="1"/>
            </p:cNvSpPr>
            <p:nvPr/>
          </p:nvSpPr>
          <p:spPr bwMode="auto">
            <a:xfrm>
              <a:off x="3923" y="2614"/>
              <a:ext cx="340" cy="282"/>
            </a:xfrm>
            <a:prstGeom prst="rect">
              <a:avLst/>
            </a:prstGeom>
            <a:solidFill>
              <a:srgbClr val="FFFFFF"/>
            </a:solidFill>
            <a:ln w="25400">
              <a:solidFill>
                <a:srgbClr val="000000"/>
              </a:solidFill>
              <a:miter lim="800000"/>
              <a:headEnd/>
              <a:tailEnd/>
            </a:ln>
          </p:spPr>
          <p:txBody>
            <a:bodyPr lIns="0" tIns="0" rIns="0" bIns="0"/>
            <a:lstStyle/>
            <a:p>
              <a:pPr algn="just" eaLnBrk="0" hangingPunct="0"/>
              <a:r>
                <a:rPr lang="en-US" altLang="zh-CN" sz="2000">
                  <a:latin typeface="Times New Roman" panose="02020603050405020304" pitchFamily="18" charset="0"/>
                </a:rPr>
                <a:t> S2</a:t>
              </a:r>
            </a:p>
          </p:txBody>
        </p:sp>
        <p:sp>
          <p:nvSpPr>
            <p:cNvPr id="15366" name="Rectangle 6">
              <a:extLst>
                <a:ext uri="{FF2B5EF4-FFF2-40B4-BE49-F238E27FC236}">
                  <a16:creationId xmlns:a16="http://schemas.microsoft.com/office/drawing/2014/main" id="{AB37A405-23A9-FE16-F1CA-6774C15A949F}"/>
                </a:ext>
              </a:extLst>
            </p:cNvPr>
            <p:cNvSpPr>
              <a:spLocks noChangeArrowheads="1"/>
            </p:cNvSpPr>
            <p:nvPr/>
          </p:nvSpPr>
          <p:spPr bwMode="auto">
            <a:xfrm>
              <a:off x="5231" y="2629"/>
              <a:ext cx="340" cy="251"/>
            </a:xfrm>
            <a:prstGeom prst="rect">
              <a:avLst/>
            </a:prstGeom>
            <a:solidFill>
              <a:srgbClr val="FFFFFF"/>
            </a:solidFill>
            <a:ln w="25400">
              <a:solidFill>
                <a:srgbClr val="000000"/>
              </a:solidFill>
              <a:miter lim="800000"/>
              <a:headEnd/>
              <a:tailEnd/>
            </a:ln>
          </p:spPr>
          <p:txBody>
            <a:bodyPr lIns="0" tIns="0" rIns="0" bIns="0"/>
            <a:lstStyle/>
            <a:p>
              <a:pPr algn="just" eaLnBrk="0" hangingPunct="0"/>
              <a:r>
                <a:rPr lang="en-US" altLang="zh-CN" sz="2000">
                  <a:latin typeface="Times New Roman" panose="02020603050405020304" pitchFamily="18" charset="0"/>
                </a:rPr>
                <a:t> S1</a:t>
              </a:r>
            </a:p>
          </p:txBody>
        </p:sp>
        <p:sp>
          <p:nvSpPr>
            <p:cNvPr id="15367" name="Oval 7">
              <a:extLst>
                <a:ext uri="{FF2B5EF4-FFF2-40B4-BE49-F238E27FC236}">
                  <a16:creationId xmlns:a16="http://schemas.microsoft.com/office/drawing/2014/main" id="{F7558FE9-1643-1605-C346-011EE38D0EBE}"/>
                </a:ext>
              </a:extLst>
            </p:cNvPr>
            <p:cNvSpPr>
              <a:spLocks noChangeArrowheads="1"/>
            </p:cNvSpPr>
            <p:nvPr/>
          </p:nvSpPr>
          <p:spPr bwMode="auto">
            <a:xfrm>
              <a:off x="4591" y="3236"/>
              <a:ext cx="272" cy="377"/>
            </a:xfrm>
            <a:prstGeom prst="ellipse">
              <a:avLst/>
            </a:prstGeom>
            <a:solidFill>
              <a:srgbClr val="FFFFFF"/>
            </a:solidFill>
            <a:ln w="25400">
              <a:solidFill>
                <a:srgbClr val="000000"/>
              </a:solidFill>
              <a:round/>
              <a:headEnd/>
              <a:tailEnd/>
            </a:ln>
          </p:spPr>
          <p:txBody>
            <a:bodyPr lIns="0" tIns="0" rIns="0" bIns="0"/>
            <a:lstStyle/>
            <a:p>
              <a:pPr algn="ctr" eaLnBrk="0" hangingPunct="0"/>
              <a:r>
                <a:rPr lang="en-US" altLang="zh-CN" sz="2000">
                  <a:latin typeface="Times New Roman" panose="02020603050405020304" pitchFamily="18" charset="0"/>
                </a:rPr>
                <a:t>P2</a:t>
              </a:r>
            </a:p>
          </p:txBody>
        </p:sp>
        <p:sp>
          <p:nvSpPr>
            <p:cNvPr id="15368" name="Arc 8">
              <a:extLst>
                <a:ext uri="{FF2B5EF4-FFF2-40B4-BE49-F238E27FC236}">
                  <a16:creationId xmlns:a16="http://schemas.microsoft.com/office/drawing/2014/main" id="{3720C2E5-25FD-C09E-2B79-FC839CB1CC1E}"/>
                </a:ext>
              </a:extLst>
            </p:cNvPr>
            <p:cNvSpPr>
              <a:spLocks noChangeArrowheads="1"/>
            </p:cNvSpPr>
            <p:nvPr/>
          </p:nvSpPr>
          <p:spPr bwMode="auto">
            <a:xfrm>
              <a:off x="4863" y="2083"/>
              <a:ext cx="546" cy="557"/>
            </a:xfrm>
            <a:custGeom>
              <a:avLst/>
              <a:gdLst>
                <a:gd name="T0" fmla="*/ -1 w 21600"/>
                <a:gd name="T1" fmla="*/ 0 h 21600"/>
                <a:gd name="T2" fmla="*/ 21600 w 21600"/>
                <a:gd name="T3" fmla="*/ 21600 h 21600"/>
                <a:gd name="T4" fmla="*/ -1 w 21600"/>
                <a:gd name="T5" fmla="*/ 0 h 21600"/>
                <a:gd name="T6" fmla="*/ 21600 w 21600"/>
                <a:gd name="T7" fmla="*/ 21600 h 21600"/>
                <a:gd name="T8" fmla="*/ 0 w 21600"/>
                <a:gd name="T9" fmla="*/ 21600 h 21600"/>
              </a:gdLst>
              <a:ahLst/>
              <a:cxnLst>
                <a:cxn ang="0">
                  <a:pos x="T0" y="T1"/>
                </a:cxn>
                <a:cxn ang="0">
                  <a:pos x="T2" y="T3"/>
                </a:cxn>
                <a:cxn ang="0">
                  <a:pos x="T4" y="T5"/>
                </a:cxn>
                <a:cxn ang="0">
                  <a:pos x="T6" y="T7"/>
                </a:cxn>
                <a:cxn ang="0">
                  <a:pos x="T8" y="T9"/>
                </a:cxn>
              </a:cxnLst>
              <a:rect l="0" t="0" r="r" b="b"/>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close/>
                </a:path>
              </a:pathLst>
            </a:custGeom>
            <a:noFill/>
            <a:ln w="25400">
              <a:solidFill>
                <a:srgbClr val="000000"/>
              </a:solidFill>
              <a:round/>
              <a:headEnd type="triangle" w="lg" len="lg"/>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5369" name="Arc 9">
              <a:extLst>
                <a:ext uri="{FF2B5EF4-FFF2-40B4-BE49-F238E27FC236}">
                  <a16:creationId xmlns:a16="http://schemas.microsoft.com/office/drawing/2014/main" id="{E459A82F-ACE0-23A2-56FE-864E795B9F80}"/>
                </a:ext>
              </a:extLst>
            </p:cNvPr>
            <p:cNvSpPr>
              <a:spLocks noChangeArrowheads="1"/>
            </p:cNvSpPr>
            <p:nvPr/>
          </p:nvSpPr>
          <p:spPr bwMode="auto">
            <a:xfrm rot="-5400000">
              <a:off x="4054" y="2083"/>
              <a:ext cx="558" cy="516"/>
            </a:xfrm>
            <a:custGeom>
              <a:avLst/>
              <a:gdLst>
                <a:gd name="T0" fmla="*/ -1 w 21600"/>
                <a:gd name="T1" fmla="*/ 0 h 21600"/>
                <a:gd name="T2" fmla="*/ 21600 w 21600"/>
                <a:gd name="T3" fmla="*/ 21600 h 21600"/>
                <a:gd name="T4" fmla="*/ -1 w 21600"/>
                <a:gd name="T5" fmla="*/ 0 h 21600"/>
                <a:gd name="T6" fmla="*/ 21600 w 21600"/>
                <a:gd name="T7" fmla="*/ 21600 h 21600"/>
                <a:gd name="T8" fmla="*/ 0 w 21600"/>
                <a:gd name="T9" fmla="*/ 21600 h 21600"/>
              </a:gdLst>
              <a:ahLst/>
              <a:cxnLst>
                <a:cxn ang="0">
                  <a:pos x="T0" y="T1"/>
                </a:cxn>
                <a:cxn ang="0">
                  <a:pos x="T2" y="T3"/>
                </a:cxn>
                <a:cxn ang="0">
                  <a:pos x="T4" y="T5"/>
                </a:cxn>
                <a:cxn ang="0">
                  <a:pos x="T6" y="T7"/>
                </a:cxn>
                <a:cxn ang="0">
                  <a:pos x="T8" y="T9"/>
                </a:cxn>
              </a:cxnLst>
              <a:rect l="0" t="0" r="r" b="b"/>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close/>
                </a:path>
              </a:pathLst>
            </a:custGeom>
            <a:noFill/>
            <a:ln w="25400">
              <a:solidFill>
                <a:srgbClr val="000000"/>
              </a:solidFill>
              <a:round/>
              <a:headEnd type="triangle" w="lg" len="lg"/>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5370" name="Arc 10">
              <a:extLst>
                <a:ext uri="{FF2B5EF4-FFF2-40B4-BE49-F238E27FC236}">
                  <a16:creationId xmlns:a16="http://schemas.microsoft.com/office/drawing/2014/main" id="{60A69EE3-F7B9-0F09-89C9-CC42C38AFF0F}"/>
                </a:ext>
              </a:extLst>
            </p:cNvPr>
            <p:cNvSpPr>
              <a:spLocks noChangeArrowheads="1"/>
            </p:cNvSpPr>
            <p:nvPr/>
          </p:nvSpPr>
          <p:spPr bwMode="auto">
            <a:xfrm rot="5400000" flipV="1">
              <a:off x="4056" y="2922"/>
              <a:ext cx="541" cy="504"/>
            </a:xfrm>
            <a:custGeom>
              <a:avLst/>
              <a:gdLst>
                <a:gd name="T0" fmla="*/ -1 w 21600"/>
                <a:gd name="T1" fmla="*/ 0 h 21600"/>
                <a:gd name="T2" fmla="*/ 21600 w 21600"/>
                <a:gd name="T3" fmla="*/ 21600 h 21600"/>
                <a:gd name="T4" fmla="*/ -1 w 21600"/>
                <a:gd name="T5" fmla="*/ 0 h 21600"/>
                <a:gd name="T6" fmla="*/ 21600 w 21600"/>
                <a:gd name="T7" fmla="*/ 21600 h 21600"/>
                <a:gd name="T8" fmla="*/ 0 w 21600"/>
                <a:gd name="T9" fmla="*/ 21600 h 21600"/>
              </a:gdLst>
              <a:ahLst/>
              <a:cxnLst>
                <a:cxn ang="0">
                  <a:pos x="T0" y="T1"/>
                </a:cxn>
                <a:cxn ang="0">
                  <a:pos x="T2" y="T3"/>
                </a:cxn>
                <a:cxn ang="0">
                  <a:pos x="T4" y="T5"/>
                </a:cxn>
                <a:cxn ang="0">
                  <a:pos x="T6" y="T7"/>
                </a:cxn>
                <a:cxn ang="0">
                  <a:pos x="T8" y="T9"/>
                </a:cxn>
              </a:cxnLst>
              <a:rect l="0" t="0" r="r" b="b"/>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close/>
                </a:path>
              </a:pathLst>
            </a:custGeom>
            <a:noFill/>
            <a:ln w="25400">
              <a:solidFill>
                <a:srgbClr val="000000"/>
              </a:solidFill>
              <a:round/>
              <a:headEnd/>
              <a:tailEnd type="triangle" w="lg" len="lg"/>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5371" name="Arc 11">
              <a:extLst>
                <a:ext uri="{FF2B5EF4-FFF2-40B4-BE49-F238E27FC236}">
                  <a16:creationId xmlns:a16="http://schemas.microsoft.com/office/drawing/2014/main" id="{90770063-0C0C-57AD-66B6-22E4725D3FF4}"/>
                </a:ext>
              </a:extLst>
            </p:cNvPr>
            <p:cNvSpPr>
              <a:spLocks noChangeArrowheads="1"/>
            </p:cNvSpPr>
            <p:nvPr/>
          </p:nvSpPr>
          <p:spPr bwMode="auto">
            <a:xfrm rot="5400000">
              <a:off x="4845" y="2909"/>
              <a:ext cx="566" cy="522"/>
            </a:xfrm>
            <a:custGeom>
              <a:avLst/>
              <a:gdLst>
                <a:gd name="T0" fmla="*/ -1 w 21600"/>
                <a:gd name="T1" fmla="*/ 0 h 21600"/>
                <a:gd name="T2" fmla="*/ 21600 w 21600"/>
                <a:gd name="T3" fmla="*/ 21600 h 21600"/>
                <a:gd name="T4" fmla="*/ -1 w 21600"/>
                <a:gd name="T5" fmla="*/ 0 h 21600"/>
                <a:gd name="T6" fmla="*/ 21600 w 21600"/>
                <a:gd name="T7" fmla="*/ 21600 h 21600"/>
                <a:gd name="T8" fmla="*/ 0 w 21600"/>
                <a:gd name="T9" fmla="*/ 21600 h 21600"/>
              </a:gdLst>
              <a:ahLst/>
              <a:cxnLst>
                <a:cxn ang="0">
                  <a:pos x="T0" y="T1"/>
                </a:cxn>
                <a:cxn ang="0">
                  <a:pos x="T2" y="T3"/>
                </a:cxn>
                <a:cxn ang="0">
                  <a:pos x="T4" y="T5"/>
                </a:cxn>
                <a:cxn ang="0">
                  <a:pos x="T6" y="T7"/>
                </a:cxn>
                <a:cxn ang="0">
                  <a:pos x="T8" y="T9"/>
                </a:cxn>
              </a:cxnLst>
              <a:rect l="0" t="0" r="r" b="b"/>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close/>
                </a:path>
              </a:pathLst>
            </a:custGeom>
            <a:noFill/>
            <a:ln w="25400">
              <a:solidFill>
                <a:srgbClr val="000000"/>
              </a:solidFill>
              <a:round/>
              <a:headEnd type="triangle" w="lg" len="lg"/>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246787">
                                            <p:txEl>
                                              <p:pRg st="0" end="0"/>
                                            </p:txEl>
                                          </p:spTgt>
                                        </p:tgtEl>
                                        <p:attrNameLst>
                                          <p:attrName>style.visibility</p:attrName>
                                        </p:attrNameLst>
                                      </p:cBhvr>
                                      <p:to>
                                        <p:strVal val="visible"/>
                                      </p:to>
                                    </p:set>
                                    <p:animEffect transition="in" filter="checkerboard(across)">
                                      <p:cBhvr>
                                        <p:cTn id="7" dur="500"/>
                                        <p:tgtEl>
                                          <p:spTgt spid="24678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246787">
                                            <p:txEl>
                                              <p:pRg st="1" end="1"/>
                                            </p:txEl>
                                          </p:spTgt>
                                        </p:tgtEl>
                                        <p:attrNameLst>
                                          <p:attrName>style.visibility</p:attrName>
                                        </p:attrNameLst>
                                      </p:cBhvr>
                                      <p:to>
                                        <p:strVal val="visible"/>
                                      </p:to>
                                    </p:set>
                                    <p:animEffect transition="in" filter="checkerboard(across)">
                                      <p:cBhvr>
                                        <p:cTn id="12" dur="500"/>
                                        <p:tgtEl>
                                          <p:spTgt spid="24678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246787">
                                            <p:txEl>
                                              <p:pRg st="2" end="2"/>
                                            </p:txEl>
                                          </p:spTgt>
                                        </p:tgtEl>
                                        <p:attrNameLst>
                                          <p:attrName>style.visibility</p:attrName>
                                        </p:attrNameLst>
                                      </p:cBhvr>
                                      <p:to>
                                        <p:strVal val="visible"/>
                                      </p:to>
                                    </p:set>
                                    <p:animEffect transition="in" filter="checkerboard(across)">
                                      <p:cBhvr>
                                        <p:cTn id="17" dur="500"/>
                                        <p:tgtEl>
                                          <p:spTgt spid="24678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nodeType="clickEffect">
                                  <p:stCondLst>
                                    <p:cond delay="0"/>
                                  </p:stCondLst>
                                  <p:childTnLst>
                                    <p:set>
                                      <p:cBhvr>
                                        <p:cTn id="21" dur="1" fill="hold">
                                          <p:stCondLst>
                                            <p:cond delay="0"/>
                                          </p:stCondLst>
                                        </p:cTn>
                                        <p:tgtEl>
                                          <p:spTgt spid="246787">
                                            <p:txEl>
                                              <p:pRg st="3" end="3"/>
                                            </p:txEl>
                                          </p:spTgt>
                                        </p:tgtEl>
                                        <p:attrNameLst>
                                          <p:attrName>style.visibility</p:attrName>
                                        </p:attrNameLst>
                                      </p:cBhvr>
                                      <p:to>
                                        <p:strVal val="visible"/>
                                      </p:to>
                                    </p:set>
                                    <p:animEffect transition="in" filter="checkerboard(across)">
                                      <p:cBhvr>
                                        <p:cTn id="22" dur="500"/>
                                        <p:tgtEl>
                                          <p:spTgt spid="246787">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5" presetClass="entr" presetSubtype="10" fill="hold" nodeType="clickEffect">
                                  <p:stCondLst>
                                    <p:cond delay="0"/>
                                  </p:stCondLst>
                                  <p:childTnLst>
                                    <p:set>
                                      <p:cBhvr>
                                        <p:cTn id="26" dur="1" fill="hold">
                                          <p:stCondLst>
                                            <p:cond delay="0"/>
                                          </p:stCondLst>
                                        </p:cTn>
                                        <p:tgtEl>
                                          <p:spTgt spid="246787">
                                            <p:txEl>
                                              <p:pRg st="4" end="4"/>
                                            </p:txEl>
                                          </p:spTgt>
                                        </p:tgtEl>
                                        <p:attrNameLst>
                                          <p:attrName>style.visibility</p:attrName>
                                        </p:attrNameLst>
                                      </p:cBhvr>
                                      <p:to>
                                        <p:strVal val="visible"/>
                                      </p:to>
                                    </p:set>
                                    <p:animEffect transition="in" filter="checkerboard(across)">
                                      <p:cBhvr>
                                        <p:cTn id="27" dur="500"/>
                                        <p:tgtEl>
                                          <p:spTgt spid="246787">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5" presetClass="entr" presetSubtype="10" fill="hold" nodeType="clickEffect">
                                  <p:stCondLst>
                                    <p:cond delay="0"/>
                                  </p:stCondLst>
                                  <p:childTnLst>
                                    <p:set>
                                      <p:cBhvr>
                                        <p:cTn id="31" dur="1" fill="hold">
                                          <p:stCondLst>
                                            <p:cond delay="0"/>
                                          </p:stCondLst>
                                        </p:cTn>
                                        <p:tgtEl>
                                          <p:spTgt spid="246787">
                                            <p:txEl>
                                              <p:pRg st="5" end="5"/>
                                            </p:txEl>
                                          </p:spTgt>
                                        </p:tgtEl>
                                        <p:attrNameLst>
                                          <p:attrName>style.visibility</p:attrName>
                                        </p:attrNameLst>
                                      </p:cBhvr>
                                      <p:to>
                                        <p:strVal val="visible"/>
                                      </p:to>
                                    </p:set>
                                    <p:animEffect transition="in" filter="checkerboard(across)">
                                      <p:cBhvr>
                                        <p:cTn id="32" dur="500"/>
                                        <p:tgtEl>
                                          <p:spTgt spid="246787">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6787"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Rectangle 2">
            <a:extLst>
              <a:ext uri="{FF2B5EF4-FFF2-40B4-BE49-F238E27FC236}">
                <a16:creationId xmlns:a16="http://schemas.microsoft.com/office/drawing/2014/main" id="{39D1933E-8BF2-7E7F-45D0-1EDD144F14D8}"/>
              </a:ext>
            </a:extLst>
          </p:cNvPr>
          <p:cNvSpPr>
            <a:spLocks noGrp="1" noChangeArrowheads="1"/>
          </p:cNvSpPr>
          <p:nvPr>
            <p:ph type="title"/>
          </p:nvPr>
        </p:nvSpPr>
        <p:spPr>
          <a:xfrm>
            <a:off x="1042988" y="225431"/>
            <a:ext cx="7850187" cy="746125"/>
          </a:xfrm>
        </p:spPr>
        <p:txBody>
          <a:bodyPr/>
          <a:lstStyle/>
          <a:p>
            <a:r>
              <a:rPr lang="zh-CN" altLang="en-US"/>
              <a:t>死锁产生的必要条件</a:t>
            </a:r>
          </a:p>
        </p:txBody>
      </p:sp>
      <p:sp>
        <p:nvSpPr>
          <p:cNvPr id="203779" name="Rectangle 3">
            <a:extLst>
              <a:ext uri="{FF2B5EF4-FFF2-40B4-BE49-F238E27FC236}">
                <a16:creationId xmlns:a16="http://schemas.microsoft.com/office/drawing/2014/main" id="{0D92FC0C-D6AD-445F-7FF2-07BD3617DDC0}"/>
              </a:ext>
            </a:extLst>
          </p:cNvPr>
          <p:cNvSpPr>
            <a:spLocks noGrp="1" noChangeArrowheads="1"/>
          </p:cNvSpPr>
          <p:nvPr>
            <p:ph idx="1"/>
          </p:nvPr>
        </p:nvSpPr>
        <p:spPr>
          <a:xfrm>
            <a:off x="935038" y="1233488"/>
            <a:ext cx="7772400" cy="4895850"/>
          </a:xfrm>
        </p:spPr>
        <p:txBody>
          <a:bodyPr/>
          <a:lstStyle/>
          <a:p>
            <a:r>
              <a:rPr lang="zh-CN" altLang="en-US" b="1" dirty="0">
                <a:solidFill>
                  <a:srgbClr val="FF0000"/>
                </a:solidFill>
              </a:rPr>
              <a:t>互斥访问</a:t>
            </a:r>
            <a:r>
              <a:rPr lang="zh-CN" altLang="en-US" dirty="0"/>
              <a:t>：在一段时间内某资源仅为一个进程所占有。</a:t>
            </a:r>
          </a:p>
          <a:p>
            <a:r>
              <a:rPr lang="zh-CN" altLang="en-US" b="1" dirty="0">
                <a:solidFill>
                  <a:srgbClr val="FF0000"/>
                </a:solidFill>
              </a:rPr>
              <a:t>持有并等待</a:t>
            </a:r>
            <a:r>
              <a:rPr lang="zh-CN" altLang="en-US" dirty="0"/>
              <a:t>：又称部分分配条件。当进程因请求资源被阻塞时，已分配资源保持不放。</a:t>
            </a:r>
          </a:p>
          <a:p>
            <a:r>
              <a:rPr lang="zh-CN" altLang="en-US" b="1" dirty="0">
                <a:solidFill>
                  <a:srgbClr val="FF0000"/>
                </a:solidFill>
              </a:rPr>
              <a:t>资源非抢占</a:t>
            </a:r>
            <a:r>
              <a:rPr lang="zh-CN" altLang="en-US" dirty="0"/>
              <a:t>：进程所获得的资源在未使用完毕之前，不能被其他进程强行夺走。</a:t>
            </a:r>
          </a:p>
          <a:p>
            <a:r>
              <a:rPr lang="zh-CN" altLang="en-US" b="1" dirty="0">
                <a:solidFill>
                  <a:srgbClr val="FF0000"/>
                </a:solidFill>
              </a:rPr>
              <a:t>循环等待</a:t>
            </a:r>
            <a:r>
              <a:rPr lang="zh-CN" altLang="en-US" dirty="0"/>
              <a:t>：死锁发生时，存在一个进程资源的循环。</a:t>
            </a:r>
          </a:p>
        </p:txBody>
      </p:sp>
      <p:sp>
        <p:nvSpPr>
          <p:cNvPr id="2" name="灯片编号占位符 1">
            <a:extLst>
              <a:ext uri="{FF2B5EF4-FFF2-40B4-BE49-F238E27FC236}">
                <a16:creationId xmlns:a16="http://schemas.microsoft.com/office/drawing/2014/main" id="{8A86D25F-DF97-D28D-619C-9729788D4A05}"/>
              </a:ext>
            </a:extLst>
          </p:cNvPr>
          <p:cNvSpPr>
            <a:spLocks noGrp="1"/>
          </p:cNvSpPr>
          <p:nvPr>
            <p:ph type="sldNum" sz="quarter" idx="12"/>
          </p:nvPr>
        </p:nvSpPr>
        <p:spPr>
          <a:xfrm>
            <a:off x="6781800" y="6324600"/>
            <a:ext cx="1905000" cy="457200"/>
          </a:xfrm>
        </p:spPr>
        <p:txBody>
          <a:bodyPr/>
          <a:lstStyle/>
          <a:p>
            <a:fld id="{4093CC90-4002-504C-BD88-C9A1D374048E}" type="slidenum">
              <a:rPr lang="zh-CN" altLang="en-US" smtClean="0"/>
              <a:pPr/>
              <a:t>12</a:t>
            </a:fld>
            <a:endParaRPr lang="zh-CN" altLang="en-US" dirty="0"/>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203779">
                                            <p:txEl>
                                              <p:pRg st="0" end="0"/>
                                            </p:txEl>
                                          </p:spTgt>
                                        </p:tgtEl>
                                        <p:attrNameLst>
                                          <p:attrName>style.visibility</p:attrName>
                                        </p:attrNameLst>
                                      </p:cBhvr>
                                      <p:to>
                                        <p:strVal val="visible"/>
                                      </p:to>
                                    </p:set>
                                    <p:animEffect transition="in" filter="checkerboard(across)">
                                      <p:cBhvr>
                                        <p:cTn id="7" dur="500"/>
                                        <p:tgtEl>
                                          <p:spTgt spid="20377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203779">
                                            <p:txEl>
                                              <p:pRg st="1" end="1"/>
                                            </p:txEl>
                                          </p:spTgt>
                                        </p:tgtEl>
                                        <p:attrNameLst>
                                          <p:attrName>style.visibility</p:attrName>
                                        </p:attrNameLst>
                                      </p:cBhvr>
                                      <p:to>
                                        <p:strVal val="visible"/>
                                      </p:to>
                                    </p:set>
                                    <p:animEffect transition="in" filter="checkerboard(across)">
                                      <p:cBhvr>
                                        <p:cTn id="12" dur="500"/>
                                        <p:tgtEl>
                                          <p:spTgt spid="20377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203779">
                                            <p:txEl>
                                              <p:pRg st="2" end="2"/>
                                            </p:txEl>
                                          </p:spTgt>
                                        </p:tgtEl>
                                        <p:attrNameLst>
                                          <p:attrName>style.visibility</p:attrName>
                                        </p:attrNameLst>
                                      </p:cBhvr>
                                      <p:to>
                                        <p:strVal val="visible"/>
                                      </p:to>
                                    </p:set>
                                    <p:animEffect transition="in" filter="checkerboard(across)">
                                      <p:cBhvr>
                                        <p:cTn id="17" dur="500"/>
                                        <p:tgtEl>
                                          <p:spTgt spid="203779">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nodeType="clickEffect">
                                  <p:stCondLst>
                                    <p:cond delay="0"/>
                                  </p:stCondLst>
                                  <p:childTnLst>
                                    <p:set>
                                      <p:cBhvr>
                                        <p:cTn id="21" dur="1" fill="hold">
                                          <p:stCondLst>
                                            <p:cond delay="0"/>
                                          </p:stCondLst>
                                        </p:cTn>
                                        <p:tgtEl>
                                          <p:spTgt spid="203779">
                                            <p:txEl>
                                              <p:pRg st="3" end="3"/>
                                            </p:txEl>
                                          </p:spTgt>
                                        </p:tgtEl>
                                        <p:attrNameLst>
                                          <p:attrName>style.visibility</p:attrName>
                                        </p:attrNameLst>
                                      </p:cBhvr>
                                      <p:to>
                                        <p:strVal val="visible"/>
                                      </p:to>
                                    </p:set>
                                    <p:animEffect transition="in" filter="checkerboard(across)">
                                      <p:cBhvr>
                                        <p:cTn id="22" dur="500"/>
                                        <p:tgtEl>
                                          <p:spTgt spid="203779">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3779"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Rectangle 2">
            <a:extLst>
              <a:ext uri="{FF2B5EF4-FFF2-40B4-BE49-F238E27FC236}">
                <a16:creationId xmlns:a16="http://schemas.microsoft.com/office/drawing/2014/main" id="{BDCB5123-E1DC-77C5-8D1C-699054724967}"/>
              </a:ext>
            </a:extLst>
          </p:cNvPr>
          <p:cNvSpPr>
            <a:spLocks noGrp="1" noChangeArrowheads="1"/>
          </p:cNvSpPr>
          <p:nvPr>
            <p:ph type="title"/>
          </p:nvPr>
        </p:nvSpPr>
        <p:spPr>
          <a:xfrm>
            <a:off x="1042988" y="225431"/>
            <a:ext cx="7850187" cy="746125"/>
          </a:xfrm>
        </p:spPr>
        <p:txBody>
          <a:bodyPr/>
          <a:lstStyle/>
          <a:p>
            <a:r>
              <a:rPr lang="zh-CN" altLang="en-US" dirty="0"/>
              <a:t>处理死锁的方法</a:t>
            </a:r>
          </a:p>
        </p:txBody>
      </p:sp>
      <p:sp>
        <p:nvSpPr>
          <p:cNvPr id="321539" name="Rectangle 3">
            <a:extLst>
              <a:ext uri="{FF2B5EF4-FFF2-40B4-BE49-F238E27FC236}">
                <a16:creationId xmlns:a16="http://schemas.microsoft.com/office/drawing/2014/main" id="{B9F22764-0B89-1D98-F32F-B2DA6F132F1B}"/>
              </a:ext>
            </a:extLst>
          </p:cNvPr>
          <p:cNvSpPr>
            <a:spLocks noGrp="1" noChangeArrowheads="1"/>
          </p:cNvSpPr>
          <p:nvPr>
            <p:ph idx="1"/>
          </p:nvPr>
        </p:nvSpPr>
        <p:spPr>
          <a:xfrm>
            <a:off x="935038" y="1233488"/>
            <a:ext cx="7772400" cy="4895850"/>
          </a:xfrm>
        </p:spPr>
        <p:txBody>
          <a:bodyPr>
            <a:normAutofit/>
          </a:bodyPr>
          <a:lstStyle/>
          <a:p>
            <a:r>
              <a:rPr lang="zh-CN" altLang="en-US" dirty="0"/>
              <a:t>确保系统从不进入死锁状态</a:t>
            </a:r>
          </a:p>
          <a:p>
            <a:pPr lvl="1"/>
            <a:r>
              <a:rPr lang="zh-CN" altLang="en-US" dirty="0"/>
              <a:t>死锁预防</a:t>
            </a:r>
            <a:endParaRPr lang="en-US" altLang="zh-CN" dirty="0"/>
          </a:p>
          <a:p>
            <a:pPr lvl="1"/>
            <a:r>
              <a:rPr lang="zh-CN" altLang="en-US" dirty="0"/>
              <a:t>避免死锁</a:t>
            </a:r>
            <a:endParaRPr lang="en-US" altLang="zh-CN" dirty="0"/>
          </a:p>
          <a:p>
            <a:r>
              <a:rPr lang="zh-CN" altLang="en-US" dirty="0"/>
              <a:t>允许系统进入死锁状态，然后检测它并恢复系统</a:t>
            </a:r>
          </a:p>
          <a:p>
            <a:r>
              <a:rPr lang="zh-CN" altLang="en-US" dirty="0"/>
              <a:t>忽略死锁，假装死锁在系统中从未发生过</a:t>
            </a:r>
            <a:endParaRPr lang="en-US" altLang="zh-CN" dirty="0"/>
          </a:p>
          <a:p>
            <a:pPr lvl="1"/>
            <a:r>
              <a:rPr lang="zh-CN" altLang="en-US" dirty="0"/>
              <a:t>由此带来的问题是什么？</a:t>
            </a:r>
          </a:p>
        </p:txBody>
      </p:sp>
      <p:sp>
        <p:nvSpPr>
          <p:cNvPr id="2" name="灯片编号占位符 1">
            <a:extLst>
              <a:ext uri="{FF2B5EF4-FFF2-40B4-BE49-F238E27FC236}">
                <a16:creationId xmlns:a16="http://schemas.microsoft.com/office/drawing/2014/main" id="{2E679EF3-C519-176D-793E-C2147CDC6E77}"/>
              </a:ext>
            </a:extLst>
          </p:cNvPr>
          <p:cNvSpPr>
            <a:spLocks noGrp="1"/>
          </p:cNvSpPr>
          <p:nvPr>
            <p:ph type="sldNum" sz="quarter" idx="12"/>
          </p:nvPr>
        </p:nvSpPr>
        <p:spPr>
          <a:xfrm>
            <a:off x="6781800" y="6324600"/>
            <a:ext cx="1905000" cy="457200"/>
          </a:xfrm>
        </p:spPr>
        <p:txBody>
          <a:bodyPr/>
          <a:lstStyle/>
          <a:p>
            <a:fld id="{4093CC90-4002-504C-BD88-C9A1D374048E}" type="slidenum">
              <a:rPr lang="zh-CN" altLang="en-US" smtClean="0"/>
              <a:pPr/>
              <a:t>13</a:t>
            </a:fld>
            <a:endParaRPr lang="zh-CN" altLang="en-US" dirty="0"/>
          </a:p>
        </p:txBody>
      </p:sp>
    </p:spTree>
  </p:cSld>
  <p:clrMapOvr>
    <a:masterClrMapping/>
  </p:clrMapOvr>
  <p:transition spd="med">
    <p:zoom/>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2">
            <a:extLst>
              <a:ext uri="{FF2B5EF4-FFF2-40B4-BE49-F238E27FC236}">
                <a16:creationId xmlns:a16="http://schemas.microsoft.com/office/drawing/2014/main" id="{9202F289-AF3C-923E-A335-856A20431233}"/>
              </a:ext>
            </a:extLst>
          </p:cNvPr>
          <p:cNvSpPr>
            <a:spLocks noGrp="1" noChangeArrowheads="1"/>
          </p:cNvSpPr>
          <p:nvPr>
            <p:ph type="title"/>
          </p:nvPr>
        </p:nvSpPr>
        <p:spPr>
          <a:xfrm>
            <a:off x="1042988" y="225431"/>
            <a:ext cx="7850187" cy="746125"/>
          </a:xfrm>
        </p:spPr>
        <p:txBody>
          <a:bodyPr/>
          <a:lstStyle/>
          <a:p>
            <a:r>
              <a:rPr lang="en-US" altLang="zh-CN" dirty="0"/>
              <a:t> </a:t>
            </a:r>
            <a:r>
              <a:rPr lang="zh-CN" altLang="en-US" dirty="0"/>
              <a:t>处理死锁的基本方法</a:t>
            </a:r>
          </a:p>
        </p:txBody>
      </p:sp>
      <p:sp>
        <p:nvSpPr>
          <p:cNvPr id="247811" name="Rectangle 3">
            <a:extLst>
              <a:ext uri="{FF2B5EF4-FFF2-40B4-BE49-F238E27FC236}">
                <a16:creationId xmlns:a16="http://schemas.microsoft.com/office/drawing/2014/main" id="{CAF35824-1827-D54C-130B-D0F9F65AC9FA}"/>
              </a:ext>
            </a:extLst>
          </p:cNvPr>
          <p:cNvSpPr>
            <a:spLocks noGrp="1" noChangeArrowheads="1"/>
          </p:cNvSpPr>
          <p:nvPr>
            <p:ph idx="1"/>
          </p:nvPr>
        </p:nvSpPr>
        <p:spPr>
          <a:xfrm>
            <a:off x="935038" y="1233488"/>
            <a:ext cx="7772400" cy="4895850"/>
          </a:xfrm>
        </p:spPr>
        <p:txBody>
          <a:bodyPr/>
          <a:lstStyle/>
          <a:p>
            <a:r>
              <a:rPr lang="zh-CN" altLang="en-US" dirty="0"/>
              <a:t>用于处理死锁的方法主要有：</a:t>
            </a:r>
          </a:p>
          <a:p>
            <a:pPr lvl="1"/>
            <a:r>
              <a:rPr lang="zh-CN" altLang="en-US" b="1" dirty="0">
                <a:solidFill>
                  <a:srgbClr val="FF0000"/>
                </a:solidFill>
              </a:rPr>
              <a:t>忽略死锁</a:t>
            </a:r>
            <a:r>
              <a:rPr lang="zh-CN" altLang="en-US" dirty="0"/>
              <a:t>。这种处理方式又称鸵鸟算法，指像鸵鸟一样对死锁视而不见。 </a:t>
            </a:r>
          </a:p>
          <a:p>
            <a:pPr lvl="1"/>
            <a:r>
              <a:rPr lang="zh-CN" altLang="en-US" b="1" dirty="0">
                <a:solidFill>
                  <a:srgbClr val="FF0000"/>
                </a:solidFill>
              </a:rPr>
              <a:t>预防死锁</a:t>
            </a:r>
            <a:r>
              <a:rPr lang="zh-CN" altLang="en-US" dirty="0"/>
              <a:t>：设置某些限制条件，通过破坏死锁产生的四个必要条件之一来预防死锁。</a:t>
            </a:r>
          </a:p>
          <a:p>
            <a:pPr lvl="1"/>
            <a:r>
              <a:rPr lang="zh-CN" altLang="en-US" b="1" dirty="0">
                <a:solidFill>
                  <a:srgbClr val="FF0000"/>
                </a:solidFill>
              </a:rPr>
              <a:t>避免死锁</a:t>
            </a:r>
            <a:r>
              <a:rPr lang="zh-CN" altLang="en-US" dirty="0"/>
              <a:t>：在资源的动态分配过程中，用某种方法来防止系统进入不安全状态。</a:t>
            </a:r>
          </a:p>
          <a:p>
            <a:pPr lvl="1"/>
            <a:r>
              <a:rPr lang="zh-CN" altLang="en-US" b="1" dirty="0">
                <a:solidFill>
                  <a:srgbClr val="FF0000"/>
                </a:solidFill>
              </a:rPr>
              <a:t>检测死锁及解除</a:t>
            </a:r>
            <a:r>
              <a:rPr lang="zh-CN" altLang="en-US" dirty="0"/>
              <a:t>：系统定期检测是否出现死锁，若出现则解除死锁。</a:t>
            </a:r>
          </a:p>
        </p:txBody>
      </p:sp>
      <p:sp>
        <p:nvSpPr>
          <p:cNvPr id="2" name="灯片编号占位符 1">
            <a:extLst>
              <a:ext uri="{FF2B5EF4-FFF2-40B4-BE49-F238E27FC236}">
                <a16:creationId xmlns:a16="http://schemas.microsoft.com/office/drawing/2014/main" id="{9168608F-EB5F-737D-D0A0-8F394BF90E2E}"/>
              </a:ext>
            </a:extLst>
          </p:cNvPr>
          <p:cNvSpPr>
            <a:spLocks noGrp="1"/>
          </p:cNvSpPr>
          <p:nvPr>
            <p:ph type="sldNum" sz="quarter" idx="12"/>
          </p:nvPr>
        </p:nvSpPr>
        <p:spPr>
          <a:xfrm>
            <a:off x="6781800" y="6324600"/>
            <a:ext cx="1905000" cy="457200"/>
          </a:xfrm>
        </p:spPr>
        <p:txBody>
          <a:bodyPr/>
          <a:lstStyle/>
          <a:p>
            <a:fld id="{4093CC90-4002-504C-BD88-C9A1D374048E}" type="slidenum">
              <a:rPr lang="zh-CN" altLang="en-US" smtClean="0"/>
              <a:pPr/>
              <a:t>14</a:t>
            </a:fld>
            <a:endParaRPr lang="zh-CN" altLang="en-US" dirty="0"/>
          </a:p>
        </p:txBody>
      </p:sp>
    </p:spTree>
  </p:cSld>
  <p:clrMapOvr>
    <a:masterClrMapping/>
  </p:clrMapOvr>
  <p:transition spd="med">
    <p:zoom/>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Rectangle 2">
            <a:extLst>
              <a:ext uri="{FF2B5EF4-FFF2-40B4-BE49-F238E27FC236}">
                <a16:creationId xmlns:a16="http://schemas.microsoft.com/office/drawing/2014/main" id="{437DE9EC-F8E4-C50C-1C14-2B8A4169FE7E}"/>
              </a:ext>
            </a:extLst>
          </p:cNvPr>
          <p:cNvSpPr>
            <a:spLocks noGrp="1" noChangeArrowheads="1"/>
          </p:cNvSpPr>
          <p:nvPr>
            <p:ph type="title"/>
          </p:nvPr>
        </p:nvSpPr>
        <p:spPr>
          <a:xfrm>
            <a:off x="1042988" y="225431"/>
            <a:ext cx="7850187" cy="746125"/>
          </a:xfrm>
        </p:spPr>
        <p:txBody>
          <a:bodyPr/>
          <a:lstStyle/>
          <a:p>
            <a:r>
              <a:rPr lang="zh-CN" altLang="en-US" dirty="0"/>
              <a:t>死锁的预防</a:t>
            </a:r>
          </a:p>
        </p:txBody>
      </p:sp>
      <p:sp>
        <p:nvSpPr>
          <p:cNvPr id="322563" name="Rectangle 3">
            <a:extLst>
              <a:ext uri="{FF2B5EF4-FFF2-40B4-BE49-F238E27FC236}">
                <a16:creationId xmlns:a16="http://schemas.microsoft.com/office/drawing/2014/main" id="{E756CEDC-4EEE-A16C-8CCE-69740CE67516}"/>
              </a:ext>
            </a:extLst>
          </p:cNvPr>
          <p:cNvSpPr>
            <a:spLocks noGrp="1" noChangeArrowheads="1"/>
          </p:cNvSpPr>
          <p:nvPr>
            <p:ph idx="1"/>
          </p:nvPr>
        </p:nvSpPr>
        <p:spPr>
          <a:xfrm>
            <a:off x="935038" y="1233488"/>
            <a:ext cx="7772400" cy="4895850"/>
          </a:xfrm>
        </p:spPr>
        <p:txBody>
          <a:bodyPr>
            <a:normAutofit/>
          </a:bodyPr>
          <a:lstStyle/>
          <a:p>
            <a:r>
              <a:rPr lang="zh-CN" altLang="en-US" dirty="0"/>
              <a:t>破坏产生死锁的四个必要条件之一来防止发生死锁</a:t>
            </a:r>
            <a:endParaRPr lang="en-US" altLang="zh-CN" dirty="0"/>
          </a:p>
          <a:p>
            <a:pPr lvl="1"/>
            <a:r>
              <a:rPr lang="zh-CN" altLang="en-US" dirty="0"/>
              <a:t>互斥条件：是资源本身的特性，无法破坏</a:t>
            </a:r>
            <a:endParaRPr lang="en-US" altLang="zh-CN" dirty="0"/>
          </a:p>
          <a:p>
            <a:pPr lvl="1"/>
            <a:r>
              <a:rPr lang="zh-CN" altLang="en-US" dirty="0"/>
              <a:t>占有并等待：</a:t>
            </a:r>
            <a:r>
              <a:rPr lang="zh-CN" altLang="en-US" sz="2400" dirty="0"/>
              <a:t>必须保证进程申请资源的时候没有占有其他资源</a:t>
            </a:r>
            <a:endParaRPr lang="en-US" altLang="zh-CN" sz="2400" dirty="0"/>
          </a:p>
          <a:p>
            <a:pPr lvl="2"/>
            <a:r>
              <a:rPr lang="zh-CN" altLang="en-US" sz="2000" dirty="0"/>
              <a:t>要求进程在执行前一次申请全部的资源</a:t>
            </a:r>
            <a:r>
              <a:rPr lang="en-US" altLang="zh-CN" sz="2000" dirty="0"/>
              <a:t>——</a:t>
            </a:r>
            <a:r>
              <a:rPr lang="zh-CN" altLang="en-US" sz="2000" dirty="0"/>
              <a:t>静态资源分配法</a:t>
            </a:r>
            <a:endParaRPr lang="en-US" altLang="zh-CN" sz="2000" dirty="0"/>
          </a:p>
          <a:p>
            <a:pPr lvl="2"/>
            <a:r>
              <a:rPr lang="zh-CN" altLang="en-US" sz="2000" dirty="0"/>
              <a:t>或只有没有占有资源时才可以分配资源</a:t>
            </a:r>
          </a:p>
          <a:p>
            <a:pPr lvl="2"/>
            <a:r>
              <a:rPr lang="zh-CN" altLang="en-US" sz="2000" dirty="0"/>
              <a:t>资源利用率低，可能出现饥饿</a:t>
            </a:r>
            <a:endParaRPr lang="en-US" altLang="zh-CN" sz="2000" dirty="0"/>
          </a:p>
        </p:txBody>
      </p:sp>
      <p:sp>
        <p:nvSpPr>
          <p:cNvPr id="2" name="灯片编号占位符 1">
            <a:extLst>
              <a:ext uri="{FF2B5EF4-FFF2-40B4-BE49-F238E27FC236}">
                <a16:creationId xmlns:a16="http://schemas.microsoft.com/office/drawing/2014/main" id="{DF79ED8F-6F74-9DE7-DF91-A52957C4F3FB}"/>
              </a:ext>
            </a:extLst>
          </p:cNvPr>
          <p:cNvSpPr>
            <a:spLocks noGrp="1"/>
          </p:cNvSpPr>
          <p:nvPr>
            <p:ph type="sldNum" sz="quarter" idx="12"/>
          </p:nvPr>
        </p:nvSpPr>
        <p:spPr>
          <a:xfrm>
            <a:off x="6781800" y="6324600"/>
            <a:ext cx="1905000" cy="457200"/>
          </a:xfrm>
        </p:spPr>
        <p:txBody>
          <a:bodyPr/>
          <a:lstStyle/>
          <a:p>
            <a:fld id="{4093CC90-4002-504C-BD88-C9A1D374048E}" type="slidenum">
              <a:rPr lang="zh-CN" altLang="en-US" smtClean="0"/>
              <a:pPr/>
              <a:t>15</a:t>
            </a:fld>
            <a:endParaRPr lang="zh-CN" altLang="en-US" dirty="0"/>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322563">
                                            <p:txEl>
                                              <p:pRg st="0" end="0"/>
                                            </p:txEl>
                                          </p:spTgt>
                                        </p:tgtEl>
                                        <p:attrNameLst>
                                          <p:attrName>style.visibility</p:attrName>
                                        </p:attrNameLst>
                                      </p:cBhvr>
                                      <p:to>
                                        <p:strVal val="visible"/>
                                      </p:to>
                                    </p:set>
                                    <p:animEffect transition="in" filter="checkerboard(across)">
                                      <p:cBhvr>
                                        <p:cTn id="7" dur="500"/>
                                        <p:tgtEl>
                                          <p:spTgt spid="32256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322563">
                                            <p:txEl>
                                              <p:pRg st="1" end="1"/>
                                            </p:txEl>
                                          </p:spTgt>
                                        </p:tgtEl>
                                        <p:attrNameLst>
                                          <p:attrName>style.visibility</p:attrName>
                                        </p:attrNameLst>
                                      </p:cBhvr>
                                      <p:to>
                                        <p:strVal val="visible"/>
                                      </p:to>
                                    </p:set>
                                    <p:animEffect transition="in" filter="checkerboard(across)">
                                      <p:cBhvr>
                                        <p:cTn id="12" dur="500"/>
                                        <p:tgtEl>
                                          <p:spTgt spid="32256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322563">
                                            <p:txEl>
                                              <p:pRg st="2" end="2"/>
                                            </p:txEl>
                                          </p:spTgt>
                                        </p:tgtEl>
                                        <p:attrNameLst>
                                          <p:attrName>style.visibility</p:attrName>
                                        </p:attrNameLst>
                                      </p:cBhvr>
                                      <p:to>
                                        <p:strVal val="visible"/>
                                      </p:to>
                                    </p:set>
                                    <p:animEffect transition="in" filter="checkerboard(across)">
                                      <p:cBhvr>
                                        <p:cTn id="17" dur="500"/>
                                        <p:tgtEl>
                                          <p:spTgt spid="32256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nodeType="clickEffect">
                                  <p:stCondLst>
                                    <p:cond delay="0"/>
                                  </p:stCondLst>
                                  <p:childTnLst>
                                    <p:set>
                                      <p:cBhvr>
                                        <p:cTn id="21" dur="1" fill="hold">
                                          <p:stCondLst>
                                            <p:cond delay="0"/>
                                          </p:stCondLst>
                                        </p:cTn>
                                        <p:tgtEl>
                                          <p:spTgt spid="322563">
                                            <p:txEl>
                                              <p:pRg st="3" end="3"/>
                                            </p:txEl>
                                          </p:spTgt>
                                        </p:tgtEl>
                                        <p:attrNameLst>
                                          <p:attrName>style.visibility</p:attrName>
                                        </p:attrNameLst>
                                      </p:cBhvr>
                                      <p:to>
                                        <p:strVal val="visible"/>
                                      </p:to>
                                    </p:set>
                                    <p:animEffect transition="in" filter="checkerboard(across)">
                                      <p:cBhvr>
                                        <p:cTn id="22" dur="500"/>
                                        <p:tgtEl>
                                          <p:spTgt spid="32256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5" presetClass="entr" presetSubtype="10" fill="hold" nodeType="clickEffect">
                                  <p:stCondLst>
                                    <p:cond delay="0"/>
                                  </p:stCondLst>
                                  <p:childTnLst>
                                    <p:set>
                                      <p:cBhvr>
                                        <p:cTn id="26" dur="1" fill="hold">
                                          <p:stCondLst>
                                            <p:cond delay="0"/>
                                          </p:stCondLst>
                                        </p:cTn>
                                        <p:tgtEl>
                                          <p:spTgt spid="322563">
                                            <p:txEl>
                                              <p:pRg st="4" end="4"/>
                                            </p:txEl>
                                          </p:spTgt>
                                        </p:tgtEl>
                                        <p:attrNameLst>
                                          <p:attrName>style.visibility</p:attrName>
                                        </p:attrNameLst>
                                      </p:cBhvr>
                                      <p:to>
                                        <p:strVal val="visible"/>
                                      </p:to>
                                    </p:set>
                                    <p:animEffect transition="in" filter="checkerboard(across)">
                                      <p:cBhvr>
                                        <p:cTn id="27" dur="500"/>
                                        <p:tgtEl>
                                          <p:spTgt spid="32256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5" presetClass="entr" presetSubtype="10" fill="hold" nodeType="clickEffect">
                                  <p:stCondLst>
                                    <p:cond delay="0"/>
                                  </p:stCondLst>
                                  <p:childTnLst>
                                    <p:set>
                                      <p:cBhvr>
                                        <p:cTn id="31" dur="1" fill="hold">
                                          <p:stCondLst>
                                            <p:cond delay="0"/>
                                          </p:stCondLst>
                                        </p:cTn>
                                        <p:tgtEl>
                                          <p:spTgt spid="322563">
                                            <p:txEl>
                                              <p:pRg st="5" end="5"/>
                                            </p:txEl>
                                          </p:spTgt>
                                        </p:tgtEl>
                                        <p:attrNameLst>
                                          <p:attrName>style.visibility</p:attrName>
                                        </p:attrNameLst>
                                      </p:cBhvr>
                                      <p:to>
                                        <p:strVal val="visible"/>
                                      </p:to>
                                    </p:set>
                                    <p:animEffect transition="in" filter="checkerboard(across)">
                                      <p:cBhvr>
                                        <p:cTn id="32" dur="500"/>
                                        <p:tgtEl>
                                          <p:spTgt spid="32256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2563"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FC1F2E1-E9C1-F050-DD91-C48161FD9FA5}"/>
              </a:ext>
            </a:extLst>
          </p:cNvPr>
          <p:cNvSpPr>
            <a:spLocks noGrp="1"/>
          </p:cNvSpPr>
          <p:nvPr>
            <p:ph type="title"/>
          </p:nvPr>
        </p:nvSpPr>
        <p:spPr>
          <a:xfrm>
            <a:off x="1042988" y="225431"/>
            <a:ext cx="7850187" cy="746125"/>
          </a:xfrm>
        </p:spPr>
        <p:txBody>
          <a:bodyPr/>
          <a:lstStyle/>
          <a:p>
            <a:r>
              <a:rPr lang="zh-CN" altLang="en-US" dirty="0"/>
              <a:t>死锁的预防</a:t>
            </a:r>
          </a:p>
        </p:txBody>
      </p:sp>
      <p:sp>
        <p:nvSpPr>
          <p:cNvPr id="3" name="内容占位符 2">
            <a:extLst>
              <a:ext uri="{FF2B5EF4-FFF2-40B4-BE49-F238E27FC236}">
                <a16:creationId xmlns:a16="http://schemas.microsoft.com/office/drawing/2014/main" id="{032CFB7E-2652-E17B-0F66-BF283323C686}"/>
              </a:ext>
            </a:extLst>
          </p:cNvPr>
          <p:cNvSpPr>
            <a:spLocks noGrp="1"/>
          </p:cNvSpPr>
          <p:nvPr>
            <p:ph idx="1"/>
          </p:nvPr>
        </p:nvSpPr>
        <p:spPr>
          <a:xfrm>
            <a:off x="935038" y="1233488"/>
            <a:ext cx="7772400" cy="4895850"/>
          </a:xfrm>
        </p:spPr>
        <p:txBody>
          <a:bodyPr>
            <a:normAutofit lnSpcReduction="10000"/>
          </a:bodyPr>
          <a:lstStyle/>
          <a:p>
            <a:r>
              <a:rPr lang="zh-CN" altLang="en-US" dirty="0"/>
              <a:t>非抢占</a:t>
            </a:r>
            <a:endParaRPr lang="en-US" altLang="zh-CN" dirty="0"/>
          </a:p>
          <a:p>
            <a:pPr lvl="1"/>
            <a:r>
              <a:rPr lang="zh-CN" altLang="en-US" dirty="0"/>
              <a:t>如果一个进程占有资源并申请另一个不能立即分配的资源，那么其现已分配的资源都可被抢占。</a:t>
            </a:r>
            <a:endParaRPr lang="en-US" altLang="zh-CN" dirty="0"/>
          </a:p>
          <a:p>
            <a:pPr lvl="1"/>
            <a:r>
              <a:rPr lang="zh-CN" altLang="en-US" dirty="0"/>
              <a:t>抢占的资源被添加到该进程正在等待的资源列表中。</a:t>
            </a:r>
          </a:p>
          <a:p>
            <a:pPr lvl="1"/>
            <a:r>
              <a:rPr lang="zh-CN" altLang="en-US" dirty="0"/>
              <a:t>只有当进程能够重新获得其旧资源以及其请求的新资源时，才会重新启动该进程。</a:t>
            </a:r>
            <a:endParaRPr lang="en-US" altLang="zh-CN" dirty="0"/>
          </a:p>
          <a:p>
            <a:r>
              <a:rPr lang="zh-CN" altLang="en-US" dirty="0"/>
              <a:t>循环等待</a:t>
            </a:r>
            <a:endParaRPr lang="en-US" altLang="zh-CN" dirty="0"/>
          </a:p>
          <a:p>
            <a:pPr lvl="1"/>
            <a:r>
              <a:rPr lang="zh-CN" altLang="en-US" dirty="0"/>
              <a:t>对所有资源类型进行完全排序，且要求进程按照递增顺序来申请资源。</a:t>
            </a:r>
          </a:p>
          <a:p>
            <a:pPr lvl="1"/>
            <a:endParaRPr lang="zh-CN" altLang="en-US" dirty="0"/>
          </a:p>
        </p:txBody>
      </p:sp>
      <p:sp>
        <p:nvSpPr>
          <p:cNvPr id="4" name="灯片编号占位符 3">
            <a:extLst>
              <a:ext uri="{FF2B5EF4-FFF2-40B4-BE49-F238E27FC236}">
                <a16:creationId xmlns:a16="http://schemas.microsoft.com/office/drawing/2014/main" id="{58C9CDC7-35EE-F155-1BD5-732FDEFE3253}"/>
              </a:ext>
            </a:extLst>
          </p:cNvPr>
          <p:cNvSpPr>
            <a:spLocks noGrp="1"/>
          </p:cNvSpPr>
          <p:nvPr>
            <p:ph type="sldNum" sz="quarter" idx="12"/>
          </p:nvPr>
        </p:nvSpPr>
        <p:spPr>
          <a:xfrm>
            <a:off x="6781800" y="6324600"/>
            <a:ext cx="1905000" cy="457200"/>
          </a:xfrm>
        </p:spPr>
        <p:txBody>
          <a:bodyPr/>
          <a:lstStyle/>
          <a:p>
            <a:fld id="{4093CC90-4002-504C-BD88-C9A1D374048E}" type="slidenum">
              <a:rPr lang="zh-CN" altLang="en-US" smtClean="0"/>
              <a:pPr/>
              <a:t>16</a:t>
            </a:fld>
            <a:endParaRPr lang="zh-CN" altLang="en-US" dirty="0"/>
          </a:p>
        </p:txBody>
      </p:sp>
    </p:spTree>
    <p:extLst>
      <p:ext uri="{BB962C8B-B14F-4D97-AF65-F5344CB8AC3E}">
        <p14:creationId xmlns:p14="http://schemas.microsoft.com/office/powerpoint/2010/main" val="3018148402"/>
      </p:ext>
    </p:extLst>
  </p:cSld>
  <p:clrMapOvr>
    <a:masterClrMapping/>
  </p:clrMapOvr>
  <p:transition spd="med">
    <p:zoom/>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Rectangle 2">
            <a:extLst>
              <a:ext uri="{FF2B5EF4-FFF2-40B4-BE49-F238E27FC236}">
                <a16:creationId xmlns:a16="http://schemas.microsoft.com/office/drawing/2014/main" id="{BA9F2637-E4FA-FF23-C899-EB48D15DE790}"/>
              </a:ext>
            </a:extLst>
          </p:cNvPr>
          <p:cNvSpPr>
            <a:spLocks noGrp="1" noChangeArrowheads="1"/>
          </p:cNvSpPr>
          <p:nvPr>
            <p:ph type="title"/>
          </p:nvPr>
        </p:nvSpPr>
        <p:spPr/>
        <p:txBody>
          <a:bodyPr/>
          <a:lstStyle/>
          <a:p>
            <a:pPr eaLnBrk="1" hangingPunct="1"/>
            <a:r>
              <a:rPr lang="zh-CN" altLang="en-US" sz="3600" dirty="0"/>
              <a:t>为什么有序资源分配法可以防止死锁</a:t>
            </a:r>
          </a:p>
        </p:txBody>
      </p:sp>
      <p:sp>
        <p:nvSpPr>
          <p:cNvPr id="253955" name="Rectangle 3">
            <a:extLst>
              <a:ext uri="{FF2B5EF4-FFF2-40B4-BE49-F238E27FC236}">
                <a16:creationId xmlns:a16="http://schemas.microsoft.com/office/drawing/2014/main" id="{AF829598-1F7A-2DBE-1752-930E3343A395}"/>
              </a:ext>
            </a:extLst>
          </p:cNvPr>
          <p:cNvSpPr>
            <a:spLocks noGrp="1" noChangeArrowheads="1"/>
          </p:cNvSpPr>
          <p:nvPr>
            <p:ph idx="1"/>
          </p:nvPr>
        </p:nvSpPr>
        <p:spPr>
          <a:xfrm>
            <a:off x="179388" y="1125538"/>
            <a:ext cx="5486400" cy="5038725"/>
          </a:xfrm>
        </p:spPr>
        <p:txBody>
          <a:bodyPr>
            <a:normAutofit lnSpcReduction="10000"/>
          </a:bodyPr>
          <a:lstStyle/>
          <a:p>
            <a:pPr eaLnBrk="1" hangingPunct="1"/>
            <a:r>
              <a:rPr lang="zh-CN" altLang="en-US"/>
              <a:t>假设循环已经出现并且含于环中的进程是</a:t>
            </a:r>
            <a:r>
              <a:rPr lang="en-US" altLang="zh-CN"/>
              <a:t>p</a:t>
            </a:r>
            <a:r>
              <a:rPr lang="en-US" altLang="zh-CN" baseline="-25000"/>
              <a:t>0</a:t>
            </a:r>
            <a:r>
              <a:rPr lang="en-US" altLang="zh-CN"/>
              <a:t>、</a:t>
            </a:r>
            <a:r>
              <a:rPr lang="en-US" altLang="zh-CN">
                <a:latin typeface="Times New Roman" panose="02020603050405020304" pitchFamily="18" charset="0"/>
              </a:rPr>
              <a:t>…</a:t>
            </a:r>
            <a:r>
              <a:rPr lang="en-US" altLang="zh-CN"/>
              <a:t>、p</a:t>
            </a:r>
            <a:r>
              <a:rPr lang="en-US" altLang="zh-CN" baseline="-25000"/>
              <a:t>n</a:t>
            </a:r>
            <a:r>
              <a:rPr lang="en-US" altLang="zh-CN"/>
              <a:t>，</a:t>
            </a:r>
          </a:p>
          <a:p>
            <a:pPr eaLnBrk="1" hangingPunct="1"/>
            <a:r>
              <a:rPr lang="zh-CN" altLang="en-US"/>
              <a:t>这意味着</a:t>
            </a:r>
            <a:r>
              <a:rPr lang="en-US" altLang="zh-CN"/>
              <a:t>p</a:t>
            </a:r>
            <a:r>
              <a:rPr lang="en-US" altLang="zh-CN" baseline="-25000"/>
              <a:t>i</a:t>
            </a:r>
            <a:r>
              <a:rPr lang="zh-CN" altLang="en-US"/>
              <a:t>正占有</a:t>
            </a:r>
            <a:r>
              <a:rPr lang="en-US" altLang="zh-CN"/>
              <a:t>r</a:t>
            </a:r>
            <a:r>
              <a:rPr lang="en-US" altLang="zh-CN" baseline="-25000"/>
              <a:t>i</a:t>
            </a:r>
            <a:r>
              <a:rPr lang="zh-CN" altLang="en-US"/>
              <a:t>类资源，而请求</a:t>
            </a:r>
            <a:r>
              <a:rPr lang="en-US" altLang="zh-CN"/>
              <a:t>r</a:t>
            </a:r>
            <a:r>
              <a:rPr lang="en-US" altLang="zh-CN" baseline="-25000"/>
              <a:t>i+1</a:t>
            </a:r>
            <a:r>
              <a:rPr lang="zh-CN" altLang="en-US"/>
              <a:t>类资源</a:t>
            </a:r>
            <a:r>
              <a:rPr lang="en-US" altLang="zh-CN"/>
              <a:t>，</a:t>
            </a:r>
          </a:p>
          <a:p>
            <a:pPr eaLnBrk="1" hangingPunct="1"/>
            <a:r>
              <a:rPr lang="zh-CN" altLang="en-US"/>
              <a:t>设函数</a:t>
            </a:r>
            <a:r>
              <a:rPr lang="en-US" altLang="zh-CN"/>
              <a:t>f</a:t>
            </a:r>
            <a:r>
              <a:rPr lang="zh-CN" altLang="en-US"/>
              <a:t>能获得资源序号，则有</a:t>
            </a:r>
            <a:r>
              <a:rPr lang="en-US" altLang="zh-CN"/>
              <a:t>f（r</a:t>
            </a:r>
            <a:r>
              <a:rPr lang="en-US" altLang="zh-CN" baseline="-25000"/>
              <a:t>i</a:t>
            </a:r>
            <a:r>
              <a:rPr lang="zh-CN" altLang="en-US"/>
              <a:t>）&lt;</a:t>
            </a:r>
            <a:r>
              <a:rPr lang="en-US" altLang="zh-CN"/>
              <a:t>f（r</a:t>
            </a:r>
            <a:r>
              <a:rPr lang="en-US" altLang="zh-CN" baseline="-25000"/>
              <a:t>i+1</a:t>
            </a:r>
            <a:r>
              <a:rPr lang="en-US" altLang="zh-CN"/>
              <a:t>），</a:t>
            </a:r>
          </a:p>
          <a:p>
            <a:pPr eaLnBrk="1" hangingPunct="1"/>
            <a:r>
              <a:rPr lang="zh-CN" altLang="en-US"/>
              <a:t>故</a:t>
            </a:r>
            <a:r>
              <a:rPr lang="en-US" altLang="zh-CN"/>
              <a:t>f（r</a:t>
            </a:r>
            <a:r>
              <a:rPr lang="en-US" altLang="zh-CN" baseline="-25000"/>
              <a:t>0</a:t>
            </a:r>
            <a:r>
              <a:rPr lang="zh-CN" altLang="en-US"/>
              <a:t>）&lt;</a:t>
            </a:r>
            <a:r>
              <a:rPr lang="en-US" altLang="zh-CN"/>
              <a:t>f（r</a:t>
            </a:r>
            <a:r>
              <a:rPr lang="en-US" altLang="zh-CN" baseline="-25000"/>
              <a:t>1</a:t>
            </a:r>
            <a:r>
              <a:rPr lang="en-US" altLang="zh-CN"/>
              <a:t>）&lt;…&lt; f（r</a:t>
            </a:r>
            <a:r>
              <a:rPr lang="en-US" altLang="zh-CN" baseline="-25000"/>
              <a:t>n</a:t>
            </a:r>
            <a:r>
              <a:rPr lang="zh-CN" altLang="en-US"/>
              <a:t>）&lt;</a:t>
            </a:r>
            <a:r>
              <a:rPr lang="en-US" altLang="zh-CN"/>
              <a:t>f（r</a:t>
            </a:r>
            <a:r>
              <a:rPr lang="en-US" altLang="zh-CN" baseline="-25000"/>
              <a:t>0</a:t>
            </a:r>
            <a:r>
              <a:rPr lang="en-US" altLang="zh-CN"/>
              <a:t>）。</a:t>
            </a:r>
          </a:p>
          <a:p>
            <a:pPr eaLnBrk="1" hangingPunct="1"/>
            <a:r>
              <a:rPr lang="zh-CN" altLang="en-US"/>
              <a:t>矛盾，原假设不成立。</a:t>
            </a:r>
          </a:p>
        </p:txBody>
      </p:sp>
      <p:sp>
        <p:nvSpPr>
          <p:cNvPr id="37891" name="Text Box 4">
            <a:extLst>
              <a:ext uri="{FF2B5EF4-FFF2-40B4-BE49-F238E27FC236}">
                <a16:creationId xmlns:a16="http://schemas.microsoft.com/office/drawing/2014/main" id="{CCB8A674-EB8E-0E20-9BCE-E00A9B446968}"/>
              </a:ext>
            </a:extLst>
          </p:cNvPr>
          <p:cNvSpPr txBox="1">
            <a:spLocks noChangeArrowheads="1"/>
          </p:cNvSpPr>
          <p:nvPr/>
        </p:nvSpPr>
        <p:spPr bwMode="auto">
          <a:xfrm>
            <a:off x="8747125" y="2565400"/>
            <a:ext cx="260350" cy="317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p>
            <a:pPr algn="just" eaLnBrk="0" hangingPunct="0"/>
            <a:r>
              <a:rPr lang="en-US" altLang="zh-CN">
                <a:latin typeface="Times New Roman" panose="02020603050405020304" pitchFamily="18" charset="0"/>
              </a:rPr>
              <a:t>r</a:t>
            </a:r>
            <a:r>
              <a:rPr lang="en-US" altLang="zh-CN" baseline="-25000">
                <a:latin typeface="Times New Roman" panose="02020603050405020304" pitchFamily="18" charset="0"/>
              </a:rPr>
              <a:t>1</a:t>
            </a:r>
            <a:endParaRPr lang="en-US" altLang="zh-CN">
              <a:latin typeface="Times New Roman" panose="02020603050405020304" pitchFamily="18" charset="0"/>
            </a:endParaRPr>
          </a:p>
        </p:txBody>
      </p:sp>
      <p:sp>
        <p:nvSpPr>
          <p:cNvPr id="37892" name="Oval 5">
            <a:extLst>
              <a:ext uri="{FF2B5EF4-FFF2-40B4-BE49-F238E27FC236}">
                <a16:creationId xmlns:a16="http://schemas.microsoft.com/office/drawing/2014/main" id="{FF010C14-2D3B-6715-DFB8-F85504460599}"/>
              </a:ext>
            </a:extLst>
          </p:cNvPr>
          <p:cNvSpPr>
            <a:spLocks noChangeArrowheads="1"/>
          </p:cNvSpPr>
          <p:nvPr/>
        </p:nvSpPr>
        <p:spPr bwMode="auto">
          <a:xfrm>
            <a:off x="5983288" y="3357563"/>
            <a:ext cx="604837" cy="604837"/>
          </a:xfrm>
          <a:prstGeom prst="ellipse">
            <a:avLst/>
          </a:prstGeom>
          <a:solidFill>
            <a:srgbClr val="FFFFFF"/>
          </a:solidFill>
          <a:ln w="25400">
            <a:solidFill>
              <a:srgbClr val="000000"/>
            </a:solidFill>
            <a:round/>
            <a:headEnd/>
            <a:tailEnd/>
          </a:ln>
        </p:spPr>
        <p:txBody>
          <a:bodyPr lIns="0" tIns="0" rIns="0" bIns="0"/>
          <a:lstStyle/>
          <a:p>
            <a:pPr algn="ctr" eaLnBrk="0" hangingPunct="0"/>
            <a:r>
              <a:rPr lang="en-US" altLang="zh-CN">
                <a:latin typeface="Times New Roman" panose="02020603050405020304" pitchFamily="18" charset="0"/>
              </a:rPr>
              <a:t>p</a:t>
            </a:r>
            <a:r>
              <a:rPr lang="en-US" altLang="zh-CN" baseline="-25000">
                <a:latin typeface="Times New Roman" panose="02020603050405020304" pitchFamily="18" charset="0"/>
              </a:rPr>
              <a:t>n</a:t>
            </a:r>
            <a:endParaRPr lang="en-US" altLang="zh-CN">
              <a:latin typeface="Times New Roman" panose="02020603050405020304" pitchFamily="18" charset="0"/>
            </a:endParaRPr>
          </a:p>
        </p:txBody>
      </p:sp>
      <p:sp>
        <p:nvSpPr>
          <p:cNvPr id="37893" name="Oval 6">
            <a:extLst>
              <a:ext uri="{FF2B5EF4-FFF2-40B4-BE49-F238E27FC236}">
                <a16:creationId xmlns:a16="http://schemas.microsoft.com/office/drawing/2014/main" id="{0C695AF1-D38A-C8C8-C8FF-5757B92D4952}"/>
              </a:ext>
            </a:extLst>
          </p:cNvPr>
          <p:cNvSpPr>
            <a:spLocks noChangeArrowheads="1"/>
          </p:cNvSpPr>
          <p:nvPr/>
        </p:nvSpPr>
        <p:spPr bwMode="auto">
          <a:xfrm>
            <a:off x="7019925" y="1484313"/>
            <a:ext cx="604838" cy="604837"/>
          </a:xfrm>
          <a:prstGeom prst="ellipse">
            <a:avLst/>
          </a:prstGeom>
          <a:solidFill>
            <a:srgbClr val="FFFFFF"/>
          </a:solidFill>
          <a:ln w="25400">
            <a:solidFill>
              <a:srgbClr val="000000"/>
            </a:solidFill>
            <a:round/>
            <a:headEnd/>
            <a:tailEnd/>
          </a:ln>
        </p:spPr>
        <p:txBody>
          <a:bodyPr lIns="0" tIns="0" rIns="0" bIns="0"/>
          <a:lstStyle/>
          <a:p>
            <a:pPr algn="ctr" eaLnBrk="0" hangingPunct="0"/>
            <a:r>
              <a:rPr lang="en-US" altLang="zh-CN">
                <a:latin typeface="Times New Roman" panose="02020603050405020304" pitchFamily="18" charset="0"/>
              </a:rPr>
              <a:t>p</a:t>
            </a:r>
            <a:r>
              <a:rPr lang="en-US" altLang="zh-CN" baseline="-25000">
                <a:latin typeface="Times New Roman" panose="02020603050405020304" pitchFamily="18" charset="0"/>
              </a:rPr>
              <a:t>0</a:t>
            </a:r>
            <a:endParaRPr lang="en-US" altLang="zh-CN">
              <a:latin typeface="Times New Roman" panose="02020603050405020304" pitchFamily="18" charset="0"/>
            </a:endParaRPr>
          </a:p>
        </p:txBody>
      </p:sp>
      <p:sp>
        <p:nvSpPr>
          <p:cNvPr id="37894" name="Rectangle 7">
            <a:extLst>
              <a:ext uri="{FF2B5EF4-FFF2-40B4-BE49-F238E27FC236}">
                <a16:creationId xmlns:a16="http://schemas.microsoft.com/office/drawing/2014/main" id="{8ADD86B2-07A6-70FA-77D3-553ABE474658}"/>
              </a:ext>
            </a:extLst>
          </p:cNvPr>
          <p:cNvSpPr>
            <a:spLocks noChangeArrowheads="1"/>
          </p:cNvSpPr>
          <p:nvPr/>
        </p:nvSpPr>
        <p:spPr bwMode="auto">
          <a:xfrm>
            <a:off x="5978525" y="2492375"/>
            <a:ext cx="609600" cy="365125"/>
          </a:xfrm>
          <a:prstGeom prst="rect">
            <a:avLst/>
          </a:prstGeom>
          <a:solidFill>
            <a:srgbClr val="FFFFFF"/>
          </a:solidFill>
          <a:ln w="25400">
            <a:solidFill>
              <a:srgbClr val="000000"/>
            </a:solidFill>
            <a:miter lim="800000"/>
            <a:headEnd/>
            <a:tailEnd/>
          </a:ln>
        </p:spPr>
        <p:txBody>
          <a:bodyPr/>
          <a:lstStyle/>
          <a:p>
            <a:endParaRPr lang="zh-CN" altLang="en-US"/>
          </a:p>
        </p:txBody>
      </p:sp>
      <p:sp>
        <p:nvSpPr>
          <p:cNvPr id="37895" name="Rectangle 8">
            <a:extLst>
              <a:ext uri="{FF2B5EF4-FFF2-40B4-BE49-F238E27FC236}">
                <a16:creationId xmlns:a16="http://schemas.microsoft.com/office/drawing/2014/main" id="{A0CD4D54-3CD0-D68C-14F0-C4231CE6B499}"/>
              </a:ext>
            </a:extLst>
          </p:cNvPr>
          <p:cNvSpPr>
            <a:spLocks noChangeArrowheads="1"/>
          </p:cNvSpPr>
          <p:nvPr/>
        </p:nvSpPr>
        <p:spPr bwMode="auto">
          <a:xfrm>
            <a:off x="8094663" y="2565400"/>
            <a:ext cx="581025" cy="325438"/>
          </a:xfrm>
          <a:prstGeom prst="rect">
            <a:avLst/>
          </a:prstGeom>
          <a:solidFill>
            <a:srgbClr val="FFFFFF"/>
          </a:solidFill>
          <a:ln w="25400">
            <a:solidFill>
              <a:srgbClr val="000000"/>
            </a:solidFill>
            <a:miter lim="800000"/>
            <a:headEnd/>
            <a:tailEnd/>
          </a:ln>
        </p:spPr>
        <p:txBody>
          <a:bodyPr/>
          <a:lstStyle/>
          <a:p>
            <a:endParaRPr lang="zh-CN" altLang="en-US"/>
          </a:p>
        </p:txBody>
      </p:sp>
      <p:sp>
        <p:nvSpPr>
          <p:cNvPr id="37896" name="Oval 9">
            <a:extLst>
              <a:ext uri="{FF2B5EF4-FFF2-40B4-BE49-F238E27FC236}">
                <a16:creationId xmlns:a16="http://schemas.microsoft.com/office/drawing/2014/main" id="{EE22FDD9-C525-0EDB-6D69-5ECBC36ED12B}"/>
              </a:ext>
            </a:extLst>
          </p:cNvPr>
          <p:cNvSpPr>
            <a:spLocks noChangeArrowheads="1"/>
          </p:cNvSpPr>
          <p:nvPr/>
        </p:nvSpPr>
        <p:spPr bwMode="auto">
          <a:xfrm>
            <a:off x="8099425" y="3429000"/>
            <a:ext cx="604838" cy="604838"/>
          </a:xfrm>
          <a:prstGeom prst="ellipse">
            <a:avLst/>
          </a:prstGeom>
          <a:solidFill>
            <a:srgbClr val="FFFFFF"/>
          </a:solidFill>
          <a:ln w="25400">
            <a:solidFill>
              <a:srgbClr val="000000"/>
            </a:solidFill>
            <a:round/>
            <a:headEnd/>
            <a:tailEnd/>
          </a:ln>
        </p:spPr>
        <p:txBody>
          <a:bodyPr lIns="0" tIns="0" rIns="0" bIns="0"/>
          <a:lstStyle/>
          <a:p>
            <a:pPr algn="ctr" eaLnBrk="0" hangingPunct="0"/>
            <a:r>
              <a:rPr lang="en-US" altLang="zh-CN">
                <a:latin typeface="Times New Roman" panose="02020603050405020304" pitchFamily="18" charset="0"/>
              </a:rPr>
              <a:t>p</a:t>
            </a:r>
            <a:r>
              <a:rPr lang="en-US" altLang="zh-CN" baseline="-25000">
                <a:latin typeface="Times New Roman" panose="02020603050405020304" pitchFamily="18" charset="0"/>
              </a:rPr>
              <a:t>1</a:t>
            </a:r>
            <a:endParaRPr lang="en-US" altLang="zh-CN">
              <a:latin typeface="Times New Roman" panose="02020603050405020304" pitchFamily="18" charset="0"/>
            </a:endParaRPr>
          </a:p>
        </p:txBody>
      </p:sp>
      <p:sp>
        <p:nvSpPr>
          <p:cNvPr id="37897" name="Text Box 10">
            <a:extLst>
              <a:ext uri="{FF2B5EF4-FFF2-40B4-BE49-F238E27FC236}">
                <a16:creationId xmlns:a16="http://schemas.microsoft.com/office/drawing/2014/main" id="{99658058-B885-B64C-9503-7C01CAAC22BF}"/>
              </a:ext>
            </a:extLst>
          </p:cNvPr>
          <p:cNvSpPr txBox="1">
            <a:spLocks noChangeArrowheads="1"/>
          </p:cNvSpPr>
          <p:nvPr/>
        </p:nvSpPr>
        <p:spPr bwMode="auto">
          <a:xfrm>
            <a:off x="6667500" y="2570163"/>
            <a:ext cx="261938" cy="325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p>
            <a:pPr algn="just" eaLnBrk="0" hangingPunct="0"/>
            <a:r>
              <a:rPr lang="en-US" altLang="zh-CN">
                <a:latin typeface="Times New Roman" panose="02020603050405020304" pitchFamily="18" charset="0"/>
              </a:rPr>
              <a:t>r</a:t>
            </a:r>
            <a:r>
              <a:rPr lang="en-US" altLang="zh-CN" baseline="-25000">
                <a:latin typeface="Times New Roman" panose="02020603050405020304" pitchFamily="18" charset="0"/>
              </a:rPr>
              <a:t>0</a:t>
            </a:r>
            <a:endParaRPr lang="en-US" altLang="zh-CN">
              <a:latin typeface="Times New Roman" panose="02020603050405020304" pitchFamily="18" charset="0"/>
            </a:endParaRPr>
          </a:p>
        </p:txBody>
      </p:sp>
      <p:sp>
        <p:nvSpPr>
          <p:cNvPr id="37898" name="Text Box 11">
            <a:extLst>
              <a:ext uri="{FF2B5EF4-FFF2-40B4-BE49-F238E27FC236}">
                <a16:creationId xmlns:a16="http://schemas.microsoft.com/office/drawing/2014/main" id="{F4DBA9A4-0C66-F374-A543-05F4BD0AD797}"/>
              </a:ext>
            </a:extLst>
          </p:cNvPr>
          <p:cNvSpPr txBox="1">
            <a:spLocks noChangeArrowheads="1"/>
          </p:cNvSpPr>
          <p:nvPr/>
        </p:nvSpPr>
        <p:spPr bwMode="auto">
          <a:xfrm>
            <a:off x="7262813" y="5414963"/>
            <a:ext cx="260350" cy="317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p>
            <a:pPr algn="just" eaLnBrk="0" hangingPunct="0"/>
            <a:r>
              <a:rPr lang="en-US" altLang="zh-CN" b="1">
                <a:latin typeface="Times New Roman" panose="02020603050405020304" pitchFamily="18" charset="0"/>
              </a:rPr>
              <a:t>…</a:t>
            </a:r>
          </a:p>
        </p:txBody>
      </p:sp>
      <p:sp>
        <p:nvSpPr>
          <p:cNvPr id="37899" name="Rectangle 12">
            <a:extLst>
              <a:ext uri="{FF2B5EF4-FFF2-40B4-BE49-F238E27FC236}">
                <a16:creationId xmlns:a16="http://schemas.microsoft.com/office/drawing/2014/main" id="{5CC912F0-F3F4-EA2A-649A-F5AC605DF143}"/>
              </a:ext>
            </a:extLst>
          </p:cNvPr>
          <p:cNvSpPr>
            <a:spLocks noChangeArrowheads="1"/>
          </p:cNvSpPr>
          <p:nvPr/>
        </p:nvSpPr>
        <p:spPr bwMode="auto">
          <a:xfrm>
            <a:off x="6011863" y="4508500"/>
            <a:ext cx="581025" cy="325438"/>
          </a:xfrm>
          <a:prstGeom prst="rect">
            <a:avLst/>
          </a:prstGeom>
          <a:solidFill>
            <a:srgbClr val="FFFFFF"/>
          </a:solidFill>
          <a:ln w="25400">
            <a:solidFill>
              <a:srgbClr val="000000"/>
            </a:solidFill>
            <a:miter lim="800000"/>
            <a:headEnd/>
            <a:tailEnd/>
          </a:ln>
        </p:spPr>
        <p:txBody>
          <a:bodyPr/>
          <a:lstStyle/>
          <a:p>
            <a:endParaRPr lang="zh-CN" altLang="en-US"/>
          </a:p>
        </p:txBody>
      </p:sp>
      <p:sp>
        <p:nvSpPr>
          <p:cNvPr id="37900" name="Line 13">
            <a:extLst>
              <a:ext uri="{FF2B5EF4-FFF2-40B4-BE49-F238E27FC236}">
                <a16:creationId xmlns:a16="http://schemas.microsoft.com/office/drawing/2014/main" id="{1E66E53C-0F89-1234-65A7-43718A0134A7}"/>
              </a:ext>
            </a:extLst>
          </p:cNvPr>
          <p:cNvSpPr>
            <a:spLocks noChangeShapeType="1"/>
          </p:cNvSpPr>
          <p:nvPr/>
        </p:nvSpPr>
        <p:spPr bwMode="auto">
          <a:xfrm>
            <a:off x="8388350" y="2852738"/>
            <a:ext cx="0" cy="579437"/>
          </a:xfrm>
          <a:prstGeom prst="line">
            <a:avLst/>
          </a:prstGeom>
          <a:noFill/>
          <a:ln w="25400">
            <a:solidFill>
              <a:schemeClr val="tx1"/>
            </a:solidFill>
            <a:miter lim="800000"/>
            <a:headE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37901" name="Line 14">
            <a:extLst>
              <a:ext uri="{FF2B5EF4-FFF2-40B4-BE49-F238E27FC236}">
                <a16:creationId xmlns:a16="http://schemas.microsoft.com/office/drawing/2014/main" id="{EA29435C-2F13-C4B1-7216-A5B1B3586033}"/>
              </a:ext>
            </a:extLst>
          </p:cNvPr>
          <p:cNvSpPr>
            <a:spLocks noChangeShapeType="1"/>
          </p:cNvSpPr>
          <p:nvPr/>
        </p:nvSpPr>
        <p:spPr bwMode="auto">
          <a:xfrm flipV="1">
            <a:off x="6299200" y="2852738"/>
            <a:ext cx="0" cy="533400"/>
          </a:xfrm>
          <a:prstGeom prst="line">
            <a:avLst/>
          </a:prstGeom>
          <a:noFill/>
          <a:ln w="25400">
            <a:solidFill>
              <a:schemeClr val="tx1"/>
            </a:solidFill>
            <a:miter lim="800000"/>
            <a:headE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37902" name="Text Box 15">
            <a:extLst>
              <a:ext uri="{FF2B5EF4-FFF2-40B4-BE49-F238E27FC236}">
                <a16:creationId xmlns:a16="http://schemas.microsoft.com/office/drawing/2014/main" id="{CCBA786B-AEC6-0301-9129-7633F83684B4}"/>
              </a:ext>
            </a:extLst>
          </p:cNvPr>
          <p:cNvSpPr txBox="1">
            <a:spLocks noChangeArrowheads="1"/>
          </p:cNvSpPr>
          <p:nvPr/>
        </p:nvSpPr>
        <p:spPr bwMode="auto">
          <a:xfrm>
            <a:off x="6700838" y="4452938"/>
            <a:ext cx="260350" cy="317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p>
            <a:pPr algn="just" eaLnBrk="0" hangingPunct="0"/>
            <a:r>
              <a:rPr lang="en-US" altLang="zh-CN">
                <a:latin typeface="Times New Roman" panose="02020603050405020304" pitchFamily="18" charset="0"/>
              </a:rPr>
              <a:t>r</a:t>
            </a:r>
            <a:r>
              <a:rPr lang="en-US" altLang="zh-CN" baseline="-25000">
                <a:latin typeface="Times New Roman" panose="02020603050405020304" pitchFamily="18" charset="0"/>
              </a:rPr>
              <a:t>n</a:t>
            </a:r>
            <a:endParaRPr lang="en-US" altLang="zh-CN">
              <a:latin typeface="Times New Roman" panose="02020603050405020304" pitchFamily="18" charset="0"/>
            </a:endParaRPr>
          </a:p>
        </p:txBody>
      </p:sp>
      <p:sp>
        <p:nvSpPr>
          <p:cNvPr id="37903" name="Line 16">
            <a:extLst>
              <a:ext uri="{FF2B5EF4-FFF2-40B4-BE49-F238E27FC236}">
                <a16:creationId xmlns:a16="http://schemas.microsoft.com/office/drawing/2014/main" id="{C77AE911-1BA0-7D47-F797-6DFDDCFCAF5F}"/>
              </a:ext>
            </a:extLst>
          </p:cNvPr>
          <p:cNvSpPr>
            <a:spLocks noChangeShapeType="1"/>
          </p:cNvSpPr>
          <p:nvPr/>
        </p:nvSpPr>
        <p:spPr bwMode="auto">
          <a:xfrm flipH="1" flipV="1">
            <a:off x="6299200" y="3932238"/>
            <a:ext cx="0" cy="557212"/>
          </a:xfrm>
          <a:prstGeom prst="line">
            <a:avLst/>
          </a:prstGeom>
          <a:noFill/>
          <a:ln w="25400">
            <a:solidFill>
              <a:schemeClr val="tx1"/>
            </a:solidFill>
            <a:miter lim="800000"/>
            <a:headE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37904" name="Text Box 17">
            <a:extLst>
              <a:ext uri="{FF2B5EF4-FFF2-40B4-BE49-F238E27FC236}">
                <a16:creationId xmlns:a16="http://schemas.microsoft.com/office/drawing/2014/main" id="{0790FF28-467E-B083-E8E4-A6E4F0CD38FC}"/>
              </a:ext>
            </a:extLst>
          </p:cNvPr>
          <p:cNvSpPr txBox="1">
            <a:spLocks noChangeArrowheads="1"/>
          </p:cNvSpPr>
          <p:nvPr/>
        </p:nvSpPr>
        <p:spPr bwMode="auto">
          <a:xfrm>
            <a:off x="8775700" y="4551363"/>
            <a:ext cx="260350" cy="317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p>
            <a:pPr algn="just" eaLnBrk="0" hangingPunct="0"/>
            <a:r>
              <a:rPr lang="en-US" altLang="zh-CN">
                <a:latin typeface="Times New Roman" panose="02020603050405020304" pitchFamily="18" charset="0"/>
              </a:rPr>
              <a:t>r</a:t>
            </a:r>
            <a:r>
              <a:rPr lang="en-US" altLang="zh-CN" baseline="-25000">
                <a:latin typeface="Times New Roman" panose="02020603050405020304" pitchFamily="18" charset="0"/>
              </a:rPr>
              <a:t>2</a:t>
            </a:r>
            <a:endParaRPr lang="en-US" altLang="zh-CN">
              <a:latin typeface="Times New Roman" panose="02020603050405020304" pitchFamily="18" charset="0"/>
            </a:endParaRPr>
          </a:p>
        </p:txBody>
      </p:sp>
      <p:sp>
        <p:nvSpPr>
          <p:cNvPr id="37905" name="Rectangle 18">
            <a:extLst>
              <a:ext uri="{FF2B5EF4-FFF2-40B4-BE49-F238E27FC236}">
                <a16:creationId xmlns:a16="http://schemas.microsoft.com/office/drawing/2014/main" id="{BF59A38C-7087-B9FA-9A79-64633634BF42}"/>
              </a:ext>
            </a:extLst>
          </p:cNvPr>
          <p:cNvSpPr>
            <a:spLocks noChangeArrowheads="1"/>
          </p:cNvSpPr>
          <p:nvPr/>
        </p:nvSpPr>
        <p:spPr bwMode="auto">
          <a:xfrm>
            <a:off x="8094663" y="4581525"/>
            <a:ext cx="581025" cy="325438"/>
          </a:xfrm>
          <a:prstGeom prst="rect">
            <a:avLst/>
          </a:prstGeom>
          <a:solidFill>
            <a:srgbClr val="FFFFFF"/>
          </a:solidFill>
          <a:ln w="25400">
            <a:solidFill>
              <a:srgbClr val="000000"/>
            </a:solidFill>
            <a:miter lim="800000"/>
            <a:headEnd/>
            <a:tailEnd/>
          </a:ln>
        </p:spPr>
        <p:txBody>
          <a:bodyPr/>
          <a:lstStyle/>
          <a:p>
            <a:endParaRPr lang="zh-CN" altLang="en-US"/>
          </a:p>
        </p:txBody>
      </p:sp>
      <p:sp>
        <p:nvSpPr>
          <p:cNvPr id="37906" name="Line 19">
            <a:extLst>
              <a:ext uri="{FF2B5EF4-FFF2-40B4-BE49-F238E27FC236}">
                <a16:creationId xmlns:a16="http://schemas.microsoft.com/office/drawing/2014/main" id="{9251F305-DD20-D8E6-68E0-1BCC56E32F6F}"/>
              </a:ext>
            </a:extLst>
          </p:cNvPr>
          <p:cNvSpPr>
            <a:spLocks noChangeShapeType="1"/>
          </p:cNvSpPr>
          <p:nvPr/>
        </p:nvSpPr>
        <p:spPr bwMode="auto">
          <a:xfrm>
            <a:off x="8388350" y="4005263"/>
            <a:ext cx="0" cy="579437"/>
          </a:xfrm>
          <a:prstGeom prst="line">
            <a:avLst/>
          </a:prstGeom>
          <a:noFill/>
          <a:ln w="25400">
            <a:solidFill>
              <a:schemeClr val="tx1"/>
            </a:solidFill>
            <a:miter lim="800000"/>
            <a:headE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37907" name="Freeform 20">
            <a:extLst>
              <a:ext uri="{FF2B5EF4-FFF2-40B4-BE49-F238E27FC236}">
                <a16:creationId xmlns:a16="http://schemas.microsoft.com/office/drawing/2014/main" id="{2B4E7AF7-FE1A-B0C1-EC58-2FF0EB7EE0F1}"/>
              </a:ext>
            </a:extLst>
          </p:cNvPr>
          <p:cNvSpPr>
            <a:spLocks noChangeArrowheads="1"/>
          </p:cNvSpPr>
          <p:nvPr/>
        </p:nvSpPr>
        <p:spPr bwMode="auto">
          <a:xfrm>
            <a:off x="6256338" y="1754188"/>
            <a:ext cx="749300" cy="768350"/>
          </a:xfrm>
          <a:custGeom>
            <a:avLst/>
            <a:gdLst>
              <a:gd name="T0" fmla="*/ 8 w 472"/>
              <a:gd name="T1" fmla="*/ 484 h 484"/>
              <a:gd name="T2" fmla="*/ 8 w 472"/>
              <a:gd name="T3" fmla="*/ 316 h 484"/>
              <a:gd name="T4" fmla="*/ 56 w 472"/>
              <a:gd name="T5" fmla="*/ 132 h 484"/>
              <a:gd name="T6" fmla="*/ 232 w 472"/>
              <a:gd name="T7" fmla="*/ 20 h 484"/>
              <a:gd name="T8" fmla="*/ 472 w 472"/>
              <a:gd name="T9" fmla="*/ 12 h 484"/>
            </a:gdLst>
            <a:ahLst/>
            <a:cxnLst>
              <a:cxn ang="0">
                <a:pos x="T0" y="T1"/>
              </a:cxn>
              <a:cxn ang="0">
                <a:pos x="T2" y="T3"/>
              </a:cxn>
              <a:cxn ang="0">
                <a:pos x="T4" y="T5"/>
              </a:cxn>
              <a:cxn ang="0">
                <a:pos x="T6" y="T7"/>
              </a:cxn>
              <a:cxn ang="0">
                <a:pos x="T8" y="T9"/>
              </a:cxn>
            </a:cxnLst>
            <a:rect l="0" t="0" r="r" b="b"/>
            <a:pathLst>
              <a:path w="472" h="484">
                <a:moveTo>
                  <a:pt x="8" y="484"/>
                </a:moveTo>
                <a:cubicBezTo>
                  <a:pt x="8" y="456"/>
                  <a:pt x="0" y="375"/>
                  <a:pt x="8" y="316"/>
                </a:cubicBezTo>
                <a:cubicBezTo>
                  <a:pt x="16" y="257"/>
                  <a:pt x="19" y="181"/>
                  <a:pt x="56" y="132"/>
                </a:cubicBezTo>
                <a:cubicBezTo>
                  <a:pt x="93" y="83"/>
                  <a:pt x="163" y="40"/>
                  <a:pt x="232" y="20"/>
                </a:cubicBezTo>
                <a:cubicBezTo>
                  <a:pt x="301" y="0"/>
                  <a:pt x="422" y="14"/>
                  <a:pt x="472" y="12"/>
                </a:cubicBezTo>
              </a:path>
            </a:pathLst>
          </a:custGeom>
          <a:noFill/>
          <a:ln w="19050">
            <a:solidFill>
              <a:schemeClr val="tx1"/>
            </a:solidFill>
            <a:miter lim="800000"/>
            <a:headEnd/>
            <a:tailEnd type="triangle" w="lg" len="lg"/>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7908" name="Freeform 21">
            <a:extLst>
              <a:ext uri="{FF2B5EF4-FFF2-40B4-BE49-F238E27FC236}">
                <a16:creationId xmlns:a16="http://schemas.microsoft.com/office/drawing/2014/main" id="{523BFD3C-16FA-E430-BAA0-58967D2E10C8}"/>
              </a:ext>
            </a:extLst>
          </p:cNvPr>
          <p:cNvSpPr>
            <a:spLocks noChangeArrowheads="1"/>
          </p:cNvSpPr>
          <p:nvPr/>
        </p:nvSpPr>
        <p:spPr bwMode="auto">
          <a:xfrm flipH="1">
            <a:off x="7639050" y="1773238"/>
            <a:ext cx="749300" cy="768350"/>
          </a:xfrm>
          <a:custGeom>
            <a:avLst/>
            <a:gdLst>
              <a:gd name="T0" fmla="*/ 8 w 472"/>
              <a:gd name="T1" fmla="*/ 484 h 484"/>
              <a:gd name="T2" fmla="*/ 8 w 472"/>
              <a:gd name="T3" fmla="*/ 316 h 484"/>
              <a:gd name="T4" fmla="*/ 56 w 472"/>
              <a:gd name="T5" fmla="*/ 132 h 484"/>
              <a:gd name="T6" fmla="*/ 232 w 472"/>
              <a:gd name="T7" fmla="*/ 20 h 484"/>
              <a:gd name="T8" fmla="*/ 472 w 472"/>
              <a:gd name="T9" fmla="*/ 12 h 484"/>
            </a:gdLst>
            <a:ahLst/>
            <a:cxnLst>
              <a:cxn ang="0">
                <a:pos x="T0" y="T1"/>
              </a:cxn>
              <a:cxn ang="0">
                <a:pos x="T2" y="T3"/>
              </a:cxn>
              <a:cxn ang="0">
                <a:pos x="T4" y="T5"/>
              </a:cxn>
              <a:cxn ang="0">
                <a:pos x="T6" y="T7"/>
              </a:cxn>
              <a:cxn ang="0">
                <a:pos x="T8" y="T9"/>
              </a:cxn>
            </a:cxnLst>
            <a:rect l="0" t="0" r="r" b="b"/>
            <a:pathLst>
              <a:path w="472" h="484">
                <a:moveTo>
                  <a:pt x="8" y="484"/>
                </a:moveTo>
                <a:cubicBezTo>
                  <a:pt x="8" y="456"/>
                  <a:pt x="0" y="375"/>
                  <a:pt x="8" y="316"/>
                </a:cubicBezTo>
                <a:cubicBezTo>
                  <a:pt x="16" y="257"/>
                  <a:pt x="19" y="181"/>
                  <a:pt x="56" y="132"/>
                </a:cubicBezTo>
                <a:cubicBezTo>
                  <a:pt x="93" y="83"/>
                  <a:pt x="163" y="40"/>
                  <a:pt x="232" y="20"/>
                </a:cubicBezTo>
                <a:cubicBezTo>
                  <a:pt x="301" y="0"/>
                  <a:pt x="422" y="14"/>
                  <a:pt x="472" y="12"/>
                </a:cubicBezTo>
              </a:path>
            </a:pathLst>
          </a:custGeom>
          <a:noFill/>
          <a:ln w="19050">
            <a:solidFill>
              <a:schemeClr val="tx1"/>
            </a:solidFill>
            <a:miter lim="800000"/>
            <a:headEnd type="triangle" w="lg" len="lg"/>
            <a:tailEnd type="none" w="lg" len="lg"/>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7909" name="Freeform 22">
            <a:extLst>
              <a:ext uri="{FF2B5EF4-FFF2-40B4-BE49-F238E27FC236}">
                <a16:creationId xmlns:a16="http://schemas.microsoft.com/office/drawing/2014/main" id="{94755172-0539-41DB-85FC-F7C22D0A3EDC}"/>
              </a:ext>
            </a:extLst>
          </p:cNvPr>
          <p:cNvSpPr>
            <a:spLocks noChangeArrowheads="1"/>
          </p:cNvSpPr>
          <p:nvPr/>
        </p:nvSpPr>
        <p:spPr bwMode="auto">
          <a:xfrm>
            <a:off x="7754938" y="4940300"/>
            <a:ext cx="636587" cy="731838"/>
          </a:xfrm>
          <a:custGeom>
            <a:avLst/>
            <a:gdLst>
              <a:gd name="T0" fmla="*/ 399 w 401"/>
              <a:gd name="T1" fmla="*/ 0 h 461"/>
              <a:gd name="T2" fmla="*/ 392 w 401"/>
              <a:gd name="T3" fmla="*/ 181 h 461"/>
              <a:gd name="T4" fmla="*/ 344 w 401"/>
              <a:gd name="T5" fmla="*/ 365 h 461"/>
              <a:gd name="T6" fmla="*/ 184 w 401"/>
              <a:gd name="T7" fmla="*/ 445 h 461"/>
              <a:gd name="T8" fmla="*/ 0 w 401"/>
              <a:gd name="T9" fmla="*/ 461 h 461"/>
            </a:gdLst>
            <a:ahLst/>
            <a:cxnLst>
              <a:cxn ang="0">
                <a:pos x="T0" y="T1"/>
              </a:cxn>
              <a:cxn ang="0">
                <a:pos x="T2" y="T3"/>
              </a:cxn>
              <a:cxn ang="0">
                <a:pos x="T4" y="T5"/>
              </a:cxn>
              <a:cxn ang="0">
                <a:pos x="T6" y="T7"/>
              </a:cxn>
              <a:cxn ang="0">
                <a:pos x="T8" y="T9"/>
              </a:cxn>
            </a:cxnLst>
            <a:rect l="0" t="0" r="r" b="b"/>
            <a:pathLst>
              <a:path w="401" h="461">
                <a:moveTo>
                  <a:pt x="399" y="0"/>
                </a:moveTo>
                <a:cubicBezTo>
                  <a:pt x="398" y="30"/>
                  <a:pt x="401" y="120"/>
                  <a:pt x="392" y="181"/>
                </a:cubicBezTo>
                <a:cubicBezTo>
                  <a:pt x="383" y="242"/>
                  <a:pt x="379" y="321"/>
                  <a:pt x="344" y="365"/>
                </a:cubicBezTo>
                <a:cubicBezTo>
                  <a:pt x="309" y="409"/>
                  <a:pt x="241" y="429"/>
                  <a:pt x="184" y="445"/>
                </a:cubicBezTo>
                <a:cubicBezTo>
                  <a:pt x="127" y="461"/>
                  <a:pt x="38" y="458"/>
                  <a:pt x="0" y="461"/>
                </a:cubicBezTo>
              </a:path>
            </a:pathLst>
          </a:custGeom>
          <a:noFill/>
          <a:ln w="19050">
            <a:solidFill>
              <a:schemeClr val="tx1"/>
            </a:solidFill>
            <a:miter lim="800000"/>
            <a:headEnd type="none" w="lg" len="lg"/>
            <a:tailEnd type="triangle" w="lg" len="lg"/>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7910" name="Freeform 23">
            <a:extLst>
              <a:ext uri="{FF2B5EF4-FFF2-40B4-BE49-F238E27FC236}">
                <a16:creationId xmlns:a16="http://schemas.microsoft.com/office/drawing/2014/main" id="{F45F8034-938A-BC3C-A879-DA4E8F35BD87}"/>
              </a:ext>
            </a:extLst>
          </p:cNvPr>
          <p:cNvSpPr>
            <a:spLocks noChangeArrowheads="1"/>
          </p:cNvSpPr>
          <p:nvPr/>
        </p:nvSpPr>
        <p:spPr bwMode="auto">
          <a:xfrm>
            <a:off x="6313488" y="4868863"/>
            <a:ext cx="704850" cy="817562"/>
          </a:xfrm>
          <a:custGeom>
            <a:avLst/>
            <a:gdLst>
              <a:gd name="T0" fmla="*/ 2 w 444"/>
              <a:gd name="T1" fmla="*/ 0 h 515"/>
              <a:gd name="T2" fmla="*/ 9 w 444"/>
              <a:gd name="T3" fmla="*/ 181 h 515"/>
              <a:gd name="T4" fmla="*/ 57 w 444"/>
              <a:gd name="T5" fmla="*/ 365 h 515"/>
              <a:gd name="T6" fmla="*/ 220 w 444"/>
              <a:gd name="T7" fmla="*/ 490 h 515"/>
              <a:gd name="T8" fmla="*/ 444 w 444"/>
              <a:gd name="T9" fmla="*/ 514 h 515"/>
            </a:gdLst>
            <a:ahLst/>
            <a:cxnLst>
              <a:cxn ang="0">
                <a:pos x="T0" y="T1"/>
              </a:cxn>
              <a:cxn ang="0">
                <a:pos x="T2" y="T3"/>
              </a:cxn>
              <a:cxn ang="0">
                <a:pos x="T4" y="T5"/>
              </a:cxn>
              <a:cxn ang="0">
                <a:pos x="T6" y="T7"/>
              </a:cxn>
              <a:cxn ang="0">
                <a:pos x="T8" y="T9"/>
              </a:cxn>
            </a:cxnLst>
            <a:rect l="0" t="0" r="r" b="b"/>
            <a:pathLst>
              <a:path w="444" h="515">
                <a:moveTo>
                  <a:pt x="2" y="0"/>
                </a:moveTo>
                <a:cubicBezTo>
                  <a:pt x="3" y="30"/>
                  <a:pt x="0" y="120"/>
                  <a:pt x="9" y="181"/>
                </a:cubicBezTo>
                <a:cubicBezTo>
                  <a:pt x="18" y="242"/>
                  <a:pt x="22" y="314"/>
                  <a:pt x="57" y="365"/>
                </a:cubicBezTo>
                <a:cubicBezTo>
                  <a:pt x="92" y="416"/>
                  <a:pt x="156" y="465"/>
                  <a:pt x="220" y="490"/>
                </a:cubicBezTo>
                <a:cubicBezTo>
                  <a:pt x="284" y="515"/>
                  <a:pt x="397" y="509"/>
                  <a:pt x="444" y="514"/>
                </a:cubicBezTo>
              </a:path>
            </a:pathLst>
          </a:custGeom>
          <a:noFill/>
          <a:ln w="19050">
            <a:solidFill>
              <a:schemeClr val="tx1"/>
            </a:solidFill>
            <a:miter lim="800000"/>
            <a:headEnd type="triangle" w="lg" len="lg"/>
            <a:tailEnd type="none" w="lg" len="lg"/>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 name="灯片编号占位符 1">
            <a:extLst>
              <a:ext uri="{FF2B5EF4-FFF2-40B4-BE49-F238E27FC236}">
                <a16:creationId xmlns:a16="http://schemas.microsoft.com/office/drawing/2014/main" id="{0928A6A4-C93F-248E-03CC-5F9D5DDBE4F7}"/>
              </a:ext>
            </a:extLst>
          </p:cNvPr>
          <p:cNvSpPr>
            <a:spLocks noGrp="1"/>
          </p:cNvSpPr>
          <p:nvPr>
            <p:ph type="sldNum" sz="quarter" idx="12"/>
          </p:nvPr>
        </p:nvSpPr>
        <p:spPr/>
        <p:txBody>
          <a:bodyPr/>
          <a:lstStyle/>
          <a:p>
            <a:fld id="{4093CC90-4002-504C-BD88-C9A1D374048E}" type="slidenum">
              <a:rPr lang="zh-CN" altLang="en-US" smtClean="0"/>
              <a:pPr/>
              <a:t>17</a:t>
            </a:fld>
            <a:endParaRPr lang="zh-CN" altLang="en-US" dirty="0"/>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253955">
                                            <p:txEl>
                                              <p:pRg st="0" end="0"/>
                                            </p:txEl>
                                          </p:spTgt>
                                        </p:tgtEl>
                                        <p:attrNameLst>
                                          <p:attrName>style.visibility</p:attrName>
                                        </p:attrNameLst>
                                      </p:cBhvr>
                                      <p:to>
                                        <p:strVal val="visible"/>
                                      </p:to>
                                    </p:set>
                                    <p:animEffect transition="in" filter="checkerboard(across)">
                                      <p:cBhvr>
                                        <p:cTn id="7" dur="500"/>
                                        <p:tgtEl>
                                          <p:spTgt spid="25395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nodeType="clickEffect">
                                  <p:stCondLst>
                                    <p:cond delay="0"/>
                                  </p:stCondLst>
                                  <p:childTnLst>
                                    <p:set>
                                      <p:cBhvr>
                                        <p:cTn id="11" dur="1" fill="hold">
                                          <p:stCondLst>
                                            <p:cond delay="0"/>
                                          </p:stCondLst>
                                        </p:cTn>
                                        <p:tgtEl>
                                          <p:spTgt spid="253955">
                                            <p:txEl>
                                              <p:pRg st="1" end="1"/>
                                            </p:txEl>
                                          </p:spTgt>
                                        </p:tgtEl>
                                        <p:attrNameLst>
                                          <p:attrName>style.visibility</p:attrName>
                                        </p:attrNameLst>
                                      </p:cBhvr>
                                      <p:to>
                                        <p:strVal val="visible"/>
                                      </p:to>
                                    </p:set>
                                    <p:animEffect transition="in" filter="checkerboard(across)">
                                      <p:cBhvr>
                                        <p:cTn id="12" dur="500"/>
                                        <p:tgtEl>
                                          <p:spTgt spid="253955">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5" presetClass="entr" presetSubtype="10" fill="hold" nodeType="clickEffect">
                                  <p:stCondLst>
                                    <p:cond delay="0"/>
                                  </p:stCondLst>
                                  <p:childTnLst>
                                    <p:set>
                                      <p:cBhvr>
                                        <p:cTn id="16" dur="1" fill="hold">
                                          <p:stCondLst>
                                            <p:cond delay="0"/>
                                          </p:stCondLst>
                                        </p:cTn>
                                        <p:tgtEl>
                                          <p:spTgt spid="253955">
                                            <p:txEl>
                                              <p:pRg st="2" end="2"/>
                                            </p:txEl>
                                          </p:spTgt>
                                        </p:tgtEl>
                                        <p:attrNameLst>
                                          <p:attrName>style.visibility</p:attrName>
                                        </p:attrNameLst>
                                      </p:cBhvr>
                                      <p:to>
                                        <p:strVal val="visible"/>
                                      </p:to>
                                    </p:set>
                                    <p:animEffect transition="in" filter="checkerboard(across)">
                                      <p:cBhvr>
                                        <p:cTn id="17" dur="500"/>
                                        <p:tgtEl>
                                          <p:spTgt spid="253955">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5" presetClass="entr" presetSubtype="10" fill="hold" nodeType="clickEffect">
                                  <p:stCondLst>
                                    <p:cond delay="0"/>
                                  </p:stCondLst>
                                  <p:childTnLst>
                                    <p:set>
                                      <p:cBhvr>
                                        <p:cTn id="21" dur="1" fill="hold">
                                          <p:stCondLst>
                                            <p:cond delay="0"/>
                                          </p:stCondLst>
                                        </p:cTn>
                                        <p:tgtEl>
                                          <p:spTgt spid="253955">
                                            <p:txEl>
                                              <p:pRg st="3" end="3"/>
                                            </p:txEl>
                                          </p:spTgt>
                                        </p:tgtEl>
                                        <p:attrNameLst>
                                          <p:attrName>style.visibility</p:attrName>
                                        </p:attrNameLst>
                                      </p:cBhvr>
                                      <p:to>
                                        <p:strVal val="visible"/>
                                      </p:to>
                                    </p:set>
                                    <p:animEffect transition="in" filter="checkerboard(across)">
                                      <p:cBhvr>
                                        <p:cTn id="22" dur="500"/>
                                        <p:tgtEl>
                                          <p:spTgt spid="253955">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5" presetClass="entr" presetSubtype="10" fill="hold" nodeType="clickEffect">
                                  <p:stCondLst>
                                    <p:cond delay="0"/>
                                  </p:stCondLst>
                                  <p:childTnLst>
                                    <p:set>
                                      <p:cBhvr>
                                        <p:cTn id="26" dur="1" fill="hold">
                                          <p:stCondLst>
                                            <p:cond delay="0"/>
                                          </p:stCondLst>
                                        </p:cTn>
                                        <p:tgtEl>
                                          <p:spTgt spid="253955">
                                            <p:txEl>
                                              <p:pRg st="4" end="4"/>
                                            </p:txEl>
                                          </p:spTgt>
                                        </p:tgtEl>
                                        <p:attrNameLst>
                                          <p:attrName>style.visibility</p:attrName>
                                        </p:attrNameLst>
                                      </p:cBhvr>
                                      <p:to>
                                        <p:strVal val="visible"/>
                                      </p:to>
                                    </p:set>
                                    <p:animEffect transition="in" filter="checkerboard(across)">
                                      <p:cBhvr>
                                        <p:cTn id="27" dur="500"/>
                                        <p:tgtEl>
                                          <p:spTgt spid="25395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3955"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Rectangle 2">
            <a:extLst>
              <a:ext uri="{FF2B5EF4-FFF2-40B4-BE49-F238E27FC236}">
                <a16:creationId xmlns:a16="http://schemas.microsoft.com/office/drawing/2014/main" id="{87E5B1E2-17BC-2DB5-5AD5-9BF4E6A8D4EC}"/>
              </a:ext>
            </a:extLst>
          </p:cNvPr>
          <p:cNvSpPr>
            <a:spLocks noGrp="1" noChangeArrowheads="1"/>
          </p:cNvSpPr>
          <p:nvPr>
            <p:ph type="title"/>
          </p:nvPr>
        </p:nvSpPr>
        <p:spPr>
          <a:xfrm>
            <a:off x="1042988" y="225431"/>
            <a:ext cx="7850187" cy="746125"/>
          </a:xfrm>
        </p:spPr>
        <p:txBody>
          <a:bodyPr/>
          <a:lstStyle/>
          <a:p>
            <a:r>
              <a:rPr lang="zh-CN" altLang="en-US" sz="3600" dirty="0"/>
              <a:t>为什么有序资源分配法可以防止死锁</a:t>
            </a:r>
          </a:p>
        </p:txBody>
      </p:sp>
      <p:sp>
        <p:nvSpPr>
          <p:cNvPr id="254979" name="Rectangle 3">
            <a:extLst>
              <a:ext uri="{FF2B5EF4-FFF2-40B4-BE49-F238E27FC236}">
                <a16:creationId xmlns:a16="http://schemas.microsoft.com/office/drawing/2014/main" id="{8A2BD903-21EF-18D6-2F4B-237E9EE91A74}"/>
              </a:ext>
            </a:extLst>
          </p:cNvPr>
          <p:cNvSpPr>
            <a:spLocks noGrp="1" noChangeArrowheads="1"/>
          </p:cNvSpPr>
          <p:nvPr>
            <p:ph idx="1"/>
          </p:nvPr>
        </p:nvSpPr>
        <p:spPr>
          <a:xfrm>
            <a:off x="935038" y="1233487"/>
            <a:ext cx="7772400" cy="5399087"/>
          </a:xfrm>
        </p:spPr>
        <p:txBody>
          <a:bodyPr>
            <a:normAutofit fontScale="85000" lnSpcReduction="20000"/>
          </a:bodyPr>
          <a:lstStyle/>
          <a:p>
            <a:r>
              <a:rPr lang="zh-CN" altLang="en-US" dirty="0"/>
              <a:t>采用有序资源分配法，系统中的进程必须按照资源编号的升序申请资源。</a:t>
            </a:r>
          </a:p>
          <a:p>
            <a:r>
              <a:rPr lang="zh-CN" altLang="en-US" dirty="0"/>
              <a:t>因此在任一时刻，系统中总会存在一个进程，它占有已申请资源中编号最高的资源，且它继续请求的资源必定是空闲的，因而它可以一直向前推进直至完成。</a:t>
            </a:r>
          </a:p>
          <a:p>
            <a:r>
              <a:rPr lang="zh-CN" altLang="en-US" dirty="0"/>
              <a:t>当该进程运行完成后，即会释放它所占有的全部资源。这样剩余进程集合中又会存在一个进程，它占有已申请资源中编号最高的资源，且它继续请求的资源必定是空闲的，因而它也可以一直向前推进直至完成。</a:t>
            </a:r>
          </a:p>
          <a:p>
            <a:r>
              <a:rPr lang="zh-CN" altLang="en-US" dirty="0"/>
              <a:t>以此类推，最终所有进程均可运行完成，故不会发生死锁。</a:t>
            </a:r>
          </a:p>
        </p:txBody>
      </p:sp>
      <p:sp>
        <p:nvSpPr>
          <p:cNvPr id="2" name="灯片编号占位符 1">
            <a:extLst>
              <a:ext uri="{FF2B5EF4-FFF2-40B4-BE49-F238E27FC236}">
                <a16:creationId xmlns:a16="http://schemas.microsoft.com/office/drawing/2014/main" id="{5D18AA4A-98F2-D0BE-9943-4863B1729C70}"/>
              </a:ext>
            </a:extLst>
          </p:cNvPr>
          <p:cNvSpPr>
            <a:spLocks noGrp="1"/>
          </p:cNvSpPr>
          <p:nvPr>
            <p:ph type="sldNum" sz="quarter" idx="12"/>
          </p:nvPr>
        </p:nvSpPr>
        <p:spPr>
          <a:xfrm>
            <a:off x="6781800" y="6324600"/>
            <a:ext cx="1905000" cy="457200"/>
          </a:xfrm>
        </p:spPr>
        <p:txBody>
          <a:bodyPr/>
          <a:lstStyle/>
          <a:p>
            <a:fld id="{4093CC90-4002-504C-BD88-C9A1D374048E}" type="slidenum">
              <a:rPr lang="zh-CN" altLang="en-US" smtClean="0"/>
              <a:pPr/>
              <a:t>18</a:t>
            </a:fld>
            <a:endParaRPr lang="zh-CN" altLang="en-US" dirty="0"/>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254979">
                                            <p:txEl>
                                              <p:pRg st="0" end="0"/>
                                            </p:txEl>
                                          </p:spTgt>
                                        </p:tgtEl>
                                        <p:attrNameLst>
                                          <p:attrName>style.visibility</p:attrName>
                                        </p:attrNameLst>
                                      </p:cBhvr>
                                      <p:to>
                                        <p:strVal val="visible"/>
                                      </p:to>
                                    </p:set>
                                    <p:animEffect transition="in" filter="checkerboard(across)">
                                      <p:cBhvr>
                                        <p:cTn id="7" dur="500"/>
                                        <p:tgtEl>
                                          <p:spTgt spid="25497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254979">
                                            <p:txEl>
                                              <p:pRg st="1" end="1"/>
                                            </p:txEl>
                                          </p:spTgt>
                                        </p:tgtEl>
                                        <p:attrNameLst>
                                          <p:attrName>style.visibility</p:attrName>
                                        </p:attrNameLst>
                                      </p:cBhvr>
                                      <p:to>
                                        <p:strVal val="visible"/>
                                      </p:to>
                                    </p:set>
                                    <p:animEffect transition="in" filter="checkerboard(across)">
                                      <p:cBhvr>
                                        <p:cTn id="12" dur="500"/>
                                        <p:tgtEl>
                                          <p:spTgt spid="25497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254979">
                                            <p:txEl>
                                              <p:pRg st="2" end="2"/>
                                            </p:txEl>
                                          </p:spTgt>
                                        </p:tgtEl>
                                        <p:attrNameLst>
                                          <p:attrName>style.visibility</p:attrName>
                                        </p:attrNameLst>
                                      </p:cBhvr>
                                      <p:to>
                                        <p:strVal val="visible"/>
                                      </p:to>
                                    </p:set>
                                    <p:animEffect transition="in" filter="checkerboard(across)">
                                      <p:cBhvr>
                                        <p:cTn id="17" dur="500"/>
                                        <p:tgtEl>
                                          <p:spTgt spid="254979">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nodeType="clickEffect">
                                  <p:stCondLst>
                                    <p:cond delay="0"/>
                                  </p:stCondLst>
                                  <p:childTnLst>
                                    <p:set>
                                      <p:cBhvr>
                                        <p:cTn id="21" dur="1" fill="hold">
                                          <p:stCondLst>
                                            <p:cond delay="0"/>
                                          </p:stCondLst>
                                        </p:cTn>
                                        <p:tgtEl>
                                          <p:spTgt spid="254979">
                                            <p:txEl>
                                              <p:pRg st="3" end="3"/>
                                            </p:txEl>
                                          </p:spTgt>
                                        </p:tgtEl>
                                        <p:attrNameLst>
                                          <p:attrName>style.visibility</p:attrName>
                                        </p:attrNameLst>
                                      </p:cBhvr>
                                      <p:to>
                                        <p:strVal val="visible"/>
                                      </p:to>
                                    </p:set>
                                    <p:animEffect transition="in" filter="checkerboard(across)">
                                      <p:cBhvr>
                                        <p:cTn id="22" dur="500"/>
                                        <p:tgtEl>
                                          <p:spTgt spid="254979">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4979"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F6C49A3-2D8E-1773-CEE9-891BB6E74B0A}"/>
              </a:ext>
            </a:extLst>
          </p:cNvPr>
          <p:cNvSpPr>
            <a:spLocks noGrp="1"/>
          </p:cNvSpPr>
          <p:nvPr>
            <p:ph type="title"/>
          </p:nvPr>
        </p:nvSpPr>
        <p:spPr/>
        <p:txBody>
          <a:bodyPr/>
          <a:lstStyle/>
          <a:p>
            <a:r>
              <a:rPr kumimoji="1" lang="zh-CN" altLang="en-US" dirty="0"/>
              <a:t>哲学家进餐问题</a:t>
            </a:r>
          </a:p>
        </p:txBody>
      </p:sp>
      <p:sp>
        <p:nvSpPr>
          <p:cNvPr id="3" name="内容占位符 2">
            <a:extLst>
              <a:ext uri="{FF2B5EF4-FFF2-40B4-BE49-F238E27FC236}">
                <a16:creationId xmlns:a16="http://schemas.microsoft.com/office/drawing/2014/main" id="{105B68A8-D008-69F3-9A04-E2D226A9EC54}"/>
              </a:ext>
            </a:extLst>
          </p:cNvPr>
          <p:cNvSpPr>
            <a:spLocks noGrp="1"/>
          </p:cNvSpPr>
          <p:nvPr>
            <p:ph idx="1"/>
          </p:nvPr>
        </p:nvSpPr>
        <p:spPr/>
        <p:txBody>
          <a:bodyPr/>
          <a:lstStyle/>
          <a:p>
            <a:r>
              <a:rPr kumimoji="1" lang="zh-CN" altLang="en-US" dirty="0"/>
              <a:t>当死锁发生时</a:t>
            </a:r>
            <a:endParaRPr kumimoji="1" lang="en-US" altLang="zh-CN" dirty="0"/>
          </a:p>
          <a:p>
            <a:pPr lvl="1"/>
            <a:r>
              <a:rPr kumimoji="1" lang="zh-CN" altLang="en-US" dirty="0"/>
              <a:t>互斥：一支筷子只能被一个哲学家使用</a:t>
            </a:r>
            <a:endParaRPr kumimoji="1" lang="en-US" altLang="zh-CN" dirty="0"/>
          </a:p>
          <a:p>
            <a:pPr lvl="1"/>
            <a:r>
              <a:rPr kumimoji="1" lang="zh-CN" altLang="en-US" dirty="0"/>
              <a:t>占有并等待：哲学家占有一支筷子，并等待另外一支</a:t>
            </a:r>
            <a:endParaRPr kumimoji="1" lang="en-US" altLang="zh-CN" dirty="0"/>
          </a:p>
          <a:p>
            <a:pPr lvl="1"/>
            <a:r>
              <a:rPr kumimoji="1" lang="zh-CN" altLang="en-US" dirty="0"/>
              <a:t>非抢占：哲学家不能从别的哲学家手中抢筷子</a:t>
            </a:r>
            <a:endParaRPr kumimoji="1" lang="en-US" altLang="zh-CN" dirty="0"/>
          </a:p>
          <a:p>
            <a:pPr lvl="1"/>
            <a:r>
              <a:rPr kumimoji="1" lang="zh-CN" altLang="en-US" dirty="0"/>
              <a:t>循环等待：在五个哲学家之间形成了循环等待的情况</a:t>
            </a:r>
          </a:p>
        </p:txBody>
      </p:sp>
      <p:sp>
        <p:nvSpPr>
          <p:cNvPr id="4" name="灯片编号占位符 3">
            <a:extLst>
              <a:ext uri="{FF2B5EF4-FFF2-40B4-BE49-F238E27FC236}">
                <a16:creationId xmlns:a16="http://schemas.microsoft.com/office/drawing/2014/main" id="{44A7D22D-FE80-1D66-0E20-0D37F3DB87BA}"/>
              </a:ext>
            </a:extLst>
          </p:cNvPr>
          <p:cNvSpPr>
            <a:spLocks noGrp="1"/>
          </p:cNvSpPr>
          <p:nvPr>
            <p:ph type="sldNum" sz="quarter" idx="12"/>
          </p:nvPr>
        </p:nvSpPr>
        <p:spPr/>
        <p:txBody>
          <a:bodyPr/>
          <a:lstStyle/>
          <a:p>
            <a:fld id="{4093CC90-4002-504C-BD88-C9A1D374048E}" type="slidenum">
              <a:rPr lang="zh-CN" altLang="en-US" smtClean="0"/>
              <a:pPr/>
              <a:t>19</a:t>
            </a:fld>
            <a:endParaRPr lang="zh-CN" altLang="en-US" dirty="0"/>
          </a:p>
        </p:txBody>
      </p:sp>
    </p:spTree>
    <p:extLst>
      <p:ext uri="{BB962C8B-B14F-4D97-AF65-F5344CB8AC3E}">
        <p14:creationId xmlns:p14="http://schemas.microsoft.com/office/powerpoint/2010/main" val="3886425286"/>
      </p:ext>
    </p:extLst>
  </p:cSld>
  <p:clrMapOvr>
    <a:masterClrMapping/>
  </p:clrMapOvr>
  <p:transition spd="med">
    <p:zoom/>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059A347-F840-7188-C9DC-14EB56064636}"/>
              </a:ext>
            </a:extLst>
          </p:cNvPr>
          <p:cNvSpPr>
            <a:spLocks noGrp="1"/>
          </p:cNvSpPr>
          <p:nvPr>
            <p:ph type="title"/>
          </p:nvPr>
        </p:nvSpPr>
        <p:spPr/>
        <p:txBody>
          <a:bodyPr/>
          <a:lstStyle/>
          <a:p>
            <a:r>
              <a:rPr kumimoji="1" lang="zh-CN" altLang="en-US" dirty="0"/>
              <a:t>哲学家进餐问题</a:t>
            </a:r>
          </a:p>
        </p:txBody>
      </p:sp>
      <p:sp>
        <p:nvSpPr>
          <p:cNvPr id="3" name="内容占位符 2">
            <a:extLst>
              <a:ext uri="{FF2B5EF4-FFF2-40B4-BE49-F238E27FC236}">
                <a16:creationId xmlns:a16="http://schemas.microsoft.com/office/drawing/2014/main" id="{FCCC6708-ACA9-CECD-0F9A-2C2331EBFAC2}"/>
              </a:ext>
            </a:extLst>
          </p:cNvPr>
          <p:cNvSpPr>
            <a:spLocks noGrp="1"/>
          </p:cNvSpPr>
          <p:nvPr>
            <p:ph idx="1"/>
          </p:nvPr>
        </p:nvSpPr>
        <p:spPr/>
        <p:txBody>
          <a:bodyPr/>
          <a:lstStyle/>
          <a:p>
            <a:r>
              <a:rPr kumimoji="1" lang="zh-CN" altLang="en-US" dirty="0"/>
              <a:t>预防死锁</a:t>
            </a:r>
            <a:endParaRPr kumimoji="1" lang="en-US" altLang="zh-CN" dirty="0"/>
          </a:p>
          <a:p>
            <a:pPr lvl="1"/>
            <a:r>
              <a:rPr kumimoji="1" lang="zh-CN" altLang="en-US" dirty="0"/>
              <a:t>破坏占有并等待</a:t>
            </a:r>
          </a:p>
        </p:txBody>
      </p:sp>
      <p:sp>
        <p:nvSpPr>
          <p:cNvPr id="4" name="灯片编号占位符 3">
            <a:extLst>
              <a:ext uri="{FF2B5EF4-FFF2-40B4-BE49-F238E27FC236}">
                <a16:creationId xmlns:a16="http://schemas.microsoft.com/office/drawing/2014/main" id="{0D629D39-7FCE-596A-084D-2C72590BF735}"/>
              </a:ext>
            </a:extLst>
          </p:cNvPr>
          <p:cNvSpPr>
            <a:spLocks noGrp="1"/>
          </p:cNvSpPr>
          <p:nvPr>
            <p:ph type="sldNum" sz="quarter" idx="12"/>
          </p:nvPr>
        </p:nvSpPr>
        <p:spPr/>
        <p:txBody>
          <a:bodyPr/>
          <a:lstStyle/>
          <a:p>
            <a:fld id="{4093CC90-4002-504C-BD88-C9A1D374048E}" type="slidenum">
              <a:rPr lang="zh-CN" altLang="en-US" smtClean="0"/>
              <a:pPr/>
              <a:t>20</a:t>
            </a:fld>
            <a:endParaRPr lang="zh-CN" altLang="en-US" dirty="0"/>
          </a:p>
        </p:txBody>
      </p:sp>
      <p:pic>
        <p:nvPicPr>
          <p:cNvPr id="5" name="图片 4">
            <a:extLst>
              <a:ext uri="{FF2B5EF4-FFF2-40B4-BE49-F238E27FC236}">
                <a16:creationId xmlns:a16="http://schemas.microsoft.com/office/drawing/2014/main" id="{9D2C5A5D-84B2-CB4B-F1FA-3C3899785784}"/>
              </a:ext>
            </a:extLst>
          </p:cNvPr>
          <p:cNvPicPr>
            <a:picLocks noChangeAspect="1"/>
          </p:cNvPicPr>
          <p:nvPr/>
        </p:nvPicPr>
        <p:blipFill>
          <a:blip r:embed="rId2"/>
          <a:stretch>
            <a:fillRect/>
          </a:stretch>
        </p:blipFill>
        <p:spPr>
          <a:xfrm>
            <a:off x="1367685" y="2371508"/>
            <a:ext cx="6807310" cy="3953092"/>
          </a:xfrm>
          <a:prstGeom prst="rect">
            <a:avLst/>
          </a:prstGeom>
        </p:spPr>
      </p:pic>
    </p:spTree>
    <p:extLst>
      <p:ext uri="{BB962C8B-B14F-4D97-AF65-F5344CB8AC3E}">
        <p14:creationId xmlns:p14="http://schemas.microsoft.com/office/powerpoint/2010/main" val="384792915"/>
      </p:ext>
    </p:extLst>
  </p:cSld>
  <p:clrMapOvr>
    <a:masterClrMapping/>
  </p:clrMapOvr>
  <p:transition spd="med">
    <p:zoom/>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Rectangle 2">
            <a:extLst>
              <a:ext uri="{FF2B5EF4-FFF2-40B4-BE49-F238E27FC236}">
                <a16:creationId xmlns:a16="http://schemas.microsoft.com/office/drawing/2014/main" id="{C39629B7-B80B-51C0-0DA9-B93C0939075E}"/>
              </a:ext>
            </a:extLst>
          </p:cNvPr>
          <p:cNvSpPr>
            <a:spLocks noGrp="1" noChangeArrowheads="1"/>
          </p:cNvSpPr>
          <p:nvPr>
            <p:ph type="title"/>
          </p:nvPr>
        </p:nvSpPr>
        <p:spPr>
          <a:xfrm>
            <a:off x="1042988" y="225431"/>
            <a:ext cx="7850187" cy="746125"/>
          </a:xfrm>
        </p:spPr>
        <p:txBody>
          <a:bodyPr/>
          <a:lstStyle/>
          <a:p>
            <a:r>
              <a:rPr lang="zh-CN" altLang="en-US"/>
              <a:t>死锁的避免</a:t>
            </a:r>
          </a:p>
        </p:txBody>
      </p:sp>
      <p:sp>
        <p:nvSpPr>
          <p:cNvPr id="40962" name="Rectangle 3">
            <a:extLst>
              <a:ext uri="{FF2B5EF4-FFF2-40B4-BE49-F238E27FC236}">
                <a16:creationId xmlns:a16="http://schemas.microsoft.com/office/drawing/2014/main" id="{50872661-DF74-C3A1-A764-54254D47D07B}"/>
              </a:ext>
            </a:extLst>
          </p:cNvPr>
          <p:cNvSpPr>
            <a:spLocks noGrp="1" noChangeArrowheads="1"/>
          </p:cNvSpPr>
          <p:nvPr>
            <p:ph idx="1"/>
          </p:nvPr>
        </p:nvSpPr>
        <p:spPr>
          <a:xfrm>
            <a:off x="935038" y="1233488"/>
            <a:ext cx="7772400" cy="4895850"/>
          </a:xfrm>
        </p:spPr>
        <p:txBody>
          <a:bodyPr/>
          <a:lstStyle/>
          <a:p>
            <a:r>
              <a:rPr lang="zh-CN" altLang="en-US"/>
              <a:t>死锁的避免是在资源的动态分配过程中，用某种方法防止系统进入不安全状态，从而避免死锁的发生。</a:t>
            </a:r>
          </a:p>
          <a:p>
            <a:r>
              <a:rPr lang="zh-CN" altLang="en-US"/>
              <a:t>特点：以较弱的限制获得较高的利用率，但实现有一定难度。</a:t>
            </a:r>
          </a:p>
        </p:txBody>
      </p:sp>
      <p:sp>
        <p:nvSpPr>
          <p:cNvPr id="2" name="灯片编号占位符 1">
            <a:extLst>
              <a:ext uri="{FF2B5EF4-FFF2-40B4-BE49-F238E27FC236}">
                <a16:creationId xmlns:a16="http://schemas.microsoft.com/office/drawing/2014/main" id="{A3ABF4B2-BB53-A02A-E7BA-FF31E8A5FD1E}"/>
              </a:ext>
            </a:extLst>
          </p:cNvPr>
          <p:cNvSpPr>
            <a:spLocks noGrp="1"/>
          </p:cNvSpPr>
          <p:nvPr>
            <p:ph type="sldNum" sz="quarter" idx="12"/>
          </p:nvPr>
        </p:nvSpPr>
        <p:spPr>
          <a:xfrm>
            <a:off x="6781800" y="6324600"/>
            <a:ext cx="1905000" cy="457200"/>
          </a:xfrm>
        </p:spPr>
        <p:txBody>
          <a:bodyPr/>
          <a:lstStyle/>
          <a:p>
            <a:fld id="{4093CC90-4002-504C-BD88-C9A1D374048E}" type="slidenum">
              <a:rPr lang="zh-CN" altLang="en-US" smtClean="0"/>
              <a:pPr/>
              <a:t>21</a:t>
            </a:fld>
            <a:endParaRPr lang="zh-CN" altLang="en-US" dirty="0"/>
          </a:p>
        </p:txBody>
      </p:sp>
    </p:spTree>
  </p:cSld>
  <p:clrMapOvr>
    <a:masterClrMapping/>
  </p:clrMapOvr>
  <p:transition spd="med">
    <p:zoom/>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Rectangle 2">
            <a:extLst>
              <a:ext uri="{FF2B5EF4-FFF2-40B4-BE49-F238E27FC236}">
                <a16:creationId xmlns:a16="http://schemas.microsoft.com/office/drawing/2014/main" id="{2773A43B-A58D-6D96-793E-B26C94A87041}"/>
              </a:ext>
            </a:extLst>
          </p:cNvPr>
          <p:cNvSpPr>
            <a:spLocks noGrp="1" noChangeArrowheads="1"/>
          </p:cNvSpPr>
          <p:nvPr>
            <p:ph type="title"/>
          </p:nvPr>
        </p:nvSpPr>
        <p:spPr>
          <a:xfrm>
            <a:off x="1042988" y="225431"/>
            <a:ext cx="7850187" cy="746125"/>
          </a:xfrm>
        </p:spPr>
        <p:txBody>
          <a:bodyPr/>
          <a:lstStyle/>
          <a:p>
            <a:r>
              <a:rPr lang="zh-CN" altLang="en-US"/>
              <a:t>安全状态</a:t>
            </a:r>
          </a:p>
        </p:txBody>
      </p:sp>
      <p:sp>
        <p:nvSpPr>
          <p:cNvPr id="257027" name="Rectangle 3">
            <a:extLst>
              <a:ext uri="{FF2B5EF4-FFF2-40B4-BE49-F238E27FC236}">
                <a16:creationId xmlns:a16="http://schemas.microsoft.com/office/drawing/2014/main" id="{1B7E18FF-925D-798F-ECED-A2BFC9917BB6}"/>
              </a:ext>
            </a:extLst>
          </p:cNvPr>
          <p:cNvSpPr>
            <a:spLocks noGrp="1" noChangeArrowheads="1"/>
          </p:cNvSpPr>
          <p:nvPr>
            <p:ph idx="1"/>
          </p:nvPr>
        </p:nvSpPr>
        <p:spPr>
          <a:xfrm>
            <a:off x="935038" y="1233488"/>
            <a:ext cx="7772400" cy="4895850"/>
          </a:xfrm>
        </p:spPr>
        <p:txBody>
          <a:bodyPr>
            <a:normAutofit lnSpcReduction="10000"/>
          </a:bodyPr>
          <a:lstStyle/>
          <a:p>
            <a:r>
              <a:rPr lang="zh-CN" altLang="en-US" b="1" dirty="0">
                <a:solidFill>
                  <a:srgbClr val="FF0000"/>
                </a:solidFill>
              </a:rPr>
              <a:t>安全状态</a:t>
            </a:r>
            <a:r>
              <a:rPr lang="zh-CN" altLang="en-US" dirty="0"/>
              <a:t>是指系统能按某种顺序如&lt; </a:t>
            </a:r>
            <a:r>
              <a:rPr lang="en-US" altLang="zh-CN" dirty="0"/>
              <a:t>P</a:t>
            </a:r>
            <a:r>
              <a:rPr lang="en-US" altLang="zh-CN" baseline="-25000" dirty="0"/>
              <a:t>1</a:t>
            </a:r>
            <a:r>
              <a:rPr lang="en-US" altLang="zh-CN" dirty="0"/>
              <a:t>、P</a:t>
            </a:r>
            <a:r>
              <a:rPr lang="en-US" altLang="zh-CN" baseline="-25000" dirty="0"/>
              <a:t>2</a:t>
            </a:r>
            <a:r>
              <a:rPr lang="en-US" altLang="zh-CN" dirty="0"/>
              <a:t>… 、</a:t>
            </a:r>
            <a:r>
              <a:rPr lang="en-US" altLang="zh-CN" dirty="0" err="1"/>
              <a:t>P</a:t>
            </a:r>
            <a:r>
              <a:rPr lang="en-US" altLang="zh-CN" baseline="-25000" dirty="0" err="1"/>
              <a:t>n</a:t>
            </a:r>
            <a:r>
              <a:rPr lang="en-US" altLang="zh-CN" dirty="0"/>
              <a:t>&gt;</a:t>
            </a:r>
            <a:r>
              <a:rPr lang="zh-CN" altLang="en-US" dirty="0"/>
              <a:t>来为每个进程分配其所需的资源，直至最大需求，使每个进程都可以顺利完成，则称此时的系统状态为安全状态，称序列&lt; </a:t>
            </a:r>
            <a:r>
              <a:rPr lang="en-US" altLang="zh-CN" dirty="0"/>
              <a:t>P</a:t>
            </a:r>
            <a:r>
              <a:rPr lang="en-US" altLang="zh-CN" baseline="-25000" dirty="0"/>
              <a:t>1</a:t>
            </a:r>
            <a:r>
              <a:rPr lang="zh-CN" altLang="en-US" dirty="0"/>
              <a:t>、</a:t>
            </a:r>
            <a:r>
              <a:rPr lang="en-US" altLang="zh-CN" dirty="0"/>
              <a:t>P</a:t>
            </a:r>
            <a:r>
              <a:rPr lang="en-US" altLang="zh-CN" baseline="-25000" dirty="0"/>
              <a:t>2</a:t>
            </a:r>
            <a:r>
              <a:rPr lang="en-US" altLang="zh-CN" dirty="0"/>
              <a:t>、…、</a:t>
            </a:r>
            <a:r>
              <a:rPr lang="en-US" altLang="zh-CN" dirty="0" err="1"/>
              <a:t>P</a:t>
            </a:r>
            <a:r>
              <a:rPr lang="en-US" altLang="zh-CN" baseline="-25000" dirty="0" err="1"/>
              <a:t>n</a:t>
            </a:r>
            <a:r>
              <a:rPr lang="en-US" altLang="zh-CN" dirty="0"/>
              <a:t> &gt;</a:t>
            </a:r>
            <a:r>
              <a:rPr lang="zh-CN" altLang="en-US" dirty="0"/>
              <a:t>为安全序列。</a:t>
            </a:r>
            <a:endParaRPr lang="en-US" altLang="zh-CN" dirty="0"/>
          </a:p>
          <a:p>
            <a:r>
              <a:rPr lang="zh-CN" altLang="en-US" dirty="0"/>
              <a:t>若不存在一个安全序列，则称系统状态为</a:t>
            </a:r>
            <a:r>
              <a:rPr lang="zh-CN" altLang="en-US" dirty="0">
                <a:solidFill>
                  <a:srgbClr val="FF0000"/>
                </a:solidFill>
              </a:rPr>
              <a:t>不安全状态</a:t>
            </a:r>
            <a:r>
              <a:rPr lang="zh-CN" altLang="en-US" dirty="0"/>
              <a:t>。</a:t>
            </a:r>
            <a:endParaRPr lang="en-US" altLang="zh-CN" dirty="0"/>
          </a:p>
          <a:p>
            <a:r>
              <a:rPr lang="zh-CN" altLang="en-US" dirty="0">
                <a:latin typeface="宋体" panose="02010600030101010101" pitchFamily="2" charset="-122"/>
                <a:sym typeface="Symbol" pitchFamily="2" charset="2"/>
              </a:rPr>
              <a:t>安全状态不是死锁状态，</a:t>
            </a:r>
            <a:r>
              <a:rPr lang="zh-CN" altLang="en-US" dirty="0">
                <a:sym typeface="Symbol" pitchFamily="2" charset="2"/>
              </a:rPr>
              <a:t>死锁状态是不安全状态</a:t>
            </a:r>
          </a:p>
        </p:txBody>
      </p:sp>
      <p:sp>
        <p:nvSpPr>
          <p:cNvPr id="2" name="灯片编号占位符 1">
            <a:extLst>
              <a:ext uri="{FF2B5EF4-FFF2-40B4-BE49-F238E27FC236}">
                <a16:creationId xmlns:a16="http://schemas.microsoft.com/office/drawing/2014/main" id="{E03EC137-100D-54F0-6D33-472118FF9583}"/>
              </a:ext>
            </a:extLst>
          </p:cNvPr>
          <p:cNvSpPr>
            <a:spLocks noGrp="1"/>
          </p:cNvSpPr>
          <p:nvPr>
            <p:ph type="sldNum" sz="quarter" idx="12"/>
          </p:nvPr>
        </p:nvSpPr>
        <p:spPr>
          <a:xfrm>
            <a:off x="6781800" y="6324600"/>
            <a:ext cx="1905000" cy="457200"/>
          </a:xfrm>
        </p:spPr>
        <p:txBody>
          <a:bodyPr/>
          <a:lstStyle/>
          <a:p>
            <a:fld id="{4093CC90-4002-504C-BD88-C9A1D374048E}" type="slidenum">
              <a:rPr lang="zh-CN" altLang="en-US" smtClean="0"/>
              <a:pPr/>
              <a:t>22</a:t>
            </a:fld>
            <a:endParaRPr lang="zh-CN" altLang="en-US" dirty="0"/>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257027">
                                            <p:txEl>
                                              <p:pRg st="0" end="0"/>
                                            </p:txEl>
                                          </p:spTgt>
                                        </p:tgtEl>
                                        <p:attrNameLst>
                                          <p:attrName>style.visibility</p:attrName>
                                        </p:attrNameLst>
                                      </p:cBhvr>
                                      <p:to>
                                        <p:strVal val="visible"/>
                                      </p:to>
                                    </p:set>
                                    <p:animEffect transition="in" filter="checkerboard(across)">
                                      <p:cBhvr>
                                        <p:cTn id="7" dur="500"/>
                                        <p:tgtEl>
                                          <p:spTgt spid="25702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7027"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Rectangle 2">
            <a:extLst>
              <a:ext uri="{FF2B5EF4-FFF2-40B4-BE49-F238E27FC236}">
                <a16:creationId xmlns:a16="http://schemas.microsoft.com/office/drawing/2014/main" id="{909DB3C4-D423-8D0F-7496-52AA9D224738}"/>
              </a:ext>
            </a:extLst>
          </p:cNvPr>
          <p:cNvSpPr>
            <a:spLocks noGrp="1" noChangeArrowheads="1"/>
          </p:cNvSpPr>
          <p:nvPr>
            <p:ph type="title"/>
          </p:nvPr>
        </p:nvSpPr>
        <p:spPr>
          <a:xfrm>
            <a:off x="1042988" y="225431"/>
            <a:ext cx="7850187" cy="746125"/>
          </a:xfrm>
        </p:spPr>
        <p:txBody>
          <a:bodyPr/>
          <a:lstStyle/>
          <a:p>
            <a:r>
              <a:rPr lang="zh-CN" altLang="en-US" dirty="0"/>
              <a:t>安全、不安全、死锁状态空间</a:t>
            </a:r>
          </a:p>
        </p:txBody>
      </p:sp>
      <p:sp>
        <p:nvSpPr>
          <p:cNvPr id="5" name="内容占位符 4">
            <a:extLst>
              <a:ext uri="{FF2B5EF4-FFF2-40B4-BE49-F238E27FC236}">
                <a16:creationId xmlns:a16="http://schemas.microsoft.com/office/drawing/2014/main" id="{7DCD01FE-7121-C28C-773A-53BDEB965175}"/>
              </a:ext>
            </a:extLst>
          </p:cNvPr>
          <p:cNvSpPr>
            <a:spLocks noGrp="1"/>
          </p:cNvSpPr>
          <p:nvPr>
            <p:ph idx="1"/>
          </p:nvPr>
        </p:nvSpPr>
        <p:spPr/>
        <p:txBody>
          <a:bodyPr/>
          <a:lstStyle/>
          <a:p>
            <a:endParaRPr lang="zh-CN" altLang="en-US"/>
          </a:p>
        </p:txBody>
      </p:sp>
      <p:sp>
        <p:nvSpPr>
          <p:cNvPr id="2" name="灯片编号占位符 1">
            <a:extLst>
              <a:ext uri="{FF2B5EF4-FFF2-40B4-BE49-F238E27FC236}">
                <a16:creationId xmlns:a16="http://schemas.microsoft.com/office/drawing/2014/main" id="{128B223A-BBE0-EE8D-A1B8-86FC9E233240}"/>
              </a:ext>
            </a:extLst>
          </p:cNvPr>
          <p:cNvSpPr>
            <a:spLocks noGrp="1"/>
          </p:cNvSpPr>
          <p:nvPr>
            <p:ph type="sldNum" sz="quarter" idx="12"/>
          </p:nvPr>
        </p:nvSpPr>
        <p:spPr>
          <a:xfrm>
            <a:off x="6781800" y="6324600"/>
            <a:ext cx="1905000" cy="457200"/>
          </a:xfrm>
        </p:spPr>
        <p:txBody>
          <a:bodyPr/>
          <a:lstStyle/>
          <a:p>
            <a:fld id="{4093CC90-4002-504C-BD88-C9A1D374048E}" type="slidenum">
              <a:rPr lang="zh-CN" altLang="en-US" smtClean="0"/>
              <a:pPr/>
              <a:t>23</a:t>
            </a:fld>
            <a:endParaRPr lang="zh-CN" altLang="en-US" dirty="0"/>
          </a:p>
        </p:txBody>
      </p:sp>
      <p:pic>
        <p:nvPicPr>
          <p:cNvPr id="45058" name="Picture 4">
            <a:extLst>
              <a:ext uri="{FF2B5EF4-FFF2-40B4-BE49-F238E27FC236}">
                <a16:creationId xmlns:a16="http://schemas.microsoft.com/office/drawing/2014/main" id="{832277EA-11C2-E4BC-85D8-534113D822C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10608" t="1381" r="10387" b="829"/>
          <a:stretch>
            <a:fillRect/>
          </a:stretch>
        </p:blipFill>
        <p:spPr bwMode="auto">
          <a:xfrm>
            <a:off x="1547813" y="1125538"/>
            <a:ext cx="5626100" cy="5165725"/>
          </a:xfrm>
          <a:prstGeom prst="rect">
            <a:avLst/>
          </a:prstGeom>
          <a:noFill/>
          <a:ln w="57150" cmpd="thickThin">
            <a:solidFill>
              <a:schemeClr val="tx1"/>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transition spd="med">
    <p:zoom/>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Rectangle 2">
            <a:extLst>
              <a:ext uri="{FF2B5EF4-FFF2-40B4-BE49-F238E27FC236}">
                <a16:creationId xmlns:a16="http://schemas.microsoft.com/office/drawing/2014/main" id="{A3326AE2-7A5F-03D4-786E-235B21E1CFA2}"/>
              </a:ext>
            </a:extLst>
          </p:cNvPr>
          <p:cNvSpPr>
            <a:spLocks noGrp="1" noChangeArrowheads="1"/>
          </p:cNvSpPr>
          <p:nvPr>
            <p:ph type="title"/>
          </p:nvPr>
        </p:nvSpPr>
        <p:spPr>
          <a:xfrm>
            <a:off x="1042988" y="258762"/>
            <a:ext cx="7850187" cy="746125"/>
          </a:xfrm>
        </p:spPr>
        <p:txBody>
          <a:bodyPr/>
          <a:lstStyle/>
          <a:p>
            <a:pPr eaLnBrk="1" hangingPunct="1">
              <a:lnSpc>
                <a:spcPct val="80000"/>
              </a:lnSpc>
            </a:pPr>
            <a:r>
              <a:rPr lang="zh-CN" altLang="en-US" b="1" dirty="0"/>
              <a:t>安全状态例</a:t>
            </a:r>
            <a:endParaRPr lang="en-US" altLang="zh-CN" b="1" dirty="0"/>
          </a:p>
        </p:txBody>
      </p:sp>
      <p:sp>
        <p:nvSpPr>
          <p:cNvPr id="46082" name="Rectangle 3">
            <a:extLst>
              <a:ext uri="{FF2B5EF4-FFF2-40B4-BE49-F238E27FC236}">
                <a16:creationId xmlns:a16="http://schemas.microsoft.com/office/drawing/2014/main" id="{FBC5EF1A-E236-F868-7757-31B263CC84C1}"/>
              </a:ext>
            </a:extLst>
          </p:cNvPr>
          <p:cNvSpPr>
            <a:spLocks noGrp="1" noChangeArrowheads="1"/>
          </p:cNvSpPr>
          <p:nvPr>
            <p:ph idx="1"/>
          </p:nvPr>
        </p:nvSpPr>
        <p:spPr>
          <a:xfrm>
            <a:off x="468313" y="1196975"/>
            <a:ext cx="8218487" cy="3024188"/>
          </a:xfrm>
        </p:spPr>
        <p:txBody>
          <a:bodyPr/>
          <a:lstStyle/>
          <a:p>
            <a:pPr eaLnBrk="1" hangingPunct="1"/>
            <a:r>
              <a:rPr lang="en-US" altLang="zh-CN" sz="2800"/>
              <a:t>At time T</a:t>
            </a:r>
            <a:r>
              <a:rPr lang="en-US" altLang="zh-CN" sz="2800" baseline="-25000"/>
              <a:t>0</a:t>
            </a:r>
            <a:r>
              <a:rPr lang="zh-CN" altLang="en-US" sz="2800"/>
              <a:t>，</a:t>
            </a:r>
            <a:r>
              <a:rPr lang="en-US" altLang="zh-CN" sz="2800"/>
              <a:t>there are 3 free</a:t>
            </a:r>
            <a:r>
              <a:rPr lang="zh-CN" altLang="en-US" sz="2800" baseline="-25000"/>
              <a:t>：</a:t>
            </a:r>
          </a:p>
          <a:p>
            <a:pPr eaLnBrk="1" hangingPunct="1">
              <a:buFont typeface="Wingdings" pitchFamily="2" charset="2"/>
              <a:buNone/>
            </a:pPr>
            <a:r>
              <a:rPr lang="en-US" altLang="zh-CN" sz="2400" b="1"/>
              <a:t>             </a:t>
            </a:r>
            <a:r>
              <a:rPr lang="en-US" altLang="zh-CN" sz="2800" b="1" u="sng"/>
              <a:t>Max Needs</a:t>
            </a:r>
            <a:r>
              <a:rPr lang="en-US" altLang="zh-CN" sz="2800" b="1"/>
              <a:t>       </a:t>
            </a:r>
            <a:r>
              <a:rPr lang="en-US" altLang="zh-CN" sz="2800" b="1" u="sng"/>
              <a:t>Current Needs</a:t>
            </a:r>
            <a:r>
              <a:rPr lang="en-US" altLang="zh-CN" sz="2800" b="1"/>
              <a:t>    </a:t>
            </a:r>
            <a:r>
              <a:rPr lang="en-US" altLang="zh-CN" sz="2800" b="1" u="sng"/>
              <a:t>free</a:t>
            </a:r>
          </a:p>
          <a:p>
            <a:pPr eaLnBrk="1" hangingPunct="1">
              <a:buFont typeface="Wingdings" pitchFamily="2" charset="2"/>
              <a:buNone/>
            </a:pPr>
            <a:r>
              <a:rPr lang="en-US" altLang="zh-CN" sz="2800" b="1"/>
              <a:t>  P0           10                           5                3</a:t>
            </a:r>
          </a:p>
          <a:p>
            <a:pPr eaLnBrk="1" hangingPunct="1">
              <a:buFont typeface="Wingdings" pitchFamily="2" charset="2"/>
              <a:buNone/>
            </a:pPr>
            <a:r>
              <a:rPr lang="en-US" altLang="zh-CN" sz="2800" b="1"/>
              <a:t>  P1            4                            2</a:t>
            </a:r>
          </a:p>
          <a:p>
            <a:pPr eaLnBrk="1" hangingPunct="1">
              <a:buFont typeface="Wingdings" pitchFamily="2" charset="2"/>
              <a:buNone/>
            </a:pPr>
            <a:r>
              <a:rPr lang="en-US" altLang="zh-CN" sz="2800" b="1"/>
              <a:t>  P2            9                            7</a:t>
            </a:r>
          </a:p>
        </p:txBody>
      </p:sp>
      <p:sp>
        <p:nvSpPr>
          <p:cNvPr id="259106" name="Text Box 34">
            <a:extLst>
              <a:ext uri="{FF2B5EF4-FFF2-40B4-BE49-F238E27FC236}">
                <a16:creationId xmlns:a16="http://schemas.microsoft.com/office/drawing/2014/main" id="{D49C25E1-25C9-6FCB-F9CA-5907740C9766}"/>
              </a:ext>
            </a:extLst>
          </p:cNvPr>
          <p:cNvSpPr txBox="1">
            <a:spLocks noChangeArrowheads="1"/>
          </p:cNvSpPr>
          <p:nvPr/>
        </p:nvSpPr>
        <p:spPr bwMode="auto">
          <a:xfrm>
            <a:off x="762000" y="4383088"/>
            <a:ext cx="8001000" cy="8679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90000"/>
              </a:lnSpc>
              <a:spcBef>
                <a:spcPct val="50000"/>
              </a:spcBef>
            </a:pPr>
            <a:r>
              <a:rPr lang="zh-CN" altLang="en-US" sz="2800" dirty="0"/>
              <a:t>这时</a:t>
            </a:r>
            <a:r>
              <a:rPr lang="en-US" altLang="zh-CN" sz="2800" dirty="0"/>
              <a:t>P1</a:t>
            </a:r>
            <a:r>
              <a:rPr lang="zh-CN" altLang="en-US" sz="2800" dirty="0"/>
              <a:t>可立即得到需要的所有资源，并能将资源归还。</a:t>
            </a:r>
          </a:p>
        </p:txBody>
      </p:sp>
      <p:sp>
        <p:nvSpPr>
          <p:cNvPr id="2" name="灯片编号占位符 1">
            <a:extLst>
              <a:ext uri="{FF2B5EF4-FFF2-40B4-BE49-F238E27FC236}">
                <a16:creationId xmlns:a16="http://schemas.microsoft.com/office/drawing/2014/main" id="{ECD209B3-DE54-9915-665F-049FFA9BC1EE}"/>
              </a:ext>
            </a:extLst>
          </p:cNvPr>
          <p:cNvSpPr>
            <a:spLocks noGrp="1"/>
          </p:cNvSpPr>
          <p:nvPr>
            <p:ph type="sldNum" sz="quarter" idx="12"/>
          </p:nvPr>
        </p:nvSpPr>
        <p:spPr/>
        <p:txBody>
          <a:bodyPr/>
          <a:lstStyle/>
          <a:p>
            <a:fld id="{4093CC90-4002-504C-BD88-C9A1D374048E}" type="slidenum">
              <a:rPr lang="zh-CN" altLang="en-US" smtClean="0"/>
              <a:pPr/>
              <a:t>24</a:t>
            </a:fld>
            <a:endParaRPr lang="zh-CN" altLang="en-US" dirty="0"/>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259106"/>
                                        </p:tgtEl>
                                        <p:attrNameLst>
                                          <p:attrName>style.visibility</p:attrName>
                                        </p:attrNameLst>
                                      </p:cBhvr>
                                      <p:to>
                                        <p:strVal val="visible"/>
                                      </p:to>
                                    </p:set>
                                    <p:animEffect transition="in" filter="checkerboard(across)">
                                      <p:cBhvr>
                                        <p:cTn id="7" dur="500"/>
                                        <p:tgtEl>
                                          <p:spTgt spid="2591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9106" grpId="0"/>
    </p:bldLst>
  </p:timing>
</p:sld>
</file>

<file path=ppt/slides/slide2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7105" name="Rectangle 2">
            <a:extLst>
              <a:ext uri="{FF2B5EF4-FFF2-40B4-BE49-F238E27FC236}">
                <a16:creationId xmlns:a16="http://schemas.microsoft.com/office/drawing/2014/main" id="{4903263B-114F-9E7C-1749-DA576418BF09}"/>
              </a:ext>
            </a:extLst>
          </p:cNvPr>
          <p:cNvSpPr>
            <a:spLocks noGrp="1" noChangeArrowheads="1"/>
          </p:cNvSpPr>
          <p:nvPr>
            <p:ph type="title"/>
          </p:nvPr>
        </p:nvSpPr>
        <p:spPr/>
        <p:txBody>
          <a:bodyPr/>
          <a:lstStyle/>
          <a:p>
            <a:pPr eaLnBrk="1" hangingPunct="1">
              <a:lnSpc>
                <a:spcPct val="90000"/>
              </a:lnSpc>
            </a:pPr>
            <a:r>
              <a:rPr lang="zh-CN" altLang="en-US" b="1" dirty="0"/>
              <a:t>安全状态例</a:t>
            </a:r>
          </a:p>
        </p:txBody>
      </p:sp>
      <p:sp>
        <p:nvSpPr>
          <p:cNvPr id="260099" name="Rectangle 3">
            <a:extLst>
              <a:ext uri="{FF2B5EF4-FFF2-40B4-BE49-F238E27FC236}">
                <a16:creationId xmlns:a16="http://schemas.microsoft.com/office/drawing/2014/main" id="{E253FE72-0AB3-4796-D930-56792B0E4610}"/>
              </a:ext>
            </a:extLst>
          </p:cNvPr>
          <p:cNvSpPr>
            <a:spLocks noGrp="1" noChangeArrowheads="1"/>
          </p:cNvSpPr>
          <p:nvPr>
            <p:ph idx="1"/>
          </p:nvPr>
        </p:nvSpPr>
        <p:spPr>
          <a:xfrm>
            <a:off x="590550" y="1268413"/>
            <a:ext cx="8229600" cy="4465637"/>
          </a:xfrm>
        </p:spPr>
        <p:txBody>
          <a:bodyPr/>
          <a:lstStyle/>
          <a:p>
            <a:pPr eaLnBrk="1" hangingPunct="1">
              <a:buFont typeface="Wingdings" pitchFamily="2" charset="2"/>
              <a:buNone/>
            </a:pPr>
            <a:r>
              <a:rPr lang="en-US" altLang="zh-CN" sz="2400" b="1" dirty="0"/>
              <a:t>             </a:t>
            </a:r>
            <a:r>
              <a:rPr lang="en-US" altLang="zh-CN" sz="2800" b="1" u="sng" dirty="0"/>
              <a:t>Max Needs</a:t>
            </a:r>
            <a:r>
              <a:rPr lang="en-US" altLang="zh-CN" sz="2800" b="1" dirty="0"/>
              <a:t>       </a:t>
            </a:r>
            <a:r>
              <a:rPr lang="en-US" altLang="zh-CN" sz="2800" b="1" u="sng" dirty="0"/>
              <a:t>Current Needs</a:t>
            </a:r>
            <a:r>
              <a:rPr lang="en-US" altLang="zh-CN" sz="2800" b="1" dirty="0"/>
              <a:t>    </a:t>
            </a:r>
            <a:r>
              <a:rPr lang="en-US" altLang="zh-CN" sz="2800" b="1" u="sng" dirty="0"/>
              <a:t>free</a:t>
            </a:r>
          </a:p>
          <a:p>
            <a:pPr eaLnBrk="1" hangingPunct="1">
              <a:buFont typeface="Wingdings" pitchFamily="2" charset="2"/>
              <a:buNone/>
            </a:pPr>
            <a:r>
              <a:rPr lang="en-US" altLang="zh-CN" sz="2800" b="1" dirty="0"/>
              <a:t>  P0           10                          5                 5</a:t>
            </a:r>
          </a:p>
          <a:p>
            <a:pPr eaLnBrk="1" hangingPunct="1">
              <a:buFont typeface="Wingdings" pitchFamily="2" charset="2"/>
              <a:buNone/>
            </a:pPr>
            <a:r>
              <a:rPr lang="en-US" altLang="zh-CN" sz="2800" b="1" dirty="0"/>
              <a:t>  </a:t>
            </a:r>
            <a:r>
              <a:rPr lang="en-US" altLang="zh-CN" sz="2800" b="1" dirty="0">
                <a:solidFill>
                  <a:schemeClr val="hlink"/>
                </a:solidFill>
              </a:rPr>
              <a:t>P1            4                           2</a:t>
            </a:r>
          </a:p>
          <a:p>
            <a:pPr eaLnBrk="1" hangingPunct="1">
              <a:buFont typeface="Wingdings" pitchFamily="2" charset="2"/>
              <a:buNone/>
            </a:pPr>
            <a:r>
              <a:rPr lang="en-US" altLang="zh-CN" sz="2800" b="1" dirty="0"/>
              <a:t>  P2            9                           7</a:t>
            </a:r>
          </a:p>
          <a:p>
            <a:pPr eaLnBrk="1" hangingPunct="1"/>
            <a:endParaRPr lang="zh-CN" altLang="en-US" sz="2800" dirty="0">
              <a:solidFill>
                <a:srgbClr val="9900CC"/>
              </a:solidFill>
            </a:endParaRPr>
          </a:p>
          <a:p>
            <a:pPr eaLnBrk="1" hangingPunct="1"/>
            <a:r>
              <a:rPr lang="zh-CN" altLang="en-US" sz="2800" dirty="0"/>
              <a:t>接着</a:t>
            </a:r>
            <a:r>
              <a:rPr lang="en-US" altLang="zh-CN" sz="2800" dirty="0"/>
              <a:t>P0</a:t>
            </a:r>
            <a:r>
              <a:rPr lang="zh-CN" altLang="en-US" sz="2800" dirty="0"/>
              <a:t>可得到需要的所有资源，并能将资源归还。</a:t>
            </a:r>
          </a:p>
        </p:txBody>
      </p:sp>
      <p:sp>
        <p:nvSpPr>
          <p:cNvPr id="2" name="灯片编号占位符 1">
            <a:extLst>
              <a:ext uri="{FF2B5EF4-FFF2-40B4-BE49-F238E27FC236}">
                <a16:creationId xmlns:a16="http://schemas.microsoft.com/office/drawing/2014/main" id="{26B404E3-C864-6042-6BA3-8BFC48038D8D}"/>
              </a:ext>
            </a:extLst>
          </p:cNvPr>
          <p:cNvSpPr>
            <a:spLocks noGrp="1"/>
          </p:cNvSpPr>
          <p:nvPr>
            <p:ph type="sldNum" sz="quarter" idx="12"/>
          </p:nvPr>
        </p:nvSpPr>
        <p:spPr/>
        <p:txBody>
          <a:bodyPr/>
          <a:lstStyle/>
          <a:p>
            <a:fld id="{4093CC90-4002-504C-BD88-C9A1D374048E}" type="slidenum">
              <a:rPr lang="zh-CN" altLang="en-US" smtClean="0"/>
              <a:pPr/>
              <a:t>25</a:t>
            </a:fld>
            <a:endParaRPr lang="zh-CN" altLang="en-US" dirty="0"/>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260099">
                                            <p:txEl>
                                              <p:pRg st="5" end="5"/>
                                            </p:txEl>
                                          </p:spTgt>
                                        </p:tgtEl>
                                        <p:attrNameLst>
                                          <p:attrName>style.visibility</p:attrName>
                                        </p:attrNameLst>
                                      </p:cBhvr>
                                      <p:to>
                                        <p:strVal val="visible"/>
                                      </p:to>
                                    </p:set>
                                    <p:animEffect transition="in" filter="checkerboard(across)">
                                      <p:cBhvr>
                                        <p:cTn id="7" dur="500"/>
                                        <p:tgtEl>
                                          <p:spTgt spid="260099">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8129" name="Rectangle 2">
            <a:extLst>
              <a:ext uri="{FF2B5EF4-FFF2-40B4-BE49-F238E27FC236}">
                <a16:creationId xmlns:a16="http://schemas.microsoft.com/office/drawing/2014/main" id="{60C97DEE-B962-E938-7CB0-80DC08A0AE34}"/>
              </a:ext>
            </a:extLst>
          </p:cNvPr>
          <p:cNvSpPr>
            <a:spLocks noGrp="1" noChangeArrowheads="1"/>
          </p:cNvSpPr>
          <p:nvPr>
            <p:ph type="title"/>
          </p:nvPr>
        </p:nvSpPr>
        <p:spPr/>
        <p:txBody>
          <a:bodyPr/>
          <a:lstStyle/>
          <a:p>
            <a:pPr eaLnBrk="1" hangingPunct="1">
              <a:lnSpc>
                <a:spcPct val="90000"/>
              </a:lnSpc>
            </a:pPr>
            <a:r>
              <a:rPr lang="zh-CN" altLang="en-US" b="1" dirty="0"/>
              <a:t>安全状态例</a:t>
            </a:r>
          </a:p>
        </p:txBody>
      </p:sp>
      <p:sp>
        <p:nvSpPr>
          <p:cNvPr id="330755" name="Rectangle 3">
            <a:extLst>
              <a:ext uri="{FF2B5EF4-FFF2-40B4-BE49-F238E27FC236}">
                <a16:creationId xmlns:a16="http://schemas.microsoft.com/office/drawing/2014/main" id="{8303D71D-3C74-B407-5517-535D29C8EB4E}"/>
              </a:ext>
            </a:extLst>
          </p:cNvPr>
          <p:cNvSpPr>
            <a:spLocks noGrp="1" noChangeArrowheads="1"/>
          </p:cNvSpPr>
          <p:nvPr>
            <p:ph idx="1"/>
          </p:nvPr>
        </p:nvSpPr>
        <p:spPr>
          <a:xfrm>
            <a:off x="519113" y="1125538"/>
            <a:ext cx="8445500" cy="5327650"/>
          </a:xfrm>
        </p:spPr>
        <p:txBody>
          <a:bodyPr/>
          <a:lstStyle/>
          <a:p>
            <a:pPr eaLnBrk="1" hangingPunct="1">
              <a:lnSpc>
                <a:spcPct val="100000"/>
              </a:lnSpc>
              <a:buFont typeface="Wingdings" pitchFamily="2" charset="2"/>
              <a:buNone/>
            </a:pPr>
            <a:r>
              <a:rPr lang="en-US" altLang="zh-CN" sz="2400" b="1" dirty="0"/>
              <a:t>             </a:t>
            </a:r>
            <a:r>
              <a:rPr lang="en-US" altLang="zh-CN" sz="2800" b="1" u="sng" dirty="0"/>
              <a:t>Max Needs</a:t>
            </a:r>
            <a:r>
              <a:rPr lang="en-US" altLang="zh-CN" sz="2800" b="1" dirty="0"/>
              <a:t>       </a:t>
            </a:r>
            <a:r>
              <a:rPr lang="en-US" altLang="zh-CN" sz="2800" b="1" u="sng" dirty="0"/>
              <a:t>Current Needs</a:t>
            </a:r>
            <a:r>
              <a:rPr lang="en-US" altLang="zh-CN" sz="2800" b="1" dirty="0"/>
              <a:t>    </a:t>
            </a:r>
            <a:r>
              <a:rPr lang="en-US" altLang="zh-CN" sz="2800" b="1" u="sng" dirty="0"/>
              <a:t>free</a:t>
            </a:r>
          </a:p>
          <a:p>
            <a:pPr eaLnBrk="1" hangingPunct="1">
              <a:lnSpc>
                <a:spcPct val="100000"/>
              </a:lnSpc>
              <a:buFont typeface="Wingdings" pitchFamily="2" charset="2"/>
              <a:buNone/>
            </a:pPr>
            <a:r>
              <a:rPr lang="en-US" altLang="zh-CN" sz="2800" b="1" dirty="0"/>
              <a:t>  </a:t>
            </a:r>
            <a:r>
              <a:rPr lang="en-US" altLang="zh-CN" sz="2800" b="1" dirty="0">
                <a:solidFill>
                  <a:schemeClr val="hlink"/>
                </a:solidFill>
              </a:rPr>
              <a:t>P0           10                           5</a:t>
            </a:r>
            <a:r>
              <a:rPr lang="en-US" altLang="zh-CN" sz="2800" b="1" dirty="0"/>
              <a:t>                10</a:t>
            </a:r>
          </a:p>
          <a:p>
            <a:pPr eaLnBrk="1" hangingPunct="1">
              <a:lnSpc>
                <a:spcPct val="100000"/>
              </a:lnSpc>
              <a:buFont typeface="Wingdings" pitchFamily="2" charset="2"/>
              <a:buNone/>
            </a:pPr>
            <a:r>
              <a:rPr lang="en-US" altLang="zh-CN" sz="2800" b="1" dirty="0"/>
              <a:t>  </a:t>
            </a:r>
            <a:r>
              <a:rPr lang="en-US" altLang="zh-CN" sz="2800" b="1" dirty="0">
                <a:solidFill>
                  <a:schemeClr val="hlink"/>
                </a:solidFill>
              </a:rPr>
              <a:t>P1            4                            2</a:t>
            </a:r>
          </a:p>
          <a:p>
            <a:pPr eaLnBrk="1" hangingPunct="1">
              <a:lnSpc>
                <a:spcPct val="100000"/>
              </a:lnSpc>
              <a:buFont typeface="Wingdings" pitchFamily="2" charset="2"/>
              <a:buNone/>
            </a:pPr>
            <a:r>
              <a:rPr lang="en-US" altLang="zh-CN" sz="2800" b="1" dirty="0"/>
              <a:t>  P2            9                            7</a:t>
            </a:r>
          </a:p>
          <a:p>
            <a:pPr eaLnBrk="1" hangingPunct="1">
              <a:lnSpc>
                <a:spcPct val="100000"/>
              </a:lnSpc>
            </a:pPr>
            <a:endParaRPr lang="zh-CN" altLang="en-US" sz="2800" dirty="0">
              <a:solidFill>
                <a:srgbClr val="9900CC"/>
              </a:solidFill>
            </a:endParaRPr>
          </a:p>
          <a:p>
            <a:pPr eaLnBrk="1" hangingPunct="1">
              <a:lnSpc>
                <a:spcPct val="100000"/>
              </a:lnSpc>
            </a:pPr>
            <a:r>
              <a:rPr lang="zh-CN" altLang="en-US" sz="2800" dirty="0"/>
              <a:t>最后</a:t>
            </a:r>
            <a:r>
              <a:rPr lang="en-US" altLang="zh-CN" sz="2800" dirty="0"/>
              <a:t>P2</a:t>
            </a:r>
            <a:r>
              <a:rPr lang="zh-CN" altLang="en-US" sz="2800" dirty="0"/>
              <a:t>可得到需要的所有资源，并能将资源归还。</a:t>
            </a:r>
          </a:p>
          <a:p>
            <a:pPr eaLnBrk="1" hangingPunct="1">
              <a:lnSpc>
                <a:spcPct val="100000"/>
              </a:lnSpc>
            </a:pPr>
            <a:r>
              <a:rPr lang="zh-CN" altLang="en-US" sz="2800" dirty="0"/>
              <a:t>在</a:t>
            </a:r>
            <a:r>
              <a:rPr lang="en-US" altLang="zh-CN" sz="2800" dirty="0"/>
              <a:t>T0</a:t>
            </a:r>
            <a:r>
              <a:rPr lang="zh-CN" altLang="en-US" sz="2800" dirty="0"/>
              <a:t>时刻，系统状态安全。序列&lt;</a:t>
            </a:r>
            <a:r>
              <a:rPr lang="en-US" altLang="zh-CN" sz="2800" dirty="0"/>
              <a:t>P1、P0、P2&gt;</a:t>
            </a:r>
            <a:r>
              <a:rPr lang="zh-CN" altLang="en-US" sz="2800" dirty="0"/>
              <a:t>满足安全条件。</a:t>
            </a:r>
          </a:p>
          <a:p>
            <a:pPr eaLnBrk="1" hangingPunct="1">
              <a:lnSpc>
                <a:spcPct val="100000"/>
              </a:lnSpc>
              <a:buFont typeface="Wingdings" pitchFamily="2" charset="2"/>
              <a:buNone/>
            </a:pPr>
            <a:r>
              <a:rPr lang="en-US" altLang="zh-CN" sz="2800" dirty="0"/>
              <a:t>   </a:t>
            </a:r>
          </a:p>
        </p:txBody>
      </p:sp>
      <p:sp>
        <p:nvSpPr>
          <p:cNvPr id="2" name="灯片编号占位符 1">
            <a:extLst>
              <a:ext uri="{FF2B5EF4-FFF2-40B4-BE49-F238E27FC236}">
                <a16:creationId xmlns:a16="http://schemas.microsoft.com/office/drawing/2014/main" id="{6358199C-666B-6ADD-2727-ACF576FCE861}"/>
              </a:ext>
            </a:extLst>
          </p:cNvPr>
          <p:cNvSpPr>
            <a:spLocks noGrp="1"/>
          </p:cNvSpPr>
          <p:nvPr>
            <p:ph type="sldNum" sz="quarter" idx="12"/>
          </p:nvPr>
        </p:nvSpPr>
        <p:spPr/>
        <p:txBody>
          <a:bodyPr/>
          <a:lstStyle/>
          <a:p>
            <a:fld id="{4093CC90-4002-504C-BD88-C9A1D374048E}" type="slidenum">
              <a:rPr lang="zh-CN" altLang="en-US" smtClean="0"/>
              <a:pPr/>
              <a:t>26</a:t>
            </a:fld>
            <a:endParaRPr lang="zh-CN" altLang="en-US" dirty="0"/>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330755">
                                            <p:txEl>
                                              <p:pRg st="5" end="5"/>
                                            </p:txEl>
                                          </p:spTgt>
                                        </p:tgtEl>
                                        <p:attrNameLst>
                                          <p:attrName>style.visibility</p:attrName>
                                        </p:attrNameLst>
                                      </p:cBhvr>
                                      <p:to>
                                        <p:strVal val="visible"/>
                                      </p:to>
                                    </p:set>
                                    <p:animEffect transition="in" filter="checkerboard(across)">
                                      <p:cBhvr>
                                        <p:cTn id="7" dur="500"/>
                                        <p:tgtEl>
                                          <p:spTgt spid="330755">
                                            <p:txEl>
                                              <p:pRg st="5" end="5"/>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nodeType="clickEffect">
                                  <p:stCondLst>
                                    <p:cond delay="0"/>
                                  </p:stCondLst>
                                  <p:childTnLst>
                                    <p:set>
                                      <p:cBhvr>
                                        <p:cTn id="11" dur="1" fill="hold">
                                          <p:stCondLst>
                                            <p:cond delay="0"/>
                                          </p:stCondLst>
                                        </p:cTn>
                                        <p:tgtEl>
                                          <p:spTgt spid="330755">
                                            <p:txEl>
                                              <p:pRg st="6" end="6"/>
                                            </p:txEl>
                                          </p:spTgt>
                                        </p:tgtEl>
                                        <p:attrNameLst>
                                          <p:attrName>style.visibility</p:attrName>
                                        </p:attrNameLst>
                                      </p:cBhvr>
                                      <p:to>
                                        <p:strVal val="visible"/>
                                      </p:to>
                                    </p:set>
                                    <p:animEffect transition="in" filter="checkerboard(across)">
                                      <p:cBhvr>
                                        <p:cTn id="12" dur="500"/>
                                        <p:tgtEl>
                                          <p:spTgt spid="330755">
                                            <p:txEl>
                                              <p:pRg st="6" end="6"/>
                                            </p:txEl>
                                          </p:spTgt>
                                        </p:tgtEl>
                                      </p:cBhvr>
                                    </p:animEffect>
                                  </p:childTnLst>
                                </p:cTn>
                              </p:par>
                              <p:par>
                                <p:cTn id="13" presetID="5" presetClass="entr" presetSubtype="10" fill="hold" nodeType="withEffect">
                                  <p:stCondLst>
                                    <p:cond delay="0"/>
                                  </p:stCondLst>
                                  <p:childTnLst>
                                    <p:set>
                                      <p:cBhvr>
                                        <p:cTn id="14" dur="1" fill="hold">
                                          <p:stCondLst>
                                            <p:cond delay="0"/>
                                          </p:stCondLst>
                                        </p:cTn>
                                        <p:tgtEl>
                                          <p:spTgt spid="330755">
                                            <p:txEl>
                                              <p:pRg st="7" end="7"/>
                                            </p:txEl>
                                          </p:spTgt>
                                        </p:tgtEl>
                                        <p:attrNameLst>
                                          <p:attrName>style.visibility</p:attrName>
                                        </p:attrNameLst>
                                      </p:cBhvr>
                                      <p:to>
                                        <p:strVal val="visible"/>
                                      </p:to>
                                    </p:set>
                                    <p:animEffect transition="in" filter="checkerboard(across)">
                                      <p:cBhvr>
                                        <p:cTn id="15" dur="500"/>
                                        <p:tgtEl>
                                          <p:spTgt spid="330755">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Rectangle 2">
            <a:extLst>
              <a:ext uri="{FF2B5EF4-FFF2-40B4-BE49-F238E27FC236}">
                <a16:creationId xmlns:a16="http://schemas.microsoft.com/office/drawing/2014/main" id="{C650E62E-FED4-D7BC-AAE8-6D9B53B6C930}"/>
              </a:ext>
            </a:extLst>
          </p:cNvPr>
          <p:cNvSpPr>
            <a:spLocks noGrp="1" noChangeArrowheads="1"/>
          </p:cNvSpPr>
          <p:nvPr>
            <p:ph type="title"/>
          </p:nvPr>
        </p:nvSpPr>
        <p:spPr/>
        <p:txBody>
          <a:bodyPr/>
          <a:lstStyle/>
          <a:p>
            <a:pPr eaLnBrk="1" hangingPunct="1">
              <a:lnSpc>
                <a:spcPct val="90000"/>
              </a:lnSpc>
            </a:pPr>
            <a:r>
              <a:rPr lang="zh-CN" altLang="en-US" sz="4000" b="1" dirty="0"/>
              <a:t>从安全状态转换为不安全状态</a:t>
            </a:r>
            <a:endParaRPr lang="zh-CN" altLang="en-US" sz="4000" dirty="0"/>
          </a:p>
        </p:txBody>
      </p:sp>
      <p:sp>
        <p:nvSpPr>
          <p:cNvPr id="49154" name="Rectangle 3">
            <a:extLst>
              <a:ext uri="{FF2B5EF4-FFF2-40B4-BE49-F238E27FC236}">
                <a16:creationId xmlns:a16="http://schemas.microsoft.com/office/drawing/2014/main" id="{625DD7AE-FA59-49F8-E73E-55A342213390}"/>
              </a:ext>
            </a:extLst>
          </p:cNvPr>
          <p:cNvSpPr>
            <a:spLocks noGrp="1" noChangeArrowheads="1"/>
          </p:cNvSpPr>
          <p:nvPr>
            <p:ph idx="1"/>
          </p:nvPr>
        </p:nvSpPr>
        <p:spPr>
          <a:xfrm>
            <a:off x="684213" y="1052513"/>
            <a:ext cx="8220075" cy="4681537"/>
          </a:xfrm>
        </p:spPr>
        <p:txBody>
          <a:bodyPr>
            <a:normAutofit/>
          </a:bodyPr>
          <a:lstStyle/>
          <a:p>
            <a:pPr eaLnBrk="1" hangingPunct="1"/>
            <a:r>
              <a:rPr lang="zh-CN" altLang="en-US" sz="2800" dirty="0"/>
              <a:t>假设在</a:t>
            </a:r>
            <a:r>
              <a:rPr lang="en-US" altLang="zh-CN" sz="2800" dirty="0"/>
              <a:t>T1</a:t>
            </a:r>
            <a:r>
              <a:rPr lang="zh-CN" altLang="en-US" sz="2800" dirty="0"/>
              <a:t>时刻，进程</a:t>
            </a:r>
            <a:r>
              <a:rPr lang="en-US" altLang="zh-CN" sz="2800" dirty="0"/>
              <a:t>P2</a:t>
            </a:r>
            <a:r>
              <a:rPr lang="zh-CN" altLang="en-US" sz="2800" dirty="0"/>
              <a:t>申请并得到了1个资源</a:t>
            </a:r>
            <a:r>
              <a:rPr lang="en-US" altLang="zh-CN" sz="2800" dirty="0"/>
              <a:t>，</a:t>
            </a:r>
            <a:r>
              <a:rPr lang="zh-CN" altLang="en-US" sz="2800" dirty="0"/>
              <a:t>系统就不安全了。</a:t>
            </a:r>
          </a:p>
          <a:p>
            <a:pPr eaLnBrk="1" hangingPunct="1">
              <a:buFont typeface="Wingdings" pitchFamily="2" charset="2"/>
              <a:buNone/>
            </a:pPr>
            <a:r>
              <a:rPr lang="en-US" altLang="zh-CN" sz="2800" dirty="0"/>
              <a:t>   </a:t>
            </a:r>
            <a:endParaRPr lang="zh-CN" altLang="en-US" sz="2800" dirty="0"/>
          </a:p>
          <a:p>
            <a:pPr eaLnBrk="1" hangingPunct="1">
              <a:buFont typeface="Wingdings" pitchFamily="2" charset="2"/>
              <a:buNone/>
            </a:pPr>
            <a:r>
              <a:rPr lang="en-US" altLang="zh-CN" sz="2400" b="1" dirty="0"/>
              <a:t>              </a:t>
            </a:r>
            <a:r>
              <a:rPr lang="en-US" altLang="zh-CN" sz="2400" b="1" u="sng" dirty="0"/>
              <a:t>Max Needs</a:t>
            </a:r>
            <a:r>
              <a:rPr lang="en-US" altLang="zh-CN" sz="2400" b="1" dirty="0"/>
              <a:t>       </a:t>
            </a:r>
            <a:r>
              <a:rPr lang="en-US" altLang="zh-CN" sz="2400" b="1" u="sng" dirty="0"/>
              <a:t>Current Needs</a:t>
            </a:r>
            <a:r>
              <a:rPr lang="en-US" altLang="zh-CN" sz="2400" b="1" dirty="0"/>
              <a:t>    </a:t>
            </a:r>
            <a:r>
              <a:rPr lang="en-US" altLang="zh-CN" sz="2400" b="1" u="sng" dirty="0"/>
              <a:t>free</a:t>
            </a:r>
          </a:p>
          <a:p>
            <a:pPr eaLnBrk="1" hangingPunct="1">
              <a:buFont typeface="Wingdings" pitchFamily="2" charset="2"/>
              <a:buNone/>
            </a:pPr>
            <a:r>
              <a:rPr lang="en-US" altLang="zh-CN" sz="2400" b="1" dirty="0"/>
              <a:t>  P0             10                             5              2</a:t>
            </a:r>
          </a:p>
          <a:p>
            <a:pPr eaLnBrk="1" hangingPunct="1">
              <a:buFont typeface="Wingdings" pitchFamily="2" charset="2"/>
              <a:buNone/>
            </a:pPr>
            <a:r>
              <a:rPr lang="en-US" altLang="zh-CN" sz="2400" b="1" dirty="0"/>
              <a:t>  P1              4                              2</a:t>
            </a:r>
          </a:p>
          <a:p>
            <a:pPr eaLnBrk="1" hangingPunct="1">
              <a:buFont typeface="Wingdings" pitchFamily="2" charset="2"/>
              <a:buNone/>
            </a:pPr>
            <a:r>
              <a:rPr lang="en-US" altLang="zh-CN" sz="2400" b="1" dirty="0"/>
              <a:t>  P2              9                              6</a:t>
            </a:r>
            <a:endParaRPr lang="zh-CN" altLang="en-US" sz="2400" dirty="0"/>
          </a:p>
        </p:txBody>
      </p:sp>
      <p:sp>
        <p:nvSpPr>
          <p:cNvPr id="2" name="灯片编号占位符 1">
            <a:extLst>
              <a:ext uri="{FF2B5EF4-FFF2-40B4-BE49-F238E27FC236}">
                <a16:creationId xmlns:a16="http://schemas.microsoft.com/office/drawing/2014/main" id="{F8F90E4F-34F9-BA7D-66AD-1C11A4D6F375}"/>
              </a:ext>
            </a:extLst>
          </p:cNvPr>
          <p:cNvSpPr>
            <a:spLocks noGrp="1"/>
          </p:cNvSpPr>
          <p:nvPr>
            <p:ph type="sldNum" sz="quarter" idx="12"/>
          </p:nvPr>
        </p:nvSpPr>
        <p:spPr/>
        <p:txBody>
          <a:bodyPr/>
          <a:lstStyle/>
          <a:p>
            <a:fld id="{4093CC90-4002-504C-BD88-C9A1D374048E}" type="slidenum">
              <a:rPr lang="zh-CN" altLang="en-US" smtClean="0"/>
              <a:pPr/>
              <a:t>27</a:t>
            </a:fld>
            <a:endParaRPr lang="zh-CN" altLang="en-US" dirty="0"/>
          </a:p>
        </p:txBody>
      </p:sp>
    </p:spTree>
  </p:cSld>
  <p:clrMapOvr>
    <a:masterClrMapping/>
  </p:clrMapOvr>
  <p:transition spd="med">
    <p:zoom/>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Rectangle 2">
            <a:extLst>
              <a:ext uri="{FF2B5EF4-FFF2-40B4-BE49-F238E27FC236}">
                <a16:creationId xmlns:a16="http://schemas.microsoft.com/office/drawing/2014/main" id="{453D4DF7-CF21-FE59-EDCE-B8ABB748C21B}"/>
              </a:ext>
            </a:extLst>
          </p:cNvPr>
          <p:cNvSpPr>
            <a:spLocks noGrp="1" noChangeArrowheads="1"/>
          </p:cNvSpPr>
          <p:nvPr>
            <p:ph type="title"/>
          </p:nvPr>
        </p:nvSpPr>
        <p:spPr>
          <a:xfrm>
            <a:off x="1042988" y="225431"/>
            <a:ext cx="7850187" cy="746125"/>
          </a:xfrm>
        </p:spPr>
        <p:txBody>
          <a:bodyPr/>
          <a:lstStyle/>
          <a:p>
            <a:r>
              <a:rPr lang="zh-CN" altLang="en-US" dirty="0"/>
              <a:t>银行家算法</a:t>
            </a:r>
          </a:p>
        </p:txBody>
      </p:sp>
      <p:sp>
        <p:nvSpPr>
          <p:cNvPr id="331779" name="Rectangle 3">
            <a:extLst>
              <a:ext uri="{FF2B5EF4-FFF2-40B4-BE49-F238E27FC236}">
                <a16:creationId xmlns:a16="http://schemas.microsoft.com/office/drawing/2014/main" id="{722E98FD-731F-EC19-CBCA-F8E746764D38}"/>
              </a:ext>
            </a:extLst>
          </p:cNvPr>
          <p:cNvSpPr>
            <a:spLocks noGrp="1" noChangeArrowheads="1"/>
          </p:cNvSpPr>
          <p:nvPr>
            <p:ph idx="1"/>
          </p:nvPr>
        </p:nvSpPr>
        <p:spPr>
          <a:xfrm>
            <a:off x="935038" y="1233488"/>
            <a:ext cx="7772400" cy="4895850"/>
          </a:xfrm>
        </p:spPr>
        <p:txBody>
          <a:bodyPr>
            <a:normAutofit/>
          </a:bodyPr>
          <a:lstStyle/>
          <a:p>
            <a:r>
              <a:rPr lang="zh-CN" altLang="en-US" dirty="0"/>
              <a:t>最具代表性的死锁避免算法是</a:t>
            </a:r>
            <a:r>
              <a:rPr lang="en-US" altLang="zh-CN" dirty="0"/>
              <a:t>Dijkstra</a:t>
            </a:r>
            <a:r>
              <a:rPr lang="zh-CN" altLang="en-US" dirty="0"/>
              <a:t>的银行家算法。 </a:t>
            </a:r>
          </a:p>
          <a:p>
            <a:r>
              <a:rPr lang="zh-CN" altLang="en-US" dirty="0"/>
              <a:t>每一个进程必须事先声明资源最大使用量</a:t>
            </a:r>
          </a:p>
          <a:p>
            <a:r>
              <a:rPr lang="zh-CN" altLang="en-US" dirty="0"/>
              <a:t>当用户申请一组资源时，系统必须确定这些资源的分配是否仍会使系统处于安全状态，如果是就可分配资源，否则等待。</a:t>
            </a:r>
          </a:p>
        </p:txBody>
      </p:sp>
      <p:sp>
        <p:nvSpPr>
          <p:cNvPr id="2" name="灯片编号占位符 1">
            <a:extLst>
              <a:ext uri="{FF2B5EF4-FFF2-40B4-BE49-F238E27FC236}">
                <a16:creationId xmlns:a16="http://schemas.microsoft.com/office/drawing/2014/main" id="{88FC37E2-1334-C5F1-867B-19FCF30197BB}"/>
              </a:ext>
            </a:extLst>
          </p:cNvPr>
          <p:cNvSpPr>
            <a:spLocks noGrp="1"/>
          </p:cNvSpPr>
          <p:nvPr>
            <p:ph type="sldNum" sz="quarter" idx="12"/>
          </p:nvPr>
        </p:nvSpPr>
        <p:spPr>
          <a:xfrm>
            <a:off x="6781800" y="6324600"/>
            <a:ext cx="1905000" cy="457200"/>
          </a:xfrm>
        </p:spPr>
        <p:txBody>
          <a:bodyPr/>
          <a:lstStyle/>
          <a:p>
            <a:fld id="{4093CC90-4002-504C-BD88-C9A1D374048E}" type="slidenum">
              <a:rPr lang="zh-CN" altLang="en-US" smtClean="0"/>
              <a:pPr/>
              <a:t>28</a:t>
            </a:fld>
            <a:endParaRPr lang="zh-CN" altLang="en-US" dirty="0"/>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331779">
                                            <p:txEl>
                                              <p:pRg st="0" end="0"/>
                                            </p:txEl>
                                          </p:spTgt>
                                        </p:tgtEl>
                                        <p:attrNameLst>
                                          <p:attrName>style.visibility</p:attrName>
                                        </p:attrNameLst>
                                      </p:cBhvr>
                                      <p:to>
                                        <p:strVal val="visible"/>
                                      </p:to>
                                    </p:set>
                                    <p:animEffect transition="in" filter="checkerboard(across)">
                                      <p:cBhvr>
                                        <p:cTn id="7" dur="500"/>
                                        <p:tgtEl>
                                          <p:spTgt spid="33177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331779">
                                            <p:txEl>
                                              <p:pRg st="1" end="1"/>
                                            </p:txEl>
                                          </p:spTgt>
                                        </p:tgtEl>
                                        <p:attrNameLst>
                                          <p:attrName>style.visibility</p:attrName>
                                        </p:attrNameLst>
                                      </p:cBhvr>
                                      <p:to>
                                        <p:strVal val="visible"/>
                                      </p:to>
                                    </p:set>
                                    <p:animEffect transition="in" filter="checkerboard(across)">
                                      <p:cBhvr>
                                        <p:cTn id="12" dur="500"/>
                                        <p:tgtEl>
                                          <p:spTgt spid="33177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331779">
                                            <p:txEl>
                                              <p:pRg st="2" end="2"/>
                                            </p:txEl>
                                          </p:spTgt>
                                        </p:tgtEl>
                                        <p:attrNameLst>
                                          <p:attrName>style.visibility</p:attrName>
                                        </p:attrNameLst>
                                      </p:cBhvr>
                                      <p:to>
                                        <p:strVal val="visible"/>
                                      </p:to>
                                    </p:set>
                                    <p:animEffect transition="in" filter="checkerboard(across)">
                                      <p:cBhvr>
                                        <p:cTn id="17" dur="500"/>
                                        <p:tgtEl>
                                          <p:spTgt spid="331779">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Rectangle 2">
            <a:extLst>
              <a:ext uri="{FF2B5EF4-FFF2-40B4-BE49-F238E27FC236}">
                <a16:creationId xmlns:a16="http://schemas.microsoft.com/office/drawing/2014/main" id="{2D9F675B-B172-65FB-F108-10C669BE56F1}"/>
              </a:ext>
            </a:extLst>
          </p:cNvPr>
          <p:cNvSpPr>
            <a:spLocks noGrp="1" noChangeArrowheads="1"/>
          </p:cNvSpPr>
          <p:nvPr>
            <p:ph type="title"/>
          </p:nvPr>
        </p:nvSpPr>
        <p:spPr>
          <a:xfrm>
            <a:off x="1042988" y="225431"/>
            <a:ext cx="7850187" cy="746125"/>
          </a:xfrm>
        </p:spPr>
        <p:txBody>
          <a:bodyPr/>
          <a:lstStyle/>
          <a:p>
            <a:r>
              <a:rPr lang="zh-CN" altLang="en-US" dirty="0"/>
              <a:t>银行家算法的数据结构</a:t>
            </a:r>
          </a:p>
        </p:txBody>
      </p:sp>
      <p:sp>
        <p:nvSpPr>
          <p:cNvPr id="51202" name="Rectangle 3">
            <a:extLst>
              <a:ext uri="{FF2B5EF4-FFF2-40B4-BE49-F238E27FC236}">
                <a16:creationId xmlns:a16="http://schemas.microsoft.com/office/drawing/2014/main" id="{43A00C71-6C60-AF8B-E12B-BE3A2D37FFBB}"/>
              </a:ext>
            </a:extLst>
          </p:cNvPr>
          <p:cNvSpPr>
            <a:spLocks noGrp="1" noChangeArrowheads="1"/>
          </p:cNvSpPr>
          <p:nvPr>
            <p:ph idx="1"/>
          </p:nvPr>
        </p:nvSpPr>
        <p:spPr>
          <a:xfrm>
            <a:off x="935038" y="1233488"/>
            <a:ext cx="7772400" cy="4895850"/>
          </a:xfrm>
        </p:spPr>
        <p:txBody>
          <a:bodyPr>
            <a:normAutofit/>
          </a:bodyPr>
          <a:lstStyle/>
          <a:p>
            <a:r>
              <a:rPr lang="zh-CN" altLang="en-US" dirty="0"/>
              <a:t>设</a:t>
            </a:r>
            <a:r>
              <a:rPr lang="en-US" altLang="zh-CN" dirty="0"/>
              <a:t>n</a:t>
            </a:r>
            <a:r>
              <a:rPr lang="zh-CN" altLang="en-US" dirty="0"/>
              <a:t>为进程的数目，</a:t>
            </a:r>
            <a:r>
              <a:rPr lang="en-US" altLang="zh-CN" dirty="0"/>
              <a:t>m</a:t>
            </a:r>
            <a:r>
              <a:rPr lang="zh-CN" altLang="en-US" dirty="0"/>
              <a:t>为资源类型的数目</a:t>
            </a:r>
            <a:endParaRPr lang="en-US" altLang="zh-CN" dirty="0"/>
          </a:p>
          <a:p>
            <a:r>
              <a:rPr lang="zh-CN" altLang="en-US" dirty="0"/>
              <a:t>可用资源向量</a:t>
            </a:r>
            <a:r>
              <a:rPr lang="en-US" altLang="zh-CN" dirty="0"/>
              <a:t>Available</a:t>
            </a:r>
            <a:r>
              <a:rPr lang="zh-CN" altLang="en-US" dirty="0"/>
              <a:t>：长度为</a:t>
            </a:r>
            <a:r>
              <a:rPr lang="en-US" altLang="zh-CN" dirty="0"/>
              <a:t>m</a:t>
            </a:r>
            <a:r>
              <a:rPr lang="zh-CN" altLang="en-US" dirty="0"/>
              <a:t>的向量。表示每种资源的现有实例数。</a:t>
            </a:r>
          </a:p>
          <a:p>
            <a:pPr lvl="1"/>
            <a:r>
              <a:rPr lang="zh-CN" altLang="en-US" dirty="0"/>
              <a:t>如果</a:t>
            </a:r>
            <a:r>
              <a:rPr lang="en-US" altLang="zh-CN" dirty="0"/>
              <a:t>available[j]=k, </a:t>
            </a:r>
            <a:r>
              <a:rPr lang="zh-CN" altLang="en-US" dirty="0"/>
              <a:t>那么</a:t>
            </a:r>
            <a:r>
              <a:rPr lang="en-US" altLang="zh-CN" dirty="0" err="1"/>
              <a:t>R</a:t>
            </a:r>
            <a:r>
              <a:rPr lang="en-US" altLang="zh-CN" baseline="-25000" dirty="0" err="1"/>
              <a:t>j</a:t>
            </a:r>
            <a:r>
              <a:rPr lang="zh-CN" altLang="en-US" dirty="0"/>
              <a:t>类资源现在有</a:t>
            </a:r>
            <a:r>
              <a:rPr lang="en-US" altLang="zh-CN" dirty="0"/>
              <a:t>k</a:t>
            </a:r>
            <a:r>
              <a:rPr lang="zh-CN" altLang="en-US" dirty="0"/>
              <a:t>个实例。</a:t>
            </a:r>
            <a:endParaRPr lang="en-US" altLang="zh-CN" dirty="0"/>
          </a:p>
          <a:p>
            <a:r>
              <a:rPr lang="zh-CN" altLang="en-US" dirty="0"/>
              <a:t>最大需求矩阵</a:t>
            </a:r>
            <a:r>
              <a:rPr lang="en-US" altLang="zh-CN" dirty="0"/>
              <a:t>Max</a:t>
            </a:r>
            <a:r>
              <a:rPr lang="zh-CN" altLang="en-US" dirty="0"/>
              <a:t>：</a:t>
            </a:r>
            <a:r>
              <a:rPr lang="en-US" altLang="zh-CN" dirty="0" err="1"/>
              <a:t>n×m</a:t>
            </a:r>
            <a:r>
              <a:rPr lang="zh-CN" altLang="en-US" dirty="0"/>
              <a:t>的矩阵，定义了每个进程的最大需求。</a:t>
            </a:r>
          </a:p>
          <a:p>
            <a:pPr lvl="1"/>
            <a:r>
              <a:rPr lang="zh-CN" altLang="en-US" dirty="0"/>
              <a:t>如果</a:t>
            </a:r>
            <a:r>
              <a:rPr lang="en-US" altLang="zh-CN" dirty="0"/>
              <a:t>Max[</a:t>
            </a:r>
            <a:r>
              <a:rPr lang="en-US" altLang="zh-CN" dirty="0" err="1"/>
              <a:t>i,j</a:t>
            </a:r>
            <a:r>
              <a:rPr lang="en-US" altLang="zh-CN" dirty="0"/>
              <a:t>]=k,</a:t>
            </a:r>
            <a:r>
              <a:rPr lang="zh-CN" altLang="en-US" dirty="0"/>
              <a:t>那么进程</a:t>
            </a:r>
            <a:r>
              <a:rPr lang="en-US" altLang="zh-CN" dirty="0"/>
              <a:t>P</a:t>
            </a:r>
            <a:r>
              <a:rPr lang="en-US" altLang="zh-CN" baseline="-25000" dirty="0"/>
              <a:t>i</a:t>
            </a:r>
            <a:r>
              <a:rPr lang="zh-CN" altLang="en-US" dirty="0"/>
              <a:t>最多可以请求</a:t>
            </a:r>
            <a:r>
              <a:rPr lang="en-US" altLang="zh-CN" dirty="0" err="1"/>
              <a:t>R</a:t>
            </a:r>
            <a:r>
              <a:rPr lang="en-US" altLang="zh-CN" baseline="-25000" dirty="0" err="1"/>
              <a:t>j</a:t>
            </a:r>
            <a:r>
              <a:rPr lang="zh-CN" altLang="en-US" dirty="0"/>
              <a:t>类资源的</a:t>
            </a:r>
            <a:r>
              <a:rPr lang="en-US" altLang="zh-CN" dirty="0"/>
              <a:t>k</a:t>
            </a:r>
            <a:r>
              <a:rPr lang="zh-CN" altLang="en-US" dirty="0"/>
              <a:t>个实例</a:t>
            </a:r>
            <a:r>
              <a:rPr lang="en-US" altLang="zh-CN" dirty="0"/>
              <a:t>  </a:t>
            </a:r>
          </a:p>
        </p:txBody>
      </p:sp>
      <p:sp>
        <p:nvSpPr>
          <p:cNvPr id="2" name="灯片编号占位符 1">
            <a:extLst>
              <a:ext uri="{FF2B5EF4-FFF2-40B4-BE49-F238E27FC236}">
                <a16:creationId xmlns:a16="http://schemas.microsoft.com/office/drawing/2014/main" id="{B1702664-CC85-AEA9-CA72-24BCDFB2658A}"/>
              </a:ext>
            </a:extLst>
          </p:cNvPr>
          <p:cNvSpPr>
            <a:spLocks noGrp="1"/>
          </p:cNvSpPr>
          <p:nvPr>
            <p:ph type="sldNum" sz="quarter" idx="12"/>
          </p:nvPr>
        </p:nvSpPr>
        <p:spPr>
          <a:xfrm>
            <a:off x="6781800" y="6324600"/>
            <a:ext cx="1905000" cy="457200"/>
          </a:xfrm>
        </p:spPr>
        <p:txBody>
          <a:bodyPr/>
          <a:lstStyle/>
          <a:p>
            <a:fld id="{4093CC90-4002-504C-BD88-C9A1D374048E}" type="slidenum">
              <a:rPr lang="zh-CN" altLang="en-US" smtClean="0"/>
              <a:pPr/>
              <a:t>29</a:t>
            </a:fld>
            <a:endParaRPr lang="zh-CN" altLang="en-US" dirty="0"/>
          </a:p>
        </p:txBody>
      </p:sp>
    </p:spTree>
  </p:cSld>
  <p:clrMapOvr>
    <a:masterClrMapping/>
  </p:clrMapOvr>
  <p:transition spd="med">
    <p:zoom/>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CD47B09-9FA6-1466-EE34-2CCB7090904E}"/>
              </a:ext>
            </a:extLst>
          </p:cNvPr>
          <p:cNvSpPr>
            <a:spLocks noGrp="1"/>
          </p:cNvSpPr>
          <p:nvPr>
            <p:ph type="title"/>
          </p:nvPr>
        </p:nvSpPr>
        <p:spPr>
          <a:xfrm>
            <a:off x="1042988" y="225431"/>
            <a:ext cx="7850187" cy="746125"/>
          </a:xfrm>
        </p:spPr>
        <p:txBody>
          <a:bodyPr/>
          <a:lstStyle/>
          <a:p>
            <a:r>
              <a:rPr lang="zh-CN" altLang="en-US" dirty="0"/>
              <a:t>银行家算法的数据结构</a:t>
            </a:r>
          </a:p>
        </p:txBody>
      </p:sp>
      <p:sp>
        <p:nvSpPr>
          <p:cNvPr id="3" name="内容占位符 2">
            <a:extLst>
              <a:ext uri="{FF2B5EF4-FFF2-40B4-BE49-F238E27FC236}">
                <a16:creationId xmlns:a16="http://schemas.microsoft.com/office/drawing/2014/main" id="{A948B73F-2CC4-2FD0-C806-7D28CE59B077}"/>
              </a:ext>
            </a:extLst>
          </p:cNvPr>
          <p:cNvSpPr>
            <a:spLocks noGrp="1"/>
          </p:cNvSpPr>
          <p:nvPr>
            <p:ph idx="1"/>
          </p:nvPr>
        </p:nvSpPr>
        <p:spPr>
          <a:xfrm>
            <a:off x="935038" y="1233488"/>
            <a:ext cx="7772400" cy="5091112"/>
          </a:xfrm>
        </p:spPr>
        <p:txBody>
          <a:bodyPr>
            <a:normAutofit fontScale="85000" lnSpcReduction="10000"/>
          </a:bodyPr>
          <a:lstStyle/>
          <a:p>
            <a:pPr>
              <a:lnSpc>
                <a:spcPct val="120000"/>
              </a:lnSpc>
            </a:pPr>
            <a:r>
              <a:rPr lang="zh-CN" altLang="en-US" dirty="0"/>
              <a:t>分配矩阵</a:t>
            </a:r>
            <a:r>
              <a:rPr lang="en-US" altLang="zh-CN" dirty="0"/>
              <a:t>Allocation</a:t>
            </a:r>
            <a:r>
              <a:rPr lang="zh-CN" altLang="en-US" dirty="0"/>
              <a:t>： </a:t>
            </a:r>
            <a:r>
              <a:rPr lang="en-US" altLang="zh-CN" dirty="0" err="1"/>
              <a:t>n×m</a:t>
            </a:r>
            <a:r>
              <a:rPr lang="en-US" altLang="zh-CN" dirty="0"/>
              <a:t> </a:t>
            </a:r>
            <a:r>
              <a:rPr lang="zh-CN" altLang="en-US" dirty="0"/>
              <a:t>的矩阵。定义每个进程现在所分配的各类资源实例数目。</a:t>
            </a:r>
          </a:p>
          <a:p>
            <a:pPr lvl="1">
              <a:lnSpc>
                <a:spcPct val="120000"/>
              </a:lnSpc>
            </a:pPr>
            <a:r>
              <a:rPr lang="zh-CN" altLang="en-US" dirty="0"/>
              <a:t>如果</a:t>
            </a:r>
            <a:r>
              <a:rPr lang="en-US" altLang="zh-CN" dirty="0"/>
              <a:t>Allocation[</a:t>
            </a:r>
            <a:r>
              <a:rPr lang="en-US" altLang="zh-CN" dirty="0" err="1"/>
              <a:t>i,j</a:t>
            </a:r>
            <a:r>
              <a:rPr lang="en-US" altLang="zh-CN" dirty="0"/>
              <a:t>]=k,</a:t>
            </a:r>
            <a:r>
              <a:rPr lang="zh-CN" altLang="en-US" dirty="0"/>
              <a:t>那么进程</a:t>
            </a:r>
            <a:r>
              <a:rPr lang="en-US" altLang="zh-CN" dirty="0"/>
              <a:t>P</a:t>
            </a:r>
            <a:r>
              <a:rPr lang="en-US" altLang="zh-CN" baseline="-25000" dirty="0"/>
              <a:t>i</a:t>
            </a:r>
            <a:r>
              <a:rPr lang="zh-CN" altLang="en-US" dirty="0"/>
              <a:t>当前分配了</a:t>
            </a:r>
            <a:r>
              <a:rPr lang="en-US" altLang="zh-CN" dirty="0" err="1"/>
              <a:t>R</a:t>
            </a:r>
            <a:r>
              <a:rPr lang="en-US" altLang="zh-CN" baseline="-25000" dirty="0" err="1"/>
              <a:t>j</a:t>
            </a:r>
            <a:r>
              <a:rPr lang="zh-CN" altLang="en-US" dirty="0"/>
              <a:t>类资源的</a:t>
            </a:r>
            <a:r>
              <a:rPr lang="en-US" altLang="zh-CN" dirty="0"/>
              <a:t>k</a:t>
            </a:r>
            <a:r>
              <a:rPr lang="zh-CN" altLang="en-US" dirty="0"/>
              <a:t>个实例。</a:t>
            </a:r>
            <a:r>
              <a:rPr lang="en-US" altLang="zh-CN" dirty="0"/>
              <a:t> </a:t>
            </a:r>
            <a:endParaRPr lang="zh-CN" altLang="en-US" dirty="0"/>
          </a:p>
          <a:p>
            <a:pPr lvl="1">
              <a:lnSpc>
                <a:spcPct val="120000"/>
              </a:lnSpc>
            </a:pPr>
            <a:r>
              <a:rPr lang="en-US" altLang="zh-CN" dirty="0" err="1"/>
              <a:t>Allocationi</a:t>
            </a:r>
            <a:r>
              <a:rPr lang="zh-CN" altLang="en-US" dirty="0"/>
              <a:t>表示进程</a:t>
            </a:r>
            <a:r>
              <a:rPr lang="en-US" altLang="zh-CN" dirty="0"/>
              <a:t>P</a:t>
            </a:r>
            <a:r>
              <a:rPr lang="en-US" altLang="zh-CN" baseline="-25000" dirty="0"/>
              <a:t>i</a:t>
            </a:r>
            <a:r>
              <a:rPr lang="zh-CN" altLang="en-US" dirty="0"/>
              <a:t>的分配向量，由矩阵</a:t>
            </a:r>
            <a:r>
              <a:rPr lang="en-US" altLang="zh-CN" dirty="0"/>
              <a:t>Allocation</a:t>
            </a:r>
            <a:r>
              <a:rPr lang="zh-CN" altLang="en-US" dirty="0"/>
              <a:t>的第</a:t>
            </a:r>
            <a:r>
              <a:rPr lang="en-US" altLang="zh-CN" dirty="0" err="1"/>
              <a:t>i</a:t>
            </a:r>
            <a:r>
              <a:rPr lang="zh-CN" altLang="en-US" dirty="0"/>
              <a:t>行构成。</a:t>
            </a:r>
            <a:endParaRPr lang="en-US" altLang="zh-CN" dirty="0"/>
          </a:p>
          <a:p>
            <a:pPr>
              <a:lnSpc>
                <a:spcPct val="120000"/>
              </a:lnSpc>
            </a:pPr>
            <a:r>
              <a:rPr lang="zh-CN" altLang="en-US" dirty="0"/>
              <a:t>需求矩阵</a:t>
            </a:r>
            <a:r>
              <a:rPr lang="en-US" altLang="zh-CN" dirty="0"/>
              <a:t>Need</a:t>
            </a:r>
            <a:r>
              <a:rPr lang="zh-CN" altLang="en-US" dirty="0"/>
              <a:t>：</a:t>
            </a:r>
            <a:r>
              <a:rPr lang="en-US" altLang="zh-CN" dirty="0" err="1"/>
              <a:t>n×m</a:t>
            </a:r>
            <a:r>
              <a:rPr lang="en-US" altLang="zh-CN" dirty="0"/>
              <a:t> </a:t>
            </a:r>
            <a:r>
              <a:rPr lang="zh-CN" altLang="en-US" dirty="0"/>
              <a:t>的矩阵，表示每个进程还需要的资源数目。</a:t>
            </a:r>
          </a:p>
          <a:p>
            <a:pPr lvl="1">
              <a:lnSpc>
                <a:spcPct val="120000"/>
              </a:lnSpc>
            </a:pPr>
            <a:r>
              <a:rPr lang="zh-CN" altLang="en-US" dirty="0"/>
              <a:t>如果</a:t>
            </a:r>
            <a:r>
              <a:rPr lang="en-US" altLang="zh-CN" dirty="0"/>
              <a:t>Need(</a:t>
            </a:r>
            <a:r>
              <a:rPr lang="en-US" altLang="zh-CN" dirty="0" err="1"/>
              <a:t>i，j</a:t>
            </a:r>
            <a:r>
              <a:rPr lang="en-US" altLang="zh-CN" dirty="0"/>
              <a:t>)＝k，</a:t>
            </a:r>
            <a:r>
              <a:rPr lang="zh-CN" altLang="en-US" dirty="0"/>
              <a:t>表示进程</a:t>
            </a:r>
            <a:r>
              <a:rPr lang="en-US" altLang="zh-CN" dirty="0"/>
              <a:t>P</a:t>
            </a:r>
            <a:r>
              <a:rPr lang="en-US" altLang="zh-CN" baseline="-25000" dirty="0"/>
              <a:t>i</a:t>
            </a:r>
            <a:r>
              <a:rPr lang="zh-CN" altLang="en-US" dirty="0"/>
              <a:t>还需</a:t>
            </a:r>
            <a:r>
              <a:rPr lang="en-US" altLang="zh-CN" dirty="0" err="1"/>
              <a:t>R</a:t>
            </a:r>
            <a:r>
              <a:rPr lang="en-US" altLang="zh-CN" baseline="-25000" dirty="0" err="1"/>
              <a:t>j</a:t>
            </a:r>
            <a:r>
              <a:rPr lang="zh-CN" altLang="en-US" dirty="0"/>
              <a:t>类资源</a:t>
            </a:r>
            <a:r>
              <a:rPr lang="en-US" altLang="zh-CN" dirty="0"/>
              <a:t>k</a:t>
            </a:r>
            <a:r>
              <a:rPr lang="zh-CN" altLang="en-US" dirty="0"/>
              <a:t>个。</a:t>
            </a:r>
          </a:p>
          <a:p>
            <a:pPr lvl="1">
              <a:lnSpc>
                <a:spcPct val="120000"/>
              </a:lnSpc>
            </a:pPr>
            <a:r>
              <a:rPr lang="en-US" altLang="zh-CN" dirty="0" err="1"/>
              <a:t>Need</a:t>
            </a:r>
            <a:r>
              <a:rPr lang="en-US" altLang="zh-CN" baseline="-25000" dirty="0" err="1"/>
              <a:t>i</a:t>
            </a:r>
            <a:r>
              <a:rPr lang="zh-CN" altLang="en-US" dirty="0"/>
              <a:t>表示进程</a:t>
            </a:r>
            <a:r>
              <a:rPr lang="en-US" altLang="zh-CN" dirty="0"/>
              <a:t>P</a:t>
            </a:r>
            <a:r>
              <a:rPr lang="en-US" altLang="zh-CN" baseline="-25000" dirty="0"/>
              <a:t>i</a:t>
            </a:r>
            <a:r>
              <a:rPr lang="zh-CN" altLang="en-US" dirty="0"/>
              <a:t>的需求向量，由矩阵</a:t>
            </a:r>
            <a:r>
              <a:rPr lang="en-US" altLang="zh-CN" dirty="0"/>
              <a:t>Need</a:t>
            </a:r>
            <a:r>
              <a:rPr lang="zh-CN" altLang="en-US" dirty="0"/>
              <a:t>的第</a:t>
            </a:r>
            <a:r>
              <a:rPr lang="en-US" altLang="zh-CN" dirty="0" err="1"/>
              <a:t>i</a:t>
            </a:r>
            <a:r>
              <a:rPr lang="zh-CN" altLang="en-US" dirty="0"/>
              <a:t>行构成。</a:t>
            </a:r>
          </a:p>
          <a:p>
            <a:pPr lvl="1">
              <a:lnSpc>
                <a:spcPct val="120000"/>
              </a:lnSpc>
            </a:pPr>
            <a:r>
              <a:rPr lang="en-US" altLang="zh-CN" dirty="0"/>
              <a:t>Need [</a:t>
            </a:r>
            <a:r>
              <a:rPr lang="en-US" altLang="zh-CN" dirty="0" err="1"/>
              <a:t>i,j</a:t>
            </a:r>
            <a:r>
              <a:rPr lang="en-US" altLang="zh-CN" dirty="0"/>
              <a:t>] = Max[</a:t>
            </a:r>
            <a:r>
              <a:rPr lang="en-US" altLang="zh-CN" dirty="0" err="1"/>
              <a:t>i,j</a:t>
            </a:r>
            <a:r>
              <a:rPr lang="en-US" altLang="zh-CN" dirty="0"/>
              <a:t>] – Allocation [</a:t>
            </a:r>
            <a:r>
              <a:rPr lang="en-US" altLang="zh-CN" dirty="0" err="1"/>
              <a:t>i,j</a:t>
            </a:r>
            <a:r>
              <a:rPr lang="en-US" altLang="zh-CN" dirty="0"/>
              <a:t>].</a:t>
            </a:r>
            <a:endParaRPr lang="zh-CN" altLang="en-US" dirty="0"/>
          </a:p>
        </p:txBody>
      </p:sp>
      <p:sp>
        <p:nvSpPr>
          <p:cNvPr id="4" name="灯片编号占位符 3">
            <a:extLst>
              <a:ext uri="{FF2B5EF4-FFF2-40B4-BE49-F238E27FC236}">
                <a16:creationId xmlns:a16="http://schemas.microsoft.com/office/drawing/2014/main" id="{3288B2E8-FFF2-E1AA-68F0-7BC6355B9DBE}"/>
              </a:ext>
            </a:extLst>
          </p:cNvPr>
          <p:cNvSpPr>
            <a:spLocks noGrp="1"/>
          </p:cNvSpPr>
          <p:nvPr>
            <p:ph type="sldNum" sz="quarter" idx="12"/>
          </p:nvPr>
        </p:nvSpPr>
        <p:spPr>
          <a:xfrm>
            <a:off x="6781800" y="6324600"/>
            <a:ext cx="1905000" cy="457200"/>
          </a:xfrm>
        </p:spPr>
        <p:txBody>
          <a:bodyPr/>
          <a:lstStyle/>
          <a:p>
            <a:fld id="{4093CC90-4002-504C-BD88-C9A1D374048E}" type="slidenum">
              <a:rPr lang="zh-CN" altLang="en-US" smtClean="0"/>
              <a:pPr/>
              <a:t>30</a:t>
            </a:fld>
            <a:endParaRPr lang="zh-CN" altLang="en-US" dirty="0"/>
          </a:p>
        </p:txBody>
      </p:sp>
    </p:spTree>
    <p:extLst>
      <p:ext uri="{BB962C8B-B14F-4D97-AF65-F5344CB8AC3E}">
        <p14:creationId xmlns:p14="http://schemas.microsoft.com/office/powerpoint/2010/main" val="2036945406"/>
      </p:ext>
    </p:extLst>
  </p:cSld>
  <p:clrMapOvr>
    <a:masterClrMapping/>
  </p:clrMapOvr>
  <p:transition spd="med">
    <p:zoom/>
  </p:transition>
</p:sld>
</file>

<file path=ppt/slides/slide3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5297" name="Rectangle 2">
            <a:extLst>
              <a:ext uri="{FF2B5EF4-FFF2-40B4-BE49-F238E27FC236}">
                <a16:creationId xmlns:a16="http://schemas.microsoft.com/office/drawing/2014/main" id="{46D1582C-1339-FCD2-0460-C2513EE9275E}"/>
              </a:ext>
            </a:extLst>
          </p:cNvPr>
          <p:cNvSpPr>
            <a:spLocks noGrp="1" noChangeArrowheads="1"/>
          </p:cNvSpPr>
          <p:nvPr>
            <p:ph type="title"/>
          </p:nvPr>
        </p:nvSpPr>
        <p:spPr/>
        <p:txBody>
          <a:bodyPr/>
          <a:lstStyle/>
          <a:p>
            <a:pPr eaLnBrk="1" hangingPunct="1"/>
            <a:r>
              <a:rPr lang="zh-CN" altLang="en-US" sz="4000"/>
              <a:t>需求矩阵</a:t>
            </a:r>
          </a:p>
        </p:txBody>
      </p:sp>
      <p:sp>
        <p:nvSpPr>
          <p:cNvPr id="266243" name="Rectangle 3">
            <a:extLst>
              <a:ext uri="{FF2B5EF4-FFF2-40B4-BE49-F238E27FC236}">
                <a16:creationId xmlns:a16="http://schemas.microsoft.com/office/drawing/2014/main" id="{ADBE1681-723D-A24F-DF7C-DF40006311A5}"/>
              </a:ext>
            </a:extLst>
          </p:cNvPr>
          <p:cNvSpPr>
            <a:spLocks noGrp="1" noChangeArrowheads="1"/>
          </p:cNvSpPr>
          <p:nvPr>
            <p:ph idx="1"/>
          </p:nvPr>
        </p:nvSpPr>
        <p:spPr>
          <a:xfrm>
            <a:off x="611188" y="1196975"/>
            <a:ext cx="8064500" cy="5327650"/>
          </a:xfrm>
        </p:spPr>
        <p:txBody>
          <a:bodyPr/>
          <a:lstStyle/>
          <a:p>
            <a:pPr eaLnBrk="1" hangingPunct="1">
              <a:lnSpc>
                <a:spcPct val="90000"/>
              </a:lnSpc>
            </a:pPr>
            <a:r>
              <a:rPr lang="en-US" altLang="zh-CN" sz="2800" dirty="0">
                <a:latin typeface="Times New Roman" panose="02020603050405020304" pitchFamily="18" charset="0"/>
              </a:rPr>
              <a:t>Need</a:t>
            </a:r>
            <a:r>
              <a:rPr lang="zh-CN" altLang="en-US" sz="2800" dirty="0">
                <a:latin typeface="Times New Roman" panose="02020603050405020304" pitchFamily="18" charset="0"/>
              </a:rPr>
              <a:t>：</a:t>
            </a:r>
            <a:r>
              <a:rPr lang="en-US" altLang="zh-CN" sz="2800" dirty="0" err="1">
                <a:latin typeface="Times New Roman" panose="02020603050405020304" pitchFamily="18" charset="0"/>
              </a:rPr>
              <a:t>n×m</a:t>
            </a:r>
            <a:r>
              <a:rPr lang="en-US" altLang="zh-CN" sz="2800" dirty="0">
                <a:latin typeface="Times New Roman" panose="02020603050405020304" pitchFamily="18" charset="0"/>
              </a:rPr>
              <a:t> </a:t>
            </a:r>
            <a:r>
              <a:rPr lang="zh-CN" altLang="en-US" sz="2800" dirty="0">
                <a:latin typeface="Times New Roman" panose="02020603050405020304" pitchFamily="18" charset="0"/>
              </a:rPr>
              <a:t>的矩阵，表示每个进程还需要的资源数目。</a:t>
            </a:r>
          </a:p>
          <a:p>
            <a:pPr eaLnBrk="1" hangingPunct="1">
              <a:lnSpc>
                <a:spcPct val="90000"/>
              </a:lnSpc>
              <a:buFont typeface="Wingdings" pitchFamily="2" charset="2"/>
              <a:buNone/>
            </a:pPr>
            <a:r>
              <a:rPr lang="en-US" altLang="zh-CN" sz="2800" dirty="0"/>
              <a:t>   </a:t>
            </a:r>
            <a:r>
              <a:rPr lang="en-US" altLang="zh-CN" sz="2400" dirty="0"/>
              <a:t>Need:  An  </a:t>
            </a:r>
            <a:r>
              <a:rPr lang="en-US" altLang="zh-CN" sz="2400" dirty="0" err="1"/>
              <a:t>n</a:t>
            </a:r>
            <a:r>
              <a:rPr lang="en-US" altLang="zh-CN" sz="2400" dirty="0" err="1">
                <a:latin typeface="Times New Roman" panose="02020603050405020304" pitchFamily="18" charset="0"/>
              </a:rPr>
              <a:t>×</a:t>
            </a:r>
            <a:r>
              <a:rPr lang="en-US" altLang="zh-CN" sz="2400" dirty="0" err="1"/>
              <a:t>m</a:t>
            </a:r>
            <a:r>
              <a:rPr lang="en-US" altLang="zh-CN" sz="2400" dirty="0"/>
              <a:t> </a:t>
            </a:r>
            <a:r>
              <a:rPr lang="en-US" altLang="zh-CN" sz="2400" dirty="0">
                <a:latin typeface="Times New Roman" panose="02020603050405020304" pitchFamily="18" charset="0"/>
              </a:rPr>
              <a:t> </a:t>
            </a:r>
            <a:r>
              <a:rPr lang="en-US" altLang="zh-CN" sz="2400" dirty="0"/>
              <a:t>matrix indicates the remaining resource need of each process.</a:t>
            </a:r>
            <a:r>
              <a:rPr lang="zh-CN" altLang="en-US" sz="2400" dirty="0"/>
              <a:t> </a:t>
            </a:r>
          </a:p>
          <a:p>
            <a:pPr eaLnBrk="1" hangingPunct="1">
              <a:lnSpc>
                <a:spcPct val="90000"/>
              </a:lnSpc>
            </a:pPr>
            <a:r>
              <a:rPr lang="zh-CN" altLang="en-US" sz="2800" dirty="0">
                <a:latin typeface="Times New Roman" panose="02020603050405020304" pitchFamily="18" charset="0"/>
              </a:rPr>
              <a:t>如果</a:t>
            </a:r>
            <a:r>
              <a:rPr lang="en-US" altLang="zh-CN" sz="2800" dirty="0">
                <a:latin typeface="Times New Roman" panose="02020603050405020304" pitchFamily="18" charset="0"/>
              </a:rPr>
              <a:t>Need</a:t>
            </a:r>
            <a:r>
              <a:rPr lang="en-US" altLang="zh-CN" sz="2800" dirty="0"/>
              <a:t>(</a:t>
            </a:r>
            <a:r>
              <a:rPr lang="en-US" altLang="zh-CN" sz="2800" dirty="0" err="1">
                <a:latin typeface="Times New Roman" panose="02020603050405020304" pitchFamily="18" charset="0"/>
              </a:rPr>
              <a:t>i，j</a:t>
            </a:r>
            <a:r>
              <a:rPr lang="en-US" altLang="zh-CN" sz="2800" dirty="0"/>
              <a:t>)＝</a:t>
            </a:r>
            <a:r>
              <a:rPr lang="en-US" altLang="zh-CN" sz="2800" dirty="0">
                <a:latin typeface="Times New Roman" panose="02020603050405020304" pitchFamily="18" charset="0"/>
              </a:rPr>
              <a:t>k，</a:t>
            </a:r>
            <a:r>
              <a:rPr lang="zh-CN" altLang="en-US" sz="2800" dirty="0">
                <a:latin typeface="Times New Roman" panose="02020603050405020304" pitchFamily="18" charset="0"/>
              </a:rPr>
              <a:t>表示进程</a:t>
            </a:r>
            <a:r>
              <a:rPr lang="en-US" altLang="zh-CN" sz="2800" dirty="0">
                <a:latin typeface="Times New Roman" panose="02020603050405020304" pitchFamily="18" charset="0"/>
              </a:rPr>
              <a:t>P</a:t>
            </a:r>
            <a:r>
              <a:rPr lang="en-US" altLang="zh-CN" sz="2800" baseline="-30000" dirty="0">
                <a:latin typeface="Times New Roman" panose="02020603050405020304" pitchFamily="18" charset="0"/>
              </a:rPr>
              <a:t>i</a:t>
            </a:r>
            <a:r>
              <a:rPr lang="zh-CN" altLang="en-US" sz="2800" dirty="0">
                <a:latin typeface="Times New Roman" panose="02020603050405020304" pitchFamily="18" charset="0"/>
              </a:rPr>
              <a:t>还需</a:t>
            </a:r>
            <a:r>
              <a:rPr lang="en-US" altLang="zh-CN" sz="2800" dirty="0" err="1">
                <a:latin typeface="Times New Roman" panose="02020603050405020304" pitchFamily="18" charset="0"/>
              </a:rPr>
              <a:t>R</a:t>
            </a:r>
            <a:r>
              <a:rPr lang="en-US" altLang="zh-CN" sz="2800" baseline="-30000" dirty="0" err="1">
                <a:latin typeface="Times New Roman" panose="02020603050405020304" pitchFamily="18" charset="0"/>
              </a:rPr>
              <a:t>j</a:t>
            </a:r>
            <a:r>
              <a:rPr lang="zh-CN" altLang="en-US" sz="2800" dirty="0">
                <a:latin typeface="Times New Roman" panose="02020603050405020304" pitchFamily="18" charset="0"/>
              </a:rPr>
              <a:t>类资源</a:t>
            </a:r>
            <a:r>
              <a:rPr lang="en-US" altLang="zh-CN" sz="2800" dirty="0">
                <a:latin typeface="Times New Roman" panose="02020603050405020304" pitchFamily="18" charset="0"/>
              </a:rPr>
              <a:t>k</a:t>
            </a:r>
            <a:r>
              <a:rPr lang="zh-CN" altLang="en-US" sz="2800" dirty="0">
                <a:latin typeface="Times New Roman" panose="02020603050405020304" pitchFamily="18" charset="0"/>
              </a:rPr>
              <a:t>个</a:t>
            </a:r>
            <a:r>
              <a:rPr lang="zh-CN" altLang="en-US" sz="2800" dirty="0"/>
              <a:t>。</a:t>
            </a:r>
          </a:p>
          <a:p>
            <a:pPr eaLnBrk="1" hangingPunct="1">
              <a:lnSpc>
                <a:spcPct val="90000"/>
              </a:lnSpc>
              <a:buFont typeface="Wingdings" pitchFamily="2" charset="2"/>
              <a:buNone/>
            </a:pPr>
            <a:r>
              <a:rPr lang="en-US" altLang="zh-CN" sz="2800" dirty="0"/>
              <a:t>   </a:t>
            </a:r>
            <a:r>
              <a:rPr lang="en-US" altLang="zh-CN" sz="2400" dirty="0"/>
              <a:t>If Need[</a:t>
            </a:r>
            <a:r>
              <a:rPr lang="en-US" altLang="zh-CN" sz="2400" dirty="0" err="1"/>
              <a:t>i,j</a:t>
            </a:r>
            <a:r>
              <a:rPr lang="en-US" altLang="zh-CN" sz="2400" dirty="0"/>
              <a:t>] = k,  then P</a:t>
            </a:r>
            <a:r>
              <a:rPr lang="en-US" altLang="zh-CN" sz="2400" baseline="-25000" dirty="0"/>
              <a:t>i</a:t>
            </a:r>
            <a:r>
              <a:rPr lang="en-US" altLang="zh-CN" sz="2400" dirty="0"/>
              <a:t> may need k more instances of </a:t>
            </a:r>
            <a:r>
              <a:rPr lang="en-US" altLang="zh-CN" sz="2400" dirty="0" err="1"/>
              <a:t>R</a:t>
            </a:r>
            <a:r>
              <a:rPr lang="en-US" altLang="zh-CN" sz="2400" baseline="-25000" dirty="0" err="1"/>
              <a:t>j</a:t>
            </a:r>
            <a:r>
              <a:rPr lang="en-US" altLang="zh-CN" sz="2400" baseline="-25000" dirty="0"/>
              <a:t> </a:t>
            </a:r>
            <a:r>
              <a:rPr lang="en-US" altLang="zh-CN" sz="2400" dirty="0"/>
              <a:t>to complete its task.</a:t>
            </a:r>
          </a:p>
          <a:p>
            <a:pPr eaLnBrk="1" hangingPunct="1">
              <a:lnSpc>
                <a:spcPct val="90000"/>
              </a:lnSpc>
            </a:pPr>
            <a:r>
              <a:rPr lang="en-US" altLang="zh-CN" sz="2800" dirty="0" err="1">
                <a:latin typeface="Times New Roman" panose="02020603050405020304" pitchFamily="18" charset="0"/>
              </a:rPr>
              <a:t>Need</a:t>
            </a:r>
            <a:r>
              <a:rPr lang="en-US" altLang="zh-CN" sz="2800" baseline="-30000" dirty="0" err="1">
                <a:latin typeface="Times New Roman" panose="02020603050405020304" pitchFamily="18" charset="0"/>
              </a:rPr>
              <a:t>i</a:t>
            </a:r>
            <a:r>
              <a:rPr lang="zh-CN" altLang="en-US" sz="2800" dirty="0">
                <a:latin typeface="Times New Roman" panose="02020603050405020304" pitchFamily="18" charset="0"/>
              </a:rPr>
              <a:t>表示进程</a:t>
            </a:r>
            <a:r>
              <a:rPr lang="en-US" altLang="zh-CN" sz="2800" dirty="0">
                <a:latin typeface="Times New Roman" panose="02020603050405020304" pitchFamily="18" charset="0"/>
              </a:rPr>
              <a:t>P</a:t>
            </a:r>
            <a:r>
              <a:rPr lang="en-US" altLang="zh-CN" sz="2800" baseline="-30000" dirty="0">
                <a:latin typeface="Times New Roman" panose="02020603050405020304" pitchFamily="18" charset="0"/>
              </a:rPr>
              <a:t>i</a:t>
            </a:r>
            <a:r>
              <a:rPr lang="zh-CN" altLang="en-US" sz="2800" dirty="0">
                <a:latin typeface="Times New Roman" panose="02020603050405020304" pitchFamily="18" charset="0"/>
              </a:rPr>
              <a:t>的需求向量，由矩阵</a:t>
            </a:r>
            <a:r>
              <a:rPr lang="en-US" altLang="zh-CN" sz="2800" dirty="0">
                <a:latin typeface="Times New Roman" panose="02020603050405020304" pitchFamily="18" charset="0"/>
              </a:rPr>
              <a:t>Need</a:t>
            </a:r>
            <a:r>
              <a:rPr lang="zh-CN" altLang="en-US" sz="2800" dirty="0">
                <a:latin typeface="Times New Roman" panose="02020603050405020304" pitchFamily="18" charset="0"/>
              </a:rPr>
              <a:t>的第</a:t>
            </a:r>
            <a:r>
              <a:rPr lang="en-US" altLang="zh-CN" sz="2800" dirty="0" err="1">
                <a:latin typeface="Times New Roman" panose="02020603050405020304" pitchFamily="18" charset="0"/>
              </a:rPr>
              <a:t>i</a:t>
            </a:r>
            <a:r>
              <a:rPr lang="zh-CN" altLang="en-US" sz="2800" dirty="0">
                <a:latin typeface="Times New Roman" panose="02020603050405020304" pitchFamily="18" charset="0"/>
              </a:rPr>
              <a:t>行构成。</a:t>
            </a:r>
            <a:endParaRPr lang="zh-CN" altLang="en-US" sz="2800" dirty="0"/>
          </a:p>
          <a:p>
            <a:pPr eaLnBrk="1" hangingPunct="1">
              <a:lnSpc>
                <a:spcPct val="90000"/>
              </a:lnSpc>
            </a:pPr>
            <a:r>
              <a:rPr lang="en-US" altLang="zh-CN" sz="2800" dirty="0"/>
              <a:t>Note that</a:t>
            </a:r>
            <a:r>
              <a:rPr lang="zh-CN" altLang="en-US" sz="2800" dirty="0"/>
              <a:t>：</a:t>
            </a:r>
          </a:p>
          <a:p>
            <a:pPr eaLnBrk="1" hangingPunct="1">
              <a:lnSpc>
                <a:spcPct val="90000"/>
              </a:lnSpc>
              <a:buFont typeface="Wingdings" pitchFamily="2" charset="2"/>
              <a:buNone/>
            </a:pPr>
            <a:r>
              <a:rPr lang="zh-CN" altLang="en-US" sz="2800" dirty="0"/>
              <a:t>   </a:t>
            </a:r>
            <a:r>
              <a:rPr lang="en-US" altLang="zh-CN" sz="2800" dirty="0"/>
              <a:t>Need [</a:t>
            </a:r>
            <a:r>
              <a:rPr lang="en-US" altLang="zh-CN" sz="2800" dirty="0" err="1"/>
              <a:t>i,j</a:t>
            </a:r>
            <a:r>
              <a:rPr lang="en-US" altLang="zh-CN" sz="2800" dirty="0"/>
              <a:t>] = Max[</a:t>
            </a:r>
            <a:r>
              <a:rPr lang="en-US" altLang="zh-CN" sz="2800" dirty="0" err="1"/>
              <a:t>i,j</a:t>
            </a:r>
            <a:r>
              <a:rPr lang="en-US" altLang="zh-CN" sz="2800" dirty="0"/>
              <a:t>] </a:t>
            </a:r>
            <a:r>
              <a:rPr lang="en-US" altLang="zh-CN" sz="2800" dirty="0">
                <a:latin typeface="Helvetica" pitchFamily="2" charset="0"/>
              </a:rPr>
              <a:t>–</a:t>
            </a:r>
            <a:r>
              <a:rPr lang="en-US" altLang="zh-CN" sz="2800" dirty="0"/>
              <a:t> Allocation [</a:t>
            </a:r>
            <a:r>
              <a:rPr lang="en-US" altLang="zh-CN" sz="2800" dirty="0" err="1"/>
              <a:t>i,j</a:t>
            </a:r>
            <a:r>
              <a:rPr lang="en-US" altLang="zh-CN" sz="2800" dirty="0"/>
              <a:t>].</a:t>
            </a:r>
          </a:p>
        </p:txBody>
      </p:sp>
      <p:sp>
        <p:nvSpPr>
          <p:cNvPr id="2" name="灯片编号占位符 1">
            <a:extLst>
              <a:ext uri="{FF2B5EF4-FFF2-40B4-BE49-F238E27FC236}">
                <a16:creationId xmlns:a16="http://schemas.microsoft.com/office/drawing/2014/main" id="{32C8A190-0EBC-3EA0-0F89-6BF7BC036354}"/>
              </a:ext>
            </a:extLst>
          </p:cNvPr>
          <p:cNvSpPr>
            <a:spLocks noGrp="1"/>
          </p:cNvSpPr>
          <p:nvPr>
            <p:ph type="sldNum" sz="quarter" idx="12"/>
          </p:nvPr>
        </p:nvSpPr>
        <p:spPr/>
        <p:txBody>
          <a:bodyPr/>
          <a:lstStyle/>
          <a:p>
            <a:fld id="{4093CC90-4002-504C-BD88-C9A1D374048E}" type="slidenum">
              <a:rPr lang="zh-CN" altLang="en-US" smtClean="0"/>
              <a:pPr/>
              <a:t>31</a:t>
            </a:fld>
            <a:endParaRPr lang="zh-CN" altLang="en-US" dirty="0"/>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266243">
                                            <p:txEl>
                                              <p:pRg st="0" end="0"/>
                                            </p:txEl>
                                          </p:spTgt>
                                        </p:tgtEl>
                                        <p:attrNameLst>
                                          <p:attrName>style.visibility</p:attrName>
                                        </p:attrNameLst>
                                      </p:cBhvr>
                                      <p:to>
                                        <p:strVal val="visible"/>
                                      </p:to>
                                    </p:set>
                                    <p:animEffect transition="in" filter="checkerboard(across)">
                                      <p:cBhvr>
                                        <p:cTn id="7" dur="500"/>
                                        <p:tgtEl>
                                          <p:spTgt spid="266243">
                                            <p:txEl>
                                              <p:pRg st="0" end="0"/>
                                            </p:txEl>
                                          </p:spTgt>
                                        </p:tgtEl>
                                      </p:cBhvr>
                                    </p:animEffect>
                                  </p:childTnLst>
                                </p:cTn>
                              </p:par>
                              <p:par>
                                <p:cTn id="8" presetID="5" presetClass="entr" presetSubtype="10" fill="hold" nodeType="withEffect">
                                  <p:stCondLst>
                                    <p:cond delay="0"/>
                                  </p:stCondLst>
                                  <p:childTnLst>
                                    <p:set>
                                      <p:cBhvr>
                                        <p:cTn id="9" dur="1" fill="hold">
                                          <p:stCondLst>
                                            <p:cond delay="0"/>
                                          </p:stCondLst>
                                        </p:cTn>
                                        <p:tgtEl>
                                          <p:spTgt spid="266243">
                                            <p:txEl>
                                              <p:pRg st="1" end="1"/>
                                            </p:txEl>
                                          </p:spTgt>
                                        </p:tgtEl>
                                        <p:attrNameLst>
                                          <p:attrName>style.visibility</p:attrName>
                                        </p:attrNameLst>
                                      </p:cBhvr>
                                      <p:to>
                                        <p:strVal val="visible"/>
                                      </p:to>
                                    </p:set>
                                    <p:animEffect transition="in" filter="checkerboard(across)">
                                      <p:cBhvr>
                                        <p:cTn id="10" dur="500"/>
                                        <p:tgtEl>
                                          <p:spTgt spid="266243">
                                            <p:txEl>
                                              <p:pRg st="1" end="1"/>
                                            </p:txEl>
                                          </p:spTgt>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5" presetClass="entr" presetSubtype="10" fill="hold" nodeType="clickEffect">
                                  <p:stCondLst>
                                    <p:cond delay="0"/>
                                  </p:stCondLst>
                                  <p:childTnLst>
                                    <p:set>
                                      <p:cBhvr>
                                        <p:cTn id="14" dur="1" fill="hold">
                                          <p:stCondLst>
                                            <p:cond delay="0"/>
                                          </p:stCondLst>
                                        </p:cTn>
                                        <p:tgtEl>
                                          <p:spTgt spid="266243">
                                            <p:txEl>
                                              <p:pRg st="2" end="2"/>
                                            </p:txEl>
                                          </p:spTgt>
                                        </p:tgtEl>
                                        <p:attrNameLst>
                                          <p:attrName>style.visibility</p:attrName>
                                        </p:attrNameLst>
                                      </p:cBhvr>
                                      <p:to>
                                        <p:strVal val="visible"/>
                                      </p:to>
                                    </p:set>
                                    <p:animEffect transition="in" filter="checkerboard(across)">
                                      <p:cBhvr>
                                        <p:cTn id="15" dur="500"/>
                                        <p:tgtEl>
                                          <p:spTgt spid="266243">
                                            <p:txEl>
                                              <p:pRg st="2" end="2"/>
                                            </p:txEl>
                                          </p:spTgt>
                                        </p:tgtEl>
                                      </p:cBhvr>
                                    </p:animEffect>
                                  </p:childTnLst>
                                </p:cTn>
                              </p:par>
                              <p:par>
                                <p:cTn id="16" presetID="5" presetClass="entr" presetSubtype="10" fill="hold" nodeType="withEffect">
                                  <p:stCondLst>
                                    <p:cond delay="0"/>
                                  </p:stCondLst>
                                  <p:childTnLst>
                                    <p:set>
                                      <p:cBhvr>
                                        <p:cTn id="17" dur="1" fill="hold">
                                          <p:stCondLst>
                                            <p:cond delay="0"/>
                                          </p:stCondLst>
                                        </p:cTn>
                                        <p:tgtEl>
                                          <p:spTgt spid="266243">
                                            <p:txEl>
                                              <p:pRg st="3" end="3"/>
                                            </p:txEl>
                                          </p:spTgt>
                                        </p:tgtEl>
                                        <p:attrNameLst>
                                          <p:attrName>style.visibility</p:attrName>
                                        </p:attrNameLst>
                                      </p:cBhvr>
                                      <p:to>
                                        <p:strVal val="visible"/>
                                      </p:to>
                                    </p:set>
                                    <p:animEffect transition="in" filter="checkerboard(across)">
                                      <p:cBhvr>
                                        <p:cTn id="18" dur="500"/>
                                        <p:tgtEl>
                                          <p:spTgt spid="266243">
                                            <p:txEl>
                                              <p:pRg st="3" end="3"/>
                                            </p:txEl>
                                          </p:spTgt>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5" presetClass="entr" presetSubtype="10" fill="hold" nodeType="clickEffect">
                                  <p:stCondLst>
                                    <p:cond delay="0"/>
                                  </p:stCondLst>
                                  <p:childTnLst>
                                    <p:set>
                                      <p:cBhvr>
                                        <p:cTn id="22" dur="1" fill="hold">
                                          <p:stCondLst>
                                            <p:cond delay="0"/>
                                          </p:stCondLst>
                                        </p:cTn>
                                        <p:tgtEl>
                                          <p:spTgt spid="266243">
                                            <p:txEl>
                                              <p:pRg st="4" end="4"/>
                                            </p:txEl>
                                          </p:spTgt>
                                        </p:tgtEl>
                                        <p:attrNameLst>
                                          <p:attrName>style.visibility</p:attrName>
                                        </p:attrNameLst>
                                      </p:cBhvr>
                                      <p:to>
                                        <p:strVal val="visible"/>
                                      </p:to>
                                    </p:set>
                                    <p:animEffect transition="in" filter="checkerboard(across)">
                                      <p:cBhvr>
                                        <p:cTn id="23" dur="500"/>
                                        <p:tgtEl>
                                          <p:spTgt spid="266243">
                                            <p:txEl>
                                              <p:pRg st="4" end="4"/>
                                            </p:txEl>
                                          </p:spTgt>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5" presetClass="entr" presetSubtype="10" fill="hold" nodeType="clickEffect">
                                  <p:stCondLst>
                                    <p:cond delay="0"/>
                                  </p:stCondLst>
                                  <p:childTnLst>
                                    <p:set>
                                      <p:cBhvr>
                                        <p:cTn id="27" dur="1" fill="hold">
                                          <p:stCondLst>
                                            <p:cond delay="0"/>
                                          </p:stCondLst>
                                        </p:cTn>
                                        <p:tgtEl>
                                          <p:spTgt spid="266243">
                                            <p:txEl>
                                              <p:pRg st="5" end="5"/>
                                            </p:txEl>
                                          </p:spTgt>
                                        </p:tgtEl>
                                        <p:attrNameLst>
                                          <p:attrName>style.visibility</p:attrName>
                                        </p:attrNameLst>
                                      </p:cBhvr>
                                      <p:to>
                                        <p:strVal val="visible"/>
                                      </p:to>
                                    </p:set>
                                    <p:animEffect transition="in" filter="checkerboard(across)">
                                      <p:cBhvr>
                                        <p:cTn id="28" dur="500"/>
                                        <p:tgtEl>
                                          <p:spTgt spid="266243">
                                            <p:txEl>
                                              <p:pRg st="5" end="5"/>
                                            </p:txEl>
                                          </p:spTgt>
                                        </p:tgtEl>
                                      </p:cBhvr>
                                    </p:animEffect>
                                  </p:childTnLst>
                                </p:cTn>
                              </p:par>
                              <p:par>
                                <p:cTn id="29" presetID="5" presetClass="entr" presetSubtype="10" fill="hold" nodeType="withEffect">
                                  <p:stCondLst>
                                    <p:cond delay="0"/>
                                  </p:stCondLst>
                                  <p:childTnLst>
                                    <p:set>
                                      <p:cBhvr>
                                        <p:cTn id="30" dur="1" fill="hold">
                                          <p:stCondLst>
                                            <p:cond delay="0"/>
                                          </p:stCondLst>
                                        </p:cTn>
                                        <p:tgtEl>
                                          <p:spTgt spid="266243">
                                            <p:txEl>
                                              <p:pRg st="6" end="6"/>
                                            </p:txEl>
                                          </p:spTgt>
                                        </p:tgtEl>
                                        <p:attrNameLst>
                                          <p:attrName>style.visibility</p:attrName>
                                        </p:attrNameLst>
                                      </p:cBhvr>
                                      <p:to>
                                        <p:strVal val="visible"/>
                                      </p:to>
                                    </p:set>
                                    <p:animEffect transition="in" filter="checkerboard(across)">
                                      <p:cBhvr>
                                        <p:cTn id="31" dur="500"/>
                                        <p:tgtEl>
                                          <p:spTgt spid="26624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243" grpId="0"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Rectangle 2">
            <a:extLst>
              <a:ext uri="{FF2B5EF4-FFF2-40B4-BE49-F238E27FC236}">
                <a16:creationId xmlns:a16="http://schemas.microsoft.com/office/drawing/2014/main" id="{D347F300-BB32-590C-2A33-2992A0FA6AF5}"/>
              </a:ext>
            </a:extLst>
          </p:cNvPr>
          <p:cNvSpPr>
            <a:spLocks noGrp="1" noChangeArrowheads="1"/>
          </p:cNvSpPr>
          <p:nvPr>
            <p:ph type="title"/>
          </p:nvPr>
        </p:nvSpPr>
        <p:spPr>
          <a:xfrm>
            <a:off x="1042988" y="225431"/>
            <a:ext cx="7850187" cy="746125"/>
          </a:xfrm>
        </p:spPr>
        <p:txBody>
          <a:bodyPr/>
          <a:lstStyle/>
          <a:p>
            <a:r>
              <a:rPr lang="zh-CN" altLang="en-US" dirty="0"/>
              <a:t>安全性算法  </a:t>
            </a:r>
            <a:r>
              <a:rPr lang="en-US" altLang="zh-CN" dirty="0"/>
              <a:t>Safety Algorithm</a:t>
            </a:r>
            <a:endParaRPr lang="zh-CN" altLang="en-US" dirty="0"/>
          </a:p>
        </p:txBody>
      </p:sp>
      <p:sp>
        <p:nvSpPr>
          <p:cNvPr id="338948" name="Rectangle 4">
            <a:extLst>
              <a:ext uri="{FF2B5EF4-FFF2-40B4-BE49-F238E27FC236}">
                <a16:creationId xmlns:a16="http://schemas.microsoft.com/office/drawing/2014/main" id="{FF960360-F794-7A4E-D78B-428821253992}"/>
              </a:ext>
            </a:extLst>
          </p:cNvPr>
          <p:cNvSpPr>
            <a:spLocks noGrp="1" noChangeArrowheads="1"/>
          </p:cNvSpPr>
          <p:nvPr>
            <p:ph idx="1"/>
          </p:nvPr>
        </p:nvSpPr>
        <p:spPr>
          <a:xfrm>
            <a:off x="935038" y="1233488"/>
            <a:ext cx="7772400" cy="4895850"/>
          </a:xfrm>
        </p:spPr>
        <p:txBody>
          <a:bodyPr>
            <a:normAutofit fontScale="70000" lnSpcReduction="20000"/>
          </a:bodyPr>
          <a:lstStyle/>
          <a:p>
            <a:pPr>
              <a:lnSpc>
                <a:spcPct val="120000"/>
              </a:lnSpc>
            </a:pPr>
            <a:r>
              <a:rPr lang="en-US" altLang="zh-CN" dirty="0"/>
              <a:t>1</a:t>
            </a:r>
            <a:r>
              <a:rPr lang="zh-CN" altLang="en-US" dirty="0"/>
              <a:t>）设</a:t>
            </a:r>
            <a:r>
              <a:rPr lang="en-US" altLang="zh-CN" dirty="0"/>
              <a:t>Work</a:t>
            </a:r>
            <a:r>
              <a:rPr lang="zh-CN" altLang="en-US" dirty="0"/>
              <a:t>和</a:t>
            </a:r>
            <a:r>
              <a:rPr lang="en-US" altLang="zh-CN" dirty="0"/>
              <a:t>Finish</a:t>
            </a:r>
            <a:r>
              <a:rPr lang="zh-CN" altLang="en-US" dirty="0"/>
              <a:t>分别是长度为</a:t>
            </a:r>
            <a:r>
              <a:rPr lang="en-US" altLang="zh-CN" dirty="0"/>
              <a:t>m</a:t>
            </a:r>
            <a:r>
              <a:rPr lang="zh-CN" altLang="en-US" dirty="0"/>
              <a:t>和</a:t>
            </a:r>
            <a:r>
              <a:rPr lang="en-US" altLang="zh-CN" dirty="0"/>
              <a:t>n</a:t>
            </a:r>
            <a:r>
              <a:rPr lang="zh-CN" altLang="en-US" dirty="0"/>
              <a:t>的向量。初始化为：</a:t>
            </a:r>
          </a:p>
          <a:p>
            <a:pPr lvl="1">
              <a:lnSpc>
                <a:spcPct val="120000"/>
              </a:lnSpc>
            </a:pPr>
            <a:r>
              <a:rPr lang="en-US" altLang="zh-CN" dirty="0"/>
              <a:t>Work=available</a:t>
            </a:r>
          </a:p>
          <a:p>
            <a:pPr lvl="1">
              <a:lnSpc>
                <a:spcPct val="120000"/>
              </a:lnSpc>
            </a:pPr>
            <a:r>
              <a:rPr lang="en-US" altLang="zh-CN" dirty="0"/>
              <a:t>Finish[</a:t>
            </a:r>
            <a:r>
              <a:rPr lang="en-US" altLang="zh-CN" dirty="0" err="1"/>
              <a:t>i</a:t>
            </a:r>
            <a:r>
              <a:rPr lang="en-US" altLang="zh-CN" dirty="0"/>
              <a:t>]=false   </a:t>
            </a:r>
            <a:r>
              <a:rPr lang="en-US" altLang="zh-CN" dirty="0" err="1"/>
              <a:t>i</a:t>
            </a:r>
            <a:r>
              <a:rPr lang="en-US" altLang="zh-CN" dirty="0"/>
              <a:t>=1,2, ... ,n</a:t>
            </a:r>
          </a:p>
          <a:p>
            <a:pPr>
              <a:lnSpc>
                <a:spcPct val="120000"/>
              </a:lnSpc>
            </a:pPr>
            <a:r>
              <a:rPr lang="en-US" altLang="zh-CN" dirty="0"/>
              <a:t>2</a:t>
            </a:r>
            <a:r>
              <a:rPr lang="zh-CN" altLang="en-US" dirty="0"/>
              <a:t>）查找这样的进程</a:t>
            </a:r>
            <a:r>
              <a:rPr lang="en-US" altLang="zh-CN" dirty="0" err="1"/>
              <a:t>i</a:t>
            </a:r>
            <a:r>
              <a:rPr lang="zh-CN" altLang="en-US" dirty="0"/>
              <a:t>使其满足：</a:t>
            </a:r>
          </a:p>
          <a:p>
            <a:pPr lvl="1">
              <a:lnSpc>
                <a:spcPct val="120000"/>
              </a:lnSpc>
            </a:pPr>
            <a:r>
              <a:rPr lang="en-US" altLang="zh-CN" dirty="0"/>
              <a:t>Finish(</a:t>
            </a:r>
            <a:r>
              <a:rPr lang="en-US" altLang="zh-CN" dirty="0" err="1"/>
              <a:t>i</a:t>
            </a:r>
            <a:r>
              <a:rPr lang="en-US" altLang="zh-CN" dirty="0"/>
              <a:t>)= false ；</a:t>
            </a:r>
          </a:p>
          <a:p>
            <a:pPr lvl="1">
              <a:lnSpc>
                <a:spcPct val="120000"/>
              </a:lnSpc>
            </a:pPr>
            <a:r>
              <a:rPr lang="en-US" altLang="zh-CN" dirty="0" err="1"/>
              <a:t>Need</a:t>
            </a:r>
            <a:r>
              <a:rPr lang="en-US" altLang="zh-CN" baseline="-25000" dirty="0" err="1"/>
              <a:t>i</a:t>
            </a:r>
            <a:r>
              <a:rPr lang="en-US" altLang="zh-CN" dirty="0" err="1"/>
              <a:t>≤Work</a:t>
            </a:r>
            <a:r>
              <a:rPr lang="en-US" altLang="zh-CN" dirty="0"/>
              <a:t> ；</a:t>
            </a:r>
          </a:p>
          <a:p>
            <a:pPr lvl="1">
              <a:lnSpc>
                <a:spcPct val="120000"/>
              </a:lnSpc>
            </a:pPr>
            <a:r>
              <a:rPr lang="zh-CN" altLang="en-US" dirty="0"/>
              <a:t>如果没有这样的</a:t>
            </a:r>
            <a:r>
              <a:rPr lang="en-US" altLang="zh-CN" dirty="0" err="1"/>
              <a:t>i</a:t>
            </a:r>
            <a:r>
              <a:rPr lang="zh-CN" altLang="en-US" dirty="0"/>
              <a:t>存在，则进入步骤</a:t>
            </a:r>
            <a:r>
              <a:rPr lang="en-US" altLang="zh-CN" dirty="0"/>
              <a:t>4)</a:t>
            </a:r>
          </a:p>
          <a:p>
            <a:pPr>
              <a:lnSpc>
                <a:spcPct val="120000"/>
              </a:lnSpc>
            </a:pPr>
            <a:r>
              <a:rPr lang="en-US" altLang="zh-CN" dirty="0"/>
              <a:t>3</a:t>
            </a:r>
            <a:r>
              <a:rPr lang="zh-CN" altLang="en-US" dirty="0"/>
              <a:t>）当进程</a:t>
            </a:r>
            <a:r>
              <a:rPr lang="en-US" altLang="zh-CN" dirty="0"/>
              <a:t>Pi</a:t>
            </a:r>
            <a:r>
              <a:rPr lang="zh-CN" altLang="en-US" dirty="0"/>
              <a:t>获得资源后，可顺利执行直到完成，并释放出分配给它的资源，故应执行： </a:t>
            </a:r>
          </a:p>
          <a:p>
            <a:pPr lvl="1">
              <a:lnSpc>
                <a:spcPct val="120000"/>
              </a:lnSpc>
            </a:pPr>
            <a:r>
              <a:rPr lang="en-US" altLang="zh-CN" dirty="0"/>
              <a:t>Work=</a:t>
            </a:r>
            <a:r>
              <a:rPr lang="en-US" altLang="zh-CN" dirty="0" err="1"/>
              <a:t>Work+Allocation</a:t>
            </a:r>
            <a:r>
              <a:rPr lang="en-US" altLang="zh-CN" baseline="-25000" dirty="0" err="1"/>
              <a:t>i</a:t>
            </a:r>
            <a:endParaRPr lang="en-US" altLang="zh-CN" baseline="-25000" dirty="0"/>
          </a:p>
          <a:p>
            <a:pPr lvl="1">
              <a:lnSpc>
                <a:spcPct val="120000"/>
              </a:lnSpc>
            </a:pPr>
            <a:r>
              <a:rPr lang="en-US" altLang="zh-CN" dirty="0"/>
              <a:t>Finish[</a:t>
            </a:r>
            <a:r>
              <a:rPr lang="en-US" altLang="zh-CN" dirty="0" err="1"/>
              <a:t>i</a:t>
            </a:r>
            <a:r>
              <a:rPr lang="en-US" altLang="zh-CN" dirty="0"/>
              <a:t>]=true</a:t>
            </a:r>
          </a:p>
          <a:p>
            <a:pPr lvl="1">
              <a:lnSpc>
                <a:spcPct val="120000"/>
              </a:lnSpc>
            </a:pPr>
            <a:r>
              <a:rPr lang="zh-CN" altLang="en-US" dirty="0"/>
              <a:t>转步骤</a:t>
            </a:r>
            <a:r>
              <a:rPr lang="en-US" altLang="zh-CN" dirty="0"/>
              <a:t>2)</a:t>
            </a:r>
          </a:p>
          <a:p>
            <a:pPr>
              <a:lnSpc>
                <a:spcPct val="120000"/>
              </a:lnSpc>
            </a:pPr>
            <a:r>
              <a:rPr lang="en-US" altLang="zh-CN" dirty="0"/>
              <a:t>4</a:t>
            </a:r>
            <a:r>
              <a:rPr lang="zh-CN" altLang="en-US" dirty="0"/>
              <a:t>）如果对所有</a:t>
            </a:r>
            <a:r>
              <a:rPr lang="en-US" altLang="zh-CN" dirty="0" err="1"/>
              <a:t>i</a:t>
            </a:r>
            <a:r>
              <a:rPr lang="zh-CN" altLang="en-US" dirty="0"/>
              <a:t>，</a:t>
            </a:r>
            <a:r>
              <a:rPr lang="en-US" altLang="zh-CN" dirty="0"/>
              <a:t>Finish[</a:t>
            </a:r>
            <a:r>
              <a:rPr lang="en-US" altLang="zh-CN" dirty="0" err="1"/>
              <a:t>i</a:t>
            </a:r>
            <a:r>
              <a:rPr lang="en-US" altLang="zh-CN" dirty="0"/>
              <a:t>]=true</a:t>
            </a:r>
            <a:r>
              <a:rPr lang="zh-CN" altLang="en-US" dirty="0"/>
              <a:t>，那么系统处于安全状态，否则处于不安全状态</a:t>
            </a:r>
            <a:endParaRPr lang="en-US" altLang="zh-CN" dirty="0"/>
          </a:p>
        </p:txBody>
      </p:sp>
      <p:sp>
        <p:nvSpPr>
          <p:cNvPr id="2" name="灯片编号占位符 1">
            <a:extLst>
              <a:ext uri="{FF2B5EF4-FFF2-40B4-BE49-F238E27FC236}">
                <a16:creationId xmlns:a16="http://schemas.microsoft.com/office/drawing/2014/main" id="{62391BC8-70EB-A1A0-DAF8-39E258955038}"/>
              </a:ext>
            </a:extLst>
          </p:cNvPr>
          <p:cNvSpPr>
            <a:spLocks noGrp="1"/>
          </p:cNvSpPr>
          <p:nvPr>
            <p:ph type="sldNum" sz="quarter" idx="12"/>
          </p:nvPr>
        </p:nvSpPr>
        <p:spPr>
          <a:xfrm>
            <a:off x="6781800" y="6324600"/>
            <a:ext cx="1905000" cy="457200"/>
          </a:xfrm>
        </p:spPr>
        <p:txBody>
          <a:bodyPr/>
          <a:lstStyle/>
          <a:p>
            <a:fld id="{4093CC90-4002-504C-BD88-C9A1D374048E}" type="slidenum">
              <a:rPr lang="zh-CN" altLang="en-US" smtClean="0"/>
              <a:pPr/>
              <a:t>32</a:t>
            </a:fld>
            <a:endParaRPr lang="zh-CN" altLang="en-US" dirty="0"/>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338948">
                                            <p:txEl>
                                              <p:pRg st="0" end="0"/>
                                            </p:txEl>
                                          </p:spTgt>
                                        </p:tgtEl>
                                        <p:attrNameLst>
                                          <p:attrName>style.visibility</p:attrName>
                                        </p:attrNameLst>
                                      </p:cBhvr>
                                      <p:to>
                                        <p:strVal val="visible"/>
                                      </p:to>
                                    </p:set>
                                    <p:animEffect transition="in" filter="checkerboard(across)">
                                      <p:cBhvr>
                                        <p:cTn id="7" dur="500"/>
                                        <p:tgtEl>
                                          <p:spTgt spid="33894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338948">
                                            <p:txEl>
                                              <p:pRg st="1" end="1"/>
                                            </p:txEl>
                                          </p:spTgt>
                                        </p:tgtEl>
                                        <p:attrNameLst>
                                          <p:attrName>style.visibility</p:attrName>
                                        </p:attrNameLst>
                                      </p:cBhvr>
                                      <p:to>
                                        <p:strVal val="visible"/>
                                      </p:to>
                                    </p:set>
                                    <p:animEffect transition="in" filter="checkerboard(across)">
                                      <p:cBhvr>
                                        <p:cTn id="12" dur="500"/>
                                        <p:tgtEl>
                                          <p:spTgt spid="338948">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338948">
                                            <p:txEl>
                                              <p:pRg st="2" end="2"/>
                                            </p:txEl>
                                          </p:spTgt>
                                        </p:tgtEl>
                                        <p:attrNameLst>
                                          <p:attrName>style.visibility</p:attrName>
                                        </p:attrNameLst>
                                      </p:cBhvr>
                                      <p:to>
                                        <p:strVal val="visible"/>
                                      </p:to>
                                    </p:set>
                                    <p:animEffect transition="in" filter="checkerboard(across)">
                                      <p:cBhvr>
                                        <p:cTn id="17" dur="500"/>
                                        <p:tgtEl>
                                          <p:spTgt spid="338948">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nodeType="clickEffect">
                                  <p:stCondLst>
                                    <p:cond delay="0"/>
                                  </p:stCondLst>
                                  <p:childTnLst>
                                    <p:set>
                                      <p:cBhvr>
                                        <p:cTn id="21" dur="1" fill="hold">
                                          <p:stCondLst>
                                            <p:cond delay="0"/>
                                          </p:stCondLst>
                                        </p:cTn>
                                        <p:tgtEl>
                                          <p:spTgt spid="338948">
                                            <p:txEl>
                                              <p:pRg st="3" end="3"/>
                                            </p:txEl>
                                          </p:spTgt>
                                        </p:tgtEl>
                                        <p:attrNameLst>
                                          <p:attrName>style.visibility</p:attrName>
                                        </p:attrNameLst>
                                      </p:cBhvr>
                                      <p:to>
                                        <p:strVal val="visible"/>
                                      </p:to>
                                    </p:set>
                                    <p:animEffect transition="in" filter="checkerboard(across)">
                                      <p:cBhvr>
                                        <p:cTn id="22" dur="500"/>
                                        <p:tgtEl>
                                          <p:spTgt spid="338948">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5" presetClass="entr" presetSubtype="10" fill="hold" nodeType="clickEffect">
                                  <p:stCondLst>
                                    <p:cond delay="0"/>
                                  </p:stCondLst>
                                  <p:childTnLst>
                                    <p:set>
                                      <p:cBhvr>
                                        <p:cTn id="26" dur="1" fill="hold">
                                          <p:stCondLst>
                                            <p:cond delay="0"/>
                                          </p:stCondLst>
                                        </p:cTn>
                                        <p:tgtEl>
                                          <p:spTgt spid="338948">
                                            <p:txEl>
                                              <p:pRg st="4" end="4"/>
                                            </p:txEl>
                                          </p:spTgt>
                                        </p:tgtEl>
                                        <p:attrNameLst>
                                          <p:attrName>style.visibility</p:attrName>
                                        </p:attrNameLst>
                                      </p:cBhvr>
                                      <p:to>
                                        <p:strVal val="visible"/>
                                      </p:to>
                                    </p:set>
                                    <p:animEffect transition="in" filter="checkerboard(across)">
                                      <p:cBhvr>
                                        <p:cTn id="27" dur="500"/>
                                        <p:tgtEl>
                                          <p:spTgt spid="338948">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5" presetClass="entr" presetSubtype="10" fill="hold" nodeType="clickEffect">
                                  <p:stCondLst>
                                    <p:cond delay="0"/>
                                  </p:stCondLst>
                                  <p:childTnLst>
                                    <p:set>
                                      <p:cBhvr>
                                        <p:cTn id="31" dur="1" fill="hold">
                                          <p:stCondLst>
                                            <p:cond delay="0"/>
                                          </p:stCondLst>
                                        </p:cTn>
                                        <p:tgtEl>
                                          <p:spTgt spid="338948">
                                            <p:txEl>
                                              <p:pRg st="5" end="5"/>
                                            </p:txEl>
                                          </p:spTgt>
                                        </p:tgtEl>
                                        <p:attrNameLst>
                                          <p:attrName>style.visibility</p:attrName>
                                        </p:attrNameLst>
                                      </p:cBhvr>
                                      <p:to>
                                        <p:strVal val="visible"/>
                                      </p:to>
                                    </p:set>
                                    <p:animEffect transition="in" filter="checkerboard(across)">
                                      <p:cBhvr>
                                        <p:cTn id="32" dur="500"/>
                                        <p:tgtEl>
                                          <p:spTgt spid="338948">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5" presetClass="entr" presetSubtype="10" fill="hold" nodeType="clickEffect">
                                  <p:stCondLst>
                                    <p:cond delay="0"/>
                                  </p:stCondLst>
                                  <p:childTnLst>
                                    <p:set>
                                      <p:cBhvr>
                                        <p:cTn id="36" dur="1" fill="hold">
                                          <p:stCondLst>
                                            <p:cond delay="0"/>
                                          </p:stCondLst>
                                        </p:cTn>
                                        <p:tgtEl>
                                          <p:spTgt spid="338948">
                                            <p:txEl>
                                              <p:pRg st="6" end="6"/>
                                            </p:txEl>
                                          </p:spTgt>
                                        </p:tgtEl>
                                        <p:attrNameLst>
                                          <p:attrName>style.visibility</p:attrName>
                                        </p:attrNameLst>
                                      </p:cBhvr>
                                      <p:to>
                                        <p:strVal val="visible"/>
                                      </p:to>
                                    </p:set>
                                    <p:animEffect transition="in" filter="checkerboard(across)">
                                      <p:cBhvr>
                                        <p:cTn id="37" dur="500"/>
                                        <p:tgtEl>
                                          <p:spTgt spid="338948">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5" presetClass="entr" presetSubtype="10" fill="hold" nodeType="clickEffect">
                                  <p:stCondLst>
                                    <p:cond delay="0"/>
                                  </p:stCondLst>
                                  <p:childTnLst>
                                    <p:set>
                                      <p:cBhvr>
                                        <p:cTn id="41" dur="1" fill="hold">
                                          <p:stCondLst>
                                            <p:cond delay="0"/>
                                          </p:stCondLst>
                                        </p:cTn>
                                        <p:tgtEl>
                                          <p:spTgt spid="338948">
                                            <p:txEl>
                                              <p:pRg st="7" end="7"/>
                                            </p:txEl>
                                          </p:spTgt>
                                        </p:tgtEl>
                                        <p:attrNameLst>
                                          <p:attrName>style.visibility</p:attrName>
                                        </p:attrNameLst>
                                      </p:cBhvr>
                                      <p:to>
                                        <p:strVal val="visible"/>
                                      </p:to>
                                    </p:set>
                                    <p:animEffect transition="in" filter="checkerboard(across)">
                                      <p:cBhvr>
                                        <p:cTn id="42" dur="500"/>
                                        <p:tgtEl>
                                          <p:spTgt spid="338948">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5" presetClass="entr" presetSubtype="10" fill="hold" nodeType="clickEffect">
                                  <p:stCondLst>
                                    <p:cond delay="0"/>
                                  </p:stCondLst>
                                  <p:childTnLst>
                                    <p:set>
                                      <p:cBhvr>
                                        <p:cTn id="46" dur="1" fill="hold">
                                          <p:stCondLst>
                                            <p:cond delay="0"/>
                                          </p:stCondLst>
                                        </p:cTn>
                                        <p:tgtEl>
                                          <p:spTgt spid="338948">
                                            <p:txEl>
                                              <p:pRg st="8" end="8"/>
                                            </p:txEl>
                                          </p:spTgt>
                                        </p:tgtEl>
                                        <p:attrNameLst>
                                          <p:attrName>style.visibility</p:attrName>
                                        </p:attrNameLst>
                                      </p:cBhvr>
                                      <p:to>
                                        <p:strVal val="visible"/>
                                      </p:to>
                                    </p:set>
                                    <p:animEffect transition="in" filter="checkerboard(across)">
                                      <p:cBhvr>
                                        <p:cTn id="47" dur="500"/>
                                        <p:tgtEl>
                                          <p:spTgt spid="338948">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5" presetClass="entr" presetSubtype="10" fill="hold" nodeType="clickEffect">
                                  <p:stCondLst>
                                    <p:cond delay="0"/>
                                  </p:stCondLst>
                                  <p:childTnLst>
                                    <p:set>
                                      <p:cBhvr>
                                        <p:cTn id="51" dur="1" fill="hold">
                                          <p:stCondLst>
                                            <p:cond delay="0"/>
                                          </p:stCondLst>
                                        </p:cTn>
                                        <p:tgtEl>
                                          <p:spTgt spid="338948">
                                            <p:txEl>
                                              <p:pRg st="9" end="9"/>
                                            </p:txEl>
                                          </p:spTgt>
                                        </p:tgtEl>
                                        <p:attrNameLst>
                                          <p:attrName>style.visibility</p:attrName>
                                        </p:attrNameLst>
                                      </p:cBhvr>
                                      <p:to>
                                        <p:strVal val="visible"/>
                                      </p:to>
                                    </p:set>
                                    <p:animEffect transition="in" filter="checkerboard(across)">
                                      <p:cBhvr>
                                        <p:cTn id="52" dur="500"/>
                                        <p:tgtEl>
                                          <p:spTgt spid="338948">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5" presetClass="entr" presetSubtype="10" fill="hold" nodeType="clickEffect">
                                  <p:stCondLst>
                                    <p:cond delay="0"/>
                                  </p:stCondLst>
                                  <p:childTnLst>
                                    <p:set>
                                      <p:cBhvr>
                                        <p:cTn id="56" dur="1" fill="hold">
                                          <p:stCondLst>
                                            <p:cond delay="0"/>
                                          </p:stCondLst>
                                        </p:cTn>
                                        <p:tgtEl>
                                          <p:spTgt spid="338948">
                                            <p:txEl>
                                              <p:pRg st="10" end="10"/>
                                            </p:txEl>
                                          </p:spTgt>
                                        </p:tgtEl>
                                        <p:attrNameLst>
                                          <p:attrName>style.visibility</p:attrName>
                                        </p:attrNameLst>
                                      </p:cBhvr>
                                      <p:to>
                                        <p:strVal val="visible"/>
                                      </p:to>
                                    </p:set>
                                    <p:animEffect transition="in" filter="checkerboard(across)">
                                      <p:cBhvr>
                                        <p:cTn id="57" dur="500"/>
                                        <p:tgtEl>
                                          <p:spTgt spid="338948">
                                            <p:txEl>
                                              <p:pRg st="10" end="1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5" presetClass="entr" presetSubtype="10" fill="hold" nodeType="clickEffect">
                                  <p:stCondLst>
                                    <p:cond delay="0"/>
                                  </p:stCondLst>
                                  <p:childTnLst>
                                    <p:set>
                                      <p:cBhvr>
                                        <p:cTn id="61" dur="1" fill="hold">
                                          <p:stCondLst>
                                            <p:cond delay="0"/>
                                          </p:stCondLst>
                                        </p:cTn>
                                        <p:tgtEl>
                                          <p:spTgt spid="338948">
                                            <p:txEl>
                                              <p:pRg st="11" end="11"/>
                                            </p:txEl>
                                          </p:spTgt>
                                        </p:tgtEl>
                                        <p:attrNameLst>
                                          <p:attrName>style.visibility</p:attrName>
                                        </p:attrNameLst>
                                      </p:cBhvr>
                                      <p:to>
                                        <p:strVal val="visible"/>
                                      </p:to>
                                    </p:set>
                                    <p:animEffect transition="in" filter="checkerboard(across)">
                                      <p:cBhvr>
                                        <p:cTn id="62" dur="500"/>
                                        <p:tgtEl>
                                          <p:spTgt spid="338948">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8948" grpId="0" build="p"/>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Rectangle 2">
            <a:extLst>
              <a:ext uri="{FF2B5EF4-FFF2-40B4-BE49-F238E27FC236}">
                <a16:creationId xmlns:a16="http://schemas.microsoft.com/office/drawing/2014/main" id="{9DC6C3DD-CBE8-EE1E-BEAD-646DDCAE26F0}"/>
              </a:ext>
            </a:extLst>
          </p:cNvPr>
          <p:cNvSpPr>
            <a:spLocks noGrp="1" noChangeArrowheads="1"/>
          </p:cNvSpPr>
          <p:nvPr>
            <p:ph type="title"/>
          </p:nvPr>
        </p:nvSpPr>
        <p:spPr/>
        <p:txBody>
          <a:bodyPr/>
          <a:lstStyle/>
          <a:p>
            <a:pPr eaLnBrk="1" hangingPunct="1">
              <a:lnSpc>
                <a:spcPct val="90000"/>
              </a:lnSpc>
            </a:pPr>
            <a:r>
              <a:rPr lang="zh-CN" altLang="en-US" b="1" dirty="0"/>
              <a:t>资源请求算法（银行家算法）</a:t>
            </a:r>
          </a:p>
        </p:txBody>
      </p:sp>
      <p:sp>
        <p:nvSpPr>
          <p:cNvPr id="268291" name="Rectangle 3">
            <a:extLst>
              <a:ext uri="{FF2B5EF4-FFF2-40B4-BE49-F238E27FC236}">
                <a16:creationId xmlns:a16="http://schemas.microsoft.com/office/drawing/2014/main" id="{E4DAD422-1094-3476-6F1B-7FB03AA576A9}"/>
              </a:ext>
            </a:extLst>
          </p:cNvPr>
          <p:cNvSpPr>
            <a:spLocks noGrp="1" noChangeArrowheads="1"/>
          </p:cNvSpPr>
          <p:nvPr>
            <p:ph idx="1"/>
          </p:nvPr>
        </p:nvSpPr>
        <p:spPr>
          <a:xfrm>
            <a:off x="685800" y="1125538"/>
            <a:ext cx="8269288" cy="4608512"/>
          </a:xfrm>
        </p:spPr>
        <p:txBody>
          <a:bodyPr>
            <a:normAutofit fontScale="85000" lnSpcReduction="10000"/>
          </a:bodyPr>
          <a:lstStyle/>
          <a:p>
            <a:pPr eaLnBrk="1" hangingPunct="1"/>
            <a:r>
              <a:rPr lang="zh-CN" altLang="en-US" sz="2800" dirty="0">
                <a:latin typeface="Times New Roman" panose="02020603050405020304" pitchFamily="18" charset="0"/>
              </a:rPr>
              <a:t>设</a:t>
            </a:r>
            <a:r>
              <a:rPr lang="en-US" altLang="zh-CN" sz="2800" dirty="0" err="1">
                <a:latin typeface="Times New Roman" panose="02020603050405020304" pitchFamily="18" charset="0"/>
              </a:rPr>
              <a:t>Request</a:t>
            </a:r>
            <a:r>
              <a:rPr lang="en-US" altLang="zh-CN" sz="2800" baseline="-30000" dirty="0" err="1">
                <a:latin typeface="Times New Roman" panose="02020603050405020304" pitchFamily="18" charset="0"/>
              </a:rPr>
              <a:t>i</a:t>
            </a:r>
            <a:r>
              <a:rPr lang="zh-CN" altLang="en-US" sz="2800" dirty="0">
                <a:latin typeface="Times New Roman" panose="02020603050405020304" pitchFamily="18" charset="0"/>
              </a:rPr>
              <a:t>是进程</a:t>
            </a:r>
            <a:r>
              <a:rPr lang="en-US" altLang="zh-CN" sz="2800" dirty="0">
                <a:latin typeface="Times New Roman" panose="02020603050405020304" pitchFamily="18" charset="0"/>
              </a:rPr>
              <a:t>P</a:t>
            </a:r>
            <a:r>
              <a:rPr lang="en-US" altLang="zh-CN" sz="2800" baseline="-30000" dirty="0">
                <a:latin typeface="Times New Roman" panose="02020603050405020304" pitchFamily="18" charset="0"/>
              </a:rPr>
              <a:t>i</a:t>
            </a:r>
            <a:r>
              <a:rPr lang="zh-CN" altLang="en-US" sz="2800" dirty="0">
                <a:latin typeface="Times New Roman" panose="02020603050405020304" pitchFamily="18" charset="0"/>
              </a:rPr>
              <a:t>的请求向量，如</a:t>
            </a:r>
            <a:r>
              <a:rPr lang="en-US" altLang="zh-CN" sz="2800" dirty="0" err="1">
                <a:latin typeface="Times New Roman" panose="02020603050405020304" pitchFamily="18" charset="0"/>
              </a:rPr>
              <a:t>Request</a:t>
            </a:r>
            <a:r>
              <a:rPr lang="en-US" altLang="zh-CN" sz="2800" baseline="-30000" dirty="0" err="1">
                <a:latin typeface="Times New Roman" panose="02020603050405020304" pitchFamily="18" charset="0"/>
              </a:rPr>
              <a:t>i</a:t>
            </a:r>
            <a:r>
              <a:rPr lang="en-US" altLang="zh-CN" sz="2800" dirty="0"/>
              <a:t>(</a:t>
            </a:r>
            <a:r>
              <a:rPr lang="en-US" altLang="zh-CN" sz="2800" dirty="0">
                <a:latin typeface="Times New Roman" panose="02020603050405020304" pitchFamily="18" charset="0"/>
              </a:rPr>
              <a:t>j</a:t>
            </a:r>
            <a:r>
              <a:rPr lang="en-US" altLang="zh-CN" sz="2800" dirty="0"/>
              <a:t>)＝</a:t>
            </a:r>
            <a:r>
              <a:rPr lang="en-US" altLang="zh-CN" sz="2800" dirty="0">
                <a:latin typeface="Times New Roman" panose="02020603050405020304" pitchFamily="18" charset="0"/>
              </a:rPr>
              <a:t>k</a:t>
            </a:r>
            <a:r>
              <a:rPr lang="zh-CN" altLang="en-US" sz="2800" dirty="0">
                <a:latin typeface="Times New Roman" panose="02020603050405020304" pitchFamily="18" charset="0"/>
              </a:rPr>
              <a:t>，那么进程</a:t>
            </a:r>
            <a:r>
              <a:rPr lang="en-US" altLang="zh-CN" sz="2800" dirty="0">
                <a:latin typeface="Times New Roman" panose="02020603050405020304" pitchFamily="18" charset="0"/>
              </a:rPr>
              <a:t>P</a:t>
            </a:r>
            <a:r>
              <a:rPr lang="en-US" altLang="zh-CN" sz="2800" baseline="-30000" dirty="0">
                <a:latin typeface="Times New Roman" panose="02020603050405020304" pitchFamily="18" charset="0"/>
              </a:rPr>
              <a:t>i</a:t>
            </a:r>
            <a:r>
              <a:rPr lang="zh-CN" altLang="en-US" sz="2800" dirty="0">
                <a:latin typeface="Times New Roman" panose="02020603050405020304" pitchFamily="18" charset="0"/>
              </a:rPr>
              <a:t>需要</a:t>
            </a:r>
            <a:r>
              <a:rPr lang="en-US" altLang="zh-CN" sz="2800" dirty="0" err="1">
                <a:latin typeface="Times New Roman" panose="02020603050405020304" pitchFamily="18" charset="0"/>
              </a:rPr>
              <a:t>R</a:t>
            </a:r>
            <a:r>
              <a:rPr lang="en-US" altLang="zh-CN" sz="2800" baseline="-30000" dirty="0" err="1">
                <a:latin typeface="Times New Roman" panose="02020603050405020304" pitchFamily="18" charset="0"/>
              </a:rPr>
              <a:t>j</a:t>
            </a:r>
            <a:r>
              <a:rPr lang="zh-CN" altLang="en-US" sz="2800" dirty="0">
                <a:latin typeface="Times New Roman" panose="02020603050405020304" pitchFamily="18" charset="0"/>
              </a:rPr>
              <a:t>类资源</a:t>
            </a:r>
            <a:r>
              <a:rPr lang="en-US" altLang="zh-CN" sz="2800" dirty="0">
                <a:latin typeface="Times New Roman" panose="02020603050405020304" pitchFamily="18" charset="0"/>
              </a:rPr>
              <a:t>k</a:t>
            </a:r>
            <a:r>
              <a:rPr lang="zh-CN" altLang="en-US" sz="2800" dirty="0">
                <a:latin typeface="Times New Roman" panose="02020603050405020304" pitchFamily="18" charset="0"/>
              </a:rPr>
              <a:t>个</a:t>
            </a:r>
            <a:r>
              <a:rPr lang="zh-CN" altLang="en-US" sz="2800" dirty="0"/>
              <a:t>。</a:t>
            </a:r>
          </a:p>
          <a:p>
            <a:pPr eaLnBrk="1" hangingPunct="1"/>
            <a:r>
              <a:rPr lang="zh-CN" altLang="en-US" sz="2800" dirty="0">
                <a:latin typeface="Times New Roman" panose="02020603050405020304" pitchFamily="18" charset="0"/>
              </a:rPr>
              <a:t>当</a:t>
            </a:r>
            <a:r>
              <a:rPr lang="en-US" altLang="zh-CN" sz="2800" dirty="0">
                <a:latin typeface="Times New Roman" panose="02020603050405020304" pitchFamily="18" charset="0"/>
              </a:rPr>
              <a:t>P</a:t>
            </a:r>
            <a:r>
              <a:rPr lang="en-US" altLang="zh-CN" sz="2800" baseline="-30000" dirty="0">
                <a:latin typeface="Times New Roman" panose="02020603050405020304" pitchFamily="18" charset="0"/>
              </a:rPr>
              <a:t>i</a:t>
            </a:r>
            <a:r>
              <a:rPr lang="zh-CN" altLang="en-US" sz="2800" dirty="0">
                <a:latin typeface="Times New Roman" panose="02020603050405020304" pitchFamily="18" charset="0"/>
              </a:rPr>
              <a:t>发出资源请求后，系统按下述步骤进</a:t>
            </a:r>
            <a:r>
              <a:rPr lang="zh-CN" altLang="en-US" sz="2800" dirty="0"/>
              <a:t>行检查</a:t>
            </a:r>
            <a:endParaRPr lang="en-US" altLang="zh-CN" sz="2800" dirty="0"/>
          </a:p>
          <a:p>
            <a:pPr lvl="1"/>
            <a:r>
              <a:rPr lang="zh-CN" altLang="en-US" sz="2400" dirty="0"/>
              <a:t>1）如果</a:t>
            </a:r>
            <a:r>
              <a:rPr lang="en-US" altLang="zh-CN" sz="2400" dirty="0" err="1">
                <a:latin typeface="Times New Roman" panose="02020603050405020304" pitchFamily="18" charset="0"/>
              </a:rPr>
              <a:t>Request</a:t>
            </a:r>
            <a:r>
              <a:rPr lang="en-US" altLang="zh-CN" sz="2400" baseline="-30000" dirty="0" err="1">
                <a:latin typeface="Times New Roman" panose="02020603050405020304" pitchFamily="18" charset="0"/>
              </a:rPr>
              <a:t>i</a:t>
            </a:r>
            <a:r>
              <a:rPr lang="en-US" altLang="zh-CN" sz="2400" dirty="0" err="1">
                <a:latin typeface="Times New Roman" panose="02020603050405020304" pitchFamily="18" charset="0"/>
              </a:rPr>
              <a:t>≤Need</a:t>
            </a:r>
            <a:r>
              <a:rPr lang="en-US" altLang="zh-CN" sz="2400" baseline="-30000" dirty="0" err="1">
                <a:latin typeface="Times New Roman" panose="02020603050405020304" pitchFamily="18" charset="0"/>
              </a:rPr>
              <a:t>i</a:t>
            </a:r>
            <a:r>
              <a:rPr lang="en-US" altLang="zh-CN" sz="2400" dirty="0">
                <a:latin typeface="Times New Roman" panose="02020603050405020304" pitchFamily="18" charset="0"/>
              </a:rPr>
              <a:t> </a:t>
            </a:r>
            <a:r>
              <a:rPr lang="en-US" altLang="zh-CN" sz="2400" dirty="0"/>
              <a:t>，</a:t>
            </a:r>
            <a:r>
              <a:rPr lang="zh-CN" altLang="en-US" sz="2400" dirty="0"/>
              <a:t>则转向步骤2 ；否则出错。</a:t>
            </a:r>
          </a:p>
          <a:p>
            <a:pPr lvl="1"/>
            <a:r>
              <a:rPr lang="zh-CN" altLang="en-US" sz="2400" dirty="0"/>
              <a:t>2）如果</a:t>
            </a:r>
            <a:r>
              <a:rPr lang="en-US" altLang="zh-CN" sz="2400" dirty="0" err="1">
                <a:latin typeface="Times New Roman" panose="02020603050405020304" pitchFamily="18" charset="0"/>
              </a:rPr>
              <a:t>Request</a:t>
            </a:r>
            <a:r>
              <a:rPr lang="en-US" altLang="zh-CN" sz="2400" baseline="-30000" dirty="0" err="1">
                <a:latin typeface="Times New Roman" panose="02020603050405020304" pitchFamily="18" charset="0"/>
              </a:rPr>
              <a:t>i</a:t>
            </a:r>
            <a:r>
              <a:rPr lang="en-US" altLang="zh-CN" sz="2400" dirty="0" err="1">
                <a:latin typeface="Times New Roman" panose="02020603050405020304" pitchFamily="18" charset="0"/>
              </a:rPr>
              <a:t>≤Available</a:t>
            </a:r>
            <a:r>
              <a:rPr lang="en-US" altLang="zh-CN" sz="2400" dirty="0">
                <a:latin typeface="Times New Roman" panose="02020603050405020304" pitchFamily="18" charset="0"/>
              </a:rPr>
              <a:t> ，</a:t>
            </a:r>
            <a:r>
              <a:rPr lang="zh-CN" altLang="en-US" sz="2400" dirty="0">
                <a:latin typeface="Times New Roman" panose="02020603050405020304" pitchFamily="18" charset="0"/>
              </a:rPr>
              <a:t>则</a:t>
            </a:r>
            <a:r>
              <a:rPr lang="zh-CN" altLang="en-US" sz="2400" dirty="0"/>
              <a:t>转向步骤3；否则</a:t>
            </a:r>
            <a:r>
              <a:rPr lang="en-US" altLang="zh-CN" sz="2400" dirty="0">
                <a:latin typeface="Times New Roman" panose="02020603050405020304" pitchFamily="18" charset="0"/>
              </a:rPr>
              <a:t>P</a:t>
            </a:r>
            <a:r>
              <a:rPr lang="en-US" altLang="zh-CN" sz="2400" baseline="-30000" dirty="0">
                <a:latin typeface="Times New Roman" panose="02020603050405020304" pitchFamily="18" charset="0"/>
              </a:rPr>
              <a:t>i</a:t>
            </a:r>
            <a:r>
              <a:rPr lang="zh-CN" altLang="en-US" sz="2400" dirty="0">
                <a:latin typeface="Times New Roman" panose="02020603050405020304" pitchFamily="18" charset="0"/>
              </a:rPr>
              <a:t>等待。 </a:t>
            </a:r>
            <a:endParaRPr lang="en-US" altLang="zh-CN" sz="2400" dirty="0">
              <a:latin typeface="Times New Roman" panose="02020603050405020304" pitchFamily="18" charset="0"/>
            </a:endParaRPr>
          </a:p>
          <a:p>
            <a:pPr lvl="1"/>
            <a:r>
              <a:rPr lang="zh-CN" altLang="en-US" dirty="0"/>
              <a:t>3）试分配</a:t>
            </a:r>
            <a:r>
              <a:rPr lang="zh-CN" altLang="en-US" dirty="0">
                <a:latin typeface="Times New Roman" panose="02020603050405020304" pitchFamily="18" charset="0"/>
              </a:rPr>
              <a:t>并修改数据结构：假设分配</a:t>
            </a:r>
            <a:r>
              <a:rPr lang="en-US" altLang="zh-CN" dirty="0">
                <a:latin typeface="Times New Roman" panose="02020603050405020304" pitchFamily="18" charset="0"/>
              </a:rPr>
              <a:t>P</a:t>
            </a:r>
            <a:r>
              <a:rPr lang="en-US" altLang="zh-CN" baseline="-25000" dirty="0">
                <a:latin typeface="Times New Roman" panose="02020603050405020304" pitchFamily="18" charset="0"/>
              </a:rPr>
              <a:t>i</a:t>
            </a:r>
            <a:r>
              <a:rPr lang="zh-CN" altLang="en-US" dirty="0">
                <a:latin typeface="Times New Roman" panose="02020603050405020304" pitchFamily="18" charset="0"/>
              </a:rPr>
              <a:t>请求的资源</a:t>
            </a:r>
          </a:p>
          <a:p>
            <a:pPr lvl="2"/>
            <a:r>
              <a:rPr lang="en-US" altLang="zh-CN" b="1" dirty="0">
                <a:latin typeface="Times New Roman" panose="02020603050405020304" pitchFamily="18" charset="0"/>
              </a:rPr>
              <a:t>Available ＝ </a:t>
            </a:r>
            <a:r>
              <a:rPr lang="en-US" altLang="zh-CN" b="1" dirty="0" err="1">
                <a:latin typeface="Times New Roman" panose="02020603050405020304" pitchFamily="18" charset="0"/>
              </a:rPr>
              <a:t>Available－Request</a:t>
            </a:r>
            <a:r>
              <a:rPr lang="en-US" altLang="zh-CN" b="1" baseline="-30000" dirty="0" err="1">
                <a:latin typeface="Times New Roman" panose="02020603050405020304" pitchFamily="18" charset="0"/>
              </a:rPr>
              <a:t>i</a:t>
            </a:r>
            <a:r>
              <a:rPr lang="en-US" altLang="zh-CN" b="1" dirty="0">
                <a:latin typeface="Times New Roman" panose="02020603050405020304" pitchFamily="18" charset="0"/>
              </a:rPr>
              <a:t> ；</a:t>
            </a:r>
            <a:endParaRPr lang="en-US" altLang="zh-CN" b="1" dirty="0"/>
          </a:p>
          <a:p>
            <a:pPr lvl="2"/>
            <a:r>
              <a:rPr lang="en-US" altLang="zh-CN" b="1" dirty="0" err="1">
                <a:latin typeface="Times New Roman" panose="02020603050405020304" pitchFamily="18" charset="0"/>
              </a:rPr>
              <a:t>Allocation</a:t>
            </a:r>
            <a:r>
              <a:rPr lang="en-US" altLang="zh-CN" b="1" baseline="-30000" dirty="0" err="1">
                <a:latin typeface="Times New Roman" panose="02020603050405020304" pitchFamily="18" charset="0"/>
              </a:rPr>
              <a:t>i</a:t>
            </a:r>
            <a:r>
              <a:rPr lang="en-US" altLang="zh-CN" b="1" baseline="-30000" dirty="0">
                <a:latin typeface="Times New Roman" panose="02020603050405020304" pitchFamily="18" charset="0"/>
              </a:rPr>
              <a:t> </a:t>
            </a:r>
            <a:r>
              <a:rPr lang="en-US" altLang="zh-CN" b="1" dirty="0">
                <a:latin typeface="Times New Roman" panose="02020603050405020304" pitchFamily="18" charset="0"/>
              </a:rPr>
              <a:t>＝ </a:t>
            </a:r>
            <a:r>
              <a:rPr lang="en-US" altLang="zh-CN" b="1" dirty="0" err="1">
                <a:latin typeface="Times New Roman" panose="02020603050405020304" pitchFamily="18" charset="0"/>
              </a:rPr>
              <a:t>Allocation</a:t>
            </a:r>
            <a:r>
              <a:rPr lang="en-US" altLang="zh-CN" b="1" baseline="-30000" dirty="0" err="1">
                <a:latin typeface="Times New Roman" panose="02020603050405020304" pitchFamily="18" charset="0"/>
              </a:rPr>
              <a:t>i</a:t>
            </a:r>
            <a:r>
              <a:rPr lang="en-US" altLang="zh-CN" b="1" baseline="-30000" dirty="0">
                <a:latin typeface="Times New Roman" panose="02020603050405020304" pitchFamily="18" charset="0"/>
              </a:rPr>
              <a:t> </a:t>
            </a:r>
            <a:r>
              <a:rPr lang="en-US" altLang="zh-CN" b="1" dirty="0">
                <a:latin typeface="Times New Roman" panose="02020603050405020304" pitchFamily="18" charset="0"/>
              </a:rPr>
              <a:t>＋ </a:t>
            </a:r>
            <a:r>
              <a:rPr lang="en-US" altLang="zh-CN" b="1" dirty="0" err="1">
                <a:latin typeface="Times New Roman" panose="02020603050405020304" pitchFamily="18" charset="0"/>
              </a:rPr>
              <a:t>Request</a:t>
            </a:r>
            <a:r>
              <a:rPr lang="en-US" altLang="zh-CN" b="1" baseline="-30000" dirty="0" err="1">
                <a:latin typeface="Times New Roman" panose="02020603050405020304" pitchFamily="18" charset="0"/>
              </a:rPr>
              <a:t>i</a:t>
            </a:r>
            <a:r>
              <a:rPr lang="en-US" altLang="zh-CN" b="1" baseline="-30000" dirty="0">
                <a:latin typeface="Times New Roman" panose="02020603050405020304" pitchFamily="18" charset="0"/>
              </a:rPr>
              <a:t> </a:t>
            </a:r>
            <a:r>
              <a:rPr lang="en-US" altLang="zh-CN" b="1" dirty="0">
                <a:latin typeface="Times New Roman" panose="02020603050405020304" pitchFamily="18" charset="0"/>
              </a:rPr>
              <a:t>；</a:t>
            </a:r>
            <a:endParaRPr lang="en-US" altLang="zh-CN" b="1" dirty="0"/>
          </a:p>
          <a:p>
            <a:pPr lvl="2"/>
            <a:r>
              <a:rPr lang="en-US" altLang="zh-CN" b="1" dirty="0" err="1">
                <a:latin typeface="Times New Roman" panose="02020603050405020304" pitchFamily="18" charset="0"/>
              </a:rPr>
              <a:t>Need</a:t>
            </a:r>
            <a:r>
              <a:rPr lang="en-US" altLang="zh-CN" b="1" baseline="-30000" dirty="0" err="1">
                <a:latin typeface="Times New Roman" panose="02020603050405020304" pitchFamily="18" charset="0"/>
              </a:rPr>
              <a:t>i</a:t>
            </a:r>
            <a:r>
              <a:rPr lang="en-US" altLang="zh-CN" b="1" baseline="-30000" dirty="0">
                <a:latin typeface="Times New Roman" panose="02020603050405020304" pitchFamily="18" charset="0"/>
              </a:rPr>
              <a:t> </a:t>
            </a:r>
            <a:r>
              <a:rPr lang="en-US" altLang="zh-CN" b="1" dirty="0">
                <a:latin typeface="Times New Roman" panose="02020603050405020304" pitchFamily="18" charset="0"/>
              </a:rPr>
              <a:t>＝ </a:t>
            </a:r>
            <a:r>
              <a:rPr lang="en-US" altLang="zh-CN" b="1" dirty="0" err="1">
                <a:latin typeface="Times New Roman" panose="02020603050405020304" pitchFamily="18" charset="0"/>
              </a:rPr>
              <a:t>Need</a:t>
            </a:r>
            <a:r>
              <a:rPr lang="en-US" altLang="zh-CN" b="1" baseline="-30000" dirty="0" err="1">
                <a:latin typeface="Times New Roman" panose="02020603050405020304" pitchFamily="18" charset="0"/>
              </a:rPr>
              <a:t>i</a:t>
            </a:r>
            <a:r>
              <a:rPr lang="en-US" altLang="zh-CN" b="1" dirty="0">
                <a:latin typeface="Times New Roman" panose="02020603050405020304" pitchFamily="18" charset="0"/>
              </a:rPr>
              <a:t>－ </a:t>
            </a:r>
            <a:r>
              <a:rPr lang="en-US" altLang="zh-CN" b="1" dirty="0" err="1">
                <a:latin typeface="Times New Roman" panose="02020603050405020304" pitchFamily="18" charset="0"/>
              </a:rPr>
              <a:t>Request</a:t>
            </a:r>
            <a:r>
              <a:rPr lang="en-US" altLang="zh-CN" b="1" baseline="-30000" dirty="0" err="1">
                <a:latin typeface="Times New Roman" panose="02020603050405020304" pitchFamily="18" charset="0"/>
              </a:rPr>
              <a:t>i</a:t>
            </a:r>
            <a:r>
              <a:rPr lang="en-US" altLang="zh-CN" b="1" baseline="-30000" dirty="0">
                <a:latin typeface="Times New Roman" panose="02020603050405020304" pitchFamily="18" charset="0"/>
              </a:rPr>
              <a:t> </a:t>
            </a:r>
            <a:r>
              <a:rPr lang="en-US" altLang="zh-CN" b="1" dirty="0">
                <a:latin typeface="Times New Roman" panose="02020603050405020304" pitchFamily="18" charset="0"/>
              </a:rPr>
              <a:t>；</a:t>
            </a:r>
            <a:endParaRPr lang="en-US" altLang="zh-CN" b="1" dirty="0"/>
          </a:p>
          <a:p>
            <a:pPr lvl="1"/>
            <a:r>
              <a:rPr lang="en-US" altLang="zh-CN" dirty="0"/>
              <a:t>4）</a:t>
            </a:r>
            <a:r>
              <a:rPr lang="zh-CN" altLang="en-US" dirty="0"/>
              <a:t>系统执行安全性算法，检查此次资源分配是否安全。若安全，才正式分</a:t>
            </a:r>
            <a:r>
              <a:rPr lang="zh-CN" altLang="en-US" dirty="0">
                <a:latin typeface="Times New Roman" panose="02020603050405020304" pitchFamily="18" charset="0"/>
              </a:rPr>
              <a:t>配；否则，试分配作废，让进程</a:t>
            </a:r>
            <a:r>
              <a:rPr lang="en-US" altLang="zh-CN" dirty="0">
                <a:latin typeface="Times New Roman" panose="02020603050405020304" pitchFamily="18" charset="0"/>
              </a:rPr>
              <a:t>P</a:t>
            </a:r>
            <a:r>
              <a:rPr lang="en-US" altLang="zh-CN" baseline="-30000" dirty="0">
                <a:latin typeface="Times New Roman" panose="02020603050405020304" pitchFamily="18" charset="0"/>
              </a:rPr>
              <a:t>i</a:t>
            </a:r>
            <a:r>
              <a:rPr lang="zh-CN" altLang="en-US" dirty="0">
                <a:latin typeface="Times New Roman" panose="02020603050405020304" pitchFamily="18" charset="0"/>
              </a:rPr>
              <a:t>等待。</a:t>
            </a:r>
            <a:endParaRPr lang="zh-CN" altLang="en-US" sz="2400" dirty="0">
              <a:latin typeface="Times New Roman" panose="02020603050405020304" pitchFamily="18" charset="0"/>
            </a:endParaRPr>
          </a:p>
          <a:p>
            <a:pPr eaLnBrk="1" hangingPunct="1"/>
            <a:endParaRPr lang="zh-CN" altLang="en-US" sz="2800" dirty="0"/>
          </a:p>
        </p:txBody>
      </p:sp>
      <p:sp>
        <p:nvSpPr>
          <p:cNvPr id="2" name="灯片编号占位符 1">
            <a:extLst>
              <a:ext uri="{FF2B5EF4-FFF2-40B4-BE49-F238E27FC236}">
                <a16:creationId xmlns:a16="http://schemas.microsoft.com/office/drawing/2014/main" id="{F1AAA346-B90D-05E5-D065-156EE3288D5F}"/>
              </a:ext>
            </a:extLst>
          </p:cNvPr>
          <p:cNvSpPr>
            <a:spLocks noGrp="1"/>
          </p:cNvSpPr>
          <p:nvPr>
            <p:ph type="sldNum" sz="quarter" idx="12"/>
          </p:nvPr>
        </p:nvSpPr>
        <p:spPr/>
        <p:txBody>
          <a:bodyPr/>
          <a:lstStyle/>
          <a:p>
            <a:fld id="{4093CC90-4002-504C-BD88-C9A1D374048E}" type="slidenum">
              <a:rPr lang="zh-CN" altLang="en-US" smtClean="0"/>
              <a:pPr/>
              <a:t>33</a:t>
            </a:fld>
            <a:endParaRPr lang="zh-CN" altLang="en-US" dirty="0"/>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268291">
                                            <p:txEl>
                                              <p:pRg st="0" end="0"/>
                                            </p:txEl>
                                          </p:spTgt>
                                        </p:tgtEl>
                                        <p:attrNameLst>
                                          <p:attrName>style.visibility</p:attrName>
                                        </p:attrNameLst>
                                      </p:cBhvr>
                                      <p:to>
                                        <p:strVal val="visible"/>
                                      </p:to>
                                    </p:set>
                                    <p:animEffect transition="in" filter="checkerboard(across)">
                                      <p:cBhvr>
                                        <p:cTn id="7" dur="500"/>
                                        <p:tgtEl>
                                          <p:spTgt spid="268291">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nodeType="clickEffect">
                                  <p:stCondLst>
                                    <p:cond delay="0"/>
                                  </p:stCondLst>
                                  <p:childTnLst>
                                    <p:set>
                                      <p:cBhvr>
                                        <p:cTn id="11" dur="1" fill="hold">
                                          <p:stCondLst>
                                            <p:cond delay="0"/>
                                          </p:stCondLst>
                                        </p:cTn>
                                        <p:tgtEl>
                                          <p:spTgt spid="268291">
                                            <p:txEl>
                                              <p:pRg st="1" end="1"/>
                                            </p:txEl>
                                          </p:spTgt>
                                        </p:tgtEl>
                                        <p:attrNameLst>
                                          <p:attrName>style.visibility</p:attrName>
                                        </p:attrNameLst>
                                      </p:cBhvr>
                                      <p:to>
                                        <p:strVal val="visible"/>
                                      </p:to>
                                    </p:set>
                                    <p:animEffect transition="in" filter="checkerboard(across)">
                                      <p:cBhvr>
                                        <p:cTn id="12" dur="500"/>
                                        <p:tgtEl>
                                          <p:spTgt spid="26829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268291">
                                            <p:txEl>
                                              <p:pRg st="2" end="2"/>
                                            </p:txEl>
                                          </p:spTgt>
                                        </p:tgtEl>
                                        <p:attrNameLst>
                                          <p:attrName>style.visibility</p:attrName>
                                        </p:attrNameLst>
                                      </p:cBhvr>
                                      <p:to>
                                        <p:strVal val="visible"/>
                                      </p:to>
                                    </p:set>
                                    <p:animEffect transition="in" filter="checkerboard(across)">
                                      <p:cBhvr>
                                        <p:cTn id="17" dur="500"/>
                                        <p:tgtEl>
                                          <p:spTgt spid="26829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nodeType="clickEffect">
                                  <p:stCondLst>
                                    <p:cond delay="0"/>
                                  </p:stCondLst>
                                  <p:childTnLst>
                                    <p:set>
                                      <p:cBhvr>
                                        <p:cTn id="21" dur="1" fill="hold">
                                          <p:stCondLst>
                                            <p:cond delay="0"/>
                                          </p:stCondLst>
                                        </p:cTn>
                                        <p:tgtEl>
                                          <p:spTgt spid="268291">
                                            <p:txEl>
                                              <p:pRg st="3" end="3"/>
                                            </p:txEl>
                                          </p:spTgt>
                                        </p:tgtEl>
                                        <p:attrNameLst>
                                          <p:attrName>style.visibility</p:attrName>
                                        </p:attrNameLst>
                                      </p:cBhvr>
                                      <p:to>
                                        <p:strVal val="visible"/>
                                      </p:to>
                                    </p:set>
                                    <p:animEffect transition="in" filter="checkerboard(across)">
                                      <p:cBhvr>
                                        <p:cTn id="22" dur="500"/>
                                        <p:tgtEl>
                                          <p:spTgt spid="268291">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5" presetClass="entr" presetSubtype="10" fill="hold" nodeType="clickEffect">
                                  <p:stCondLst>
                                    <p:cond delay="0"/>
                                  </p:stCondLst>
                                  <p:childTnLst>
                                    <p:set>
                                      <p:cBhvr>
                                        <p:cTn id="26" dur="1" fill="hold">
                                          <p:stCondLst>
                                            <p:cond delay="0"/>
                                          </p:stCondLst>
                                        </p:cTn>
                                        <p:tgtEl>
                                          <p:spTgt spid="268291">
                                            <p:txEl>
                                              <p:pRg st="4" end="4"/>
                                            </p:txEl>
                                          </p:spTgt>
                                        </p:tgtEl>
                                        <p:attrNameLst>
                                          <p:attrName>style.visibility</p:attrName>
                                        </p:attrNameLst>
                                      </p:cBhvr>
                                      <p:to>
                                        <p:strVal val="visible"/>
                                      </p:to>
                                    </p:set>
                                    <p:animEffect transition="in" filter="checkerboard(across)">
                                      <p:cBhvr>
                                        <p:cTn id="27" dur="500"/>
                                        <p:tgtEl>
                                          <p:spTgt spid="268291">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5" presetClass="entr" presetSubtype="10" fill="hold" nodeType="clickEffect">
                                  <p:stCondLst>
                                    <p:cond delay="0"/>
                                  </p:stCondLst>
                                  <p:childTnLst>
                                    <p:set>
                                      <p:cBhvr>
                                        <p:cTn id="31" dur="1" fill="hold">
                                          <p:stCondLst>
                                            <p:cond delay="0"/>
                                          </p:stCondLst>
                                        </p:cTn>
                                        <p:tgtEl>
                                          <p:spTgt spid="268291">
                                            <p:txEl>
                                              <p:pRg st="5" end="5"/>
                                            </p:txEl>
                                          </p:spTgt>
                                        </p:tgtEl>
                                        <p:attrNameLst>
                                          <p:attrName>style.visibility</p:attrName>
                                        </p:attrNameLst>
                                      </p:cBhvr>
                                      <p:to>
                                        <p:strVal val="visible"/>
                                      </p:to>
                                    </p:set>
                                    <p:animEffect transition="in" filter="checkerboard(across)">
                                      <p:cBhvr>
                                        <p:cTn id="32" dur="500"/>
                                        <p:tgtEl>
                                          <p:spTgt spid="268291">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5" presetClass="entr" presetSubtype="10" fill="hold" nodeType="clickEffect">
                                  <p:stCondLst>
                                    <p:cond delay="0"/>
                                  </p:stCondLst>
                                  <p:childTnLst>
                                    <p:set>
                                      <p:cBhvr>
                                        <p:cTn id="36" dur="1" fill="hold">
                                          <p:stCondLst>
                                            <p:cond delay="0"/>
                                          </p:stCondLst>
                                        </p:cTn>
                                        <p:tgtEl>
                                          <p:spTgt spid="268291">
                                            <p:txEl>
                                              <p:pRg st="6" end="6"/>
                                            </p:txEl>
                                          </p:spTgt>
                                        </p:tgtEl>
                                        <p:attrNameLst>
                                          <p:attrName>style.visibility</p:attrName>
                                        </p:attrNameLst>
                                      </p:cBhvr>
                                      <p:to>
                                        <p:strVal val="visible"/>
                                      </p:to>
                                    </p:set>
                                    <p:animEffect transition="in" filter="checkerboard(across)">
                                      <p:cBhvr>
                                        <p:cTn id="37" dur="500"/>
                                        <p:tgtEl>
                                          <p:spTgt spid="268291">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5" presetClass="entr" presetSubtype="10" fill="hold" nodeType="clickEffect">
                                  <p:stCondLst>
                                    <p:cond delay="0"/>
                                  </p:stCondLst>
                                  <p:childTnLst>
                                    <p:set>
                                      <p:cBhvr>
                                        <p:cTn id="41" dur="1" fill="hold">
                                          <p:stCondLst>
                                            <p:cond delay="0"/>
                                          </p:stCondLst>
                                        </p:cTn>
                                        <p:tgtEl>
                                          <p:spTgt spid="268291">
                                            <p:txEl>
                                              <p:pRg st="7" end="7"/>
                                            </p:txEl>
                                          </p:spTgt>
                                        </p:tgtEl>
                                        <p:attrNameLst>
                                          <p:attrName>style.visibility</p:attrName>
                                        </p:attrNameLst>
                                      </p:cBhvr>
                                      <p:to>
                                        <p:strVal val="visible"/>
                                      </p:to>
                                    </p:set>
                                    <p:animEffect transition="in" filter="checkerboard(across)">
                                      <p:cBhvr>
                                        <p:cTn id="42" dur="500"/>
                                        <p:tgtEl>
                                          <p:spTgt spid="268291">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5" presetClass="entr" presetSubtype="10" fill="hold" nodeType="clickEffect">
                                  <p:stCondLst>
                                    <p:cond delay="0"/>
                                  </p:stCondLst>
                                  <p:childTnLst>
                                    <p:set>
                                      <p:cBhvr>
                                        <p:cTn id="46" dur="1" fill="hold">
                                          <p:stCondLst>
                                            <p:cond delay="0"/>
                                          </p:stCondLst>
                                        </p:cTn>
                                        <p:tgtEl>
                                          <p:spTgt spid="268291">
                                            <p:txEl>
                                              <p:pRg st="8" end="8"/>
                                            </p:txEl>
                                          </p:spTgt>
                                        </p:tgtEl>
                                        <p:attrNameLst>
                                          <p:attrName>style.visibility</p:attrName>
                                        </p:attrNameLst>
                                      </p:cBhvr>
                                      <p:to>
                                        <p:strVal val="visible"/>
                                      </p:to>
                                    </p:set>
                                    <p:animEffect transition="in" filter="checkerboard(across)">
                                      <p:cBhvr>
                                        <p:cTn id="47" dur="500"/>
                                        <p:tgtEl>
                                          <p:spTgt spid="268291">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8291" grpId="0" build="p"/>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1" name="Rectangle 2">
            <a:extLst>
              <a:ext uri="{FF2B5EF4-FFF2-40B4-BE49-F238E27FC236}">
                <a16:creationId xmlns:a16="http://schemas.microsoft.com/office/drawing/2014/main" id="{20D340DD-83A8-E078-6806-177C92FBE3A3}"/>
              </a:ext>
            </a:extLst>
          </p:cNvPr>
          <p:cNvSpPr>
            <a:spLocks noGrp="1" noChangeArrowheads="1"/>
          </p:cNvSpPr>
          <p:nvPr>
            <p:ph type="title"/>
          </p:nvPr>
        </p:nvSpPr>
        <p:spPr>
          <a:xfrm>
            <a:off x="1042988" y="225431"/>
            <a:ext cx="7850187" cy="746125"/>
          </a:xfrm>
        </p:spPr>
        <p:txBody>
          <a:bodyPr/>
          <a:lstStyle/>
          <a:p>
            <a:r>
              <a:rPr lang="zh-CN" altLang="en-US"/>
              <a:t>银行家算法例</a:t>
            </a:r>
          </a:p>
        </p:txBody>
      </p:sp>
      <p:sp>
        <p:nvSpPr>
          <p:cNvPr id="61442" name="Rectangle 3">
            <a:extLst>
              <a:ext uri="{FF2B5EF4-FFF2-40B4-BE49-F238E27FC236}">
                <a16:creationId xmlns:a16="http://schemas.microsoft.com/office/drawing/2014/main" id="{BAEABDE8-22CE-29CE-C43C-C3FA22C41155}"/>
              </a:ext>
            </a:extLst>
          </p:cNvPr>
          <p:cNvSpPr>
            <a:spLocks noGrp="1" noChangeArrowheads="1"/>
          </p:cNvSpPr>
          <p:nvPr>
            <p:ph idx="1"/>
          </p:nvPr>
        </p:nvSpPr>
        <p:spPr>
          <a:xfrm>
            <a:off x="935038" y="1233488"/>
            <a:ext cx="7772400" cy="1146457"/>
          </a:xfrm>
        </p:spPr>
        <p:txBody>
          <a:bodyPr>
            <a:normAutofit fontScale="77500" lnSpcReduction="20000"/>
          </a:bodyPr>
          <a:lstStyle/>
          <a:p>
            <a:r>
              <a:rPr lang="zh-CN" altLang="en-US" dirty="0"/>
              <a:t>假定系统中有5个进程 </a:t>
            </a:r>
            <a:r>
              <a:rPr lang="en-US" altLang="zh-CN" dirty="0"/>
              <a:t>P0、P1、P2、P3、P4</a:t>
            </a:r>
            <a:r>
              <a:rPr lang="zh-CN" altLang="en-US" dirty="0"/>
              <a:t>和三种类型的资源</a:t>
            </a:r>
            <a:r>
              <a:rPr lang="en-US" altLang="zh-CN" dirty="0"/>
              <a:t>A、B、C，</a:t>
            </a:r>
            <a:r>
              <a:rPr lang="zh-CN" altLang="en-US" dirty="0"/>
              <a:t>数量分别为12、5、9，在</a:t>
            </a:r>
            <a:r>
              <a:rPr lang="en-US" altLang="zh-CN" dirty="0"/>
              <a:t>T0</a:t>
            </a:r>
            <a:r>
              <a:rPr lang="zh-CN" altLang="en-US" dirty="0"/>
              <a:t>时刻的资源分配情况如下所示。</a:t>
            </a:r>
          </a:p>
        </p:txBody>
      </p:sp>
      <p:sp>
        <p:nvSpPr>
          <p:cNvPr id="2" name="灯片编号占位符 1">
            <a:extLst>
              <a:ext uri="{FF2B5EF4-FFF2-40B4-BE49-F238E27FC236}">
                <a16:creationId xmlns:a16="http://schemas.microsoft.com/office/drawing/2014/main" id="{3ACA6987-54B9-9DA3-EC47-B2F5F076B009}"/>
              </a:ext>
            </a:extLst>
          </p:cNvPr>
          <p:cNvSpPr>
            <a:spLocks noGrp="1"/>
          </p:cNvSpPr>
          <p:nvPr>
            <p:ph type="sldNum" sz="quarter" idx="12"/>
          </p:nvPr>
        </p:nvSpPr>
        <p:spPr>
          <a:xfrm>
            <a:off x="6781800" y="6324600"/>
            <a:ext cx="1905000" cy="457200"/>
          </a:xfrm>
        </p:spPr>
        <p:txBody>
          <a:bodyPr/>
          <a:lstStyle/>
          <a:p>
            <a:fld id="{4093CC90-4002-504C-BD88-C9A1D374048E}" type="slidenum">
              <a:rPr lang="zh-CN" altLang="en-US" smtClean="0"/>
              <a:pPr/>
              <a:t>34</a:t>
            </a:fld>
            <a:endParaRPr lang="zh-CN" altLang="en-US" dirty="0"/>
          </a:p>
        </p:txBody>
      </p:sp>
      <p:graphicFrame>
        <p:nvGraphicFramePr>
          <p:cNvPr id="272388" name="Group 4">
            <a:extLst>
              <a:ext uri="{FF2B5EF4-FFF2-40B4-BE49-F238E27FC236}">
                <a16:creationId xmlns:a16="http://schemas.microsoft.com/office/drawing/2014/main" id="{ABDD7035-8586-534E-C1AD-C4CE70EC78F9}"/>
              </a:ext>
            </a:extLst>
          </p:cNvPr>
          <p:cNvGraphicFramePr>
            <a:graphicFrameLocks noGrp="1"/>
          </p:cNvGraphicFramePr>
          <p:nvPr>
            <p:extLst>
              <p:ext uri="{D42A27DB-BD31-4B8C-83A1-F6EECF244321}">
                <p14:modId xmlns:p14="http://schemas.microsoft.com/office/powerpoint/2010/main" val="403113484"/>
              </p:ext>
            </p:extLst>
          </p:nvPr>
        </p:nvGraphicFramePr>
        <p:xfrm>
          <a:off x="304800" y="2492375"/>
          <a:ext cx="8610600" cy="3540126"/>
        </p:xfrm>
        <a:graphic>
          <a:graphicData uri="http://schemas.openxmlformats.org/drawingml/2006/table">
            <a:tbl>
              <a:tblPr/>
              <a:tblGrid>
                <a:gridCol w="1752600">
                  <a:extLst>
                    <a:ext uri="{9D8B030D-6E8A-4147-A177-3AD203B41FA5}">
                      <a16:colId xmlns:a16="http://schemas.microsoft.com/office/drawing/2014/main" val="1477552689"/>
                    </a:ext>
                  </a:extLst>
                </a:gridCol>
                <a:gridCol w="1752600">
                  <a:extLst>
                    <a:ext uri="{9D8B030D-6E8A-4147-A177-3AD203B41FA5}">
                      <a16:colId xmlns:a16="http://schemas.microsoft.com/office/drawing/2014/main" val="1431176189"/>
                    </a:ext>
                  </a:extLst>
                </a:gridCol>
                <a:gridCol w="1752600">
                  <a:extLst>
                    <a:ext uri="{9D8B030D-6E8A-4147-A177-3AD203B41FA5}">
                      <a16:colId xmlns:a16="http://schemas.microsoft.com/office/drawing/2014/main" val="1859781178"/>
                    </a:ext>
                  </a:extLst>
                </a:gridCol>
                <a:gridCol w="1752600">
                  <a:extLst>
                    <a:ext uri="{9D8B030D-6E8A-4147-A177-3AD203B41FA5}">
                      <a16:colId xmlns:a16="http://schemas.microsoft.com/office/drawing/2014/main" val="3267476738"/>
                    </a:ext>
                  </a:extLst>
                </a:gridCol>
                <a:gridCol w="1600200">
                  <a:extLst>
                    <a:ext uri="{9D8B030D-6E8A-4147-A177-3AD203B41FA5}">
                      <a16:colId xmlns:a16="http://schemas.microsoft.com/office/drawing/2014/main" val="91174839"/>
                    </a:ext>
                  </a:extLst>
                </a:gridCol>
              </a:tblGrid>
              <a:tr h="506413">
                <a:tc rowSpan="2">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400" b="0" i="0" u="none" strike="noStrike" cap="none" normalizeH="0" baseline="0">
                          <a:ln>
                            <a:noFill/>
                          </a:ln>
                          <a:solidFill>
                            <a:schemeClr val="tx1"/>
                          </a:solidFill>
                          <a:effectLst/>
                          <a:latin typeface="Tahoma" panose="020B0604030504040204" pitchFamily="34" charset="0"/>
                          <a:ea typeface="宋体" panose="02010600030101010101" pitchFamily="2" charset="-122"/>
                        </a:rPr>
                        <a:t>   资源情况</a:t>
                      </a: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400" b="0" i="0" u="none" strike="noStrike" cap="none" normalizeH="0" baseline="0">
                          <a:ln>
                            <a:noFill/>
                          </a:ln>
                          <a:solidFill>
                            <a:schemeClr val="tx1"/>
                          </a:solidFill>
                          <a:effectLst/>
                          <a:latin typeface="Tahoma" panose="020B0604030504040204" pitchFamily="34" charset="0"/>
                          <a:ea typeface="宋体" panose="02010600030101010101" pitchFamily="2" charset="-122"/>
                        </a:rPr>
                        <a:t>进程</a:t>
                      </a: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w="12700" cap="flat" cmpd="sng" algn="ctr">
                      <a:solidFill>
                        <a:schemeClr val="tx1"/>
                      </a:solidFill>
                      <a:prstDash val="solid"/>
                      <a:miter lim="800000"/>
                      <a:headEnd type="none" w="med" len="med"/>
                      <a:tailEnd type="none" w="med" len="med"/>
                    </a:lnTlToBr>
                    <a:lnBlToTr>
                      <a:noFill/>
                    </a:lnBlToTr>
                    <a:noFill/>
                  </a:tcPr>
                </a:tc>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400" b="0" i="0" u="none" strike="noStrike" cap="none" normalizeH="0" baseline="0">
                          <a:ln>
                            <a:noFill/>
                          </a:ln>
                          <a:solidFill>
                            <a:schemeClr val="tx1"/>
                          </a:solidFill>
                          <a:effectLst/>
                          <a:latin typeface="Tahoma" panose="020B0604030504040204" pitchFamily="34" charset="0"/>
                          <a:ea typeface="宋体" panose="02010600030101010101" pitchFamily="2" charset="-122"/>
                        </a:rPr>
                        <a:t>    </a:t>
                      </a:r>
                      <a:r>
                        <a:rPr kumimoji="0" lang="en-US" altLang="zh-CN" sz="2400" b="0" i="0" u="none" strike="noStrike" cap="none" normalizeH="0" baseline="0">
                          <a:ln>
                            <a:noFill/>
                          </a:ln>
                          <a:solidFill>
                            <a:schemeClr val="tx1"/>
                          </a:solidFill>
                          <a:effectLst/>
                          <a:latin typeface="Tahoma" panose="020B0604030504040204" pitchFamily="34" charset="0"/>
                          <a:ea typeface="宋体" panose="02010600030101010101" pitchFamily="2" charset="-122"/>
                        </a:rPr>
                        <a:t>Max</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400" b="0" i="0" u="none" strike="noStrike" cap="none" normalizeH="0" baseline="0">
                          <a:ln>
                            <a:noFill/>
                          </a:ln>
                          <a:solidFill>
                            <a:schemeClr val="tx1"/>
                          </a:solidFill>
                          <a:effectLst/>
                          <a:latin typeface="Tahoma" panose="020B0604030504040204" pitchFamily="34" charset="0"/>
                          <a:ea typeface="宋体" panose="02010600030101010101" pitchFamily="2" charset="-122"/>
                        </a:rPr>
                        <a:t>  Allocation</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400" b="0" i="0" u="none" strike="noStrike" cap="none" normalizeH="0" baseline="0">
                          <a:ln>
                            <a:noFill/>
                          </a:ln>
                          <a:solidFill>
                            <a:schemeClr val="tx1"/>
                          </a:solidFill>
                          <a:effectLst/>
                          <a:latin typeface="Tahoma" panose="020B0604030504040204" pitchFamily="34" charset="0"/>
                          <a:ea typeface="宋体" panose="02010600030101010101" pitchFamily="2" charset="-122"/>
                        </a:rPr>
                        <a:t>    </a:t>
                      </a:r>
                      <a:r>
                        <a:rPr kumimoji="0" lang="en-US" altLang="zh-CN" sz="2400" b="0" i="0" u="none" strike="noStrike" cap="none" normalizeH="0" baseline="0">
                          <a:ln>
                            <a:noFill/>
                          </a:ln>
                          <a:solidFill>
                            <a:schemeClr val="tx1"/>
                          </a:solidFill>
                          <a:effectLst/>
                          <a:latin typeface="Tahoma" panose="020B0604030504040204" pitchFamily="34" charset="0"/>
                          <a:ea typeface="宋体" panose="02010600030101010101" pitchFamily="2" charset="-122"/>
                        </a:rPr>
                        <a:t>Need</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400" b="0" i="0" u="none" strike="noStrike" cap="none" normalizeH="0" baseline="0">
                          <a:ln>
                            <a:noFill/>
                          </a:ln>
                          <a:solidFill>
                            <a:schemeClr val="tx1"/>
                          </a:solidFill>
                          <a:effectLst/>
                          <a:latin typeface="Tahoma" panose="020B0604030504040204" pitchFamily="34" charset="0"/>
                          <a:ea typeface="宋体" panose="02010600030101010101" pitchFamily="2" charset="-122"/>
                        </a:rPr>
                        <a:t>  </a:t>
                      </a:r>
                      <a:r>
                        <a:rPr kumimoji="0" lang="en-US" altLang="zh-CN" sz="2400" b="0" i="0" u="none" strike="noStrike" cap="none" normalizeH="0" baseline="0">
                          <a:ln>
                            <a:noFill/>
                          </a:ln>
                          <a:solidFill>
                            <a:schemeClr val="tx1"/>
                          </a:solidFill>
                          <a:effectLst/>
                          <a:latin typeface="Tahoma" panose="020B0604030504040204" pitchFamily="34" charset="0"/>
                          <a:ea typeface="宋体" panose="02010600030101010101" pitchFamily="2" charset="-122"/>
                        </a:rPr>
                        <a:t>Available</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3753015074"/>
                  </a:ext>
                </a:extLst>
              </a:tr>
              <a:tr h="471488">
                <a:tc vMerge="1">
                  <a:txBody>
                    <a:bodyPr/>
                    <a:lstStyle/>
                    <a:p>
                      <a:endParaRPr lang="zh-CN" altLang="en-US"/>
                    </a:p>
                  </a:txBody>
                  <a:tcPr/>
                </a:tc>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400" b="0" i="0" u="none" strike="noStrike" cap="none" normalizeH="0" baseline="0">
                          <a:ln>
                            <a:noFill/>
                          </a:ln>
                          <a:solidFill>
                            <a:schemeClr val="tx1"/>
                          </a:solidFill>
                          <a:effectLst/>
                          <a:latin typeface="Tahoma" panose="020B0604030504040204" pitchFamily="34" charset="0"/>
                          <a:ea typeface="宋体" panose="02010600030101010101" pitchFamily="2" charset="-122"/>
                        </a:rPr>
                        <a:t> </a:t>
                      </a:r>
                      <a:r>
                        <a:rPr kumimoji="0" lang="en-US" altLang="zh-CN" sz="2400" b="0" i="0" u="none" strike="noStrike" cap="none" normalizeH="0" baseline="0">
                          <a:ln>
                            <a:noFill/>
                          </a:ln>
                          <a:solidFill>
                            <a:schemeClr val="tx1"/>
                          </a:solidFill>
                          <a:effectLst/>
                          <a:latin typeface="Tahoma" panose="020B0604030504040204" pitchFamily="34" charset="0"/>
                          <a:ea typeface="宋体" panose="02010600030101010101" pitchFamily="2" charset="-122"/>
                        </a:rPr>
                        <a:t>A    B    C</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400" b="0" i="0" u="none" strike="noStrike" cap="none" normalizeH="0" baseline="0">
                          <a:ln>
                            <a:noFill/>
                          </a:ln>
                          <a:solidFill>
                            <a:schemeClr val="tx1"/>
                          </a:solidFill>
                          <a:effectLst/>
                          <a:latin typeface="Tahoma" panose="020B0604030504040204" pitchFamily="34" charset="0"/>
                          <a:ea typeface="宋体" panose="02010600030101010101" pitchFamily="2" charset="-122"/>
                        </a:rPr>
                        <a:t>  </a:t>
                      </a:r>
                      <a:r>
                        <a:rPr kumimoji="0" lang="en-US" altLang="zh-CN" sz="2400" b="0" i="0" u="none" strike="noStrike" cap="none" normalizeH="0" baseline="0">
                          <a:ln>
                            <a:noFill/>
                          </a:ln>
                          <a:solidFill>
                            <a:schemeClr val="tx1"/>
                          </a:solidFill>
                          <a:effectLst/>
                          <a:latin typeface="Tahoma" panose="020B0604030504040204" pitchFamily="34" charset="0"/>
                          <a:ea typeface="宋体" panose="02010600030101010101" pitchFamily="2" charset="-122"/>
                        </a:rPr>
                        <a:t>A    B    C</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400" b="0" i="0" u="none" strike="noStrike" cap="none" normalizeH="0" baseline="0">
                          <a:ln>
                            <a:noFill/>
                          </a:ln>
                          <a:solidFill>
                            <a:schemeClr val="tx1"/>
                          </a:solidFill>
                          <a:effectLst/>
                          <a:latin typeface="Tahoma" panose="020B0604030504040204" pitchFamily="34" charset="0"/>
                          <a:ea typeface="宋体" panose="02010600030101010101" pitchFamily="2" charset="-122"/>
                        </a:rPr>
                        <a:t>  </a:t>
                      </a:r>
                      <a:r>
                        <a:rPr kumimoji="0" lang="en-US" altLang="zh-CN" sz="2400" b="0" i="0" u="none" strike="noStrike" cap="none" normalizeH="0" baseline="0">
                          <a:ln>
                            <a:noFill/>
                          </a:ln>
                          <a:solidFill>
                            <a:schemeClr val="tx1"/>
                          </a:solidFill>
                          <a:effectLst/>
                          <a:latin typeface="Tahoma" panose="020B0604030504040204" pitchFamily="34" charset="0"/>
                          <a:ea typeface="宋体" panose="02010600030101010101" pitchFamily="2" charset="-122"/>
                        </a:rPr>
                        <a:t>A    B    C</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400" b="0" i="0" u="none" strike="noStrike" cap="none" normalizeH="0" baseline="0">
                          <a:ln>
                            <a:noFill/>
                          </a:ln>
                          <a:solidFill>
                            <a:schemeClr val="tx1"/>
                          </a:solidFill>
                          <a:effectLst/>
                          <a:latin typeface="Tahoma" panose="020B0604030504040204" pitchFamily="34" charset="0"/>
                          <a:ea typeface="宋体" panose="02010600030101010101" pitchFamily="2" charset="-122"/>
                        </a:rPr>
                        <a:t> </a:t>
                      </a:r>
                      <a:r>
                        <a:rPr kumimoji="0" lang="en-US" altLang="zh-CN" sz="2400" b="0" i="0" u="none" strike="noStrike" cap="none" normalizeH="0" baseline="0">
                          <a:ln>
                            <a:noFill/>
                          </a:ln>
                          <a:solidFill>
                            <a:schemeClr val="tx1"/>
                          </a:solidFill>
                          <a:effectLst/>
                          <a:latin typeface="Tahoma" panose="020B0604030504040204" pitchFamily="34" charset="0"/>
                          <a:ea typeface="宋体" panose="02010600030101010101" pitchFamily="2" charset="-122"/>
                        </a:rPr>
                        <a:t>A    B    C</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2541346911"/>
                  </a:ext>
                </a:extLst>
              </a:tr>
              <a:tr h="504825">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400" b="0" i="0" u="none" strike="noStrike" cap="none" normalizeH="0" baseline="0" dirty="0">
                          <a:ln>
                            <a:noFill/>
                          </a:ln>
                          <a:solidFill>
                            <a:schemeClr val="tx1"/>
                          </a:solidFill>
                          <a:effectLst/>
                          <a:latin typeface="Tahoma" panose="020B0604030504040204" pitchFamily="34" charset="0"/>
                          <a:ea typeface="宋体" panose="02010600030101010101" pitchFamily="2" charset="-122"/>
                        </a:rPr>
                        <a:t>      P</a:t>
                      </a:r>
                      <a:r>
                        <a:rPr kumimoji="0" lang="en-US" altLang="zh-CN" sz="2400" b="0" i="0" u="none" strike="noStrike" cap="none" normalizeH="0" baseline="-25000" dirty="0">
                          <a:ln>
                            <a:noFill/>
                          </a:ln>
                          <a:solidFill>
                            <a:schemeClr val="tx1"/>
                          </a:solidFill>
                          <a:effectLst/>
                          <a:latin typeface="Tahoma" panose="020B0604030504040204" pitchFamily="34" charset="0"/>
                          <a:ea typeface="宋体" panose="02010600030101010101" pitchFamily="2" charset="-122"/>
                        </a:rPr>
                        <a:t>0</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400" b="0" i="0" u="none" strike="noStrike" cap="none" normalizeH="0" baseline="0">
                          <a:ln>
                            <a:noFill/>
                          </a:ln>
                          <a:solidFill>
                            <a:schemeClr val="tx1"/>
                          </a:solidFill>
                          <a:effectLst/>
                          <a:latin typeface="Tahoma" panose="020B0604030504040204" pitchFamily="34" charset="0"/>
                          <a:ea typeface="宋体" panose="02010600030101010101" pitchFamily="2" charset="-122"/>
                        </a:rPr>
                        <a:t> 8    5    3 </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400" b="0" i="0" u="none" strike="noStrike" cap="none" normalizeH="0" baseline="0">
                          <a:ln>
                            <a:noFill/>
                          </a:ln>
                          <a:solidFill>
                            <a:schemeClr val="tx1"/>
                          </a:solidFill>
                          <a:effectLst/>
                          <a:latin typeface="Tahoma" panose="020B0604030504040204" pitchFamily="34" charset="0"/>
                          <a:ea typeface="宋体" panose="02010600030101010101" pitchFamily="2" charset="-122"/>
                        </a:rPr>
                        <a:t>  1    1    0</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400" b="0" i="0" u="none" strike="noStrike" cap="none" normalizeH="0" baseline="0">
                          <a:ln>
                            <a:noFill/>
                          </a:ln>
                          <a:solidFill>
                            <a:schemeClr val="tx1"/>
                          </a:solidFill>
                          <a:effectLst/>
                          <a:latin typeface="Tahoma" panose="020B0604030504040204" pitchFamily="34" charset="0"/>
                          <a:ea typeface="宋体" panose="02010600030101010101" pitchFamily="2" charset="-122"/>
                        </a:rPr>
                        <a:t>  7    4    3</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400" b="0" i="0" u="none" strike="noStrike" cap="none" normalizeH="0" baseline="0">
                          <a:ln>
                            <a:noFill/>
                          </a:ln>
                          <a:solidFill>
                            <a:schemeClr val="tx1"/>
                          </a:solidFill>
                          <a:effectLst/>
                          <a:latin typeface="Tahoma" panose="020B0604030504040204" pitchFamily="34" charset="0"/>
                          <a:ea typeface="宋体" panose="02010600030101010101" pitchFamily="2" charset="-122"/>
                        </a:rPr>
                        <a:t> 3    3    2</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58434481"/>
                  </a:ext>
                </a:extLst>
              </a:tr>
              <a:tr h="533400">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400" b="0" i="0" u="none" strike="noStrike" cap="none" normalizeH="0" baseline="0" dirty="0">
                          <a:ln>
                            <a:noFill/>
                          </a:ln>
                          <a:solidFill>
                            <a:schemeClr val="tx1"/>
                          </a:solidFill>
                          <a:effectLst/>
                          <a:latin typeface="Tahoma" panose="020B0604030504040204" pitchFamily="34" charset="0"/>
                          <a:ea typeface="宋体" panose="02010600030101010101" pitchFamily="2" charset="-122"/>
                        </a:rPr>
                        <a:t>      </a:t>
                      </a:r>
                      <a:r>
                        <a:rPr kumimoji="0" lang="en-US" altLang="zh-CN" sz="2400" b="0" i="0" u="none" strike="noStrike" cap="none" normalizeH="0" baseline="0" dirty="0">
                          <a:ln>
                            <a:noFill/>
                          </a:ln>
                          <a:solidFill>
                            <a:schemeClr val="tx1"/>
                          </a:solidFill>
                          <a:effectLst/>
                          <a:latin typeface="Tahoma" panose="020B0604030504040204" pitchFamily="34" charset="0"/>
                          <a:ea typeface="宋体" panose="02010600030101010101" pitchFamily="2" charset="-122"/>
                        </a:rPr>
                        <a:t>P</a:t>
                      </a:r>
                      <a:r>
                        <a:rPr kumimoji="0" lang="en-US" altLang="zh-CN" sz="2400" b="0" i="0" u="none" strike="noStrike" cap="none" normalizeH="0" baseline="-25000" dirty="0">
                          <a:ln>
                            <a:noFill/>
                          </a:ln>
                          <a:solidFill>
                            <a:schemeClr val="tx1"/>
                          </a:solidFill>
                          <a:effectLst/>
                          <a:latin typeface="Tahoma" panose="020B0604030504040204" pitchFamily="34" charset="0"/>
                          <a:ea typeface="宋体" panose="02010600030101010101" pitchFamily="2" charset="-122"/>
                        </a:rPr>
                        <a:t>1</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400" b="0" i="0" u="none" strike="noStrike" cap="none" normalizeH="0" baseline="0">
                          <a:ln>
                            <a:noFill/>
                          </a:ln>
                          <a:solidFill>
                            <a:schemeClr val="tx1"/>
                          </a:solidFill>
                          <a:effectLst/>
                          <a:latin typeface="Tahoma" panose="020B0604030504040204" pitchFamily="34" charset="0"/>
                          <a:ea typeface="宋体" panose="02010600030101010101" pitchFamily="2" charset="-122"/>
                        </a:rPr>
                        <a:t> 3    2    3</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400" b="0" i="0" u="none" strike="noStrike" cap="none" normalizeH="0" baseline="0">
                          <a:ln>
                            <a:noFill/>
                          </a:ln>
                          <a:solidFill>
                            <a:schemeClr val="tx1"/>
                          </a:solidFill>
                          <a:effectLst/>
                          <a:latin typeface="Tahoma" panose="020B0604030504040204" pitchFamily="34" charset="0"/>
                          <a:ea typeface="宋体" panose="02010600030101010101" pitchFamily="2" charset="-122"/>
                        </a:rPr>
                        <a:t>  2    0    1</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400" b="0" i="0" u="none" strike="noStrike" cap="none" normalizeH="0" baseline="0">
                          <a:ln>
                            <a:noFill/>
                          </a:ln>
                          <a:solidFill>
                            <a:schemeClr val="tx1"/>
                          </a:solidFill>
                          <a:effectLst/>
                          <a:latin typeface="Tahoma" panose="020B0604030504040204" pitchFamily="34" charset="0"/>
                          <a:ea typeface="宋体" panose="02010600030101010101" pitchFamily="2" charset="-122"/>
                        </a:rPr>
                        <a:t>  1    2    2</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en-US" sz="2400" b="0" i="0" u="none" strike="noStrike" cap="none" normalizeH="0" baseline="0">
                        <a:ln>
                          <a:noFill/>
                        </a:ln>
                        <a:solidFill>
                          <a:schemeClr val="tx1"/>
                        </a:solidFill>
                        <a:effectLst/>
                        <a:latin typeface="Tahoma" panose="020B0604030504040204" pitchFamily="34" charset="0"/>
                        <a:ea typeface="宋体" panose="02010600030101010101" pitchFamily="2" charset="-122"/>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662625699"/>
                  </a:ext>
                </a:extLst>
              </a:tr>
              <a:tr h="533400">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400" b="0" i="0" u="none" strike="noStrike" cap="none" normalizeH="0" baseline="0" dirty="0">
                          <a:ln>
                            <a:noFill/>
                          </a:ln>
                          <a:solidFill>
                            <a:schemeClr val="tx1"/>
                          </a:solidFill>
                          <a:effectLst/>
                          <a:latin typeface="Tahoma" panose="020B0604030504040204" pitchFamily="34" charset="0"/>
                          <a:ea typeface="宋体" panose="02010600030101010101" pitchFamily="2" charset="-122"/>
                        </a:rPr>
                        <a:t>      </a:t>
                      </a:r>
                      <a:r>
                        <a:rPr kumimoji="0" lang="en-US" altLang="zh-CN" sz="2400" b="0" i="0" u="none" strike="noStrike" cap="none" normalizeH="0" baseline="0" dirty="0">
                          <a:ln>
                            <a:noFill/>
                          </a:ln>
                          <a:solidFill>
                            <a:schemeClr val="tx1"/>
                          </a:solidFill>
                          <a:effectLst/>
                          <a:latin typeface="Tahoma" panose="020B0604030504040204" pitchFamily="34" charset="0"/>
                          <a:ea typeface="宋体" panose="02010600030101010101" pitchFamily="2" charset="-122"/>
                        </a:rPr>
                        <a:t>P</a:t>
                      </a:r>
                      <a:r>
                        <a:rPr kumimoji="0" lang="en-US" altLang="zh-CN" sz="2400" b="0" i="0" u="none" strike="noStrike" cap="none" normalizeH="0" baseline="-25000" dirty="0">
                          <a:ln>
                            <a:noFill/>
                          </a:ln>
                          <a:solidFill>
                            <a:schemeClr val="tx1"/>
                          </a:solidFill>
                          <a:effectLst/>
                          <a:latin typeface="Tahoma" panose="020B0604030504040204" pitchFamily="34" charset="0"/>
                          <a:ea typeface="宋体" panose="02010600030101010101" pitchFamily="2" charset="-122"/>
                        </a:rPr>
                        <a:t>2</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400" b="0" i="0" u="none" strike="noStrike" cap="none" normalizeH="0" baseline="0">
                          <a:ln>
                            <a:noFill/>
                          </a:ln>
                          <a:solidFill>
                            <a:schemeClr val="tx1"/>
                          </a:solidFill>
                          <a:effectLst/>
                          <a:latin typeface="Tahoma" panose="020B0604030504040204" pitchFamily="34" charset="0"/>
                          <a:ea typeface="宋体" panose="02010600030101010101" pitchFamily="2" charset="-122"/>
                        </a:rPr>
                        <a:t> 9    0    3</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400" b="0" i="0" u="none" strike="noStrike" cap="none" normalizeH="0" baseline="0">
                          <a:ln>
                            <a:noFill/>
                          </a:ln>
                          <a:solidFill>
                            <a:schemeClr val="tx1"/>
                          </a:solidFill>
                          <a:effectLst/>
                          <a:latin typeface="Tahoma" panose="020B0604030504040204" pitchFamily="34" charset="0"/>
                          <a:ea typeface="宋体" panose="02010600030101010101" pitchFamily="2" charset="-122"/>
                        </a:rPr>
                        <a:t>  3    0    3</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400" b="0" i="0" u="none" strike="noStrike" cap="none" normalizeH="0" baseline="0">
                          <a:ln>
                            <a:noFill/>
                          </a:ln>
                          <a:solidFill>
                            <a:schemeClr val="tx1"/>
                          </a:solidFill>
                          <a:effectLst/>
                          <a:latin typeface="Tahoma" panose="020B0604030504040204" pitchFamily="34" charset="0"/>
                          <a:ea typeface="宋体" panose="02010600030101010101" pitchFamily="2" charset="-122"/>
                        </a:rPr>
                        <a:t>  6    0    0</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en-US" sz="2400" b="0" i="0" u="none" strike="noStrike" cap="none" normalizeH="0" baseline="0">
                        <a:ln>
                          <a:noFill/>
                        </a:ln>
                        <a:solidFill>
                          <a:schemeClr val="tx1"/>
                        </a:solidFill>
                        <a:effectLst/>
                        <a:latin typeface="Tahoma" panose="020B0604030504040204" pitchFamily="34" charset="0"/>
                        <a:ea typeface="宋体" panose="02010600030101010101" pitchFamily="2" charset="-122"/>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38740793"/>
                  </a:ext>
                </a:extLst>
              </a:tr>
              <a:tr h="533400">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400" b="0" i="0" u="none" strike="noStrike" cap="none" normalizeH="0" baseline="0" dirty="0">
                          <a:ln>
                            <a:noFill/>
                          </a:ln>
                          <a:solidFill>
                            <a:schemeClr val="tx1"/>
                          </a:solidFill>
                          <a:effectLst/>
                          <a:latin typeface="Tahoma" panose="020B0604030504040204" pitchFamily="34" charset="0"/>
                          <a:ea typeface="宋体" panose="02010600030101010101" pitchFamily="2" charset="-122"/>
                        </a:rPr>
                        <a:t>      </a:t>
                      </a:r>
                      <a:r>
                        <a:rPr kumimoji="0" lang="en-US" altLang="zh-CN" sz="2400" b="0" i="0" u="none" strike="noStrike" cap="none" normalizeH="0" baseline="0" dirty="0">
                          <a:ln>
                            <a:noFill/>
                          </a:ln>
                          <a:solidFill>
                            <a:schemeClr val="tx1"/>
                          </a:solidFill>
                          <a:effectLst/>
                          <a:latin typeface="Tahoma" panose="020B0604030504040204" pitchFamily="34" charset="0"/>
                          <a:ea typeface="宋体" panose="02010600030101010101" pitchFamily="2" charset="-122"/>
                        </a:rPr>
                        <a:t>P</a:t>
                      </a:r>
                      <a:r>
                        <a:rPr kumimoji="0" lang="en-US" altLang="zh-CN" sz="2400" b="0" i="0" u="none" strike="noStrike" cap="none" normalizeH="0" baseline="-25000" dirty="0">
                          <a:ln>
                            <a:noFill/>
                          </a:ln>
                          <a:solidFill>
                            <a:schemeClr val="tx1"/>
                          </a:solidFill>
                          <a:effectLst/>
                          <a:latin typeface="Tahoma" panose="020B0604030504040204" pitchFamily="34" charset="0"/>
                          <a:ea typeface="宋体" panose="02010600030101010101" pitchFamily="2" charset="-122"/>
                        </a:rPr>
                        <a:t>3</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400" b="0" i="0" u="none" strike="noStrike" cap="none" normalizeH="0" baseline="0">
                          <a:ln>
                            <a:noFill/>
                          </a:ln>
                          <a:solidFill>
                            <a:schemeClr val="tx1"/>
                          </a:solidFill>
                          <a:effectLst/>
                          <a:latin typeface="Tahoma" panose="020B0604030504040204" pitchFamily="34" charset="0"/>
                          <a:ea typeface="宋体" panose="02010600030101010101" pitchFamily="2" charset="-122"/>
                        </a:rPr>
                        <a:t> 2    2    2</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400" b="0" i="0" u="none" strike="noStrike" cap="none" normalizeH="0" baseline="0">
                          <a:ln>
                            <a:noFill/>
                          </a:ln>
                          <a:solidFill>
                            <a:schemeClr val="tx1"/>
                          </a:solidFill>
                          <a:effectLst/>
                          <a:latin typeface="Tahoma" panose="020B0604030504040204" pitchFamily="34" charset="0"/>
                          <a:ea typeface="宋体" panose="02010600030101010101" pitchFamily="2" charset="-122"/>
                        </a:rPr>
                        <a:t>  2    1    1</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400" b="0" i="0" u="none" strike="noStrike" cap="none" normalizeH="0" baseline="0">
                          <a:ln>
                            <a:noFill/>
                          </a:ln>
                          <a:solidFill>
                            <a:schemeClr val="tx1"/>
                          </a:solidFill>
                          <a:effectLst/>
                          <a:latin typeface="Tahoma" panose="020B0604030504040204" pitchFamily="34" charset="0"/>
                          <a:ea typeface="宋体" panose="02010600030101010101" pitchFamily="2" charset="-122"/>
                        </a:rPr>
                        <a:t>  0    1    1</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en-US" sz="2400" b="0" i="0" u="none" strike="noStrike" cap="none" normalizeH="0" baseline="0">
                        <a:ln>
                          <a:noFill/>
                        </a:ln>
                        <a:solidFill>
                          <a:schemeClr val="tx1"/>
                        </a:solidFill>
                        <a:effectLst/>
                        <a:latin typeface="Tahoma" panose="020B0604030504040204" pitchFamily="34" charset="0"/>
                        <a:ea typeface="宋体" panose="02010600030101010101" pitchFamily="2" charset="-122"/>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2757288940"/>
                  </a:ext>
                </a:extLst>
              </a:tr>
              <a:tr h="457200">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400" b="0" i="0" u="none" strike="noStrike" cap="none" normalizeH="0" baseline="0" dirty="0">
                          <a:ln>
                            <a:noFill/>
                          </a:ln>
                          <a:solidFill>
                            <a:schemeClr val="tx1"/>
                          </a:solidFill>
                          <a:effectLst/>
                          <a:latin typeface="Tahoma" panose="020B0604030504040204" pitchFamily="34" charset="0"/>
                          <a:ea typeface="宋体" panose="02010600030101010101" pitchFamily="2" charset="-122"/>
                        </a:rPr>
                        <a:t>      </a:t>
                      </a:r>
                      <a:r>
                        <a:rPr kumimoji="0" lang="en-US" altLang="zh-CN" sz="2400" b="0" i="0" u="none" strike="noStrike" cap="none" normalizeH="0" baseline="0" dirty="0">
                          <a:ln>
                            <a:noFill/>
                          </a:ln>
                          <a:solidFill>
                            <a:schemeClr val="tx1"/>
                          </a:solidFill>
                          <a:effectLst/>
                          <a:latin typeface="Tahoma" panose="020B0604030504040204" pitchFamily="34" charset="0"/>
                          <a:ea typeface="宋体" panose="02010600030101010101" pitchFamily="2" charset="-122"/>
                        </a:rPr>
                        <a:t>P</a:t>
                      </a:r>
                      <a:r>
                        <a:rPr kumimoji="0" lang="en-US" altLang="zh-CN" sz="2400" b="0" i="0" u="none" strike="noStrike" cap="none" normalizeH="0" baseline="-25000" dirty="0">
                          <a:ln>
                            <a:noFill/>
                          </a:ln>
                          <a:solidFill>
                            <a:schemeClr val="tx1"/>
                          </a:solidFill>
                          <a:effectLst/>
                          <a:latin typeface="Tahoma" panose="020B0604030504040204" pitchFamily="34" charset="0"/>
                          <a:ea typeface="宋体" panose="02010600030101010101" pitchFamily="2" charset="-122"/>
                        </a:rPr>
                        <a:t>4</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400" b="0" i="0" u="none" strike="noStrike" cap="none" normalizeH="0" baseline="0">
                          <a:ln>
                            <a:noFill/>
                          </a:ln>
                          <a:solidFill>
                            <a:schemeClr val="tx1"/>
                          </a:solidFill>
                          <a:effectLst/>
                          <a:latin typeface="Tahoma" panose="020B0604030504040204" pitchFamily="34" charset="0"/>
                          <a:ea typeface="宋体" panose="02010600030101010101" pitchFamily="2" charset="-122"/>
                        </a:rPr>
                        <a:t> 5    3    3</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400" b="0" i="0" u="none" strike="noStrike" cap="none" normalizeH="0" baseline="0">
                          <a:ln>
                            <a:noFill/>
                          </a:ln>
                          <a:solidFill>
                            <a:schemeClr val="tx1"/>
                          </a:solidFill>
                          <a:effectLst/>
                          <a:latin typeface="Tahoma" panose="020B0604030504040204" pitchFamily="34" charset="0"/>
                          <a:ea typeface="宋体" panose="02010600030101010101" pitchFamily="2" charset="-122"/>
                        </a:rPr>
                        <a:t>  1    0    2</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400" b="0" i="0" u="none" strike="noStrike" cap="none" normalizeH="0" baseline="0">
                          <a:ln>
                            <a:noFill/>
                          </a:ln>
                          <a:solidFill>
                            <a:schemeClr val="tx1"/>
                          </a:solidFill>
                          <a:effectLst/>
                          <a:latin typeface="Tahoma" panose="020B0604030504040204" pitchFamily="34" charset="0"/>
                          <a:ea typeface="宋体" panose="02010600030101010101" pitchFamily="2" charset="-122"/>
                        </a:rPr>
                        <a:t>  4    3    1</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en-US" sz="2400" b="0" i="0" u="none" strike="noStrike" cap="none" normalizeH="0" baseline="0" dirty="0">
                        <a:ln>
                          <a:noFill/>
                        </a:ln>
                        <a:solidFill>
                          <a:schemeClr val="tx1"/>
                        </a:solidFill>
                        <a:effectLst/>
                        <a:latin typeface="Tahoma" panose="020B0604030504040204" pitchFamily="34" charset="0"/>
                        <a:ea typeface="宋体" panose="02010600030101010101" pitchFamily="2" charset="-122"/>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918680979"/>
                  </a:ext>
                </a:extLst>
              </a:tr>
            </a:tbl>
          </a:graphicData>
        </a:graphic>
      </p:graphicFrame>
    </p:spTree>
  </p:cSld>
  <p:clrMapOvr>
    <a:masterClrMapping/>
  </p:clrMapOvr>
  <p:transition spd="med">
    <p:zoom/>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5" name="Rectangle 2">
            <a:extLst>
              <a:ext uri="{FF2B5EF4-FFF2-40B4-BE49-F238E27FC236}">
                <a16:creationId xmlns:a16="http://schemas.microsoft.com/office/drawing/2014/main" id="{289EFC7E-580C-DB96-78D2-8BE568DE8924}"/>
              </a:ext>
            </a:extLst>
          </p:cNvPr>
          <p:cNvSpPr>
            <a:spLocks noGrp="1" noChangeArrowheads="1"/>
          </p:cNvSpPr>
          <p:nvPr>
            <p:ph type="title"/>
          </p:nvPr>
        </p:nvSpPr>
        <p:spPr>
          <a:xfrm>
            <a:off x="1042988" y="225431"/>
            <a:ext cx="7850187" cy="746125"/>
          </a:xfrm>
        </p:spPr>
        <p:txBody>
          <a:bodyPr/>
          <a:lstStyle/>
          <a:p>
            <a:r>
              <a:rPr lang="en-US" altLang="zh-CN" dirty="0"/>
              <a:t>T</a:t>
            </a:r>
            <a:r>
              <a:rPr lang="en-US" altLang="zh-CN" baseline="-25000" dirty="0"/>
              <a:t>0</a:t>
            </a:r>
            <a:r>
              <a:rPr lang="zh-CN" altLang="en-US" dirty="0"/>
              <a:t>时刻的安全性</a:t>
            </a:r>
          </a:p>
        </p:txBody>
      </p:sp>
      <p:sp>
        <p:nvSpPr>
          <p:cNvPr id="62466" name="Rectangle 3">
            <a:extLst>
              <a:ext uri="{FF2B5EF4-FFF2-40B4-BE49-F238E27FC236}">
                <a16:creationId xmlns:a16="http://schemas.microsoft.com/office/drawing/2014/main" id="{36530984-64F9-E86E-172A-84BAD194B8E8}"/>
              </a:ext>
            </a:extLst>
          </p:cNvPr>
          <p:cNvSpPr>
            <a:spLocks noGrp="1" noChangeArrowheads="1"/>
          </p:cNvSpPr>
          <p:nvPr>
            <p:ph idx="1"/>
          </p:nvPr>
        </p:nvSpPr>
        <p:spPr>
          <a:xfrm>
            <a:off x="935038" y="1233488"/>
            <a:ext cx="7772400" cy="4895850"/>
          </a:xfrm>
        </p:spPr>
        <p:txBody>
          <a:bodyPr/>
          <a:lstStyle/>
          <a:p>
            <a:r>
              <a:rPr lang="zh-CN" altLang="en-US" dirty="0"/>
              <a:t>利用安全性算法对</a:t>
            </a:r>
            <a:r>
              <a:rPr lang="en-US" altLang="zh-CN" dirty="0"/>
              <a:t>T</a:t>
            </a:r>
            <a:r>
              <a:rPr lang="en-US" altLang="zh-CN" baseline="-25000" dirty="0"/>
              <a:t>0</a:t>
            </a:r>
            <a:r>
              <a:rPr lang="zh-CN" altLang="en-US" dirty="0"/>
              <a:t>时刻的资源分配情况进行分析，可得如下所示的</a:t>
            </a:r>
            <a:r>
              <a:rPr lang="en-US" altLang="zh-CN" dirty="0"/>
              <a:t>T</a:t>
            </a:r>
            <a:r>
              <a:rPr lang="en-US" altLang="zh-CN" baseline="-25000" dirty="0"/>
              <a:t>0</a:t>
            </a:r>
            <a:r>
              <a:rPr lang="zh-CN" altLang="en-US" dirty="0"/>
              <a:t>时刻的安全性分析。 </a:t>
            </a:r>
          </a:p>
        </p:txBody>
      </p:sp>
      <p:sp>
        <p:nvSpPr>
          <p:cNvPr id="2" name="灯片编号占位符 1">
            <a:extLst>
              <a:ext uri="{FF2B5EF4-FFF2-40B4-BE49-F238E27FC236}">
                <a16:creationId xmlns:a16="http://schemas.microsoft.com/office/drawing/2014/main" id="{F417AA17-23D8-CF35-BD67-2F958DE4C44F}"/>
              </a:ext>
            </a:extLst>
          </p:cNvPr>
          <p:cNvSpPr>
            <a:spLocks noGrp="1"/>
          </p:cNvSpPr>
          <p:nvPr>
            <p:ph type="sldNum" sz="quarter" idx="12"/>
          </p:nvPr>
        </p:nvSpPr>
        <p:spPr>
          <a:xfrm>
            <a:off x="6781800" y="6324600"/>
            <a:ext cx="1905000" cy="457200"/>
          </a:xfrm>
        </p:spPr>
        <p:txBody>
          <a:bodyPr/>
          <a:lstStyle/>
          <a:p>
            <a:fld id="{4093CC90-4002-504C-BD88-C9A1D374048E}" type="slidenum">
              <a:rPr lang="zh-CN" altLang="en-US" smtClean="0"/>
              <a:pPr/>
              <a:t>35</a:t>
            </a:fld>
            <a:endParaRPr lang="zh-CN" altLang="en-US" dirty="0"/>
          </a:p>
        </p:txBody>
      </p:sp>
    </p:spTree>
  </p:cSld>
  <p:clrMapOvr>
    <a:masterClrMapping/>
  </p:clrMapOvr>
  <p:transition spd="med">
    <p:zoom/>
  </p:transition>
</p:sld>
</file>

<file path=ppt/slides/slide3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3489" name="Rectangle 2">
            <a:extLst>
              <a:ext uri="{FF2B5EF4-FFF2-40B4-BE49-F238E27FC236}">
                <a16:creationId xmlns:a16="http://schemas.microsoft.com/office/drawing/2014/main" id="{9659AB31-7F6B-320B-1E18-9BA8876CDD7D}"/>
              </a:ext>
            </a:extLst>
          </p:cNvPr>
          <p:cNvSpPr>
            <a:spLocks noGrp="1" noChangeArrowheads="1"/>
          </p:cNvSpPr>
          <p:nvPr>
            <p:ph type="title"/>
          </p:nvPr>
        </p:nvSpPr>
        <p:spPr/>
        <p:txBody>
          <a:bodyPr/>
          <a:lstStyle/>
          <a:p>
            <a:pPr eaLnBrk="1" hangingPunct="1"/>
            <a:r>
              <a:rPr lang="en-US" altLang="zh-CN">
                <a:solidFill>
                  <a:schemeClr val="tx1"/>
                </a:solidFill>
              </a:rPr>
              <a:t>T</a:t>
            </a:r>
            <a:r>
              <a:rPr lang="en-US" altLang="zh-CN" baseline="-25000">
                <a:solidFill>
                  <a:schemeClr val="tx1"/>
                </a:solidFill>
              </a:rPr>
              <a:t>0</a:t>
            </a:r>
            <a:r>
              <a:rPr lang="zh-CN" altLang="en-US">
                <a:solidFill>
                  <a:schemeClr val="tx1"/>
                </a:solidFill>
                <a:latin typeface="Times New Roman" panose="02020603050405020304" pitchFamily="18" charset="0"/>
              </a:rPr>
              <a:t>时刻的安全性检查</a:t>
            </a:r>
            <a:endParaRPr lang="en-US" altLang="zh-CN">
              <a:solidFill>
                <a:schemeClr val="tx1"/>
              </a:solidFill>
            </a:endParaRPr>
          </a:p>
        </p:txBody>
      </p:sp>
      <p:sp>
        <p:nvSpPr>
          <p:cNvPr id="63490" name="Rectangle 3">
            <a:extLst>
              <a:ext uri="{FF2B5EF4-FFF2-40B4-BE49-F238E27FC236}">
                <a16:creationId xmlns:a16="http://schemas.microsoft.com/office/drawing/2014/main" id="{E68B09C0-FBEB-05A2-10B5-5C39388317B6}"/>
              </a:ext>
            </a:extLst>
          </p:cNvPr>
          <p:cNvSpPr>
            <a:spLocks noGrp="1" noChangeArrowheads="1"/>
          </p:cNvSpPr>
          <p:nvPr>
            <p:ph idx="1"/>
          </p:nvPr>
        </p:nvSpPr>
        <p:spPr>
          <a:xfrm>
            <a:off x="228600" y="1125538"/>
            <a:ext cx="8726488" cy="954087"/>
          </a:xfrm>
        </p:spPr>
        <p:txBody>
          <a:bodyPr/>
          <a:lstStyle/>
          <a:p>
            <a:pPr eaLnBrk="1" hangingPunct="1">
              <a:lnSpc>
                <a:spcPct val="90000"/>
              </a:lnSpc>
              <a:buFont typeface="Wingdings" pitchFamily="2" charset="2"/>
              <a:buNone/>
            </a:pPr>
            <a:r>
              <a:rPr lang="en-US" altLang="zh-CN" sz="1800"/>
              <a:t>Need0：7,4,3    Need1：1,2,2    Need2：6,0,0      Need3：0,1,1     Need4：4,3,1</a:t>
            </a:r>
          </a:p>
          <a:p>
            <a:pPr eaLnBrk="1" hangingPunct="1">
              <a:lnSpc>
                <a:spcPct val="90000"/>
              </a:lnSpc>
              <a:buFont typeface="Wingdings" pitchFamily="2" charset="2"/>
              <a:buNone/>
            </a:pPr>
            <a:r>
              <a:rPr lang="en-US" altLang="zh-CN" sz="1800"/>
              <a:t>Alloc0： 1,1,0    Alloc1： 2,0,1    Alloc2：3,0,3      Alloc3： 2,1,1     Alloc4：1,0,2</a:t>
            </a:r>
          </a:p>
          <a:p>
            <a:pPr eaLnBrk="1" hangingPunct="1">
              <a:lnSpc>
                <a:spcPct val="90000"/>
              </a:lnSpc>
              <a:buFont typeface="Wingdings" pitchFamily="2" charset="2"/>
              <a:buNone/>
            </a:pPr>
            <a:r>
              <a:rPr lang="en-US" altLang="zh-CN" sz="1800"/>
              <a:t>Avail 332</a:t>
            </a:r>
          </a:p>
        </p:txBody>
      </p:sp>
      <p:sp>
        <p:nvSpPr>
          <p:cNvPr id="274436" name="Rectangle 4">
            <a:extLst>
              <a:ext uri="{FF2B5EF4-FFF2-40B4-BE49-F238E27FC236}">
                <a16:creationId xmlns:a16="http://schemas.microsoft.com/office/drawing/2014/main" id="{A28ADF8F-4377-B61F-7020-23D7EAD96B12}"/>
              </a:ext>
            </a:extLst>
          </p:cNvPr>
          <p:cNvSpPr>
            <a:spLocks noChangeArrowheads="1"/>
          </p:cNvSpPr>
          <p:nvPr/>
        </p:nvSpPr>
        <p:spPr bwMode="auto">
          <a:xfrm>
            <a:off x="7848600" y="5295900"/>
            <a:ext cx="1066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spcBef>
                <a:spcPct val="20000"/>
              </a:spcBef>
              <a:buClr>
                <a:schemeClr val="folHlink"/>
              </a:buClr>
              <a:buSzPct val="60000"/>
              <a:buFont typeface="Wingdings" pitchFamily="2" charset="2"/>
              <a:buNone/>
            </a:pPr>
            <a:r>
              <a:rPr lang="zh-CN" altLang="en-US"/>
              <a:t>  </a:t>
            </a:r>
            <a:r>
              <a:rPr lang="en-US" altLang="zh-CN"/>
              <a:t>true</a:t>
            </a:r>
          </a:p>
        </p:txBody>
      </p:sp>
      <p:sp>
        <p:nvSpPr>
          <p:cNvPr id="274437" name="Rectangle 5">
            <a:extLst>
              <a:ext uri="{FF2B5EF4-FFF2-40B4-BE49-F238E27FC236}">
                <a16:creationId xmlns:a16="http://schemas.microsoft.com/office/drawing/2014/main" id="{A2D5B8C7-36C4-6037-65F1-884366CD28F6}"/>
              </a:ext>
            </a:extLst>
          </p:cNvPr>
          <p:cNvSpPr>
            <a:spLocks noChangeArrowheads="1"/>
          </p:cNvSpPr>
          <p:nvPr/>
        </p:nvSpPr>
        <p:spPr bwMode="auto">
          <a:xfrm>
            <a:off x="7848600" y="4762500"/>
            <a:ext cx="10668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spcBef>
                <a:spcPct val="20000"/>
              </a:spcBef>
              <a:buClr>
                <a:schemeClr val="folHlink"/>
              </a:buClr>
              <a:buSzPct val="60000"/>
              <a:buFont typeface="Wingdings" pitchFamily="2" charset="2"/>
              <a:buNone/>
            </a:pPr>
            <a:r>
              <a:rPr lang="zh-CN" altLang="en-US"/>
              <a:t>  </a:t>
            </a:r>
            <a:r>
              <a:rPr lang="en-US" altLang="zh-CN"/>
              <a:t>true</a:t>
            </a:r>
          </a:p>
        </p:txBody>
      </p:sp>
      <p:sp>
        <p:nvSpPr>
          <p:cNvPr id="274438" name="Rectangle 6">
            <a:extLst>
              <a:ext uri="{FF2B5EF4-FFF2-40B4-BE49-F238E27FC236}">
                <a16:creationId xmlns:a16="http://schemas.microsoft.com/office/drawing/2014/main" id="{DF4A6506-4EF8-E821-1D6B-4EC6EE084F95}"/>
              </a:ext>
            </a:extLst>
          </p:cNvPr>
          <p:cNvSpPr>
            <a:spLocks noChangeArrowheads="1"/>
          </p:cNvSpPr>
          <p:nvPr/>
        </p:nvSpPr>
        <p:spPr bwMode="auto">
          <a:xfrm>
            <a:off x="7848600" y="4229100"/>
            <a:ext cx="10668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spcBef>
                <a:spcPct val="20000"/>
              </a:spcBef>
              <a:buClr>
                <a:schemeClr val="folHlink"/>
              </a:buClr>
              <a:buSzPct val="60000"/>
              <a:buFont typeface="Wingdings" pitchFamily="2" charset="2"/>
              <a:buNone/>
            </a:pPr>
            <a:r>
              <a:rPr lang="zh-CN" altLang="en-US"/>
              <a:t>  </a:t>
            </a:r>
            <a:r>
              <a:rPr lang="en-US" altLang="zh-CN"/>
              <a:t>true</a:t>
            </a:r>
          </a:p>
        </p:txBody>
      </p:sp>
      <p:sp>
        <p:nvSpPr>
          <p:cNvPr id="274439" name="Rectangle 7">
            <a:extLst>
              <a:ext uri="{FF2B5EF4-FFF2-40B4-BE49-F238E27FC236}">
                <a16:creationId xmlns:a16="http://schemas.microsoft.com/office/drawing/2014/main" id="{B823B55B-65F9-8E29-CAA6-12A529D7568B}"/>
              </a:ext>
            </a:extLst>
          </p:cNvPr>
          <p:cNvSpPr>
            <a:spLocks noChangeArrowheads="1"/>
          </p:cNvSpPr>
          <p:nvPr/>
        </p:nvSpPr>
        <p:spPr bwMode="auto">
          <a:xfrm>
            <a:off x="7848600" y="3695700"/>
            <a:ext cx="10668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spcBef>
                <a:spcPct val="20000"/>
              </a:spcBef>
              <a:buClr>
                <a:schemeClr val="folHlink"/>
              </a:buClr>
              <a:buSzPct val="60000"/>
              <a:buFont typeface="Wingdings" pitchFamily="2" charset="2"/>
              <a:buNone/>
            </a:pPr>
            <a:r>
              <a:rPr lang="zh-CN" altLang="en-US"/>
              <a:t>  </a:t>
            </a:r>
            <a:r>
              <a:rPr lang="en-US" altLang="zh-CN"/>
              <a:t>true</a:t>
            </a:r>
          </a:p>
        </p:txBody>
      </p:sp>
      <p:sp>
        <p:nvSpPr>
          <p:cNvPr id="274440" name="Rectangle 8">
            <a:extLst>
              <a:ext uri="{FF2B5EF4-FFF2-40B4-BE49-F238E27FC236}">
                <a16:creationId xmlns:a16="http://schemas.microsoft.com/office/drawing/2014/main" id="{09DE63B7-9961-E962-94E1-62DA5EF7C978}"/>
              </a:ext>
            </a:extLst>
          </p:cNvPr>
          <p:cNvSpPr>
            <a:spLocks noChangeArrowheads="1"/>
          </p:cNvSpPr>
          <p:nvPr/>
        </p:nvSpPr>
        <p:spPr bwMode="auto">
          <a:xfrm>
            <a:off x="7848600" y="3190875"/>
            <a:ext cx="1066800"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spcBef>
                <a:spcPct val="20000"/>
              </a:spcBef>
              <a:buClr>
                <a:schemeClr val="folHlink"/>
              </a:buClr>
              <a:buSzPct val="60000"/>
              <a:buFont typeface="Wingdings" pitchFamily="2" charset="2"/>
              <a:buNone/>
            </a:pPr>
            <a:r>
              <a:rPr lang="en-US" altLang="zh-CN"/>
              <a:t>  true</a:t>
            </a:r>
          </a:p>
        </p:txBody>
      </p:sp>
      <p:sp>
        <p:nvSpPr>
          <p:cNvPr id="63496" name="Rectangle 9">
            <a:extLst>
              <a:ext uri="{FF2B5EF4-FFF2-40B4-BE49-F238E27FC236}">
                <a16:creationId xmlns:a16="http://schemas.microsoft.com/office/drawing/2014/main" id="{09AEC1A8-CF7A-0453-F32B-87B5C8EF8A03}"/>
              </a:ext>
            </a:extLst>
          </p:cNvPr>
          <p:cNvSpPr>
            <a:spLocks noChangeArrowheads="1"/>
          </p:cNvSpPr>
          <p:nvPr/>
        </p:nvSpPr>
        <p:spPr bwMode="auto">
          <a:xfrm>
            <a:off x="7848600" y="2276475"/>
            <a:ext cx="106680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spcBef>
                <a:spcPct val="20000"/>
              </a:spcBef>
              <a:buClr>
                <a:schemeClr val="folHlink"/>
              </a:buClr>
              <a:buSzPct val="60000"/>
              <a:buFont typeface="Wingdings" pitchFamily="2" charset="2"/>
              <a:buNone/>
            </a:pPr>
            <a:r>
              <a:rPr lang="en-US" altLang="zh-CN"/>
              <a:t> Finish</a:t>
            </a:r>
          </a:p>
        </p:txBody>
      </p:sp>
      <p:sp>
        <p:nvSpPr>
          <p:cNvPr id="274442" name="Rectangle 10">
            <a:extLst>
              <a:ext uri="{FF2B5EF4-FFF2-40B4-BE49-F238E27FC236}">
                <a16:creationId xmlns:a16="http://schemas.microsoft.com/office/drawing/2014/main" id="{B7A663F8-2E93-3DA7-22CC-9BD6D95045A3}"/>
              </a:ext>
            </a:extLst>
          </p:cNvPr>
          <p:cNvSpPr>
            <a:spLocks noChangeArrowheads="1"/>
          </p:cNvSpPr>
          <p:nvPr/>
        </p:nvSpPr>
        <p:spPr bwMode="auto">
          <a:xfrm>
            <a:off x="6245225" y="3190875"/>
            <a:ext cx="1603375"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spcBef>
                <a:spcPct val="20000"/>
              </a:spcBef>
              <a:buClr>
                <a:schemeClr val="folHlink"/>
              </a:buClr>
              <a:buSzPct val="60000"/>
              <a:buFont typeface="Wingdings" pitchFamily="2" charset="2"/>
              <a:buNone/>
            </a:pPr>
            <a:r>
              <a:rPr lang="zh-CN" altLang="en-US"/>
              <a:t> 5    3    3</a:t>
            </a:r>
          </a:p>
        </p:txBody>
      </p:sp>
      <p:sp>
        <p:nvSpPr>
          <p:cNvPr id="274443" name="Rectangle 11">
            <a:extLst>
              <a:ext uri="{FF2B5EF4-FFF2-40B4-BE49-F238E27FC236}">
                <a16:creationId xmlns:a16="http://schemas.microsoft.com/office/drawing/2014/main" id="{054761BF-907C-C018-7A83-CEBB9FC0D972}"/>
              </a:ext>
            </a:extLst>
          </p:cNvPr>
          <p:cNvSpPr>
            <a:spLocks noChangeArrowheads="1"/>
          </p:cNvSpPr>
          <p:nvPr/>
        </p:nvSpPr>
        <p:spPr bwMode="auto">
          <a:xfrm>
            <a:off x="4724400" y="3190875"/>
            <a:ext cx="1520825"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spcBef>
                <a:spcPct val="20000"/>
              </a:spcBef>
              <a:buClr>
                <a:schemeClr val="folHlink"/>
              </a:buClr>
              <a:buSzPct val="60000"/>
              <a:buFont typeface="Wingdings" pitchFamily="2" charset="2"/>
              <a:buNone/>
            </a:pPr>
            <a:r>
              <a:rPr lang="zh-CN" altLang="en-US"/>
              <a:t> 2   0   1</a:t>
            </a:r>
          </a:p>
        </p:txBody>
      </p:sp>
      <p:sp>
        <p:nvSpPr>
          <p:cNvPr id="274444" name="Rectangle 12">
            <a:extLst>
              <a:ext uri="{FF2B5EF4-FFF2-40B4-BE49-F238E27FC236}">
                <a16:creationId xmlns:a16="http://schemas.microsoft.com/office/drawing/2014/main" id="{DEA97104-174A-803F-3836-24501B4ACD92}"/>
              </a:ext>
            </a:extLst>
          </p:cNvPr>
          <p:cNvSpPr>
            <a:spLocks noChangeArrowheads="1"/>
          </p:cNvSpPr>
          <p:nvPr/>
        </p:nvSpPr>
        <p:spPr bwMode="auto">
          <a:xfrm>
            <a:off x="3348038" y="3190875"/>
            <a:ext cx="1376362"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spcBef>
                <a:spcPct val="20000"/>
              </a:spcBef>
              <a:buClr>
                <a:schemeClr val="folHlink"/>
              </a:buClr>
              <a:buSzPct val="60000"/>
              <a:buFont typeface="Wingdings" pitchFamily="2" charset="2"/>
              <a:buNone/>
            </a:pPr>
            <a:r>
              <a:rPr lang="zh-CN" altLang="en-US"/>
              <a:t>1   2   2  </a:t>
            </a:r>
          </a:p>
        </p:txBody>
      </p:sp>
      <p:sp>
        <p:nvSpPr>
          <p:cNvPr id="274445" name="Rectangle 13">
            <a:extLst>
              <a:ext uri="{FF2B5EF4-FFF2-40B4-BE49-F238E27FC236}">
                <a16:creationId xmlns:a16="http://schemas.microsoft.com/office/drawing/2014/main" id="{D30FD330-7DAD-7F88-4FFD-B30C36266B77}"/>
              </a:ext>
            </a:extLst>
          </p:cNvPr>
          <p:cNvSpPr>
            <a:spLocks noChangeArrowheads="1"/>
          </p:cNvSpPr>
          <p:nvPr/>
        </p:nvSpPr>
        <p:spPr bwMode="auto">
          <a:xfrm>
            <a:off x="1971675" y="3190875"/>
            <a:ext cx="1376363"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spcBef>
                <a:spcPct val="20000"/>
              </a:spcBef>
              <a:buClr>
                <a:schemeClr val="folHlink"/>
              </a:buClr>
              <a:buSzPct val="60000"/>
              <a:buFont typeface="Wingdings" pitchFamily="2" charset="2"/>
              <a:buNone/>
            </a:pPr>
            <a:r>
              <a:rPr lang="zh-CN" altLang="en-US"/>
              <a:t>3   3   2</a:t>
            </a:r>
          </a:p>
        </p:txBody>
      </p:sp>
      <p:sp>
        <p:nvSpPr>
          <p:cNvPr id="274446" name="Rectangle 14">
            <a:extLst>
              <a:ext uri="{FF2B5EF4-FFF2-40B4-BE49-F238E27FC236}">
                <a16:creationId xmlns:a16="http://schemas.microsoft.com/office/drawing/2014/main" id="{B9B5F449-CD6C-96AA-26FF-03D14A2267A6}"/>
              </a:ext>
            </a:extLst>
          </p:cNvPr>
          <p:cNvSpPr>
            <a:spLocks noChangeArrowheads="1"/>
          </p:cNvSpPr>
          <p:nvPr/>
        </p:nvSpPr>
        <p:spPr bwMode="auto">
          <a:xfrm>
            <a:off x="304800" y="3190875"/>
            <a:ext cx="1666875"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spcBef>
                <a:spcPct val="20000"/>
              </a:spcBef>
              <a:buClr>
                <a:schemeClr val="folHlink"/>
              </a:buClr>
              <a:buSzPct val="60000"/>
              <a:buFont typeface="Wingdings" pitchFamily="2" charset="2"/>
              <a:buNone/>
            </a:pPr>
            <a:r>
              <a:rPr lang="en-US" altLang="zh-CN" dirty="0"/>
              <a:t>      P</a:t>
            </a:r>
            <a:r>
              <a:rPr lang="en-US" altLang="zh-CN" baseline="-25000" dirty="0"/>
              <a:t>1</a:t>
            </a:r>
          </a:p>
        </p:txBody>
      </p:sp>
      <p:sp>
        <p:nvSpPr>
          <p:cNvPr id="274447" name="Rectangle 15">
            <a:extLst>
              <a:ext uri="{FF2B5EF4-FFF2-40B4-BE49-F238E27FC236}">
                <a16:creationId xmlns:a16="http://schemas.microsoft.com/office/drawing/2014/main" id="{C0200B19-94E3-A499-B979-A49C444BD7B8}"/>
              </a:ext>
            </a:extLst>
          </p:cNvPr>
          <p:cNvSpPr>
            <a:spLocks noChangeArrowheads="1"/>
          </p:cNvSpPr>
          <p:nvPr/>
        </p:nvSpPr>
        <p:spPr bwMode="auto">
          <a:xfrm>
            <a:off x="6245225" y="5295900"/>
            <a:ext cx="16033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spcBef>
                <a:spcPct val="20000"/>
              </a:spcBef>
              <a:buClr>
                <a:schemeClr val="folHlink"/>
              </a:buClr>
              <a:buSzPct val="60000"/>
              <a:buFont typeface="Wingdings" pitchFamily="2" charset="2"/>
              <a:buNone/>
            </a:pPr>
            <a:r>
              <a:rPr lang="zh-CN" altLang="en-US"/>
              <a:t>12   5    9</a:t>
            </a:r>
          </a:p>
        </p:txBody>
      </p:sp>
      <p:sp>
        <p:nvSpPr>
          <p:cNvPr id="274448" name="Rectangle 16">
            <a:extLst>
              <a:ext uri="{FF2B5EF4-FFF2-40B4-BE49-F238E27FC236}">
                <a16:creationId xmlns:a16="http://schemas.microsoft.com/office/drawing/2014/main" id="{81CAB1F7-0107-A507-6DC4-B6344803EACB}"/>
              </a:ext>
            </a:extLst>
          </p:cNvPr>
          <p:cNvSpPr>
            <a:spLocks noChangeArrowheads="1"/>
          </p:cNvSpPr>
          <p:nvPr/>
        </p:nvSpPr>
        <p:spPr bwMode="auto">
          <a:xfrm>
            <a:off x="4724400" y="5295900"/>
            <a:ext cx="15208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spcBef>
                <a:spcPct val="20000"/>
              </a:spcBef>
              <a:buClr>
                <a:schemeClr val="folHlink"/>
              </a:buClr>
              <a:buSzPct val="60000"/>
              <a:buFont typeface="Wingdings" pitchFamily="2" charset="2"/>
              <a:buNone/>
            </a:pPr>
            <a:r>
              <a:rPr lang="zh-CN" altLang="en-US"/>
              <a:t> 1   1    0</a:t>
            </a:r>
          </a:p>
        </p:txBody>
      </p:sp>
      <p:sp>
        <p:nvSpPr>
          <p:cNvPr id="274449" name="Rectangle 17">
            <a:extLst>
              <a:ext uri="{FF2B5EF4-FFF2-40B4-BE49-F238E27FC236}">
                <a16:creationId xmlns:a16="http://schemas.microsoft.com/office/drawing/2014/main" id="{43890DAA-E221-4679-9D26-357B2D18F090}"/>
              </a:ext>
            </a:extLst>
          </p:cNvPr>
          <p:cNvSpPr>
            <a:spLocks noChangeArrowheads="1"/>
          </p:cNvSpPr>
          <p:nvPr/>
        </p:nvSpPr>
        <p:spPr bwMode="auto">
          <a:xfrm>
            <a:off x="3348038" y="5295900"/>
            <a:ext cx="137636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spcBef>
                <a:spcPct val="20000"/>
              </a:spcBef>
              <a:buClr>
                <a:schemeClr val="folHlink"/>
              </a:buClr>
              <a:buSzPct val="60000"/>
              <a:buFont typeface="Wingdings" pitchFamily="2" charset="2"/>
              <a:buNone/>
            </a:pPr>
            <a:r>
              <a:rPr lang="zh-CN" altLang="en-US"/>
              <a:t>7   4   3</a:t>
            </a:r>
          </a:p>
        </p:txBody>
      </p:sp>
      <p:sp>
        <p:nvSpPr>
          <p:cNvPr id="274450" name="Rectangle 18">
            <a:extLst>
              <a:ext uri="{FF2B5EF4-FFF2-40B4-BE49-F238E27FC236}">
                <a16:creationId xmlns:a16="http://schemas.microsoft.com/office/drawing/2014/main" id="{3A111F77-C525-75AD-688A-D948AF8A5014}"/>
              </a:ext>
            </a:extLst>
          </p:cNvPr>
          <p:cNvSpPr>
            <a:spLocks noChangeArrowheads="1"/>
          </p:cNvSpPr>
          <p:nvPr/>
        </p:nvSpPr>
        <p:spPr bwMode="auto">
          <a:xfrm>
            <a:off x="1971675" y="5295900"/>
            <a:ext cx="13763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spcBef>
                <a:spcPct val="20000"/>
              </a:spcBef>
              <a:buClr>
                <a:schemeClr val="folHlink"/>
              </a:buClr>
              <a:buSzPct val="60000"/>
              <a:buFont typeface="Wingdings" pitchFamily="2" charset="2"/>
              <a:buNone/>
            </a:pPr>
            <a:r>
              <a:rPr lang="zh-CN" altLang="en-US"/>
              <a:t>11  4  9</a:t>
            </a:r>
          </a:p>
        </p:txBody>
      </p:sp>
      <p:sp>
        <p:nvSpPr>
          <p:cNvPr id="274451" name="Rectangle 19">
            <a:extLst>
              <a:ext uri="{FF2B5EF4-FFF2-40B4-BE49-F238E27FC236}">
                <a16:creationId xmlns:a16="http://schemas.microsoft.com/office/drawing/2014/main" id="{CDC77FEF-CA65-694F-502F-E1E60DF984A2}"/>
              </a:ext>
            </a:extLst>
          </p:cNvPr>
          <p:cNvSpPr>
            <a:spLocks noChangeArrowheads="1"/>
          </p:cNvSpPr>
          <p:nvPr/>
        </p:nvSpPr>
        <p:spPr bwMode="auto">
          <a:xfrm>
            <a:off x="304800" y="5295900"/>
            <a:ext cx="16668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spcBef>
                <a:spcPct val="20000"/>
              </a:spcBef>
              <a:buClr>
                <a:schemeClr val="folHlink"/>
              </a:buClr>
              <a:buSzPct val="60000"/>
              <a:buFont typeface="Wingdings" pitchFamily="2" charset="2"/>
              <a:buNone/>
            </a:pPr>
            <a:r>
              <a:rPr lang="zh-CN" altLang="en-US" dirty="0"/>
              <a:t>      </a:t>
            </a:r>
            <a:r>
              <a:rPr lang="en-US" altLang="zh-CN" dirty="0"/>
              <a:t>P</a:t>
            </a:r>
            <a:r>
              <a:rPr lang="en-US" altLang="zh-CN" baseline="-25000" dirty="0"/>
              <a:t>0</a:t>
            </a:r>
          </a:p>
        </p:txBody>
      </p:sp>
      <p:sp>
        <p:nvSpPr>
          <p:cNvPr id="274452" name="Rectangle 20">
            <a:extLst>
              <a:ext uri="{FF2B5EF4-FFF2-40B4-BE49-F238E27FC236}">
                <a16:creationId xmlns:a16="http://schemas.microsoft.com/office/drawing/2014/main" id="{FE699FF7-D09E-CFCA-F13E-356D62AF26D9}"/>
              </a:ext>
            </a:extLst>
          </p:cNvPr>
          <p:cNvSpPr>
            <a:spLocks noChangeArrowheads="1"/>
          </p:cNvSpPr>
          <p:nvPr/>
        </p:nvSpPr>
        <p:spPr bwMode="auto">
          <a:xfrm>
            <a:off x="6245225" y="4762500"/>
            <a:ext cx="1603375"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spcBef>
                <a:spcPct val="20000"/>
              </a:spcBef>
              <a:buClr>
                <a:schemeClr val="folHlink"/>
              </a:buClr>
              <a:buSzPct val="60000"/>
              <a:buFont typeface="Wingdings" pitchFamily="2" charset="2"/>
              <a:buNone/>
            </a:pPr>
            <a:r>
              <a:rPr lang="zh-CN" altLang="en-US"/>
              <a:t>11   4    9</a:t>
            </a:r>
          </a:p>
        </p:txBody>
      </p:sp>
      <p:sp>
        <p:nvSpPr>
          <p:cNvPr id="274453" name="Rectangle 21">
            <a:extLst>
              <a:ext uri="{FF2B5EF4-FFF2-40B4-BE49-F238E27FC236}">
                <a16:creationId xmlns:a16="http://schemas.microsoft.com/office/drawing/2014/main" id="{582C2C6B-E690-E572-7263-A814B6E148F2}"/>
              </a:ext>
            </a:extLst>
          </p:cNvPr>
          <p:cNvSpPr>
            <a:spLocks noChangeArrowheads="1"/>
          </p:cNvSpPr>
          <p:nvPr/>
        </p:nvSpPr>
        <p:spPr bwMode="auto">
          <a:xfrm>
            <a:off x="4724400" y="4762500"/>
            <a:ext cx="1520825"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spcBef>
                <a:spcPct val="20000"/>
              </a:spcBef>
              <a:buClr>
                <a:schemeClr val="folHlink"/>
              </a:buClr>
              <a:buSzPct val="60000"/>
              <a:buFont typeface="Wingdings" pitchFamily="2" charset="2"/>
              <a:buNone/>
            </a:pPr>
            <a:r>
              <a:rPr lang="zh-CN" altLang="en-US"/>
              <a:t> 3   0   3  </a:t>
            </a:r>
          </a:p>
        </p:txBody>
      </p:sp>
      <p:sp>
        <p:nvSpPr>
          <p:cNvPr id="274454" name="Rectangle 22">
            <a:extLst>
              <a:ext uri="{FF2B5EF4-FFF2-40B4-BE49-F238E27FC236}">
                <a16:creationId xmlns:a16="http://schemas.microsoft.com/office/drawing/2014/main" id="{647018ED-6D30-68DC-3B6F-EE29E8A2F978}"/>
              </a:ext>
            </a:extLst>
          </p:cNvPr>
          <p:cNvSpPr>
            <a:spLocks noChangeArrowheads="1"/>
          </p:cNvSpPr>
          <p:nvPr/>
        </p:nvSpPr>
        <p:spPr bwMode="auto">
          <a:xfrm>
            <a:off x="3348038" y="4762500"/>
            <a:ext cx="1376362"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spcBef>
                <a:spcPct val="20000"/>
              </a:spcBef>
              <a:buClr>
                <a:schemeClr val="folHlink"/>
              </a:buClr>
              <a:buSzPct val="60000"/>
              <a:buFont typeface="Wingdings" pitchFamily="2" charset="2"/>
              <a:buNone/>
            </a:pPr>
            <a:r>
              <a:rPr lang="zh-CN" altLang="en-US"/>
              <a:t>6   0   0</a:t>
            </a:r>
          </a:p>
        </p:txBody>
      </p:sp>
      <p:sp>
        <p:nvSpPr>
          <p:cNvPr id="274455" name="Rectangle 23">
            <a:extLst>
              <a:ext uri="{FF2B5EF4-FFF2-40B4-BE49-F238E27FC236}">
                <a16:creationId xmlns:a16="http://schemas.microsoft.com/office/drawing/2014/main" id="{CEEAB7C9-422C-8A04-C049-CE95E3ACF7FF}"/>
              </a:ext>
            </a:extLst>
          </p:cNvPr>
          <p:cNvSpPr>
            <a:spLocks noChangeArrowheads="1"/>
          </p:cNvSpPr>
          <p:nvPr/>
        </p:nvSpPr>
        <p:spPr bwMode="auto">
          <a:xfrm>
            <a:off x="1971675" y="4762500"/>
            <a:ext cx="1376363"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spcBef>
                <a:spcPct val="20000"/>
              </a:spcBef>
              <a:buClr>
                <a:schemeClr val="folHlink"/>
              </a:buClr>
              <a:buSzPct val="60000"/>
              <a:buFont typeface="Wingdings" pitchFamily="2" charset="2"/>
              <a:buNone/>
            </a:pPr>
            <a:r>
              <a:rPr lang="zh-CN" altLang="en-US"/>
              <a:t>8   4   6 </a:t>
            </a:r>
          </a:p>
        </p:txBody>
      </p:sp>
      <p:sp>
        <p:nvSpPr>
          <p:cNvPr id="274456" name="Rectangle 24">
            <a:extLst>
              <a:ext uri="{FF2B5EF4-FFF2-40B4-BE49-F238E27FC236}">
                <a16:creationId xmlns:a16="http://schemas.microsoft.com/office/drawing/2014/main" id="{E4E4D62B-A076-E44E-8D97-B984FCE42EB5}"/>
              </a:ext>
            </a:extLst>
          </p:cNvPr>
          <p:cNvSpPr>
            <a:spLocks noChangeArrowheads="1"/>
          </p:cNvSpPr>
          <p:nvPr/>
        </p:nvSpPr>
        <p:spPr bwMode="auto">
          <a:xfrm>
            <a:off x="304800" y="4762500"/>
            <a:ext cx="1666875"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spcBef>
                <a:spcPct val="20000"/>
              </a:spcBef>
              <a:buClr>
                <a:schemeClr val="folHlink"/>
              </a:buClr>
              <a:buSzPct val="60000"/>
              <a:buFont typeface="Wingdings" pitchFamily="2" charset="2"/>
              <a:buNone/>
            </a:pPr>
            <a:r>
              <a:rPr lang="zh-CN" altLang="en-US" dirty="0"/>
              <a:t>      </a:t>
            </a:r>
            <a:r>
              <a:rPr lang="en-US" altLang="zh-CN" dirty="0"/>
              <a:t>P</a:t>
            </a:r>
            <a:r>
              <a:rPr lang="en-US" altLang="zh-CN" baseline="-25000" dirty="0"/>
              <a:t>2</a:t>
            </a:r>
          </a:p>
        </p:txBody>
      </p:sp>
      <p:sp>
        <p:nvSpPr>
          <p:cNvPr id="274457" name="Rectangle 25">
            <a:extLst>
              <a:ext uri="{FF2B5EF4-FFF2-40B4-BE49-F238E27FC236}">
                <a16:creationId xmlns:a16="http://schemas.microsoft.com/office/drawing/2014/main" id="{CEAFE310-95C7-D9DC-BB7E-81CE8E90592B}"/>
              </a:ext>
            </a:extLst>
          </p:cNvPr>
          <p:cNvSpPr>
            <a:spLocks noChangeArrowheads="1"/>
          </p:cNvSpPr>
          <p:nvPr/>
        </p:nvSpPr>
        <p:spPr bwMode="auto">
          <a:xfrm>
            <a:off x="6245225" y="4229100"/>
            <a:ext cx="1603375"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spcBef>
                <a:spcPct val="20000"/>
              </a:spcBef>
              <a:buClr>
                <a:schemeClr val="folHlink"/>
              </a:buClr>
              <a:buSzPct val="60000"/>
              <a:buFont typeface="Wingdings" pitchFamily="2" charset="2"/>
              <a:buNone/>
            </a:pPr>
            <a:r>
              <a:rPr lang="zh-CN" altLang="en-US"/>
              <a:t> 8    4    6</a:t>
            </a:r>
          </a:p>
        </p:txBody>
      </p:sp>
      <p:sp>
        <p:nvSpPr>
          <p:cNvPr id="274458" name="Rectangle 26">
            <a:extLst>
              <a:ext uri="{FF2B5EF4-FFF2-40B4-BE49-F238E27FC236}">
                <a16:creationId xmlns:a16="http://schemas.microsoft.com/office/drawing/2014/main" id="{9BF5AA16-30D1-F200-5930-6A8E24B334CA}"/>
              </a:ext>
            </a:extLst>
          </p:cNvPr>
          <p:cNvSpPr>
            <a:spLocks noChangeArrowheads="1"/>
          </p:cNvSpPr>
          <p:nvPr/>
        </p:nvSpPr>
        <p:spPr bwMode="auto">
          <a:xfrm>
            <a:off x="4724400" y="4229100"/>
            <a:ext cx="1520825"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spcBef>
                <a:spcPct val="20000"/>
              </a:spcBef>
              <a:buClr>
                <a:schemeClr val="folHlink"/>
              </a:buClr>
              <a:buSzPct val="60000"/>
              <a:buFont typeface="Wingdings" pitchFamily="2" charset="2"/>
              <a:buNone/>
            </a:pPr>
            <a:r>
              <a:rPr lang="zh-CN" altLang="en-US"/>
              <a:t> 1   0   2 </a:t>
            </a:r>
          </a:p>
        </p:txBody>
      </p:sp>
      <p:sp>
        <p:nvSpPr>
          <p:cNvPr id="274459" name="Rectangle 27">
            <a:extLst>
              <a:ext uri="{FF2B5EF4-FFF2-40B4-BE49-F238E27FC236}">
                <a16:creationId xmlns:a16="http://schemas.microsoft.com/office/drawing/2014/main" id="{6957913E-A269-50C5-6EAC-F809F86E160D}"/>
              </a:ext>
            </a:extLst>
          </p:cNvPr>
          <p:cNvSpPr>
            <a:spLocks noChangeArrowheads="1"/>
          </p:cNvSpPr>
          <p:nvPr/>
        </p:nvSpPr>
        <p:spPr bwMode="auto">
          <a:xfrm>
            <a:off x="3348038" y="4229100"/>
            <a:ext cx="1376362"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spcBef>
                <a:spcPct val="20000"/>
              </a:spcBef>
              <a:buClr>
                <a:schemeClr val="folHlink"/>
              </a:buClr>
              <a:buSzPct val="60000"/>
              <a:buFont typeface="Wingdings" pitchFamily="2" charset="2"/>
              <a:buNone/>
            </a:pPr>
            <a:r>
              <a:rPr lang="zh-CN" altLang="en-US"/>
              <a:t>4   3   1  </a:t>
            </a:r>
          </a:p>
        </p:txBody>
      </p:sp>
      <p:sp>
        <p:nvSpPr>
          <p:cNvPr id="274460" name="Rectangle 28">
            <a:extLst>
              <a:ext uri="{FF2B5EF4-FFF2-40B4-BE49-F238E27FC236}">
                <a16:creationId xmlns:a16="http://schemas.microsoft.com/office/drawing/2014/main" id="{35D40894-1635-2CC8-B9CA-0B0B1CB21D01}"/>
              </a:ext>
            </a:extLst>
          </p:cNvPr>
          <p:cNvSpPr>
            <a:spLocks noChangeArrowheads="1"/>
          </p:cNvSpPr>
          <p:nvPr/>
        </p:nvSpPr>
        <p:spPr bwMode="auto">
          <a:xfrm>
            <a:off x="1971675" y="4229100"/>
            <a:ext cx="1376363"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spcBef>
                <a:spcPct val="20000"/>
              </a:spcBef>
              <a:buClr>
                <a:schemeClr val="folHlink"/>
              </a:buClr>
              <a:buSzPct val="60000"/>
              <a:buFont typeface="Wingdings" pitchFamily="2" charset="2"/>
              <a:buNone/>
            </a:pPr>
            <a:r>
              <a:rPr lang="zh-CN" altLang="en-US"/>
              <a:t>7   4   4 </a:t>
            </a:r>
          </a:p>
        </p:txBody>
      </p:sp>
      <p:sp>
        <p:nvSpPr>
          <p:cNvPr id="274461" name="Rectangle 29">
            <a:extLst>
              <a:ext uri="{FF2B5EF4-FFF2-40B4-BE49-F238E27FC236}">
                <a16:creationId xmlns:a16="http://schemas.microsoft.com/office/drawing/2014/main" id="{BFB1485F-A3D2-92CF-ABB8-BA8AC8059CCB}"/>
              </a:ext>
            </a:extLst>
          </p:cNvPr>
          <p:cNvSpPr>
            <a:spLocks noChangeArrowheads="1"/>
          </p:cNvSpPr>
          <p:nvPr/>
        </p:nvSpPr>
        <p:spPr bwMode="auto">
          <a:xfrm>
            <a:off x="304800" y="4229100"/>
            <a:ext cx="1666875"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spcBef>
                <a:spcPct val="20000"/>
              </a:spcBef>
              <a:buClr>
                <a:schemeClr val="folHlink"/>
              </a:buClr>
              <a:buSzPct val="60000"/>
              <a:buFont typeface="Wingdings" pitchFamily="2" charset="2"/>
              <a:buNone/>
            </a:pPr>
            <a:r>
              <a:rPr lang="zh-CN" altLang="en-US" dirty="0"/>
              <a:t>      </a:t>
            </a:r>
            <a:r>
              <a:rPr lang="en-US" altLang="zh-CN" dirty="0"/>
              <a:t>P</a:t>
            </a:r>
            <a:r>
              <a:rPr lang="en-US" altLang="zh-CN" baseline="-25000" dirty="0"/>
              <a:t>4</a:t>
            </a:r>
          </a:p>
        </p:txBody>
      </p:sp>
      <p:sp>
        <p:nvSpPr>
          <p:cNvPr id="63517" name="Rectangle 30">
            <a:extLst>
              <a:ext uri="{FF2B5EF4-FFF2-40B4-BE49-F238E27FC236}">
                <a16:creationId xmlns:a16="http://schemas.microsoft.com/office/drawing/2014/main" id="{35FE2A46-2446-8ED5-100D-DB14EF2A96A6}"/>
              </a:ext>
            </a:extLst>
          </p:cNvPr>
          <p:cNvSpPr>
            <a:spLocks noChangeArrowheads="1"/>
          </p:cNvSpPr>
          <p:nvPr/>
        </p:nvSpPr>
        <p:spPr bwMode="auto">
          <a:xfrm>
            <a:off x="6245225" y="2733675"/>
            <a:ext cx="16033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spcBef>
                <a:spcPct val="20000"/>
              </a:spcBef>
              <a:buClr>
                <a:schemeClr val="folHlink"/>
              </a:buClr>
              <a:buSzPct val="60000"/>
              <a:buFont typeface="Wingdings" pitchFamily="2" charset="2"/>
              <a:buNone/>
            </a:pPr>
            <a:r>
              <a:rPr lang="zh-CN" altLang="en-US"/>
              <a:t> </a:t>
            </a:r>
            <a:r>
              <a:rPr lang="en-US" altLang="zh-CN"/>
              <a:t>A    B    C</a:t>
            </a:r>
          </a:p>
        </p:txBody>
      </p:sp>
      <p:sp>
        <p:nvSpPr>
          <p:cNvPr id="63518" name="Rectangle 31">
            <a:extLst>
              <a:ext uri="{FF2B5EF4-FFF2-40B4-BE49-F238E27FC236}">
                <a16:creationId xmlns:a16="http://schemas.microsoft.com/office/drawing/2014/main" id="{C78189D7-F08E-E237-0B84-33CE57C0B4A6}"/>
              </a:ext>
            </a:extLst>
          </p:cNvPr>
          <p:cNvSpPr>
            <a:spLocks noChangeArrowheads="1"/>
          </p:cNvSpPr>
          <p:nvPr/>
        </p:nvSpPr>
        <p:spPr bwMode="auto">
          <a:xfrm>
            <a:off x="4724400" y="2733675"/>
            <a:ext cx="15208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spcBef>
                <a:spcPct val="20000"/>
              </a:spcBef>
              <a:buClr>
                <a:schemeClr val="folHlink"/>
              </a:buClr>
              <a:buSzPct val="60000"/>
              <a:buFont typeface="Wingdings" pitchFamily="2" charset="2"/>
              <a:buNone/>
            </a:pPr>
            <a:r>
              <a:rPr lang="zh-CN" altLang="en-US"/>
              <a:t> </a:t>
            </a:r>
            <a:r>
              <a:rPr lang="en-US" altLang="zh-CN"/>
              <a:t>A   B   C</a:t>
            </a:r>
          </a:p>
        </p:txBody>
      </p:sp>
      <p:sp>
        <p:nvSpPr>
          <p:cNvPr id="63519" name="Rectangle 32">
            <a:extLst>
              <a:ext uri="{FF2B5EF4-FFF2-40B4-BE49-F238E27FC236}">
                <a16:creationId xmlns:a16="http://schemas.microsoft.com/office/drawing/2014/main" id="{3488A075-4F69-E905-84AA-58ED645E848E}"/>
              </a:ext>
            </a:extLst>
          </p:cNvPr>
          <p:cNvSpPr>
            <a:spLocks noChangeArrowheads="1"/>
          </p:cNvSpPr>
          <p:nvPr/>
        </p:nvSpPr>
        <p:spPr bwMode="auto">
          <a:xfrm>
            <a:off x="3348038" y="2733675"/>
            <a:ext cx="137636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spcBef>
                <a:spcPct val="20000"/>
              </a:spcBef>
              <a:buClr>
                <a:schemeClr val="folHlink"/>
              </a:buClr>
              <a:buSzPct val="60000"/>
              <a:buFont typeface="Wingdings" pitchFamily="2" charset="2"/>
              <a:buNone/>
            </a:pPr>
            <a:r>
              <a:rPr lang="en-US" altLang="zh-CN"/>
              <a:t>A   B   C</a:t>
            </a:r>
          </a:p>
        </p:txBody>
      </p:sp>
      <p:sp>
        <p:nvSpPr>
          <p:cNvPr id="63520" name="Rectangle 33">
            <a:extLst>
              <a:ext uri="{FF2B5EF4-FFF2-40B4-BE49-F238E27FC236}">
                <a16:creationId xmlns:a16="http://schemas.microsoft.com/office/drawing/2014/main" id="{42109011-2C00-1045-0D03-E35E1FEDFD46}"/>
              </a:ext>
            </a:extLst>
          </p:cNvPr>
          <p:cNvSpPr>
            <a:spLocks noChangeArrowheads="1"/>
          </p:cNvSpPr>
          <p:nvPr/>
        </p:nvSpPr>
        <p:spPr bwMode="auto">
          <a:xfrm>
            <a:off x="1971675" y="2733675"/>
            <a:ext cx="13763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spcBef>
                <a:spcPct val="20000"/>
              </a:spcBef>
              <a:buClr>
                <a:schemeClr val="folHlink"/>
              </a:buClr>
              <a:buSzPct val="60000"/>
              <a:buFont typeface="Wingdings" pitchFamily="2" charset="2"/>
              <a:buNone/>
            </a:pPr>
            <a:r>
              <a:rPr lang="en-US" altLang="zh-CN"/>
              <a:t>A   B   C</a:t>
            </a:r>
          </a:p>
        </p:txBody>
      </p:sp>
      <p:sp>
        <p:nvSpPr>
          <p:cNvPr id="274466" name="Rectangle 34">
            <a:extLst>
              <a:ext uri="{FF2B5EF4-FFF2-40B4-BE49-F238E27FC236}">
                <a16:creationId xmlns:a16="http://schemas.microsoft.com/office/drawing/2014/main" id="{99B03520-F34E-8CF6-C1B6-8993A2871511}"/>
              </a:ext>
            </a:extLst>
          </p:cNvPr>
          <p:cNvSpPr>
            <a:spLocks noChangeArrowheads="1"/>
          </p:cNvSpPr>
          <p:nvPr/>
        </p:nvSpPr>
        <p:spPr bwMode="auto">
          <a:xfrm>
            <a:off x="6245225" y="3695700"/>
            <a:ext cx="1603375"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spcBef>
                <a:spcPct val="20000"/>
              </a:spcBef>
              <a:buClr>
                <a:schemeClr val="folHlink"/>
              </a:buClr>
              <a:buSzPct val="60000"/>
              <a:buFont typeface="Wingdings" pitchFamily="2" charset="2"/>
              <a:buNone/>
            </a:pPr>
            <a:r>
              <a:rPr lang="zh-CN" altLang="en-US"/>
              <a:t> 7    4    4</a:t>
            </a:r>
          </a:p>
        </p:txBody>
      </p:sp>
      <p:sp>
        <p:nvSpPr>
          <p:cNvPr id="274467" name="Rectangle 35">
            <a:extLst>
              <a:ext uri="{FF2B5EF4-FFF2-40B4-BE49-F238E27FC236}">
                <a16:creationId xmlns:a16="http://schemas.microsoft.com/office/drawing/2014/main" id="{8F6B704C-02A2-759E-B225-229AE5ECDC99}"/>
              </a:ext>
            </a:extLst>
          </p:cNvPr>
          <p:cNvSpPr>
            <a:spLocks noChangeArrowheads="1"/>
          </p:cNvSpPr>
          <p:nvPr/>
        </p:nvSpPr>
        <p:spPr bwMode="auto">
          <a:xfrm>
            <a:off x="4724400" y="3695700"/>
            <a:ext cx="1520825"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spcBef>
                <a:spcPct val="20000"/>
              </a:spcBef>
              <a:buClr>
                <a:schemeClr val="folHlink"/>
              </a:buClr>
              <a:buSzPct val="60000"/>
              <a:buFont typeface="Wingdings" pitchFamily="2" charset="2"/>
              <a:buNone/>
            </a:pPr>
            <a:r>
              <a:rPr lang="zh-CN" altLang="en-US"/>
              <a:t> 2   1   1 </a:t>
            </a:r>
          </a:p>
        </p:txBody>
      </p:sp>
      <p:sp>
        <p:nvSpPr>
          <p:cNvPr id="274468" name="Rectangle 36">
            <a:extLst>
              <a:ext uri="{FF2B5EF4-FFF2-40B4-BE49-F238E27FC236}">
                <a16:creationId xmlns:a16="http://schemas.microsoft.com/office/drawing/2014/main" id="{2FF860C2-29BD-30B4-F3A3-AE5A9B950209}"/>
              </a:ext>
            </a:extLst>
          </p:cNvPr>
          <p:cNvSpPr>
            <a:spLocks noChangeArrowheads="1"/>
          </p:cNvSpPr>
          <p:nvPr/>
        </p:nvSpPr>
        <p:spPr bwMode="auto">
          <a:xfrm>
            <a:off x="3348038" y="3695700"/>
            <a:ext cx="1376362"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spcBef>
                <a:spcPct val="20000"/>
              </a:spcBef>
              <a:buClr>
                <a:schemeClr val="folHlink"/>
              </a:buClr>
              <a:buSzPct val="60000"/>
              <a:buFont typeface="Wingdings" pitchFamily="2" charset="2"/>
              <a:buNone/>
            </a:pPr>
            <a:r>
              <a:rPr lang="zh-CN" altLang="en-US"/>
              <a:t>0   1   1  </a:t>
            </a:r>
          </a:p>
        </p:txBody>
      </p:sp>
      <p:sp>
        <p:nvSpPr>
          <p:cNvPr id="274469" name="Rectangle 37">
            <a:extLst>
              <a:ext uri="{FF2B5EF4-FFF2-40B4-BE49-F238E27FC236}">
                <a16:creationId xmlns:a16="http://schemas.microsoft.com/office/drawing/2014/main" id="{6072CAD9-840D-175D-8D26-1B9A113747F0}"/>
              </a:ext>
            </a:extLst>
          </p:cNvPr>
          <p:cNvSpPr>
            <a:spLocks noChangeArrowheads="1"/>
          </p:cNvSpPr>
          <p:nvPr/>
        </p:nvSpPr>
        <p:spPr bwMode="auto">
          <a:xfrm>
            <a:off x="1971675" y="3695700"/>
            <a:ext cx="1376363"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spcBef>
                <a:spcPct val="20000"/>
              </a:spcBef>
              <a:buClr>
                <a:schemeClr val="folHlink"/>
              </a:buClr>
              <a:buSzPct val="60000"/>
              <a:buFont typeface="Wingdings" pitchFamily="2" charset="2"/>
              <a:buNone/>
            </a:pPr>
            <a:r>
              <a:rPr lang="zh-CN" altLang="en-US"/>
              <a:t>5   3   3</a:t>
            </a:r>
          </a:p>
        </p:txBody>
      </p:sp>
      <p:sp>
        <p:nvSpPr>
          <p:cNvPr id="274470" name="Rectangle 38">
            <a:extLst>
              <a:ext uri="{FF2B5EF4-FFF2-40B4-BE49-F238E27FC236}">
                <a16:creationId xmlns:a16="http://schemas.microsoft.com/office/drawing/2014/main" id="{EAC496EC-FA19-AB07-7493-30156275EBFE}"/>
              </a:ext>
            </a:extLst>
          </p:cNvPr>
          <p:cNvSpPr>
            <a:spLocks noChangeArrowheads="1"/>
          </p:cNvSpPr>
          <p:nvPr/>
        </p:nvSpPr>
        <p:spPr bwMode="auto">
          <a:xfrm>
            <a:off x="304800" y="3695700"/>
            <a:ext cx="1666875"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spcBef>
                <a:spcPct val="20000"/>
              </a:spcBef>
              <a:buClr>
                <a:schemeClr val="folHlink"/>
              </a:buClr>
              <a:buSzPct val="60000"/>
              <a:buFont typeface="Wingdings" pitchFamily="2" charset="2"/>
              <a:buNone/>
            </a:pPr>
            <a:r>
              <a:rPr lang="zh-CN" altLang="en-US" dirty="0"/>
              <a:t>      </a:t>
            </a:r>
            <a:r>
              <a:rPr lang="en-US" altLang="zh-CN" dirty="0"/>
              <a:t>P</a:t>
            </a:r>
            <a:r>
              <a:rPr lang="en-US" altLang="zh-CN" baseline="-25000" dirty="0"/>
              <a:t>3</a:t>
            </a:r>
          </a:p>
        </p:txBody>
      </p:sp>
      <p:sp>
        <p:nvSpPr>
          <p:cNvPr id="63526" name="Rectangle 39">
            <a:extLst>
              <a:ext uri="{FF2B5EF4-FFF2-40B4-BE49-F238E27FC236}">
                <a16:creationId xmlns:a16="http://schemas.microsoft.com/office/drawing/2014/main" id="{F5BE43A0-26E8-C4C3-B12E-932EF013B988}"/>
              </a:ext>
            </a:extLst>
          </p:cNvPr>
          <p:cNvSpPr>
            <a:spLocks noChangeArrowheads="1"/>
          </p:cNvSpPr>
          <p:nvPr/>
        </p:nvSpPr>
        <p:spPr bwMode="auto">
          <a:xfrm>
            <a:off x="6245225" y="2276475"/>
            <a:ext cx="16033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spcBef>
                <a:spcPct val="20000"/>
              </a:spcBef>
              <a:buClr>
                <a:schemeClr val="folHlink"/>
              </a:buClr>
              <a:buSzPct val="60000"/>
              <a:buFont typeface="Wingdings" pitchFamily="2" charset="2"/>
              <a:buNone/>
            </a:pPr>
            <a:r>
              <a:rPr lang="en-US" altLang="zh-CN" sz="2000"/>
              <a:t>Work+Alloc</a:t>
            </a:r>
          </a:p>
        </p:txBody>
      </p:sp>
      <p:sp>
        <p:nvSpPr>
          <p:cNvPr id="63527" name="Rectangle 40">
            <a:extLst>
              <a:ext uri="{FF2B5EF4-FFF2-40B4-BE49-F238E27FC236}">
                <a16:creationId xmlns:a16="http://schemas.microsoft.com/office/drawing/2014/main" id="{82E9E3BE-55D8-5288-8221-9355037DA45C}"/>
              </a:ext>
            </a:extLst>
          </p:cNvPr>
          <p:cNvSpPr>
            <a:spLocks noChangeArrowheads="1"/>
          </p:cNvSpPr>
          <p:nvPr/>
        </p:nvSpPr>
        <p:spPr bwMode="auto">
          <a:xfrm>
            <a:off x="4724400" y="2276475"/>
            <a:ext cx="15208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spcBef>
                <a:spcPct val="20000"/>
              </a:spcBef>
              <a:buClr>
                <a:schemeClr val="folHlink"/>
              </a:buClr>
              <a:buSzPct val="60000"/>
              <a:buFont typeface="Wingdings" pitchFamily="2" charset="2"/>
              <a:buNone/>
            </a:pPr>
            <a:r>
              <a:rPr lang="zh-CN" altLang="en-US"/>
              <a:t>    </a:t>
            </a:r>
            <a:r>
              <a:rPr lang="en-US" altLang="zh-CN"/>
              <a:t>Alloc</a:t>
            </a:r>
          </a:p>
        </p:txBody>
      </p:sp>
      <p:sp>
        <p:nvSpPr>
          <p:cNvPr id="63528" name="Rectangle 41">
            <a:extLst>
              <a:ext uri="{FF2B5EF4-FFF2-40B4-BE49-F238E27FC236}">
                <a16:creationId xmlns:a16="http://schemas.microsoft.com/office/drawing/2014/main" id="{23EB8C76-1B2F-7042-052E-85867BD48779}"/>
              </a:ext>
            </a:extLst>
          </p:cNvPr>
          <p:cNvSpPr>
            <a:spLocks noChangeArrowheads="1"/>
          </p:cNvSpPr>
          <p:nvPr/>
        </p:nvSpPr>
        <p:spPr bwMode="auto">
          <a:xfrm>
            <a:off x="3348038" y="2276475"/>
            <a:ext cx="137636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spcBef>
                <a:spcPct val="20000"/>
              </a:spcBef>
              <a:buClr>
                <a:schemeClr val="folHlink"/>
              </a:buClr>
              <a:buSzPct val="60000"/>
              <a:buFont typeface="Wingdings" pitchFamily="2" charset="2"/>
              <a:buNone/>
            </a:pPr>
            <a:r>
              <a:rPr lang="en-US" altLang="zh-CN"/>
              <a:t>Need</a:t>
            </a:r>
          </a:p>
        </p:txBody>
      </p:sp>
      <p:sp>
        <p:nvSpPr>
          <p:cNvPr id="63529" name="Rectangle 42">
            <a:extLst>
              <a:ext uri="{FF2B5EF4-FFF2-40B4-BE49-F238E27FC236}">
                <a16:creationId xmlns:a16="http://schemas.microsoft.com/office/drawing/2014/main" id="{FC341AED-5E2F-89BC-7562-B9F1C9ADA32A}"/>
              </a:ext>
            </a:extLst>
          </p:cNvPr>
          <p:cNvSpPr>
            <a:spLocks noChangeArrowheads="1"/>
          </p:cNvSpPr>
          <p:nvPr/>
        </p:nvSpPr>
        <p:spPr bwMode="auto">
          <a:xfrm>
            <a:off x="1971675" y="2276475"/>
            <a:ext cx="13763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spcBef>
                <a:spcPct val="20000"/>
              </a:spcBef>
              <a:buClr>
                <a:schemeClr val="folHlink"/>
              </a:buClr>
              <a:buSzPct val="60000"/>
              <a:buFont typeface="Wingdings" pitchFamily="2" charset="2"/>
              <a:buNone/>
            </a:pPr>
            <a:r>
              <a:rPr lang="zh-CN" altLang="en-US"/>
              <a:t>   </a:t>
            </a:r>
            <a:r>
              <a:rPr lang="en-US" altLang="zh-CN"/>
              <a:t>Work</a:t>
            </a:r>
          </a:p>
        </p:txBody>
      </p:sp>
      <p:sp>
        <p:nvSpPr>
          <p:cNvPr id="63530" name="Rectangle 43">
            <a:extLst>
              <a:ext uri="{FF2B5EF4-FFF2-40B4-BE49-F238E27FC236}">
                <a16:creationId xmlns:a16="http://schemas.microsoft.com/office/drawing/2014/main" id="{680B01F3-0B4E-AED8-4AD3-D08A5DF4755B}"/>
              </a:ext>
            </a:extLst>
          </p:cNvPr>
          <p:cNvSpPr>
            <a:spLocks noChangeArrowheads="1"/>
          </p:cNvSpPr>
          <p:nvPr/>
        </p:nvSpPr>
        <p:spPr bwMode="auto">
          <a:xfrm>
            <a:off x="304800" y="2276475"/>
            <a:ext cx="1666875"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20000"/>
              </a:spcBef>
              <a:buClr>
                <a:schemeClr val="folHlink"/>
              </a:buClr>
              <a:buSzPct val="60000"/>
              <a:buFont typeface="Wingdings" pitchFamily="2" charset="2"/>
              <a:buNone/>
            </a:pPr>
            <a:r>
              <a:rPr lang="zh-CN" altLang="en-US"/>
              <a:t>  资源情况进程</a:t>
            </a:r>
          </a:p>
        </p:txBody>
      </p:sp>
      <p:sp>
        <p:nvSpPr>
          <p:cNvPr id="63531" name="Line 44">
            <a:extLst>
              <a:ext uri="{FF2B5EF4-FFF2-40B4-BE49-F238E27FC236}">
                <a16:creationId xmlns:a16="http://schemas.microsoft.com/office/drawing/2014/main" id="{9C535707-0B3B-8267-32D7-5A3A8CBC4BBF}"/>
              </a:ext>
            </a:extLst>
          </p:cNvPr>
          <p:cNvSpPr>
            <a:spLocks noChangeShapeType="1"/>
          </p:cNvSpPr>
          <p:nvPr/>
        </p:nvSpPr>
        <p:spPr bwMode="auto">
          <a:xfrm>
            <a:off x="304800" y="2293938"/>
            <a:ext cx="8610600" cy="0"/>
          </a:xfrm>
          <a:prstGeom prst="line">
            <a:avLst/>
          </a:prstGeom>
          <a:noFill/>
          <a:ln w="12700" cap="sq">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63532" name="Line 45">
            <a:extLst>
              <a:ext uri="{FF2B5EF4-FFF2-40B4-BE49-F238E27FC236}">
                <a16:creationId xmlns:a16="http://schemas.microsoft.com/office/drawing/2014/main" id="{E8FE3424-1877-9D89-A63A-3B8F9285E697}"/>
              </a:ext>
            </a:extLst>
          </p:cNvPr>
          <p:cNvSpPr>
            <a:spLocks noChangeShapeType="1"/>
          </p:cNvSpPr>
          <p:nvPr/>
        </p:nvSpPr>
        <p:spPr bwMode="auto">
          <a:xfrm>
            <a:off x="304800" y="5753100"/>
            <a:ext cx="8610600" cy="0"/>
          </a:xfrm>
          <a:prstGeom prst="line">
            <a:avLst/>
          </a:prstGeom>
          <a:noFill/>
          <a:ln w="12700" cap="sq">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63533" name="Line 46">
            <a:extLst>
              <a:ext uri="{FF2B5EF4-FFF2-40B4-BE49-F238E27FC236}">
                <a16:creationId xmlns:a16="http://schemas.microsoft.com/office/drawing/2014/main" id="{3300E13B-80FA-0C36-81AE-3CFF63B1A5C4}"/>
              </a:ext>
            </a:extLst>
          </p:cNvPr>
          <p:cNvSpPr>
            <a:spLocks noChangeShapeType="1"/>
          </p:cNvSpPr>
          <p:nvPr/>
        </p:nvSpPr>
        <p:spPr bwMode="auto">
          <a:xfrm>
            <a:off x="304800" y="2276475"/>
            <a:ext cx="0" cy="3476625"/>
          </a:xfrm>
          <a:prstGeom prst="line">
            <a:avLst/>
          </a:prstGeom>
          <a:noFill/>
          <a:ln w="12700" cap="sq">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63534" name="Line 47">
            <a:extLst>
              <a:ext uri="{FF2B5EF4-FFF2-40B4-BE49-F238E27FC236}">
                <a16:creationId xmlns:a16="http://schemas.microsoft.com/office/drawing/2014/main" id="{ED173846-3871-4E65-1595-74BC86B7E31C}"/>
              </a:ext>
            </a:extLst>
          </p:cNvPr>
          <p:cNvSpPr>
            <a:spLocks noChangeShapeType="1"/>
          </p:cNvSpPr>
          <p:nvPr/>
        </p:nvSpPr>
        <p:spPr bwMode="auto">
          <a:xfrm>
            <a:off x="8915400" y="2276475"/>
            <a:ext cx="0" cy="3476625"/>
          </a:xfrm>
          <a:prstGeom prst="line">
            <a:avLst/>
          </a:prstGeom>
          <a:noFill/>
          <a:ln w="12700" cap="sq">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63535" name="Line 48">
            <a:extLst>
              <a:ext uri="{FF2B5EF4-FFF2-40B4-BE49-F238E27FC236}">
                <a16:creationId xmlns:a16="http://schemas.microsoft.com/office/drawing/2014/main" id="{2673A88C-B8F5-FE2C-112C-A59F6AA7EC75}"/>
              </a:ext>
            </a:extLst>
          </p:cNvPr>
          <p:cNvSpPr>
            <a:spLocks noChangeShapeType="1"/>
          </p:cNvSpPr>
          <p:nvPr/>
        </p:nvSpPr>
        <p:spPr bwMode="auto">
          <a:xfrm>
            <a:off x="1971675" y="2276475"/>
            <a:ext cx="0" cy="3476625"/>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63536" name="Line 49">
            <a:extLst>
              <a:ext uri="{FF2B5EF4-FFF2-40B4-BE49-F238E27FC236}">
                <a16:creationId xmlns:a16="http://schemas.microsoft.com/office/drawing/2014/main" id="{F47359FD-71CD-410B-0300-43BE404AE410}"/>
              </a:ext>
            </a:extLst>
          </p:cNvPr>
          <p:cNvSpPr>
            <a:spLocks noChangeShapeType="1"/>
          </p:cNvSpPr>
          <p:nvPr/>
        </p:nvSpPr>
        <p:spPr bwMode="auto">
          <a:xfrm>
            <a:off x="3348038" y="2276475"/>
            <a:ext cx="0" cy="3476625"/>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63537" name="Line 50">
            <a:extLst>
              <a:ext uri="{FF2B5EF4-FFF2-40B4-BE49-F238E27FC236}">
                <a16:creationId xmlns:a16="http://schemas.microsoft.com/office/drawing/2014/main" id="{F31B2746-B90C-437C-ADDF-408BF258A736}"/>
              </a:ext>
            </a:extLst>
          </p:cNvPr>
          <p:cNvSpPr>
            <a:spLocks noChangeShapeType="1"/>
          </p:cNvSpPr>
          <p:nvPr/>
        </p:nvSpPr>
        <p:spPr bwMode="auto">
          <a:xfrm>
            <a:off x="4724400" y="2276475"/>
            <a:ext cx="0" cy="3476625"/>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63538" name="Line 51">
            <a:extLst>
              <a:ext uri="{FF2B5EF4-FFF2-40B4-BE49-F238E27FC236}">
                <a16:creationId xmlns:a16="http://schemas.microsoft.com/office/drawing/2014/main" id="{08F4CCC7-4E62-BE4F-17DB-34ECADA2DE2C}"/>
              </a:ext>
            </a:extLst>
          </p:cNvPr>
          <p:cNvSpPr>
            <a:spLocks noChangeShapeType="1"/>
          </p:cNvSpPr>
          <p:nvPr/>
        </p:nvSpPr>
        <p:spPr bwMode="auto">
          <a:xfrm>
            <a:off x="6245225" y="2276475"/>
            <a:ext cx="0" cy="3476625"/>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63539" name="Line 52">
            <a:extLst>
              <a:ext uri="{FF2B5EF4-FFF2-40B4-BE49-F238E27FC236}">
                <a16:creationId xmlns:a16="http://schemas.microsoft.com/office/drawing/2014/main" id="{DC212591-8F45-A01A-97EF-9FC2D01EEE02}"/>
              </a:ext>
            </a:extLst>
          </p:cNvPr>
          <p:cNvSpPr>
            <a:spLocks noChangeShapeType="1"/>
          </p:cNvSpPr>
          <p:nvPr/>
        </p:nvSpPr>
        <p:spPr bwMode="auto">
          <a:xfrm>
            <a:off x="304800" y="3190875"/>
            <a:ext cx="8610600" cy="0"/>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63540" name="Line 53">
            <a:extLst>
              <a:ext uri="{FF2B5EF4-FFF2-40B4-BE49-F238E27FC236}">
                <a16:creationId xmlns:a16="http://schemas.microsoft.com/office/drawing/2014/main" id="{437D4218-D8B1-91C2-A3C6-6C95D496E5B1}"/>
              </a:ext>
            </a:extLst>
          </p:cNvPr>
          <p:cNvSpPr>
            <a:spLocks noChangeShapeType="1"/>
          </p:cNvSpPr>
          <p:nvPr/>
        </p:nvSpPr>
        <p:spPr bwMode="auto">
          <a:xfrm>
            <a:off x="1971675" y="2733675"/>
            <a:ext cx="5876925" cy="0"/>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63541" name="Line 54">
            <a:extLst>
              <a:ext uri="{FF2B5EF4-FFF2-40B4-BE49-F238E27FC236}">
                <a16:creationId xmlns:a16="http://schemas.microsoft.com/office/drawing/2014/main" id="{3DD94D25-AB1E-F4EE-D419-AB0EFB93A529}"/>
              </a:ext>
            </a:extLst>
          </p:cNvPr>
          <p:cNvSpPr>
            <a:spLocks noChangeShapeType="1"/>
          </p:cNvSpPr>
          <p:nvPr/>
        </p:nvSpPr>
        <p:spPr bwMode="auto">
          <a:xfrm>
            <a:off x="304800" y="4229100"/>
            <a:ext cx="8610600" cy="0"/>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63542" name="Line 55">
            <a:extLst>
              <a:ext uri="{FF2B5EF4-FFF2-40B4-BE49-F238E27FC236}">
                <a16:creationId xmlns:a16="http://schemas.microsoft.com/office/drawing/2014/main" id="{2031758E-F8FA-257B-DAD6-F124EF2B6CF3}"/>
              </a:ext>
            </a:extLst>
          </p:cNvPr>
          <p:cNvSpPr>
            <a:spLocks noChangeShapeType="1"/>
          </p:cNvSpPr>
          <p:nvPr/>
        </p:nvSpPr>
        <p:spPr bwMode="auto">
          <a:xfrm>
            <a:off x="304800" y="4762500"/>
            <a:ext cx="8610600" cy="0"/>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63543" name="Line 56">
            <a:extLst>
              <a:ext uri="{FF2B5EF4-FFF2-40B4-BE49-F238E27FC236}">
                <a16:creationId xmlns:a16="http://schemas.microsoft.com/office/drawing/2014/main" id="{4675355C-244B-85E1-2B90-6EA30B395C41}"/>
              </a:ext>
            </a:extLst>
          </p:cNvPr>
          <p:cNvSpPr>
            <a:spLocks noChangeShapeType="1"/>
          </p:cNvSpPr>
          <p:nvPr/>
        </p:nvSpPr>
        <p:spPr bwMode="auto">
          <a:xfrm>
            <a:off x="304800" y="5295900"/>
            <a:ext cx="8610600" cy="0"/>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63544" name="Line 57">
            <a:extLst>
              <a:ext uri="{FF2B5EF4-FFF2-40B4-BE49-F238E27FC236}">
                <a16:creationId xmlns:a16="http://schemas.microsoft.com/office/drawing/2014/main" id="{086C5362-F3F7-7FA7-7684-ED0AEA318F06}"/>
              </a:ext>
            </a:extLst>
          </p:cNvPr>
          <p:cNvSpPr>
            <a:spLocks noChangeShapeType="1"/>
          </p:cNvSpPr>
          <p:nvPr/>
        </p:nvSpPr>
        <p:spPr bwMode="auto">
          <a:xfrm>
            <a:off x="304800" y="2276475"/>
            <a:ext cx="1666875" cy="914400"/>
          </a:xfrm>
          <a:prstGeom prst="line">
            <a:avLst/>
          </a:prstGeom>
          <a:noFill/>
          <a:ln w="12700" cap="rnd">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63545" name="Line 58">
            <a:extLst>
              <a:ext uri="{FF2B5EF4-FFF2-40B4-BE49-F238E27FC236}">
                <a16:creationId xmlns:a16="http://schemas.microsoft.com/office/drawing/2014/main" id="{3469F281-FC28-318A-D198-9FF151898B32}"/>
              </a:ext>
            </a:extLst>
          </p:cNvPr>
          <p:cNvSpPr>
            <a:spLocks noChangeShapeType="1"/>
          </p:cNvSpPr>
          <p:nvPr/>
        </p:nvSpPr>
        <p:spPr bwMode="auto">
          <a:xfrm>
            <a:off x="304800" y="3695700"/>
            <a:ext cx="8610600" cy="0"/>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63546" name="Line 59">
            <a:extLst>
              <a:ext uri="{FF2B5EF4-FFF2-40B4-BE49-F238E27FC236}">
                <a16:creationId xmlns:a16="http://schemas.microsoft.com/office/drawing/2014/main" id="{38FB3724-8589-FB55-2D46-697BAEFF4618}"/>
              </a:ext>
            </a:extLst>
          </p:cNvPr>
          <p:cNvSpPr>
            <a:spLocks noChangeShapeType="1"/>
          </p:cNvSpPr>
          <p:nvPr/>
        </p:nvSpPr>
        <p:spPr bwMode="auto">
          <a:xfrm>
            <a:off x="7848600" y="2276475"/>
            <a:ext cx="0" cy="3476625"/>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2" name="灯片编号占位符 1">
            <a:extLst>
              <a:ext uri="{FF2B5EF4-FFF2-40B4-BE49-F238E27FC236}">
                <a16:creationId xmlns:a16="http://schemas.microsoft.com/office/drawing/2014/main" id="{1007F8BF-F92E-63BC-4F88-EA3ABDE73FB5}"/>
              </a:ext>
            </a:extLst>
          </p:cNvPr>
          <p:cNvSpPr>
            <a:spLocks noGrp="1"/>
          </p:cNvSpPr>
          <p:nvPr>
            <p:ph type="sldNum" sz="quarter" idx="12"/>
          </p:nvPr>
        </p:nvSpPr>
        <p:spPr/>
        <p:txBody>
          <a:bodyPr/>
          <a:lstStyle/>
          <a:p>
            <a:fld id="{4093CC90-4002-504C-BD88-C9A1D374048E}" type="slidenum">
              <a:rPr lang="zh-CN" altLang="en-US" smtClean="0"/>
              <a:pPr/>
              <a:t>36</a:t>
            </a:fld>
            <a:endParaRPr lang="zh-CN" altLang="en-US" dirty="0"/>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6" presetClass="entr" presetSubtype="42" fill="hold" nodeType="clickEffect">
                                  <p:stCondLst>
                                    <p:cond delay="0"/>
                                  </p:stCondLst>
                                  <p:childTnLst>
                                    <p:set>
                                      <p:cBhvr>
                                        <p:cTn id="6" dur="1" fill="hold">
                                          <p:stCondLst>
                                            <p:cond delay="0"/>
                                          </p:stCondLst>
                                        </p:cTn>
                                        <p:tgtEl>
                                          <p:spTgt spid="274445"/>
                                        </p:tgtEl>
                                        <p:attrNameLst>
                                          <p:attrName>style.visibility</p:attrName>
                                        </p:attrNameLst>
                                      </p:cBhvr>
                                      <p:to>
                                        <p:strVal val="visible"/>
                                      </p:to>
                                    </p:set>
                                    <p:animEffect transition="in" filter="barn(outHorizontal)">
                                      <p:cBhvr>
                                        <p:cTn id="7" dur="500"/>
                                        <p:tgtEl>
                                          <p:spTgt spid="27444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6" presetClass="entr" presetSubtype="42" fill="hold" nodeType="clickEffect">
                                  <p:stCondLst>
                                    <p:cond delay="0"/>
                                  </p:stCondLst>
                                  <p:childTnLst>
                                    <p:set>
                                      <p:cBhvr>
                                        <p:cTn id="11" dur="1" fill="hold">
                                          <p:stCondLst>
                                            <p:cond delay="0"/>
                                          </p:stCondLst>
                                        </p:cTn>
                                        <p:tgtEl>
                                          <p:spTgt spid="274446"/>
                                        </p:tgtEl>
                                        <p:attrNameLst>
                                          <p:attrName>style.visibility</p:attrName>
                                        </p:attrNameLst>
                                      </p:cBhvr>
                                      <p:to>
                                        <p:strVal val="visible"/>
                                      </p:to>
                                    </p:set>
                                    <p:animEffect transition="in" filter="barn(outHorizontal)">
                                      <p:cBhvr>
                                        <p:cTn id="12" dur="500"/>
                                        <p:tgtEl>
                                          <p:spTgt spid="27444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6" presetClass="entr" presetSubtype="42" fill="hold" nodeType="clickEffect">
                                  <p:stCondLst>
                                    <p:cond delay="0"/>
                                  </p:stCondLst>
                                  <p:childTnLst>
                                    <p:set>
                                      <p:cBhvr>
                                        <p:cTn id="16" dur="1" fill="hold">
                                          <p:stCondLst>
                                            <p:cond delay="0"/>
                                          </p:stCondLst>
                                        </p:cTn>
                                        <p:tgtEl>
                                          <p:spTgt spid="274444"/>
                                        </p:tgtEl>
                                        <p:attrNameLst>
                                          <p:attrName>style.visibility</p:attrName>
                                        </p:attrNameLst>
                                      </p:cBhvr>
                                      <p:to>
                                        <p:strVal val="visible"/>
                                      </p:to>
                                    </p:set>
                                    <p:animEffect transition="in" filter="barn(outHorizontal)">
                                      <p:cBhvr>
                                        <p:cTn id="17" dur="500"/>
                                        <p:tgtEl>
                                          <p:spTgt spid="274444"/>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6" presetClass="entr" presetSubtype="42" fill="hold" nodeType="clickEffect">
                                  <p:stCondLst>
                                    <p:cond delay="0"/>
                                  </p:stCondLst>
                                  <p:childTnLst>
                                    <p:set>
                                      <p:cBhvr>
                                        <p:cTn id="21" dur="1" fill="hold">
                                          <p:stCondLst>
                                            <p:cond delay="0"/>
                                          </p:stCondLst>
                                        </p:cTn>
                                        <p:tgtEl>
                                          <p:spTgt spid="274443"/>
                                        </p:tgtEl>
                                        <p:attrNameLst>
                                          <p:attrName>style.visibility</p:attrName>
                                        </p:attrNameLst>
                                      </p:cBhvr>
                                      <p:to>
                                        <p:strVal val="visible"/>
                                      </p:to>
                                    </p:set>
                                    <p:animEffect transition="in" filter="barn(outHorizontal)">
                                      <p:cBhvr>
                                        <p:cTn id="22" dur="500"/>
                                        <p:tgtEl>
                                          <p:spTgt spid="274443"/>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6" presetClass="entr" presetSubtype="42" fill="hold" nodeType="clickEffect">
                                  <p:stCondLst>
                                    <p:cond delay="0"/>
                                  </p:stCondLst>
                                  <p:childTnLst>
                                    <p:set>
                                      <p:cBhvr>
                                        <p:cTn id="26" dur="1" fill="hold">
                                          <p:stCondLst>
                                            <p:cond delay="0"/>
                                          </p:stCondLst>
                                        </p:cTn>
                                        <p:tgtEl>
                                          <p:spTgt spid="274442"/>
                                        </p:tgtEl>
                                        <p:attrNameLst>
                                          <p:attrName>style.visibility</p:attrName>
                                        </p:attrNameLst>
                                      </p:cBhvr>
                                      <p:to>
                                        <p:strVal val="visible"/>
                                      </p:to>
                                    </p:set>
                                    <p:animEffect transition="in" filter="barn(outHorizontal)">
                                      <p:cBhvr>
                                        <p:cTn id="27" dur="500"/>
                                        <p:tgtEl>
                                          <p:spTgt spid="274442"/>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6" presetClass="entr" presetSubtype="42" fill="hold" nodeType="clickEffect">
                                  <p:stCondLst>
                                    <p:cond delay="0"/>
                                  </p:stCondLst>
                                  <p:childTnLst>
                                    <p:set>
                                      <p:cBhvr>
                                        <p:cTn id="31" dur="1" fill="hold">
                                          <p:stCondLst>
                                            <p:cond delay="0"/>
                                          </p:stCondLst>
                                        </p:cTn>
                                        <p:tgtEl>
                                          <p:spTgt spid="274440"/>
                                        </p:tgtEl>
                                        <p:attrNameLst>
                                          <p:attrName>style.visibility</p:attrName>
                                        </p:attrNameLst>
                                      </p:cBhvr>
                                      <p:to>
                                        <p:strVal val="visible"/>
                                      </p:to>
                                    </p:set>
                                    <p:animEffect transition="in" filter="barn(outHorizontal)">
                                      <p:cBhvr>
                                        <p:cTn id="32" dur="500"/>
                                        <p:tgtEl>
                                          <p:spTgt spid="274440"/>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16" presetClass="entr" presetSubtype="42" fill="hold" nodeType="clickEffect">
                                  <p:stCondLst>
                                    <p:cond delay="0"/>
                                  </p:stCondLst>
                                  <p:childTnLst>
                                    <p:set>
                                      <p:cBhvr>
                                        <p:cTn id="36" dur="1" fill="hold">
                                          <p:stCondLst>
                                            <p:cond delay="0"/>
                                          </p:stCondLst>
                                        </p:cTn>
                                        <p:tgtEl>
                                          <p:spTgt spid="274469"/>
                                        </p:tgtEl>
                                        <p:attrNameLst>
                                          <p:attrName>style.visibility</p:attrName>
                                        </p:attrNameLst>
                                      </p:cBhvr>
                                      <p:to>
                                        <p:strVal val="visible"/>
                                      </p:to>
                                    </p:set>
                                    <p:animEffect transition="in" filter="barn(outHorizontal)">
                                      <p:cBhvr>
                                        <p:cTn id="37" dur="500"/>
                                        <p:tgtEl>
                                          <p:spTgt spid="274469"/>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16" presetClass="entr" presetSubtype="42" fill="hold" nodeType="clickEffect">
                                  <p:stCondLst>
                                    <p:cond delay="0"/>
                                  </p:stCondLst>
                                  <p:childTnLst>
                                    <p:set>
                                      <p:cBhvr>
                                        <p:cTn id="41" dur="1" fill="hold">
                                          <p:stCondLst>
                                            <p:cond delay="0"/>
                                          </p:stCondLst>
                                        </p:cTn>
                                        <p:tgtEl>
                                          <p:spTgt spid="274470"/>
                                        </p:tgtEl>
                                        <p:attrNameLst>
                                          <p:attrName>style.visibility</p:attrName>
                                        </p:attrNameLst>
                                      </p:cBhvr>
                                      <p:to>
                                        <p:strVal val="visible"/>
                                      </p:to>
                                    </p:set>
                                    <p:animEffect transition="in" filter="barn(outHorizontal)">
                                      <p:cBhvr>
                                        <p:cTn id="42" dur="500"/>
                                        <p:tgtEl>
                                          <p:spTgt spid="274470"/>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16" presetClass="entr" presetSubtype="42" fill="hold" nodeType="clickEffect">
                                  <p:stCondLst>
                                    <p:cond delay="0"/>
                                  </p:stCondLst>
                                  <p:childTnLst>
                                    <p:set>
                                      <p:cBhvr>
                                        <p:cTn id="46" dur="1" fill="hold">
                                          <p:stCondLst>
                                            <p:cond delay="0"/>
                                          </p:stCondLst>
                                        </p:cTn>
                                        <p:tgtEl>
                                          <p:spTgt spid="274468"/>
                                        </p:tgtEl>
                                        <p:attrNameLst>
                                          <p:attrName>style.visibility</p:attrName>
                                        </p:attrNameLst>
                                      </p:cBhvr>
                                      <p:to>
                                        <p:strVal val="visible"/>
                                      </p:to>
                                    </p:set>
                                    <p:animEffect transition="in" filter="barn(outHorizontal)">
                                      <p:cBhvr>
                                        <p:cTn id="47" dur="500"/>
                                        <p:tgtEl>
                                          <p:spTgt spid="274468"/>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16" presetClass="entr" presetSubtype="42" fill="hold" nodeType="clickEffect">
                                  <p:stCondLst>
                                    <p:cond delay="0"/>
                                  </p:stCondLst>
                                  <p:childTnLst>
                                    <p:set>
                                      <p:cBhvr>
                                        <p:cTn id="51" dur="1" fill="hold">
                                          <p:stCondLst>
                                            <p:cond delay="0"/>
                                          </p:stCondLst>
                                        </p:cTn>
                                        <p:tgtEl>
                                          <p:spTgt spid="274467"/>
                                        </p:tgtEl>
                                        <p:attrNameLst>
                                          <p:attrName>style.visibility</p:attrName>
                                        </p:attrNameLst>
                                      </p:cBhvr>
                                      <p:to>
                                        <p:strVal val="visible"/>
                                      </p:to>
                                    </p:set>
                                    <p:animEffect transition="in" filter="barn(outHorizontal)">
                                      <p:cBhvr>
                                        <p:cTn id="52" dur="500"/>
                                        <p:tgtEl>
                                          <p:spTgt spid="274467"/>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16" presetClass="entr" presetSubtype="42" fill="hold" nodeType="clickEffect">
                                  <p:stCondLst>
                                    <p:cond delay="0"/>
                                  </p:stCondLst>
                                  <p:childTnLst>
                                    <p:set>
                                      <p:cBhvr>
                                        <p:cTn id="56" dur="1" fill="hold">
                                          <p:stCondLst>
                                            <p:cond delay="0"/>
                                          </p:stCondLst>
                                        </p:cTn>
                                        <p:tgtEl>
                                          <p:spTgt spid="274466"/>
                                        </p:tgtEl>
                                        <p:attrNameLst>
                                          <p:attrName>style.visibility</p:attrName>
                                        </p:attrNameLst>
                                      </p:cBhvr>
                                      <p:to>
                                        <p:strVal val="visible"/>
                                      </p:to>
                                    </p:set>
                                    <p:animEffect transition="in" filter="barn(outHorizontal)">
                                      <p:cBhvr>
                                        <p:cTn id="57" dur="500"/>
                                        <p:tgtEl>
                                          <p:spTgt spid="274466"/>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16" presetClass="entr" presetSubtype="42" fill="hold" nodeType="clickEffect">
                                  <p:stCondLst>
                                    <p:cond delay="0"/>
                                  </p:stCondLst>
                                  <p:childTnLst>
                                    <p:set>
                                      <p:cBhvr>
                                        <p:cTn id="61" dur="1" fill="hold">
                                          <p:stCondLst>
                                            <p:cond delay="0"/>
                                          </p:stCondLst>
                                        </p:cTn>
                                        <p:tgtEl>
                                          <p:spTgt spid="274439"/>
                                        </p:tgtEl>
                                        <p:attrNameLst>
                                          <p:attrName>style.visibility</p:attrName>
                                        </p:attrNameLst>
                                      </p:cBhvr>
                                      <p:to>
                                        <p:strVal val="visible"/>
                                      </p:to>
                                    </p:set>
                                    <p:animEffect transition="in" filter="barn(outHorizontal)">
                                      <p:cBhvr>
                                        <p:cTn id="62" dur="500"/>
                                        <p:tgtEl>
                                          <p:spTgt spid="274439"/>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16" presetClass="entr" presetSubtype="42" fill="hold" nodeType="clickEffect">
                                  <p:stCondLst>
                                    <p:cond delay="0"/>
                                  </p:stCondLst>
                                  <p:childTnLst>
                                    <p:set>
                                      <p:cBhvr>
                                        <p:cTn id="66" dur="1" fill="hold">
                                          <p:stCondLst>
                                            <p:cond delay="0"/>
                                          </p:stCondLst>
                                        </p:cTn>
                                        <p:tgtEl>
                                          <p:spTgt spid="274460"/>
                                        </p:tgtEl>
                                        <p:attrNameLst>
                                          <p:attrName>style.visibility</p:attrName>
                                        </p:attrNameLst>
                                      </p:cBhvr>
                                      <p:to>
                                        <p:strVal val="visible"/>
                                      </p:to>
                                    </p:set>
                                    <p:animEffect transition="in" filter="barn(outHorizontal)">
                                      <p:cBhvr>
                                        <p:cTn id="67" dur="500"/>
                                        <p:tgtEl>
                                          <p:spTgt spid="274460"/>
                                        </p:tgtEl>
                                      </p:cBhvr>
                                    </p:animEffect>
                                  </p:childTnLst>
                                </p:cTn>
                              </p:par>
                            </p:childTnLst>
                          </p:cTn>
                        </p:par>
                      </p:childTnLst>
                    </p:cTn>
                  </p:par>
                  <p:par>
                    <p:cTn id="68" fill="hold" nodeType="clickPar">
                      <p:stCondLst>
                        <p:cond delay="indefinite"/>
                      </p:stCondLst>
                      <p:childTnLst>
                        <p:par>
                          <p:cTn id="69" fill="hold" nodeType="withGroup">
                            <p:stCondLst>
                              <p:cond delay="0"/>
                            </p:stCondLst>
                            <p:childTnLst>
                              <p:par>
                                <p:cTn id="70" presetID="16" presetClass="entr" presetSubtype="42" fill="hold" nodeType="clickEffect">
                                  <p:stCondLst>
                                    <p:cond delay="0"/>
                                  </p:stCondLst>
                                  <p:childTnLst>
                                    <p:set>
                                      <p:cBhvr>
                                        <p:cTn id="71" dur="1" fill="hold">
                                          <p:stCondLst>
                                            <p:cond delay="0"/>
                                          </p:stCondLst>
                                        </p:cTn>
                                        <p:tgtEl>
                                          <p:spTgt spid="274461"/>
                                        </p:tgtEl>
                                        <p:attrNameLst>
                                          <p:attrName>style.visibility</p:attrName>
                                        </p:attrNameLst>
                                      </p:cBhvr>
                                      <p:to>
                                        <p:strVal val="visible"/>
                                      </p:to>
                                    </p:set>
                                    <p:animEffect transition="in" filter="barn(outHorizontal)">
                                      <p:cBhvr>
                                        <p:cTn id="72" dur="500"/>
                                        <p:tgtEl>
                                          <p:spTgt spid="274461"/>
                                        </p:tgtEl>
                                      </p:cBhvr>
                                    </p:animEffect>
                                  </p:childTnLst>
                                </p:cTn>
                              </p:par>
                            </p:childTnLst>
                          </p:cTn>
                        </p:par>
                      </p:childTnLst>
                    </p:cTn>
                  </p:par>
                  <p:par>
                    <p:cTn id="73" fill="hold" nodeType="clickPar">
                      <p:stCondLst>
                        <p:cond delay="indefinite"/>
                      </p:stCondLst>
                      <p:childTnLst>
                        <p:par>
                          <p:cTn id="74" fill="hold" nodeType="withGroup">
                            <p:stCondLst>
                              <p:cond delay="0"/>
                            </p:stCondLst>
                            <p:childTnLst>
                              <p:par>
                                <p:cTn id="75" presetID="16" presetClass="entr" presetSubtype="42" fill="hold" nodeType="clickEffect">
                                  <p:stCondLst>
                                    <p:cond delay="0"/>
                                  </p:stCondLst>
                                  <p:childTnLst>
                                    <p:set>
                                      <p:cBhvr>
                                        <p:cTn id="76" dur="1" fill="hold">
                                          <p:stCondLst>
                                            <p:cond delay="0"/>
                                          </p:stCondLst>
                                        </p:cTn>
                                        <p:tgtEl>
                                          <p:spTgt spid="274459"/>
                                        </p:tgtEl>
                                        <p:attrNameLst>
                                          <p:attrName>style.visibility</p:attrName>
                                        </p:attrNameLst>
                                      </p:cBhvr>
                                      <p:to>
                                        <p:strVal val="visible"/>
                                      </p:to>
                                    </p:set>
                                    <p:animEffect transition="in" filter="barn(outHorizontal)">
                                      <p:cBhvr>
                                        <p:cTn id="77" dur="500"/>
                                        <p:tgtEl>
                                          <p:spTgt spid="274459"/>
                                        </p:tgtEl>
                                      </p:cBhvr>
                                    </p:animEffect>
                                  </p:childTnLst>
                                </p:cTn>
                              </p:par>
                            </p:childTnLst>
                          </p:cTn>
                        </p:par>
                      </p:childTnLst>
                    </p:cTn>
                  </p:par>
                  <p:par>
                    <p:cTn id="78" fill="hold" nodeType="clickPar">
                      <p:stCondLst>
                        <p:cond delay="indefinite"/>
                      </p:stCondLst>
                      <p:childTnLst>
                        <p:par>
                          <p:cTn id="79" fill="hold" nodeType="withGroup">
                            <p:stCondLst>
                              <p:cond delay="0"/>
                            </p:stCondLst>
                            <p:childTnLst>
                              <p:par>
                                <p:cTn id="80" presetID="16" presetClass="entr" presetSubtype="42" fill="hold" nodeType="clickEffect">
                                  <p:stCondLst>
                                    <p:cond delay="0"/>
                                  </p:stCondLst>
                                  <p:childTnLst>
                                    <p:set>
                                      <p:cBhvr>
                                        <p:cTn id="81" dur="1" fill="hold">
                                          <p:stCondLst>
                                            <p:cond delay="0"/>
                                          </p:stCondLst>
                                        </p:cTn>
                                        <p:tgtEl>
                                          <p:spTgt spid="274458"/>
                                        </p:tgtEl>
                                        <p:attrNameLst>
                                          <p:attrName>style.visibility</p:attrName>
                                        </p:attrNameLst>
                                      </p:cBhvr>
                                      <p:to>
                                        <p:strVal val="visible"/>
                                      </p:to>
                                    </p:set>
                                    <p:animEffect transition="in" filter="barn(outHorizontal)">
                                      <p:cBhvr>
                                        <p:cTn id="82" dur="500"/>
                                        <p:tgtEl>
                                          <p:spTgt spid="274458"/>
                                        </p:tgtEl>
                                      </p:cBhvr>
                                    </p:animEffect>
                                  </p:childTnLst>
                                </p:cTn>
                              </p:par>
                            </p:childTnLst>
                          </p:cTn>
                        </p:par>
                      </p:childTnLst>
                    </p:cTn>
                  </p:par>
                  <p:par>
                    <p:cTn id="83" fill="hold" nodeType="clickPar">
                      <p:stCondLst>
                        <p:cond delay="indefinite"/>
                      </p:stCondLst>
                      <p:childTnLst>
                        <p:par>
                          <p:cTn id="84" fill="hold" nodeType="withGroup">
                            <p:stCondLst>
                              <p:cond delay="0"/>
                            </p:stCondLst>
                            <p:childTnLst>
                              <p:par>
                                <p:cTn id="85" presetID="16" presetClass="entr" presetSubtype="42" fill="hold" nodeType="clickEffect">
                                  <p:stCondLst>
                                    <p:cond delay="0"/>
                                  </p:stCondLst>
                                  <p:childTnLst>
                                    <p:set>
                                      <p:cBhvr>
                                        <p:cTn id="86" dur="1" fill="hold">
                                          <p:stCondLst>
                                            <p:cond delay="0"/>
                                          </p:stCondLst>
                                        </p:cTn>
                                        <p:tgtEl>
                                          <p:spTgt spid="274457"/>
                                        </p:tgtEl>
                                        <p:attrNameLst>
                                          <p:attrName>style.visibility</p:attrName>
                                        </p:attrNameLst>
                                      </p:cBhvr>
                                      <p:to>
                                        <p:strVal val="visible"/>
                                      </p:to>
                                    </p:set>
                                    <p:animEffect transition="in" filter="barn(outHorizontal)">
                                      <p:cBhvr>
                                        <p:cTn id="87" dur="500"/>
                                        <p:tgtEl>
                                          <p:spTgt spid="274457"/>
                                        </p:tgtEl>
                                      </p:cBhvr>
                                    </p:animEffect>
                                  </p:childTnLst>
                                </p:cTn>
                              </p:par>
                            </p:childTnLst>
                          </p:cTn>
                        </p:par>
                      </p:childTnLst>
                    </p:cTn>
                  </p:par>
                  <p:par>
                    <p:cTn id="88" fill="hold" nodeType="clickPar">
                      <p:stCondLst>
                        <p:cond delay="indefinite"/>
                      </p:stCondLst>
                      <p:childTnLst>
                        <p:par>
                          <p:cTn id="89" fill="hold" nodeType="withGroup">
                            <p:stCondLst>
                              <p:cond delay="0"/>
                            </p:stCondLst>
                            <p:childTnLst>
                              <p:par>
                                <p:cTn id="90" presetID="16" presetClass="entr" presetSubtype="42" fill="hold" nodeType="clickEffect">
                                  <p:stCondLst>
                                    <p:cond delay="0"/>
                                  </p:stCondLst>
                                  <p:childTnLst>
                                    <p:set>
                                      <p:cBhvr>
                                        <p:cTn id="91" dur="1" fill="hold">
                                          <p:stCondLst>
                                            <p:cond delay="0"/>
                                          </p:stCondLst>
                                        </p:cTn>
                                        <p:tgtEl>
                                          <p:spTgt spid="274438"/>
                                        </p:tgtEl>
                                        <p:attrNameLst>
                                          <p:attrName>style.visibility</p:attrName>
                                        </p:attrNameLst>
                                      </p:cBhvr>
                                      <p:to>
                                        <p:strVal val="visible"/>
                                      </p:to>
                                    </p:set>
                                    <p:animEffect transition="in" filter="barn(outHorizontal)">
                                      <p:cBhvr>
                                        <p:cTn id="92" dur="500"/>
                                        <p:tgtEl>
                                          <p:spTgt spid="274438"/>
                                        </p:tgtEl>
                                      </p:cBhvr>
                                    </p:animEffect>
                                  </p:childTnLst>
                                </p:cTn>
                              </p:par>
                            </p:childTnLst>
                          </p:cTn>
                        </p:par>
                      </p:childTnLst>
                    </p:cTn>
                  </p:par>
                  <p:par>
                    <p:cTn id="93" fill="hold" nodeType="clickPar">
                      <p:stCondLst>
                        <p:cond delay="indefinite"/>
                      </p:stCondLst>
                      <p:childTnLst>
                        <p:par>
                          <p:cTn id="94" fill="hold" nodeType="withGroup">
                            <p:stCondLst>
                              <p:cond delay="0"/>
                            </p:stCondLst>
                            <p:childTnLst>
                              <p:par>
                                <p:cTn id="95" presetID="16" presetClass="entr" presetSubtype="42" fill="hold" nodeType="clickEffect">
                                  <p:stCondLst>
                                    <p:cond delay="0"/>
                                  </p:stCondLst>
                                  <p:childTnLst>
                                    <p:set>
                                      <p:cBhvr>
                                        <p:cTn id="96" dur="1" fill="hold">
                                          <p:stCondLst>
                                            <p:cond delay="0"/>
                                          </p:stCondLst>
                                        </p:cTn>
                                        <p:tgtEl>
                                          <p:spTgt spid="274455"/>
                                        </p:tgtEl>
                                        <p:attrNameLst>
                                          <p:attrName>style.visibility</p:attrName>
                                        </p:attrNameLst>
                                      </p:cBhvr>
                                      <p:to>
                                        <p:strVal val="visible"/>
                                      </p:to>
                                    </p:set>
                                    <p:animEffect transition="in" filter="barn(outHorizontal)">
                                      <p:cBhvr>
                                        <p:cTn id="97" dur="500"/>
                                        <p:tgtEl>
                                          <p:spTgt spid="274455"/>
                                        </p:tgtEl>
                                      </p:cBhvr>
                                    </p:animEffect>
                                  </p:childTnLst>
                                </p:cTn>
                              </p:par>
                            </p:childTnLst>
                          </p:cTn>
                        </p:par>
                      </p:childTnLst>
                    </p:cTn>
                  </p:par>
                  <p:par>
                    <p:cTn id="98" fill="hold" nodeType="clickPar">
                      <p:stCondLst>
                        <p:cond delay="indefinite"/>
                      </p:stCondLst>
                      <p:childTnLst>
                        <p:par>
                          <p:cTn id="99" fill="hold" nodeType="withGroup">
                            <p:stCondLst>
                              <p:cond delay="0"/>
                            </p:stCondLst>
                            <p:childTnLst>
                              <p:par>
                                <p:cTn id="100" presetID="16" presetClass="entr" presetSubtype="42" fill="hold" nodeType="clickEffect">
                                  <p:stCondLst>
                                    <p:cond delay="0"/>
                                  </p:stCondLst>
                                  <p:childTnLst>
                                    <p:set>
                                      <p:cBhvr>
                                        <p:cTn id="101" dur="1" fill="hold">
                                          <p:stCondLst>
                                            <p:cond delay="0"/>
                                          </p:stCondLst>
                                        </p:cTn>
                                        <p:tgtEl>
                                          <p:spTgt spid="274456"/>
                                        </p:tgtEl>
                                        <p:attrNameLst>
                                          <p:attrName>style.visibility</p:attrName>
                                        </p:attrNameLst>
                                      </p:cBhvr>
                                      <p:to>
                                        <p:strVal val="visible"/>
                                      </p:to>
                                    </p:set>
                                    <p:animEffect transition="in" filter="barn(outHorizontal)">
                                      <p:cBhvr>
                                        <p:cTn id="102" dur="500"/>
                                        <p:tgtEl>
                                          <p:spTgt spid="274456"/>
                                        </p:tgtEl>
                                      </p:cBhvr>
                                    </p:animEffect>
                                  </p:childTnLst>
                                </p:cTn>
                              </p:par>
                            </p:childTnLst>
                          </p:cTn>
                        </p:par>
                      </p:childTnLst>
                    </p:cTn>
                  </p:par>
                  <p:par>
                    <p:cTn id="103" fill="hold" nodeType="clickPar">
                      <p:stCondLst>
                        <p:cond delay="indefinite"/>
                      </p:stCondLst>
                      <p:childTnLst>
                        <p:par>
                          <p:cTn id="104" fill="hold" nodeType="withGroup">
                            <p:stCondLst>
                              <p:cond delay="0"/>
                            </p:stCondLst>
                            <p:childTnLst>
                              <p:par>
                                <p:cTn id="105" presetID="16" presetClass="entr" presetSubtype="42" fill="hold" nodeType="clickEffect">
                                  <p:stCondLst>
                                    <p:cond delay="0"/>
                                  </p:stCondLst>
                                  <p:childTnLst>
                                    <p:set>
                                      <p:cBhvr>
                                        <p:cTn id="106" dur="1" fill="hold">
                                          <p:stCondLst>
                                            <p:cond delay="0"/>
                                          </p:stCondLst>
                                        </p:cTn>
                                        <p:tgtEl>
                                          <p:spTgt spid="274454"/>
                                        </p:tgtEl>
                                        <p:attrNameLst>
                                          <p:attrName>style.visibility</p:attrName>
                                        </p:attrNameLst>
                                      </p:cBhvr>
                                      <p:to>
                                        <p:strVal val="visible"/>
                                      </p:to>
                                    </p:set>
                                    <p:animEffect transition="in" filter="barn(outHorizontal)">
                                      <p:cBhvr>
                                        <p:cTn id="107" dur="500"/>
                                        <p:tgtEl>
                                          <p:spTgt spid="274454"/>
                                        </p:tgtEl>
                                      </p:cBhvr>
                                    </p:animEffect>
                                  </p:childTnLst>
                                </p:cTn>
                              </p:par>
                            </p:childTnLst>
                          </p:cTn>
                        </p:par>
                      </p:childTnLst>
                    </p:cTn>
                  </p:par>
                  <p:par>
                    <p:cTn id="108" fill="hold" nodeType="clickPar">
                      <p:stCondLst>
                        <p:cond delay="indefinite"/>
                      </p:stCondLst>
                      <p:childTnLst>
                        <p:par>
                          <p:cTn id="109" fill="hold" nodeType="withGroup">
                            <p:stCondLst>
                              <p:cond delay="0"/>
                            </p:stCondLst>
                            <p:childTnLst>
                              <p:par>
                                <p:cTn id="110" presetID="16" presetClass="entr" presetSubtype="42" fill="hold" nodeType="clickEffect">
                                  <p:stCondLst>
                                    <p:cond delay="0"/>
                                  </p:stCondLst>
                                  <p:childTnLst>
                                    <p:set>
                                      <p:cBhvr>
                                        <p:cTn id="111" dur="1" fill="hold">
                                          <p:stCondLst>
                                            <p:cond delay="0"/>
                                          </p:stCondLst>
                                        </p:cTn>
                                        <p:tgtEl>
                                          <p:spTgt spid="274453"/>
                                        </p:tgtEl>
                                        <p:attrNameLst>
                                          <p:attrName>style.visibility</p:attrName>
                                        </p:attrNameLst>
                                      </p:cBhvr>
                                      <p:to>
                                        <p:strVal val="visible"/>
                                      </p:to>
                                    </p:set>
                                    <p:animEffect transition="in" filter="barn(outHorizontal)">
                                      <p:cBhvr>
                                        <p:cTn id="112" dur="500"/>
                                        <p:tgtEl>
                                          <p:spTgt spid="274453"/>
                                        </p:tgtEl>
                                      </p:cBhvr>
                                    </p:animEffect>
                                  </p:childTnLst>
                                </p:cTn>
                              </p:par>
                            </p:childTnLst>
                          </p:cTn>
                        </p:par>
                      </p:childTnLst>
                    </p:cTn>
                  </p:par>
                  <p:par>
                    <p:cTn id="113" fill="hold" nodeType="clickPar">
                      <p:stCondLst>
                        <p:cond delay="indefinite"/>
                      </p:stCondLst>
                      <p:childTnLst>
                        <p:par>
                          <p:cTn id="114" fill="hold" nodeType="withGroup">
                            <p:stCondLst>
                              <p:cond delay="0"/>
                            </p:stCondLst>
                            <p:childTnLst>
                              <p:par>
                                <p:cTn id="115" presetID="16" presetClass="entr" presetSubtype="42" fill="hold" nodeType="clickEffect">
                                  <p:stCondLst>
                                    <p:cond delay="0"/>
                                  </p:stCondLst>
                                  <p:childTnLst>
                                    <p:set>
                                      <p:cBhvr>
                                        <p:cTn id="116" dur="1" fill="hold">
                                          <p:stCondLst>
                                            <p:cond delay="0"/>
                                          </p:stCondLst>
                                        </p:cTn>
                                        <p:tgtEl>
                                          <p:spTgt spid="274452"/>
                                        </p:tgtEl>
                                        <p:attrNameLst>
                                          <p:attrName>style.visibility</p:attrName>
                                        </p:attrNameLst>
                                      </p:cBhvr>
                                      <p:to>
                                        <p:strVal val="visible"/>
                                      </p:to>
                                    </p:set>
                                    <p:animEffect transition="in" filter="barn(outHorizontal)">
                                      <p:cBhvr>
                                        <p:cTn id="117" dur="500"/>
                                        <p:tgtEl>
                                          <p:spTgt spid="274452"/>
                                        </p:tgtEl>
                                      </p:cBhvr>
                                    </p:animEffect>
                                  </p:childTnLst>
                                </p:cTn>
                              </p:par>
                            </p:childTnLst>
                          </p:cTn>
                        </p:par>
                      </p:childTnLst>
                    </p:cTn>
                  </p:par>
                  <p:par>
                    <p:cTn id="118" fill="hold" nodeType="clickPar">
                      <p:stCondLst>
                        <p:cond delay="indefinite"/>
                      </p:stCondLst>
                      <p:childTnLst>
                        <p:par>
                          <p:cTn id="119" fill="hold" nodeType="withGroup">
                            <p:stCondLst>
                              <p:cond delay="0"/>
                            </p:stCondLst>
                            <p:childTnLst>
                              <p:par>
                                <p:cTn id="120" presetID="16" presetClass="entr" presetSubtype="42" fill="hold" nodeType="clickEffect">
                                  <p:stCondLst>
                                    <p:cond delay="0"/>
                                  </p:stCondLst>
                                  <p:childTnLst>
                                    <p:set>
                                      <p:cBhvr>
                                        <p:cTn id="121" dur="1" fill="hold">
                                          <p:stCondLst>
                                            <p:cond delay="0"/>
                                          </p:stCondLst>
                                        </p:cTn>
                                        <p:tgtEl>
                                          <p:spTgt spid="274437"/>
                                        </p:tgtEl>
                                        <p:attrNameLst>
                                          <p:attrName>style.visibility</p:attrName>
                                        </p:attrNameLst>
                                      </p:cBhvr>
                                      <p:to>
                                        <p:strVal val="visible"/>
                                      </p:to>
                                    </p:set>
                                    <p:animEffect transition="in" filter="barn(outHorizontal)">
                                      <p:cBhvr>
                                        <p:cTn id="122" dur="500"/>
                                        <p:tgtEl>
                                          <p:spTgt spid="274437"/>
                                        </p:tgtEl>
                                      </p:cBhvr>
                                    </p:animEffect>
                                  </p:childTnLst>
                                </p:cTn>
                              </p:par>
                            </p:childTnLst>
                          </p:cTn>
                        </p:par>
                      </p:childTnLst>
                    </p:cTn>
                  </p:par>
                  <p:par>
                    <p:cTn id="123" fill="hold" nodeType="clickPar">
                      <p:stCondLst>
                        <p:cond delay="indefinite"/>
                      </p:stCondLst>
                      <p:childTnLst>
                        <p:par>
                          <p:cTn id="124" fill="hold" nodeType="withGroup">
                            <p:stCondLst>
                              <p:cond delay="0"/>
                            </p:stCondLst>
                            <p:childTnLst>
                              <p:par>
                                <p:cTn id="125" presetID="16" presetClass="entr" presetSubtype="42" fill="hold" nodeType="clickEffect">
                                  <p:stCondLst>
                                    <p:cond delay="0"/>
                                  </p:stCondLst>
                                  <p:childTnLst>
                                    <p:set>
                                      <p:cBhvr>
                                        <p:cTn id="126" dur="1" fill="hold">
                                          <p:stCondLst>
                                            <p:cond delay="0"/>
                                          </p:stCondLst>
                                        </p:cTn>
                                        <p:tgtEl>
                                          <p:spTgt spid="274450"/>
                                        </p:tgtEl>
                                        <p:attrNameLst>
                                          <p:attrName>style.visibility</p:attrName>
                                        </p:attrNameLst>
                                      </p:cBhvr>
                                      <p:to>
                                        <p:strVal val="visible"/>
                                      </p:to>
                                    </p:set>
                                    <p:animEffect transition="in" filter="barn(outHorizontal)">
                                      <p:cBhvr>
                                        <p:cTn id="127" dur="500"/>
                                        <p:tgtEl>
                                          <p:spTgt spid="274450"/>
                                        </p:tgtEl>
                                      </p:cBhvr>
                                    </p:animEffect>
                                  </p:childTnLst>
                                </p:cTn>
                              </p:par>
                            </p:childTnLst>
                          </p:cTn>
                        </p:par>
                      </p:childTnLst>
                    </p:cTn>
                  </p:par>
                  <p:par>
                    <p:cTn id="128" fill="hold" nodeType="clickPar">
                      <p:stCondLst>
                        <p:cond delay="indefinite"/>
                      </p:stCondLst>
                      <p:childTnLst>
                        <p:par>
                          <p:cTn id="129" fill="hold" nodeType="withGroup">
                            <p:stCondLst>
                              <p:cond delay="0"/>
                            </p:stCondLst>
                            <p:childTnLst>
                              <p:par>
                                <p:cTn id="130" presetID="16" presetClass="entr" presetSubtype="42" fill="hold" nodeType="clickEffect">
                                  <p:stCondLst>
                                    <p:cond delay="0"/>
                                  </p:stCondLst>
                                  <p:childTnLst>
                                    <p:set>
                                      <p:cBhvr>
                                        <p:cTn id="131" dur="1" fill="hold">
                                          <p:stCondLst>
                                            <p:cond delay="0"/>
                                          </p:stCondLst>
                                        </p:cTn>
                                        <p:tgtEl>
                                          <p:spTgt spid="274451"/>
                                        </p:tgtEl>
                                        <p:attrNameLst>
                                          <p:attrName>style.visibility</p:attrName>
                                        </p:attrNameLst>
                                      </p:cBhvr>
                                      <p:to>
                                        <p:strVal val="visible"/>
                                      </p:to>
                                    </p:set>
                                    <p:animEffect transition="in" filter="barn(outHorizontal)">
                                      <p:cBhvr>
                                        <p:cTn id="132" dur="500"/>
                                        <p:tgtEl>
                                          <p:spTgt spid="274451"/>
                                        </p:tgtEl>
                                      </p:cBhvr>
                                    </p:animEffect>
                                  </p:childTnLst>
                                </p:cTn>
                              </p:par>
                            </p:childTnLst>
                          </p:cTn>
                        </p:par>
                      </p:childTnLst>
                    </p:cTn>
                  </p:par>
                  <p:par>
                    <p:cTn id="133" fill="hold" nodeType="clickPar">
                      <p:stCondLst>
                        <p:cond delay="indefinite"/>
                      </p:stCondLst>
                      <p:childTnLst>
                        <p:par>
                          <p:cTn id="134" fill="hold" nodeType="withGroup">
                            <p:stCondLst>
                              <p:cond delay="0"/>
                            </p:stCondLst>
                            <p:childTnLst>
                              <p:par>
                                <p:cTn id="135" presetID="16" presetClass="entr" presetSubtype="42" fill="hold" nodeType="clickEffect">
                                  <p:stCondLst>
                                    <p:cond delay="0"/>
                                  </p:stCondLst>
                                  <p:childTnLst>
                                    <p:set>
                                      <p:cBhvr>
                                        <p:cTn id="136" dur="1" fill="hold">
                                          <p:stCondLst>
                                            <p:cond delay="0"/>
                                          </p:stCondLst>
                                        </p:cTn>
                                        <p:tgtEl>
                                          <p:spTgt spid="274449"/>
                                        </p:tgtEl>
                                        <p:attrNameLst>
                                          <p:attrName>style.visibility</p:attrName>
                                        </p:attrNameLst>
                                      </p:cBhvr>
                                      <p:to>
                                        <p:strVal val="visible"/>
                                      </p:to>
                                    </p:set>
                                    <p:animEffect transition="in" filter="barn(outHorizontal)">
                                      <p:cBhvr>
                                        <p:cTn id="137" dur="500"/>
                                        <p:tgtEl>
                                          <p:spTgt spid="274449"/>
                                        </p:tgtEl>
                                      </p:cBhvr>
                                    </p:animEffect>
                                  </p:childTnLst>
                                </p:cTn>
                              </p:par>
                            </p:childTnLst>
                          </p:cTn>
                        </p:par>
                      </p:childTnLst>
                    </p:cTn>
                  </p:par>
                  <p:par>
                    <p:cTn id="138" fill="hold" nodeType="clickPar">
                      <p:stCondLst>
                        <p:cond delay="indefinite"/>
                      </p:stCondLst>
                      <p:childTnLst>
                        <p:par>
                          <p:cTn id="139" fill="hold" nodeType="withGroup">
                            <p:stCondLst>
                              <p:cond delay="0"/>
                            </p:stCondLst>
                            <p:childTnLst>
                              <p:par>
                                <p:cTn id="140" presetID="16" presetClass="entr" presetSubtype="42" fill="hold" nodeType="clickEffect">
                                  <p:stCondLst>
                                    <p:cond delay="0"/>
                                  </p:stCondLst>
                                  <p:childTnLst>
                                    <p:set>
                                      <p:cBhvr>
                                        <p:cTn id="141" dur="1" fill="hold">
                                          <p:stCondLst>
                                            <p:cond delay="0"/>
                                          </p:stCondLst>
                                        </p:cTn>
                                        <p:tgtEl>
                                          <p:spTgt spid="274448"/>
                                        </p:tgtEl>
                                        <p:attrNameLst>
                                          <p:attrName>style.visibility</p:attrName>
                                        </p:attrNameLst>
                                      </p:cBhvr>
                                      <p:to>
                                        <p:strVal val="visible"/>
                                      </p:to>
                                    </p:set>
                                    <p:animEffect transition="in" filter="barn(outHorizontal)">
                                      <p:cBhvr>
                                        <p:cTn id="142" dur="500"/>
                                        <p:tgtEl>
                                          <p:spTgt spid="274448"/>
                                        </p:tgtEl>
                                      </p:cBhvr>
                                    </p:animEffect>
                                  </p:childTnLst>
                                </p:cTn>
                              </p:par>
                            </p:childTnLst>
                          </p:cTn>
                        </p:par>
                      </p:childTnLst>
                    </p:cTn>
                  </p:par>
                  <p:par>
                    <p:cTn id="143" fill="hold" nodeType="clickPar">
                      <p:stCondLst>
                        <p:cond delay="indefinite"/>
                      </p:stCondLst>
                      <p:childTnLst>
                        <p:par>
                          <p:cTn id="144" fill="hold" nodeType="withGroup">
                            <p:stCondLst>
                              <p:cond delay="0"/>
                            </p:stCondLst>
                            <p:childTnLst>
                              <p:par>
                                <p:cTn id="145" presetID="16" presetClass="entr" presetSubtype="42" fill="hold" nodeType="clickEffect">
                                  <p:stCondLst>
                                    <p:cond delay="0"/>
                                  </p:stCondLst>
                                  <p:childTnLst>
                                    <p:set>
                                      <p:cBhvr>
                                        <p:cTn id="146" dur="1" fill="hold">
                                          <p:stCondLst>
                                            <p:cond delay="0"/>
                                          </p:stCondLst>
                                        </p:cTn>
                                        <p:tgtEl>
                                          <p:spTgt spid="274447"/>
                                        </p:tgtEl>
                                        <p:attrNameLst>
                                          <p:attrName>style.visibility</p:attrName>
                                        </p:attrNameLst>
                                      </p:cBhvr>
                                      <p:to>
                                        <p:strVal val="visible"/>
                                      </p:to>
                                    </p:set>
                                    <p:animEffect transition="in" filter="barn(outHorizontal)">
                                      <p:cBhvr>
                                        <p:cTn id="147" dur="500"/>
                                        <p:tgtEl>
                                          <p:spTgt spid="274447"/>
                                        </p:tgtEl>
                                      </p:cBhvr>
                                    </p:animEffect>
                                  </p:childTnLst>
                                </p:cTn>
                              </p:par>
                            </p:childTnLst>
                          </p:cTn>
                        </p:par>
                      </p:childTnLst>
                    </p:cTn>
                  </p:par>
                  <p:par>
                    <p:cTn id="148" fill="hold" nodeType="clickPar">
                      <p:stCondLst>
                        <p:cond delay="indefinite"/>
                      </p:stCondLst>
                      <p:childTnLst>
                        <p:par>
                          <p:cTn id="149" fill="hold" nodeType="withGroup">
                            <p:stCondLst>
                              <p:cond delay="0"/>
                            </p:stCondLst>
                            <p:childTnLst>
                              <p:par>
                                <p:cTn id="150" presetID="16" presetClass="entr" presetSubtype="42" fill="hold" nodeType="clickEffect">
                                  <p:stCondLst>
                                    <p:cond delay="0"/>
                                  </p:stCondLst>
                                  <p:childTnLst>
                                    <p:set>
                                      <p:cBhvr>
                                        <p:cTn id="151" dur="1" fill="hold">
                                          <p:stCondLst>
                                            <p:cond delay="0"/>
                                          </p:stCondLst>
                                        </p:cTn>
                                        <p:tgtEl>
                                          <p:spTgt spid="274436"/>
                                        </p:tgtEl>
                                        <p:attrNameLst>
                                          <p:attrName>style.visibility</p:attrName>
                                        </p:attrNameLst>
                                      </p:cBhvr>
                                      <p:to>
                                        <p:strVal val="visible"/>
                                      </p:to>
                                    </p:set>
                                    <p:animEffect transition="in" filter="barn(outHorizontal)">
                                      <p:cBhvr>
                                        <p:cTn id="152" dur="500"/>
                                        <p:tgtEl>
                                          <p:spTgt spid="2744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4436" grpId="0"/>
      <p:bldP spid="274437" grpId="0"/>
      <p:bldP spid="274438" grpId="0"/>
      <p:bldP spid="274439" grpId="0"/>
      <p:bldP spid="274440" grpId="0"/>
      <p:bldP spid="274442" grpId="0"/>
      <p:bldP spid="274443" grpId="0"/>
      <p:bldP spid="274444" grpId="0"/>
      <p:bldP spid="274445" grpId="0"/>
      <p:bldP spid="274446" grpId="0"/>
      <p:bldP spid="274447" grpId="0"/>
      <p:bldP spid="274448" grpId="0"/>
      <p:bldP spid="274449" grpId="0"/>
      <p:bldP spid="274450" grpId="0"/>
      <p:bldP spid="274451" grpId="0"/>
      <p:bldP spid="274452" grpId="0"/>
      <p:bldP spid="274453" grpId="0"/>
      <p:bldP spid="274454" grpId="0"/>
      <p:bldP spid="274455" grpId="0"/>
      <p:bldP spid="274456" grpId="0"/>
      <p:bldP spid="274457" grpId="0"/>
      <p:bldP spid="274458" grpId="0"/>
      <p:bldP spid="274459" grpId="0"/>
      <p:bldP spid="274460" grpId="0"/>
      <p:bldP spid="274461" grpId="0"/>
      <p:bldP spid="274466" grpId="0"/>
      <p:bldP spid="274467" grpId="0"/>
      <p:bldP spid="274468" grpId="0"/>
      <p:bldP spid="274469" grpId="0"/>
      <p:bldP spid="274470"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3" name="Rectangle 2">
            <a:extLst>
              <a:ext uri="{FF2B5EF4-FFF2-40B4-BE49-F238E27FC236}">
                <a16:creationId xmlns:a16="http://schemas.microsoft.com/office/drawing/2014/main" id="{3B667C56-895A-CAA2-C02C-345C3A9569EC}"/>
              </a:ext>
            </a:extLst>
          </p:cNvPr>
          <p:cNvSpPr>
            <a:spLocks noGrp="1" noChangeArrowheads="1"/>
          </p:cNvSpPr>
          <p:nvPr>
            <p:ph type="title"/>
          </p:nvPr>
        </p:nvSpPr>
        <p:spPr>
          <a:xfrm>
            <a:off x="1042988" y="225431"/>
            <a:ext cx="7850187" cy="746125"/>
          </a:xfrm>
        </p:spPr>
        <p:txBody>
          <a:bodyPr/>
          <a:lstStyle/>
          <a:p>
            <a:r>
              <a:rPr lang="en-US" altLang="zh-CN" dirty="0"/>
              <a:t>T</a:t>
            </a:r>
            <a:r>
              <a:rPr lang="en-US" altLang="zh-CN" baseline="-25000" dirty="0"/>
              <a:t>0</a:t>
            </a:r>
            <a:r>
              <a:rPr lang="zh-CN" altLang="en-US" dirty="0"/>
              <a:t>时刻是安全的</a:t>
            </a:r>
          </a:p>
        </p:txBody>
      </p:sp>
      <p:sp>
        <p:nvSpPr>
          <p:cNvPr id="64514" name="Rectangle 3">
            <a:extLst>
              <a:ext uri="{FF2B5EF4-FFF2-40B4-BE49-F238E27FC236}">
                <a16:creationId xmlns:a16="http://schemas.microsoft.com/office/drawing/2014/main" id="{F9BA51E7-0347-7A6E-F4FD-20650E587D00}"/>
              </a:ext>
            </a:extLst>
          </p:cNvPr>
          <p:cNvSpPr>
            <a:spLocks noGrp="1" noChangeArrowheads="1"/>
          </p:cNvSpPr>
          <p:nvPr>
            <p:ph idx="1"/>
          </p:nvPr>
        </p:nvSpPr>
        <p:spPr>
          <a:xfrm>
            <a:off x="935038" y="1233488"/>
            <a:ext cx="7772400" cy="4895850"/>
          </a:xfrm>
        </p:spPr>
        <p:txBody>
          <a:bodyPr/>
          <a:lstStyle/>
          <a:p>
            <a:r>
              <a:rPr lang="zh-CN" altLang="en-US" dirty="0"/>
              <a:t>从上述分析得知，</a:t>
            </a:r>
            <a:r>
              <a:rPr lang="en-US" altLang="zh-CN" dirty="0"/>
              <a:t>T</a:t>
            </a:r>
            <a:r>
              <a:rPr lang="en-US" altLang="zh-CN" baseline="-25000" dirty="0"/>
              <a:t>0</a:t>
            </a:r>
            <a:r>
              <a:rPr lang="zh-CN" altLang="en-US" dirty="0"/>
              <a:t>时刻存在着一个安全序列&lt; </a:t>
            </a:r>
            <a:r>
              <a:rPr lang="en-US" altLang="zh-CN" dirty="0"/>
              <a:t>P</a:t>
            </a:r>
            <a:r>
              <a:rPr lang="en-US" altLang="zh-CN" baseline="-25000" dirty="0"/>
              <a:t>1</a:t>
            </a:r>
            <a:r>
              <a:rPr lang="en-US" altLang="zh-CN" dirty="0"/>
              <a:t>、P</a:t>
            </a:r>
            <a:r>
              <a:rPr lang="en-US" altLang="zh-CN" baseline="-25000" dirty="0"/>
              <a:t>3</a:t>
            </a:r>
            <a:r>
              <a:rPr lang="en-US" altLang="zh-CN" dirty="0"/>
              <a:t>、P</a:t>
            </a:r>
            <a:r>
              <a:rPr lang="en-US" altLang="zh-CN" baseline="-25000" dirty="0"/>
              <a:t>4</a:t>
            </a:r>
            <a:r>
              <a:rPr lang="en-US" altLang="zh-CN" dirty="0"/>
              <a:t>、P</a:t>
            </a:r>
            <a:r>
              <a:rPr lang="en-US" altLang="zh-CN" baseline="-25000" dirty="0"/>
              <a:t>2</a:t>
            </a:r>
            <a:r>
              <a:rPr lang="en-US" altLang="zh-CN" dirty="0"/>
              <a:t>、P</a:t>
            </a:r>
            <a:r>
              <a:rPr lang="en-US" altLang="zh-CN" baseline="-25000" dirty="0"/>
              <a:t>0</a:t>
            </a:r>
            <a:r>
              <a:rPr lang="en-US" altLang="zh-CN" dirty="0"/>
              <a:t> &gt;，</a:t>
            </a:r>
            <a:r>
              <a:rPr lang="zh-CN" altLang="en-US" dirty="0"/>
              <a:t>故系统是安全的。</a:t>
            </a:r>
          </a:p>
        </p:txBody>
      </p:sp>
      <p:sp>
        <p:nvSpPr>
          <p:cNvPr id="2" name="灯片编号占位符 1">
            <a:extLst>
              <a:ext uri="{FF2B5EF4-FFF2-40B4-BE49-F238E27FC236}">
                <a16:creationId xmlns:a16="http://schemas.microsoft.com/office/drawing/2014/main" id="{5902124C-D96A-7AC6-CF22-E49F302B917A}"/>
              </a:ext>
            </a:extLst>
          </p:cNvPr>
          <p:cNvSpPr>
            <a:spLocks noGrp="1"/>
          </p:cNvSpPr>
          <p:nvPr>
            <p:ph type="sldNum" sz="quarter" idx="12"/>
          </p:nvPr>
        </p:nvSpPr>
        <p:spPr>
          <a:xfrm>
            <a:off x="6781800" y="6324600"/>
            <a:ext cx="1905000" cy="457200"/>
          </a:xfrm>
        </p:spPr>
        <p:txBody>
          <a:bodyPr/>
          <a:lstStyle/>
          <a:p>
            <a:fld id="{4093CC90-4002-504C-BD88-C9A1D374048E}" type="slidenum">
              <a:rPr lang="zh-CN" altLang="en-US" smtClean="0"/>
              <a:pPr/>
              <a:t>37</a:t>
            </a:fld>
            <a:endParaRPr lang="zh-CN" altLang="en-US" dirty="0"/>
          </a:p>
        </p:txBody>
      </p:sp>
    </p:spTree>
  </p:cSld>
  <p:clrMapOvr>
    <a:masterClrMapping/>
  </p:clrMapOvr>
  <p:transition spd="med">
    <p:zoom/>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Rectangle 2">
            <a:extLst>
              <a:ext uri="{FF2B5EF4-FFF2-40B4-BE49-F238E27FC236}">
                <a16:creationId xmlns:a16="http://schemas.microsoft.com/office/drawing/2014/main" id="{7042DD9D-7E92-57A1-84F0-697C003593E4}"/>
              </a:ext>
            </a:extLst>
          </p:cNvPr>
          <p:cNvSpPr>
            <a:spLocks noGrp="1" noChangeArrowheads="1"/>
          </p:cNvSpPr>
          <p:nvPr>
            <p:ph type="title"/>
          </p:nvPr>
        </p:nvSpPr>
        <p:spPr/>
        <p:txBody>
          <a:bodyPr/>
          <a:lstStyle/>
          <a:p>
            <a:pPr eaLnBrk="1" hangingPunct="1"/>
            <a:r>
              <a:rPr lang="en-US" altLang="zh-CN" dirty="0">
                <a:solidFill>
                  <a:schemeClr val="tx1"/>
                </a:solidFill>
              </a:rPr>
              <a:t>P</a:t>
            </a:r>
            <a:r>
              <a:rPr lang="en-US" altLang="zh-CN" baseline="-25000" dirty="0">
                <a:solidFill>
                  <a:schemeClr val="tx1"/>
                </a:solidFill>
              </a:rPr>
              <a:t>1</a:t>
            </a:r>
            <a:r>
              <a:rPr lang="zh-CN" altLang="en-US" dirty="0">
                <a:solidFill>
                  <a:schemeClr val="tx1"/>
                </a:solidFill>
              </a:rPr>
              <a:t>请求资源</a:t>
            </a:r>
          </a:p>
        </p:txBody>
      </p:sp>
      <p:sp>
        <p:nvSpPr>
          <p:cNvPr id="65538" name="Rectangle 3">
            <a:extLst>
              <a:ext uri="{FF2B5EF4-FFF2-40B4-BE49-F238E27FC236}">
                <a16:creationId xmlns:a16="http://schemas.microsoft.com/office/drawing/2014/main" id="{BA9049C3-1AA8-2FE2-592C-71F313226BA4}"/>
              </a:ext>
            </a:extLst>
          </p:cNvPr>
          <p:cNvSpPr>
            <a:spLocks noGrp="1" noChangeArrowheads="1"/>
          </p:cNvSpPr>
          <p:nvPr>
            <p:ph idx="1"/>
          </p:nvPr>
        </p:nvSpPr>
        <p:spPr>
          <a:xfrm>
            <a:off x="611188" y="1125538"/>
            <a:ext cx="8343900" cy="4535487"/>
          </a:xfrm>
        </p:spPr>
        <p:txBody>
          <a:bodyPr/>
          <a:lstStyle/>
          <a:p>
            <a:pPr eaLnBrk="1" hangingPunct="1"/>
            <a:r>
              <a:rPr lang="en-US" altLang="zh-CN" dirty="0"/>
              <a:t>P</a:t>
            </a:r>
            <a:r>
              <a:rPr lang="en-US" altLang="zh-CN" baseline="-25000" dirty="0"/>
              <a:t>1</a:t>
            </a:r>
            <a:r>
              <a:rPr lang="zh-CN" altLang="en-US" dirty="0"/>
              <a:t>发出请求向量</a:t>
            </a:r>
            <a:r>
              <a:rPr lang="en-US" altLang="zh-CN" dirty="0">
                <a:latin typeface="Times New Roman" panose="02020603050405020304" pitchFamily="18" charset="0"/>
              </a:rPr>
              <a:t>Request</a:t>
            </a:r>
            <a:r>
              <a:rPr lang="en-US" altLang="zh-CN" baseline="-30000" dirty="0">
                <a:latin typeface="Times New Roman" panose="02020603050405020304" pitchFamily="18" charset="0"/>
              </a:rPr>
              <a:t>1</a:t>
            </a:r>
            <a:r>
              <a:rPr lang="en-US" altLang="zh-CN" dirty="0">
                <a:latin typeface="Times New Roman" panose="02020603050405020304" pitchFamily="18" charset="0"/>
              </a:rPr>
              <a:t> </a:t>
            </a:r>
            <a:r>
              <a:rPr lang="en-US" altLang="zh-CN" dirty="0"/>
              <a:t>(1，0，2)，</a:t>
            </a:r>
            <a:r>
              <a:rPr lang="zh-CN" altLang="en-US" dirty="0"/>
              <a:t>系统按银行家算法进行检查：</a:t>
            </a:r>
          </a:p>
          <a:p>
            <a:pPr lvl="1" eaLnBrk="1" hangingPunct="1"/>
            <a:r>
              <a:rPr lang="zh-CN" altLang="en-US" dirty="0"/>
              <a:t>1）</a:t>
            </a:r>
            <a:r>
              <a:rPr lang="en-US" altLang="zh-CN" dirty="0">
                <a:latin typeface="Times New Roman" panose="02020603050405020304" pitchFamily="18" charset="0"/>
              </a:rPr>
              <a:t>Request</a:t>
            </a:r>
            <a:r>
              <a:rPr lang="en-US" altLang="zh-CN" baseline="-30000" dirty="0">
                <a:latin typeface="Times New Roman" panose="02020603050405020304" pitchFamily="18" charset="0"/>
              </a:rPr>
              <a:t>1</a:t>
            </a:r>
            <a:r>
              <a:rPr lang="en-US" altLang="zh-CN" dirty="0"/>
              <a:t>(1，0，2) ≤</a:t>
            </a:r>
            <a:r>
              <a:rPr lang="en-US" altLang="zh-CN" dirty="0">
                <a:latin typeface="Times New Roman" panose="02020603050405020304" pitchFamily="18" charset="0"/>
              </a:rPr>
              <a:t>Need</a:t>
            </a:r>
            <a:r>
              <a:rPr lang="en-US" altLang="zh-CN" baseline="-30000" dirty="0">
                <a:latin typeface="Times New Roman" panose="02020603050405020304" pitchFamily="18" charset="0"/>
              </a:rPr>
              <a:t>1</a:t>
            </a:r>
            <a:r>
              <a:rPr lang="en-US" altLang="zh-CN" dirty="0"/>
              <a:t>(1，2，2)</a:t>
            </a:r>
          </a:p>
          <a:p>
            <a:pPr lvl="1" eaLnBrk="1" hangingPunct="1"/>
            <a:r>
              <a:rPr lang="en-US" altLang="zh-CN" dirty="0"/>
              <a:t>2）</a:t>
            </a:r>
            <a:r>
              <a:rPr lang="en-US" altLang="zh-CN" dirty="0">
                <a:latin typeface="Times New Roman" panose="02020603050405020304" pitchFamily="18" charset="0"/>
              </a:rPr>
              <a:t>Request</a:t>
            </a:r>
            <a:r>
              <a:rPr lang="en-US" altLang="zh-CN" baseline="-30000" dirty="0">
                <a:latin typeface="Times New Roman" panose="02020603050405020304" pitchFamily="18" charset="0"/>
              </a:rPr>
              <a:t>1</a:t>
            </a:r>
            <a:r>
              <a:rPr lang="en-US" altLang="zh-CN" dirty="0"/>
              <a:t>(1，0，2) ≤ </a:t>
            </a:r>
            <a:r>
              <a:rPr lang="en-US" altLang="zh-CN" dirty="0">
                <a:latin typeface="Times New Roman" panose="02020603050405020304" pitchFamily="18" charset="0"/>
              </a:rPr>
              <a:t>Available</a:t>
            </a:r>
            <a:r>
              <a:rPr lang="en-US" altLang="zh-CN" dirty="0"/>
              <a:t>(3，3，2)</a:t>
            </a:r>
          </a:p>
          <a:p>
            <a:pPr lvl="1" eaLnBrk="1" hangingPunct="1"/>
            <a:r>
              <a:rPr lang="en-US" altLang="zh-CN" dirty="0"/>
              <a:t>3</a:t>
            </a:r>
            <a:r>
              <a:rPr lang="en-US" altLang="zh-CN" dirty="0">
                <a:latin typeface="Times New Roman" panose="02020603050405020304" pitchFamily="18" charset="0"/>
              </a:rPr>
              <a:t>）</a:t>
            </a:r>
            <a:r>
              <a:rPr lang="zh-CN" altLang="en-US" dirty="0">
                <a:latin typeface="Times New Roman" panose="02020603050405020304" pitchFamily="18" charset="0"/>
              </a:rPr>
              <a:t>系统先假定可为</a:t>
            </a:r>
            <a:r>
              <a:rPr lang="en-US" altLang="zh-CN" dirty="0"/>
              <a:t>P</a:t>
            </a:r>
            <a:r>
              <a:rPr lang="en-US" altLang="zh-CN" baseline="-25000" dirty="0"/>
              <a:t>1</a:t>
            </a:r>
            <a:r>
              <a:rPr lang="zh-CN" altLang="en-US" dirty="0">
                <a:latin typeface="Times New Roman" panose="02020603050405020304" pitchFamily="18" charset="0"/>
              </a:rPr>
              <a:t>分配资源，并修改</a:t>
            </a:r>
            <a:r>
              <a:rPr lang="en-US" altLang="zh-CN" dirty="0"/>
              <a:t>Available</a:t>
            </a:r>
            <a:r>
              <a:rPr lang="en-US" altLang="zh-CN" dirty="0">
                <a:latin typeface="Times New Roman" panose="02020603050405020304" pitchFamily="18" charset="0"/>
              </a:rPr>
              <a:t>、</a:t>
            </a:r>
            <a:r>
              <a:rPr lang="en-US" altLang="zh-CN" dirty="0"/>
              <a:t>Allocation</a:t>
            </a:r>
            <a:r>
              <a:rPr lang="en-US" altLang="zh-CN" baseline="-30000" dirty="0"/>
              <a:t>1 </a:t>
            </a:r>
            <a:r>
              <a:rPr lang="en-US" altLang="zh-CN" baseline="-30000" dirty="0">
                <a:latin typeface="Times New Roman" panose="02020603050405020304" pitchFamily="18" charset="0"/>
              </a:rPr>
              <a:t>、</a:t>
            </a:r>
            <a:r>
              <a:rPr lang="en-US" altLang="zh-CN" dirty="0"/>
              <a:t>Need</a:t>
            </a:r>
            <a:r>
              <a:rPr lang="en-US" altLang="zh-CN" baseline="-30000" dirty="0"/>
              <a:t>1</a:t>
            </a:r>
            <a:r>
              <a:rPr lang="zh-CN" altLang="en-US" dirty="0">
                <a:latin typeface="Times New Roman" panose="02020603050405020304" pitchFamily="18" charset="0"/>
              </a:rPr>
              <a:t>向量，由此形成的资源变化情况如下所示。</a:t>
            </a:r>
            <a:r>
              <a:rPr lang="zh-CN" altLang="en-US" dirty="0"/>
              <a:t> </a:t>
            </a:r>
          </a:p>
        </p:txBody>
      </p:sp>
      <p:sp>
        <p:nvSpPr>
          <p:cNvPr id="2" name="灯片编号占位符 1">
            <a:extLst>
              <a:ext uri="{FF2B5EF4-FFF2-40B4-BE49-F238E27FC236}">
                <a16:creationId xmlns:a16="http://schemas.microsoft.com/office/drawing/2014/main" id="{F695F9EA-8F80-C3F1-F364-F1B972F098DF}"/>
              </a:ext>
            </a:extLst>
          </p:cNvPr>
          <p:cNvSpPr>
            <a:spLocks noGrp="1"/>
          </p:cNvSpPr>
          <p:nvPr>
            <p:ph type="sldNum" sz="quarter" idx="12"/>
          </p:nvPr>
        </p:nvSpPr>
        <p:spPr/>
        <p:txBody>
          <a:bodyPr/>
          <a:lstStyle/>
          <a:p>
            <a:fld id="{4093CC90-4002-504C-BD88-C9A1D374048E}" type="slidenum">
              <a:rPr lang="zh-CN" altLang="en-US" smtClean="0"/>
              <a:pPr/>
              <a:t>38</a:t>
            </a:fld>
            <a:endParaRPr lang="zh-CN" altLang="en-US" dirty="0"/>
          </a:p>
        </p:txBody>
      </p:sp>
    </p:spTree>
  </p:cSld>
  <p:clrMapOvr>
    <a:masterClrMapping/>
  </p:clrMapOvr>
  <p:transition spd="med">
    <p:zoom/>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1" name="Rectangle 2">
            <a:extLst>
              <a:ext uri="{FF2B5EF4-FFF2-40B4-BE49-F238E27FC236}">
                <a16:creationId xmlns:a16="http://schemas.microsoft.com/office/drawing/2014/main" id="{F2B606E7-15F0-B15F-DEE2-FAA35946D28E}"/>
              </a:ext>
            </a:extLst>
          </p:cNvPr>
          <p:cNvSpPr>
            <a:spLocks noGrp="1" noChangeArrowheads="1"/>
          </p:cNvSpPr>
          <p:nvPr>
            <p:ph type="title"/>
          </p:nvPr>
        </p:nvSpPr>
        <p:spPr/>
        <p:txBody>
          <a:bodyPr/>
          <a:lstStyle/>
          <a:p>
            <a:pPr eaLnBrk="1" hangingPunct="1"/>
            <a:r>
              <a:rPr lang="zh-CN" altLang="en-US" dirty="0">
                <a:solidFill>
                  <a:schemeClr val="tx1"/>
                </a:solidFill>
              </a:rPr>
              <a:t>为</a:t>
            </a:r>
            <a:r>
              <a:rPr lang="en-US" altLang="zh-CN" dirty="0">
                <a:solidFill>
                  <a:schemeClr val="tx1"/>
                </a:solidFill>
              </a:rPr>
              <a:t>P</a:t>
            </a:r>
            <a:r>
              <a:rPr lang="en-US" altLang="zh-CN" baseline="-25000" dirty="0">
                <a:solidFill>
                  <a:schemeClr val="tx1"/>
                </a:solidFill>
              </a:rPr>
              <a:t>1</a:t>
            </a:r>
            <a:r>
              <a:rPr lang="zh-CN" altLang="en-US" dirty="0">
                <a:solidFill>
                  <a:schemeClr val="tx1"/>
                </a:solidFill>
              </a:rPr>
              <a:t>试分配资源后</a:t>
            </a:r>
          </a:p>
        </p:txBody>
      </p:sp>
      <p:sp>
        <p:nvSpPr>
          <p:cNvPr id="66562" name="Rectangle 3">
            <a:extLst>
              <a:ext uri="{FF2B5EF4-FFF2-40B4-BE49-F238E27FC236}">
                <a16:creationId xmlns:a16="http://schemas.microsoft.com/office/drawing/2014/main" id="{19DEE372-E18C-8C8C-A229-1A4D8F6C8BCB}"/>
              </a:ext>
            </a:extLst>
          </p:cNvPr>
          <p:cNvSpPr>
            <a:spLocks noGrp="1" noChangeArrowheads="1"/>
          </p:cNvSpPr>
          <p:nvPr>
            <p:ph idx="1"/>
          </p:nvPr>
        </p:nvSpPr>
        <p:spPr>
          <a:xfrm>
            <a:off x="468313" y="5300663"/>
            <a:ext cx="8207375" cy="936625"/>
          </a:xfrm>
        </p:spPr>
        <p:txBody>
          <a:bodyPr/>
          <a:lstStyle/>
          <a:p>
            <a:pPr lvl="1" eaLnBrk="1" hangingPunct="1">
              <a:lnSpc>
                <a:spcPct val="100000"/>
              </a:lnSpc>
            </a:pPr>
            <a:r>
              <a:rPr lang="zh-CN" altLang="en-US" dirty="0"/>
              <a:t>4）再利用安全性算法检查此时系统是否安全，可得如下所示的安全性分析。</a:t>
            </a:r>
          </a:p>
        </p:txBody>
      </p:sp>
      <p:graphicFrame>
        <p:nvGraphicFramePr>
          <p:cNvPr id="277508" name="Group 4">
            <a:extLst>
              <a:ext uri="{FF2B5EF4-FFF2-40B4-BE49-F238E27FC236}">
                <a16:creationId xmlns:a16="http://schemas.microsoft.com/office/drawing/2014/main" id="{E357D50F-8233-39D2-4A6D-64576F452EEB}"/>
              </a:ext>
            </a:extLst>
          </p:cNvPr>
          <p:cNvGraphicFramePr>
            <a:graphicFrameLocks noGrp="1"/>
          </p:cNvGraphicFramePr>
          <p:nvPr>
            <p:ph type="tbl" idx="4294967295"/>
            <p:extLst>
              <p:ext uri="{D42A27DB-BD31-4B8C-83A1-F6EECF244321}">
                <p14:modId xmlns:p14="http://schemas.microsoft.com/office/powerpoint/2010/main" val="2480058863"/>
              </p:ext>
            </p:extLst>
          </p:nvPr>
        </p:nvGraphicFramePr>
        <p:xfrm>
          <a:off x="304800" y="1268413"/>
          <a:ext cx="8650288" cy="3733802"/>
        </p:xfrm>
        <a:graphic>
          <a:graphicData uri="http://schemas.openxmlformats.org/drawingml/2006/table">
            <a:tbl>
              <a:tblPr/>
              <a:tblGrid>
                <a:gridCol w="1762125">
                  <a:extLst>
                    <a:ext uri="{9D8B030D-6E8A-4147-A177-3AD203B41FA5}">
                      <a16:colId xmlns:a16="http://schemas.microsoft.com/office/drawing/2014/main" val="2758399347"/>
                    </a:ext>
                  </a:extLst>
                </a:gridCol>
                <a:gridCol w="1682750">
                  <a:extLst>
                    <a:ext uri="{9D8B030D-6E8A-4147-A177-3AD203B41FA5}">
                      <a16:colId xmlns:a16="http://schemas.microsoft.com/office/drawing/2014/main" val="885758618"/>
                    </a:ext>
                  </a:extLst>
                </a:gridCol>
                <a:gridCol w="1838325">
                  <a:extLst>
                    <a:ext uri="{9D8B030D-6E8A-4147-A177-3AD203B41FA5}">
                      <a16:colId xmlns:a16="http://schemas.microsoft.com/office/drawing/2014/main" val="3415791967"/>
                    </a:ext>
                  </a:extLst>
                </a:gridCol>
                <a:gridCol w="1758950">
                  <a:extLst>
                    <a:ext uri="{9D8B030D-6E8A-4147-A177-3AD203B41FA5}">
                      <a16:colId xmlns:a16="http://schemas.microsoft.com/office/drawing/2014/main" val="3501076532"/>
                    </a:ext>
                  </a:extLst>
                </a:gridCol>
                <a:gridCol w="1608138">
                  <a:extLst>
                    <a:ext uri="{9D8B030D-6E8A-4147-A177-3AD203B41FA5}">
                      <a16:colId xmlns:a16="http://schemas.microsoft.com/office/drawing/2014/main" val="1285221687"/>
                    </a:ext>
                  </a:extLst>
                </a:gridCol>
              </a:tblGrid>
              <a:tr h="501650">
                <a:tc rowSpan="2">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400" b="0" i="0" u="none" strike="noStrike" cap="none" normalizeH="0" baseline="0">
                          <a:ln>
                            <a:noFill/>
                          </a:ln>
                          <a:solidFill>
                            <a:schemeClr val="tx1"/>
                          </a:solidFill>
                          <a:effectLst/>
                          <a:latin typeface="Tahoma" panose="020B0604030504040204" pitchFamily="34" charset="0"/>
                          <a:ea typeface="宋体" panose="02010600030101010101" pitchFamily="2" charset="-122"/>
                        </a:rPr>
                        <a:t>   资源情况</a:t>
                      </a: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400" b="0" i="0" u="none" strike="noStrike" cap="none" normalizeH="0" baseline="0">
                          <a:ln>
                            <a:noFill/>
                          </a:ln>
                          <a:solidFill>
                            <a:schemeClr val="tx1"/>
                          </a:solidFill>
                          <a:effectLst/>
                          <a:latin typeface="Tahoma" panose="020B0604030504040204" pitchFamily="34" charset="0"/>
                          <a:ea typeface="宋体" panose="02010600030101010101" pitchFamily="2" charset="-122"/>
                        </a:rPr>
                        <a:t>进程</a:t>
                      </a: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w="12700" cap="flat" cmpd="sng" algn="ctr">
                      <a:solidFill>
                        <a:schemeClr val="tx1"/>
                      </a:solidFill>
                      <a:prstDash val="solid"/>
                      <a:miter lim="800000"/>
                      <a:headEnd type="none" w="med" len="med"/>
                      <a:tailEnd type="none" w="med" len="med"/>
                    </a:lnTlToBr>
                    <a:lnBlToTr>
                      <a:noFill/>
                    </a:lnBlToTr>
                    <a:noFill/>
                  </a:tcPr>
                </a:tc>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400" b="0" i="0" u="none" strike="noStrike" cap="none" normalizeH="0" baseline="0">
                          <a:ln>
                            <a:noFill/>
                          </a:ln>
                          <a:solidFill>
                            <a:schemeClr val="tx1"/>
                          </a:solidFill>
                          <a:effectLst/>
                          <a:latin typeface="Tahoma" panose="020B0604030504040204" pitchFamily="34" charset="0"/>
                          <a:ea typeface="宋体" panose="02010600030101010101" pitchFamily="2" charset="-122"/>
                        </a:rPr>
                        <a:t>    </a:t>
                      </a:r>
                      <a:r>
                        <a:rPr kumimoji="0" lang="en-US" altLang="zh-CN" sz="2400" b="0" i="0" u="none" strike="noStrike" cap="none" normalizeH="0" baseline="0">
                          <a:ln>
                            <a:noFill/>
                          </a:ln>
                          <a:solidFill>
                            <a:schemeClr val="tx1"/>
                          </a:solidFill>
                          <a:effectLst/>
                          <a:latin typeface="Tahoma" panose="020B0604030504040204" pitchFamily="34" charset="0"/>
                          <a:ea typeface="宋体" panose="02010600030101010101" pitchFamily="2" charset="-122"/>
                        </a:rPr>
                        <a:t>Max</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400" b="0" i="0" u="none" strike="noStrike" cap="none" normalizeH="0" baseline="0">
                          <a:ln>
                            <a:noFill/>
                          </a:ln>
                          <a:solidFill>
                            <a:schemeClr val="tx1"/>
                          </a:solidFill>
                          <a:effectLst/>
                          <a:latin typeface="Tahoma" panose="020B0604030504040204" pitchFamily="34" charset="0"/>
                          <a:ea typeface="宋体" panose="02010600030101010101" pitchFamily="2" charset="-122"/>
                        </a:rPr>
                        <a:t>  Allocation</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400" b="0" i="0" u="none" strike="noStrike" cap="none" normalizeH="0" baseline="0">
                          <a:ln>
                            <a:noFill/>
                          </a:ln>
                          <a:solidFill>
                            <a:schemeClr val="tx1"/>
                          </a:solidFill>
                          <a:effectLst/>
                          <a:latin typeface="Tahoma" panose="020B0604030504040204" pitchFamily="34" charset="0"/>
                          <a:ea typeface="宋体" panose="02010600030101010101" pitchFamily="2" charset="-122"/>
                        </a:rPr>
                        <a:t>    </a:t>
                      </a:r>
                      <a:r>
                        <a:rPr kumimoji="0" lang="en-US" altLang="zh-CN" sz="2400" b="0" i="0" u="none" strike="noStrike" cap="none" normalizeH="0" baseline="0">
                          <a:ln>
                            <a:noFill/>
                          </a:ln>
                          <a:solidFill>
                            <a:schemeClr val="tx1"/>
                          </a:solidFill>
                          <a:effectLst/>
                          <a:latin typeface="Tahoma" panose="020B0604030504040204" pitchFamily="34" charset="0"/>
                          <a:ea typeface="宋体" panose="02010600030101010101" pitchFamily="2" charset="-122"/>
                        </a:rPr>
                        <a:t>Need</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400" b="0" i="0" u="none" strike="noStrike" cap="none" normalizeH="0" baseline="0">
                          <a:ln>
                            <a:noFill/>
                          </a:ln>
                          <a:solidFill>
                            <a:schemeClr val="tx1"/>
                          </a:solidFill>
                          <a:effectLst/>
                          <a:latin typeface="Tahoma" panose="020B0604030504040204" pitchFamily="34" charset="0"/>
                          <a:ea typeface="宋体" panose="02010600030101010101" pitchFamily="2" charset="-122"/>
                        </a:rPr>
                        <a:t>  </a:t>
                      </a:r>
                      <a:r>
                        <a:rPr kumimoji="0" lang="en-US" altLang="zh-CN" sz="2400" b="0" i="0" u="none" strike="noStrike" cap="none" normalizeH="0" baseline="0">
                          <a:ln>
                            <a:noFill/>
                          </a:ln>
                          <a:solidFill>
                            <a:schemeClr val="tx1"/>
                          </a:solidFill>
                          <a:effectLst/>
                          <a:latin typeface="Tahoma" panose="020B0604030504040204" pitchFamily="34" charset="0"/>
                          <a:ea typeface="宋体" panose="02010600030101010101" pitchFamily="2" charset="-122"/>
                        </a:rPr>
                        <a:t>Available</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2894692699"/>
                  </a:ext>
                </a:extLst>
              </a:tr>
              <a:tr h="503238">
                <a:tc vMerge="1">
                  <a:txBody>
                    <a:bodyPr/>
                    <a:lstStyle/>
                    <a:p>
                      <a:endParaRPr lang="zh-CN" altLang="en-US"/>
                    </a:p>
                  </a:txBody>
                  <a:tcPr/>
                </a:tc>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400" b="0" i="0" u="none" strike="noStrike" cap="none" normalizeH="0" baseline="0">
                          <a:ln>
                            <a:noFill/>
                          </a:ln>
                          <a:solidFill>
                            <a:schemeClr val="tx1"/>
                          </a:solidFill>
                          <a:effectLst/>
                          <a:latin typeface="Tahoma" panose="020B0604030504040204" pitchFamily="34" charset="0"/>
                          <a:ea typeface="宋体" panose="02010600030101010101" pitchFamily="2" charset="-122"/>
                        </a:rPr>
                        <a:t> </a:t>
                      </a:r>
                      <a:r>
                        <a:rPr kumimoji="0" lang="en-US" altLang="zh-CN" sz="2400" b="0" i="0" u="none" strike="noStrike" cap="none" normalizeH="0" baseline="0">
                          <a:ln>
                            <a:noFill/>
                          </a:ln>
                          <a:solidFill>
                            <a:schemeClr val="tx1"/>
                          </a:solidFill>
                          <a:effectLst/>
                          <a:latin typeface="Tahoma" panose="020B0604030504040204" pitchFamily="34" charset="0"/>
                          <a:ea typeface="宋体" panose="02010600030101010101" pitchFamily="2" charset="-122"/>
                        </a:rPr>
                        <a:t>A    B    C</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400" b="0" i="0" u="none" strike="noStrike" cap="none" normalizeH="0" baseline="0">
                          <a:ln>
                            <a:noFill/>
                          </a:ln>
                          <a:solidFill>
                            <a:schemeClr val="tx1"/>
                          </a:solidFill>
                          <a:effectLst/>
                          <a:latin typeface="Tahoma" panose="020B0604030504040204" pitchFamily="34" charset="0"/>
                          <a:ea typeface="宋体" panose="02010600030101010101" pitchFamily="2" charset="-122"/>
                        </a:rPr>
                        <a:t>  </a:t>
                      </a:r>
                      <a:r>
                        <a:rPr kumimoji="0" lang="en-US" altLang="zh-CN" sz="2400" b="0" i="0" u="none" strike="noStrike" cap="none" normalizeH="0" baseline="0">
                          <a:ln>
                            <a:noFill/>
                          </a:ln>
                          <a:solidFill>
                            <a:schemeClr val="tx1"/>
                          </a:solidFill>
                          <a:effectLst/>
                          <a:latin typeface="Tahoma" panose="020B0604030504040204" pitchFamily="34" charset="0"/>
                          <a:ea typeface="宋体" panose="02010600030101010101" pitchFamily="2" charset="-122"/>
                        </a:rPr>
                        <a:t>A    B    C</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400" b="0" i="0" u="none" strike="noStrike" cap="none" normalizeH="0" baseline="0">
                          <a:ln>
                            <a:noFill/>
                          </a:ln>
                          <a:solidFill>
                            <a:schemeClr val="tx1"/>
                          </a:solidFill>
                          <a:effectLst/>
                          <a:latin typeface="Tahoma" panose="020B0604030504040204" pitchFamily="34" charset="0"/>
                          <a:ea typeface="宋体" panose="02010600030101010101" pitchFamily="2" charset="-122"/>
                        </a:rPr>
                        <a:t>  </a:t>
                      </a:r>
                      <a:r>
                        <a:rPr kumimoji="0" lang="en-US" altLang="zh-CN" sz="2400" b="0" i="0" u="none" strike="noStrike" cap="none" normalizeH="0" baseline="0">
                          <a:ln>
                            <a:noFill/>
                          </a:ln>
                          <a:solidFill>
                            <a:schemeClr val="tx1"/>
                          </a:solidFill>
                          <a:effectLst/>
                          <a:latin typeface="Tahoma" panose="020B0604030504040204" pitchFamily="34" charset="0"/>
                          <a:ea typeface="宋体" panose="02010600030101010101" pitchFamily="2" charset="-122"/>
                        </a:rPr>
                        <a:t>A    B    C</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400" b="0" i="0" u="none" strike="noStrike" cap="none" normalizeH="0" baseline="0">
                          <a:ln>
                            <a:noFill/>
                          </a:ln>
                          <a:solidFill>
                            <a:schemeClr val="tx1"/>
                          </a:solidFill>
                          <a:effectLst/>
                          <a:latin typeface="Tahoma" panose="020B0604030504040204" pitchFamily="34" charset="0"/>
                          <a:ea typeface="宋体" panose="02010600030101010101" pitchFamily="2" charset="-122"/>
                        </a:rPr>
                        <a:t> </a:t>
                      </a:r>
                      <a:r>
                        <a:rPr kumimoji="0" lang="en-US" altLang="zh-CN" sz="2400" b="0" i="0" u="none" strike="noStrike" cap="none" normalizeH="0" baseline="0">
                          <a:ln>
                            <a:noFill/>
                          </a:ln>
                          <a:solidFill>
                            <a:schemeClr val="tx1"/>
                          </a:solidFill>
                          <a:effectLst/>
                          <a:latin typeface="Tahoma" panose="020B0604030504040204" pitchFamily="34" charset="0"/>
                          <a:ea typeface="宋体" panose="02010600030101010101" pitchFamily="2" charset="-122"/>
                        </a:rPr>
                        <a:t>A    B    C</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414139225"/>
                  </a:ext>
                </a:extLst>
              </a:tr>
              <a:tr h="536575">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400" b="0" i="0" u="none" strike="noStrike" cap="none" normalizeH="0" baseline="0" dirty="0">
                          <a:ln>
                            <a:noFill/>
                          </a:ln>
                          <a:solidFill>
                            <a:schemeClr val="tx1"/>
                          </a:solidFill>
                          <a:effectLst/>
                          <a:latin typeface="Tahoma" panose="020B0604030504040204" pitchFamily="34" charset="0"/>
                          <a:ea typeface="宋体" panose="02010600030101010101" pitchFamily="2" charset="-122"/>
                        </a:rPr>
                        <a:t>      P</a:t>
                      </a:r>
                      <a:r>
                        <a:rPr kumimoji="0" lang="en-US" altLang="zh-CN" sz="2400" b="0" i="0" u="none" strike="noStrike" cap="none" normalizeH="0" baseline="-25000" dirty="0">
                          <a:ln>
                            <a:noFill/>
                          </a:ln>
                          <a:solidFill>
                            <a:schemeClr val="tx1"/>
                          </a:solidFill>
                          <a:effectLst/>
                          <a:latin typeface="Tahoma" panose="020B0604030504040204" pitchFamily="34" charset="0"/>
                          <a:ea typeface="宋体" panose="02010600030101010101" pitchFamily="2" charset="-122"/>
                        </a:rPr>
                        <a:t>0</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400" b="0" i="0" u="none" strike="noStrike" cap="none" normalizeH="0" baseline="0">
                          <a:ln>
                            <a:noFill/>
                          </a:ln>
                          <a:solidFill>
                            <a:schemeClr val="tx1"/>
                          </a:solidFill>
                          <a:effectLst/>
                          <a:latin typeface="Tahoma" panose="020B0604030504040204" pitchFamily="34" charset="0"/>
                          <a:ea typeface="宋体" panose="02010600030101010101" pitchFamily="2" charset="-122"/>
                        </a:rPr>
                        <a:t> 8    5    3 </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400" b="0" i="0" u="none" strike="noStrike" cap="none" normalizeH="0" baseline="0">
                          <a:ln>
                            <a:noFill/>
                          </a:ln>
                          <a:solidFill>
                            <a:schemeClr val="tx1"/>
                          </a:solidFill>
                          <a:effectLst/>
                          <a:latin typeface="Tahoma" panose="020B0604030504040204" pitchFamily="34" charset="0"/>
                          <a:ea typeface="宋体" panose="02010600030101010101" pitchFamily="2" charset="-122"/>
                        </a:rPr>
                        <a:t>  1    1    0</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400" b="0" i="0" u="none" strike="noStrike" cap="none" normalizeH="0" baseline="0">
                          <a:ln>
                            <a:noFill/>
                          </a:ln>
                          <a:solidFill>
                            <a:schemeClr val="tx1"/>
                          </a:solidFill>
                          <a:effectLst/>
                          <a:latin typeface="Tahoma" panose="020B0604030504040204" pitchFamily="34" charset="0"/>
                          <a:ea typeface="宋体" panose="02010600030101010101" pitchFamily="2" charset="-122"/>
                        </a:rPr>
                        <a:t>  7    4    3</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400" b="0" i="0" u="none" strike="noStrike" cap="none" normalizeH="0" baseline="0">
                          <a:ln>
                            <a:noFill/>
                          </a:ln>
                          <a:solidFill>
                            <a:schemeClr val="tx1"/>
                          </a:solidFill>
                          <a:effectLst/>
                          <a:latin typeface="Tahoma" panose="020B0604030504040204" pitchFamily="34" charset="0"/>
                          <a:ea typeface="宋体" panose="02010600030101010101" pitchFamily="2" charset="-122"/>
                        </a:rPr>
                        <a:t> </a:t>
                      </a:r>
                      <a:r>
                        <a:rPr kumimoji="0" lang="zh-CN" altLang="en-US" sz="2400" b="0" i="0" u="none" strike="noStrike" cap="none" normalizeH="0" baseline="0">
                          <a:ln>
                            <a:noFill/>
                          </a:ln>
                          <a:solidFill>
                            <a:schemeClr val="folHlink"/>
                          </a:solidFill>
                          <a:effectLst/>
                          <a:latin typeface="Tahoma" panose="020B0604030504040204" pitchFamily="34" charset="0"/>
                          <a:ea typeface="宋体" panose="02010600030101010101" pitchFamily="2" charset="-122"/>
                        </a:rPr>
                        <a:t>2    3    0</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2289494273"/>
                  </a:ext>
                </a:extLst>
              </a:tr>
              <a:tr h="569913">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400" b="0" i="0" u="none" strike="noStrike" cap="none" normalizeH="0" baseline="0" dirty="0">
                          <a:ln>
                            <a:noFill/>
                          </a:ln>
                          <a:solidFill>
                            <a:schemeClr val="tx1"/>
                          </a:solidFill>
                          <a:effectLst/>
                          <a:latin typeface="Tahoma" panose="020B0604030504040204" pitchFamily="34" charset="0"/>
                          <a:ea typeface="宋体" panose="02010600030101010101" pitchFamily="2" charset="-122"/>
                        </a:rPr>
                        <a:t>      </a:t>
                      </a:r>
                      <a:r>
                        <a:rPr kumimoji="0" lang="en-US" altLang="zh-CN" sz="2400" b="0" i="0" u="none" strike="noStrike" cap="none" normalizeH="0" baseline="0" dirty="0">
                          <a:ln>
                            <a:noFill/>
                          </a:ln>
                          <a:solidFill>
                            <a:schemeClr val="tx1"/>
                          </a:solidFill>
                          <a:effectLst/>
                          <a:latin typeface="Tahoma" panose="020B0604030504040204" pitchFamily="34" charset="0"/>
                          <a:ea typeface="宋体" panose="02010600030101010101" pitchFamily="2" charset="-122"/>
                        </a:rPr>
                        <a:t>P</a:t>
                      </a:r>
                      <a:r>
                        <a:rPr kumimoji="0" lang="en-US" altLang="zh-CN" sz="2400" b="0" i="0" u="none" strike="noStrike" cap="none" normalizeH="0" baseline="-25000" dirty="0">
                          <a:ln>
                            <a:noFill/>
                          </a:ln>
                          <a:solidFill>
                            <a:schemeClr val="tx1"/>
                          </a:solidFill>
                          <a:effectLst/>
                          <a:latin typeface="Tahoma" panose="020B0604030504040204" pitchFamily="34" charset="0"/>
                          <a:ea typeface="宋体" panose="02010600030101010101" pitchFamily="2" charset="-122"/>
                        </a:rPr>
                        <a:t>1</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400" b="0" i="0" u="none" strike="noStrike" cap="none" normalizeH="0" baseline="0">
                          <a:ln>
                            <a:noFill/>
                          </a:ln>
                          <a:solidFill>
                            <a:schemeClr val="tx1"/>
                          </a:solidFill>
                          <a:effectLst/>
                          <a:latin typeface="Tahoma" panose="020B0604030504040204" pitchFamily="34" charset="0"/>
                          <a:ea typeface="宋体" panose="02010600030101010101" pitchFamily="2" charset="-122"/>
                        </a:rPr>
                        <a:t> 3    2    3</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400" b="0" i="0" u="none" strike="noStrike" cap="none" normalizeH="0" baseline="0">
                          <a:ln>
                            <a:noFill/>
                          </a:ln>
                          <a:solidFill>
                            <a:schemeClr val="tx1"/>
                          </a:solidFill>
                          <a:effectLst/>
                          <a:latin typeface="Tahoma" panose="020B0604030504040204" pitchFamily="34" charset="0"/>
                          <a:ea typeface="宋体" panose="02010600030101010101" pitchFamily="2" charset="-122"/>
                        </a:rPr>
                        <a:t>  </a:t>
                      </a:r>
                      <a:r>
                        <a:rPr kumimoji="0" lang="zh-CN" altLang="en-US" sz="2400" b="0" i="0" u="none" strike="noStrike" cap="none" normalizeH="0" baseline="0">
                          <a:ln>
                            <a:noFill/>
                          </a:ln>
                          <a:solidFill>
                            <a:schemeClr val="folHlink"/>
                          </a:solidFill>
                          <a:effectLst/>
                          <a:latin typeface="Tahoma" panose="020B0604030504040204" pitchFamily="34" charset="0"/>
                          <a:ea typeface="宋体" panose="02010600030101010101" pitchFamily="2" charset="-122"/>
                        </a:rPr>
                        <a:t>3    0    3</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400" b="0" i="0" u="none" strike="noStrike" cap="none" normalizeH="0" baseline="0">
                          <a:ln>
                            <a:noFill/>
                          </a:ln>
                          <a:solidFill>
                            <a:schemeClr val="tx1"/>
                          </a:solidFill>
                          <a:effectLst/>
                          <a:latin typeface="Tahoma" panose="020B0604030504040204" pitchFamily="34" charset="0"/>
                          <a:ea typeface="宋体" panose="02010600030101010101" pitchFamily="2" charset="-122"/>
                        </a:rPr>
                        <a:t>  </a:t>
                      </a:r>
                      <a:r>
                        <a:rPr kumimoji="0" lang="zh-CN" altLang="en-US" sz="2400" b="0" i="0" u="none" strike="noStrike" cap="none" normalizeH="0" baseline="0">
                          <a:ln>
                            <a:noFill/>
                          </a:ln>
                          <a:solidFill>
                            <a:schemeClr val="folHlink"/>
                          </a:solidFill>
                          <a:effectLst/>
                          <a:latin typeface="Tahoma" panose="020B0604030504040204" pitchFamily="34" charset="0"/>
                          <a:ea typeface="宋体" panose="02010600030101010101" pitchFamily="2" charset="-122"/>
                        </a:rPr>
                        <a:t>0    2    0</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en-US" sz="2400" b="0" i="0" u="none" strike="noStrike" cap="none" normalizeH="0" baseline="0">
                        <a:ln>
                          <a:noFill/>
                        </a:ln>
                        <a:solidFill>
                          <a:schemeClr val="tx1"/>
                        </a:solidFill>
                        <a:effectLst/>
                        <a:latin typeface="Tahoma" panose="020B0604030504040204" pitchFamily="34" charset="0"/>
                        <a:ea typeface="宋体" panose="02010600030101010101" pitchFamily="2" charset="-122"/>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678349228"/>
                  </a:ext>
                </a:extLst>
              </a:tr>
              <a:tr h="566738">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400" b="0" i="0" u="none" strike="noStrike" cap="none" normalizeH="0" baseline="0" dirty="0">
                          <a:ln>
                            <a:noFill/>
                          </a:ln>
                          <a:solidFill>
                            <a:schemeClr val="tx1"/>
                          </a:solidFill>
                          <a:effectLst/>
                          <a:latin typeface="Tahoma" panose="020B0604030504040204" pitchFamily="34" charset="0"/>
                          <a:ea typeface="宋体" panose="02010600030101010101" pitchFamily="2" charset="-122"/>
                        </a:rPr>
                        <a:t>      </a:t>
                      </a:r>
                      <a:r>
                        <a:rPr kumimoji="0" lang="en-US" altLang="zh-CN" sz="2400" b="0" i="0" u="none" strike="noStrike" cap="none" normalizeH="0" baseline="0" dirty="0">
                          <a:ln>
                            <a:noFill/>
                          </a:ln>
                          <a:solidFill>
                            <a:schemeClr val="tx1"/>
                          </a:solidFill>
                          <a:effectLst/>
                          <a:latin typeface="Tahoma" panose="020B0604030504040204" pitchFamily="34" charset="0"/>
                          <a:ea typeface="宋体" panose="02010600030101010101" pitchFamily="2" charset="-122"/>
                        </a:rPr>
                        <a:t>P</a:t>
                      </a:r>
                      <a:r>
                        <a:rPr kumimoji="0" lang="en-US" altLang="zh-CN" sz="2400" b="0" i="0" u="none" strike="noStrike" cap="none" normalizeH="0" baseline="-25000" dirty="0">
                          <a:ln>
                            <a:noFill/>
                          </a:ln>
                          <a:solidFill>
                            <a:schemeClr val="tx1"/>
                          </a:solidFill>
                          <a:effectLst/>
                          <a:latin typeface="Tahoma" panose="020B0604030504040204" pitchFamily="34" charset="0"/>
                          <a:ea typeface="宋体" panose="02010600030101010101" pitchFamily="2" charset="-122"/>
                        </a:rPr>
                        <a:t>2</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400" b="0" i="0" u="none" strike="noStrike" cap="none" normalizeH="0" baseline="0">
                          <a:ln>
                            <a:noFill/>
                          </a:ln>
                          <a:solidFill>
                            <a:schemeClr val="tx1"/>
                          </a:solidFill>
                          <a:effectLst/>
                          <a:latin typeface="Tahoma" panose="020B0604030504040204" pitchFamily="34" charset="0"/>
                          <a:ea typeface="宋体" panose="02010600030101010101" pitchFamily="2" charset="-122"/>
                        </a:rPr>
                        <a:t> 9    0    3</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400" b="0" i="0" u="none" strike="noStrike" cap="none" normalizeH="0" baseline="0">
                          <a:ln>
                            <a:noFill/>
                          </a:ln>
                          <a:solidFill>
                            <a:schemeClr val="tx1"/>
                          </a:solidFill>
                          <a:effectLst/>
                          <a:latin typeface="Tahoma" panose="020B0604030504040204" pitchFamily="34" charset="0"/>
                          <a:ea typeface="宋体" panose="02010600030101010101" pitchFamily="2" charset="-122"/>
                        </a:rPr>
                        <a:t>  3    0    3</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400" b="0" i="0" u="none" strike="noStrike" cap="none" normalizeH="0" baseline="0">
                          <a:ln>
                            <a:noFill/>
                          </a:ln>
                          <a:solidFill>
                            <a:schemeClr val="tx1"/>
                          </a:solidFill>
                          <a:effectLst/>
                          <a:latin typeface="Tahoma" panose="020B0604030504040204" pitchFamily="34" charset="0"/>
                          <a:ea typeface="宋体" panose="02010600030101010101" pitchFamily="2" charset="-122"/>
                        </a:rPr>
                        <a:t>  6    0    0</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en-US" sz="2400" b="0" i="0" u="none" strike="noStrike" cap="none" normalizeH="0" baseline="0">
                        <a:ln>
                          <a:noFill/>
                        </a:ln>
                        <a:solidFill>
                          <a:schemeClr val="tx1"/>
                        </a:solidFill>
                        <a:effectLst/>
                        <a:latin typeface="Tahoma" panose="020B0604030504040204" pitchFamily="34" charset="0"/>
                        <a:ea typeface="宋体" panose="02010600030101010101" pitchFamily="2" charset="-122"/>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31115976"/>
                  </a:ext>
                </a:extLst>
              </a:tr>
              <a:tr h="569913">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400" b="0" i="0" u="none" strike="noStrike" cap="none" normalizeH="0" baseline="0" dirty="0">
                          <a:ln>
                            <a:noFill/>
                          </a:ln>
                          <a:solidFill>
                            <a:schemeClr val="tx1"/>
                          </a:solidFill>
                          <a:effectLst/>
                          <a:latin typeface="Tahoma" panose="020B0604030504040204" pitchFamily="34" charset="0"/>
                          <a:ea typeface="宋体" panose="02010600030101010101" pitchFamily="2" charset="-122"/>
                        </a:rPr>
                        <a:t>      </a:t>
                      </a:r>
                      <a:r>
                        <a:rPr kumimoji="0" lang="en-US" altLang="zh-CN" sz="2400" b="0" i="0" u="none" strike="noStrike" cap="none" normalizeH="0" baseline="0" dirty="0">
                          <a:ln>
                            <a:noFill/>
                          </a:ln>
                          <a:solidFill>
                            <a:schemeClr val="tx1"/>
                          </a:solidFill>
                          <a:effectLst/>
                          <a:latin typeface="Tahoma" panose="020B0604030504040204" pitchFamily="34" charset="0"/>
                          <a:ea typeface="宋体" panose="02010600030101010101" pitchFamily="2" charset="-122"/>
                        </a:rPr>
                        <a:t>P</a:t>
                      </a:r>
                      <a:r>
                        <a:rPr kumimoji="0" lang="en-US" altLang="zh-CN" sz="2400" b="0" i="0" u="none" strike="noStrike" cap="none" normalizeH="0" baseline="-25000" dirty="0">
                          <a:ln>
                            <a:noFill/>
                          </a:ln>
                          <a:solidFill>
                            <a:schemeClr val="tx1"/>
                          </a:solidFill>
                          <a:effectLst/>
                          <a:latin typeface="Tahoma" panose="020B0604030504040204" pitchFamily="34" charset="0"/>
                          <a:ea typeface="宋体" panose="02010600030101010101" pitchFamily="2" charset="-122"/>
                        </a:rPr>
                        <a:t>3</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400" b="0" i="0" u="none" strike="noStrike" cap="none" normalizeH="0" baseline="0">
                          <a:ln>
                            <a:noFill/>
                          </a:ln>
                          <a:solidFill>
                            <a:schemeClr val="tx1"/>
                          </a:solidFill>
                          <a:effectLst/>
                          <a:latin typeface="Tahoma" panose="020B0604030504040204" pitchFamily="34" charset="0"/>
                          <a:ea typeface="宋体" panose="02010600030101010101" pitchFamily="2" charset="-122"/>
                        </a:rPr>
                        <a:t> 2    2    2</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400" b="0" i="0" u="none" strike="noStrike" cap="none" normalizeH="0" baseline="0">
                          <a:ln>
                            <a:noFill/>
                          </a:ln>
                          <a:solidFill>
                            <a:schemeClr val="tx1"/>
                          </a:solidFill>
                          <a:effectLst/>
                          <a:latin typeface="Tahoma" panose="020B0604030504040204" pitchFamily="34" charset="0"/>
                          <a:ea typeface="宋体" panose="02010600030101010101" pitchFamily="2" charset="-122"/>
                        </a:rPr>
                        <a:t>  2    1    1</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400" b="0" i="0" u="none" strike="noStrike" cap="none" normalizeH="0" baseline="0">
                          <a:ln>
                            <a:noFill/>
                          </a:ln>
                          <a:solidFill>
                            <a:schemeClr val="tx1"/>
                          </a:solidFill>
                          <a:effectLst/>
                          <a:latin typeface="Tahoma" panose="020B0604030504040204" pitchFamily="34" charset="0"/>
                          <a:ea typeface="宋体" panose="02010600030101010101" pitchFamily="2" charset="-122"/>
                        </a:rPr>
                        <a:t>  0    1    1</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en-US" sz="2400" b="0" i="0" u="none" strike="noStrike" cap="none" normalizeH="0" baseline="0">
                        <a:ln>
                          <a:noFill/>
                        </a:ln>
                        <a:solidFill>
                          <a:schemeClr val="tx1"/>
                        </a:solidFill>
                        <a:effectLst/>
                        <a:latin typeface="Tahoma" panose="020B0604030504040204" pitchFamily="34" charset="0"/>
                        <a:ea typeface="宋体" panose="02010600030101010101" pitchFamily="2" charset="-122"/>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4234371925"/>
                  </a:ext>
                </a:extLst>
              </a:tr>
              <a:tr h="485775">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400" b="0" i="0" u="none" strike="noStrike" cap="none" normalizeH="0" baseline="0" dirty="0">
                          <a:ln>
                            <a:noFill/>
                          </a:ln>
                          <a:solidFill>
                            <a:schemeClr val="tx1"/>
                          </a:solidFill>
                          <a:effectLst/>
                          <a:latin typeface="Tahoma" panose="020B0604030504040204" pitchFamily="34" charset="0"/>
                          <a:ea typeface="宋体" panose="02010600030101010101" pitchFamily="2" charset="-122"/>
                        </a:rPr>
                        <a:t>      </a:t>
                      </a:r>
                      <a:r>
                        <a:rPr kumimoji="0" lang="en-US" altLang="zh-CN" sz="2400" b="0" i="0" u="none" strike="noStrike" cap="none" normalizeH="0" baseline="0" dirty="0">
                          <a:ln>
                            <a:noFill/>
                          </a:ln>
                          <a:solidFill>
                            <a:schemeClr val="tx1"/>
                          </a:solidFill>
                          <a:effectLst/>
                          <a:latin typeface="Tahoma" panose="020B0604030504040204" pitchFamily="34" charset="0"/>
                          <a:ea typeface="宋体" panose="02010600030101010101" pitchFamily="2" charset="-122"/>
                        </a:rPr>
                        <a:t>P</a:t>
                      </a:r>
                      <a:r>
                        <a:rPr kumimoji="0" lang="en-US" altLang="zh-CN" sz="2400" b="0" i="0" u="none" strike="noStrike" cap="none" normalizeH="0" baseline="-25000" dirty="0">
                          <a:ln>
                            <a:noFill/>
                          </a:ln>
                          <a:solidFill>
                            <a:schemeClr val="tx1"/>
                          </a:solidFill>
                          <a:effectLst/>
                          <a:latin typeface="Tahoma" panose="020B0604030504040204" pitchFamily="34" charset="0"/>
                          <a:ea typeface="宋体" panose="02010600030101010101" pitchFamily="2" charset="-122"/>
                        </a:rPr>
                        <a:t>4</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400" b="0" i="0" u="none" strike="noStrike" cap="none" normalizeH="0" baseline="0">
                          <a:ln>
                            <a:noFill/>
                          </a:ln>
                          <a:solidFill>
                            <a:schemeClr val="tx1"/>
                          </a:solidFill>
                          <a:effectLst/>
                          <a:latin typeface="Tahoma" panose="020B0604030504040204" pitchFamily="34" charset="0"/>
                          <a:ea typeface="宋体" panose="02010600030101010101" pitchFamily="2" charset="-122"/>
                        </a:rPr>
                        <a:t> 5    3    3</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400" b="0" i="0" u="none" strike="noStrike" cap="none" normalizeH="0" baseline="0">
                          <a:ln>
                            <a:noFill/>
                          </a:ln>
                          <a:solidFill>
                            <a:schemeClr val="tx1"/>
                          </a:solidFill>
                          <a:effectLst/>
                          <a:latin typeface="Tahoma" panose="020B0604030504040204" pitchFamily="34" charset="0"/>
                          <a:ea typeface="宋体" panose="02010600030101010101" pitchFamily="2" charset="-122"/>
                        </a:rPr>
                        <a:t>  1    0    2</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400" b="0" i="0" u="none" strike="noStrike" cap="none" normalizeH="0" baseline="0">
                          <a:ln>
                            <a:noFill/>
                          </a:ln>
                          <a:solidFill>
                            <a:schemeClr val="tx1"/>
                          </a:solidFill>
                          <a:effectLst/>
                          <a:latin typeface="Tahoma" panose="020B0604030504040204" pitchFamily="34" charset="0"/>
                          <a:ea typeface="宋体" panose="02010600030101010101" pitchFamily="2" charset="-122"/>
                        </a:rPr>
                        <a:t>  4    3    1</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en-US" sz="2400" b="0" i="0" u="none" strike="noStrike" cap="none" normalizeH="0" baseline="0" dirty="0">
                        <a:ln>
                          <a:noFill/>
                        </a:ln>
                        <a:solidFill>
                          <a:schemeClr val="tx1"/>
                        </a:solidFill>
                        <a:effectLst/>
                        <a:latin typeface="Tahoma" panose="020B0604030504040204" pitchFamily="34" charset="0"/>
                        <a:ea typeface="宋体" panose="02010600030101010101" pitchFamily="2" charset="-122"/>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3040080324"/>
                  </a:ext>
                </a:extLst>
              </a:tr>
            </a:tbl>
          </a:graphicData>
        </a:graphic>
      </p:graphicFrame>
      <p:sp>
        <p:nvSpPr>
          <p:cNvPr id="2" name="灯片编号占位符 1">
            <a:extLst>
              <a:ext uri="{FF2B5EF4-FFF2-40B4-BE49-F238E27FC236}">
                <a16:creationId xmlns:a16="http://schemas.microsoft.com/office/drawing/2014/main" id="{D62FB9EA-95E4-9644-CB76-D8D8D8850299}"/>
              </a:ext>
            </a:extLst>
          </p:cNvPr>
          <p:cNvSpPr>
            <a:spLocks noGrp="1"/>
          </p:cNvSpPr>
          <p:nvPr>
            <p:ph type="sldNum" sz="quarter" idx="12"/>
          </p:nvPr>
        </p:nvSpPr>
        <p:spPr/>
        <p:txBody>
          <a:bodyPr/>
          <a:lstStyle/>
          <a:p>
            <a:fld id="{4093CC90-4002-504C-BD88-C9A1D374048E}" type="slidenum">
              <a:rPr lang="zh-CN" altLang="en-US" smtClean="0"/>
              <a:pPr/>
              <a:t>39</a:t>
            </a:fld>
            <a:endParaRPr lang="zh-CN" altLang="en-US" dirty="0"/>
          </a:p>
        </p:txBody>
      </p:sp>
    </p:spTree>
  </p:cSld>
  <p:clrMapOvr>
    <a:masterClrMapping/>
  </p:clrMapOvr>
  <p:transition spd="med">
    <p:zoom/>
  </p:transition>
</p:sld>
</file>

<file path=ppt/slides/slide4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7585" name="Rectangle 2">
            <a:extLst>
              <a:ext uri="{FF2B5EF4-FFF2-40B4-BE49-F238E27FC236}">
                <a16:creationId xmlns:a16="http://schemas.microsoft.com/office/drawing/2014/main" id="{100DE98A-F721-ABA2-CDA6-2AA40DDD1ED9}"/>
              </a:ext>
            </a:extLst>
          </p:cNvPr>
          <p:cNvSpPr>
            <a:spLocks noGrp="1" noChangeArrowheads="1"/>
          </p:cNvSpPr>
          <p:nvPr>
            <p:ph type="title"/>
          </p:nvPr>
        </p:nvSpPr>
        <p:spPr/>
        <p:txBody>
          <a:bodyPr/>
          <a:lstStyle/>
          <a:p>
            <a:pPr eaLnBrk="1" hangingPunct="1"/>
            <a:r>
              <a:rPr lang="en-US" altLang="zh-CN" dirty="0"/>
              <a:t> </a:t>
            </a:r>
            <a:r>
              <a:rPr lang="en-US" altLang="zh-CN" dirty="0">
                <a:solidFill>
                  <a:schemeClr val="tx1"/>
                </a:solidFill>
              </a:rPr>
              <a:t>P</a:t>
            </a:r>
            <a:r>
              <a:rPr lang="en-US" altLang="zh-CN" baseline="-25000" dirty="0">
                <a:solidFill>
                  <a:schemeClr val="tx1"/>
                </a:solidFill>
              </a:rPr>
              <a:t>1</a:t>
            </a:r>
            <a:r>
              <a:rPr lang="zh-CN" altLang="en-US" dirty="0">
                <a:solidFill>
                  <a:schemeClr val="tx1"/>
                </a:solidFill>
                <a:latin typeface="Times New Roman" panose="02020603050405020304" pitchFamily="18" charset="0"/>
              </a:rPr>
              <a:t>申请资源后的安全性检查</a:t>
            </a:r>
            <a:endParaRPr lang="en-US" altLang="zh-CN" dirty="0">
              <a:solidFill>
                <a:schemeClr val="tx1"/>
              </a:solidFill>
              <a:latin typeface="Times New Roman" panose="02020603050405020304" pitchFamily="18" charset="0"/>
            </a:endParaRPr>
          </a:p>
        </p:txBody>
      </p:sp>
      <p:sp>
        <p:nvSpPr>
          <p:cNvPr id="67586" name="Rectangle 3">
            <a:extLst>
              <a:ext uri="{FF2B5EF4-FFF2-40B4-BE49-F238E27FC236}">
                <a16:creationId xmlns:a16="http://schemas.microsoft.com/office/drawing/2014/main" id="{BD5CF22E-B94E-2571-44E0-4DA6BAA32D37}"/>
              </a:ext>
            </a:extLst>
          </p:cNvPr>
          <p:cNvSpPr>
            <a:spLocks noGrp="1" noChangeArrowheads="1"/>
          </p:cNvSpPr>
          <p:nvPr>
            <p:ph idx="1"/>
          </p:nvPr>
        </p:nvSpPr>
        <p:spPr>
          <a:xfrm>
            <a:off x="265113" y="1196975"/>
            <a:ext cx="8650287" cy="954088"/>
          </a:xfrm>
        </p:spPr>
        <p:txBody>
          <a:bodyPr/>
          <a:lstStyle/>
          <a:p>
            <a:pPr eaLnBrk="1" hangingPunct="1">
              <a:lnSpc>
                <a:spcPct val="90000"/>
              </a:lnSpc>
              <a:buFont typeface="Wingdings" pitchFamily="2" charset="2"/>
              <a:buNone/>
            </a:pPr>
            <a:r>
              <a:rPr lang="en-US" altLang="zh-CN" sz="1800"/>
              <a:t>Need0：7,4,3    Need1：</a:t>
            </a:r>
            <a:r>
              <a:rPr lang="en-US" altLang="zh-CN" sz="1800">
                <a:solidFill>
                  <a:schemeClr val="folHlink"/>
                </a:solidFill>
              </a:rPr>
              <a:t>0,2,0</a:t>
            </a:r>
            <a:r>
              <a:rPr lang="en-US" altLang="zh-CN" sz="1800"/>
              <a:t>     Need2：6,0,0     Need3：0,1,1     Need4：4,3,1</a:t>
            </a:r>
          </a:p>
          <a:p>
            <a:pPr eaLnBrk="1" hangingPunct="1">
              <a:lnSpc>
                <a:spcPct val="90000"/>
              </a:lnSpc>
              <a:buFont typeface="Wingdings" pitchFamily="2" charset="2"/>
              <a:buNone/>
            </a:pPr>
            <a:r>
              <a:rPr lang="en-US" altLang="zh-CN" sz="1800"/>
              <a:t>Alloc0：1,1,0     Alloc1：</a:t>
            </a:r>
            <a:r>
              <a:rPr lang="en-US" altLang="zh-CN" sz="1800">
                <a:solidFill>
                  <a:schemeClr val="folHlink"/>
                </a:solidFill>
              </a:rPr>
              <a:t>3,0,3</a:t>
            </a:r>
            <a:r>
              <a:rPr lang="en-US" altLang="zh-CN" sz="1800"/>
              <a:t>     Alloc2： 3,0,3     Alloc3： 2,1,1     Alloc4：1,0,2</a:t>
            </a:r>
          </a:p>
          <a:p>
            <a:pPr eaLnBrk="1" hangingPunct="1">
              <a:lnSpc>
                <a:spcPct val="90000"/>
              </a:lnSpc>
              <a:buFont typeface="Wingdings" pitchFamily="2" charset="2"/>
              <a:buNone/>
            </a:pPr>
            <a:r>
              <a:rPr lang="en-US" altLang="zh-CN" sz="1800"/>
              <a:t>Avail  230</a:t>
            </a:r>
          </a:p>
        </p:txBody>
      </p:sp>
      <p:sp>
        <p:nvSpPr>
          <p:cNvPr id="278532" name="Rectangle 4">
            <a:extLst>
              <a:ext uri="{FF2B5EF4-FFF2-40B4-BE49-F238E27FC236}">
                <a16:creationId xmlns:a16="http://schemas.microsoft.com/office/drawing/2014/main" id="{4164620F-0EF3-A1AA-E051-F7E4A9514391}"/>
              </a:ext>
            </a:extLst>
          </p:cNvPr>
          <p:cNvSpPr>
            <a:spLocks noChangeArrowheads="1"/>
          </p:cNvSpPr>
          <p:nvPr/>
        </p:nvSpPr>
        <p:spPr bwMode="auto">
          <a:xfrm>
            <a:off x="7848600" y="5351463"/>
            <a:ext cx="1066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spcBef>
                <a:spcPct val="20000"/>
              </a:spcBef>
              <a:buClr>
                <a:schemeClr val="folHlink"/>
              </a:buClr>
              <a:buSzPct val="60000"/>
              <a:buFont typeface="Wingdings" pitchFamily="2" charset="2"/>
              <a:buNone/>
            </a:pPr>
            <a:r>
              <a:rPr lang="zh-CN" altLang="en-US"/>
              <a:t>  </a:t>
            </a:r>
            <a:r>
              <a:rPr lang="en-US" altLang="zh-CN"/>
              <a:t>true</a:t>
            </a:r>
          </a:p>
        </p:txBody>
      </p:sp>
      <p:sp>
        <p:nvSpPr>
          <p:cNvPr id="278533" name="Rectangle 5">
            <a:extLst>
              <a:ext uri="{FF2B5EF4-FFF2-40B4-BE49-F238E27FC236}">
                <a16:creationId xmlns:a16="http://schemas.microsoft.com/office/drawing/2014/main" id="{DB98CB48-72FE-BE7B-DE99-7EFE5443E741}"/>
              </a:ext>
            </a:extLst>
          </p:cNvPr>
          <p:cNvSpPr>
            <a:spLocks noChangeArrowheads="1"/>
          </p:cNvSpPr>
          <p:nvPr/>
        </p:nvSpPr>
        <p:spPr bwMode="auto">
          <a:xfrm>
            <a:off x="7848600" y="4818063"/>
            <a:ext cx="10668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spcBef>
                <a:spcPct val="20000"/>
              </a:spcBef>
              <a:buClr>
                <a:schemeClr val="folHlink"/>
              </a:buClr>
              <a:buSzPct val="60000"/>
              <a:buFont typeface="Wingdings" pitchFamily="2" charset="2"/>
              <a:buNone/>
            </a:pPr>
            <a:r>
              <a:rPr lang="zh-CN" altLang="en-US"/>
              <a:t>  </a:t>
            </a:r>
            <a:r>
              <a:rPr lang="en-US" altLang="zh-CN"/>
              <a:t>true</a:t>
            </a:r>
          </a:p>
        </p:txBody>
      </p:sp>
      <p:sp>
        <p:nvSpPr>
          <p:cNvPr id="278534" name="Rectangle 6">
            <a:extLst>
              <a:ext uri="{FF2B5EF4-FFF2-40B4-BE49-F238E27FC236}">
                <a16:creationId xmlns:a16="http://schemas.microsoft.com/office/drawing/2014/main" id="{F7F54C60-6529-E4C9-2113-5934A684419A}"/>
              </a:ext>
            </a:extLst>
          </p:cNvPr>
          <p:cNvSpPr>
            <a:spLocks noChangeArrowheads="1"/>
          </p:cNvSpPr>
          <p:nvPr/>
        </p:nvSpPr>
        <p:spPr bwMode="auto">
          <a:xfrm>
            <a:off x="7848600" y="4284663"/>
            <a:ext cx="10668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spcBef>
                <a:spcPct val="20000"/>
              </a:spcBef>
              <a:buClr>
                <a:schemeClr val="folHlink"/>
              </a:buClr>
              <a:buSzPct val="60000"/>
              <a:buFont typeface="Wingdings" pitchFamily="2" charset="2"/>
              <a:buNone/>
            </a:pPr>
            <a:r>
              <a:rPr lang="zh-CN" altLang="en-US"/>
              <a:t>  </a:t>
            </a:r>
            <a:r>
              <a:rPr lang="en-US" altLang="zh-CN"/>
              <a:t>true</a:t>
            </a:r>
          </a:p>
        </p:txBody>
      </p:sp>
      <p:sp>
        <p:nvSpPr>
          <p:cNvPr id="278535" name="Rectangle 7">
            <a:extLst>
              <a:ext uri="{FF2B5EF4-FFF2-40B4-BE49-F238E27FC236}">
                <a16:creationId xmlns:a16="http://schemas.microsoft.com/office/drawing/2014/main" id="{8C8151E0-96F0-7CA9-9A1A-8C92693BBA5B}"/>
              </a:ext>
            </a:extLst>
          </p:cNvPr>
          <p:cNvSpPr>
            <a:spLocks noChangeArrowheads="1"/>
          </p:cNvSpPr>
          <p:nvPr/>
        </p:nvSpPr>
        <p:spPr bwMode="auto">
          <a:xfrm>
            <a:off x="7848600" y="3751263"/>
            <a:ext cx="10668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spcBef>
                <a:spcPct val="20000"/>
              </a:spcBef>
              <a:buClr>
                <a:schemeClr val="folHlink"/>
              </a:buClr>
              <a:buSzPct val="60000"/>
              <a:buFont typeface="Wingdings" pitchFamily="2" charset="2"/>
              <a:buNone/>
            </a:pPr>
            <a:r>
              <a:rPr lang="zh-CN" altLang="en-US"/>
              <a:t>  </a:t>
            </a:r>
            <a:r>
              <a:rPr lang="en-US" altLang="zh-CN"/>
              <a:t>true</a:t>
            </a:r>
          </a:p>
        </p:txBody>
      </p:sp>
      <p:sp>
        <p:nvSpPr>
          <p:cNvPr id="278536" name="Rectangle 8">
            <a:extLst>
              <a:ext uri="{FF2B5EF4-FFF2-40B4-BE49-F238E27FC236}">
                <a16:creationId xmlns:a16="http://schemas.microsoft.com/office/drawing/2014/main" id="{1FCB0F75-3CBF-4875-4A7C-BDC60A5017D3}"/>
              </a:ext>
            </a:extLst>
          </p:cNvPr>
          <p:cNvSpPr>
            <a:spLocks noChangeArrowheads="1"/>
          </p:cNvSpPr>
          <p:nvPr/>
        </p:nvSpPr>
        <p:spPr bwMode="auto">
          <a:xfrm>
            <a:off x="7848600" y="3246438"/>
            <a:ext cx="1066800"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spcBef>
                <a:spcPct val="20000"/>
              </a:spcBef>
              <a:buClr>
                <a:schemeClr val="folHlink"/>
              </a:buClr>
              <a:buSzPct val="60000"/>
              <a:buFont typeface="Wingdings" pitchFamily="2" charset="2"/>
              <a:buNone/>
            </a:pPr>
            <a:r>
              <a:rPr lang="en-US" altLang="zh-CN"/>
              <a:t>  true</a:t>
            </a:r>
          </a:p>
        </p:txBody>
      </p:sp>
      <p:sp>
        <p:nvSpPr>
          <p:cNvPr id="67592" name="Rectangle 9">
            <a:extLst>
              <a:ext uri="{FF2B5EF4-FFF2-40B4-BE49-F238E27FC236}">
                <a16:creationId xmlns:a16="http://schemas.microsoft.com/office/drawing/2014/main" id="{3C76FF28-5063-DB89-E154-98D74F217A26}"/>
              </a:ext>
            </a:extLst>
          </p:cNvPr>
          <p:cNvSpPr>
            <a:spLocks noChangeArrowheads="1"/>
          </p:cNvSpPr>
          <p:nvPr/>
        </p:nvSpPr>
        <p:spPr bwMode="auto">
          <a:xfrm>
            <a:off x="7848600" y="2332038"/>
            <a:ext cx="106680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spcBef>
                <a:spcPct val="20000"/>
              </a:spcBef>
              <a:buClr>
                <a:schemeClr val="folHlink"/>
              </a:buClr>
              <a:buSzPct val="60000"/>
              <a:buFont typeface="Wingdings" pitchFamily="2" charset="2"/>
              <a:buNone/>
            </a:pPr>
            <a:r>
              <a:rPr lang="en-US" altLang="zh-CN"/>
              <a:t> Finish</a:t>
            </a:r>
          </a:p>
        </p:txBody>
      </p:sp>
      <p:sp>
        <p:nvSpPr>
          <p:cNvPr id="278538" name="Rectangle 10">
            <a:extLst>
              <a:ext uri="{FF2B5EF4-FFF2-40B4-BE49-F238E27FC236}">
                <a16:creationId xmlns:a16="http://schemas.microsoft.com/office/drawing/2014/main" id="{C9FCDBC2-6F2D-3B20-2969-85B0AA0769AA}"/>
              </a:ext>
            </a:extLst>
          </p:cNvPr>
          <p:cNvSpPr>
            <a:spLocks noChangeArrowheads="1"/>
          </p:cNvSpPr>
          <p:nvPr/>
        </p:nvSpPr>
        <p:spPr bwMode="auto">
          <a:xfrm>
            <a:off x="6245225" y="3246438"/>
            <a:ext cx="1603375"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spcBef>
                <a:spcPct val="20000"/>
              </a:spcBef>
              <a:buClr>
                <a:schemeClr val="folHlink"/>
              </a:buClr>
              <a:buSzPct val="60000"/>
              <a:buFont typeface="Wingdings" pitchFamily="2" charset="2"/>
              <a:buNone/>
            </a:pPr>
            <a:r>
              <a:rPr lang="zh-CN" altLang="en-US"/>
              <a:t> 5    3    3</a:t>
            </a:r>
          </a:p>
        </p:txBody>
      </p:sp>
      <p:sp>
        <p:nvSpPr>
          <p:cNvPr id="278539" name="Rectangle 11">
            <a:extLst>
              <a:ext uri="{FF2B5EF4-FFF2-40B4-BE49-F238E27FC236}">
                <a16:creationId xmlns:a16="http://schemas.microsoft.com/office/drawing/2014/main" id="{F646FEBA-84C8-04EA-4DE5-370AE1DBAD1A}"/>
              </a:ext>
            </a:extLst>
          </p:cNvPr>
          <p:cNvSpPr>
            <a:spLocks noChangeArrowheads="1"/>
          </p:cNvSpPr>
          <p:nvPr/>
        </p:nvSpPr>
        <p:spPr bwMode="auto">
          <a:xfrm>
            <a:off x="4724400" y="3246438"/>
            <a:ext cx="1520825"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spcBef>
                <a:spcPct val="20000"/>
              </a:spcBef>
              <a:buClr>
                <a:schemeClr val="folHlink"/>
              </a:buClr>
              <a:buSzPct val="60000"/>
              <a:buFont typeface="Wingdings" pitchFamily="2" charset="2"/>
              <a:buNone/>
            </a:pPr>
            <a:r>
              <a:rPr lang="zh-CN" altLang="en-US"/>
              <a:t> </a:t>
            </a:r>
            <a:r>
              <a:rPr lang="zh-CN" altLang="en-US">
                <a:solidFill>
                  <a:schemeClr val="folHlink"/>
                </a:solidFill>
              </a:rPr>
              <a:t>3   0   3</a:t>
            </a:r>
          </a:p>
        </p:txBody>
      </p:sp>
      <p:sp>
        <p:nvSpPr>
          <p:cNvPr id="278540" name="Rectangle 12">
            <a:extLst>
              <a:ext uri="{FF2B5EF4-FFF2-40B4-BE49-F238E27FC236}">
                <a16:creationId xmlns:a16="http://schemas.microsoft.com/office/drawing/2014/main" id="{9629DC10-3604-8053-9042-51A92A05FE22}"/>
              </a:ext>
            </a:extLst>
          </p:cNvPr>
          <p:cNvSpPr>
            <a:spLocks noChangeArrowheads="1"/>
          </p:cNvSpPr>
          <p:nvPr/>
        </p:nvSpPr>
        <p:spPr bwMode="auto">
          <a:xfrm>
            <a:off x="3348038" y="3246438"/>
            <a:ext cx="1376362"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spcBef>
                <a:spcPct val="20000"/>
              </a:spcBef>
              <a:buClr>
                <a:schemeClr val="folHlink"/>
              </a:buClr>
              <a:buSzPct val="60000"/>
              <a:buFont typeface="Wingdings" pitchFamily="2" charset="2"/>
              <a:buNone/>
            </a:pPr>
            <a:r>
              <a:rPr lang="zh-CN" altLang="en-US">
                <a:solidFill>
                  <a:schemeClr val="folHlink"/>
                </a:solidFill>
              </a:rPr>
              <a:t>0   2   0</a:t>
            </a:r>
            <a:r>
              <a:rPr lang="zh-CN" altLang="en-US"/>
              <a:t>  </a:t>
            </a:r>
          </a:p>
        </p:txBody>
      </p:sp>
      <p:sp>
        <p:nvSpPr>
          <p:cNvPr id="278541" name="Rectangle 13">
            <a:extLst>
              <a:ext uri="{FF2B5EF4-FFF2-40B4-BE49-F238E27FC236}">
                <a16:creationId xmlns:a16="http://schemas.microsoft.com/office/drawing/2014/main" id="{370F27CC-23A2-9205-9527-8269FA42BD4B}"/>
              </a:ext>
            </a:extLst>
          </p:cNvPr>
          <p:cNvSpPr>
            <a:spLocks noChangeArrowheads="1"/>
          </p:cNvSpPr>
          <p:nvPr/>
        </p:nvSpPr>
        <p:spPr bwMode="auto">
          <a:xfrm>
            <a:off x="1971675" y="3246438"/>
            <a:ext cx="1376363"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spcBef>
                <a:spcPct val="20000"/>
              </a:spcBef>
              <a:buClr>
                <a:schemeClr val="folHlink"/>
              </a:buClr>
              <a:buSzPct val="60000"/>
              <a:buFont typeface="Wingdings" pitchFamily="2" charset="2"/>
              <a:buNone/>
            </a:pPr>
            <a:r>
              <a:rPr lang="zh-CN" altLang="en-US">
                <a:solidFill>
                  <a:schemeClr val="folHlink"/>
                </a:solidFill>
              </a:rPr>
              <a:t>2   3   0</a:t>
            </a:r>
          </a:p>
        </p:txBody>
      </p:sp>
      <p:sp>
        <p:nvSpPr>
          <p:cNvPr id="278542" name="Rectangle 14">
            <a:extLst>
              <a:ext uri="{FF2B5EF4-FFF2-40B4-BE49-F238E27FC236}">
                <a16:creationId xmlns:a16="http://schemas.microsoft.com/office/drawing/2014/main" id="{7075C098-33FA-21AE-F5A7-9C371C439E60}"/>
              </a:ext>
            </a:extLst>
          </p:cNvPr>
          <p:cNvSpPr>
            <a:spLocks noChangeArrowheads="1"/>
          </p:cNvSpPr>
          <p:nvPr/>
        </p:nvSpPr>
        <p:spPr bwMode="auto">
          <a:xfrm>
            <a:off x="304800" y="3246438"/>
            <a:ext cx="1666875"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spcBef>
                <a:spcPct val="20000"/>
              </a:spcBef>
              <a:buClr>
                <a:schemeClr val="folHlink"/>
              </a:buClr>
              <a:buSzPct val="60000"/>
              <a:buFont typeface="Wingdings" pitchFamily="2" charset="2"/>
              <a:buNone/>
            </a:pPr>
            <a:r>
              <a:rPr lang="en-US" altLang="zh-CN" dirty="0"/>
              <a:t>      P</a:t>
            </a:r>
            <a:r>
              <a:rPr lang="en-US" altLang="zh-CN" baseline="-25000" dirty="0"/>
              <a:t>1</a:t>
            </a:r>
          </a:p>
        </p:txBody>
      </p:sp>
      <p:sp>
        <p:nvSpPr>
          <p:cNvPr id="278543" name="Rectangle 15">
            <a:extLst>
              <a:ext uri="{FF2B5EF4-FFF2-40B4-BE49-F238E27FC236}">
                <a16:creationId xmlns:a16="http://schemas.microsoft.com/office/drawing/2014/main" id="{96A65DCB-C8D5-8D8E-AC45-1CD056E06F2D}"/>
              </a:ext>
            </a:extLst>
          </p:cNvPr>
          <p:cNvSpPr>
            <a:spLocks noChangeArrowheads="1"/>
          </p:cNvSpPr>
          <p:nvPr/>
        </p:nvSpPr>
        <p:spPr bwMode="auto">
          <a:xfrm>
            <a:off x="6245225" y="5351463"/>
            <a:ext cx="16033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spcBef>
                <a:spcPct val="20000"/>
              </a:spcBef>
              <a:buClr>
                <a:schemeClr val="folHlink"/>
              </a:buClr>
              <a:buSzPct val="60000"/>
              <a:buFont typeface="Wingdings" pitchFamily="2" charset="2"/>
              <a:buNone/>
            </a:pPr>
            <a:r>
              <a:rPr lang="zh-CN" altLang="en-US"/>
              <a:t>12   5    9</a:t>
            </a:r>
          </a:p>
        </p:txBody>
      </p:sp>
      <p:sp>
        <p:nvSpPr>
          <p:cNvPr id="278544" name="Rectangle 16">
            <a:extLst>
              <a:ext uri="{FF2B5EF4-FFF2-40B4-BE49-F238E27FC236}">
                <a16:creationId xmlns:a16="http://schemas.microsoft.com/office/drawing/2014/main" id="{65EF976C-234B-645F-6077-26064E19B324}"/>
              </a:ext>
            </a:extLst>
          </p:cNvPr>
          <p:cNvSpPr>
            <a:spLocks noChangeArrowheads="1"/>
          </p:cNvSpPr>
          <p:nvPr/>
        </p:nvSpPr>
        <p:spPr bwMode="auto">
          <a:xfrm>
            <a:off x="4724400" y="5351463"/>
            <a:ext cx="15208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spcBef>
                <a:spcPct val="20000"/>
              </a:spcBef>
              <a:buClr>
                <a:schemeClr val="folHlink"/>
              </a:buClr>
              <a:buSzPct val="60000"/>
              <a:buFont typeface="Wingdings" pitchFamily="2" charset="2"/>
              <a:buNone/>
            </a:pPr>
            <a:r>
              <a:rPr lang="zh-CN" altLang="en-US"/>
              <a:t> 1   1    0</a:t>
            </a:r>
          </a:p>
        </p:txBody>
      </p:sp>
      <p:sp>
        <p:nvSpPr>
          <p:cNvPr id="278545" name="Rectangle 17">
            <a:extLst>
              <a:ext uri="{FF2B5EF4-FFF2-40B4-BE49-F238E27FC236}">
                <a16:creationId xmlns:a16="http://schemas.microsoft.com/office/drawing/2014/main" id="{B704DF8D-77F5-2576-1520-14F94572C9D2}"/>
              </a:ext>
            </a:extLst>
          </p:cNvPr>
          <p:cNvSpPr>
            <a:spLocks noChangeArrowheads="1"/>
          </p:cNvSpPr>
          <p:nvPr/>
        </p:nvSpPr>
        <p:spPr bwMode="auto">
          <a:xfrm>
            <a:off x="3348038" y="5351463"/>
            <a:ext cx="137636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spcBef>
                <a:spcPct val="20000"/>
              </a:spcBef>
              <a:buClr>
                <a:schemeClr val="folHlink"/>
              </a:buClr>
              <a:buSzPct val="60000"/>
              <a:buFont typeface="Wingdings" pitchFamily="2" charset="2"/>
              <a:buNone/>
            </a:pPr>
            <a:r>
              <a:rPr lang="zh-CN" altLang="en-US"/>
              <a:t>7   4   3</a:t>
            </a:r>
          </a:p>
        </p:txBody>
      </p:sp>
      <p:sp>
        <p:nvSpPr>
          <p:cNvPr id="278546" name="Rectangle 18">
            <a:extLst>
              <a:ext uri="{FF2B5EF4-FFF2-40B4-BE49-F238E27FC236}">
                <a16:creationId xmlns:a16="http://schemas.microsoft.com/office/drawing/2014/main" id="{1811001B-B860-3D2D-6DE9-26DE3D5A0527}"/>
              </a:ext>
            </a:extLst>
          </p:cNvPr>
          <p:cNvSpPr>
            <a:spLocks noChangeArrowheads="1"/>
          </p:cNvSpPr>
          <p:nvPr/>
        </p:nvSpPr>
        <p:spPr bwMode="auto">
          <a:xfrm>
            <a:off x="1971675" y="5351463"/>
            <a:ext cx="13763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spcBef>
                <a:spcPct val="20000"/>
              </a:spcBef>
              <a:buClr>
                <a:schemeClr val="folHlink"/>
              </a:buClr>
              <a:buSzPct val="60000"/>
              <a:buFont typeface="Wingdings" pitchFamily="2" charset="2"/>
              <a:buNone/>
            </a:pPr>
            <a:r>
              <a:rPr lang="zh-CN" altLang="en-US"/>
              <a:t>11  4  9</a:t>
            </a:r>
          </a:p>
        </p:txBody>
      </p:sp>
      <p:sp>
        <p:nvSpPr>
          <p:cNvPr id="278547" name="Rectangle 19">
            <a:extLst>
              <a:ext uri="{FF2B5EF4-FFF2-40B4-BE49-F238E27FC236}">
                <a16:creationId xmlns:a16="http://schemas.microsoft.com/office/drawing/2014/main" id="{4F220830-5FDB-5F4D-17F2-EDA10C5CFF26}"/>
              </a:ext>
            </a:extLst>
          </p:cNvPr>
          <p:cNvSpPr>
            <a:spLocks noChangeArrowheads="1"/>
          </p:cNvSpPr>
          <p:nvPr/>
        </p:nvSpPr>
        <p:spPr bwMode="auto">
          <a:xfrm>
            <a:off x="304800" y="5351463"/>
            <a:ext cx="16668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spcBef>
                <a:spcPct val="20000"/>
              </a:spcBef>
              <a:buClr>
                <a:schemeClr val="folHlink"/>
              </a:buClr>
              <a:buSzPct val="60000"/>
              <a:buFont typeface="Wingdings" pitchFamily="2" charset="2"/>
              <a:buNone/>
            </a:pPr>
            <a:r>
              <a:rPr lang="zh-CN" altLang="en-US" dirty="0"/>
              <a:t>      </a:t>
            </a:r>
            <a:r>
              <a:rPr lang="en-US" altLang="zh-CN" dirty="0"/>
              <a:t>P</a:t>
            </a:r>
            <a:r>
              <a:rPr lang="en-US" altLang="zh-CN" baseline="-25000" dirty="0"/>
              <a:t>0</a:t>
            </a:r>
          </a:p>
        </p:txBody>
      </p:sp>
      <p:sp>
        <p:nvSpPr>
          <p:cNvPr id="278548" name="Rectangle 20">
            <a:extLst>
              <a:ext uri="{FF2B5EF4-FFF2-40B4-BE49-F238E27FC236}">
                <a16:creationId xmlns:a16="http://schemas.microsoft.com/office/drawing/2014/main" id="{790B9188-C934-7ADB-8E34-79B1CFFD2542}"/>
              </a:ext>
            </a:extLst>
          </p:cNvPr>
          <p:cNvSpPr>
            <a:spLocks noChangeArrowheads="1"/>
          </p:cNvSpPr>
          <p:nvPr/>
        </p:nvSpPr>
        <p:spPr bwMode="auto">
          <a:xfrm>
            <a:off x="6245225" y="4818063"/>
            <a:ext cx="1603375"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spcBef>
                <a:spcPct val="20000"/>
              </a:spcBef>
              <a:buClr>
                <a:schemeClr val="folHlink"/>
              </a:buClr>
              <a:buSzPct val="60000"/>
              <a:buFont typeface="Wingdings" pitchFamily="2" charset="2"/>
              <a:buNone/>
            </a:pPr>
            <a:r>
              <a:rPr lang="zh-CN" altLang="en-US"/>
              <a:t>11   4    9</a:t>
            </a:r>
          </a:p>
        </p:txBody>
      </p:sp>
      <p:sp>
        <p:nvSpPr>
          <p:cNvPr id="278549" name="Rectangle 21">
            <a:extLst>
              <a:ext uri="{FF2B5EF4-FFF2-40B4-BE49-F238E27FC236}">
                <a16:creationId xmlns:a16="http://schemas.microsoft.com/office/drawing/2014/main" id="{2D977AFB-82B3-AEB0-7D7B-E02A95D6D93A}"/>
              </a:ext>
            </a:extLst>
          </p:cNvPr>
          <p:cNvSpPr>
            <a:spLocks noChangeArrowheads="1"/>
          </p:cNvSpPr>
          <p:nvPr/>
        </p:nvSpPr>
        <p:spPr bwMode="auto">
          <a:xfrm>
            <a:off x="4724400" y="4818063"/>
            <a:ext cx="1520825"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spcBef>
                <a:spcPct val="20000"/>
              </a:spcBef>
              <a:buClr>
                <a:schemeClr val="folHlink"/>
              </a:buClr>
              <a:buSzPct val="60000"/>
              <a:buFont typeface="Wingdings" pitchFamily="2" charset="2"/>
              <a:buNone/>
            </a:pPr>
            <a:r>
              <a:rPr lang="zh-CN" altLang="en-US"/>
              <a:t> 3   0   3  </a:t>
            </a:r>
          </a:p>
        </p:txBody>
      </p:sp>
      <p:sp>
        <p:nvSpPr>
          <p:cNvPr id="278550" name="Rectangle 22">
            <a:extLst>
              <a:ext uri="{FF2B5EF4-FFF2-40B4-BE49-F238E27FC236}">
                <a16:creationId xmlns:a16="http://schemas.microsoft.com/office/drawing/2014/main" id="{D33C1017-BE16-A4B7-3B89-E4F48FD853F4}"/>
              </a:ext>
            </a:extLst>
          </p:cNvPr>
          <p:cNvSpPr>
            <a:spLocks noChangeArrowheads="1"/>
          </p:cNvSpPr>
          <p:nvPr/>
        </p:nvSpPr>
        <p:spPr bwMode="auto">
          <a:xfrm>
            <a:off x="3348038" y="4818063"/>
            <a:ext cx="1376362"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spcBef>
                <a:spcPct val="20000"/>
              </a:spcBef>
              <a:buClr>
                <a:schemeClr val="folHlink"/>
              </a:buClr>
              <a:buSzPct val="60000"/>
              <a:buFont typeface="Wingdings" pitchFamily="2" charset="2"/>
              <a:buNone/>
            </a:pPr>
            <a:r>
              <a:rPr lang="zh-CN" altLang="en-US"/>
              <a:t>6   0   0</a:t>
            </a:r>
          </a:p>
        </p:txBody>
      </p:sp>
      <p:sp>
        <p:nvSpPr>
          <p:cNvPr id="278551" name="Rectangle 23">
            <a:extLst>
              <a:ext uri="{FF2B5EF4-FFF2-40B4-BE49-F238E27FC236}">
                <a16:creationId xmlns:a16="http://schemas.microsoft.com/office/drawing/2014/main" id="{7D8984FA-F60D-46D9-0ED1-12CE7E61FB72}"/>
              </a:ext>
            </a:extLst>
          </p:cNvPr>
          <p:cNvSpPr>
            <a:spLocks noChangeArrowheads="1"/>
          </p:cNvSpPr>
          <p:nvPr/>
        </p:nvSpPr>
        <p:spPr bwMode="auto">
          <a:xfrm>
            <a:off x="1971675" y="4818063"/>
            <a:ext cx="1376363"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spcBef>
                <a:spcPct val="20000"/>
              </a:spcBef>
              <a:buClr>
                <a:schemeClr val="folHlink"/>
              </a:buClr>
              <a:buSzPct val="60000"/>
              <a:buFont typeface="Wingdings" pitchFamily="2" charset="2"/>
              <a:buNone/>
            </a:pPr>
            <a:r>
              <a:rPr lang="zh-CN" altLang="en-US"/>
              <a:t>8   4   6 </a:t>
            </a:r>
          </a:p>
        </p:txBody>
      </p:sp>
      <p:sp>
        <p:nvSpPr>
          <p:cNvPr id="278552" name="Rectangle 24">
            <a:extLst>
              <a:ext uri="{FF2B5EF4-FFF2-40B4-BE49-F238E27FC236}">
                <a16:creationId xmlns:a16="http://schemas.microsoft.com/office/drawing/2014/main" id="{FA980DC5-55CD-A532-F317-A327DCDDF314}"/>
              </a:ext>
            </a:extLst>
          </p:cNvPr>
          <p:cNvSpPr>
            <a:spLocks noChangeArrowheads="1"/>
          </p:cNvSpPr>
          <p:nvPr/>
        </p:nvSpPr>
        <p:spPr bwMode="auto">
          <a:xfrm>
            <a:off x="304800" y="4818063"/>
            <a:ext cx="1666875"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spcBef>
                <a:spcPct val="20000"/>
              </a:spcBef>
              <a:buClr>
                <a:schemeClr val="folHlink"/>
              </a:buClr>
              <a:buSzPct val="60000"/>
              <a:buFont typeface="Wingdings" pitchFamily="2" charset="2"/>
              <a:buNone/>
            </a:pPr>
            <a:r>
              <a:rPr lang="zh-CN" altLang="en-US" dirty="0"/>
              <a:t>      </a:t>
            </a:r>
            <a:r>
              <a:rPr lang="en-US" altLang="zh-CN" dirty="0"/>
              <a:t>P</a:t>
            </a:r>
            <a:r>
              <a:rPr lang="en-US" altLang="zh-CN" baseline="-25000" dirty="0"/>
              <a:t>2</a:t>
            </a:r>
          </a:p>
        </p:txBody>
      </p:sp>
      <p:sp>
        <p:nvSpPr>
          <p:cNvPr id="278553" name="Rectangle 25">
            <a:extLst>
              <a:ext uri="{FF2B5EF4-FFF2-40B4-BE49-F238E27FC236}">
                <a16:creationId xmlns:a16="http://schemas.microsoft.com/office/drawing/2014/main" id="{F8D90C4D-63D7-87B6-10D4-5394960D2E28}"/>
              </a:ext>
            </a:extLst>
          </p:cNvPr>
          <p:cNvSpPr>
            <a:spLocks noChangeArrowheads="1"/>
          </p:cNvSpPr>
          <p:nvPr/>
        </p:nvSpPr>
        <p:spPr bwMode="auto">
          <a:xfrm>
            <a:off x="6245225" y="4284663"/>
            <a:ext cx="1603375"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spcBef>
                <a:spcPct val="20000"/>
              </a:spcBef>
              <a:buClr>
                <a:schemeClr val="folHlink"/>
              </a:buClr>
              <a:buSzPct val="60000"/>
              <a:buFont typeface="Wingdings" pitchFamily="2" charset="2"/>
              <a:buNone/>
            </a:pPr>
            <a:r>
              <a:rPr lang="zh-CN" altLang="en-US"/>
              <a:t> 8    4    6</a:t>
            </a:r>
          </a:p>
        </p:txBody>
      </p:sp>
      <p:sp>
        <p:nvSpPr>
          <p:cNvPr id="278554" name="Rectangle 26">
            <a:extLst>
              <a:ext uri="{FF2B5EF4-FFF2-40B4-BE49-F238E27FC236}">
                <a16:creationId xmlns:a16="http://schemas.microsoft.com/office/drawing/2014/main" id="{8ADBFF58-7D41-9300-E32E-03334ACEF356}"/>
              </a:ext>
            </a:extLst>
          </p:cNvPr>
          <p:cNvSpPr>
            <a:spLocks noChangeArrowheads="1"/>
          </p:cNvSpPr>
          <p:nvPr/>
        </p:nvSpPr>
        <p:spPr bwMode="auto">
          <a:xfrm>
            <a:off x="4724400" y="4284663"/>
            <a:ext cx="1520825"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spcBef>
                <a:spcPct val="20000"/>
              </a:spcBef>
              <a:buClr>
                <a:schemeClr val="folHlink"/>
              </a:buClr>
              <a:buSzPct val="60000"/>
              <a:buFont typeface="Wingdings" pitchFamily="2" charset="2"/>
              <a:buNone/>
            </a:pPr>
            <a:r>
              <a:rPr lang="zh-CN" altLang="en-US"/>
              <a:t> 1   0   2 </a:t>
            </a:r>
          </a:p>
        </p:txBody>
      </p:sp>
      <p:sp>
        <p:nvSpPr>
          <p:cNvPr id="278555" name="Rectangle 27">
            <a:extLst>
              <a:ext uri="{FF2B5EF4-FFF2-40B4-BE49-F238E27FC236}">
                <a16:creationId xmlns:a16="http://schemas.microsoft.com/office/drawing/2014/main" id="{5DE29FD1-73F2-ADB8-85F6-CD15D08BBFCF}"/>
              </a:ext>
            </a:extLst>
          </p:cNvPr>
          <p:cNvSpPr>
            <a:spLocks noChangeArrowheads="1"/>
          </p:cNvSpPr>
          <p:nvPr/>
        </p:nvSpPr>
        <p:spPr bwMode="auto">
          <a:xfrm>
            <a:off x="3348038" y="4284663"/>
            <a:ext cx="1376362"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spcBef>
                <a:spcPct val="20000"/>
              </a:spcBef>
              <a:buClr>
                <a:schemeClr val="folHlink"/>
              </a:buClr>
              <a:buSzPct val="60000"/>
              <a:buFont typeface="Wingdings" pitchFamily="2" charset="2"/>
              <a:buNone/>
            </a:pPr>
            <a:r>
              <a:rPr lang="zh-CN" altLang="en-US"/>
              <a:t>4   3   1  </a:t>
            </a:r>
          </a:p>
        </p:txBody>
      </p:sp>
      <p:sp>
        <p:nvSpPr>
          <p:cNvPr id="278556" name="Rectangle 28">
            <a:extLst>
              <a:ext uri="{FF2B5EF4-FFF2-40B4-BE49-F238E27FC236}">
                <a16:creationId xmlns:a16="http://schemas.microsoft.com/office/drawing/2014/main" id="{454C7B40-49A2-91C6-574D-89826036373D}"/>
              </a:ext>
            </a:extLst>
          </p:cNvPr>
          <p:cNvSpPr>
            <a:spLocks noChangeArrowheads="1"/>
          </p:cNvSpPr>
          <p:nvPr/>
        </p:nvSpPr>
        <p:spPr bwMode="auto">
          <a:xfrm>
            <a:off x="1971675" y="4284663"/>
            <a:ext cx="1376363"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spcBef>
                <a:spcPct val="20000"/>
              </a:spcBef>
              <a:buClr>
                <a:schemeClr val="folHlink"/>
              </a:buClr>
              <a:buSzPct val="60000"/>
              <a:buFont typeface="Wingdings" pitchFamily="2" charset="2"/>
              <a:buNone/>
            </a:pPr>
            <a:r>
              <a:rPr lang="zh-CN" altLang="en-US"/>
              <a:t>7   4   4 </a:t>
            </a:r>
          </a:p>
        </p:txBody>
      </p:sp>
      <p:sp>
        <p:nvSpPr>
          <p:cNvPr id="278557" name="Rectangle 29">
            <a:extLst>
              <a:ext uri="{FF2B5EF4-FFF2-40B4-BE49-F238E27FC236}">
                <a16:creationId xmlns:a16="http://schemas.microsoft.com/office/drawing/2014/main" id="{E0DCDC6B-D99C-2EE0-0173-367FA062D247}"/>
              </a:ext>
            </a:extLst>
          </p:cNvPr>
          <p:cNvSpPr>
            <a:spLocks noChangeArrowheads="1"/>
          </p:cNvSpPr>
          <p:nvPr/>
        </p:nvSpPr>
        <p:spPr bwMode="auto">
          <a:xfrm>
            <a:off x="304800" y="4284663"/>
            <a:ext cx="1666875"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spcBef>
                <a:spcPct val="20000"/>
              </a:spcBef>
              <a:buClr>
                <a:schemeClr val="folHlink"/>
              </a:buClr>
              <a:buSzPct val="60000"/>
              <a:buFont typeface="Wingdings" pitchFamily="2" charset="2"/>
              <a:buNone/>
            </a:pPr>
            <a:r>
              <a:rPr lang="zh-CN" altLang="en-US" dirty="0"/>
              <a:t>      </a:t>
            </a:r>
            <a:r>
              <a:rPr lang="en-US" altLang="zh-CN" dirty="0"/>
              <a:t>P</a:t>
            </a:r>
            <a:r>
              <a:rPr lang="en-US" altLang="zh-CN" baseline="-25000" dirty="0"/>
              <a:t>4</a:t>
            </a:r>
          </a:p>
        </p:txBody>
      </p:sp>
      <p:sp>
        <p:nvSpPr>
          <p:cNvPr id="67613" name="Rectangle 30">
            <a:extLst>
              <a:ext uri="{FF2B5EF4-FFF2-40B4-BE49-F238E27FC236}">
                <a16:creationId xmlns:a16="http://schemas.microsoft.com/office/drawing/2014/main" id="{74A1EF9C-B43F-6C15-D2C6-420BA9183517}"/>
              </a:ext>
            </a:extLst>
          </p:cNvPr>
          <p:cNvSpPr>
            <a:spLocks noChangeArrowheads="1"/>
          </p:cNvSpPr>
          <p:nvPr/>
        </p:nvSpPr>
        <p:spPr bwMode="auto">
          <a:xfrm>
            <a:off x="6245225" y="2789238"/>
            <a:ext cx="16033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spcBef>
                <a:spcPct val="20000"/>
              </a:spcBef>
              <a:buClr>
                <a:schemeClr val="folHlink"/>
              </a:buClr>
              <a:buSzPct val="60000"/>
              <a:buFont typeface="Wingdings" pitchFamily="2" charset="2"/>
              <a:buNone/>
            </a:pPr>
            <a:r>
              <a:rPr lang="zh-CN" altLang="en-US"/>
              <a:t> </a:t>
            </a:r>
            <a:r>
              <a:rPr lang="en-US" altLang="zh-CN"/>
              <a:t>A    B    C</a:t>
            </a:r>
          </a:p>
        </p:txBody>
      </p:sp>
      <p:sp>
        <p:nvSpPr>
          <p:cNvPr id="67614" name="Rectangle 31">
            <a:extLst>
              <a:ext uri="{FF2B5EF4-FFF2-40B4-BE49-F238E27FC236}">
                <a16:creationId xmlns:a16="http://schemas.microsoft.com/office/drawing/2014/main" id="{DF67A470-384F-CC21-B3BF-0FAE601153D2}"/>
              </a:ext>
            </a:extLst>
          </p:cNvPr>
          <p:cNvSpPr>
            <a:spLocks noChangeArrowheads="1"/>
          </p:cNvSpPr>
          <p:nvPr/>
        </p:nvSpPr>
        <p:spPr bwMode="auto">
          <a:xfrm>
            <a:off x="4724400" y="2789238"/>
            <a:ext cx="15208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spcBef>
                <a:spcPct val="20000"/>
              </a:spcBef>
              <a:buClr>
                <a:schemeClr val="folHlink"/>
              </a:buClr>
              <a:buSzPct val="60000"/>
              <a:buFont typeface="Wingdings" pitchFamily="2" charset="2"/>
              <a:buNone/>
            </a:pPr>
            <a:r>
              <a:rPr lang="zh-CN" altLang="en-US"/>
              <a:t> </a:t>
            </a:r>
            <a:r>
              <a:rPr lang="en-US" altLang="zh-CN"/>
              <a:t>A   B   C</a:t>
            </a:r>
          </a:p>
        </p:txBody>
      </p:sp>
      <p:sp>
        <p:nvSpPr>
          <p:cNvPr id="67615" name="Rectangle 32">
            <a:extLst>
              <a:ext uri="{FF2B5EF4-FFF2-40B4-BE49-F238E27FC236}">
                <a16:creationId xmlns:a16="http://schemas.microsoft.com/office/drawing/2014/main" id="{67DC2B2E-F49C-B4D6-E8B0-A4853994D633}"/>
              </a:ext>
            </a:extLst>
          </p:cNvPr>
          <p:cNvSpPr>
            <a:spLocks noChangeArrowheads="1"/>
          </p:cNvSpPr>
          <p:nvPr/>
        </p:nvSpPr>
        <p:spPr bwMode="auto">
          <a:xfrm>
            <a:off x="3348038" y="2789238"/>
            <a:ext cx="137636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spcBef>
                <a:spcPct val="20000"/>
              </a:spcBef>
              <a:buClr>
                <a:schemeClr val="folHlink"/>
              </a:buClr>
              <a:buSzPct val="60000"/>
              <a:buFont typeface="Wingdings" pitchFamily="2" charset="2"/>
              <a:buNone/>
            </a:pPr>
            <a:r>
              <a:rPr lang="en-US" altLang="zh-CN"/>
              <a:t>A   B   C</a:t>
            </a:r>
          </a:p>
        </p:txBody>
      </p:sp>
      <p:sp>
        <p:nvSpPr>
          <p:cNvPr id="67616" name="Rectangle 33">
            <a:extLst>
              <a:ext uri="{FF2B5EF4-FFF2-40B4-BE49-F238E27FC236}">
                <a16:creationId xmlns:a16="http://schemas.microsoft.com/office/drawing/2014/main" id="{5743BB49-2B62-3407-BCE3-98BC10F5259C}"/>
              </a:ext>
            </a:extLst>
          </p:cNvPr>
          <p:cNvSpPr>
            <a:spLocks noChangeArrowheads="1"/>
          </p:cNvSpPr>
          <p:nvPr/>
        </p:nvSpPr>
        <p:spPr bwMode="auto">
          <a:xfrm>
            <a:off x="1971675" y="2789238"/>
            <a:ext cx="13763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spcBef>
                <a:spcPct val="20000"/>
              </a:spcBef>
              <a:buClr>
                <a:schemeClr val="folHlink"/>
              </a:buClr>
              <a:buSzPct val="60000"/>
              <a:buFont typeface="Wingdings" pitchFamily="2" charset="2"/>
              <a:buNone/>
            </a:pPr>
            <a:r>
              <a:rPr lang="en-US" altLang="zh-CN"/>
              <a:t>A   B   C</a:t>
            </a:r>
          </a:p>
        </p:txBody>
      </p:sp>
      <p:sp>
        <p:nvSpPr>
          <p:cNvPr id="278562" name="Rectangle 34">
            <a:extLst>
              <a:ext uri="{FF2B5EF4-FFF2-40B4-BE49-F238E27FC236}">
                <a16:creationId xmlns:a16="http://schemas.microsoft.com/office/drawing/2014/main" id="{09688DDA-F104-B25A-C3D9-AB9B0D9F5016}"/>
              </a:ext>
            </a:extLst>
          </p:cNvPr>
          <p:cNvSpPr>
            <a:spLocks noChangeArrowheads="1"/>
          </p:cNvSpPr>
          <p:nvPr/>
        </p:nvSpPr>
        <p:spPr bwMode="auto">
          <a:xfrm>
            <a:off x="6245225" y="3751263"/>
            <a:ext cx="1603375"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spcBef>
                <a:spcPct val="20000"/>
              </a:spcBef>
              <a:buClr>
                <a:schemeClr val="folHlink"/>
              </a:buClr>
              <a:buSzPct val="60000"/>
              <a:buFont typeface="Wingdings" pitchFamily="2" charset="2"/>
              <a:buNone/>
            </a:pPr>
            <a:r>
              <a:rPr lang="zh-CN" altLang="en-US"/>
              <a:t> 7    4    4</a:t>
            </a:r>
          </a:p>
        </p:txBody>
      </p:sp>
      <p:sp>
        <p:nvSpPr>
          <p:cNvPr id="278563" name="Rectangle 35">
            <a:extLst>
              <a:ext uri="{FF2B5EF4-FFF2-40B4-BE49-F238E27FC236}">
                <a16:creationId xmlns:a16="http://schemas.microsoft.com/office/drawing/2014/main" id="{979709C7-557D-0B84-80D6-290DECC6A45F}"/>
              </a:ext>
            </a:extLst>
          </p:cNvPr>
          <p:cNvSpPr>
            <a:spLocks noChangeArrowheads="1"/>
          </p:cNvSpPr>
          <p:nvPr/>
        </p:nvSpPr>
        <p:spPr bwMode="auto">
          <a:xfrm>
            <a:off x="4724400" y="3751263"/>
            <a:ext cx="1520825"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spcBef>
                <a:spcPct val="20000"/>
              </a:spcBef>
              <a:buClr>
                <a:schemeClr val="folHlink"/>
              </a:buClr>
              <a:buSzPct val="60000"/>
              <a:buFont typeface="Wingdings" pitchFamily="2" charset="2"/>
              <a:buNone/>
            </a:pPr>
            <a:r>
              <a:rPr lang="zh-CN" altLang="en-US"/>
              <a:t> 2   1   1 </a:t>
            </a:r>
          </a:p>
        </p:txBody>
      </p:sp>
      <p:sp>
        <p:nvSpPr>
          <p:cNvPr id="278564" name="Rectangle 36">
            <a:extLst>
              <a:ext uri="{FF2B5EF4-FFF2-40B4-BE49-F238E27FC236}">
                <a16:creationId xmlns:a16="http://schemas.microsoft.com/office/drawing/2014/main" id="{E3F9338A-331F-DB7C-4B17-81D58E52CEDC}"/>
              </a:ext>
            </a:extLst>
          </p:cNvPr>
          <p:cNvSpPr>
            <a:spLocks noChangeArrowheads="1"/>
          </p:cNvSpPr>
          <p:nvPr/>
        </p:nvSpPr>
        <p:spPr bwMode="auto">
          <a:xfrm>
            <a:off x="3348038" y="3751263"/>
            <a:ext cx="1376362"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spcBef>
                <a:spcPct val="20000"/>
              </a:spcBef>
              <a:buClr>
                <a:schemeClr val="folHlink"/>
              </a:buClr>
              <a:buSzPct val="60000"/>
              <a:buFont typeface="Wingdings" pitchFamily="2" charset="2"/>
              <a:buNone/>
            </a:pPr>
            <a:r>
              <a:rPr lang="zh-CN" altLang="en-US"/>
              <a:t>0   1   1  </a:t>
            </a:r>
          </a:p>
        </p:txBody>
      </p:sp>
      <p:sp>
        <p:nvSpPr>
          <p:cNvPr id="278565" name="Rectangle 37">
            <a:extLst>
              <a:ext uri="{FF2B5EF4-FFF2-40B4-BE49-F238E27FC236}">
                <a16:creationId xmlns:a16="http://schemas.microsoft.com/office/drawing/2014/main" id="{3BA27A5A-02FE-2820-80DD-74E16EBDFE1D}"/>
              </a:ext>
            </a:extLst>
          </p:cNvPr>
          <p:cNvSpPr>
            <a:spLocks noChangeArrowheads="1"/>
          </p:cNvSpPr>
          <p:nvPr/>
        </p:nvSpPr>
        <p:spPr bwMode="auto">
          <a:xfrm>
            <a:off x="1971675" y="3751263"/>
            <a:ext cx="1376363"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spcBef>
                <a:spcPct val="20000"/>
              </a:spcBef>
              <a:buClr>
                <a:schemeClr val="folHlink"/>
              </a:buClr>
              <a:buSzPct val="60000"/>
              <a:buFont typeface="Wingdings" pitchFamily="2" charset="2"/>
              <a:buNone/>
            </a:pPr>
            <a:r>
              <a:rPr lang="zh-CN" altLang="en-US"/>
              <a:t>5   3   3</a:t>
            </a:r>
          </a:p>
        </p:txBody>
      </p:sp>
      <p:sp>
        <p:nvSpPr>
          <p:cNvPr id="278566" name="Rectangle 38">
            <a:extLst>
              <a:ext uri="{FF2B5EF4-FFF2-40B4-BE49-F238E27FC236}">
                <a16:creationId xmlns:a16="http://schemas.microsoft.com/office/drawing/2014/main" id="{9359E249-F181-4012-34B7-0A578BB529D4}"/>
              </a:ext>
            </a:extLst>
          </p:cNvPr>
          <p:cNvSpPr>
            <a:spLocks noChangeArrowheads="1"/>
          </p:cNvSpPr>
          <p:nvPr/>
        </p:nvSpPr>
        <p:spPr bwMode="auto">
          <a:xfrm>
            <a:off x="304800" y="3751263"/>
            <a:ext cx="1666875"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spcBef>
                <a:spcPct val="20000"/>
              </a:spcBef>
              <a:buClr>
                <a:schemeClr val="folHlink"/>
              </a:buClr>
              <a:buSzPct val="60000"/>
              <a:buFont typeface="Wingdings" pitchFamily="2" charset="2"/>
              <a:buNone/>
            </a:pPr>
            <a:r>
              <a:rPr lang="zh-CN" altLang="en-US" dirty="0"/>
              <a:t>      </a:t>
            </a:r>
            <a:r>
              <a:rPr lang="en-US" altLang="zh-CN" dirty="0"/>
              <a:t>P</a:t>
            </a:r>
            <a:r>
              <a:rPr lang="en-US" altLang="zh-CN" baseline="-25000" dirty="0"/>
              <a:t>3</a:t>
            </a:r>
          </a:p>
        </p:txBody>
      </p:sp>
      <p:sp>
        <p:nvSpPr>
          <p:cNvPr id="67622" name="Rectangle 39">
            <a:extLst>
              <a:ext uri="{FF2B5EF4-FFF2-40B4-BE49-F238E27FC236}">
                <a16:creationId xmlns:a16="http://schemas.microsoft.com/office/drawing/2014/main" id="{13670343-2C7E-1945-D62F-2898247EE866}"/>
              </a:ext>
            </a:extLst>
          </p:cNvPr>
          <p:cNvSpPr>
            <a:spLocks noChangeArrowheads="1"/>
          </p:cNvSpPr>
          <p:nvPr/>
        </p:nvSpPr>
        <p:spPr bwMode="auto">
          <a:xfrm>
            <a:off x="6245225" y="2332038"/>
            <a:ext cx="16033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spcBef>
                <a:spcPct val="20000"/>
              </a:spcBef>
              <a:buClr>
                <a:schemeClr val="folHlink"/>
              </a:buClr>
              <a:buSzPct val="60000"/>
              <a:buFont typeface="Wingdings" pitchFamily="2" charset="2"/>
              <a:buNone/>
            </a:pPr>
            <a:r>
              <a:rPr lang="en-US" altLang="zh-CN" sz="2000"/>
              <a:t>Work+Alloc</a:t>
            </a:r>
          </a:p>
        </p:txBody>
      </p:sp>
      <p:sp>
        <p:nvSpPr>
          <p:cNvPr id="67623" name="Rectangle 40">
            <a:extLst>
              <a:ext uri="{FF2B5EF4-FFF2-40B4-BE49-F238E27FC236}">
                <a16:creationId xmlns:a16="http://schemas.microsoft.com/office/drawing/2014/main" id="{0C35800B-1BF6-79F9-3919-9BD0ACEE004D}"/>
              </a:ext>
            </a:extLst>
          </p:cNvPr>
          <p:cNvSpPr>
            <a:spLocks noChangeArrowheads="1"/>
          </p:cNvSpPr>
          <p:nvPr/>
        </p:nvSpPr>
        <p:spPr bwMode="auto">
          <a:xfrm>
            <a:off x="4724400" y="2332038"/>
            <a:ext cx="15208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spcBef>
                <a:spcPct val="20000"/>
              </a:spcBef>
              <a:buClr>
                <a:schemeClr val="folHlink"/>
              </a:buClr>
              <a:buSzPct val="60000"/>
              <a:buFont typeface="Wingdings" pitchFamily="2" charset="2"/>
              <a:buNone/>
            </a:pPr>
            <a:r>
              <a:rPr lang="zh-CN" altLang="en-US"/>
              <a:t>    </a:t>
            </a:r>
            <a:r>
              <a:rPr lang="en-US" altLang="zh-CN"/>
              <a:t>Alloc</a:t>
            </a:r>
          </a:p>
        </p:txBody>
      </p:sp>
      <p:sp>
        <p:nvSpPr>
          <p:cNvPr id="67624" name="Rectangle 41">
            <a:extLst>
              <a:ext uri="{FF2B5EF4-FFF2-40B4-BE49-F238E27FC236}">
                <a16:creationId xmlns:a16="http://schemas.microsoft.com/office/drawing/2014/main" id="{62DCFCDA-8716-67EC-15FA-FBBC289AD2F5}"/>
              </a:ext>
            </a:extLst>
          </p:cNvPr>
          <p:cNvSpPr>
            <a:spLocks noChangeArrowheads="1"/>
          </p:cNvSpPr>
          <p:nvPr/>
        </p:nvSpPr>
        <p:spPr bwMode="auto">
          <a:xfrm>
            <a:off x="3348038" y="2332038"/>
            <a:ext cx="137636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spcBef>
                <a:spcPct val="20000"/>
              </a:spcBef>
              <a:buClr>
                <a:schemeClr val="folHlink"/>
              </a:buClr>
              <a:buSzPct val="60000"/>
              <a:buFont typeface="Wingdings" pitchFamily="2" charset="2"/>
              <a:buNone/>
            </a:pPr>
            <a:r>
              <a:rPr lang="en-US" altLang="zh-CN"/>
              <a:t>   Need</a:t>
            </a:r>
          </a:p>
        </p:txBody>
      </p:sp>
      <p:sp>
        <p:nvSpPr>
          <p:cNvPr id="67625" name="Rectangle 42">
            <a:extLst>
              <a:ext uri="{FF2B5EF4-FFF2-40B4-BE49-F238E27FC236}">
                <a16:creationId xmlns:a16="http://schemas.microsoft.com/office/drawing/2014/main" id="{89A64027-BD61-424E-9F38-207348356405}"/>
              </a:ext>
            </a:extLst>
          </p:cNvPr>
          <p:cNvSpPr>
            <a:spLocks noChangeArrowheads="1"/>
          </p:cNvSpPr>
          <p:nvPr/>
        </p:nvSpPr>
        <p:spPr bwMode="auto">
          <a:xfrm>
            <a:off x="1971675" y="2332038"/>
            <a:ext cx="13763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spcBef>
                <a:spcPct val="20000"/>
              </a:spcBef>
              <a:buClr>
                <a:schemeClr val="folHlink"/>
              </a:buClr>
              <a:buSzPct val="60000"/>
              <a:buFont typeface="Wingdings" pitchFamily="2" charset="2"/>
              <a:buNone/>
            </a:pPr>
            <a:r>
              <a:rPr lang="zh-CN" altLang="en-US"/>
              <a:t>   </a:t>
            </a:r>
            <a:r>
              <a:rPr lang="en-US" altLang="zh-CN"/>
              <a:t>Work</a:t>
            </a:r>
          </a:p>
        </p:txBody>
      </p:sp>
      <p:sp>
        <p:nvSpPr>
          <p:cNvPr id="67626" name="Rectangle 43">
            <a:extLst>
              <a:ext uri="{FF2B5EF4-FFF2-40B4-BE49-F238E27FC236}">
                <a16:creationId xmlns:a16="http://schemas.microsoft.com/office/drawing/2014/main" id="{E8FF2367-5FA6-5A31-6F21-643A4DB37B1D}"/>
              </a:ext>
            </a:extLst>
          </p:cNvPr>
          <p:cNvSpPr>
            <a:spLocks noChangeArrowheads="1"/>
          </p:cNvSpPr>
          <p:nvPr/>
        </p:nvSpPr>
        <p:spPr bwMode="auto">
          <a:xfrm>
            <a:off x="304800" y="2332038"/>
            <a:ext cx="1666875"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20000"/>
              </a:spcBef>
              <a:buClr>
                <a:schemeClr val="folHlink"/>
              </a:buClr>
              <a:buSzPct val="60000"/>
              <a:buFont typeface="Wingdings" pitchFamily="2" charset="2"/>
              <a:buNone/>
            </a:pPr>
            <a:r>
              <a:rPr lang="zh-CN" altLang="en-US"/>
              <a:t>  资源情况进程</a:t>
            </a:r>
          </a:p>
        </p:txBody>
      </p:sp>
      <p:sp>
        <p:nvSpPr>
          <p:cNvPr id="67627" name="Line 44">
            <a:extLst>
              <a:ext uri="{FF2B5EF4-FFF2-40B4-BE49-F238E27FC236}">
                <a16:creationId xmlns:a16="http://schemas.microsoft.com/office/drawing/2014/main" id="{3AC48835-9FCA-BE7A-A5AC-FFCA01FD0846}"/>
              </a:ext>
            </a:extLst>
          </p:cNvPr>
          <p:cNvSpPr>
            <a:spLocks noChangeShapeType="1"/>
          </p:cNvSpPr>
          <p:nvPr/>
        </p:nvSpPr>
        <p:spPr bwMode="auto">
          <a:xfrm>
            <a:off x="304800" y="2332038"/>
            <a:ext cx="8610600" cy="0"/>
          </a:xfrm>
          <a:prstGeom prst="line">
            <a:avLst/>
          </a:prstGeom>
          <a:noFill/>
          <a:ln w="12700" cap="sq">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67628" name="Line 45">
            <a:extLst>
              <a:ext uri="{FF2B5EF4-FFF2-40B4-BE49-F238E27FC236}">
                <a16:creationId xmlns:a16="http://schemas.microsoft.com/office/drawing/2014/main" id="{764C7B0F-1B0C-57F8-F3A0-AACCC7A7D8F6}"/>
              </a:ext>
            </a:extLst>
          </p:cNvPr>
          <p:cNvSpPr>
            <a:spLocks noChangeShapeType="1"/>
          </p:cNvSpPr>
          <p:nvPr/>
        </p:nvSpPr>
        <p:spPr bwMode="auto">
          <a:xfrm>
            <a:off x="304800" y="5808663"/>
            <a:ext cx="8610600" cy="0"/>
          </a:xfrm>
          <a:prstGeom prst="line">
            <a:avLst/>
          </a:prstGeom>
          <a:noFill/>
          <a:ln w="12700" cap="sq">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67629" name="Line 46">
            <a:extLst>
              <a:ext uri="{FF2B5EF4-FFF2-40B4-BE49-F238E27FC236}">
                <a16:creationId xmlns:a16="http://schemas.microsoft.com/office/drawing/2014/main" id="{AD26DEB6-D071-81EE-2CC0-F3B28DB67C38}"/>
              </a:ext>
            </a:extLst>
          </p:cNvPr>
          <p:cNvSpPr>
            <a:spLocks noChangeShapeType="1"/>
          </p:cNvSpPr>
          <p:nvPr/>
        </p:nvSpPr>
        <p:spPr bwMode="auto">
          <a:xfrm>
            <a:off x="304800" y="2332038"/>
            <a:ext cx="0" cy="3476625"/>
          </a:xfrm>
          <a:prstGeom prst="line">
            <a:avLst/>
          </a:prstGeom>
          <a:noFill/>
          <a:ln w="12700" cap="sq">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67630" name="Line 47">
            <a:extLst>
              <a:ext uri="{FF2B5EF4-FFF2-40B4-BE49-F238E27FC236}">
                <a16:creationId xmlns:a16="http://schemas.microsoft.com/office/drawing/2014/main" id="{A4E142E9-A2D0-7F6A-7C94-005332C98B02}"/>
              </a:ext>
            </a:extLst>
          </p:cNvPr>
          <p:cNvSpPr>
            <a:spLocks noChangeShapeType="1"/>
          </p:cNvSpPr>
          <p:nvPr/>
        </p:nvSpPr>
        <p:spPr bwMode="auto">
          <a:xfrm>
            <a:off x="8915400" y="2332038"/>
            <a:ext cx="0" cy="3476625"/>
          </a:xfrm>
          <a:prstGeom prst="line">
            <a:avLst/>
          </a:prstGeom>
          <a:noFill/>
          <a:ln w="12700" cap="sq">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67631" name="Line 48">
            <a:extLst>
              <a:ext uri="{FF2B5EF4-FFF2-40B4-BE49-F238E27FC236}">
                <a16:creationId xmlns:a16="http://schemas.microsoft.com/office/drawing/2014/main" id="{8C04DE34-3AE0-2258-9494-5A7D50B8E271}"/>
              </a:ext>
            </a:extLst>
          </p:cNvPr>
          <p:cNvSpPr>
            <a:spLocks noChangeShapeType="1"/>
          </p:cNvSpPr>
          <p:nvPr/>
        </p:nvSpPr>
        <p:spPr bwMode="auto">
          <a:xfrm>
            <a:off x="1971675" y="2332038"/>
            <a:ext cx="0" cy="3476625"/>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67632" name="Line 49">
            <a:extLst>
              <a:ext uri="{FF2B5EF4-FFF2-40B4-BE49-F238E27FC236}">
                <a16:creationId xmlns:a16="http://schemas.microsoft.com/office/drawing/2014/main" id="{94E65BE7-B677-6ADD-F79A-DE59D03F29E3}"/>
              </a:ext>
            </a:extLst>
          </p:cNvPr>
          <p:cNvSpPr>
            <a:spLocks noChangeShapeType="1"/>
          </p:cNvSpPr>
          <p:nvPr/>
        </p:nvSpPr>
        <p:spPr bwMode="auto">
          <a:xfrm>
            <a:off x="3348038" y="2332038"/>
            <a:ext cx="0" cy="3476625"/>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67633" name="Line 50">
            <a:extLst>
              <a:ext uri="{FF2B5EF4-FFF2-40B4-BE49-F238E27FC236}">
                <a16:creationId xmlns:a16="http://schemas.microsoft.com/office/drawing/2014/main" id="{CDBDAAA3-6227-1C60-1C3A-EBB6C68E0103}"/>
              </a:ext>
            </a:extLst>
          </p:cNvPr>
          <p:cNvSpPr>
            <a:spLocks noChangeShapeType="1"/>
          </p:cNvSpPr>
          <p:nvPr/>
        </p:nvSpPr>
        <p:spPr bwMode="auto">
          <a:xfrm>
            <a:off x="4724400" y="2332038"/>
            <a:ext cx="0" cy="3476625"/>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67634" name="Line 51">
            <a:extLst>
              <a:ext uri="{FF2B5EF4-FFF2-40B4-BE49-F238E27FC236}">
                <a16:creationId xmlns:a16="http://schemas.microsoft.com/office/drawing/2014/main" id="{37C838A6-FFA4-8884-2BBF-98B0FB49EF33}"/>
              </a:ext>
            </a:extLst>
          </p:cNvPr>
          <p:cNvSpPr>
            <a:spLocks noChangeShapeType="1"/>
          </p:cNvSpPr>
          <p:nvPr/>
        </p:nvSpPr>
        <p:spPr bwMode="auto">
          <a:xfrm>
            <a:off x="6245225" y="2332038"/>
            <a:ext cx="0" cy="3476625"/>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67635" name="Line 52">
            <a:extLst>
              <a:ext uri="{FF2B5EF4-FFF2-40B4-BE49-F238E27FC236}">
                <a16:creationId xmlns:a16="http://schemas.microsoft.com/office/drawing/2014/main" id="{5AFDD629-FF19-6156-2C8F-4F772B6F10C1}"/>
              </a:ext>
            </a:extLst>
          </p:cNvPr>
          <p:cNvSpPr>
            <a:spLocks noChangeShapeType="1"/>
          </p:cNvSpPr>
          <p:nvPr/>
        </p:nvSpPr>
        <p:spPr bwMode="auto">
          <a:xfrm>
            <a:off x="304800" y="3246438"/>
            <a:ext cx="8610600" cy="0"/>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67636" name="Line 53">
            <a:extLst>
              <a:ext uri="{FF2B5EF4-FFF2-40B4-BE49-F238E27FC236}">
                <a16:creationId xmlns:a16="http://schemas.microsoft.com/office/drawing/2014/main" id="{A7A120C7-C6E3-8D47-6E7B-85EAEEDA8365}"/>
              </a:ext>
            </a:extLst>
          </p:cNvPr>
          <p:cNvSpPr>
            <a:spLocks noChangeShapeType="1"/>
          </p:cNvSpPr>
          <p:nvPr/>
        </p:nvSpPr>
        <p:spPr bwMode="auto">
          <a:xfrm>
            <a:off x="1971675" y="2789238"/>
            <a:ext cx="5876925" cy="0"/>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67637" name="Line 54">
            <a:extLst>
              <a:ext uri="{FF2B5EF4-FFF2-40B4-BE49-F238E27FC236}">
                <a16:creationId xmlns:a16="http://schemas.microsoft.com/office/drawing/2014/main" id="{3AC52AA4-7788-F8BA-7755-EB6AAA460CB7}"/>
              </a:ext>
            </a:extLst>
          </p:cNvPr>
          <p:cNvSpPr>
            <a:spLocks noChangeShapeType="1"/>
          </p:cNvSpPr>
          <p:nvPr/>
        </p:nvSpPr>
        <p:spPr bwMode="auto">
          <a:xfrm>
            <a:off x="304800" y="4284663"/>
            <a:ext cx="8610600" cy="0"/>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67638" name="Line 55">
            <a:extLst>
              <a:ext uri="{FF2B5EF4-FFF2-40B4-BE49-F238E27FC236}">
                <a16:creationId xmlns:a16="http://schemas.microsoft.com/office/drawing/2014/main" id="{E0373900-E050-354C-065A-54EA07D4433A}"/>
              </a:ext>
            </a:extLst>
          </p:cNvPr>
          <p:cNvSpPr>
            <a:spLocks noChangeShapeType="1"/>
          </p:cNvSpPr>
          <p:nvPr/>
        </p:nvSpPr>
        <p:spPr bwMode="auto">
          <a:xfrm>
            <a:off x="304800" y="4818063"/>
            <a:ext cx="8610600" cy="0"/>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67639" name="Line 56">
            <a:extLst>
              <a:ext uri="{FF2B5EF4-FFF2-40B4-BE49-F238E27FC236}">
                <a16:creationId xmlns:a16="http://schemas.microsoft.com/office/drawing/2014/main" id="{9365AB8D-1F28-C0A0-EDAD-8D197235A3FD}"/>
              </a:ext>
            </a:extLst>
          </p:cNvPr>
          <p:cNvSpPr>
            <a:spLocks noChangeShapeType="1"/>
          </p:cNvSpPr>
          <p:nvPr/>
        </p:nvSpPr>
        <p:spPr bwMode="auto">
          <a:xfrm>
            <a:off x="304800" y="5351463"/>
            <a:ext cx="8610600" cy="0"/>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67640" name="Line 57">
            <a:extLst>
              <a:ext uri="{FF2B5EF4-FFF2-40B4-BE49-F238E27FC236}">
                <a16:creationId xmlns:a16="http://schemas.microsoft.com/office/drawing/2014/main" id="{B66446CA-FE6D-4944-6012-FD9EC7E7762D}"/>
              </a:ext>
            </a:extLst>
          </p:cNvPr>
          <p:cNvSpPr>
            <a:spLocks noChangeShapeType="1"/>
          </p:cNvSpPr>
          <p:nvPr/>
        </p:nvSpPr>
        <p:spPr bwMode="auto">
          <a:xfrm>
            <a:off x="304800" y="2332038"/>
            <a:ext cx="1666875" cy="914400"/>
          </a:xfrm>
          <a:prstGeom prst="line">
            <a:avLst/>
          </a:prstGeom>
          <a:noFill/>
          <a:ln w="12700" cap="rnd">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67641" name="Line 58">
            <a:extLst>
              <a:ext uri="{FF2B5EF4-FFF2-40B4-BE49-F238E27FC236}">
                <a16:creationId xmlns:a16="http://schemas.microsoft.com/office/drawing/2014/main" id="{5F1C2B3A-1E8A-7C4C-6C20-676763C7564C}"/>
              </a:ext>
            </a:extLst>
          </p:cNvPr>
          <p:cNvSpPr>
            <a:spLocks noChangeShapeType="1"/>
          </p:cNvSpPr>
          <p:nvPr/>
        </p:nvSpPr>
        <p:spPr bwMode="auto">
          <a:xfrm>
            <a:off x="304800" y="3751263"/>
            <a:ext cx="8610600" cy="0"/>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67642" name="Line 59">
            <a:extLst>
              <a:ext uri="{FF2B5EF4-FFF2-40B4-BE49-F238E27FC236}">
                <a16:creationId xmlns:a16="http://schemas.microsoft.com/office/drawing/2014/main" id="{87C5BE4C-72E5-B04F-4BBB-AB65A2442746}"/>
              </a:ext>
            </a:extLst>
          </p:cNvPr>
          <p:cNvSpPr>
            <a:spLocks noChangeShapeType="1"/>
          </p:cNvSpPr>
          <p:nvPr/>
        </p:nvSpPr>
        <p:spPr bwMode="auto">
          <a:xfrm>
            <a:off x="7848600" y="2332038"/>
            <a:ext cx="0" cy="3476625"/>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a:lstStyle/>
          <a:p>
            <a:endParaRPr lang="zh-CN" altLang="en-US"/>
          </a:p>
        </p:txBody>
      </p:sp>
      <p:sp>
        <p:nvSpPr>
          <p:cNvPr id="2" name="灯片编号占位符 1">
            <a:extLst>
              <a:ext uri="{FF2B5EF4-FFF2-40B4-BE49-F238E27FC236}">
                <a16:creationId xmlns:a16="http://schemas.microsoft.com/office/drawing/2014/main" id="{3BBA072E-DAD0-1C6B-C168-C754E38A8BFB}"/>
              </a:ext>
            </a:extLst>
          </p:cNvPr>
          <p:cNvSpPr>
            <a:spLocks noGrp="1"/>
          </p:cNvSpPr>
          <p:nvPr>
            <p:ph type="sldNum" sz="quarter" idx="12"/>
          </p:nvPr>
        </p:nvSpPr>
        <p:spPr/>
        <p:txBody>
          <a:bodyPr/>
          <a:lstStyle/>
          <a:p>
            <a:fld id="{4093CC90-4002-504C-BD88-C9A1D374048E}" type="slidenum">
              <a:rPr lang="zh-CN" altLang="en-US" smtClean="0"/>
              <a:pPr/>
              <a:t>40</a:t>
            </a:fld>
            <a:endParaRPr lang="zh-CN" altLang="en-US" dirty="0"/>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6" presetClass="entr" presetSubtype="42" fill="hold" nodeType="clickEffect">
                                  <p:stCondLst>
                                    <p:cond delay="0"/>
                                  </p:stCondLst>
                                  <p:childTnLst>
                                    <p:set>
                                      <p:cBhvr>
                                        <p:cTn id="6" dur="1" fill="hold">
                                          <p:stCondLst>
                                            <p:cond delay="0"/>
                                          </p:stCondLst>
                                        </p:cTn>
                                        <p:tgtEl>
                                          <p:spTgt spid="278541"/>
                                        </p:tgtEl>
                                        <p:attrNameLst>
                                          <p:attrName>style.visibility</p:attrName>
                                        </p:attrNameLst>
                                      </p:cBhvr>
                                      <p:to>
                                        <p:strVal val="visible"/>
                                      </p:to>
                                    </p:set>
                                    <p:animEffect transition="in" filter="barn(outHorizontal)">
                                      <p:cBhvr>
                                        <p:cTn id="7" dur="500"/>
                                        <p:tgtEl>
                                          <p:spTgt spid="27854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6" presetClass="entr" presetSubtype="42" fill="hold" nodeType="clickEffect">
                                  <p:stCondLst>
                                    <p:cond delay="0"/>
                                  </p:stCondLst>
                                  <p:childTnLst>
                                    <p:set>
                                      <p:cBhvr>
                                        <p:cTn id="11" dur="1" fill="hold">
                                          <p:stCondLst>
                                            <p:cond delay="0"/>
                                          </p:stCondLst>
                                        </p:cTn>
                                        <p:tgtEl>
                                          <p:spTgt spid="278542"/>
                                        </p:tgtEl>
                                        <p:attrNameLst>
                                          <p:attrName>style.visibility</p:attrName>
                                        </p:attrNameLst>
                                      </p:cBhvr>
                                      <p:to>
                                        <p:strVal val="visible"/>
                                      </p:to>
                                    </p:set>
                                    <p:animEffect transition="in" filter="barn(outHorizontal)">
                                      <p:cBhvr>
                                        <p:cTn id="12" dur="500"/>
                                        <p:tgtEl>
                                          <p:spTgt spid="27854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6" presetClass="entr" presetSubtype="42" fill="hold" nodeType="clickEffect">
                                  <p:stCondLst>
                                    <p:cond delay="0"/>
                                  </p:stCondLst>
                                  <p:childTnLst>
                                    <p:set>
                                      <p:cBhvr>
                                        <p:cTn id="16" dur="1" fill="hold">
                                          <p:stCondLst>
                                            <p:cond delay="0"/>
                                          </p:stCondLst>
                                        </p:cTn>
                                        <p:tgtEl>
                                          <p:spTgt spid="278540"/>
                                        </p:tgtEl>
                                        <p:attrNameLst>
                                          <p:attrName>style.visibility</p:attrName>
                                        </p:attrNameLst>
                                      </p:cBhvr>
                                      <p:to>
                                        <p:strVal val="visible"/>
                                      </p:to>
                                    </p:set>
                                    <p:animEffect transition="in" filter="barn(outHorizontal)">
                                      <p:cBhvr>
                                        <p:cTn id="17" dur="500"/>
                                        <p:tgtEl>
                                          <p:spTgt spid="278540"/>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6" presetClass="entr" presetSubtype="42" fill="hold" nodeType="clickEffect">
                                  <p:stCondLst>
                                    <p:cond delay="0"/>
                                  </p:stCondLst>
                                  <p:childTnLst>
                                    <p:set>
                                      <p:cBhvr>
                                        <p:cTn id="21" dur="1" fill="hold">
                                          <p:stCondLst>
                                            <p:cond delay="0"/>
                                          </p:stCondLst>
                                        </p:cTn>
                                        <p:tgtEl>
                                          <p:spTgt spid="278539"/>
                                        </p:tgtEl>
                                        <p:attrNameLst>
                                          <p:attrName>style.visibility</p:attrName>
                                        </p:attrNameLst>
                                      </p:cBhvr>
                                      <p:to>
                                        <p:strVal val="visible"/>
                                      </p:to>
                                    </p:set>
                                    <p:animEffect transition="in" filter="barn(outHorizontal)">
                                      <p:cBhvr>
                                        <p:cTn id="22" dur="500"/>
                                        <p:tgtEl>
                                          <p:spTgt spid="278539"/>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6" presetClass="entr" presetSubtype="42" fill="hold" nodeType="clickEffect">
                                  <p:stCondLst>
                                    <p:cond delay="0"/>
                                  </p:stCondLst>
                                  <p:childTnLst>
                                    <p:set>
                                      <p:cBhvr>
                                        <p:cTn id="26" dur="1" fill="hold">
                                          <p:stCondLst>
                                            <p:cond delay="0"/>
                                          </p:stCondLst>
                                        </p:cTn>
                                        <p:tgtEl>
                                          <p:spTgt spid="278538"/>
                                        </p:tgtEl>
                                        <p:attrNameLst>
                                          <p:attrName>style.visibility</p:attrName>
                                        </p:attrNameLst>
                                      </p:cBhvr>
                                      <p:to>
                                        <p:strVal val="visible"/>
                                      </p:to>
                                    </p:set>
                                    <p:animEffect transition="in" filter="barn(outHorizontal)">
                                      <p:cBhvr>
                                        <p:cTn id="27" dur="500"/>
                                        <p:tgtEl>
                                          <p:spTgt spid="278538"/>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6" presetClass="entr" presetSubtype="42" fill="hold" nodeType="clickEffect">
                                  <p:stCondLst>
                                    <p:cond delay="0"/>
                                  </p:stCondLst>
                                  <p:childTnLst>
                                    <p:set>
                                      <p:cBhvr>
                                        <p:cTn id="31" dur="1" fill="hold">
                                          <p:stCondLst>
                                            <p:cond delay="0"/>
                                          </p:stCondLst>
                                        </p:cTn>
                                        <p:tgtEl>
                                          <p:spTgt spid="278536"/>
                                        </p:tgtEl>
                                        <p:attrNameLst>
                                          <p:attrName>style.visibility</p:attrName>
                                        </p:attrNameLst>
                                      </p:cBhvr>
                                      <p:to>
                                        <p:strVal val="visible"/>
                                      </p:to>
                                    </p:set>
                                    <p:animEffect transition="in" filter="barn(outHorizontal)">
                                      <p:cBhvr>
                                        <p:cTn id="32" dur="500"/>
                                        <p:tgtEl>
                                          <p:spTgt spid="278536"/>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16" presetClass="entr" presetSubtype="42" fill="hold" nodeType="clickEffect">
                                  <p:stCondLst>
                                    <p:cond delay="0"/>
                                  </p:stCondLst>
                                  <p:childTnLst>
                                    <p:set>
                                      <p:cBhvr>
                                        <p:cTn id="36" dur="1" fill="hold">
                                          <p:stCondLst>
                                            <p:cond delay="0"/>
                                          </p:stCondLst>
                                        </p:cTn>
                                        <p:tgtEl>
                                          <p:spTgt spid="278565"/>
                                        </p:tgtEl>
                                        <p:attrNameLst>
                                          <p:attrName>style.visibility</p:attrName>
                                        </p:attrNameLst>
                                      </p:cBhvr>
                                      <p:to>
                                        <p:strVal val="visible"/>
                                      </p:to>
                                    </p:set>
                                    <p:animEffect transition="in" filter="barn(outHorizontal)">
                                      <p:cBhvr>
                                        <p:cTn id="37" dur="500"/>
                                        <p:tgtEl>
                                          <p:spTgt spid="278565"/>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16" presetClass="entr" presetSubtype="42" fill="hold" nodeType="clickEffect">
                                  <p:stCondLst>
                                    <p:cond delay="0"/>
                                  </p:stCondLst>
                                  <p:childTnLst>
                                    <p:set>
                                      <p:cBhvr>
                                        <p:cTn id="41" dur="1" fill="hold">
                                          <p:stCondLst>
                                            <p:cond delay="0"/>
                                          </p:stCondLst>
                                        </p:cTn>
                                        <p:tgtEl>
                                          <p:spTgt spid="278566"/>
                                        </p:tgtEl>
                                        <p:attrNameLst>
                                          <p:attrName>style.visibility</p:attrName>
                                        </p:attrNameLst>
                                      </p:cBhvr>
                                      <p:to>
                                        <p:strVal val="visible"/>
                                      </p:to>
                                    </p:set>
                                    <p:animEffect transition="in" filter="barn(outHorizontal)">
                                      <p:cBhvr>
                                        <p:cTn id="42" dur="500"/>
                                        <p:tgtEl>
                                          <p:spTgt spid="278566"/>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16" presetClass="entr" presetSubtype="42" fill="hold" nodeType="clickEffect">
                                  <p:stCondLst>
                                    <p:cond delay="0"/>
                                  </p:stCondLst>
                                  <p:childTnLst>
                                    <p:set>
                                      <p:cBhvr>
                                        <p:cTn id="46" dur="1" fill="hold">
                                          <p:stCondLst>
                                            <p:cond delay="0"/>
                                          </p:stCondLst>
                                        </p:cTn>
                                        <p:tgtEl>
                                          <p:spTgt spid="278564"/>
                                        </p:tgtEl>
                                        <p:attrNameLst>
                                          <p:attrName>style.visibility</p:attrName>
                                        </p:attrNameLst>
                                      </p:cBhvr>
                                      <p:to>
                                        <p:strVal val="visible"/>
                                      </p:to>
                                    </p:set>
                                    <p:animEffect transition="in" filter="barn(outHorizontal)">
                                      <p:cBhvr>
                                        <p:cTn id="47" dur="500"/>
                                        <p:tgtEl>
                                          <p:spTgt spid="278564"/>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16" presetClass="entr" presetSubtype="42" fill="hold" nodeType="clickEffect">
                                  <p:stCondLst>
                                    <p:cond delay="0"/>
                                  </p:stCondLst>
                                  <p:childTnLst>
                                    <p:set>
                                      <p:cBhvr>
                                        <p:cTn id="51" dur="1" fill="hold">
                                          <p:stCondLst>
                                            <p:cond delay="0"/>
                                          </p:stCondLst>
                                        </p:cTn>
                                        <p:tgtEl>
                                          <p:spTgt spid="278563"/>
                                        </p:tgtEl>
                                        <p:attrNameLst>
                                          <p:attrName>style.visibility</p:attrName>
                                        </p:attrNameLst>
                                      </p:cBhvr>
                                      <p:to>
                                        <p:strVal val="visible"/>
                                      </p:to>
                                    </p:set>
                                    <p:animEffect transition="in" filter="barn(outHorizontal)">
                                      <p:cBhvr>
                                        <p:cTn id="52" dur="500"/>
                                        <p:tgtEl>
                                          <p:spTgt spid="278563"/>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16" presetClass="entr" presetSubtype="42" fill="hold" nodeType="clickEffect">
                                  <p:stCondLst>
                                    <p:cond delay="0"/>
                                  </p:stCondLst>
                                  <p:childTnLst>
                                    <p:set>
                                      <p:cBhvr>
                                        <p:cTn id="56" dur="1" fill="hold">
                                          <p:stCondLst>
                                            <p:cond delay="0"/>
                                          </p:stCondLst>
                                        </p:cTn>
                                        <p:tgtEl>
                                          <p:spTgt spid="278562"/>
                                        </p:tgtEl>
                                        <p:attrNameLst>
                                          <p:attrName>style.visibility</p:attrName>
                                        </p:attrNameLst>
                                      </p:cBhvr>
                                      <p:to>
                                        <p:strVal val="visible"/>
                                      </p:to>
                                    </p:set>
                                    <p:animEffect transition="in" filter="barn(outHorizontal)">
                                      <p:cBhvr>
                                        <p:cTn id="57" dur="500"/>
                                        <p:tgtEl>
                                          <p:spTgt spid="278562"/>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16" presetClass="entr" presetSubtype="42" fill="hold" nodeType="clickEffect">
                                  <p:stCondLst>
                                    <p:cond delay="0"/>
                                  </p:stCondLst>
                                  <p:childTnLst>
                                    <p:set>
                                      <p:cBhvr>
                                        <p:cTn id="61" dur="1" fill="hold">
                                          <p:stCondLst>
                                            <p:cond delay="0"/>
                                          </p:stCondLst>
                                        </p:cTn>
                                        <p:tgtEl>
                                          <p:spTgt spid="278535"/>
                                        </p:tgtEl>
                                        <p:attrNameLst>
                                          <p:attrName>style.visibility</p:attrName>
                                        </p:attrNameLst>
                                      </p:cBhvr>
                                      <p:to>
                                        <p:strVal val="visible"/>
                                      </p:to>
                                    </p:set>
                                    <p:animEffect transition="in" filter="barn(outHorizontal)">
                                      <p:cBhvr>
                                        <p:cTn id="62" dur="500"/>
                                        <p:tgtEl>
                                          <p:spTgt spid="278535"/>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16" presetClass="entr" presetSubtype="42" fill="hold" nodeType="clickEffect">
                                  <p:stCondLst>
                                    <p:cond delay="0"/>
                                  </p:stCondLst>
                                  <p:childTnLst>
                                    <p:set>
                                      <p:cBhvr>
                                        <p:cTn id="66" dur="1" fill="hold">
                                          <p:stCondLst>
                                            <p:cond delay="0"/>
                                          </p:stCondLst>
                                        </p:cTn>
                                        <p:tgtEl>
                                          <p:spTgt spid="278556"/>
                                        </p:tgtEl>
                                        <p:attrNameLst>
                                          <p:attrName>style.visibility</p:attrName>
                                        </p:attrNameLst>
                                      </p:cBhvr>
                                      <p:to>
                                        <p:strVal val="visible"/>
                                      </p:to>
                                    </p:set>
                                    <p:animEffect transition="in" filter="barn(outHorizontal)">
                                      <p:cBhvr>
                                        <p:cTn id="67" dur="500"/>
                                        <p:tgtEl>
                                          <p:spTgt spid="278556"/>
                                        </p:tgtEl>
                                      </p:cBhvr>
                                    </p:animEffect>
                                  </p:childTnLst>
                                </p:cTn>
                              </p:par>
                            </p:childTnLst>
                          </p:cTn>
                        </p:par>
                      </p:childTnLst>
                    </p:cTn>
                  </p:par>
                  <p:par>
                    <p:cTn id="68" fill="hold" nodeType="clickPar">
                      <p:stCondLst>
                        <p:cond delay="indefinite"/>
                      </p:stCondLst>
                      <p:childTnLst>
                        <p:par>
                          <p:cTn id="69" fill="hold" nodeType="withGroup">
                            <p:stCondLst>
                              <p:cond delay="0"/>
                            </p:stCondLst>
                            <p:childTnLst>
                              <p:par>
                                <p:cTn id="70" presetID="16" presetClass="entr" presetSubtype="42" fill="hold" nodeType="clickEffect">
                                  <p:stCondLst>
                                    <p:cond delay="0"/>
                                  </p:stCondLst>
                                  <p:childTnLst>
                                    <p:set>
                                      <p:cBhvr>
                                        <p:cTn id="71" dur="1" fill="hold">
                                          <p:stCondLst>
                                            <p:cond delay="0"/>
                                          </p:stCondLst>
                                        </p:cTn>
                                        <p:tgtEl>
                                          <p:spTgt spid="278557"/>
                                        </p:tgtEl>
                                        <p:attrNameLst>
                                          <p:attrName>style.visibility</p:attrName>
                                        </p:attrNameLst>
                                      </p:cBhvr>
                                      <p:to>
                                        <p:strVal val="visible"/>
                                      </p:to>
                                    </p:set>
                                    <p:animEffect transition="in" filter="barn(outHorizontal)">
                                      <p:cBhvr>
                                        <p:cTn id="72" dur="500"/>
                                        <p:tgtEl>
                                          <p:spTgt spid="278557"/>
                                        </p:tgtEl>
                                      </p:cBhvr>
                                    </p:animEffect>
                                  </p:childTnLst>
                                </p:cTn>
                              </p:par>
                            </p:childTnLst>
                          </p:cTn>
                        </p:par>
                      </p:childTnLst>
                    </p:cTn>
                  </p:par>
                  <p:par>
                    <p:cTn id="73" fill="hold" nodeType="clickPar">
                      <p:stCondLst>
                        <p:cond delay="indefinite"/>
                      </p:stCondLst>
                      <p:childTnLst>
                        <p:par>
                          <p:cTn id="74" fill="hold" nodeType="withGroup">
                            <p:stCondLst>
                              <p:cond delay="0"/>
                            </p:stCondLst>
                            <p:childTnLst>
                              <p:par>
                                <p:cTn id="75" presetID="16" presetClass="entr" presetSubtype="42" fill="hold" nodeType="clickEffect">
                                  <p:stCondLst>
                                    <p:cond delay="0"/>
                                  </p:stCondLst>
                                  <p:childTnLst>
                                    <p:set>
                                      <p:cBhvr>
                                        <p:cTn id="76" dur="1" fill="hold">
                                          <p:stCondLst>
                                            <p:cond delay="0"/>
                                          </p:stCondLst>
                                        </p:cTn>
                                        <p:tgtEl>
                                          <p:spTgt spid="278555"/>
                                        </p:tgtEl>
                                        <p:attrNameLst>
                                          <p:attrName>style.visibility</p:attrName>
                                        </p:attrNameLst>
                                      </p:cBhvr>
                                      <p:to>
                                        <p:strVal val="visible"/>
                                      </p:to>
                                    </p:set>
                                    <p:animEffect transition="in" filter="barn(outHorizontal)">
                                      <p:cBhvr>
                                        <p:cTn id="77" dur="500"/>
                                        <p:tgtEl>
                                          <p:spTgt spid="278555"/>
                                        </p:tgtEl>
                                      </p:cBhvr>
                                    </p:animEffect>
                                  </p:childTnLst>
                                </p:cTn>
                              </p:par>
                            </p:childTnLst>
                          </p:cTn>
                        </p:par>
                      </p:childTnLst>
                    </p:cTn>
                  </p:par>
                  <p:par>
                    <p:cTn id="78" fill="hold" nodeType="clickPar">
                      <p:stCondLst>
                        <p:cond delay="indefinite"/>
                      </p:stCondLst>
                      <p:childTnLst>
                        <p:par>
                          <p:cTn id="79" fill="hold" nodeType="withGroup">
                            <p:stCondLst>
                              <p:cond delay="0"/>
                            </p:stCondLst>
                            <p:childTnLst>
                              <p:par>
                                <p:cTn id="80" presetID="16" presetClass="entr" presetSubtype="42" fill="hold" nodeType="clickEffect">
                                  <p:stCondLst>
                                    <p:cond delay="0"/>
                                  </p:stCondLst>
                                  <p:childTnLst>
                                    <p:set>
                                      <p:cBhvr>
                                        <p:cTn id="81" dur="1" fill="hold">
                                          <p:stCondLst>
                                            <p:cond delay="0"/>
                                          </p:stCondLst>
                                        </p:cTn>
                                        <p:tgtEl>
                                          <p:spTgt spid="278554"/>
                                        </p:tgtEl>
                                        <p:attrNameLst>
                                          <p:attrName>style.visibility</p:attrName>
                                        </p:attrNameLst>
                                      </p:cBhvr>
                                      <p:to>
                                        <p:strVal val="visible"/>
                                      </p:to>
                                    </p:set>
                                    <p:animEffect transition="in" filter="barn(outHorizontal)">
                                      <p:cBhvr>
                                        <p:cTn id="82" dur="500"/>
                                        <p:tgtEl>
                                          <p:spTgt spid="278554"/>
                                        </p:tgtEl>
                                      </p:cBhvr>
                                    </p:animEffect>
                                  </p:childTnLst>
                                </p:cTn>
                              </p:par>
                            </p:childTnLst>
                          </p:cTn>
                        </p:par>
                      </p:childTnLst>
                    </p:cTn>
                  </p:par>
                  <p:par>
                    <p:cTn id="83" fill="hold" nodeType="clickPar">
                      <p:stCondLst>
                        <p:cond delay="indefinite"/>
                      </p:stCondLst>
                      <p:childTnLst>
                        <p:par>
                          <p:cTn id="84" fill="hold" nodeType="withGroup">
                            <p:stCondLst>
                              <p:cond delay="0"/>
                            </p:stCondLst>
                            <p:childTnLst>
                              <p:par>
                                <p:cTn id="85" presetID="16" presetClass="entr" presetSubtype="42" fill="hold" nodeType="clickEffect">
                                  <p:stCondLst>
                                    <p:cond delay="0"/>
                                  </p:stCondLst>
                                  <p:childTnLst>
                                    <p:set>
                                      <p:cBhvr>
                                        <p:cTn id="86" dur="1" fill="hold">
                                          <p:stCondLst>
                                            <p:cond delay="0"/>
                                          </p:stCondLst>
                                        </p:cTn>
                                        <p:tgtEl>
                                          <p:spTgt spid="278553"/>
                                        </p:tgtEl>
                                        <p:attrNameLst>
                                          <p:attrName>style.visibility</p:attrName>
                                        </p:attrNameLst>
                                      </p:cBhvr>
                                      <p:to>
                                        <p:strVal val="visible"/>
                                      </p:to>
                                    </p:set>
                                    <p:animEffect transition="in" filter="barn(outHorizontal)">
                                      <p:cBhvr>
                                        <p:cTn id="87" dur="500"/>
                                        <p:tgtEl>
                                          <p:spTgt spid="278553"/>
                                        </p:tgtEl>
                                      </p:cBhvr>
                                    </p:animEffect>
                                  </p:childTnLst>
                                </p:cTn>
                              </p:par>
                            </p:childTnLst>
                          </p:cTn>
                        </p:par>
                      </p:childTnLst>
                    </p:cTn>
                  </p:par>
                  <p:par>
                    <p:cTn id="88" fill="hold" nodeType="clickPar">
                      <p:stCondLst>
                        <p:cond delay="indefinite"/>
                      </p:stCondLst>
                      <p:childTnLst>
                        <p:par>
                          <p:cTn id="89" fill="hold" nodeType="withGroup">
                            <p:stCondLst>
                              <p:cond delay="0"/>
                            </p:stCondLst>
                            <p:childTnLst>
                              <p:par>
                                <p:cTn id="90" presetID="16" presetClass="entr" presetSubtype="42" fill="hold" nodeType="clickEffect">
                                  <p:stCondLst>
                                    <p:cond delay="0"/>
                                  </p:stCondLst>
                                  <p:childTnLst>
                                    <p:set>
                                      <p:cBhvr>
                                        <p:cTn id="91" dur="1" fill="hold">
                                          <p:stCondLst>
                                            <p:cond delay="0"/>
                                          </p:stCondLst>
                                        </p:cTn>
                                        <p:tgtEl>
                                          <p:spTgt spid="278534"/>
                                        </p:tgtEl>
                                        <p:attrNameLst>
                                          <p:attrName>style.visibility</p:attrName>
                                        </p:attrNameLst>
                                      </p:cBhvr>
                                      <p:to>
                                        <p:strVal val="visible"/>
                                      </p:to>
                                    </p:set>
                                    <p:animEffect transition="in" filter="barn(outHorizontal)">
                                      <p:cBhvr>
                                        <p:cTn id="92" dur="500"/>
                                        <p:tgtEl>
                                          <p:spTgt spid="278534"/>
                                        </p:tgtEl>
                                      </p:cBhvr>
                                    </p:animEffect>
                                  </p:childTnLst>
                                </p:cTn>
                              </p:par>
                            </p:childTnLst>
                          </p:cTn>
                        </p:par>
                      </p:childTnLst>
                    </p:cTn>
                  </p:par>
                  <p:par>
                    <p:cTn id="93" fill="hold" nodeType="clickPar">
                      <p:stCondLst>
                        <p:cond delay="indefinite"/>
                      </p:stCondLst>
                      <p:childTnLst>
                        <p:par>
                          <p:cTn id="94" fill="hold" nodeType="withGroup">
                            <p:stCondLst>
                              <p:cond delay="0"/>
                            </p:stCondLst>
                            <p:childTnLst>
                              <p:par>
                                <p:cTn id="95" presetID="16" presetClass="entr" presetSubtype="42" fill="hold" nodeType="clickEffect">
                                  <p:stCondLst>
                                    <p:cond delay="0"/>
                                  </p:stCondLst>
                                  <p:childTnLst>
                                    <p:set>
                                      <p:cBhvr>
                                        <p:cTn id="96" dur="1" fill="hold">
                                          <p:stCondLst>
                                            <p:cond delay="0"/>
                                          </p:stCondLst>
                                        </p:cTn>
                                        <p:tgtEl>
                                          <p:spTgt spid="278551"/>
                                        </p:tgtEl>
                                        <p:attrNameLst>
                                          <p:attrName>style.visibility</p:attrName>
                                        </p:attrNameLst>
                                      </p:cBhvr>
                                      <p:to>
                                        <p:strVal val="visible"/>
                                      </p:to>
                                    </p:set>
                                    <p:animEffect transition="in" filter="barn(outHorizontal)">
                                      <p:cBhvr>
                                        <p:cTn id="97" dur="500"/>
                                        <p:tgtEl>
                                          <p:spTgt spid="278551"/>
                                        </p:tgtEl>
                                      </p:cBhvr>
                                    </p:animEffect>
                                  </p:childTnLst>
                                </p:cTn>
                              </p:par>
                            </p:childTnLst>
                          </p:cTn>
                        </p:par>
                      </p:childTnLst>
                    </p:cTn>
                  </p:par>
                  <p:par>
                    <p:cTn id="98" fill="hold" nodeType="clickPar">
                      <p:stCondLst>
                        <p:cond delay="indefinite"/>
                      </p:stCondLst>
                      <p:childTnLst>
                        <p:par>
                          <p:cTn id="99" fill="hold" nodeType="withGroup">
                            <p:stCondLst>
                              <p:cond delay="0"/>
                            </p:stCondLst>
                            <p:childTnLst>
                              <p:par>
                                <p:cTn id="100" presetID="16" presetClass="entr" presetSubtype="42" fill="hold" nodeType="clickEffect">
                                  <p:stCondLst>
                                    <p:cond delay="0"/>
                                  </p:stCondLst>
                                  <p:childTnLst>
                                    <p:set>
                                      <p:cBhvr>
                                        <p:cTn id="101" dur="1" fill="hold">
                                          <p:stCondLst>
                                            <p:cond delay="0"/>
                                          </p:stCondLst>
                                        </p:cTn>
                                        <p:tgtEl>
                                          <p:spTgt spid="278552"/>
                                        </p:tgtEl>
                                        <p:attrNameLst>
                                          <p:attrName>style.visibility</p:attrName>
                                        </p:attrNameLst>
                                      </p:cBhvr>
                                      <p:to>
                                        <p:strVal val="visible"/>
                                      </p:to>
                                    </p:set>
                                    <p:animEffect transition="in" filter="barn(outHorizontal)">
                                      <p:cBhvr>
                                        <p:cTn id="102" dur="500"/>
                                        <p:tgtEl>
                                          <p:spTgt spid="278552"/>
                                        </p:tgtEl>
                                      </p:cBhvr>
                                    </p:animEffect>
                                  </p:childTnLst>
                                </p:cTn>
                              </p:par>
                            </p:childTnLst>
                          </p:cTn>
                        </p:par>
                      </p:childTnLst>
                    </p:cTn>
                  </p:par>
                  <p:par>
                    <p:cTn id="103" fill="hold" nodeType="clickPar">
                      <p:stCondLst>
                        <p:cond delay="indefinite"/>
                      </p:stCondLst>
                      <p:childTnLst>
                        <p:par>
                          <p:cTn id="104" fill="hold" nodeType="withGroup">
                            <p:stCondLst>
                              <p:cond delay="0"/>
                            </p:stCondLst>
                            <p:childTnLst>
                              <p:par>
                                <p:cTn id="105" presetID="16" presetClass="entr" presetSubtype="42" fill="hold" nodeType="clickEffect">
                                  <p:stCondLst>
                                    <p:cond delay="0"/>
                                  </p:stCondLst>
                                  <p:childTnLst>
                                    <p:set>
                                      <p:cBhvr>
                                        <p:cTn id="106" dur="1" fill="hold">
                                          <p:stCondLst>
                                            <p:cond delay="0"/>
                                          </p:stCondLst>
                                        </p:cTn>
                                        <p:tgtEl>
                                          <p:spTgt spid="278550"/>
                                        </p:tgtEl>
                                        <p:attrNameLst>
                                          <p:attrName>style.visibility</p:attrName>
                                        </p:attrNameLst>
                                      </p:cBhvr>
                                      <p:to>
                                        <p:strVal val="visible"/>
                                      </p:to>
                                    </p:set>
                                    <p:animEffect transition="in" filter="barn(outHorizontal)">
                                      <p:cBhvr>
                                        <p:cTn id="107" dur="500"/>
                                        <p:tgtEl>
                                          <p:spTgt spid="278550"/>
                                        </p:tgtEl>
                                      </p:cBhvr>
                                    </p:animEffect>
                                  </p:childTnLst>
                                </p:cTn>
                              </p:par>
                            </p:childTnLst>
                          </p:cTn>
                        </p:par>
                      </p:childTnLst>
                    </p:cTn>
                  </p:par>
                  <p:par>
                    <p:cTn id="108" fill="hold" nodeType="clickPar">
                      <p:stCondLst>
                        <p:cond delay="indefinite"/>
                      </p:stCondLst>
                      <p:childTnLst>
                        <p:par>
                          <p:cTn id="109" fill="hold" nodeType="withGroup">
                            <p:stCondLst>
                              <p:cond delay="0"/>
                            </p:stCondLst>
                            <p:childTnLst>
                              <p:par>
                                <p:cTn id="110" presetID="16" presetClass="entr" presetSubtype="42" fill="hold" nodeType="clickEffect">
                                  <p:stCondLst>
                                    <p:cond delay="0"/>
                                  </p:stCondLst>
                                  <p:childTnLst>
                                    <p:set>
                                      <p:cBhvr>
                                        <p:cTn id="111" dur="1" fill="hold">
                                          <p:stCondLst>
                                            <p:cond delay="0"/>
                                          </p:stCondLst>
                                        </p:cTn>
                                        <p:tgtEl>
                                          <p:spTgt spid="278549"/>
                                        </p:tgtEl>
                                        <p:attrNameLst>
                                          <p:attrName>style.visibility</p:attrName>
                                        </p:attrNameLst>
                                      </p:cBhvr>
                                      <p:to>
                                        <p:strVal val="visible"/>
                                      </p:to>
                                    </p:set>
                                    <p:animEffect transition="in" filter="barn(outHorizontal)">
                                      <p:cBhvr>
                                        <p:cTn id="112" dur="500"/>
                                        <p:tgtEl>
                                          <p:spTgt spid="278549"/>
                                        </p:tgtEl>
                                      </p:cBhvr>
                                    </p:animEffect>
                                  </p:childTnLst>
                                </p:cTn>
                              </p:par>
                            </p:childTnLst>
                          </p:cTn>
                        </p:par>
                      </p:childTnLst>
                    </p:cTn>
                  </p:par>
                  <p:par>
                    <p:cTn id="113" fill="hold" nodeType="clickPar">
                      <p:stCondLst>
                        <p:cond delay="indefinite"/>
                      </p:stCondLst>
                      <p:childTnLst>
                        <p:par>
                          <p:cTn id="114" fill="hold" nodeType="withGroup">
                            <p:stCondLst>
                              <p:cond delay="0"/>
                            </p:stCondLst>
                            <p:childTnLst>
                              <p:par>
                                <p:cTn id="115" presetID="16" presetClass="entr" presetSubtype="42" fill="hold" nodeType="clickEffect">
                                  <p:stCondLst>
                                    <p:cond delay="0"/>
                                  </p:stCondLst>
                                  <p:childTnLst>
                                    <p:set>
                                      <p:cBhvr>
                                        <p:cTn id="116" dur="1" fill="hold">
                                          <p:stCondLst>
                                            <p:cond delay="0"/>
                                          </p:stCondLst>
                                        </p:cTn>
                                        <p:tgtEl>
                                          <p:spTgt spid="278548"/>
                                        </p:tgtEl>
                                        <p:attrNameLst>
                                          <p:attrName>style.visibility</p:attrName>
                                        </p:attrNameLst>
                                      </p:cBhvr>
                                      <p:to>
                                        <p:strVal val="visible"/>
                                      </p:to>
                                    </p:set>
                                    <p:animEffect transition="in" filter="barn(outHorizontal)">
                                      <p:cBhvr>
                                        <p:cTn id="117" dur="500"/>
                                        <p:tgtEl>
                                          <p:spTgt spid="278548"/>
                                        </p:tgtEl>
                                      </p:cBhvr>
                                    </p:animEffect>
                                  </p:childTnLst>
                                </p:cTn>
                              </p:par>
                            </p:childTnLst>
                          </p:cTn>
                        </p:par>
                      </p:childTnLst>
                    </p:cTn>
                  </p:par>
                  <p:par>
                    <p:cTn id="118" fill="hold" nodeType="clickPar">
                      <p:stCondLst>
                        <p:cond delay="indefinite"/>
                      </p:stCondLst>
                      <p:childTnLst>
                        <p:par>
                          <p:cTn id="119" fill="hold" nodeType="withGroup">
                            <p:stCondLst>
                              <p:cond delay="0"/>
                            </p:stCondLst>
                            <p:childTnLst>
                              <p:par>
                                <p:cTn id="120" presetID="16" presetClass="entr" presetSubtype="42" fill="hold" nodeType="clickEffect">
                                  <p:stCondLst>
                                    <p:cond delay="0"/>
                                  </p:stCondLst>
                                  <p:childTnLst>
                                    <p:set>
                                      <p:cBhvr>
                                        <p:cTn id="121" dur="1" fill="hold">
                                          <p:stCondLst>
                                            <p:cond delay="0"/>
                                          </p:stCondLst>
                                        </p:cTn>
                                        <p:tgtEl>
                                          <p:spTgt spid="278533"/>
                                        </p:tgtEl>
                                        <p:attrNameLst>
                                          <p:attrName>style.visibility</p:attrName>
                                        </p:attrNameLst>
                                      </p:cBhvr>
                                      <p:to>
                                        <p:strVal val="visible"/>
                                      </p:to>
                                    </p:set>
                                    <p:animEffect transition="in" filter="barn(outHorizontal)">
                                      <p:cBhvr>
                                        <p:cTn id="122" dur="500"/>
                                        <p:tgtEl>
                                          <p:spTgt spid="278533"/>
                                        </p:tgtEl>
                                      </p:cBhvr>
                                    </p:animEffect>
                                  </p:childTnLst>
                                </p:cTn>
                              </p:par>
                            </p:childTnLst>
                          </p:cTn>
                        </p:par>
                      </p:childTnLst>
                    </p:cTn>
                  </p:par>
                  <p:par>
                    <p:cTn id="123" fill="hold" nodeType="clickPar">
                      <p:stCondLst>
                        <p:cond delay="indefinite"/>
                      </p:stCondLst>
                      <p:childTnLst>
                        <p:par>
                          <p:cTn id="124" fill="hold" nodeType="withGroup">
                            <p:stCondLst>
                              <p:cond delay="0"/>
                            </p:stCondLst>
                            <p:childTnLst>
                              <p:par>
                                <p:cTn id="125" presetID="16" presetClass="entr" presetSubtype="42" fill="hold" nodeType="clickEffect">
                                  <p:stCondLst>
                                    <p:cond delay="0"/>
                                  </p:stCondLst>
                                  <p:childTnLst>
                                    <p:set>
                                      <p:cBhvr>
                                        <p:cTn id="126" dur="1" fill="hold">
                                          <p:stCondLst>
                                            <p:cond delay="0"/>
                                          </p:stCondLst>
                                        </p:cTn>
                                        <p:tgtEl>
                                          <p:spTgt spid="278546"/>
                                        </p:tgtEl>
                                        <p:attrNameLst>
                                          <p:attrName>style.visibility</p:attrName>
                                        </p:attrNameLst>
                                      </p:cBhvr>
                                      <p:to>
                                        <p:strVal val="visible"/>
                                      </p:to>
                                    </p:set>
                                    <p:animEffect transition="in" filter="barn(outHorizontal)">
                                      <p:cBhvr>
                                        <p:cTn id="127" dur="500"/>
                                        <p:tgtEl>
                                          <p:spTgt spid="278546"/>
                                        </p:tgtEl>
                                      </p:cBhvr>
                                    </p:animEffect>
                                  </p:childTnLst>
                                </p:cTn>
                              </p:par>
                            </p:childTnLst>
                          </p:cTn>
                        </p:par>
                      </p:childTnLst>
                    </p:cTn>
                  </p:par>
                  <p:par>
                    <p:cTn id="128" fill="hold" nodeType="clickPar">
                      <p:stCondLst>
                        <p:cond delay="indefinite"/>
                      </p:stCondLst>
                      <p:childTnLst>
                        <p:par>
                          <p:cTn id="129" fill="hold" nodeType="withGroup">
                            <p:stCondLst>
                              <p:cond delay="0"/>
                            </p:stCondLst>
                            <p:childTnLst>
                              <p:par>
                                <p:cTn id="130" presetID="16" presetClass="entr" presetSubtype="42" fill="hold" nodeType="clickEffect">
                                  <p:stCondLst>
                                    <p:cond delay="0"/>
                                  </p:stCondLst>
                                  <p:childTnLst>
                                    <p:set>
                                      <p:cBhvr>
                                        <p:cTn id="131" dur="1" fill="hold">
                                          <p:stCondLst>
                                            <p:cond delay="0"/>
                                          </p:stCondLst>
                                        </p:cTn>
                                        <p:tgtEl>
                                          <p:spTgt spid="278547"/>
                                        </p:tgtEl>
                                        <p:attrNameLst>
                                          <p:attrName>style.visibility</p:attrName>
                                        </p:attrNameLst>
                                      </p:cBhvr>
                                      <p:to>
                                        <p:strVal val="visible"/>
                                      </p:to>
                                    </p:set>
                                    <p:animEffect transition="in" filter="barn(outHorizontal)">
                                      <p:cBhvr>
                                        <p:cTn id="132" dur="500"/>
                                        <p:tgtEl>
                                          <p:spTgt spid="278547"/>
                                        </p:tgtEl>
                                      </p:cBhvr>
                                    </p:animEffect>
                                  </p:childTnLst>
                                </p:cTn>
                              </p:par>
                            </p:childTnLst>
                          </p:cTn>
                        </p:par>
                      </p:childTnLst>
                    </p:cTn>
                  </p:par>
                  <p:par>
                    <p:cTn id="133" fill="hold" nodeType="clickPar">
                      <p:stCondLst>
                        <p:cond delay="indefinite"/>
                      </p:stCondLst>
                      <p:childTnLst>
                        <p:par>
                          <p:cTn id="134" fill="hold" nodeType="withGroup">
                            <p:stCondLst>
                              <p:cond delay="0"/>
                            </p:stCondLst>
                            <p:childTnLst>
                              <p:par>
                                <p:cTn id="135" presetID="16" presetClass="entr" presetSubtype="42" fill="hold" nodeType="clickEffect">
                                  <p:stCondLst>
                                    <p:cond delay="0"/>
                                  </p:stCondLst>
                                  <p:childTnLst>
                                    <p:set>
                                      <p:cBhvr>
                                        <p:cTn id="136" dur="1" fill="hold">
                                          <p:stCondLst>
                                            <p:cond delay="0"/>
                                          </p:stCondLst>
                                        </p:cTn>
                                        <p:tgtEl>
                                          <p:spTgt spid="278545"/>
                                        </p:tgtEl>
                                        <p:attrNameLst>
                                          <p:attrName>style.visibility</p:attrName>
                                        </p:attrNameLst>
                                      </p:cBhvr>
                                      <p:to>
                                        <p:strVal val="visible"/>
                                      </p:to>
                                    </p:set>
                                    <p:animEffect transition="in" filter="barn(outHorizontal)">
                                      <p:cBhvr>
                                        <p:cTn id="137" dur="500"/>
                                        <p:tgtEl>
                                          <p:spTgt spid="278545"/>
                                        </p:tgtEl>
                                      </p:cBhvr>
                                    </p:animEffect>
                                  </p:childTnLst>
                                </p:cTn>
                              </p:par>
                            </p:childTnLst>
                          </p:cTn>
                        </p:par>
                      </p:childTnLst>
                    </p:cTn>
                  </p:par>
                  <p:par>
                    <p:cTn id="138" fill="hold" nodeType="clickPar">
                      <p:stCondLst>
                        <p:cond delay="indefinite"/>
                      </p:stCondLst>
                      <p:childTnLst>
                        <p:par>
                          <p:cTn id="139" fill="hold" nodeType="withGroup">
                            <p:stCondLst>
                              <p:cond delay="0"/>
                            </p:stCondLst>
                            <p:childTnLst>
                              <p:par>
                                <p:cTn id="140" presetID="16" presetClass="entr" presetSubtype="42" fill="hold" nodeType="clickEffect">
                                  <p:stCondLst>
                                    <p:cond delay="0"/>
                                  </p:stCondLst>
                                  <p:childTnLst>
                                    <p:set>
                                      <p:cBhvr>
                                        <p:cTn id="141" dur="1" fill="hold">
                                          <p:stCondLst>
                                            <p:cond delay="0"/>
                                          </p:stCondLst>
                                        </p:cTn>
                                        <p:tgtEl>
                                          <p:spTgt spid="278544"/>
                                        </p:tgtEl>
                                        <p:attrNameLst>
                                          <p:attrName>style.visibility</p:attrName>
                                        </p:attrNameLst>
                                      </p:cBhvr>
                                      <p:to>
                                        <p:strVal val="visible"/>
                                      </p:to>
                                    </p:set>
                                    <p:animEffect transition="in" filter="barn(outHorizontal)">
                                      <p:cBhvr>
                                        <p:cTn id="142" dur="500"/>
                                        <p:tgtEl>
                                          <p:spTgt spid="278544"/>
                                        </p:tgtEl>
                                      </p:cBhvr>
                                    </p:animEffect>
                                  </p:childTnLst>
                                </p:cTn>
                              </p:par>
                            </p:childTnLst>
                          </p:cTn>
                        </p:par>
                      </p:childTnLst>
                    </p:cTn>
                  </p:par>
                  <p:par>
                    <p:cTn id="143" fill="hold" nodeType="clickPar">
                      <p:stCondLst>
                        <p:cond delay="indefinite"/>
                      </p:stCondLst>
                      <p:childTnLst>
                        <p:par>
                          <p:cTn id="144" fill="hold" nodeType="withGroup">
                            <p:stCondLst>
                              <p:cond delay="0"/>
                            </p:stCondLst>
                            <p:childTnLst>
                              <p:par>
                                <p:cTn id="145" presetID="16" presetClass="entr" presetSubtype="42" fill="hold" nodeType="clickEffect">
                                  <p:stCondLst>
                                    <p:cond delay="0"/>
                                  </p:stCondLst>
                                  <p:childTnLst>
                                    <p:set>
                                      <p:cBhvr>
                                        <p:cTn id="146" dur="1" fill="hold">
                                          <p:stCondLst>
                                            <p:cond delay="0"/>
                                          </p:stCondLst>
                                        </p:cTn>
                                        <p:tgtEl>
                                          <p:spTgt spid="278543"/>
                                        </p:tgtEl>
                                        <p:attrNameLst>
                                          <p:attrName>style.visibility</p:attrName>
                                        </p:attrNameLst>
                                      </p:cBhvr>
                                      <p:to>
                                        <p:strVal val="visible"/>
                                      </p:to>
                                    </p:set>
                                    <p:animEffect transition="in" filter="barn(outHorizontal)">
                                      <p:cBhvr>
                                        <p:cTn id="147" dur="500"/>
                                        <p:tgtEl>
                                          <p:spTgt spid="278543"/>
                                        </p:tgtEl>
                                      </p:cBhvr>
                                    </p:animEffect>
                                  </p:childTnLst>
                                </p:cTn>
                              </p:par>
                            </p:childTnLst>
                          </p:cTn>
                        </p:par>
                      </p:childTnLst>
                    </p:cTn>
                  </p:par>
                  <p:par>
                    <p:cTn id="148" fill="hold" nodeType="clickPar">
                      <p:stCondLst>
                        <p:cond delay="indefinite"/>
                      </p:stCondLst>
                      <p:childTnLst>
                        <p:par>
                          <p:cTn id="149" fill="hold" nodeType="withGroup">
                            <p:stCondLst>
                              <p:cond delay="0"/>
                            </p:stCondLst>
                            <p:childTnLst>
                              <p:par>
                                <p:cTn id="150" presetID="16" presetClass="entr" presetSubtype="42" fill="hold" nodeType="clickEffect">
                                  <p:stCondLst>
                                    <p:cond delay="0"/>
                                  </p:stCondLst>
                                  <p:childTnLst>
                                    <p:set>
                                      <p:cBhvr>
                                        <p:cTn id="151" dur="1" fill="hold">
                                          <p:stCondLst>
                                            <p:cond delay="0"/>
                                          </p:stCondLst>
                                        </p:cTn>
                                        <p:tgtEl>
                                          <p:spTgt spid="278532"/>
                                        </p:tgtEl>
                                        <p:attrNameLst>
                                          <p:attrName>style.visibility</p:attrName>
                                        </p:attrNameLst>
                                      </p:cBhvr>
                                      <p:to>
                                        <p:strVal val="visible"/>
                                      </p:to>
                                    </p:set>
                                    <p:animEffect transition="in" filter="barn(outHorizontal)">
                                      <p:cBhvr>
                                        <p:cTn id="152" dur="500"/>
                                        <p:tgtEl>
                                          <p:spTgt spid="2785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8532" grpId="0"/>
      <p:bldP spid="278533" grpId="0"/>
      <p:bldP spid="278534" grpId="0"/>
      <p:bldP spid="278535" grpId="0"/>
      <p:bldP spid="278536" grpId="0"/>
      <p:bldP spid="278538" grpId="0"/>
      <p:bldP spid="278539" grpId="0"/>
      <p:bldP spid="278540" grpId="0"/>
      <p:bldP spid="278541" grpId="0"/>
      <p:bldP spid="278542" grpId="0"/>
      <p:bldP spid="278543" grpId="0"/>
      <p:bldP spid="278544" grpId="0"/>
      <p:bldP spid="278545" grpId="0"/>
      <p:bldP spid="278546" grpId="0"/>
      <p:bldP spid="278547" grpId="0"/>
      <p:bldP spid="278548" grpId="0"/>
      <p:bldP spid="278549" grpId="0"/>
      <p:bldP spid="278550" grpId="0"/>
      <p:bldP spid="278551" grpId="0"/>
      <p:bldP spid="278552" grpId="0"/>
      <p:bldP spid="278553" grpId="0"/>
      <p:bldP spid="278554" grpId="0"/>
      <p:bldP spid="278555" grpId="0"/>
      <p:bldP spid="278556" grpId="0"/>
      <p:bldP spid="278557" grpId="0"/>
      <p:bldP spid="278562" grpId="0"/>
      <p:bldP spid="278563" grpId="0"/>
      <p:bldP spid="278564" grpId="0"/>
      <p:bldP spid="278565" grpId="0"/>
      <p:bldP spid="278566"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09" name="Rectangle 2">
            <a:extLst>
              <a:ext uri="{FF2B5EF4-FFF2-40B4-BE49-F238E27FC236}">
                <a16:creationId xmlns:a16="http://schemas.microsoft.com/office/drawing/2014/main" id="{CE3A0F97-AFDC-388E-2D81-FDC3B64D5C1A}"/>
              </a:ext>
            </a:extLst>
          </p:cNvPr>
          <p:cNvSpPr>
            <a:spLocks noGrp="1" noChangeArrowheads="1"/>
          </p:cNvSpPr>
          <p:nvPr>
            <p:ph type="title"/>
          </p:nvPr>
        </p:nvSpPr>
        <p:spPr/>
        <p:txBody>
          <a:bodyPr/>
          <a:lstStyle/>
          <a:p>
            <a:pPr eaLnBrk="1" hangingPunct="1"/>
            <a:r>
              <a:rPr lang="zh-CN" altLang="en-US" dirty="0">
                <a:solidFill>
                  <a:schemeClr val="tx1"/>
                </a:solidFill>
              </a:rPr>
              <a:t>可以为</a:t>
            </a:r>
            <a:r>
              <a:rPr lang="en-US" altLang="zh-CN" dirty="0">
                <a:solidFill>
                  <a:schemeClr val="tx1"/>
                </a:solidFill>
              </a:rPr>
              <a:t>P</a:t>
            </a:r>
            <a:r>
              <a:rPr lang="en-US" altLang="zh-CN" baseline="-25000" dirty="0">
                <a:solidFill>
                  <a:schemeClr val="tx1"/>
                </a:solidFill>
              </a:rPr>
              <a:t>1</a:t>
            </a:r>
            <a:r>
              <a:rPr lang="zh-CN" altLang="en-US" dirty="0">
                <a:solidFill>
                  <a:schemeClr val="tx1"/>
                </a:solidFill>
              </a:rPr>
              <a:t>分配资源</a:t>
            </a:r>
            <a:endParaRPr lang="en-US" altLang="zh-CN" dirty="0">
              <a:solidFill>
                <a:schemeClr val="tx1"/>
              </a:solidFill>
            </a:endParaRPr>
          </a:p>
        </p:txBody>
      </p:sp>
      <p:sp>
        <p:nvSpPr>
          <p:cNvPr id="68610" name="Rectangle 3">
            <a:extLst>
              <a:ext uri="{FF2B5EF4-FFF2-40B4-BE49-F238E27FC236}">
                <a16:creationId xmlns:a16="http://schemas.microsoft.com/office/drawing/2014/main" id="{2B967FE5-48B9-978A-8513-DD5E51D6BE9E}"/>
              </a:ext>
            </a:extLst>
          </p:cNvPr>
          <p:cNvSpPr>
            <a:spLocks noGrp="1" noChangeArrowheads="1"/>
          </p:cNvSpPr>
          <p:nvPr>
            <p:ph idx="1"/>
          </p:nvPr>
        </p:nvSpPr>
        <p:spPr>
          <a:xfrm>
            <a:off x="990600" y="1114425"/>
            <a:ext cx="7467600" cy="4114800"/>
          </a:xfrm>
        </p:spPr>
        <p:txBody>
          <a:bodyPr/>
          <a:lstStyle/>
          <a:p>
            <a:pPr eaLnBrk="1" hangingPunct="1"/>
            <a:r>
              <a:rPr lang="zh-CN" altLang="en-US" dirty="0"/>
              <a:t>从上述分析得知，可以找到安全序列&lt;</a:t>
            </a:r>
            <a:r>
              <a:rPr lang="en-US" altLang="zh-CN" dirty="0"/>
              <a:t>P</a:t>
            </a:r>
            <a:r>
              <a:rPr lang="en-US" altLang="zh-CN" baseline="-25000" dirty="0"/>
              <a:t>1</a:t>
            </a:r>
            <a:r>
              <a:rPr lang="en-US" altLang="zh-CN" dirty="0"/>
              <a:t>、P</a:t>
            </a:r>
            <a:r>
              <a:rPr lang="en-US" altLang="zh-CN" baseline="-25000" dirty="0"/>
              <a:t>3</a:t>
            </a:r>
            <a:r>
              <a:rPr lang="en-US" altLang="zh-CN" dirty="0"/>
              <a:t>、P</a:t>
            </a:r>
            <a:r>
              <a:rPr lang="en-US" altLang="zh-CN" baseline="-25000" dirty="0"/>
              <a:t>4</a:t>
            </a:r>
            <a:r>
              <a:rPr lang="en-US" altLang="zh-CN" dirty="0"/>
              <a:t>、P</a:t>
            </a:r>
            <a:r>
              <a:rPr lang="en-US" altLang="zh-CN" baseline="-25000" dirty="0"/>
              <a:t>0</a:t>
            </a:r>
            <a:r>
              <a:rPr lang="en-US" altLang="zh-CN" dirty="0"/>
              <a:t>、P</a:t>
            </a:r>
            <a:r>
              <a:rPr lang="en-US" altLang="zh-CN" baseline="-25000" dirty="0"/>
              <a:t>2</a:t>
            </a:r>
            <a:r>
              <a:rPr lang="en-US" altLang="zh-CN" dirty="0"/>
              <a:t>&gt;，</a:t>
            </a:r>
            <a:r>
              <a:rPr lang="zh-CN" altLang="en-US" dirty="0"/>
              <a:t>系统安全，可以分配。</a:t>
            </a:r>
          </a:p>
        </p:txBody>
      </p:sp>
      <p:sp>
        <p:nvSpPr>
          <p:cNvPr id="2" name="灯片编号占位符 1">
            <a:extLst>
              <a:ext uri="{FF2B5EF4-FFF2-40B4-BE49-F238E27FC236}">
                <a16:creationId xmlns:a16="http://schemas.microsoft.com/office/drawing/2014/main" id="{76FBEEF6-D4D2-DB6D-5AB5-1B9676301588}"/>
              </a:ext>
            </a:extLst>
          </p:cNvPr>
          <p:cNvSpPr>
            <a:spLocks noGrp="1"/>
          </p:cNvSpPr>
          <p:nvPr>
            <p:ph type="sldNum" sz="quarter" idx="12"/>
          </p:nvPr>
        </p:nvSpPr>
        <p:spPr/>
        <p:txBody>
          <a:bodyPr/>
          <a:lstStyle/>
          <a:p>
            <a:fld id="{4093CC90-4002-504C-BD88-C9A1D374048E}" type="slidenum">
              <a:rPr lang="zh-CN" altLang="en-US" smtClean="0"/>
              <a:pPr/>
              <a:t>41</a:t>
            </a:fld>
            <a:endParaRPr lang="zh-CN" altLang="en-US" dirty="0"/>
          </a:p>
        </p:txBody>
      </p:sp>
    </p:spTree>
  </p:cSld>
  <p:clrMapOvr>
    <a:masterClrMapping/>
  </p:clrMapOvr>
  <p:transition spd="med">
    <p:zoom/>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3" name="Rectangle 2">
            <a:extLst>
              <a:ext uri="{FF2B5EF4-FFF2-40B4-BE49-F238E27FC236}">
                <a16:creationId xmlns:a16="http://schemas.microsoft.com/office/drawing/2014/main" id="{941C8991-8A21-B86F-5970-79D0BEF2D384}"/>
              </a:ext>
            </a:extLst>
          </p:cNvPr>
          <p:cNvSpPr>
            <a:spLocks noGrp="1" noChangeArrowheads="1"/>
          </p:cNvSpPr>
          <p:nvPr>
            <p:ph type="title"/>
          </p:nvPr>
        </p:nvSpPr>
        <p:spPr/>
        <p:txBody>
          <a:bodyPr/>
          <a:lstStyle/>
          <a:p>
            <a:pPr eaLnBrk="1" hangingPunct="1"/>
            <a:r>
              <a:rPr lang="en-US" altLang="zh-CN" dirty="0">
                <a:solidFill>
                  <a:schemeClr val="tx1"/>
                </a:solidFill>
              </a:rPr>
              <a:t>P</a:t>
            </a:r>
            <a:r>
              <a:rPr lang="en-US" altLang="zh-CN" baseline="-25000" dirty="0">
                <a:solidFill>
                  <a:schemeClr val="tx1"/>
                </a:solidFill>
              </a:rPr>
              <a:t>4</a:t>
            </a:r>
            <a:r>
              <a:rPr lang="zh-CN" altLang="en-US" dirty="0">
                <a:solidFill>
                  <a:schemeClr val="tx1"/>
                </a:solidFill>
              </a:rPr>
              <a:t>请求资源</a:t>
            </a:r>
          </a:p>
        </p:txBody>
      </p:sp>
      <p:sp>
        <p:nvSpPr>
          <p:cNvPr id="69634" name="Rectangle 3">
            <a:extLst>
              <a:ext uri="{FF2B5EF4-FFF2-40B4-BE49-F238E27FC236}">
                <a16:creationId xmlns:a16="http://schemas.microsoft.com/office/drawing/2014/main" id="{2D3CD517-30C8-3717-7FEA-FEE4D503330F}"/>
              </a:ext>
            </a:extLst>
          </p:cNvPr>
          <p:cNvSpPr>
            <a:spLocks noGrp="1" noChangeArrowheads="1"/>
          </p:cNvSpPr>
          <p:nvPr>
            <p:ph idx="1"/>
          </p:nvPr>
        </p:nvSpPr>
        <p:spPr>
          <a:xfrm>
            <a:off x="755650" y="1196975"/>
            <a:ext cx="8199438" cy="3887788"/>
          </a:xfrm>
        </p:spPr>
        <p:txBody>
          <a:bodyPr/>
          <a:lstStyle/>
          <a:p>
            <a:pPr eaLnBrk="1" hangingPunct="1"/>
            <a:r>
              <a:rPr lang="en-US" altLang="zh-CN" dirty="0"/>
              <a:t>P</a:t>
            </a:r>
            <a:r>
              <a:rPr lang="en-US" altLang="zh-CN" baseline="-25000" dirty="0"/>
              <a:t>4</a:t>
            </a:r>
            <a:r>
              <a:rPr lang="zh-CN" altLang="en-US" dirty="0"/>
              <a:t>发出请求向量</a:t>
            </a:r>
            <a:r>
              <a:rPr lang="en-US" altLang="zh-CN" dirty="0">
                <a:latin typeface="Times New Roman" panose="02020603050405020304" pitchFamily="18" charset="0"/>
              </a:rPr>
              <a:t>Request</a:t>
            </a:r>
            <a:r>
              <a:rPr lang="en-US" altLang="zh-CN" baseline="-30000" dirty="0">
                <a:latin typeface="Times New Roman" panose="02020603050405020304" pitchFamily="18" charset="0"/>
              </a:rPr>
              <a:t>4</a:t>
            </a:r>
            <a:r>
              <a:rPr lang="en-US" altLang="zh-CN" dirty="0"/>
              <a:t>(3，3，0)，</a:t>
            </a:r>
            <a:r>
              <a:rPr lang="zh-CN" altLang="en-US" dirty="0"/>
              <a:t>系统按银行家算法进行检查：</a:t>
            </a:r>
          </a:p>
          <a:p>
            <a:pPr lvl="1" eaLnBrk="1" hangingPunct="1"/>
            <a:r>
              <a:rPr lang="zh-CN" altLang="en-US" dirty="0"/>
              <a:t>1</a:t>
            </a:r>
            <a:r>
              <a:rPr lang="zh-CN" altLang="en-US" dirty="0">
                <a:latin typeface="Times New Roman" panose="02020603050405020304" pitchFamily="18" charset="0"/>
              </a:rPr>
              <a:t>）</a:t>
            </a:r>
            <a:r>
              <a:rPr lang="en-US" altLang="zh-CN" dirty="0">
                <a:latin typeface="Times New Roman" panose="02020603050405020304" pitchFamily="18" charset="0"/>
              </a:rPr>
              <a:t>Request</a:t>
            </a:r>
            <a:r>
              <a:rPr lang="en-US" altLang="zh-CN" baseline="-30000" dirty="0">
                <a:latin typeface="Times New Roman" panose="02020603050405020304" pitchFamily="18" charset="0"/>
              </a:rPr>
              <a:t>4</a:t>
            </a:r>
            <a:r>
              <a:rPr lang="en-US" altLang="zh-CN" dirty="0"/>
              <a:t>(3，3，0) ≤</a:t>
            </a:r>
            <a:r>
              <a:rPr lang="en-US" altLang="zh-CN" dirty="0">
                <a:latin typeface="Times New Roman" panose="02020603050405020304" pitchFamily="18" charset="0"/>
              </a:rPr>
              <a:t>Need</a:t>
            </a:r>
            <a:r>
              <a:rPr lang="en-US" altLang="zh-CN" baseline="-30000" dirty="0">
                <a:latin typeface="Times New Roman" panose="02020603050405020304" pitchFamily="18" charset="0"/>
              </a:rPr>
              <a:t>4</a:t>
            </a:r>
            <a:r>
              <a:rPr lang="en-US" altLang="zh-CN" dirty="0"/>
              <a:t>(4，3，1)</a:t>
            </a:r>
          </a:p>
          <a:p>
            <a:pPr lvl="1" eaLnBrk="1" hangingPunct="1"/>
            <a:r>
              <a:rPr lang="en-US" altLang="zh-CN" dirty="0"/>
              <a:t>2）</a:t>
            </a:r>
            <a:r>
              <a:rPr lang="en-US" altLang="zh-CN" dirty="0">
                <a:latin typeface="Times New Roman" panose="02020603050405020304" pitchFamily="18" charset="0"/>
              </a:rPr>
              <a:t>Request</a:t>
            </a:r>
            <a:r>
              <a:rPr lang="en-US" altLang="zh-CN" baseline="-30000" dirty="0">
                <a:latin typeface="Times New Roman" panose="02020603050405020304" pitchFamily="18" charset="0"/>
              </a:rPr>
              <a:t>4</a:t>
            </a:r>
            <a:r>
              <a:rPr lang="en-US" altLang="zh-CN" dirty="0"/>
              <a:t>(3，3，0)＞ </a:t>
            </a:r>
            <a:r>
              <a:rPr lang="en-US" altLang="zh-CN" dirty="0">
                <a:latin typeface="Times New Roman" panose="02020603050405020304" pitchFamily="18" charset="0"/>
              </a:rPr>
              <a:t>Available</a:t>
            </a:r>
            <a:r>
              <a:rPr lang="en-US" altLang="zh-CN" dirty="0"/>
              <a:t>(2，3，0)，</a:t>
            </a:r>
            <a:r>
              <a:rPr lang="zh-CN" altLang="en-US" dirty="0"/>
              <a:t>让</a:t>
            </a:r>
            <a:r>
              <a:rPr lang="en-US" altLang="zh-CN" dirty="0"/>
              <a:t>P4</a:t>
            </a:r>
            <a:r>
              <a:rPr lang="zh-CN" altLang="en-US" dirty="0"/>
              <a:t>等待。</a:t>
            </a:r>
          </a:p>
        </p:txBody>
      </p:sp>
      <p:sp>
        <p:nvSpPr>
          <p:cNvPr id="2" name="灯片编号占位符 1">
            <a:extLst>
              <a:ext uri="{FF2B5EF4-FFF2-40B4-BE49-F238E27FC236}">
                <a16:creationId xmlns:a16="http://schemas.microsoft.com/office/drawing/2014/main" id="{6BEEA889-3FA8-42B5-A979-365820E32511}"/>
              </a:ext>
            </a:extLst>
          </p:cNvPr>
          <p:cNvSpPr>
            <a:spLocks noGrp="1"/>
          </p:cNvSpPr>
          <p:nvPr>
            <p:ph type="sldNum" sz="quarter" idx="12"/>
          </p:nvPr>
        </p:nvSpPr>
        <p:spPr/>
        <p:txBody>
          <a:bodyPr/>
          <a:lstStyle/>
          <a:p>
            <a:fld id="{4093CC90-4002-504C-BD88-C9A1D374048E}" type="slidenum">
              <a:rPr lang="zh-CN" altLang="en-US" smtClean="0"/>
              <a:pPr/>
              <a:t>42</a:t>
            </a:fld>
            <a:endParaRPr lang="zh-CN" altLang="en-US" dirty="0"/>
          </a:p>
        </p:txBody>
      </p:sp>
    </p:spTree>
  </p:cSld>
  <p:clrMapOvr>
    <a:masterClrMapping/>
  </p:clrMapOvr>
  <p:transition spd="med">
    <p:zoom/>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7" name="Rectangle 2">
            <a:extLst>
              <a:ext uri="{FF2B5EF4-FFF2-40B4-BE49-F238E27FC236}">
                <a16:creationId xmlns:a16="http://schemas.microsoft.com/office/drawing/2014/main" id="{4A18389B-AC7B-3363-2D37-7FEC3A96E967}"/>
              </a:ext>
            </a:extLst>
          </p:cNvPr>
          <p:cNvSpPr>
            <a:spLocks noGrp="1" noChangeArrowheads="1"/>
          </p:cNvSpPr>
          <p:nvPr>
            <p:ph type="title"/>
          </p:nvPr>
        </p:nvSpPr>
        <p:spPr/>
        <p:txBody>
          <a:bodyPr/>
          <a:lstStyle/>
          <a:p>
            <a:pPr eaLnBrk="1" hangingPunct="1"/>
            <a:r>
              <a:rPr lang="en-US" altLang="zh-CN" dirty="0">
                <a:solidFill>
                  <a:schemeClr val="tx1"/>
                </a:solidFill>
              </a:rPr>
              <a:t>P</a:t>
            </a:r>
            <a:r>
              <a:rPr lang="en-US" altLang="zh-CN" baseline="-25000" dirty="0">
                <a:solidFill>
                  <a:schemeClr val="tx1"/>
                </a:solidFill>
              </a:rPr>
              <a:t>0</a:t>
            </a:r>
            <a:r>
              <a:rPr lang="zh-CN" altLang="en-US" dirty="0">
                <a:solidFill>
                  <a:schemeClr val="tx1"/>
                </a:solidFill>
              </a:rPr>
              <a:t>请求资源</a:t>
            </a:r>
          </a:p>
        </p:txBody>
      </p:sp>
      <p:sp>
        <p:nvSpPr>
          <p:cNvPr id="70658" name="Rectangle 3">
            <a:extLst>
              <a:ext uri="{FF2B5EF4-FFF2-40B4-BE49-F238E27FC236}">
                <a16:creationId xmlns:a16="http://schemas.microsoft.com/office/drawing/2014/main" id="{36111AA9-7815-49EC-BDD9-F4727E957961}"/>
              </a:ext>
            </a:extLst>
          </p:cNvPr>
          <p:cNvSpPr>
            <a:spLocks noGrp="1" noChangeArrowheads="1"/>
          </p:cNvSpPr>
          <p:nvPr>
            <p:ph idx="1"/>
          </p:nvPr>
        </p:nvSpPr>
        <p:spPr>
          <a:xfrm>
            <a:off x="539750" y="1114425"/>
            <a:ext cx="8415338" cy="4114800"/>
          </a:xfrm>
        </p:spPr>
        <p:txBody>
          <a:bodyPr/>
          <a:lstStyle/>
          <a:p>
            <a:pPr eaLnBrk="1" hangingPunct="1"/>
            <a:r>
              <a:rPr lang="en-US" altLang="zh-CN" dirty="0"/>
              <a:t>P</a:t>
            </a:r>
            <a:r>
              <a:rPr lang="en-US" altLang="zh-CN" baseline="-25000" dirty="0"/>
              <a:t>0</a:t>
            </a:r>
            <a:r>
              <a:rPr lang="zh-CN" altLang="en-US" dirty="0"/>
              <a:t>发出请求向量</a:t>
            </a:r>
            <a:r>
              <a:rPr lang="en-US" altLang="zh-CN" dirty="0">
                <a:latin typeface="Times New Roman" panose="02020603050405020304" pitchFamily="18" charset="0"/>
              </a:rPr>
              <a:t>Request</a:t>
            </a:r>
            <a:r>
              <a:rPr lang="en-US" altLang="zh-CN" baseline="-30000" dirty="0">
                <a:latin typeface="Times New Roman" panose="02020603050405020304" pitchFamily="18" charset="0"/>
              </a:rPr>
              <a:t>0</a:t>
            </a:r>
            <a:r>
              <a:rPr lang="en-US" altLang="zh-CN" dirty="0">
                <a:latin typeface="Times New Roman" panose="02020603050405020304" pitchFamily="18" charset="0"/>
              </a:rPr>
              <a:t> </a:t>
            </a:r>
            <a:r>
              <a:rPr lang="en-US" altLang="zh-CN" dirty="0"/>
              <a:t>(0，2，0)，</a:t>
            </a:r>
            <a:r>
              <a:rPr lang="zh-CN" altLang="en-US" dirty="0"/>
              <a:t>系统按银行家算法进行检查：</a:t>
            </a:r>
          </a:p>
          <a:p>
            <a:pPr lvl="1" eaLnBrk="1" hangingPunct="1"/>
            <a:r>
              <a:rPr lang="zh-CN" altLang="en-US" dirty="0"/>
              <a:t>1）</a:t>
            </a:r>
            <a:r>
              <a:rPr lang="en-US" altLang="zh-CN" dirty="0">
                <a:latin typeface="Times New Roman" panose="02020603050405020304" pitchFamily="18" charset="0"/>
              </a:rPr>
              <a:t>Request</a:t>
            </a:r>
            <a:r>
              <a:rPr lang="en-US" altLang="zh-CN" baseline="-30000" dirty="0">
                <a:latin typeface="Times New Roman" panose="02020603050405020304" pitchFamily="18" charset="0"/>
              </a:rPr>
              <a:t>0</a:t>
            </a:r>
            <a:r>
              <a:rPr lang="en-US" altLang="zh-CN" dirty="0"/>
              <a:t>(0，2，0) ≤ </a:t>
            </a:r>
            <a:r>
              <a:rPr lang="en-US" altLang="zh-CN" dirty="0">
                <a:latin typeface="Times New Roman" panose="02020603050405020304" pitchFamily="18" charset="0"/>
              </a:rPr>
              <a:t>Need</a:t>
            </a:r>
            <a:r>
              <a:rPr lang="en-US" altLang="zh-CN" baseline="-30000" dirty="0">
                <a:latin typeface="Times New Roman" panose="02020603050405020304" pitchFamily="18" charset="0"/>
              </a:rPr>
              <a:t>0</a:t>
            </a:r>
            <a:r>
              <a:rPr lang="en-US" altLang="zh-CN" dirty="0"/>
              <a:t>(7，4，3)</a:t>
            </a:r>
          </a:p>
          <a:p>
            <a:pPr lvl="1" eaLnBrk="1" hangingPunct="1"/>
            <a:r>
              <a:rPr lang="en-US" altLang="zh-CN" dirty="0"/>
              <a:t>2）</a:t>
            </a:r>
            <a:r>
              <a:rPr lang="en-US" altLang="zh-CN" dirty="0">
                <a:latin typeface="Times New Roman" panose="02020603050405020304" pitchFamily="18" charset="0"/>
              </a:rPr>
              <a:t>Request</a:t>
            </a:r>
            <a:r>
              <a:rPr lang="en-US" altLang="zh-CN" baseline="-30000" dirty="0">
                <a:latin typeface="Times New Roman" panose="02020603050405020304" pitchFamily="18" charset="0"/>
              </a:rPr>
              <a:t>0</a:t>
            </a:r>
            <a:r>
              <a:rPr lang="en-US" altLang="zh-CN" dirty="0"/>
              <a:t>(0，2，0) ≤</a:t>
            </a:r>
            <a:r>
              <a:rPr lang="en-US" altLang="zh-CN" dirty="0">
                <a:latin typeface="Times New Roman" panose="02020603050405020304" pitchFamily="18" charset="0"/>
              </a:rPr>
              <a:t> Available</a:t>
            </a:r>
            <a:r>
              <a:rPr lang="en-US" altLang="zh-CN" dirty="0"/>
              <a:t>(2，3，0)</a:t>
            </a:r>
          </a:p>
          <a:p>
            <a:pPr lvl="1" eaLnBrk="1" hangingPunct="1"/>
            <a:r>
              <a:rPr lang="en-US" altLang="zh-CN" dirty="0"/>
              <a:t>3</a:t>
            </a:r>
            <a:r>
              <a:rPr lang="en-US" altLang="zh-CN" dirty="0">
                <a:latin typeface="Times New Roman" panose="02020603050405020304" pitchFamily="18" charset="0"/>
              </a:rPr>
              <a:t>）</a:t>
            </a:r>
            <a:r>
              <a:rPr lang="zh-CN" altLang="en-US" dirty="0">
                <a:latin typeface="Times New Roman" panose="02020603050405020304" pitchFamily="18" charset="0"/>
              </a:rPr>
              <a:t>系统先假定可为</a:t>
            </a:r>
            <a:r>
              <a:rPr lang="en-US" altLang="zh-CN" dirty="0"/>
              <a:t>P</a:t>
            </a:r>
            <a:r>
              <a:rPr lang="en-US" altLang="zh-CN" baseline="-25000" dirty="0"/>
              <a:t>0</a:t>
            </a:r>
            <a:r>
              <a:rPr lang="zh-CN" altLang="en-US" dirty="0">
                <a:latin typeface="Times New Roman" panose="02020603050405020304" pitchFamily="18" charset="0"/>
              </a:rPr>
              <a:t>分配资源，并修改有关数据，如下所示。</a:t>
            </a:r>
            <a:r>
              <a:rPr lang="zh-CN" altLang="en-US" dirty="0"/>
              <a:t> </a:t>
            </a:r>
          </a:p>
        </p:txBody>
      </p:sp>
      <p:sp>
        <p:nvSpPr>
          <p:cNvPr id="2" name="灯片编号占位符 1">
            <a:extLst>
              <a:ext uri="{FF2B5EF4-FFF2-40B4-BE49-F238E27FC236}">
                <a16:creationId xmlns:a16="http://schemas.microsoft.com/office/drawing/2014/main" id="{594E712B-CA57-9879-E3A8-DC80D3C76742}"/>
              </a:ext>
            </a:extLst>
          </p:cNvPr>
          <p:cNvSpPr>
            <a:spLocks noGrp="1"/>
          </p:cNvSpPr>
          <p:nvPr>
            <p:ph type="sldNum" sz="quarter" idx="12"/>
          </p:nvPr>
        </p:nvSpPr>
        <p:spPr/>
        <p:txBody>
          <a:bodyPr/>
          <a:lstStyle/>
          <a:p>
            <a:fld id="{4093CC90-4002-504C-BD88-C9A1D374048E}" type="slidenum">
              <a:rPr lang="zh-CN" altLang="en-US" smtClean="0"/>
              <a:pPr/>
              <a:t>43</a:t>
            </a:fld>
            <a:endParaRPr lang="zh-CN" altLang="en-US" dirty="0"/>
          </a:p>
        </p:txBody>
      </p:sp>
    </p:spTree>
  </p:cSld>
  <p:clrMapOvr>
    <a:masterClrMapping/>
  </p:clrMapOvr>
  <p:transition spd="med">
    <p:zoom/>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1" name="Rectangle 2">
            <a:extLst>
              <a:ext uri="{FF2B5EF4-FFF2-40B4-BE49-F238E27FC236}">
                <a16:creationId xmlns:a16="http://schemas.microsoft.com/office/drawing/2014/main" id="{2EB855B5-70B8-22CD-4A9F-EA0539316196}"/>
              </a:ext>
            </a:extLst>
          </p:cNvPr>
          <p:cNvSpPr>
            <a:spLocks noGrp="1" noChangeArrowheads="1"/>
          </p:cNvSpPr>
          <p:nvPr>
            <p:ph type="title"/>
          </p:nvPr>
        </p:nvSpPr>
        <p:spPr/>
        <p:txBody>
          <a:bodyPr/>
          <a:lstStyle/>
          <a:p>
            <a:pPr eaLnBrk="1" hangingPunct="1"/>
            <a:r>
              <a:rPr lang="zh-CN" altLang="en-US" dirty="0">
                <a:solidFill>
                  <a:schemeClr val="tx1"/>
                </a:solidFill>
              </a:rPr>
              <a:t>为</a:t>
            </a:r>
            <a:r>
              <a:rPr lang="en-US" altLang="zh-CN" dirty="0">
                <a:solidFill>
                  <a:schemeClr val="tx1"/>
                </a:solidFill>
              </a:rPr>
              <a:t>P</a:t>
            </a:r>
            <a:r>
              <a:rPr lang="en-US" altLang="zh-CN" baseline="-25000" dirty="0">
                <a:solidFill>
                  <a:schemeClr val="tx1"/>
                </a:solidFill>
              </a:rPr>
              <a:t>0</a:t>
            </a:r>
            <a:r>
              <a:rPr lang="zh-CN" altLang="en-US" dirty="0">
                <a:solidFill>
                  <a:schemeClr val="tx1"/>
                </a:solidFill>
              </a:rPr>
              <a:t>试分配资源后</a:t>
            </a:r>
          </a:p>
        </p:txBody>
      </p:sp>
      <p:sp>
        <p:nvSpPr>
          <p:cNvPr id="282627" name="Rectangle 3">
            <a:extLst>
              <a:ext uri="{FF2B5EF4-FFF2-40B4-BE49-F238E27FC236}">
                <a16:creationId xmlns:a16="http://schemas.microsoft.com/office/drawing/2014/main" id="{9657DD91-3194-DD11-9C92-252B2A2B9133}"/>
              </a:ext>
            </a:extLst>
          </p:cNvPr>
          <p:cNvSpPr>
            <a:spLocks noGrp="1" noChangeArrowheads="1"/>
          </p:cNvSpPr>
          <p:nvPr>
            <p:ph idx="1"/>
          </p:nvPr>
        </p:nvSpPr>
        <p:spPr>
          <a:xfrm>
            <a:off x="106363" y="4797425"/>
            <a:ext cx="8066087" cy="1727200"/>
          </a:xfrm>
        </p:spPr>
        <p:txBody>
          <a:bodyPr/>
          <a:lstStyle/>
          <a:p>
            <a:pPr lvl="1" eaLnBrk="1" hangingPunct="1">
              <a:lnSpc>
                <a:spcPct val="100000"/>
              </a:lnSpc>
            </a:pPr>
            <a:r>
              <a:rPr lang="zh-CN" altLang="en-US" dirty="0"/>
              <a:t>4）再利用安全性算法检查此时系统是否安全。从上表中可以看出，可用资源</a:t>
            </a:r>
            <a:r>
              <a:rPr lang="en-US" altLang="zh-CN" dirty="0"/>
              <a:t>Available（2，1，0 ）</a:t>
            </a:r>
            <a:r>
              <a:rPr lang="zh-CN" altLang="en-US" dirty="0"/>
              <a:t>已不能满足任何进程的需要，故系统进入不安全状态，此时系统不分配资源。</a:t>
            </a:r>
          </a:p>
        </p:txBody>
      </p:sp>
      <p:graphicFrame>
        <p:nvGraphicFramePr>
          <p:cNvPr id="282628" name="Group 4">
            <a:extLst>
              <a:ext uri="{FF2B5EF4-FFF2-40B4-BE49-F238E27FC236}">
                <a16:creationId xmlns:a16="http://schemas.microsoft.com/office/drawing/2014/main" id="{C64AD1BC-459C-D00C-54E4-6F975E5EF9EB}"/>
              </a:ext>
            </a:extLst>
          </p:cNvPr>
          <p:cNvGraphicFramePr>
            <a:graphicFrameLocks noGrp="1"/>
          </p:cNvGraphicFramePr>
          <p:nvPr/>
        </p:nvGraphicFramePr>
        <p:xfrm>
          <a:off x="304800" y="1125538"/>
          <a:ext cx="8650288" cy="3440114"/>
        </p:xfrm>
        <a:graphic>
          <a:graphicData uri="http://schemas.openxmlformats.org/drawingml/2006/table">
            <a:tbl>
              <a:tblPr/>
              <a:tblGrid>
                <a:gridCol w="1762125">
                  <a:extLst>
                    <a:ext uri="{9D8B030D-6E8A-4147-A177-3AD203B41FA5}">
                      <a16:colId xmlns:a16="http://schemas.microsoft.com/office/drawing/2014/main" val="1859888041"/>
                    </a:ext>
                  </a:extLst>
                </a:gridCol>
                <a:gridCol w="1682750">
                  <a:extLst>
                    <a:ext uri="{9D8B030D-6E8A-4147-A177-3AD203B41FA5}">
                      <a16:colId xmlns:a16="http://schemas.microsoft.com/office/drawing/2014/main" val="3898082834"/>
                    </a:ext>
                  </a:extLst>
                </a:gridCol>
                <a:gridCol w="1838325">
                  <a:extLst>
                    <a:ext uri="{9D8B030D-6E8A-4147-A177-3AD203B41FA5}">
                      <a16:colId xmlns:a16="http://schemas.microsoft.com/office/drawing/2014/main" val="396590274"/>
                    </a:ext>
                  </a:extLst>
                </a:gridCol>
                <a:gridCol w="1758950">
                  <a:extLst>
                    <a:ext uri="{9D8B030D-6E8A-4147-A177-3AD203B41FA5}">
                      <a16:colId xmlns:a16="http://schemas.microsoft.com/office/drawing/2014/main" val="2284624610"/>
                    </a:ext>
                  </a:extLst>
                </a:gridCol>
                <a:gridCol w="1608138">
                  <a:extLst>
                    <a:ext uri="{9D8B030D-6E8A-4147-A177-3AD203B41FA5}">
                      <a16:colId xmlns:a16="http://schemas.microsoft.com/office/drawing/2014/main" val="1283943754"/>
                    </a:ext>
                  </a:extLst>
                </a:gridCol>
              </a:tblGrid>
              <a:tr h="460375">
                <a:tc rowSpan="2">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400" b="0" i="0" u="none" strike="noStrike" cap="none" normalizeH="0" baseline="0">
                          <a:ln>
                            <a:noFill/>
                          </a:ln>
                          <a:solidFill>
                            <a:schemeClr val="tx1"/>
                          </a:solidFill>
                          <a:effectLst/>
                          <a:latin typeface="Tahoma" panose="020B0604030504040204" pitchFamily="34" charset="0"/>
                          <a:ea typeface="宋体" panose="02010600030101010101" pitchFamily="2" charset="-122"/>
                        </a:rPr>
                        <a:t>   资源情况</a:t>
                      </a: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400" b="0" i="0" u="none" strike="noStrike" cap="none" normalizeH="0" baseline="0">
                          <a:ln>
                            <a:noFill/>
                          </a:ln>
                          <a:solidFill>
                            <a:schemeClr val="tx1"/>
                          </a:solidFill>
                          <a:effectLst/>
                          <a:latin typeface="Tahoma" panose="020B0604030504040204" pitchFamily="34" charset="0"/>
                          <a:ea typeface="宋体" panose="02010600030101010101" pitchFamily="2" charset="-122"/>
                        </a:rPr>
                        <a:t>进程</a:t>
                      </a: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w="12700" cap="flat" cmpd="sng" algn="ctr">
                      <a:solidFill>
                        <a:schemeClr val="tx1"/>
                      </a:solidFill>
                      <a:prstDash val="solid"/>
                      <a:miter lim="800000"/>
                      <a:headEnd type="none" w="med" len="med"/>
                      <a:tailEnd type="none" w="med" len="med"/>
                    </a:lnTlToBr>
                    <a:lnBlToTr>
                      <a:noFill/>
                    </a:lnBlToTr>
                    <a:noFill/>
                  </a:tcPr>
                </a:tc>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400" b="0" i="0" u="none" strike="noStrike" cap="none" normalizeH="0" baseline="0">
                          <a:ln>
                            <a:noFill/>
                          </a:ln>
                          <a:solidFill>
                            <a:schemeClr val="tx1"/>
                          </a:solidFill>
                          <a:effectLst/>
                          <a:latin typeface="Tahoma" panose="020B0604030504040204" pitchFamily="34" charset="0"/>
                          <a:ea typeface="宋体" panose="02010600030101010101" pitchFamily="2" charset="-122"/>
                        </a:rPr>
                        <a:t>    </a:t>
                      </a:r>
                      <a:r>
                        <a:rPr kumimoji="0" lang="en-US" altLang="zh-CN" sz="2400" b="0" i="0" u="none" strike="noStrike" cap="none" normalizeH="0" baseline="0">
                          <a:ln>
                            <a:noFill/>
                          </a:ln>
                          <a:solidFill>
                            <a:schemeClr val="tx1"/>
                          </a:solidFill>
                          <a:effectLst/>
                          <a:latin typeface="Tahoma" panose="020B0604030504040204" pitchFamily="34" charset="0"/>
                          <a:ea typeface="宋体" panose="02010600030101010101" pitchFamily="2" charset="-122"/>
                        </a:rPr>
                        <a:t>Max</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400" b="0" i="0" u="none" strike="noStrike" cap="none" normalizeH="0" baseline="0">
                          <a:ln>
                            <a:noFill/>
                          </a:ln>
                          <a:solidFill>
                            <a:schemeClr val="tx1"/>
                          </a:solidFill>
                          <a:effectLst/>
                          <a:latin typeface="Tahoma" panose="020B0604030504040204" pitchFamily="34" charset="0"/>
                          <a:ea typeface="宋体" panose="02010600030101010101" pitchFamily="2" charset="-122"/>
                        </a:rPr>
                        <a:t>  Allocation</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400" b="0" i="0" u="none" strike="noStrike" cap="none" normalizeH="0" baseline="0">
                          <a:ln>
                            <a:noFill/>
                          </a:ln>
                          <a:solidFill>
                            <a:schemeClr val="tx1"/>
                          </a:solidFill>
                          <a:effectLst/>
                          <a:latin typeface="Tahoma" panose="020B0604030504040204" pitchFamily="34" charset="0"/>
                          <a:ea typeface="宋体" panose="02010600030101010101" pitchFamily="2" charset="-122"/>
                        </a:rPr>
                        <a:t>    </a:t>
                      </a:r>
                      <a:r>
                        <a:rPr kumimoji="0" lang="en-US" altLang="zh-CN" sz="2400" b="0" i="0" u="none" strike="noStrike" cap="none" normalizeH="0" baseline="0">
                          <a:ln>
                            <a:noFill/>
                          </a:ln>
                          <a:solidFill>
                            <a:schemeClr val="tx1"/>
                          </a:solidFill>
                          <a:effectLst/>
                          <a:latin typeface="Tahoma" panose="020B0604030504040204" pitchFamily="34" charset="0"/>
                          <a:ea typeface="宋体" panose="02010600030101010101" pitchFamily="2" charset="-122"/>
                        </a:rPr>
                        <a:t>Need</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400" b="0" i="0" u="none" strike="noStrike" cap="none" normalizeH="0" baseline="0">
                          <a:ln>
                            <a:noFill/>
                          </a:ln>
                          <a:solidFill>
                            <a:schemeClr val="tx1"/>
                          </a:solidFill>
                          <a:effectLst/>
                          <a:latin typeface="Tahoma" panose="020B0604030504040204" pitchFamily="34" charset="0"/>
                          <a:ea typeface="宋体" panose="02010600030101010101" pitchFamily="2" charset="-122"/>
                        </a:rPr>
                        <a:t>  </a:t>
                      </a:r>
                      <a:r>
                        <a:rPr kumimoji="0" lang="en-US" altLang="zh-CN" sz="2400" b="0" i="0" u="none" strike="noStrike" cap="none" normalizeH="0" baseline="0">
                          <a:ln>
                            <a:noFill/>
                          </a:ln>
                          <a:solidFill>
                            <a:schemeClr val="tx1"/>
                          </a:solidFill>
                          <a:effectLst/>
                          <a:latin typeface="Tahoma" panose="020B0604030504040204" pitchFamily="34" charset="0"/>
                          <a:ea typeface="宋体" panose="02010600030101010101" pitchFamily="2" charset="-122"/>
                        </a:rPr>
                        <a:t>Available</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900046593"/>
                  </a:ext>
                </a:extLst>
              </a:tr>
              <a:tr h="461963">
                <a:tc vMerge="1">
                  <a:txBody>
                    <a:bodyPr/>
                    <a:lstStyle/>
                    <a:p>
                      <a:endParaRPr lang="zh-CN" altLang="en-US"/>
                    </a:p>
                  </a:txBody>
                  <a:tcPr/>
                </a:tc>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400" b="0" i="0" u="none" strike="noStrike" cap="none" normalizeH="0" baseline="0">
                          <a:ln>
                            <a:noFill/>
                          </a:ln>
                          <a:solidFill>
                            <a:schemeClr val="tx1"/>
                          </a:solidFill>
                          <a:effectLst/>
                          <a:latin typeface="Tahoma" panose="020B0604030504040204" pitchFamily="34" charset="0"/>
                          <a:ea typeface="宋体" panose="02010600030101010101" pitchFamily="2" charset="-122"/>
                        </a:rPr>
                        <a:t> </a:t>
                      </a:r>
                      <a:r>
                        <a:rPr kumimoji="0" lang="en-US" altLang="zh-CN" sz="2400" b="0" i="0" u="none" strike="noStrike" cap="none" normalizeH="0" baseline="0">
                          <a:ln>
                            <a:noFill/>
                          </a:ln>
                          <a:solidFill>
                            <a:schemeClr val="tx1"/>
                          </a:solidFill>
                          <a:effectLst/>
                          <a:latin typeface="Tahoma" panose="020B0604030504040204" pitchFamily="34" charset="0"/>
                          <a:ea typeface="宋体" panose="02010600030101010101" pitchFamily="2" charset="-122"/>
                        </a:rPr>
                        <a:t>A    B    C</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400" b="0" i="0" u="none" strike="noStrike" cap="none" normalizeH="0" baseline="0">
                          <a:ln>
                            <a:noFill/>
                          </a:ln>
                          <a:solidFill>
                            <a:schemeClr val="tx1"/>
                          </a:solidFill>
                          <a:effectLst/>
                          <a:latin typeface="Tahoma" panose="020B0604030504040204" pitchFamily="34" charset="0"/>
                          <a:ea typeface="宋体" panose="02010600030101010101" pitchFamily="2" charset="-122"/>
                        </a:rPr>
                        <a:t>  </a:t>
                      </a:r>
                      <a:r>
                        <a:rPr kumimoji="0" lang="en-US" altLang="zh-CN" sz="2400" b="0" i="0" u="none" strike="noStrike" cap="none" normalizeH="0" baseline="0">
                          <a:ln>
                            <a:noFill/>
                          </a:ln>
                          <a:solidFill>
                            <a:schemeClr val="tx1"/>
                          </a:solidFill>
                          <a:effectLst/>
                          <a:latin typeface="Tahoma" panose="020B0604030504040204" pitchFamily="34" charset="0"/>
                          <a:ea typeface="宋体" panose="02010600030101010101" pitchFamily="2" charset="-122"/>
                        </a:rPr>
                        <a:t>A    B    C</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400" b="0" i="0" u="none" strike="noStrike" cap="none" normalizeH="0" baseline="0">
                          <a:ln>
                            <a:noFill/>
                          </a:ln>
                          <a:solidFill>
                            <a:schemeClr val="tx1"/>
                          </a:solidFill>
                          <a:effectLst/>
                          <a:latin typeface="Tahoma" panose="020B0604030504040204" pitchFamily="34" charset="0"/>
                          <a:ea typeface="宋体" panose="02010600030101010101" pitchFamily="2" charset="-122"/>
                        </a:rPr>
                        <a:t>  </a:t>
                      </a:r>
                      <a:r>
                        <a:rPr kumimoji="0" lang="en-US" altLang="zh-CN" sz="2400" b="0" i="0" u="none" strike="noStrike" cap="none" normalizeH="0" baseline="0">
                          <a:ln>
                            <a:noFill/>
                          </a:ln>
                          <a:solidFill>
                            <a:schemeClr val="tx1"/>
                          </a:solidFill>
                          <a:effectLst/>
                          <a:latin typeface="Tahoma" panose="020B0604030504040204" pitchFamily="34" charset="0"/>
                          <a:ea typeface="宋体" panose="02010600030101010101" pitchFamily="2" charset="-122"/>
                        </a:rPr>
                        <a:t>A    B    C</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400" b="0" i="0" u="none" strike="noStrike" cap="none" normalizeH="0" baseline="0">
                          <a:ln>
                            <a:noFill/>
                          </a:ln>
                          <a:solidFill>
                            <a:schemeClr val="tx1"/>
                          </a:solidFill>
                          <a:effectLst/>
                          <a:latin typeface="Tahoma" panose="020B0604030504040204" pitchFamily="34" charset="0"/>
                          <a:ea typeface="宋体" panose="02010600030101010101" pitchFamily="2" charset="-122"/>
                        </a:rPr>
                        <a:t> </a:t>
                      </a:r>
                      <a:r>
                        <a:rPr kumimoji="0" lang="en-US" altLang="zh-CN" sz="2400" b="0" i="0" u="none" strike="noStrike" cap="none" normalizeH="0" baseline="0">
                          <a:ln>
                            <a:noFill/>
                          </a:ln>
                          <a:solidFill>
                            <a:schemeClr val="tx1"/>
                          </a:solidFill>
                          <a:effectLst/>
                          <a:latin typeface="Tahoma" panose="020B0604030504040204" pitchFamily="34" charset="0"/>
                          <a:ea typeface="宋体" panose="02010600030101010101" pitchFamily="2" charset="-122"/>
                        </a:rPr>
                        <a:t>A    B    C</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2599206268"/>
                  </a:ext>
                </a:extLst>
              </a:tr>
              <a:tr h="493713">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400" b="0" i="0" u="none" strike="noStrike" cap="none" normalizeH="0" baseline="0">
                          <a:ln>
                            <a:noFill/>
                          </a:ln>
                          <a:solidFill>
                            <a:schemeClr val="tx1"/>
                          </a:solidFill>
                          <a:effectLst/>
                          <a:latin typeface="Tahoma" panose="020B0604030504040204" pitchFamily="34" charset="0"/>
                          <a:ea typeface="宋体" panose="02010600030101010101" pitchFamily="2" charset="-122"/>
                        </a:rPr>
                        <a:t>      P0</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400" b="0" i="0" u="none" strike="noStrike" cap="none" normalizeH="0" baseline="0">
                          <a:ln>
                            <a:noFill/>
                          </a:ln>
                          <a:solidFill>
                            <a:schemeClr val="tx1"/>
                          </a:solidFill>
                          <a:effectLst/>
                          <a:latin typeface="Tahoma" panose="020B0604030504040204" pitchFamily="34" charset="0"/>
                          <a:ea typeface="宋体" panose="02010600030101010101" pitchFamily="2" charset="-122"/>
                        </a:rPr>
                        <a:t> 8    5    3 </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400" b="0" i="0" u="none" strike="noStrike" cap="none" normalizeH="0" baseline="0">
                          <a:ln>
                            <a:noFill/>
                          </a:ln>
                          <a:solidFill>
                            <a:schemeClr val="tx1"/>
                          </a:solidFill>
                          <a:effectLst/>
                          <a:latin typeface="Tahoma" panose="020B0604030504040204" pitchFamily="34" charset="0"/>
                          <a:ea typeface="宋体" panose="02010600030101010101" pitchFamily="2" charset="-122"/>
                        </a:rPr>
                        <a:t>  </a:t>
                      </a:r>
                      <a:r>
                        <a:rPr kumimoji="0" lang="zh-CN" altLang="en-US" sz="2400" b="0" i="0" u="none" strike="noStrike" cap="none" normalizeH="0" baseline="0">
                          <a:ln>
                            <a:noFill/>
                          </a:ln>
                          <a:solidFill>
                            <a:schemeClr val="folHlink"/>
                          </a:solidFill>
                          <a:effectLst/>
                          <a:latin typeface="Tahoma" panose="020B0604030504040204" pitchFamily="34" charset="0"/>
                          <a:ea typeface="宋体" panose="02010600030101010101" pitchFamily="2" charset="-122"/>
                        </a:rPr>
                        <a:t>1    3    0</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400" b="0" i="0" u="none" strike="noStrike" cap="none" normalizeH="0" baseline="0">
                          <a:ln>
                            <a:noFill/>
                          </a:ln>
                          <a:solidFill>
                            <a:schemeClr val="tx1"/>
                          </a:solidFill>
                          <a:effectLst/>
                          <a:latin typeface="Tahoma" panose="020B0604030504040204" pitchFamily="34" charset="0"/>
                          <a:ea typeface="宋体" panose="02010600030101010101" pitchFamily="2" charset="-122"/>
                        </a:rPr>
                        <a:t>  </a:t>
                      </a:r>
                      <a:r>
                        <a:rPr kumimoji="0" lang="zh-CN" altLang="en-US" sz="2400" b="0" i="0" u="none" strike="noStrike" cap="none" normalizeH="0" baseline="0">
                          <a:ln>
                            <a:noFill/>
                          </a:ln>
                          <a:solidFill>
                            <a:schemeClr val="folHlink"/>
                          </a:solidFill>
                          <a:effectLst/>
                          <a:latin typeface="Tahoma" panose="020B0604030504040204" pitchFamily="34" charset="0"/>
                          <a:ea typeface="宋体" panose="02010600030101010101" pitchFamily="2" charset="-122"/>
                        </a:rPr>
                        <a:t>7    2    3</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400" b="0" i="0" u="none" strike="noStrike" cap="none" normalizeH="0" baseline="0">
                          <a:ln>
                            <a:noFill/>
                          </a:ln>
                          <a:solidFill>
                            <a:schemeClr val="tx1"/>
                          </a:solidFill>
                          <a:effectLst/>
                          <a:latin typeface="Tahoma" panose="020B0604030504040204" pitchFamily="34" charset="0"/>
                          <a:ea typeface="宋体" panose="02010600030101010101" pitchFamily="2" charset="-122"/>
                        </a:rPr>
                        <a:t> </a:t>
                      </a:r>
                      <a:r>
                        <a:rPr kumimoji="0" lang="zh-CN" altLang="en-US" sz="2400" b="0" i="0" u="none" strike="noStrike" cap="none" normalizeH="0" baseline="0">
                          <a:ln>
                            <a:noFill/>
                          </a:ln>
                          <a:solidFill>
                            <a:schemeClr val="folHlink"/>
                          </a:solidFill>
                          <a:effectLst/>
                          <a:latin typeface="Tahoma" panose="020B0604030504040204" pitchFamily="34" charset="0"/>
                          <a:ea typeface="宋体" panose="02010600030101010101" pitchFamily="2" charset="-122"/>
                        </a:rPr>
                        <a:t>2    1    0</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3522555397"/>
                  </a:ext>
                </a:extLst>
              </a:tr>
              <a:tr h="522288">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400" b="0" i="0" u="none" strike="noStrike" cap="none" normalizeH="0" baseline="0">
                          <a:ln>
                            <a:noFill/>
                          </a:ln>
                          <a:solidFill>
                            <a:schemeClr val="tx1"/>
                          </a:solidFill>
                          <a:effectLst/>
                          <a:latin typeface="Tahoma" panose="020B0604030504040204" pitchFamily="34" charset="0"/>
                          <a:ea typeface="宋体" panose="02010600030101010101" pitchFamily="2" charset="-122"/>
                        </a:rPr>
                        <a:t>      </a:t>
                      </a:r>
                      <a:r>
                        <a:rPr kumimoji="0" lang="en-US" altLang="zh-CN" sz="2400" b="0" i="0" u="none" strike="noStrike" cap="none" normalizeH="0" baseline="0">
                          <a:ln>
                            <a:noFill/>
                          </a:ln>
                          <a:solidFill>
                            <a:schemeClr val="tx1"/>
                          </a:solidFill>
                          <a:effectLst/>
                          <a:latin typeface="Tahoma" panose="020B0604030504040204" pitchFamily="34" charset="0"/>
                          <a:ea typeface="宋体" panose="02010600030101010101" pitchFamily="2" charset="-122"/>
                        </a:rPr>
                        <a:t>P1</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400" b="0" i="0" u="none" strike="noStrike" cap="none" normalizeH="0" baseline="0">
                          <a:ln>
                            <a:noFill/>
                          </a:ln>
                          <a:solidFill>
                            <a:schemeClr val="tx1"/>
                          </a:solidFill>
                          <a:effectLst/>
                          <a:latin typeface="Tahoma" panose="020B0604030504040204" pitchFamily="34" charset="0"/>
                          <a:ea typeface="宋体" panose="02010600030101010101" pitchFamily="2" charset="-122"/>
                        </a:rPr>
                        <a:t> 3    2    3</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400" b="0" i="0" u="none" strike="noStrike" cap="none" normalizeH="0" baseline="0">
                          <a:ln>
                            <a:noFill/>
                          </a:ln>
                          <a:solidFill>
                            <a:schemeClr val="tx1"/>
                          </a:solidFill>
                          <a:effectLst/>
                          <a:latin typeface="Tahoma" panose="020B0604030504040204" pitchFamily="34" charset="0"/>
                          <a:ea typeface="宋体" panose="02010600030101010101" pitchFamily="2" charset="-122"/>
                        </a:rPr>
                        <a:t>  3    0    3</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400" b="0" i="0" u="none" strike="noStrike" cap="none" normalizeH="0" baseline="0">
                          <a:ln>
                            <a:noFill/>
                          </a:ln>
                          <a:solidFill>
                            <a:schemeClr val="tx1"/>
                          </a:solidFill>
                          <a:effectLst/>
                          <a:latin typeface="Tahoma" panose="020B0604030504040204" pitchFamily="34" charset="0"/>
                          <a:ea typeface="宋体" panose="02010600030101010101" pitchFamily="2" charset="-122"/>
                        </a:rPr>
                        <a:t>  0    2    0</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en-US" sz="2400" b="0" i="0" u="none" strike="noStrike" cap="none" normalizeH="0" baseline="0">
                        <a:ln>
                          <a:noFill/>
                        </a:ln>
                        <a:solidFill>
                          <a:schemeClr val="tx1"/>
                        </a:solidFill>
                        <a:effectLst/>
                        <a:latin typeface="Tahoma" panose="020B0604030504040204" pitchFamily="34" charset="0"/>
                        <a:ea typeface="宋体" panose="02010600030101010101" pitchFamily="2" charset="-122"/>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555398311"/>
                  </a:ext>
                </a:extLst>
              </a:tr>
              <a:tr h="520700">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400" b="0" i="0" u="none" strike="noStrike" cap="none" normalizeH="0" baseline="0">
                          <a:ln>
                            <a:noFill/>
                          </a:ln>
                          <a:solidFill>
                            <a:schemeClr val="tx1"/>
                          </a:solidFill>
                          <a:effectLst/>
                          <a:latin typeface="Tahoma" panose="020B0604030504040204" pitchFamily="34" charset="0"/>
                          <a:ea typeface="宋体" panose="02010600030101010101" pitchFamily="2" charset="-122"/>
                        </a:rPr>
                        <a:t>      </a:t>
                      </a:r>
                      <a:r>
                        <a:rPr kumimoji="0" lang="en-US" altLang="zh-CN" sz="2400" b="0" i="0" u="none" strike="noStrike" cap="none" normalizeH="0" baseline="0">
                          <a:ln>
                            <a:noFill/>
                          </a:ln>
                          <a:solidFill>
                            <a:schemeClr val="tx1"/>
                          </a:solidFill>
                          <a:effectLst/>
                          <a:latin typeface="Tahoma" panose="020B0604030504040204" pitchFamily="34" charset="0"/>
                          <a:ea typeface="宋体" panose="02010600030101010101" pitchFamily="2" charset="-122"/>
                        </a:rPr>
                        <a:t>P2</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400" b="0" i="0" u="none" strike="noStrike" cap="none" normalizeH="0" baseline="0">
                          <a:ln>
                            <a:noFill/>
                          </a:ln>
                          <a:solidFill>
                            <a:schemeClr val="tx1"/>
                          </a:solidFill>
                          <a:effectLst/>
                          <a:latin typeface="Tahoma" panose="020B0604030504040204" pitchFamily="34" charset="0"/>
                          <a:ea typeface="宋体" panose="02010600030101010101" pitchFamily="2" charset="-122"/>
                        </a:rPr>
                        <a:t> 9    0    3</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400" b="0" i="0" u="none" strike="noStrike" cap="none" normalizeH="0" baseline="0">
                          <a:ln>
                            <a:noFill/>
                          </a:ln>
                          <a:solidFill>
                            <a:schemeClr val="tx1"/>
                          </a:solidFill>
                          <a:effectLst/>
                          <a:latin typeface="Tahoma" panose="020B0604030504040204" pitchFamily="34" charset="0"/>
                          <a:ea typeface="宋体" panose="02010600030101010101" pitchFamily="2" charset="-122"/>
                        </a:rPr>
                        <a:t>  3    0    3</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400" b="0" i="0" u="none" strike="noStrike" cap="none" normalizeH="0" baseline="0">
                          <a:ln>
                            <a:noFill/>
                          </a:ln>
                          <a:solidFill>
                            <a:schemeClr val="tx1"/>
                          </a:solidFill>
                          <a:effectLst/>
                          <a:latin typeface="Tahoma" panose="020B0604030504040204" pitchFamily="34" charset="0"/>
                          <a:ea typeface="宋体" panose="02010600030101010101" pitchFamily="2" charset="-122"/>
                        </a:rPr>
                        <a:t>  6    0    0</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en-US" sz="2400" b="0" i="0" u="none" strike="noStrike" cap="none" normalizeH="0" baseline="0">
                        <a:ln>
                          <a:noFill/>
                        </a:ln>
                        <a:solidFill>
                          <a:schemeClr val="tx1"/>
                        </a:solidFill>
                        <a:effectLst/>
                        <a:latin typeface="Tahoma" panose="020B0604030504040204" pitchFamily="34" charset="0"/>
                        <a:ea typeface="宋体" panose="02010600030101010101" pitchFamily="2" charset="-122"/>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3475649195"/>
                  </a:ext>
                </a:extLst>
              </a:tr>
              <a:tr h="523875">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400" b="0" i="0" u="none" strike="noStrike" cap="none" normalizeH="0" baseline="0">
                          <a:ln>
                            <a:noFill/>
                          </a:ln>
                          <a:solidFill>
                            <a:schemeClr val="tx1"/>
                          </a:solidFill>
                          <a:effectLst/>
                          <a:latin typeface="Tahoma" panose="020B0604030504040204" pitchFamily="34" charset="0"/>
                          <a:ea typeface="宋体" panose="02010600030101010101" pitchFamily="2" charset="-122"/>
                        </a:rPr>
                        <a:t>      </a:t>
                      </a:r>
                      <a:r>
                        <a:rPr kumimoji="0" lang="en-US" altLang="zh-CN" sz="2400" b="0" i="0" u="none" strike="noStrike" cap="none" normalizeH="0" baseline="0">
                          <a:ln>
                            <a:noFill/>
                          </a:ln>
                          <a:solidFill>
                            <a:schemeClr val="tx1"/>
                          </a:solidFill>
                          <a:effectLst/>
                          <a:latin typeface="Tahoma" panose="020B0604030504040204" pitchFamily="34" charset="0"/>
                          <a:ea typeface="宋体" panose="02010600030101010101" pitchFamily="2" charset="-122"/>
                        </a:rPr>
                        <a:t>P3</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400" b="0" i="0" u="none" strike="noStrike" cap="none" normalizeH="0" baseline="0">
                          <a:ln>
                            <a:noFill/>
                          </a:ln>
                          <a:solidFill>
                            <a:schemeClr val="tx1"/>
                          </a:solidFill>
                          <a:effectLst/>
                          <a:latin typeface="Tahoma" panose="020B0604030504040204" pitchFamily="34" charset="0"/>
                          <a:ea typeface="宋体" panose="02010600030101010101" pitchFamily="2" charset="-122"/>
                        </a:rPr>
                        <a:t> 2    2    2</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400" b="0" i="0" u="none" strike="noStrike" cap="none" normalizeH="0" baseline="0">
                          <a:ln>
                            <a:noFill/>
                          </a:ln>
                          <a:solidFill>
                            <a:schemeClr val="tx1"/>
                          </a:solidFill>
                          <a:effectLst/>
                          <a:latin typeface="Tahoma" panose="020B0604030504040204" pitchFamily="34" charset="0"/>
                          <a:ea typeface="宋体" panose="02010600030101010101" pitchFamily="2" charset="-122"/>
                        </a:rPr>
                        <a:t>  2    1    1</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400" b="0" i="0" u="none" strike="noStrike" cap="none" normalizeH="0" baseline="0">
                          <a:ln>
                            <a:noFill/>
                          </a:ln>
                          <a:solidFill>
                            <a:schemeClr val="tx1"/>
                          </a:solidFill>
                          <a:effectLst/>
                          <a:latin typeface="Tahoma" panose="020B0604030504040204" pitchFamily="34" charset="0"/>
                          <a:ea typeface="宋体" panose="02010600030101010101" pitchFamily="2" charset="-122"/>
                        </a:rPr>
                        <a:t>  0    1    1</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en-US" sz="2400" b="0" i="0" u="none" strike="noStrike" cap="none" normalizeH="0" baseline="0">
                        <a:ln>
                          <a:noFill/>
                        </a:ln>
                        <a:solidFill>
                          <a:schemeClr val="tx1"/>
                        </a:solidFill>
                        <a:effectLst/>
                        <a:latin typeface="Tahoma" panose="020B0604030504040204" pitchFamily="34" charset="0"/>
                        <a:ea typeface="宋体" panose="02010600030101010101" pitchFamily="2" charset="-122"/>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33005126"/>
                  </a:ext>
                </a:extLst>
              </a:tr>
              <a:tr h="457200">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400" b="0" i="0" u="none" strike="noStrike" cap="none" normalizeH="0" baseline="0">
                          <a:ln>
                            <a:noFill/>
                          </a:ln>
                          <a:solidFill>
                            <a:schemeClr val="tx1"/>
                          </a:solidFill>
                          <a:effectLst/>
                          <a:latin typeface="Tahoma" panose="020B0604030504040204" pitchFamily="34" charset="0"/>
                          <a:ea typeface="宋体" panose="02010600030101010101" pitchFamily="2" charset="-122"/>
                        </a:rPr>
                        <a:t>      </a:t>
                      </a:r>
                      <a:r>
                        <a:rPr kumimoji="0" lang="en-US" altLang="zh-CN" sz="2400" b="0" i="0" u="none" strike="noStrike" cap="none" normalizeH="0" baseline="0">
                          <a:ln>
                            <a:noFill/>
                          </a:ln>
                          <a:solidFill>
                            <a:schemeClr val="tx1"/>
                          </a:solidFill>
                          <a:effectLst/>
                          <a:latin typeface="Tahoma" panose="020B0604030504040204" pitchFamily="34" charset="0"/>
                          <a:ea typeface="宋体" panose="02010600030101010101" pitchFamily="2" charset="-122"/>
                        </a:rPr>
                        <a:t>P4</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400" b="0" i="0" u="none" strike="noStrike" cap="none" normalizeH="0" baseline="0">
                          <a:ln>
                            <a:noFill/>
                          </a:ln>
                          <a:solidFill>
                            <a:schemeClr val="tx1"/>
                          </a:solidFill>
                          <a:effectLst/>
                          <a:latin typeface="Tahoma" panose="020B0604030504040204" pitchFamily="34" charset="0"/>
                          <a:ea typeface="宋体" panose="02010600030101010101" pitchFamily="2" charset="-122"/>
                        </a:rPr>
                        <a:t> 5    3    3</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400" b="0" i="0" u="none" strike="noStrike" cap="none" normalizeH="0" baseline="0">
                          <a:ln>
                            <a:noFill/>
                          </a:ln>
                          <a:solidFill>
                            <a:schemeClr val="tx1"/>
                          </a:solidFill>
                          <a:effectLst/>
                          <a:latin typeface="Tahoma" panose="020B0604030504040204" pitchFamily="34" charset="0"/>
                          <a:ea typeface="宋体" panose="02010600030101010101" pitchFamily="2" charset="-122"/>
                        </a:rPr>
                        <a:t>  1    0    2</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400" b="0" i="0" u="none" strike="noStrike" cap="none" normalizeH="0" baseline="0">
                          <a:ln>
                            <a:noFill/>
                          </a:ln>
                          <a:solidFill>
                            <a:schemeClr val="tx1"/>
                          </a:solidFill>
                          <a:effectLst/>
                          <a:latin typeface="Tahoma" panose="020B0604030504040204" pitchFamily="34" charset="0"/>
                          <a:ea typeface="宋体" panose="02010600030101010101" pitchFamily="2" charset="-122"/>
                        </a:rPr>
                        <a:t>  4    3    1</a:t>
                      </a: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itchFamily="2" charset="2"/>
                        <a:defRPr sz="2800">
                          <a:solidFill>
                            <a:schemeClr val="tx1"/>
                          </a:solidFill>
                          <a:latin typeface="Tahoma" panose="020B0604030504040204" pitchFamily="34" charset="0"/>
                          <a:ea typeface="宋体" panose="02010600030101010101" pitchFamily="2" charset="-122"/>
                        </a:defRPr>
                      </a:lvl1pPr>
                      <a:lvl2pPr eaLnBrk="0" hangingPunct="0">
                        <a:spcBef>
                          <a:spcPct val="20000"/>
                        </a:spcBef>
                        <a:buClr>
                          <a:schemeClr val="hlink"/>
                        </a:buClr>
                        <a:buSzPct val="55000"/>
                        <a:buFont typeface="Wingdings" pitchFamily="2" charset="2"/>
                        <a:defRPr sz="2400">
                          <a:solidFill>
                            <a:schemeClr val="tx1"/>
                          </a:solidFill>
                          <a:latin typeface="Tahoma" panose="020B0604030504040204" pitchFamily="34" charset="0"/>
                          <a:ea typeface="宋体" panose="02010600030101010101" pitchFamily="2" charset="-122"/>
                        </a:defRPr>
                      </a:lvl2pPr>
                      <a:lvl3pPr eaLnBrk="0" hangingPunct="0">
                        <a:spcBef>
                          <a:spcPct val="20000"/>
                        </a:spcBef>
                        <a:buClr>
                          <a:schemeClr val="folHlink"/>
                        </a:buClr>
                        <a:buSzPct val="50000"/>
                        <a:buFont typeface="Wingdings" pitchFamily="2" charset="2"/>
                        <a:defRPr sz="2000">
                          <a:solidFill>
                            <a:schemeClr val="tx1"/>
                          </a:solidFill>
                          <a:latin typeface="Tahoma" panose="020B0604030504040204" pitchFamily="34" charset="0"/>
                          <a:ea typeface="宋体" panose="02010600030101010101" pitchFamily="2" charset="-122"/>
                        </a:defRPr>
                      </a:lvl3pPr>
                      <a:lvl4pPr eaLnBrk="0" hangingPunct="0">
                        <a:spcBef>
                          <a:spcPct val="20000"/>
                        </a:spcBef>
                        <a:buClr>
                          <a:schemeClr val="accent2"/>
                        </a:buClr>
                        <a:buSzPct val="55000"/>
                        <a:buFont typeface="Wingdings" pitchFamily="2" charset="2"/>
                        <a:defRPr>
                          <a:solidFill>
                            <a:schemeClr val="tx1"/>
                          </a:solidFill>
                          <a:latin typeface="Tahoma" panose="020B0604030504040204" pitchFamily="34" charset="0"/>
                          <a:ea typeface="宋体" panose="02010600030101010101" pitchFamily="2" charset="-122"/>
                        </a:defRPr>
                      </a:lvl4pPr>
                      <a:lvl5pPr eaLnBrk="0" hangingPunct="0">
                        <a:spcBef>
                          <a:spcPct val="20000"/>
                        </a:spcBef>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5pPr>
                      <a:lvl6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6pPr>
                      <a:lvl7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7pPr>
                      <a:lvl8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8pPr>
                      <a:lvl9pPr eaLnBrk="0" fontAlgn="base" hangingPunct="0">
                        <a:spcBef>
                          <a:spcPct val="20000"/>
                        </a:spcBef>
                        <a:spcAft>
                          <a:spcPct val="0"/>
                        </a:spcAft>
                        <a:buClr>
                          <a:schemeClr val="accent1"/>
                        </a:buClr>
                        <a:buSzPct val="50000"/>
                        <a:buFont typeface="Wingdings" pitchFamily="2" charset="2"/>
                        <a:defRPr>
                          <a:solidFill>
                            <a:schemeClr val="tx1"/>
                          </a:solidFill>
                          <a:latin typeface="Tahoma" panose="020B060403050404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zh-CN" altLang="en-US" sz="2400" b="0" i="0" u="none" strike="noStrike" cap="none" normalizeH="0" baseline="0">
                        <a:ln>
                          <a:noFill/>
                        </a:ln>
                        <a:solidFill>
                          <a:schemeClr val="tx1"/>
                        </a:solidFill>
                        <a:effectLst/>
                        <a:latin typeface="Tahoma" panose="020B0604030504040204" pitchFamily="34" charset="0"/>
                        <a:ea typeface="宋体" panose="02010600030101010101" pitchFamily="2" charset="-122"/>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321429214"/>
                  </a:ext>
                </a:extLst>
              </a:tr>
            </a:tbl>
          </a:graphicData>
        </a:graphic>
      </p:graphicFrame>
      <p:sp>
        <p:nvSpPr>
          <p:cNvPr id="2" name="灯片编号占位符 1">
            <a:extLst>
              <a:ext uri="{FF2B5EF4-FFF2-40B4-BE49-F238E27FC236}">
                <a16:creationId xmlns:a16="http://schemas.microsoft.com/office/drawing/2014/main" id="{2CDE5B55-6B6F-8CC6-0C14-F395A72AEAF8}"/>
              </a:ext>
            </a:extLst>
          </p:cNvPr>
          <p:cNvSpPr>
            <a:spLocks noGrp="1"/>
          </p:cNvSpPr>
          <p:nvPr>
            <p:ph type="sldNum" sz="quarter" idx="12"/>
          </p:nvPr>
        </p:nvSpPr>
        <p:spPr/>
        <p:txBody>
          <a:bodyPr/>
          <a:lstStyle/>
          <a:p>
            <a:fld id="{4093CC90-4002-504C-BD88-C9A1D374048E}" type="slidenum">
              <a:rPr lang="zh-CN" altLang="en-US" smtClean="0"/>
              <a:pPr/>
              <a:t>44</a:t>
            </a:fld>
            <a:endParaRPr lang="zh-CN" altLang="en-US" dirty="0"/>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282627">
                                            <p:txEl>
                                              <p:pRg st="0" end="0"/>
                                            </p:txEl>
                                          </p:spTgt>
                                        </p:tgtEl>
                                        <p:attrNameLst>
                                          <p:attrName>style.visibility</p:attrName>
                                        </p:attrNameLst>
                                      </p:cBhvr>
                                      <p:to>
                                        <p:strVal val="visible"/>
                                      </p:to>
                                    </p:set>
                                    <p:animEffect transition="in" filter="checkerboard(across)">
                                      <p:cBhvr>
                                        <p:cTn id="7" dur="500"/>
                                        <p:tgtEl>
                                          <p:spTgt spid="28262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2627" grpId="0" build="p"/>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5" name="Rectangle 2">
            <a:extLst>
              <a:ext uri="{FF2B5EF4-FFF2-40B4-BE49-F238E27FC236}">
                <a16:creationId xmlns:a16="http://schemas.microsoft.com/office/drawing/2014/main" id="{C04CA01C-A628-ED41-9430-750997BB9BD3}"/>
              </a:ext>
            </a:extLst>
          </p:cNvPr>
          <p:cNvSpPr>
            <a:spLocks noGrp="1" noChangeArrowheads="1"/>
          </p:cNvSpPr>
          <p:nvPr>
            <p:ph type="title"/>
          </p:nvPr>
        </p:nvSpPr>
        <p:spPr>
          <a:xfrm>
            <a:off x="1042988" y="225431"/>
            <a:ext cx="7850187" cy="746125"/>
          </a:xfrm>
        </p:spPr>
        <p:txBody>
          <a:bodyPr/>
          <a:lstStyle/>
          <a:p>
            <a:r>
              <a:rPr lang="zh-CN" altLang="en-US" dirty="0"/>
              <a:t>死锁检测</a:t>
            </a:r>
          </a:p>
        </p:txBody>
      </p:sp>
      <p:sp>
        <p:nvSpPr>
          <p:cNvPr id="72706" name="Rectangle 3">
            <a:extLst>
              <a:ext uri="{FF2B5EF4-FFF2-40B4-BE49-F238E27FC236}">
                <a16:creationId xmlns:a16="http://schemas.microsoft.com/office/drawing/2014/main" id="{D7B0284C-328E-046D-6B45-81A6870BCDE4}"/>
              </a:ext>
            </a:extLst>
          </p:cNvPr>
          <p:cNvSpPr>
            <a:spLocks noGrp="1" noChangeArrowheads="1"/>
          </p:cNvSpPr>
          <p:nvPr>
            <p:ph idx="1"/>
          </p:nvPr>
        </p:nvSpPr>
        <p:spPr>
          <a:xfrm>
            <a:off x="935038" y="1233488"/>
            <a:ext cx="7772400" cy="4895850"/>
          </a:xfrm>
        </p:spPr>
        <p:txBody>
          <a:bodyPr/>
          <a:lstStyle/>
          <a:p>
            <a:r>
              <a:rPr lang="zh-CN" altLang="en-US"/>
              <a:t>通过系统的检测机构及时地检测出死锁的发生，然后采取某种措施解除死锁。</a:t>
            </a:r>
          </a:p>
          <a:p>
            <a:r>
              <a:rPr lang="zh-CN" altLang="en-US"/>
              <a:t>特点：死锁检测和解除可使系统获得较高的利用率，但是实现难度最大。</a:t>
            </a:r>
          </a:p>
        </p:txBody>
      </p:sp>
      <p:sp>
        <p:nvSpPr>
          <p:cNvPr id="2" name="灯片编号占位符 1">
            <a:extLst>
              <a:ext uri="{FF2B5EF4-FFF2-40B4-BE49-F238E27FC236}">
                <a16:creationId xmlns:a16="http://schemas.microsoft.com/office/drawing/2014/main" id="{5077A8AE-DBA6-3559-ED6B-B91BC4669AAE}"/>
              </a:ext>
            </a:extLst>
          </p:cNvPr>
          <p:cNvSpPr>
            <a:spLocks noGrp="1"/>
          </p:cNvSpPr>
          <p:nvPr>
            <p:ph type="sldNum" sz="quarter" idx="12"/>
          </p:nvPr>
        </p:nvSpPr>
        <p:spPr>
          <a:xfrm>
            <a:off x="6781800" y="6324600"/>
            <a:ext cx="1905000" cy="457200"/>
          </a:xfrm>
        </p:spPr>
        <p:txBody>
          <a:bodyPr/>
          <a:lstStyle/>
          <a:p>
            <a:fld id="{4093CC90-4002-504C-BD88-C9A1D374048E}" type="slidenum">
              <a:rPr lang="zh-CN" altLang="en-US" smtClean="0"/>
              <a:pPr/>
              <a:t>45</a:t>
            </a:fld>
            <a:endParaRPr lang="zh-CN" altLang="en-US" dirty="0"/>
          </a:p>
        </p:txBody>
      </p:sp>
    </p:spTree>
  </p:cSld>
  <p:clrMapOvr>
    <a:masterClrMapping/>
  </p:clrMapOvr>
  <p:transition spd="med">
    <p:zoom/>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29" name="Rectangle 2">
            <a:extLst>
              <a:ext uri="{FF2B5EF4-FFF2-40B4-BE49-F238E27FC236}">
                <a16:creationId xmlns:a16="http://schemas.microsoft.com/office/drawing/2014/main" id="{1AEB6DA6-9B57-4BA7-0D07-C28A7DD002D9}"/>
              </a:ext>
            </a:extLst>
          </p:cNvPr>
          <p:cNvSpPr>
            <a:spLocks noGrp="1" noChangeArrowheads="1"/>
          </p:cNvSpPr>
          <p:nvPr>
            <p:ph type="title"/>
          </p:nvPr>
        </p:nvSpPr>
        <p:spPr>
          <a:xfrm>
            <a:off x="1042988" y="225431"/>
            <a:ext cx="7850187" cy="746125"/>
          </a:xfrm>
        </p:spPr>
        <p:txBody>
          <a:bodyPr/>
          <a:lstStyle/>
          <a:p>
            <a:r>
              <a:rPr lang="zh-CN" altLang="en-US"/>
              <a:t>死锁判定法则</a:t>
            </a:r>
          </a:p>
        </p:txBody>
      </p:sp>
      <p:sp>
        <p:nvSpPr>
          <p:cNvPr id="286723" name="Rectangle 3">
            <a:extLst>
              <a:ext uri="{FF2B5EF4-FFF2-40B4-BE49-F238E27FC236}">
                <a16:creationId xmlns:a16="http://schemas.microsoft.com/office/drawing/2014/main" id="{C277CA5B-9C29-80AD-1DB2-BEFD9695A358}"/>
              </a:ext>
            </a:extLst>
          </p:cNvPr>
          <p:cNvSpPr>
            <a:spLocks noGrp="1" noChangeArrowheads="1"/>
          </p:cNvSpPr>
          <p:nvPr>
            <p:ph idx="1"/>
          </p:nvPr>
        </p:nvSpPr>
        <p:spPr>
          <a:xfrm>
            <a:off x="935038" y="1233488"/>
            <a:ext cx="7772400" cy="4895850"/>
          </a:xfrm>
        </p:spPr>
        <p:txBody>
          <a:bodyPr>
            <a:normAutofit fontScale="92500" lnSpcReduction="10000"/>
          </a:bodyPr>
          <a:lstStyle/>
          <a:p>
            <a:r>
              <a:rPr lang="zh-CN" altLang="en-US" dirty="0"/>
              <a:t>将资源分配图简化可以检测系统状态</a:t>
            </a:r>
            <a:r>
              <a:rPr lang="en-US" altLang="zh-CN" dirty="0"/>
              <a:t>S</a:t>
            </a:r>
            <a:r>
              <a:rPr lang="zh-CN" altLang="en-US" dirty="0"/>
              <a:t>是否为死锁状态，方法如下：</a:t>
            </a:r>
          </a:p>
          <a:p>
            <a:pPr lvl="1"/>
            <a:r>
              <a:rPr lang="zh-CN" altLang="en-US" dirty="0"/>
              <a:t>在资源分配图中，找出一个既不阻塞又非孤立的进程结点</a:t>
            </a:r>
            <a:r>
              <a:rPr lang="en-US" altLang="zh-CN" dirty="0"/>
              <a:t>p</a:t>
            </a:r>
            <a:r>
              <a:rPr lang="en-US" altLang="zh-CN" baseline="-25000" dirty="0"/>
              <a:t>i</a:t>
            </a:r>
            <a:r>
              <a:rPr lang="en-US" altLang="zh-CN" dirty="0"/>
              <a:t>，</a:t>
            </a:r>
            <a:r>
              <a:rPr lang="zh-CN" altLang="en-US" dirty="0"/>
              <a:t>进程</a:t>
            </a:r>
            <a:r>
              <a:rPr lang="en-US" altLang="zh-CN" dirty="0"/>
              <a:t>p</a:t>
            </a:r>
            <a:r>
              <a:rPr lang="en-US" altLang="zh-CN" baseline="-25000" dirty="0"/>
              <a:t>i</a:t>
            </a:r>
            <a:r>
              <a:rPr lang="zh-CN" altLang="en-US" dirty="0"/>
              <a:t>获得了它所需要的全部资源，能运行完成然后释放所有资源。这相当于消去</a:t>
            </a:r>
            <a:r>
              <a:rPr lang="en-US" altLang="zh-CN" dirty="0"/>
              <a:t>p</a:t>
            </a:r>
            <a:r>
              <a:rPr lang="en-US" altLang="zh-CN" baseline="-25000" dirty="0"/>
              <a:t>i</a:t>
            </a:r>
            <a:r>
              <a:rPr lang="zh-CN" altLang="en-US" dirty="0"/>
              <a:t>的所有请求边和分配边，使之成为孤立结点。</a:t>
            </a:r>
          </a:p>
          <a:p>
            <a:pPr lvl="1"/>
            <a:r>
              <a:rPr lang="zh-CN" altLang="en-US" dirty="0"/>
              <a:t>进程</a:t>
            </a:r>
            <a:r>
              <a:rPr lang="en-US" altLang="zh-CN" dirty="0"/>
              <a:t>p</a:t>
            </a:r>
            <a:r>
              <a:rPr lang="en-US" altLang="zh-CN" baseline="-25000" dirty="0"/>
              <a:t>i</a:t>
            </a:r>
            <a:r>
              <a:rPr lang="zh-CN" altLang="en-US" dirty="0"/>
              <a:t>释放资源后，可以唤醒因等待这些资源而阻塞的进程，从而可能使原来阻塞的进程变为非阻塞进程。</a:t>
            </a:r>
          </a:p>
          <a:p>
            <a:pPr lvl="1"/>
            <a:r>
              <a:rPr lang="zh-CN" altLang="en-US" dirty="0"/>
              <a:t>在进行一系列化简后，若能消去图中所有的边，使所有进程都成为孤立结点，则称该图是可完全简化的；若不能使该图完全化简，则称该图是不可完全简化的。 </a:t>
            </a:r>
          </a:p>
        </p:txBody>
      </p:sp>
      <p:sp>
        <p:nvSpPr>
          <p:cNvPr id="2" name="灯片编号占位符 1">
            <a:extLst>
              <a:ext uri="{FF2B5EF4-FFF2-40B4-BE49-F238E27FC236}">
                <a16:creationId xmlns:a16="http://schemas.microsoft.com/office/drawing/2014/main" id="{5E89580A-3D95-2881-C8BE-27D636550221}"/>
              </a:ext>
            </a:extLst>
          </p:cNvPr>
          <p:cNvSpPr>
            <a:spLocks noGrp="1"/>
          </p:cNvSpPr>
          <p:nvPr>
            <p:ph type="sldNum" sz="quarter" idx="12"/>
          </p:nvPr>
        </p:nvSpPr>
        <p:spPr>
          <a:xfrm>
            <a:off x="6781800" y="6324600"/>
            <a:ext cx="1905000" cy="457200"/>
          </a:xfrm>
        </p:spPr>
        <p:txBody>
          <a:bodyPr/>
          <a:lstStyle/>
          <a:p>
            <a:fld id="{4093CC90-4002-504C-BD88-C9A1D374048E}" type="slidenum">
              <a:rPr lang="zh-CN" altLang="en-US" smtClean="0"/>
              <a:pPr/>
              <a:t>46</a:t>
            </a:fld>
            <a:endParaRPr lang="zh-CN" altLang="en-US" dirty="0"/>
          </a:p>
        </p:txBody>
      </p:sp>
    </p:spTree>
  </p:cSld>
  <p:clrMapOvr>
    <a:masterClrMapping/>
  </p:clrMapOvr>
  <p:transition spd="med">
    <p:zoom/>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3" name="Rectangle 2">
            <a:extLst>
              <a:ext uri="{FF2B5EF4-FFF2-40B4-BE49-F238E27FC236}">
                <a16:creationId xmlns:a16="http://schemas.microsoft.com/office/drawing/2014/main" id="{2F89ED8A-7437-A016-6EF2-A3ED93C742F0}"/>
              </a:ext>
            </a:extLst>
          </p:cNvPr>
          <p:cNvSpPr>
            <a:spLocks noGrp="1" noChangeArrowheads="1"/>
          </p:cNvSpPr>
          <p:nvPr>
            <p:ph type="title"/>
          </p:nvPr>
        </p:nvSpPr>
        <p:spPr/>
        <p:txBody>
          <a:bodyPr/>
          <a:lstStyle/>
          <a:p>
            <a:pPr eaLnBrk="1" hangingPunct="1"/>
            <a:r>
              <a:rPr lang="zh-CN" altLang="en-US">
                <a:solidFill>
                  <a:schemeClr val="tx1"/>
                </a:solidFill>
                <a:latin typeface="Times New Roman" panose="02020603050405020304" pitchFamily="18" charset="0"/>
              </a:rPr>
              <a:t>死锁定理</a:t>
            </a:r>
          </a:p>
        </p:txBody>
      </p:sp>
      <p:sp>
        <p:nvSpPr>
          <p:cNvPr id="74754" name="Rectangle 3">
            <a:extLst>
              <a:ext uri="{FF2B5EF4-FFF2-40B4-BE49-F238E27FC236}">
                <a16:creationId xmlns:a16="http://schemas.microsoft.com/office/drawing/2014/main" id="{CD7C58B1-DD10-5EBC-35C8-F1A7E82EE48C}"/>
              </a:ext>
            </a:extLst>
          </p:cNvPr>
          <p:cNvSpPr>
            <a:spLocks noGrp="1" noChangeArrowheads="1"/>
          </p:cNvSpPr>
          <p:nvPr>
            <p:ph idx="1"/>
          </p:nvPr>
        </p:nvSpPr>
        <p:spPr>
          <a:xfrm>
            <a:off x="755650" y="1196975"/>
            <a:ext cx="8199438" cy="4114800"/>
          </a:xfrm>
        </p:spPr>
        <p:txBody>
          <a:bodyPr/>
          <a:lstStyle/>
          <a:p>
            <a:pPr eaLnBrk="1" hangingPunct="1"/>
            <a:r>
              <a:rPr lang="zh-CN" altLang="en-US">
                <a:latin typeface="Times New Roman" panose="02020603050405020304" pitchFamily="18" charset="0"/>
              </a:rPr>
              <a:t>可以证明：所有的简化顺序将得到相同的不可简化图。</a:t>
            </a:r>
          </a:p>
          <a:p>
            <a:pPr eaLnBrk="1" hangingPunct="1"/>
            <a:r>
              <a:rPr lang="en-US" altLang="zh-CN"/>
              <a:t>S</a:t>
            </a:r>
            <a:r>
              <a:rPr lang="zh-CN" altLang="en-US">
                <a:latin typeface="Times New Roman" panose="02020603050405020304" pitchFamily="18" charset="0"/>
              </a:rPr>
              <a:t>为死锁状态的条件是当且仅当</a:t>
            </a:r>
            <a:r>
              <a:rPr lang="en-US" altLang="zh-CN"/>
              <a:t>S</a:t>
            </a:r>
            <a:r>
              <a:rPr lang="zh-CN" altLang="en-US">
                <a:latin typeface="Times New Roman" panose="02020603050405020304" pitchFamily="18" charset="0"/>
              </a:rPr>
              <a:t>状态的资源分配图是不可完全简化的。该条件称为</a:t>
            </a:r>
            <a:r>
              <a:rPr lang="zh-CN" altLang="en-US">
                <a:solidFill>
                  <a:srgbClr val="FF0000"/>
                </a:solidFill>
                <a:latin typeface="Times New Roman" panose="02020603050405020304" pitchFamily="18" charset="0"/>
              </a:rPr>
              <a:t>死锁定理</a:t>
            </a:r>
            <a:r>
              <a:rPr lang="zh-CN" altLang="en-US">
                <a:latin typeface="Times New Roman" panose="02020603050405020304" pitchFamily="18" charset="0"/>
              </a:rPr>
              <a:t>。</a:t>
            </a:r>
            <a:endParaRPr lang="zh-CN" altLang="en-US"/>
          </a:p>
        </p:txBody>
      </p:sp>
      <p:sp>
        <p:nvSpPr>
          <p:cNvPr id="2" name="灯片编号占位符 1">
            <a:extLst>
              <a:ext uri="{FF2B5EF4-FFF2-40B4-BE49-F238E27FC236}">
                <a16:creationId xmlns:a16="http://schemas.microsoft.com/office/drawing/2014/main" id="{34505A98-39DB-4F23-BEC9-DD9DBFF5C502}"/>
              </a:ext>
            </a:extLst>
          </p:cNvPr>
          <p:cNvSpPr>
            <a:spLocks noGrp="1"/>
          </p:cNvSpPr>
          <p:nvPr>
            <p:ph type="sldNum" sz="quarter" idx="12"/>
          </p:nvPr>
        </p:nvSpPr>
        <p:spPr/>
        <p:txBody>
          <a:bodyPr/>
          <a:lstStyle/>
          <a:p>
            <a:fld id="{4093CC90-4002-504C-BD88-C9A1D374048E}" type="slidenum">
              <a:rPr lang="zh-CN" altLang="en-US" smtClean="0"/>
              <a:pPr/>
              <a:t>47</a:t>
            </a:fld>
            <a:endParaRPr lang="zh-CN" altLang="en-US" dirty="0"/>
          </a:p>
        </p:txBody>
      </p:sp>
    </p:spTree>
  </p:cSld>
  <p:clrMapOvr>
    <a:masterClrMapping/>
  </p:clrMapOvr>
  <p:transition spd="med">
    <p:zoom/>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7" name="Rectangle 2">
            <a:extLst>
              <a:ext uri="{FF2B5EF4-FFF2-40B4-BE49-F238E27FC236}">
                <a16:creationId xmlns:a16="http://schemas.microsoft.com/office/drawing/2014/main" id="{B8AC2B86-1711-60AB-971A-72EC0CC2E708}"/>
              </a:ext>
            </a:extLst>
          </p:cNvPr>
          <p:cNvSpPr>
            <a:spLocks noGrp="1" noChangeArrowheads="1"/>
          </p:cNvSpPr>
          <p:nvPr>
            <p:ph type="title"/>
          </p:nvPr>
        </p:nvSpPr>
        <p:spPr/>
        <p:txBody>
          <a:bodyPr/>
          <a:lstStyle/>
          <a:p>
            <a:pPr eaLnBrk="1" hangingPunct="1"/>
            <a:r>
              <a:rPr lang="zh-CN" altLang="en-US">
                <a:solidFill>
                  <a:schemeClr val="tx1"/>
                </a:solidFill>
              </a:rPr>
              <a:t>资源分配图简化例</a:t>
            </a:r>
          </a:p>
        </p:txBody>
      </p:sp>
      <p:grpSp>
        <p:nvGrpSpPr>
          <p:cNvPr id="75778" name="Group 3">
            <a:extLst>
              <a:ext uri="{FF2B5EF4-FFF2-40B4-BE49-F238E27FC236}">
                <a16:creationId xmlns:a16="http://schemas.microsoft.com/office/drawing/2014/main" id="{A4915F17-1849-7FA6-AC2E-4949038121C4}"/>
              </a:ext>
            </a:extLst>
          </p:cNvPr>
          <p:cNvGrpSpPr>
            <a:grpSpLocks/>
          </p:cNvGrpSpPr>
          <p:nvPr/>
        </p:nvGrpSpPr>
        <p:grpSpPr bwMode="auto">
          <a:xfrm>
            <a:off x="241300" y="1268413"/>
            <a:ext cx="3609975" cy="2897187"/>
            <a:chOff x="30" y="912"/>
            <a:chExt cx="2274" cy="1825"/>
          </a:xfrm>
        </p:grpSpPr>
        <p:sp>
          <p:nvSpPr>
            <p:cNvPr id="75779" name="Oval 4">
              <a:extLst>
                <a:ext uri="{FF2B5EF4-FFF2-40B4-BE49-F238E27FC236}">
                  <a16:creationId xmlns:a16="http://schemas.microsoft.com/office/drawing/2014/main" id="{53013816-4706-52B2-6754-1F9EA8DCDF9A}"/>
                </a:ext>
              </a:extLst>
            </p:cNvPr>
            <p:cNvSpPr>
              <a:spLocks noChangeArrowheads="1"/>
            </p:cNvSpPr>
            <p:nvPr/>
          </p:nvSpPr>
          <p:spPr bwMode="auto">
            <a:xfrm>
              <a:off x="901" y="912"/>
              <a:ext cx="417" cy="423"/>
            </a:xfrm>
            <a:prstGeom prst="ellipse">
              <a:avLst/>
            </a:prstGeom>
            <a:solidFill>
              <a:srgbClr val="FFFFFF"/>
            </a:solidFill>
            <a:ln w="25400">
              <a:solidFill>
                <a:srgbClr val="000000"/>
              </a:solidFill>
              <a:round/>
              <a:headEnd/>
              <a:tailEnd/>
            </a:ln>
          </p:spPr>
          <p:txBody>
            <a:bodyPr lIns="0" tIns="0" rIns="0" bIns="0"/>
            <a:lstStyle/>
            <a:p>
              <a:pPr algn="ctr" eaLnBrk="0" hangingPunct="0"/>
              <a:r>
                <a:rPr lang="en-US" altLang="zh-CN">
                  <a:latin typeface="Times New Roman" panose="02020603050405020304" pitchFamily="18" charset="0"/>
                </a:rPr>
                <a:t>p</a:t>
              </a:r>
              <a:r>
                <a:rPr lang="en-US" altLang="zh-CN" baseline="-25000">
                  <a:latin typeface="Times New Roman" panose="02020603050405020304" pitchFamily="18" charset="0"/>
                </a:rPr>
                <a:t>1</a:t>
              </a:r>
              <a:endParaRPr lang="en-US" altLang="zh-CN">
                <a:latin typeface="Times New Roman" panose="02020603050405020304" pitchFamily="18" charset="0"/>
              </a:endParaRPr>
            </a:p>
          </p:txBody>
        </p:sp>
        <p:sp>
          <p:nvSpPr>
            <p:cNvPr id="75780" name="Rectangle 5">
              <a:extLst>
                <a:ext uri="{FF2B5EF4-FFF2-40B4-BE49-F238E27FC236}">
                  <a16:creationId xmlns:a16="http://schemas.microsoft.com/office/drawing/2014/main" id="{61B0980A-1139-D558-3A76-EFD56E119958}"/>
                </a:ext>
              </a:extLst>
            </p:cNvPr>
            <p:cNvSpPr>
              <a:spLocks noChangeArrowheads="1"/>
            </p:cNvSpPr>
            <p:nvPr/>
          </p:nvSpPr>
          <p:spPr bwMode="auto">
            <a:xfrm>
              <a:off x="30" y="1675"/>
              <a:ext cx="447" cy="272"/>
            </a:xfrm>
            <a:prstGeom prst="rect">
              <a:avLst/>
            </a:prstGeom>
            <a:solidFill>
              <a:srgbClr val="FFFFFF"/>
            </a:solidFill>
            <a:ln w="25400">
              <a:solidFill>
                <a:srgbClr val="000000"/>
              </a:solidFill>
              <a:miter lim="800000"/>
              <a:headEnd/>
              <a:tailEnd/>
            </a:ln>
          </p:spPr>
          <p:txBody>
            <a:bodyPr/>
            <a:lstStyle/>
            <a:p>
              <a:endParaRPr lang="zh-CN" altLang="en-US"/>
            </a:p>
          </p:txBody>
        </p:sp>
        <p:sp>
          <p:nvSpPr>
            <p:cNvPr id="75781" name="Rectangle 6">
              <a:extLst>
                <a:ext uri="{FF2B5EF4-FFF2-40B4-BE49-F238E27FC236}">
                  <a16:creationId xmlns:a16="http://schemas.microsoft.com/office/drawing/2014/main" id="{5AF9C0AC-A7C8-19D4-B30C-3AD8191AC220}"/>
                </a:ext>
              </a:extLst>
            </p:cNvPr>
            <p:cNvSpPr>
              <a:spLocks noChangeArrowheads="1"/>
            </p:cNvSpPr>
            <p:nvPr/>
          </p:nvSpPr>
          <p:spPr bwMode="auto">
            <a:xfrm>
              <a:off x="1608" y="1675"/>
              <a:ext cx="447" cy="242"/>
            </a:xfrm>
            <a:prstGeom prst="rect">
              <a:avLst/>
            </a:prstGeom>
            <a:solidFill>
              <a:srgbClr val="FFFFFF"/>
            </a:solidFill>
            <a:ln w="25400">
              <a:solidFill>
                <a:srgbClr val="000000"/>
              </a:solidFill>
              <a:miter lim="800000"/>
              <a:headEnd/>
              <a:tailEnd/>
            </a:ln>
          </p:spPr>
          <p:txBody>
            <a:bodyPr/>
            <a:lstStyle/>
            <a:p>
              <a:endParaRPr lang="zh-CN" altLang="en-US"/>
            </a:p>
          </p:txBody>
        </p:sp>
        <p:sp>
          <p:nvSpPr>
            <p:cNvPr id="75782" name="Oval 7">
              <a:extLst>
                <a:ext uri="{FF2B5EF4-FFF2-40B4-BE49-F238E27FC236}">
                  <a16:creationId xmlns:a16="http://schemas.microsoft.com/office/drawing/2014/main" id="{CA1A07BC-162F-58D8-B94A-553AF7D04A00}"/>
                </a:ext>
              </a:extLst>
            </p:cNvPr>
            <p:cNvSpPr>
              <a:spLocks noChangeArrowheads="1"/>
            </p:cNvSpPr>
            <p:nvPr/>
          </p:nvSpPr>
          <p:spPr bwMode="auto">
            <a:xfrm>
              <a:off x="901" y="2314"/>
              <a:ext cx="417" cy="423"/>
            </a:xfrm>
            <a:prstGeom prst="ellipse">
              <a:avLst/>
            </a:prstGeom>
            <a:solidFill>
              <a:srgbClr val="FFFFFF"/>
            </a:solidFill>
            <a:ln w="25400">
              <a:solidFill>
                <a:srgbClr val="000000"/>
              </a:solidFill>
              <a:round/>
              <a:headEnd/>
              <a:tailEnd/>
            </a:ln>
          </p:spPr>
          <p:txBody>
            <a:bodyPr lIns="0" tIns="0" rIns="0" bIns="0"/>
            <a:lstStyle/>
            <a:p>
              <a:pPr algn="ctr" eaLnBrk="0" hangingPunct="0"/>
              <a:r>
                <a:rPr lang="en-US" altLang="zh-CN">
                  <a:latin typeface="Times New Roman" panose="02020603050405020304" pitchFamily="18" charset="0"/>
                </a:rPr>
                <a:t>p</a:t>
              </a:r>
              <a:r>
                <a:rPr lang="en-US" altLang="zh-CN" baseline="-25000">
                  <a:latin typeface="Times New Roman" panose="02020603050405020304" pitchFamily="18" charset="0"/>
                </a:rPr>
                <a:t>2</a:t>
              </a:r>
              <a:endParaRPr lang="en-US" altLang="zh-CN">
                <a:latin typeface="Times New Roman" panose="02020603050405020304" pitchFamily="18" charset="0"/>
              </a:endParaRPr>
            </a:p>
          </p:txBody>
        </p:sp>
        <p:sp>
          <p:nvSpPr>
            <p:cNvPr id="75783" name="Oval 8">
              <a:extLst>
                <a:ext uri="{FF2B5EF4-FFF2-40B4-BE49-F238E27FC236}">
                  <a16:creationId xmlns:a16="http://schemas.microsoft.com/office/drawing/2014/main" id="{B04F32BF-C520-BF4F-4ACC-4426A0ECFD89}"/>
                </a:ext>
              </a:extLst>
            </p:cNvPr>
            <p:cNvSpPr>
              <a:spLocks noChangeArrowheads="1"/>
            </p:cNvSpPr>
            <p:nvPr/>
          </p:nvSpPr>
          <p:spPr bwMode="auto">
            <a:xfrm>
              <a:off x="115" y="1727"/>
              <a:ext cx="45" cy="45"/>
            </a:xfrm>
            <a:prstGeom prst="ellipse">
              <a:avLst/>
            </a:prstGeom>
            <a:solidFill>
              <a:srgbClr val="FFFFFF"/>
            </a:solidFill>
            <a:ln w="25400">
              <a:solidFill>
                <a:srgbClr val="000000"/>
              </a:solidFill>
              <a:round/>
              <a:headEnd/>
              <a:tailEnd/>
            </a:ln>
          </p:spPr>
          <p:txBody>
            <a:bodyPr/>
            <a:lstStyle/>
            <a:p>
              <a:endParaRPr lang="zh-CN" altLang="en-US"/>
            </a:p>
          </p:txBody>
        </p:sp>
        <p:sp>
          <p:nvSpPr>
            <p:cNvPr id="75784" name="Oval 9">
              <a:extLst>
                <a:ext uri="{FF2B5EF4-FFF2-40B4-BE49-F238E27FC236}">
                  <a16:creationId xmlns:a16="http://schemas.microsoft.com/office/drawing/2014/main" id="{16D2751E-73C6-0934-67FD-6D1516BE9492}"/>
                </a:ext>
              </a:extLst>
            </p:cNvPr>
            <p:cNvSpPr>
              <a:spLocks noChangeArrowheads="1"/>
            </p:cNvSpPr>
            <p:nvPr/>
          </p:nvSpPr>
          <p:spPr bwMode="auto">
            <a:xfrm>
              <a:off x="333" y="1727"/>
              <a:ext cx="45" cy="45"/>
            </a:xfrm>
            <a:prstGeom prst="ellipse">
              <a:avLst/>
            </a:prstGeom>
            <a:solidFill>
              <a:srgbClr val="FFFFFF"/>
            </a:solidFill>
            <a:ln w="25400">
              <a:solidFill>
                <a:srgbClr val="000000"/>
              </a:solidFill>
              <a:round/>
              <a:headEnd/>
              <a:tailEnd/>
            </a:ln>
          </p:spPr>
          <p:txBody>
            <a:bodyPr/>
            <a:lstStyle/>
            <a:p>
              <a:endParaRPr lang="zh-CN" altLang="en-US"/>
            </a:p>
          </p:txBody>
        </p:sp>
        <p:sp>
          <p:nvSpPr>
            <p:cNvPr id="75785" name="Oval 10">
              <a:extLst>
                <a:ext uri="{FF2B5EF4-FFF2-40B4-BE49-F238E27FC236}">
                  <a16:creationId xmlns:a16="http://schemas.microsoft.com/office/drawing/2014/main" id="{49CF4DD1-82F1-B87D-95B3-4904AFC7F716}"/>
                </a:ext>
              </a:extLst>
            </p:cNvPr>
            <p:cNvSpPr>
              <a:spLocks noChangeArrowheads="1"/>
            </p:cNvSpPr>
            <p:nvPr/>
          </p:nvSpPr>
          <p:spPr bwMode="auto">
            <a:xfrm>
              <a:off x="224" y="1854"/>
              <a:ext cx="45" cy="46"/>
            </a:xfrm>
            <a:prstGeom prst="ellipse">
              <a:avLst/>
            </a:prstGeom>
            <a:solidFill>
              <a:srgbClr val="FFFFFF"/>
            </a:solidFill>
            <a:ln w="25400">
              <a:solidFill>
                <a:srgbClr val="000000"/>
              </a:solidFill>
              <a:round/>
              <a:headEnd/>
              <a:tailEnd/>
            </a:ln>
          </p:spPr>
          <p:txBody>
            <a:bodyPr/>
            <a:lstStyle/>
            <a:p>
              <a:endParaRPr lang="zh-CN" altLang="en-US"/>
            </a:p>
          </p:txBody>
        </p:sp>
        <p:sp>
          <p:nvSpPr>
            <p:cNvPr id="75786" name="Oval 11">
              <a:extLst>
                <a:ext uri="{FF2B5EF4-FFF2-40B4-BE49-F238E27FC236}">
                  <a16:creationId xmlns:a16="http://schemas.microsoft.com/office/drawing/2014/main" id="{AC1262ED-E144-EDB8-E01B-969E22AFFA91}"/>
                </a:ext>
              </a:extLst>
            </p:cNvPr>
            <p:cNvSpPr>
              <a:spLocks noChangeArrowheads="1"/>
            </p:cNvSpPr>
            <p:nvPr/>
          </p:nvSpPr>
          <p:spPr bwMode="auto">
            <a:xfrm>
              <a:off x="1709" y="1774"/>
              <a:ext cx="44" cy="46"/>
            </a:xfrm>
            <a:prstGeom prst="ellipse">
              <a:avLst/>
            </a:prstGeom>
            <a:solidFill>
              <a:srgbClr val="FFFFFF"/>
            </a:solidFill>
            <a:ln w="25400">
              <a:solidFill>
                <a:srgbClr val="000000"/>
              </a:solidFill>
              <a:round/>
              <a:headEnd/>
              <a:tailEnd/>
            </a:ln>
          </p:spPr>
          <p:txBody>
            <a:bodyPr/>
            <a:lstStyle/>
            <a:p>
              <a:endParaRPr lang="zh-CN" altLang="en-US"/>
            </a:p>
          </p:txBody>
        </p:sp>
        <p:sp>
          <p:nvSpPr>
            <p:cNvPr id="75787" name="Oval 12">
              <a:extLst>
                <a:ext uri="{FF2B5EF4-FFF2-40B4-BE49-F238E27FC236}">
                  <a16:creationId xmlns:a16="http://schemas.microsoft.com/office/drawing/2014/main" id="{5A36E27B-8C71-5F03-6A52-614756F8D40D}"/>
                </a:ext>
              </a:extLst>
            </p:cNvPr>
            <p:cNvSpPr>
              <a:spLocks noChangeArrowheads="1"/>
            </p:cNvSpPr>
            <p:nvPr/>
          </p:nvSpPr>
          <p:spPr bwMode="auto">
            <a:xfrm>
              <a:off x="1926" y="1774"/>
              <a:ext cx="45" cy="46"/>
            </a:xfrm>
            <a:prstGeom prst="ellipse">
              <a:avLst/>
            </a:prstGeom>
            <a:solidFill>
              <a:srgbClr val="FFFFFF"/>
            </a:solidFill>
            <a:ln w="25400">
              <a:solidFill>
                <a:srgbClr val="000000"/>
              </a:solidFill>
              <a:round/>
              <a:headEnd/>
              <a:tailEnd/>
            </a:ln>
          </p:spPr>
          <p:txBody>
            <a:bodyPr/>
            <a:lstStyle/>
            <a:p>
              <a:endParaRPr lang="zh-CN" altLang="en-US"/>
            </a:p>
          </p:txBody>
        </p:sp>
        <p:sp>
          <p:nvSpPr>
            <p:cNvPr id="75788" name="Text Box 13">
              <a:extLst>
                <a:ext uri="{FF2B5EF4-FFF2-40B4-BE49-F238E27FC236}">
                  <a16:creationId xmlns:a16="http://schemas.microsoft.com/office/drawing/2014/main" id="{D6902C35-3533-DA9E-ECC7-B9D76E748C1A}"/>
                </a:ext>
              </a:extLst>
            </p:cNvPr>
            <p:cNvSpPr txBox="1">
              <a:spLocks noChangeArrowheads="1"/>
            </p:cNvSpPr>
            <p:nvPr/>
          </p:nvSpPr>
          <p:spPr bwMode="auto">
            <a:xfrm>
              <a:off x="574" y="1667"/>
              <a:ext cx="153" cy="2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p>
              <a:pPr algn="just" eaLnBrk="0" hangingPunct="0"/>
              <a:r>
                <a:rPr lang="en-US" altLang="zh-CN">
                  <a:latin typeface="Times New Roman" panose="02020603050405020304" pitchFamily="18" charset="0"/>
                </a:rPr>
                <a:t>r</a:t>
              </a:r>
              <a:r>
                <a:rPr lang="en-US" altLang="zh-CN" baseline="-25000">
                  <a:latin typeface="Times New Roman" panose="02020603050405020304" pitchFamily="18" charset="0"/>
                </a:rPr>
                <a:t>1</a:t>
              </a:r>
              <a:endParaRPr lang="en-US" altLang="zh-CN">
                <a:latin typeface="Times New Roman" panose="02020603050405020304" pitchFamily="18" charset="0"/>
              </a:endParaRPr>
            </a:p>
          </p:txBody>
        </p:sp>
        <p:sp>
          <p:nvSpPr>
            <p:cNvPr id="75789" name="Text Box 14">
              <a:extLst>
                <a:ext uri="{FF2B5EF4-FFF2-40B4-BE49-F238E27FC236}">
                  <a16:creationId xmlns:a16="http://schemas.microsoft.com/office/drawing/2014/main" id="{38163E4A-D18D-5C40-0198-3DD6ED7A4C72}"/>
                </a:ext>
              </a:extLst>
            </p:cNvPr>
            <p:cNvSpPr txBox="1">
              <a:spLocks noChangeArrowheads="1"/>
            </p:cNvSpPr>
            <p:nvPr/>
          </p:nvSpPr>
          <p:spPr bwMode="auto">
            <a:xfrm>
              <a:off x="2152" y="1675"/>
              <a:ext cx="152" cy="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p>
              <a:pPr algn="just" eaLnBrk="0" hangingPunct="0"/>
              <a:r>
                <a:rPr lang="en-US" altLang="zh-CN">
                  <a:latin typeface="Times New Roman" panose="02020603050405020304" pitchFamily="18" charset="0"/>
                </a:rPr>
                <a:t>r</a:t>
              </a:r>
              <a:r>
                <a:rPr lang="en-US" altLang="zh-CN" baseline="-25000">
                  <a:latin typeface="Times New Roman" panose="02020603050405020304" pitchFamily="18" charset="0"/>
                </a:rPr>
                <a:t>2</a:t>
              </a:r>
              <a:endParaRPr lang="en-US" altLang="zh-CN">
                <a:latin typeface="Times New Roman" panose="02020603050405020304" pitchFamily="18" charset="0"/>
              </a:endParaRPr>
            </a:p>
          </p:txBody>
        </p:sp>
        <p:sp>
          <p:nvSpPr>
            <p:cNvPr id="75790" name="Arc 15">
              <a:extLst>
                <a:ext uri="{FF2B5EF4-FFF2-40B4-BE49-F238E27FC236}">
                  <a16:creationId xmlns:a16="http://schemas.microsoft.com/office/drawing/2014/main" id="{0ECA7AD6-F569-17D3-35BF-736B3A9E0889}"/>
                </a:ext>
              </a:extLst>
            </p:cNvPr>
            <p:cNvSpPr>
              <a:spLocks noChangeArrowheads="1"/>
            </p:cNvSpPr>
            <p:nvPr/>
          </p:nvSpPr>
          <p:spPr bwMode="auto">
            <a:xfrm rot="10800000" flipV="1">
              <a:off x="311" y="1136"/>
              <a:ext cx="591" cy="527"/>
            </a:xfrm>
            <a:custGeom>
              <a:avLst/>
              <a:gdLst>
                <a:gd name="T0" fmla="*/ -1 w 21600"/>
                <a:gd name="T1" fmla="*/ 0 h 21600"/>
                <a:gd name="T2" fmla="*/ 21600 w 21600"/>
                <a:gd name="T3" fmla="*/ 21600 h 21600"/>
                <a:gd name="T4" fmla="*/ -1 w 21600"/>
                <a:gd name="T5" fmla="*/ 0 h 21600"/>
                <a:gd name="T6" fmla="*/ 21600 w 21600"/>
                <a:gd name="T7" fmla="*/ 21600 h 21600"/>
                <a:gd name="T8" fmla="*/ 0 w 21600"/>
                <a:gd name="T9" fmla="*/ 21600 h 21600"/>
              </a:gdLst>
              <a:ahLst/>
              <a:cxnLst>
                <a:cxn ang="0">
                  <a:pos x="T0" y="T1"/>
                </a:cxn>
                <a:cxn ang="0">
                  <a:pos x="T2" y="T3"/>
                </a:cxn>
                <a:cxn ang="0">
                  <a:pos x="T4" y="T5"/>
                </a:cxn>
                <a:cxn ang="0">
                  <a:pos x="T6" y="T7"/>
                </a:cxn>
                <a:cxn ang="0">
                  <a:pos x="T8" y="T9"/>
                </a:cxn>
              </a:cxnLst>
              <a:rect l="0" t="0" r="r" b="b"/>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close/>
                </a:path>
              </a:pathLst>
            </a:custGeom>
            <a:noFill/>
            <a:ln w="25400">
              <a:solidFill>
                <a:srgbClr val="000000"/>
              </a:solidFill>
              <a:round/>
              <a:headEnd type="triangle" w="lg" len="lg"/>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5791" name="Arc 16">
              <a:extLst>
                <a:ext uri="{FF2B5EF4-FFF2-40B4-BE49-F238E27FC236}">
                  <a16:creationId xmlns:a16="http://schemas.microsoft.com/office/drawing/2014/main" id="{3697508F-D359-52E7-9C7A-31AB452FB64C}"/>
                </a:ext>
              </a:extLst>
            </p:cNvPr>
            <p:cNvSpPr>
              <a:spLocks noChangeArrowheads="1"/>
            </p:cNvSpPr>
            <p:nvPr/>
          </p:nvSpPr>
          <p:spPr bwMode="auto">
            <a:xfrm rot="10800000" flipV="1">
              <a:off x="153" y="992"/>
              <a:ext cx="781" cy="671"/>
            </a:xfrm>
            <a:custGeom>
              <a:avLst/>
              <a:gdLst>
                <a:gd name="T0" fmla="*/ -1 w 21600"/>
                <a:gd name="T1" fmla="*/ 0 h 21600"/>
                <a:gd name="T2" fmla="*/ 21600 w 21600"/>
                <a:gd name="T3" fmla="*/ 21600 h 21600"/>
                <a:gd name="T4" fmla="*/ -1 w 21600"/>
                <a:gd name="T5" fmla="*/ 0 h 21600"/>
                <a:gd name="T6" fmla="*/ 21600 w 21600"/>
                <a:gd name="T7" fmla="*/ 21600 h 21600"/>
                <a:gd name="T8" fmla="*/ 0 w 21600"/>
                <a:gd name="T9" fmla="*/ 21600 h 21600"/>
              </a:gdLst>
              <a:ahLst/>
              <a:cxnLst>
                <a:cxn ang="0">
                  <a:pos x="T0" y="T1"/>
                </a:cxn>
                <a:cxn ang="0">
                  <a:pos x="T2" y="T3"/>
                </a:cxn>
                <a:cxn ang="0">
                  <a:pos x="T4" y="T5"/>
                </a:cxn>
                <a:cxn ang="0">
                  <a:pos x="T6" y="T7"/>
                </a:cxn>
                <a:cxn ang="0">
                  <a:pos x="T8" y="T9"/>
                </a:cxn>
              </a:cxnLst>
              <a:rect l="0" t="0" r="r" b="b"/>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close/>
                </a:path>
              </a:pathLst>
            </a:custGeom>
            <a:noFill/>
            <a:ln w="25400">
              <a:solidFill>
                <a:srgbClr val="000000"/>
              </a:solidFill>
              <a:round/>
              <a:headEnd type="triangle" w="lg" len="lg"/>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5792" name="Arc 17">
              <a:extLst>
                <a:ext uri="{FF2B5EF4-FFF2-40B4-BE49-F238E27FC236}">
                  <a16:creationId xmlns:a16="http://schemas.microsoft.com/office/drawing/2014/main" id="{5A64F400-6F1F-343D-EB9A-48D0A6423BBD}"/>
                </a:ext>
              </a:extLst>
            </p:cNvPr>
            <p:cNvSpPr>
              <a:spLocks noChangeArrowheads="1"/>
            </p:cNvSpPr>
            <p:nvPr/>
          </p:nvSpPr>
          <p:spPr bwMode="auto">
            <a:xfrm rot="-5400000" flipH="1" flipV="1">
              <a:off x="1286" y="1971"/>
              <a:ext cx="607" cy="536"/>
            </a:xfrm>
            <a:custGeom>
              <a:avLst/>
              <a:gdLst>
                <a:gd name="T0" fmla="*/ -1 w 21600"/>
                <a:gd name="T1" fmla="*/ 0 h 21600"/>
                <a:gd name="T2" fmla="*/ 21600 w 21600"/>
                <a:gd name="T3" fmla="*/ 21600 h 21600"/>
                <a:gd name="T4" fmla="*/ -1 w 21600"/>
                <a:gd name="T5" fmla="*/ 0 h 21600"/>
                <a:gd name="T6" fmla="*/ 21600 w 21600"/>
                <a:gd name="T7" fmla="*/ 21600 h 21600"/>
                <a:gd name="T8" fmla="*/ 0 w 21600"/>
                <a:gd name="T9" fmla="*/ 21600 h 21600"/>
              </a:gdLst>
              <a:ahLst/>
              <a:cxnLst>
                <a:cxn ang="0">
                  <a:pos x="T0" y="T1"/>
                </a:cxn>
                <a:cxn ang="0">
                  <a:pos x="T2" y="T3"/>
                </a:cxn>
                <a:cxn ang="0">
                  <a:pos x="T4" y="T5"/>
                </a:cxn>
                <a:cxn ang="0">
                  <a:pos x="T6" y="T7"/>
                </a:cxn>
                <a:cxn ang="0">
                  <a:pos x="T8" y="T9"/>
                </a:cxn>
              </a:cxnLst>
              <a:rect l="0" t="0" r="r" b="b"/>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close/>
                </a:path>
              </a:pathLst>
            </a:custGeom>
            <a:noFill/>
            <a:ln w="25400">
              <a:solidFill>
                <a:srgbClr val="000000"/>
              </a:solidFill>
              <a:round/>
              <a:headEnd/>
              <a:tailEnd type="triangle" w="lg" len="lg"/>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5793" name="Arc 18">
              <a:extLst>
                <a:ext uri="{FF2B5EF4-FFF2-40B4-BE49-F238E27FC236}">
                  <a16:creationId xmlns:a16="http://schemas.microsoft.com/office/drawing/2014/main" id="{D9F8C955-7E53-594D-8AC7-14F4D3A95A54}"/>
                </a:ext>
              </a:extLst>
            </p:cNvPr>
            <p:cNvSpPr>
              <a:spLocks noChangeArrowheads="1"/>
            </p:cNvSpPr>
            <p:nvPr/>
          </p:nvSpPr>
          <p:spPr bwMode="auto">
            <a:xfrm rot="10800000" flipH="1" flipV="1">
              <a:off x="1328" y="1096"/>
              <a:ext cx="521" cy="559"/>
            </a:xfrm>
            <a:custGeom>
              <a:avLst/>
              <a:gdLst>
                <a:gd name="T0" fmla="*/ -1 w 21600"/>
                <a:gd name="T1" fmla="*/ 0 h 21600"/>
                <a:gd name="T2" fmla="*/ 21600 w 21600"/>
                <a:gd name="T3" fmla="*/ 21600 h 21600"/>
                <a:gd name="T4" fmla="*/ -1 w 21600"/>
                <a:gd name="T5" fmla="*/ 0 h 21600"/>
                <a:gd name="T6" fmla="*/ 21600 w 21600"/>
                <a:gd name="T7" fmla="*/ 21600 h 21600"/>
                <a:gd name="T8" fmla="*/ 0 w 21600"/>
                <a:gd name="T9" fmla="*/ 21600 h 21600"/>
              </a:gdLst>
              <a:ahLst/>
              <a:cxnLst>
                <a:cxn ang="0">
                  <a:pos x="T0" y="T1"/>
                </a:cxn>
                <a:cxn ang="0">
                  <a:pos x="T2" y="T3"/>
                </a:cxn>
                <a:cxn ang="0">
                  <a:pos x="T4" y="T5"/>
                </a:cxn>
                <a:cxn ang="0">
                  <a:pos x="T6" y="T7"/>
                </a:cxn>
                <a:cxn ang="0">
                  <a:pos x="T8" y="T9"/>
                </a:cxn>
              </a:cxnLst>
              <a:rect l="0" t="0" r="r" b="b"/>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close/>
                </a:path>
              </a:pathLst>
            </a:custGeom>
            <a:noFill/>
            <a:ln w="25400">
              <a:solidFill>
                <a:srgbClr val="000000"/>
              </a:solidFill>
              <a:round/>
              <a:headEnd/>
              <a:tailEnd type="triangle" w="lg" len="lg"/>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5794" name="Arc 19">
              <a:extLst>
                <a:ext uri="{FF2B5EF4-FFF2-40B4-BE49-F238E27FC236}">
                  <a16:creationId xmlns:a16="http://schemas.microsoft.com/office/drawing/2014/main" id="{0E5C54D8-AA27-3F7C-E895-B01B33D31570}"/>
                </a:ext>
              </a:extLst>
            </p:cNvPr>
            <p:cNvSpPr>
              <a:spLocks noChangeArrowheads="1"/>
            </p:cNvSpPr>
            <p:nvPr/>
          </p:nvSpPr>
          <p:spPr bwMode="auto">
            <a:xfrm rot="10800000">
              <a:off x="295" y="1952"/>
              <a:ext cx="592" cy="535"/>
            </a:xfrm>
            <a:custGeom>
              <a:avLst/>
              <a:gdLst>
                <a:gd name="T0" fmla="*/ -1 w 21600"/>
                <a:gd name="T1" fmla="*/ 0 h 21600"/>
                <a:gd name="T2" fmla="*/ 21600 w 21600"/>
                <a:gd name="T3" fmla="*/ 21600 h 21600"/>
                <a:gd name="T4" fmla="*/ -1 w 21600"/>
                <a:gd name="T5" fmla="*/ 0 h 21600"/>
                <a:gd name="T6" fmla="*/ 21600 w 21600"/>
                <a:gd name="T7" fmla="*/ 21600 h 21600"/>
                <a:gd name="T8" fmla="*/ 0 w 21600"/>
                <a:gd name="T9" fmla="*/ 21600 h 21600"/>
              </a:gdLst>
              <a:ahLst/>
              <a:cxnLst>
                <a:cxn ang="0">
                  <a:pos x="T0" y="T1"/>
                </a:cxn>
                <a:cxn ang="0">
                  <a:pos x="T2" y="T3"/>
                </a:cxn>
                <a:cxn ang="0">
                  <a:pos x="T4" y="T5"/>
                </a:cxn>
                <a:cxn ang="0">
                  <a:pos x="T6" y="T7"/>
                </a:cxn>
                <a:cxn ang="0">
                  <a:pos x="T8" y="T9"/>
                </a:cxn>
              </a:cxnLst>
              <a:rect l="0" t="0" r="r" b="b"/>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close/>
                </a:path>
              </a:pathLst>
            </a:custGeom>
            <a:noFill/>
            <a:ln w="25400">
              <a:solidFill>
                <a:srgbClr val="000000"/>
              </a:solidFill>
              <a:round/>
              <a:headEnd/>
              <a:tailEnd type="triangle" w="lg" len="lg"/>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5795" name="Arc 20">
              <a:extLst>
                <a:ext uri="{FF2B5EF4-FFF2-40B4-BE49-F238E27FC236}">
                  <a16:creationId xmlns:a16="http://schemas.microsoft.com/office/drawing/2014/main" id="{F0A0FCA4-BFE8-BDEF-B82E-F395E2EEDB62}"/>
                </a:ext>
              </a:extLst>
            </p:cNvPr>
            <p:cNvSpPr>
              <a:spLocks noChangeArrowheads="1"/>
            </p:cNvSpPr>
            <p:nvPr/>
          </p:nvSpPr>
          <p:spPr bwMode="auto">
            <a:xfrm rot="10800000">
              <a:off x="137" y="1966"/>
              <a:ext cx="781" cy="671"/>
            </a:xfrm>
            <a:custGeom>
              <a:avLst/>
              <a:gdLst>
                <a:gd name="T0" fmla="*/ -1 w 21600"/>
                <a:gd name="T1" fmla="*/ 0 h 21600"/>
                <a:gd name="T2" fmla="*/ 21600 w 21600"/>
                <a:gd name="T3" fmla="*/ 21600 h 21600"/>
                <a:gd name="T4" fmla="*/ -1 w 21600"/>
                <a:gd name="T5" fmla="*/ 0 h 21600"/>
                <a:gd name="T6" fmla="*/ 21600 w 21600"/>
                <a:gd name="T7" fmla="*/ 21600 h 21600"/>
                <a:gd name="T8" fmla="*/ 0 w 21600"/>
                <a:gd name="T9" fmla="*/ 21600 h 21600"/>
              </a:gdLst>
              <a:ahLst/>
              <a:cxnLst>
                <a:cxn ang="0">
                  <a:pos x="T0" y="T1"/>
                </a:cxn>
                <a:cxn ang="0">
                  <a:pos x="T2" y="T3"/>
                </a:cxn>
                <a:cxn ang="0">
                  <a:pos x="T4" y="T5"/>
                </a:cxn>
                <a:cxn ang="0">
                  <a:pos x="T6" y="T7"/>
                </a:cxn>
                <a:cxn ang="0">
                  <a:pos x="T8" y="T9"/>
                </a:cxn>
              </a:cxnLst>
              <a:rect l="0" t="0" r="r" b="b"/>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close/>
                </a:path>
              </a:pathLst>
            </a:custGeom>
            <a:noFill/>
            <a:ln w="25400">
              <a:solidFill>
                <a:srgbClr val="000000"/>
              </a:solidFill>
              <a:round/>
              <a:headEnd type="triangle" w="lg" len="lg"/>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nvGrpSpPr>
          <p:cNvPr id="3" name="Group 21">
            <a:extLst>
              <a:ext uri="{FF2B5EF4-FFF2-40B4-BE49-F238E27FC236}">
                <a16:creationId xmlns:a16="http://schemas.microsoft.com/office/drawing/2014/main" id="{AAA6B96F-C2A6-F599-15AE-CFEEED3046E1}"/>
              </a:ext>
            </a:extLst>
          </p:cNvPr>
          <p:cNvGrpSpPr>
            <a:grpSpLocks/>
          </p:cNvGrpSpPr>
          <p:nvPr/>
        </p:nvGrpSpPr>
        <p:grpSpPr bwMode="auto">
          <a:xfrm>
            <a:off x="5148263" y="1268413"/>
            <a:ext cx="3825875" cy="2897187"/>
            <a:chOff x="3302" y="912"/>
            <a:chExt cx="2410" cy="1825"/>
          </a:xfrm>
        </p:grpSpPr>
        <p:sp>
          <p:nvSpPr>
            <p:cNvPr id="75797" name="Oval 22">
              <a:extLst>
                <a:ext uri="{FF2B5EF4-FFF2-40B4-BE49-F238E27FC236}">
                  <a16:creationId xmlns:a16="http://schemas.microsoft.com/office/drawing/2014/main" id="{ED302367-21C7-B6B7-25EA-BEBDCCFED934}"/>
                </a:ext>
              </a:extLst>
            </p:cNvPr>
            <p:cNvSpPr>
              <a:spLocks noChangeArrowheads="1"/>
            </p:cNvSpPr>
            <p:nvPr/>
          </p:nvSpPr>
          <p:spPr bwMode="auto">
            <a:xfrm>
              <a:off x="4225" y="912"/>
              <a:ext cx="443" cy="423"/>
            </a:xfrm>
            <a:prstGeom prst="ellipse">
              <a:avLst/>
            </a:prstGeom>
            <a:solidFill>
              <a:srgbClr val="FFFFFF"/>
            </a:solidFill>
            <a:ln w="25400">
              <a:solidFill>
                <a:srgbClr val="000000"/>
              </a:solidFill>
              <a:round/>
              <a:headEnd/>
              <a:tailEnd/>
            </a:ln>
          </p:spPr>
          <p:txBody>
            <a:bodyPr lIns="0" tIns="0" rIns="0" bIns="0"/>
            <a:lstStyle/>
            <a:p>
              <a:pPr algn="ctr" eaLnBrk="0" hangingPunct="0"/>
              <a:r>
                <a:rPr lang="en-US" altLang="zh-CN">
                  <a:solidFill>
                    <a:schemeClr val="folHlink"/>
                  </a:solidFill>
                  <a:latin typeface="Times New Roman" panose="02020603050405020304" pitchFamily="18" charset="0"/>
                </a:rPr>
                <a:t>p</a:t>
              </a:r>
              <a:r>
                <a:rPr lang="en-US" altLang="zh-CN" baseline="-25000">
                  <a:solidFill>
                    <a:schemeClr val="folHlink"/>
                  </a:solidFill>
                  <a:latin typeface="Times New Roman" panose="02020603050405020304" pitchFamily="18" charset="0"/>
                </a:rPr>
                <a:t>1</a:t>
              </a:r>
              <a:endParaRPr lang="en-US" altLang="zh-CN">
                <a:solidFill>
                  <a:schemeClr val="folHlink"/>
                </a:solidFill>
                <a:latin typeface="Times New Roman" panose="02020603050405020304" pitchFamily="18" charset="0"/>
              </a:endParaRPr>
            </a:p>
          </p:txBody>
        </p:sp>
        <p:sp>
          <p:nvSpPr>
            <p:cNvPr id="75798" name="Rectangle 23">
              <a:extLst>
                <a:ext uri="{FF2B5EF4-FFF2-40B4-BE49-F238E27FC236}">
                  <a16:creationId xmlns:a16="http://schemas.microsoft.com/office/drawing/2014/main" id="{1D4CE652-8A70-E1A2-FDF1-4D4129D2962E}"/>
                </a:ext>
              </a:extLst>
            </p:cNvPr>
            <p:cNvSpPr>
              <a:spLocks noChangeArrowheads="1"/>
            </p:cNvSpPr>
            <p:nvPr/>
          </p:nvSpPr>
          <p:spPr bwMode="auto">
            <a:xfrm>
              <a:off x="3302" y="1675"/>
              <a:ext cx="474" cy="272"/>
            </a:xfrm>
            <a:prstGeom prst="rect">
              <a:avLst/>
            </a:prstGeom>
            <a:solidFill>
              <a:srgbClr val="FFFFFF"/>
            </a:solidFill>
            <a:ln w="25400">
              <a:solidFill>
                <a:srgbClr val="000000"/>
              </a:solidFill>
              <a:miter lim="800000"/>
              <a:headEnd/>
              <a:tailEnd/>
            </a:ln>
          </p:spPr>
          <p:txBody>
            <a:bodyPr/>
            <a:lstStyle/>
            <a:p>
              <a:endParaRPr lang="zh-CN" altLang="en-US"/>
            </a:p>
          </p:txBody>
        </p:sp>
        <p:sp>
          <p:nvSpPr>
            <p:cNvPr id="75799" name="Rectangle 24">
              <a:extLst>
                <a:ext uri="{FF2B5EF4-FFF2-40B4-BE49-F238E27FC236}">
                  <a16:creationId xmlns:a16="http://schemas.microsoft.com/office/drawing/2014/main" id="{C7E3658E-A87F-8E47-3194-DC00D816E683}"/>
                </a:ext>
              </a:extLst>
            </p:cNvPr>
            <p:cNvSpPr>
              <a:spLocks noChangeArrowheads="1"/>
            </p:cNvSpPr>
            <p:nvPr/>
          </p:nvSpPr>
          <p:spPr bwMode="auto">
            <a:xfrm>
              <a:off x="4974" y="1675"/>
              <a:ext cx="474" cy="242"/>
            </a:xfrm>
            <a:prstGeom prst="rect">
              <a:avLst/>
            </a:prstGeom>
            <a:solidFill>
              <a:srgbClr val="FFFFFF"/>
            </a:solidFill>
            <a:ln w="25400">
              <a:solidFill>
                <a:srgbClr val="000000"/>
              </a:solidFill>
              <a:miter lim="800000"/>
              <a:headEnd/>
              <a:tailEnd/>
            </a:ln>
          </p:spPr>
          <p:txBody>
            <a:bodyPr/>
            <a:lstStyle/>
            <a:p>
              <a:endParaRPr lang="zh-CN" altLang="en-US"/>
            </a:p>
          </p:txBody>
        </p:sp>
        <p:sp>
          <p:nvSpPr>
            <p:cNvPr id="75800" name="Oval 25">
              <a:extLst>
                <a:ext uri="{FF2B5EF4-FFF2-40B4-BE49-F238E27FC236}">
                  <a16:creationId xmlns:a16="http://schemas.microsoft.com/office/drawing/2014/main" id="{A4744173-B664-E3B3-E873-928621FA8CCF}"/>
                </a:ext>
              </a:extLst>
            </p:cNvPr>
            <p:cNvSpPr>
              <a:spLocks noChangeArrowheads="1"/>
            </p:cNvSpPr>
            <p:nvPr/>
          </p:nvSpPr>
          <p:spPr bwMode="auto">
            <a:xfrm>
              <a:off x="4225" y="2314"/>
              <a:ext cx="443" cy="423"/>
            </a:xfrm>
            <a:prstGeom prst="ellipse">
              <a:avLst/>
            </a:prstGeom>
            <a:solidFill>
              <a:srgbClr val="FFFFFF"/>
            </a:solidFill>
            <a:ln w="25400">
              <a:solidFill>
                <a:srgbClr val="000000"/>
              </a:solidFill>
              <a:round/>
              <a:headEnd/>
              <a:tailEnd/>
            </a:ln>
          </p:spPr>
          <p:txBody>
            <a:bodyPr lIns="0" tIns="0" rIns="0" bIns="0"/>
            <a:lstStyle/>
            <a:p>
              <a:pPr algn="ctr" eaLnBrk="0" hangingPunct="0"/>
              <a:r>
                <a:rPr lang="en-US" altLang="zh-CN">
                  <a:solidFill>
                    <a:schemeClr val="folHlink"/>
                  </a:solidFill>
                  <a:latin typeface="Times New Roman" panose="02020603050405020304" pitchFamily="18" charset="0"/>
                </a:rPr>
                <a:t>p</a:t>
              </a:r>
              <a:r>
                <a:rPr lang="en-US" altLang="zh-CN" baseline="-25000">
                  <a:solidFill>
                    <a:schemeClr val="folHlink"/>
                  </a:solidFill>
                  <a:latin typeface="Times New Roman" panose="02020603050405020304" pitchFamily="18" charset="0"/>
                </a:rPr>
                <a:t>2</a:t>
              </a:r>
              <a:endParaRPr lang="en-US" altLang="zh-CN">
                <a:solidFill>
                  <a:schemeClr val="folHlink"/>
                </a:solidFill>
                <a:latin typeface="Times New Roman" panose="02020603050405020304" pitchFamily="18" charset="0"/>
              </a:endParaRPr>
            </a:p>
          </p:txBody>
        </p:sp>
        <p:sp>
          <p:nvSpPr>
            <p:cNvPr id="75801" name="Oval 26">
              <a:extLst>
                <a:ext uri="{FF2B5EF4-FFF2-40B4-BE49-F238E27FC236}">
                  <a16:creationId xmlns:a16="http://schemas.microsoft.com/office/drawing/2014/main" id="{ACC1C41C-B283-FB14-D9A9-137845E40953}"/>
                </a:ext>
              </a:extLst>
            </p:cNvPr>
            <p:cNvSpPr>
              <a:spLocks noChangeArrowheads="1"/>
            </p:cNvSpPr>
            <p:nvPr/>
          </p:nvSpPr>
          <p:spPr bwMode="auto">
            <a:xfrm>
              <a:off x="3392" y="1727"/>
              <a:ext cx="48" cy="45"/>
            </a:xfrm>
            <a:prstGeom prst="ellipse">
              <a:avLst/>
            </a:prstGeom>
            <a:solidFill>
              <a:srgbClr val="FFFFFF"/>
            </a:solidFill>
            <a:ln w="25400">
              <a:solidFill>
                <a:srgbClr val="000000"/>
              </a:solidFill>
              <a:round/>
              <a:headEnd/>
              <a:tailEnd/>
            </a:ln>
          </p:spPr>
          <p:txBody>
            <a:bodyPr/>
            <a:lstStyle/>
            <a:p>
              <a:endParaRPr lang="zh-CN" altLang="en-US"/>
            </a:p>
          </p:txBody>
        </p:sp>
        <p:sp>
          <p:nvSpPr>
            <p:cNvPr id="75802" name="Oval 27">
              <a:extLst>
                <a:ext uri="{FF2B5EF4-FFF2-40B4-BE49-F238E27FC236}">
                  <a16:creationId xmlns:a16="http://schemas.microsoft.com/office/drawing/2014/main" id="{860E1C21-4628-923A-1353-C02861F20289}"/>
                </a:ext>
              </a:extLst>
            </p:cNvPr>
            <p:cNvSpPr>
              <a:spLocks noChangeArrowheads="1"/>
            </p:cNvSpPr>
            <p:nvPr/>
          </p:nvSpPr>
          <p:spPr bwMode="auto">
            <a:xfrm>
              <a:off x="3623" y="1727"/>
              <a:ext cx="47" cy="45"/>
            </a:xfrm>
            <a:prstGeom prst="ellipse">
              <a:avLst/>
            </a:prstGeom>
            <a:solidFill>
              <a:srgbClr val="FFFFFF"/>
            </a:solidFill>
            <a:ln w="25400">
              <a:solidFill>
                <a:srgbClr val="000000"/>
              </a:solidFill>
              <a:round/>
              <a:headEnd/>
              <a:tailEnd/>
            </a:ln>
          </p:spPr>
          <p:txBody>
            <a:bodyPr/>
            <a:lstStyle/>
            <a:p>
              <a:endParaRPr lang="zh-CN" altLang="en-US"/>
            </a:p>
          </p:txBody>
        </p:sp>
        <p:sp>
          <p:nvSpPr>
            <p:cNvPr id="75803" name="Oval 28">
              <a:extLst>
                <a:ext uri="{FF2B5EF4-FFF2-40B4-BE49-F238E27FC236}">
                  <a16:creationId xmlns:a16="http://schemas.microsoft.com/office/drawing/2014/main" id="{BA4FB2DF-772F-A00B-5F50-A8A2AE1D865F}"/>
                </a:ext>
              </a:extLst>
            </p:cNvPr>
            <p:cNvSpPr>
              <a:spLocks noChangeArrowheads="1"/>
            </p:cNvSpPr>
            <p:nvPr/>
          </p:nvSpPr>
          <p:spPr bwMode="auto">
            <a:xfrm>
              <a:off x="3508" y="1854"/>
              <a:ext cx="47" cy="46"/>
            </a:xfrm>
            <a:prstGeom prst="ellipse">
              <a:avLst/>
            </a:prstGeom>
            <a:solidFill>
              <a:srgbClr val="FFFFFF"/>
            </a:solidFill>
            <a:ln w="25400">
              <a:solidFill>
                <a:srgbClr val="000000"/>
              </a:solidFill>
              <a:round/>
              <a:headEnd/>
              <a:tailEnd/>
            </a:ln>
          </p:spPr>
          <p:txBody>
            <a:bodyPr/>
            <a:lstStyle/>
            <a:p>
              <a:endParaRPr lang="zh-CN" altLang="en-US"/>
            </a:p>
          </p:txBody>
        </p:sp>
        <p:sp>
          <p:nvSpPr>
            <p:cNvPr id="75804" name="Oval 29">
              <a:extLst>
                <a:ext uri="{FF2B5EF4-FFF2-40B4-BE49-F238E27FC236}">
                  <a16:creationId xmlns:a16="http://schemas.microsoft.com/office/drawing/2014/main" id="{C3418F8B-2952-9C66-7F56-85457F845E1C}"/>
                </a:ext>
              </a:extLst>
            </p:cNvPr>
            <p:cNvSpPr>
              <a:spLocks noChangeArrowheads="1"/>
            </p:cNvSpPr>
            <p:nvPr/>
          </p:nvSpPr>
          <p:spPr bwMode="auto">
            <a:xfrm>
              <a:off x="5081" y="1774"/>
              <a:ext cx="47" cy="46"/>
            </a:xfrm>
            <a:prstGeom prst="ellipse">
              <a:avLst/>
            </a:prstGeom>
            <a:solidFill>
              <a:srgbClr val="FFFFFF"/>
            </a:solidFill>
            <a:ln w="25400">
              <a:solidFill>
                <a:srgbClr val="000000"/>
              </a:solidFill>
              <a:round/>
              <a:headEnd/>
              <a:tailEnd/>
            </a:ln>
          </p:spPr>
          <p:txBody>
            <a:bodyPr/>
            <a:lstStyle/>
            <a:p>
              <a:endParaRPr lang="zh-CN" altLang="en-US"/>
            </a:p>
          </p:txBody>
        </p:sp>
        <p:sp>
          <p:nvSpPr>
            <p:cNvPr id="75805" name="Oval 30">
              <a:extLst>
                <a:ext uri="{FF2B5EF4-FFF2-40B4-BE49-F238E27FC236}">
                  <a16:creationId xmlns:a16="http://schemas.microsoft.com/office/drawing/2014/main" id="{F07FD6FC-D3DA-B909-BF81-C28EC0822FBB}"/>
                </a:ext>
              </a:extLst>
            </p:cNvPr>
            <p:cNvSpPr>
              <a:spLocks noChangeArrowheads="1"/>
            </p:cNvSpPr>
            <p:nvPr/>
          </p:nvSpPr>
          <p:spPr bwMode="auto">
            <a:xfrm>
              <a:off x="5312" y="1774"/>
              <a:ext cx="47" cy="46"/>
            </a:xfrm>
            <a:prstGeom prst="ellipse">
              <a:avLst/>
            </a:prstGeom>
            <a:solidFill>
              <a:srgbClr val="FFFFFF"/>
            </a:solidFill>
            <a:ln w="25400">
              <a:solidFill>
                <a:srgbClr val="000000"/>
              </a:solidFill>
              <a:round/>
              <a:headEnd/>
              <a:tailEnd/>
            </a:ln>
          </p:spPr>
          <p:txBody>
            <a:bodyPr/>
            <a:lstStyle/>
            <a:p>
              <a:endParaRPr lang="zh-CN" altLang="en-US"/>
            </a:p>
          </p:txBody>
        </p:sp>
        <p:sp>
          <p:nvSpPr>
            <p:cNvPr id="75806" name="Text Box 31">
              <a:extLst>
                <a:ext uri="{FF2B5EF4-FFF2-40B4-BE49-F238E27FC236}">
                  <a16:creationId xmlns:a16="http://schemas.microsoft.com/office/drawing/2014/main" id="{6878A79E-452C-9557-0FA0-20A0ABBD4DCB}"/>
                </a:ext>
              </a:extLst>
            </p:cNvPr>
            <p:cNvSpPr txBox="1">
              <a:spLocks noChangeArrowheads="1"/>
            </p:cNvSpPr>
            <p:nvPr/>
          </p:nvSpPr>
          <p:spPr bwMode="auto">
            <a:xfrm>
              <a:off x="3879" y="1667"/>
              <a:ext cx="162" cy="2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p>
              <a:pPr algn="just" eaLnBrk="0" hangingPunct="0"/>
              <a:r>
                <a:rPr lang="en-US" altLang="zh-CN">
                  <a:solidFill>
                    <a:schemeClr val="folHlink"/>
                  </a:solidFill>
                  <a:latin typeface="Times New Roman" panose="02020603050405020304" pitchFamily="18" charset="0"/>
                </a:rPr>
                <a:t>r</a:t>
              </a:r>
              <a:r>
                <a:rPr lang="en-US" altLang="zh-CN" baseline="-25000">
                  <a:solidFill>
                    <a:schemeClr val="folHlink"/>
                  </a:solidFill>
                  <a:latin typeface="Times New Roman" panose="02020603050405020304" pitchFamily="18" charset="0"/>
                </a:rPr>
                <a:t>1</a:t>
              </a:r>
              <a:endParaRPr lang="en-US" altLang="zh-CN">
                <a:solidFill>
                  <a:schemeClr val="folHlink"/>
                </a:solidFill>
                <a:latin typeface="Times New Roman" panose="02020603050405020304" pitchFamily="18" charset="0"/>
              </a:endParaRPr>
            </a:p>
          </p:txBody>
        </p:sp>
        <p:sp>
          <p:nvSpPr>
            <p:cNvPr id="75807" name="Text Box 32">
              <a:extLst>
                <a:ext uri="{FF2B5EF4-FFF2-40B4-BE49-F238E27FC236}">
                  <a16:creationId xmlns:a16="http://schemas.microsoft.com/office/drawing/2014/main" id="{47C4C985-21A4-FD93-CB01-829139508B3A}"/>
                </a:ext>
              </a:extLst>
            </p:cNvPr>
            <p:cNvSpPr txBox="1">
              <a:spLocks noChangeArrowheads="1"/>
            </p:cNvSpPr>
            <p:nvPr/>
          </p:nvSpPr>
          <p:spPr bwMode="auto">
            <a:xfrm>
              <a:off x="5551" y="1675"/>
              <a:ext cx="161" cy="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p>
              <a:pPr algn="just" eaLnBrk="0" hangingPunct="0"/>
              <a:r>
                <a:rPr lang="en-US" altLang="zh-CN">
                  <a:solidFill>
                    <a:schemeClr val="folHlink"/>
                  </a:solidFill>
                  <a:latin typeface="Times New Roman" panose="02020603050405020304" pitchFamily="18" charset="0"/>
                </a:rPr>
                <a:t>r</a:t>
              </a:r>
              <a:r>
                <a:rPr lang="en-US" altLang="zh-CN" baseline="-25000">
                  <a:solidFill>
                    <a:schemeClr val="folHlink"/>
                  </a:solidFill>
                  <a:latin typeface="Times New Roman" panose="02020603050405020304" pitchFamily="18" charset="0"/>
                </a:rPr>
                <a:t>2</a:t>
              </a:r>
              <a:endParaRPr lang="en-US" altLang="zh-CN">
                <a:solidFill>
                  <a:schemeClr val="folHlink"/>
                </a:solidFill>
                <a:latin typeface="Times New Roman" panose="02020603050405020304" pitchFamily="18" charset="0"/>
              </a:endParaRPr>
            </a:p>
          </p:txBody>
        </p:sp>
        <p:sp>
          <p:nvSpPr>
            <p:cNvPr id="75808" name="Arc 33">
              <a:extLst>
                <a:ext uri="{FF2B5EF4-FFF2-40B4-BE49-F238E27FC236}">
                  <a16:creationId xmlns:a16="http://schemas.microsoft.com/office/drawing/2014/main" id="{F52DED3D-29AB-0EA7-3E7E-85F99AA7A08F}"/>
                </a:ext>
              </a:extLst>
            </p:cNvPr>
            <p:cNvSpPr>
              <a:spLocks noChangeArrowheads="1"/>
            </p:cNvSpPr>
            <p:nvPr/>
          </p:nvSpPr>
          <p:spPr bwMode="auto">
            <a:xfrm rot="-5400000" flipH="1" flipV="1">
              <a:off x="4652" y="1954"/>
              <a:ext cx="607" cy="569"/>
            </a:xfrm>
            <a:custGeom>
              <a:avLst/>
              <a:gdLst>
                <a:gd name="T0" fmla="*/ -1 w 21600"/>
                <a:gd name="T1" fmla="*/ 0 h 21600"/>
                <a:gd name="T2" fmla="*/ 21600 w 21600"/>
                <a:gd name="T3" fmla="*/ 21600 h 21600"/>
                <a:gd name="T4" fmla="*/ -1 w 21600"/>
                <a:gd name="T5" fmla="*/ 0 h 21600"/>
                <a:gd name="T6" fmla="*/ 21600 w 21600"/>
                <a:gd name="T7" fmla="*/ 21600 h 21600"/>
                <a:gd name="T8" fmla="*/ 0 w 21600"/>
                <a:gd name="T9" fmla="*/ 21600 h 21600"/>
              </a:gdLst>
              <a:ahLst/>
              <a:cxnLst>
                <a:cxn ang="0">
                  <a:pos x="T0" y="T1"/>
                </a:cxn>
                <a:cxn ang="0">
                  <a:pos x="T2" y="T3"/>
                </a:cxn>
                <a:cxn ang="0">
                  <a:pos x="T4" y="T5"/>
                </a:cxn>
                <a:cxn ang="0">
                  <a:pos x="T6" y="T7"/>
                </a:cxn>
                <a:cxn ang="0">
                  <a:pos x="T8" y="T9"/>
                </a:cxn>
              </a:cxnLst>
              <a:rect l="0" t="0" r="r" b="b"/>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close/>
                </a:path>
              </a:pathLst>
            </a:custGeom>
            <a:noFill/>
            <a:ln w="25400">
              <a:solidFill>
                <a:srgbClr val="000000"/>
              </a:solidFill>
              <a:round/>
              <a:headEnd/>
              <a:tailEnd type="triangle" w="lg" len="lg"/>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5809" name="Arc 34">
              <a:extLst>
                <a:ext uri="{FF2B5EF4-FFF2-40B4-BE49-F238E27FC236}">
                  <a16:creationId xmlns:a16="http://schemas.microsoft.com/office/drawing/2014/main" id="{61DE24FA-6DBD-5C8C-C836-3CC0F45403D4}"/>
                </a:ext>
              </a:extLst>
            </p:cNvPr>
            <p:cNvSpPr>
              <a:spLocks noChangeArrowheads="1"/>
            </p:cNvSpPr>
            <p:nvPr/>
          </p:nvSpPr>
          <p:spPr bwMode="auto">
            <a:xfrm rot="10800000">
              <a:off x="3583" y="1952"/>
              <a:ext cx="627" cy="535"/>
            </a:xfrm>
            <a:custGeom>
              <a:avLst/>
              <a:gdLst>
                <a:gd name="T0" fmla="*/ -1 w 21600"/>
                <a:gd name="T1" fmla="*/ 0 h 21600"/>
                <a:gd name="T2" fmla="*/ 21600 w 21600"/>
                <a:gd name="T3" fmla="*/ 21600 h 21600"/>
                <a:gd name="T4" fmla="*/ -1 w 21600"/>
                <a:gd name="T5" fmla="*/ 0 h 21600"/>
                <a:gd name="T6" fmla="*/ 21600 w 21600"/>
                <a:gd name="T7" fmla="*/ 21600 h 21600"/>
                <a:gd name="T8" fmla="*/ 0 w 21600"/>
                <a:gd name="T9" fmla="*/ 21600 h 21600"/>
              </a:gdLst>
              <a:ahLst/>
              <a:cxnLst>
                <a:cxn ang="0">
                  <a:pos x="T0" y="T1"/>
                </a:cxn>
                <a:cxn ang="0">
                  <a:pos x="T2" y="T3"/>
                </a:cxn>
                <a:cxn ang="0">
                  <a:pos x="T4" y="T5"/>
                </a:cxn>
                <a:cxn ang="0">
                  <a:pos x="T6" y="T7"/>
                </a:cxn>
                <a:cxn ang="0">
                  <a:pos x="T8" y="T9"/>
                </a:cxn>
              </a:cxnLst>
              <a:rect l="0" t="0" r="r" b="b"/>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close/>
                </a:path>
              </a:pathLst>
            </a:custGeom>
            <a:noFill/>
            <a:ln w="25400">
              <a:solidFill>
                <a:srgbClr val="000000"/>
              </a:solidFill>
              <a:round/>
              <a:headEnd/>
              <a:tailEnd type="triangle" w="lg" len="lg"/>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5810" name="Arc 35">
              <a:extLst>
                <a:ext uri="{FF2B5EF4-FFF2-40B4-BE49-F238E27FC236}">
                  <a16:creationId xmlns:a16="http://schemas.microsoft.com/office/drawing/2014/main" id="{566E1C4C-BA66-EB08-B368-EF7EAFEF1F43}"/>
                </a:ext>
              </a:extLst>
            </p:cNvPr>
            <p:cNvSpPr>
              <a:spLocks noChangeArrowheads="1"/>
            </p:cNvSpPr>
            <p:nvPr/>
          </p:nvSpPr>
          <p:spPr bwMode="auto">
            <a:xfrm rot="10800000">
              <a:off x="3416" y="1966"/>
              <a:ext cx="827" cy="671"/>
            </a:xfrm>
            <a:custGeom>
              <a:avLst/>
              <a:gdLst>
                <a:gd name="T0" fmla="*/ -1 w 21600"/>
                <a:gd name="T1" fmla="*/ 0 h 21600"/>
                <a:gd name="T2" fmla="*/ 21600 w 21600"/>
                <a:gd name="T3" fmla="*/ 21600 h 21600"/>
                <a:gd name="T4" fmla="*/ -1 w 21600"/>
                <a:gd name="T5" fmla="*/ 0 h 21600"/>
                <a:gd name="T6" fmla="*/ 21600 w 21600"/>
                <a:gd name="T7" fmla="*/ 21600 h 21600"/>
                <a:gd name="T8" fmla="*/ 0 w 21600"/>
                <a:gd name="T9" fmla="*/ 21600 h 21600"/>
              </a:gdLst>
              <a:ahLst/>
              <a:cxnLst>
                <a:cxn ang="0">
                  <a:pos x="T0" y="T1"/>
                </a:cxn>
                <a:cxn ang="0">
                  <a:pos x="T2" y="T3"/>
                </a:cxn>
                <a:cxn ang="0">
                  <a:pos x="T4" y="T5"/>
                </a:cxn>
                <a:cxn ang="0">
                  <a:pos x="T6" y="T7"/>
                </a:cxn>
                <a:cxn ang="0">
                  <a:pos x="T8" y="T9"/>
                </a:cxn>
              </a:cxnLst>
              <a:rect l="0" t="0" r="r" b="b"/>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close/>
                </a:path>
              </a:pathLst>
            </a:custGeom>
            <a:noFill/>
            <a:ln w="25400">
              <a:solidFill>
                <a:srgbClr val="000000"/>
              </a:solidFill>
              <a:round/>
              <a:headEnd type="triangle" w="lg" len="lg"/>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nvGrpSpPr>
          <p:cNvPr id="4" name="Group 36">
            <a:extLst>
              <a:ext uri="{FF2B5EF4-FFF2-40B4-BE49-F238E27FC236}">
                <a16:creationId xmlns:a16="http://schemas.microsoft.com/office/drawing/2014/main" id="{4C1A905C-0D9C-8551-5469-BDFD799A4EB0}"/>
              </a:ext>
            </a:extLst>
          </p:cNvPr>
          <p:cNvGrpSpPr>
            <a:grpSpLocks/>
          </p:cNvGrpSpPr>
          <p:nvPr/>
        </p:nvGrpSpPr>
        <p:grpSpPr bwMode="auto">
          <a:xfrm>
            <a:off x="2743200" y="3716338"/>
            <a:ext cx="3860800" cy="2897187"/>
            <a:chOff x="5928" y="1170"/>
            <a:chExt cx="3814" cy="3428"/>
          </a:xfrm>
        </p:grpSpPr>
        <p:sp>
          <p:nvSpPr>
            <p:cNvPr id="75812" name="Oval 37">
              <a:extLst>
                <a:ext uri="{FF2B5EF4-FFF2-40B4-BE49-F238E27FC236}">
                  <a16:creationId xmlns:a16="http://schemas.microsoft.com/office/drawing/2014/main" id="{B8D24E47-2B89-D872-F652-0A6366B802F0}"/>
                </a:ext>
              </a:extLst>
            </p:cNvPr>
            <p:cNvSpPr>
              <a:spLocks noChangeArrowheads="1"/>
            </p:cNvSpPr>
            <p:nvPr/>
          </p:nvSpPr>
          <p:spPr bwMode="auto">
            <a:xfrm>
              <a:off x="7314" y="1170"/>
              <a:ext cx="794" cy="794"/>
            </a:xfrm>
            <a:prstGeom prst="ellipse">
              <a:avLst/>
            </a:prstGeom>
            <a:solidFill>
              <a:srgbClr val="FFFFFF"/>
            </a:solidFill>
            <a:ln w="15875">
              <a:solidFill>
                <a:srgbClr val="000000"/>
              </a:solidFill>
              <a:round/>
              <a:headEnd/>
              <a:tailEnd/>
            </a:ln>
          </p:spPr>
          <p:txBody>
            <a:bodyPr lIns="0" tIns="0" rIns="0" bIns="0"/>
            <a:lstStyle/>
            <a:p>
              <a:pPr algn="ctr" eaLnBrk="0" hangingPunct="0"/>
              <a:r>
                <a:rPr lang="en-US" altLang="zh-CN">
                  <a:solidFill>
                    <a:schemeClr val="hlink"/>
                  </a:solidFill>
                  <a:latin typeface="Times New Roman" panose="02020603050405020304" pitchFamily="18" charset="0"/>
                </a:rPr>
                <a:t>p</a:t>
              </a:r>
              <a:r>
                <a:rPr lang="en-US" altLang="zh-CN" baseline="-25000">
                  <a:solidFill>
                    <a:schemeClr val="hlink"/>
                  </a:solidFill>
                  <a:latin typeface="Times New Roman" panose="02020603050405020304" pitchFamily="18" charset="0"/>
                </a:rPr>
                <a:t>1</a:t>
              </a:r>
              <a:endParaRPr lang="en-US" altLang="zh-CN">
                <a:solidFill>
                  <a:schemeClr val="hlink"/>
                </a:solidFill>
                <a:latin typeface="Times New Roman" panose="02020603050405020304" pitchFamily="18" charset="0"/>
              </a:endParaRPr>
            </a:p>
          </p:txBody>
        </p:sp>
        <p:sp>
          <p:nvSpPr>
            <p:cNvPr id="75813" name="Rectangle 38">
              <a:extLst>
                <a:ext uri="{FF2B5EF4-FFF2-40B4-BE49-F238E27FC236}">
                  <a16:creationId xmlns:a16="http://schemas.microsoft.com/office/drawing/2014/main" id="{91F00D25-9110-0232-E6AE-C0123F46DE07}"/>
                </a:ext>
              </a:extLst>
            </p:cNvPr>
            <p:cNvSpPr>
              <a:spLocks noChangeArrowheads="1"/>
            </p:cNvSpPr>
            <p:nvPr/>
          </p:nvSpPr>
          <p:spPr bwMode="auto">
            <a:xfrm>
              <a:off x="5928" y="2604"/>
              <a:ext cx="850" cy="510"/>
            </a:xfrm>
            <a:prstGeom prst="rect">
              <a:avLst/>
            </a:prstGeom>
            <a:solidFill>
              <a:srgbClr val="FFFFFF"/>
            </a:solidFill>
            <a:ln w="15875">
              <a:solidFill>
                <a:srgbClr val="000000"/>
              </a:solidFill>
              <a:miter lim="800000"/>
              <a:headEnd/>
              <a:tailEnd/>
            </a:ln>
          </p:spPr>
          <p:txBody>
            <a:bodyPr/>
            <a:lstStyle/>
            <a:p>
              <a:endParaRPr lang="zh-CN" altLang="en-US"/>
            </a:p>
          </p:txBody>
        </p:sp>
        <p:sp>
          <p:nvSpPr>
            <p:cNvPr id="75814" name="Rectangle 39">
              <a:extLst>
                <a:ext uri="{FF2B5EF4-FFF2-40B4-BE49-F238E27FC236}">
                  <a16:creationId xmlns:a16="http://schemas.microsoft.com/office/drawing/2014/main" id="{F5DD6F64-BC1F-1363-F8B6-46A1CD3FDFA9}"/>
                </a:ext>
              </a:extLst>
            </p:cNvPr>
            <p:cNvSpPr>
              <a:spLocks noChangeArrowheads="1"/>
            </p:cNvSpPr>
            <p:nvPr/>
          </p:nvSpPr>
          <p:spPr bwMode="auto">
            <a:xfrm>
              <a:off x="8448" y="2604"/>
              <a:ext cx="850" cy="454"/>
            </a:xfrm>
            <a:prstGeom prst="rect">
              <a:avLst/>
            </a:prstGeom>
            <a:solidFill>
              <a:srgbClr val="FFFFFF"/>
            </a:solidFill>
            <a:ln w="15875">
              <a:solidFill>
                <a:srgbClr val="000000"/>
              </a:solidFill>
              <a:miter lim="800000"/>
              <a:headEnd/>
              <a:tailEnd/>
            </a:ln>
          </p:spPr>
          <p:txBody>
            <a:bodyPr/>
            <a:lstStyle/>
            <a:p>
              <a:endParaRPr lang="zh-CN" altLang="en-US"/>
            </a:p>
          </p:txBody>
        </p:sp>
        <p:sp>
          <p:nvSpPr>
            <p:cNvPr id="75815" name="Oval 40">
              <a:extLst>
                <a:ext uri="{FF2B5EF4-FFF2-40B4-BE49-F238E27FC236}">
                  <a16:creationId xmlns:a16="http://schemas.microsoft.com/office/drawing/2014/main" id="{D6F8A8D0-0F4A-818E-B676-2D8CA9280D18}"/>
                </a:ext>
              </a:extLst>
            </p:cNvPr>
            <p:cNvSpPr>
              <a:spLocks noChangeArrowheads="1"/>
            </p:cNvSpPr>
            <p:nvPr/>
          </p:nvSpPr>
          <p:spPr bwMode="auto">
            <a:xfrm>
              <a:off x="7314" y="3804"/>
              <a:ext cx="794" cy="794"/>
            </a:xfrm>
            <a:prstGeom prst="ellipse">
              <a:avLst/>
            </a:prstGeom>
            <a:solidFill>
              <a:srgbClr val="FFFFFF"/>
            </a:solidFill>
            <a:ln w="15875">
              <a:solidFill>
                <a:srgbClr val="000000"/>
              </a:solidFill>
              <a:round/>
              <a:headEnd/>
              <a:tailEnd/>
            </a:ln>
          </p:spPr>
          <p:txBody>
            <a:bodyPr lIns="0" tIns="0" rIns="0" bIns="0"/>
            <a:lstStyle/>
            <a:p>
              <a:pPr algn="ctr" eaLnBrk="0" hangingPunct="0"/>
              <a:r>
                <a:rPr lang="en-US" altLang="zh-CN">
                  <a:solidFill>
                    <a:schemeClr val="hlink"/>
                  </a:solidFill>
                  <a:latin typeface="Times New Roman" panose="02020603050405020304" pitchFamily="18" charset="0"/>
                </a:rPr>
                <a:t>p</a:t>
              </a:r>
              <a:r>
                <a:rPr lang="en-US" altLang="zh-CN" baseline="-25000">
                  <a:solidFill>
                    <a:schemeClr val="hlink"/>
                  </a:solidFill>
                  <a:latin typeface="Times New Roman" panose="02020603050405020304" pitchFamily="18" charset="0"/>
                </a:rPr>
                <a:t>2</a:t>
              </a:r>
              <a:endParaRPr lang="en-US" altLang="zh-CN">
                <a:solidFill>
                  <a:schemeClr val="hlink"/>
                </a:solidFill>
                <a:latin typeface="Times New Roman" panose="02020603050405020304" pitchFamily="18" charset="0"/>
              </a:endParaRPr>
            </a:p>
          </p:txBody>
        </p:sp>
        <p:sp>
          <p:nvSpPr>
            <p:cNvPr id="75816" name="Oval 41">
              <a:extLst>
                <a:ext uri="{FF2B5EF4-FFF2-40B4-BE49-F238E27FC236}">
                  <a16:creationId xmlns:a16="http://schemas.microsoft.com/office/drawing/2014/main" id="{146AE9ED-A94E-7EF2-7DBF-ADB5DE3365DF}"/>
                </a:ext>
              </a:extLst>
            </p:cNvPr>
            <p:cNvSpPr>
              <a:spLocks noChangeArrowheads="1"/>
            </p:cNvSpPr>
            <p:nvPr/>
          </p:nvSpPr>
          <p:spPr bwMode="auto">
            <a:xfrm>
              <a:off x="6090" y="2700"/>
              <a:ext cx="85" cy="85"/>
            </a:xfrm>
            <a:prstGeom prst="ellipse">
              <a:avLst/>
            </a:prstGeom>
            <a:solidFill>
              <a:srgbClr val="FFFFFF"/>
            </a:solidFill>
            <a:ln w="9525">
              <a:solidFill>
                <a:srgbClr val="000000"/>
              </a:solidFill>
              <a:round/>
              <a:headEnd/>
              <a:tailEnd/>
            </a:ln>
          </p:spPr>
          <p:txBody>
            <a:bodyPr/>
            <a:lstStyle/>
            <a:p>
              <a:endParaRPr lang="zh-CN" altLang="en-US"/>
            </a:p>
          </p:txBody>
        </p:sp>
        <p:sp>
          <p:nvSpPr>
            <p:cNvPr id="75817" name="Oval 42">
              <a:extLst>
                <a:ext uri="{FF2B5EF4-FFF2-40B4-BE49-F238E27FC236}">
                  <a16:creationId xmlns:a16="http://schemas.microsoft.com/office/drawing/2014/main" id="{31E7F6E3-E390-45E3-009C-573C642AFE7F}"/>
                </a:ext>
              </a:extLst>
            </p:cNvPr>
            <p:cNvSpPr>
              <a:spLocks noChangeArrowheads="1"/>
            </p:cNvSpPr>
            <p:nvPr/>
          </p:nvSpPr>
          <p:spPr bwMode="auto">
            <a:xfrm>
              <a:off x="6504" y="2700"/>
              <a:ext cx="85" cy="85"/>
            </a:xfrm>
            <a:prstGeom prst="ellipse">
              <a:avLst/>
            </a:prstGeom>
            <a:solidFill>
              <a:srgbClr val="FFFFFF"/>
            </a:solidFill>
            <a:ln w="9525">
              <a:solidFill>
                <a:srgbClr val="000000"/>
              </a:solidFill>
              <a:round/>
              <a:headEnd/>
              <a:tailEnd/>
            </a:ln>
          </p:spPr>
          <p:txBody>
            <a:bodyPr/>
            <a:lstStyle/>
            <a:p>
              <a:endParaRPr lang="zh-CN" altLang="en-US"/>
            </a:p>
          </p:txBody>
        </p:sp>
        <p:sp>
          <p:nvSpPr>
            <p:cNvPr id="75818" name="Oval 43">
              <a:extLst>
                <a:ext uri="{FF2B5EF4-FFF2-40B4-BE49-F238E27FC236}">
                  <a16:creationId xmlns:a16="http://schemas.microsoft.com/office/drawing/2014/main" id="{C5F88950-B1A7-76C8-EFA3-A36866B76804}"/>
                </a:ext>
              </a:extLst>
            </p:cNvPr>
            <p:cNvSpPr>
              <a:spLocks noChangeArrowheads="1"/>
            </p:cNvSpPr>
            <p:nvPr/>
          </p:nvSpPr>
          <p:spPr bwMode="auto">
            <a:xfrm>
              <a:off x="6297" y="2940"/>
              <a:ext cx="85" cy="85"/>
            </a:xfrm>
            <a:prstGeom prst="ellipse">
              <a:avLst/>
            </a:prstGeom>
            <a:solidFill>
              <a:srgbClr val="FFFFFF"/>
            </a:solidFill>
            <a:ln w="9525">
              <a:solidFill>
                <a:srgbClr val="000000"/>
              </a:solidFill>
              <a:round/>
              <a:headEnd/>
              <a:tailEnd/>
            </a:ln>
          </p:spPr>
          <p:txBody>
            <a:bodyPr/>
            <a:lstStyle/>
            <a:p>
              <a:endParaRPr lang="zh-CN" altLang="en-US"/>
            </a:p>
          </p:txBody>
        </p:sp>
        <p:sp>
          <p:nvSpPr>
            <p:cNvPr id="75819" name="Oval 44">
              <a:extLst>
                <a:ext uri="{FF2B5EF4-FFF2-40B4-BE49-F238E27FC236}">
                  <a16:creationId xmlns:a16="http://schemas.microsoft.com/office/drawing/2014/main" id="{F6861ECA-D2CB-29D7-69FF-12E95F2C37BB}"/>
                </a:ext>
              </a:extLst>
            </p:cNvPr>
            <p:cNvSpPr>
              <a:spLocks noChangeArrowheads="1"/>
            </p:cNvSpPr>
            <p:nvPr/>
          </p:nvSpPr>
          <p:spPr bwMode="auto">
            <a:xfrm>
              <a:off x="8610" y="2790"/>
              <a:ext cx="85" cy="85"/>
            </a:xfrm>
            <a:prstGeom prst="ellipse">
              <a:avLst/>
            </a:prstGeom>
            <a:solidFill>
              <a:srgbClr val="FFFFFF"/>
            </a:solidFill>
            <a:ln w="9525">
              <a:solidFill>
                <a:srgbClr val="000000"/>
              </a:solidFill>
              <a:round/>
              <a:headEnd/>
              <a:tailEnd/>
            </a:ln>
          </p:spPr>
          <p:txBody>
            <a:bodyPr/>
            <a:lstStyle/>
            <a:p>
              <a:endParaRPr lang="zh-CN" altLang="en-US"/>
            </a:p>
          </p:txBody>
        </p:sp>
        <p:sp>
          <p:nvSpPr>
            <p:cNvPr id="75820" name="Oval 45">
              <a:extLst>
                <a:ext uri="{FF2B5EF4-FFF2-40B4-BE49-F238E27FC236}">
                  <a16:creationId xmlns:a16="http://schemas.microsoft.com/office/drawing/2014/main" id="{33823A56-BFF3-843A-FA8C-A43C57C740C0}"/>
                </a:ext>
              </a:extLst>
            </p:cNvPr>
            <p:cNvSpPr>
              <a:spLocks noChangeArrowheads="1"/>
            </p:cNvSpPr>
            <p:nvPr/>
          </p:nvSpPr>
          <p:spPr bwMode="auto">
            <a:xfrm>
              <a:off x="9024" y="2790"/>
              <a:ext cx="85" cy="85"/>
            </a:xfrm>
            <a:prstGeom prst="ellipse">
              <a:avLst/>
            </a:prstGeom>
            <a:solidFill>
              <a:srgbClr val="FFFFFF"/>
            </a:solidFill>
            <a:ln w="9525">
              <a:solidFill>
                <a:srgbClr val="000000"/>
              </a:solidFill>
              <a:round/>
              <a:headEnd/>
              <a:tailEnd/>
            </a:ln>
          </p:spPr>
          <p:txBody>
            <a:bodyPr/>
            <a:lstStyle/>
            <a:p>
              <a:endParaRPr lang="zh-CN" altLang="en-US"/>
            </a:p>
          </p:txBody>
        </p:sp>
        <p:sp>
          <p:nvSpPr>
            <p:cNvPr id="75821" name="Text Box 46">
              <a:extLst>
                <a:ext uri="{FF2B5EF4-FFF2-40B4-BE49-F238E27FC236}">
                  <a16:creationId xmlns:a16="http://schemas.microsoft.com/office/drawing/2014/main" id="{3191A281-555E-572A-C691-2416D6A0CFAF}"/>
                </a:ext>
              </a:extLst>
            </p:cNvPr>
            <p:cNvSpPr txBox="1">
              <a:spLocks noChangeArrowheads="1"/>
            </p:cNvSpPr>
            <p:nvPr/>
          </p:nvSpPr>
          <p:spPr bwMode="auto">
            <a:xfrm>
              <a:off x="6963" y="2589"/>
              <a:ext cx="291" cy="4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gn="just" eaLnBrk="0" hangingPunct="0"/>
              <a:r>
                <a:rPr lang="en-US" altLang="zh-CN">
                  <a:solidFill>
                    <a:schemeClr val="hlink"/>
                  </a:solidFill>
                  <a:latin typeface="Times New Roman" panose="02020603050405020304" pitchFamily="18" charset="0"/>
                </a:rPr>
                <a:t>r</a:t>
              </a:r>
              <a:r>
                <a:rPr lang="en-US" altLang="zh-CN" baseline="-25000">
                  <a:solidFill>
                    <a:schemeClr val="hlink"/>
                  </a:solidFill>
                  <a:latin typeface="Times New Roman" panose="02020603050405020304" pitchFamily="18" charset="0"/>
                </a:rPr>
                <a:t>1</a:t>
              </a:r>
              <a:endParaRPr lang="en-US" altLang="zh-CN">
                <a:solidFill>
                  <a:schemeClr val="hlink"/>
                </a:solidFill>
                <a:latin typeface="Times New Roman" panose="02020603050405020304" pitchFamily="18" charset="0"/>
              </a:endParaRPr>
            </a:p>
          </p:txBody>
        </p:sp>
        <p:sp>
          <p:nvSpPr>
            <p:cNvPr id="75822" name="Text Box 47">
              <a:extLst>
                <a:ext uri="{FF2B5EF4-FFF2-40B4-BE49-F238E27FC236}">
                  <a16:creationId xmlns:a16="http://schemas.microsoft.com/office/drawing/2014/main" id="{667A80BC-9C6C-D762-88BD-B28F3C9F9997}"/>
                </a:ext>
              </a:extLst>
            </p:cNvPr>
            <p:cNvSpPr txBox="1">
              <a:spLocks noChangeArrowheads="1"/>
            </p:cNvSpPr>
            <p:nvPr/>
          </p:nvSpPr>
          <p:spPr bwMode="auto">
            <a:xfrm>
              <a:off x="9453" y="2604"/>
              <a:ext cx="289" cy="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gn="just" eaLnBrk="0" hangingPunct="0"/>
              <a:r>
                <a:rPr lang="en-US" altLang="zh-CN">
                  <a:solidFill>
                    <a:schemeClr val="hlink"/>
                  </a:solidFill>
                  <a:latin typeface="Times New Roman" panose="02020603050405020304" pitchFamily="18" charset="0"/>
                </a:rPr>
                <a:t>r</a:t>
              </a:r>
              <a:r>
                <a:rPr lang="en-US" altLang="zh-CN" baseline="-25000">
                  <a:solidFill>
                    <a:schemeClr val="hlink"/>
                  </a:solidFill>
                  <a:latin typeface="Times New Roman" panose="02020603050405020304" pitchFamily="18" charset="0"/>
                </a:rPr>
                <a:t>2</a:t>
              </a:r>
              <a:endParaRPr lang="en-US" altLang="zh-CN">
                <a:solidFill>
                  <a:schemeClr val="hlink"/>
                </a:solidFill>
                <a:latin typeface="Times New Roman" panose="02020603050405020304" pitchFamily="18" charset="0"/>
              </a:endParaRPr>
            </a:p>
          </p:txBody>
        </p:sp>
      </p:grpSp>
      <p:sp>
        <p:nvSpPr>
          <p:cNvPr id="2" name="灯片编号占位符 1">
            <a:extLst>
              <a:ext uri="{FF2B5EF4-FFF2-40B4-BE49-F238E27FC236}">
                <a16:creationId xmlns:a16="http://schemas.microsoft.com/office/drawing/2014/main" id="{8D051FC2-45DD-8591-D3E5-A09BDF35FFF0}"/>
              </a:ext>
            </a:extLst>
          </p:cNvPr>
          <p:cNvSpPr>
            <a:spLocks noGrp="1"/>
          </p:cNvSpPr>
          <p:nvPr>
            <p:ph type="sldNum" sz="quarter" idx="12"/>
          </p:nvPr>
        </p:nvSpPr>
        <p:spPr/>
        <p:txBody>
          <a:bodyPr/>
          <a:lstStyle/>
          <a:p>
            <a:fld id="{4093CC90-4002-504C-BD88-C9A1D374048E}" type="slidenum">
              <a:rPr lang="zh-CN" altLang="en-US" smtClean="0"/>
              <a:pPr/>
              <a:t>48</a:t>
            </a:fld>
            <a:endParaRPr lang="zh-CN" altLang="en-US" dirty="0"/>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linds(horizontal)">
                                      <p:cBhvr>
                                        <p:cTn id="7" dur="500"/>
                                        <p:tgtEl>
                                          <p:spTgt spid="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6" presetClass="entr" presetSubtype="42"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barn(outHorizontal)">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1" name="Rectangle 2">
            <a:extLst>
              <a:ext uri="{FF2B5EF4-FFF2-40B4-BE49-F238E27FC236}">
                <a16:creationId xmlns:a16="http://schemas.microsoft.com/office/drawing/2014/main" id="{2C0F2F2D-DD35-7D24-2FB6-340CA4D4B25F}"/>
              </a:ext>
            </a:extLst>
          </p:cNvPr>
          <p:cNvSpPr>
            <a:spLocks noGrp="1" noChangeArrowheads="1"/>
          </p:cNvSpPr>
          <p:nvPr>
            <p:ph type="title"/>
          </p:nvPr>
        </p:nvSpPr>
        <p:spPr/>
        <p:txBody>
          <a:bodyPr/>
          <a:lstStyle/>
          <a:p>
            <a:pPr eaLnBrk="1" hangingPunct="1"/>
            <a:r>
              <a:rPr lang="zh-CN" altLang="en-US" dirty="0">
                <a:solidFill>
                  <a:schemeClr val="tx1"/>
                </a:solidFill>
              </a:rPr>
              <a:t>资源分配图简化例</a:t>
            </a:r>
            <a:endParaRPr lang="en-US" altLang="zh-CN" dirty="0">
              <a:solidFill>
                <a:schemeClr val="tx1"/>
              </a:solidFill>
            </a:endParaRPr>
          </a:p>
        </p:txBody>
      </p:sp>
      <p:sp>
        <p:nvSpPr>
          <p:cNvPr id="76802" name="Rectangle 3">
            <a:extLst>
              <a:ext uri="{FF2B5EF4-FFF2-40B4-BE49-F238E27FC236}">
                <a16:creationId xmlns:a16="http://schemas.microsoft.com/office/drawing/2014/main" id="{D1305B52-06E2-FDDE-207D-D65E5F668C59}"/>
              </a:ext>
            </a:extLst>
          </p:cNvPr>
          <p:cNvSpPr>
            <a:spLocks noGrp="1" noChangeArrowheads="1"/>
          </p:cNvSpPr>
          <p:nvPr>
            <p:ph idx="1"/>
          </p:nvPr>
        </p:nvSpPr>
        <p:spPr>
          <a:xfrm>
            <a:off x="1157288" y="1052513"/>
            <a:ext cx="4303712" cy="776287"/>
          </a:xfrm>
        </p:spPr>
        <p:txBody>
          <a:bodyPr/>
          <a:lstStyle/>
          <a:p>
            <a:pPr eaLnBrk="1" hangingPunct="1"/>
            <a:r>
              <a:rPr lang="zh-CN" altLang="en-US"/>
              <a:t>下图是否存在死锁？</a:t>
            </a:r>
          </a:p>
        </p:txBody>
      </p:sp>
      <p:grpSp>
        <p:nvGrpSpPr>
          <p:cNvPr id="76803" name="Group 4">
            <a:extLst>
              <a:ext uri="{FF2B5EF4-FFF2-40B4-BE49-F238E27FC236}">
                <a16:creationId xmlns:a16="http://schemas.microsoft.com/office/drawing/2014/main" id="{6C2D99AF-C35C-067E-11A8-0416FC9EFD02}"/>
              </a:ext>
            </a:extLst>
          </p:cNvPr>
          <p:cNvGrpSpPr>
            <a:grpSpLocks/>
          </p:cNvGrpSpPr>
          <p:nvPr/>
        </p:nvGrpSpPr>
        <p:grpSpPr bwMode="auto">
          <a:xfrm>
            <a:off x="969963" y="2349500"/>
            <a:ext cx="936625" cy="431800"/>
            <a:chOff x="1247" y="1253"/>
            <a:chExt cx="590" cy="272"/>
          </a:xfrm>
        </p:grpSpPr>
        <p:sp>
          <p:nvSpPr>
            <p:cNvPr id="76804" name="Rectangle 5">
              <a:extLst>
                <a:ext uri="{FF2B5EF4-FFF2-40B4-BE49-F238E27FC236}">
                  <a16:creationId xmlns:a16="http://schemas.microsoft.com/office/drawing/2014/main" id="{AFA8319E-86F7-655F-0674-E9759F4049B7}"/>
                </a:ext>
              </a:extLst>
            </p:cNvPr>
            <p:cNvSpPr>
              <a:spLocks noChangeArrowheads="1"/>
            </p:cNvSpPr>
            <p:nvPr/>
          </p:nvSpPr>
          <p:spPr bwMode="auto">
            <a:xfrm>
              <a:off x="1247" y="1253"/>
              <a:ext cx="590" cy="272"/>
            </a:xfrm>
            <a:prstGeom prst="rect">
              <a:avLst/>
            </a:prstGeom>
            <a:noFill/>
            <a:ln w="349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76805" name="Oval 6">
              <a:extLst>
                <a:ext uri="{FF2B5EF4-FFF2-40B4-BE49-F238E27FC236}">
                  <a16:creationId xmlns:a16="http://schemas.microsoft.com/office/drawing/2014/main" id="{C71E9C6B-F4AD-C8E8-4A71-38670AC36AC4}"/>
                </a:ext>
              </a:extLst>
            </p:cNvPr>
            <p:cNvSpPr>
              <a:spLocks noChangeArrowheads="1"/>
            </p:cNvSpPr>
            <p:nvPr/>
          </p:nvSpPr>
          <p:spPr bwMode="auto">
            <a:xfrm>
              <a:off x="1474" y="1344"/>
              <a:ext cx="91" cy="90"/>
            </a:xfrm>
            <a:prstGeom prst="ellipse">
              <a:avLst/>
            </a:prstGeom>
            <a:noFill/>
            <a:ln w="349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sp>
        <p:nvSpPr>
          <p:cNvPr id="76806" name="Oval 7">
            <a:extLst>
              <a:ext uri="{FF2B5EF4-FFF2-40B4-BE49-F238E27FC236}">
                <a16:creationId xmlns:a16="http://schemas.microsoft.com/office/drawing/2014/main" id="{7C026AD0-50F8-8806-E442-20066CB508DA}"/>
              </a:ext>
            </a:extLst>
          </p:cNvPr>
          <p:cNvSpPr>
            <a:spLocks noChangeArrowheads="1"/>
          </p:cNvSpPr>
          <p:nvPr/>
        </p:nvSpPr>
        <p:spPr bwMode="auto">
          <a:xfrm>
            <a:off x="538163" y="3933825"/>
            <a:ext cx="576262" cy="576263"/>
          </a:xfrm>
          <a:prstGeom prst="ellipse">
            <a:avLst/>
          </a:prstGeom>
          <a:noFill/>
          <a:ln w="349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en-US" altLang="zh-CN" sz="2000" b="1">
                <a:latin typeface="Times New Roman" panose="02020603050405020304" pitchFamily="18" charset="0"/>
              </a:rPr>
              <a:t>p1</a:t>
            </a:r>
          </a:p>
        </p:txBody>
      </p:sp>
      <p:sp>
        <p:nvSpPr>
          <p:cNvPr id="76807" name="Oval 8">
            <a:extLst>
              <a:ext uri="{FF2B5EF4-FFF2-40B4-BE49-F238E27FC236}">
                <a16:creationId xmlns:a16="http://schemas.microsoft.com/office/drawing/2014/main" id="{5BCA3E46-23AF-7740-737B-4C760EC578C3}"/>
              </a:ext>
            </a:extLst>
          </p:cNvPr>
          <p:cNvSpPr>
            <a:spLocks noChangeArrowheads="1"/>
          </p:cNvSpPr>
          <p:nvPr/>
        </p:nvSpPr>
        <p:spPr bwMode="auto">
          <a:xfrm>
            <a:off x="2986088" y="3933825"/>
            <a:ext cx="576262" cy="576263"/>
          </a:xfrm>
          <a:prstGeom prst="ellipse">
            <a:avLst/>
          </a:prstGeom>
          <a:noFill/>
          <a:ln w="349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en-US" altLang="zh-CN" sz="2000" b="1">
                <a:latin typeface="Times New Roman" panose="02020603050405020304" pitchFamily="18" charset="0"/>
              </a:rPr>
              <a:t>p2</a:t>
            </a:r>
          </a:p>
        </p:txBody>
      </p:sp>
      <p:sp>
        <p:nvSpPr>
          <p:cNvPr id="76808" name="Oval 9">
            <a:extLst>
              <a:ext uri="{FF2B5EF4-FFF2-40B4-BE49-F238E27FC236}">
                <a16:creationId xmlns:a16="http://schemas.microsoft.com/office/drawing/2014/main" id="{B3924E8A-9A54-CBCB-3E0C-DBD6875CBF6B}"/>
              </a:ext>
            </a:extLst>
          </p:cNvPr>
          <p:cNvSpPr>
            <a:spLocks noChangeArrowheads="1"/>
          </p:cNvSpPr>
          <p:nvPr/>
        </p:nvSpPr>
        <p:spPr bwMode="auto">
          <a:xfrm>
            <a:off x="5867400" y="3860800"/>
            <a:ext cx="576263" cy="576263"/>
          </a:xfrm>
          <a:prstGeom prst="ellipse">
            <a:avLst/>
          </a:prstGeom>
          <a:noFill/>
          <a:ln w="349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en-US" altLang="zh-CN" sz="2000" b="1">
                <a:latin typeface="Times New Roman" panose="02020603050405020304" pitchFamily="18" charset="0"/>
              </a:rPr>
              <a:t>p3</a:t>
            </a:r>
          </a:p>
        </p:txBody>
      </p:sp>
      <p:sp>
        <p:nvSpPr>
          <p:cNvPr id="76809" name="Rectangle 10">
            <a:extLst>
              <a:ext uri="{FF2B5EF4-FFF2-40B4-BE49-F238E27FC236}">
                <a16:creationId xmlns:a16="http://schemas.microsoft.com/office/drawing/2014/main" id="{A4B08C22-A484-B4BA-E73E-EEA4D7396F2C}"/>
              </a:ext>
            </a:extLst>
          </p:cNvPr>
          <p:cNvSpPr>
            <a:spLocks noChangeArrowheads="1"/>
          </p:cNvSpPr>
          <p:nvPr/>
        </p:nvSpPr>
        <p:spPr bwMode="auto">
          <a:xfrm>
            <a:off x="1546225" y="5518150"/>
            <a:ext cx="936625" cy="431800"/>
          </a:xfrm>
          <a:prstGeom prst="rect">
            <a:avLst/>
          </a:prstGeom>
          <a:noFill/>
          <a:ln w="349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76810" name="Oval 11">
            <a:extLst>
              <a:ext uri="{FF2B5EF4-FFF2-40B4-BE49-F238E27FC236}">
                <a16:creationId xmlns:a16="http://schemas.microsoft.com/office/drawing/2014/main" id="{870B7791-E22B-592B-F5C2-74DFF64D1F33}"/>
              </a:ext>
            </a:extLst>
          </p:cNvPr>
          <p:cNvSpPr>
            <a:spLocks noChangeArrowheads="1"/>
          </p:cNvSpPr>
          <p:nvPr/>
        </p:nvSpPr>
        <p:spPr bwMode="auto">
          <a:xfrm>
            <a:off x="1762125" y="5662613"/>
            <a:ext cx="144463" cy="142875"/>
          </a:xfrm>
          <a:prstGeom prst="ellipse">
            <a:avLst/>
          </a:prstGeom>
          <a:noFill/>
          <a:ln w="349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76811" name="Oval 12">
            <a:extLst>
              <a:ext uri="{FF2B5EF4-FFF2-40B4-BE49-F238E27FC236}">
                <a16:creationId xmlns:a16="http://schemas.microsoft.com/office/drawing/2014/main" id="{50F4FEBC-5079-E85C-3AA1-BF986989CADC}"/>
              </a:ext>
            </a:extLst>
          </p:cNvPr>
          <p:cNvSpPr>
            <a:spLocks noChangeArrowheads="1"/>
          </p:cNvSpPr>
          <p:nvPr/>
        </p:nvSpPr>
        <p:spPr bwMode="auto">
          <a:xfrm>
            <a:off x="2049463" y="5661025"/>
            <a:ext cx="144462" cy="142875"/>
          </a:xfrm>
          <a:prstGeom prst="ellipse">
            <a:avLst/>
          </a:prstGeom>
          <a:noFill/>
          <a:ln w="349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nvGrpSpPr>
          <p:cNvPr id="76812" name="Group 13">
            <a:extLst>
              <a:ext uri="{FF2B5EF4-FFF2-40B4-BE49-F238E27FC236}">
                <a16:creationId xmlns:a16="http://schemas.microsoft.com/office/drawing/2014/main" id="{A03399F6-80B6-3D37-ED3A-1AE2FD44F9B8}"/>
              </a:ext>
            </a:extLst>
          </p:cNvPr>
          <p:cNvGrpSpPr>
            <a:grpSpLocks/>
          </p:cNvGrpSpPr>
          <p:nvPr/>
        </p:nvGrpSpPr>
        <p:grpSpPr bwMode="auto">
          <a:xfrm>
            <a:off x="4641850" y="5518150"/>
            <a:ext cx="936625" cy="431800"/>
            <a:chOff x="1247" y="1253"/>
            <a:chExt cx="590" cy="272"/>
          </a:xfrm>
        </p:grpSpPr>
        <p:sp>
          <p:nvSpPr>
            <p:cNvPr id="76813" name="Rectangle 14">
              <a:extLst>
                <a:ext uri="{FF2B5EF4-FFF2-40B4-BE49-F238E27FC236}">
                  <a16:creationId xmlns:a16="http://schemas.microsoft.com/office/drawing/2014/main" id="{EC9DBA39-1492-7041-31C5-BCF5FDC14BA7}"/>
                </a:ext>
              </a:extLst>
            </p:cNvPr>
            <p:cNvSpPr>
              <a:spLocks noChangeArrowheads="1"/>
            </p:cNvSpPr>
            <p:nvPr/>
          </p:nvSpPr>
          <p:spPr bwMode="auto">
            <a:xfrm>
              <a:off x="1247" y="1253"/>
              <a:ext cx="590" cy="272"/>
            </a:xfrm>
            <a:prstGeom prst="rect">
              <a:avLst/>
            </a:prstGeom>
            <a:noFill/>
            <a:ln w="349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76814" name="Oval 15">
              <a:extLst>
                <a:ext uri="{FF2B5EF4-FFF2-40B4-BE49-F238E27FC236}">
                  <a16:creationId xmlns:a16="http://schemas.microsoft.com/office/drawing/2014/main" id="{E98A0EFD-9E05-B9D8-D750-DFA5179F075D}"/>
                </a:ext>
              </a:extLst>
            </p:cNvPr>
            <p:cNvSpPr>
              <a:spLocks noChangeArrowheads="1"/>
            </p:cNvSpPr>
            <p:nvPr/>
          </p:nvSpPr>
          <p:spPr bwMode="auto">
            <a:xfrm>
              <a:off x="1474" y="1344"/>
              <a:ext cx="91" cy="90"/>
            </a:xfrm>
            <a:prstGeom prst="ellipse">
              <a:avLst/>
            </a:prstGeom>
            <a:noFill/>
            <a:ln w="349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sp>
        <p:nvSpPr>
          <p:cNvPr id="76815" name="Oval 16">
            <a:extLst>
              <a:ext uri="{FF2B5EF4-FFF2-40B4-BE49-F238E27FC236}">
                <a16:creationId xmlns:a16="http://schemas.microsoft.com/office/drawing/2014/main" id="{9BB4CD40-9E1B-9A03-6159-8000DE2F40A4}"/>
              </a:ext>
            </a:extLst>
          </p:cNvPr>
          <p:cNvSpPr>
            <a:spLocks noChangeArrowheads="1"/>
          </p:cNvSpPr>
          <p:nvPr/>
        </p:nvSpPr>
        <p:spPr bwMode="auto">
          <a:xfrm>
            <a:off x="4714875" y="5661025"/>
            <a:ext cx="144463" cy="142875"/>
          </a:xfrm>
          <a:prstGeom prst="ellipse">
            <a:avLst/>
          </a:prstGeom>
          <a:noFill/>
          <a:ln w="349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76816" name="Oval 17">
            <a:extLst>
              <a:ext uri="{FF2B5EF4-FFF2-40B4-BE49-F238E27FC236}">
                <a16:creationId xmlns:a16="http://schemas.microsoft.com/office/drawing/2014/main" id="{DCE1D85D-FCD3-B3E6-492C-03A4E759A24A}"/>
              </a:ext>
            </a:extLst>
          </p:cNvPr>
          <p:cNvSpPr>
            <a:spLocks noChangeArrowheads="1"/>
          </p:cNvSpPr>
          <p:nvPr/>
        </p:nvSpPr>
        <p:spPr bwMode="auto">
          <a:xfrm>
            <a:off x="5291138" y="5661025"/>
            <a:ext cx="144462" cy="142875"/>
          </a:xfrm>
          <a:prstGeom prst="ellipse">
            <a:avLst/>
          </a:prstGeom>
          <a:noFill/>
          <a:ln w="349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nvGrpSpPr>
          <p:cNvPr id="76817" name="Group 18">
            <a:extLst>
              <a:ext uri="{FF2B5EF4-FFF2-40B4-BE49-F238E27FC236}">
                <a16:creationId xmlns:a16="http://schemas.microsoft.com/office/drawing/2014/main" id="{E0EF008E-FCB6-1AD7-548B-5CE0431D8038}"/>
              </a:ext>
            </a:extLst>
          </p:cNvPr>
          <p:cNvGrpSpPr>
            <a:grpSpLocks/>
          </p:cNvGrpSpPr>
          <p:nvPr/>
        </p:nvGrpSpPr>
        <p:grpSpPr bwMode="auto">
          <a:xfrm>
            <a:off x="4283075" y="2349500"/>
            <a:ext cx="936625" cy="431800"/>
            <a:chOff x="1247" y="1253"/>
            <a:chExt cx="590" cy="272"/>
          </a:xfrm>
        </p:grpSpPr>
        <p:sp>
          <p:nvSpPr>
            <p:cNvPr id="76818" name="Rectangle 19">
              <a:extLst>
                <a:ext uri="{FF2B5EF4-FFF2-40B4-BE49-F238E27FC236}">
                  <a16:creationId xmlns:a16="http://schemas.microsoft.com/office/drawing/2014/main" id="{34FE9495-3A3B-6E16-4961-6F7864E94FD9}"/>
                </a:ext>
              </a:extLst>
            </p:cNvPr>
            <p:cNvSpPr>
              <a:spLocks noChangeArrowheads="1"/>
            </p:cNvSpPr>
            <p:nvPr/>
          </p:nvSpPr>
          <p:spPr bwMode="auto">
            <a:xfrm>
              <a:off x="1247" y="1253"/>
              <a:ext cx="590" cy="272"/>
            </a:xfrm>
            <a:prstGeom prst="rect">
              <a:avLst/>
            </a:prstGeom>
            <a:noFill/>
            <a:ln w="349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76819" name="Oval 20">
              <a:extLst>
                <a:ext uri="{FF2B5EF4-FFF2-40B4-BE49-F238E27FC236}">
                  <a16:creationId xmlns:a16="http://schemas.microsoft.com/office/drawing/2014/main" id="{1BC0FA78-5CE4-3FC0-AC8E-78D5255F883C}"/>
                </a:ext>
              </a:extLst>
            </p:cNvPr>
            <p:cNvSpPr>
              <a:spLocks noChangeArrowheads="1"/>
            </p:cNvSpPr>
            <p:nvPr/>
          </p:nvSpPr>
          <p:spPr bwMode="auto">
            <a:xfrm>
              <a:off x="1474" y="1344"/>
              <a:ext cx="91" cy="90"/>
            </a:xfrm>
            <a:prstGeom prst="ellipse">
              <a:avLst/>
            </a:prstGeom>
            <a:noFill/>
            <a:ln w="349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sp>
        <p:nvSpPr>
          <p:cNvPr id="76820" name="Rectangle 21">
            <a:extLst>
              <a:ext uri="{FF2B5EF4-FFF2-40B4-BE49-F238E27FC236}">
                <a16:creationId xmlns:a16="http://schemas.microsoft.com/office/drawing/2014/main" id="{842964C7-53DB-D1A9-9BFA-0680F8C3E04C}"/>
              </a:ext>
            </a:extLst>
          </p:cNvPr>
          <p:cNvSpPr>
            <a:spLocks noChangeArrowheads="1"/>
          </p:cNvSpPr>
          <p:nvPr/>
        </p:nvSpPr>
        <p:spPr bwMode="auto">
          <a:xfrm>
            <a:off x="1258888" y="1844675"/>
            <a:ext cx="431800" cy="360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4925">
                <a:solidFill>
                  <a:srgbClr val="000000"/>
                </a:solidFill>
                <a:miter lim="800000"/>
                <a:headEnd/>
                <a:tailEnd/>
              </a14:hiddenLine>
            </a:ext>
          </a:extLst>
        </p:spPr>
        <p:txBody>
          <a:bodyPr wrap="none" anchor="ctr"/>
          <a:lstStyle/>
          <a:p>
            <a:pPr algn="ctr"/>
            <a:r>
              <a:rPr lang="en-US" altLang="zh-CN" sz="2000" b="1">
                <a:latin typeface="Times New Roman" panose="02020603050405020304" pitchFamily="18" charset="0"/>
              </a:rPr>
              <a:t>r1</a:t>
            </a:r>
          </a:p>
        </p:txBody>
      </p:sp>
      <p:sp>
        <p:nvSpPr>
          <p:cNvPr id="76821" name="Rectangle 22">
            <a:extLst>
              <a:ext uri="{FF2B5EF4-FFF2-40B4-BE49-F238E27FC236}">
                <a16:creationId xmlns:a16="http://schemas.microsoft.com/office/drawing/2014/main" id="{BB2A72D2-B97E-1E31-A1AC-6A202316BFAB}"/>
              </a:ext>
            </a:extLst>
          </p:cNvPr>
          <p:cNvSpPr>
            <a:spLocks noChangeArrowheads="1"/>
          </p:cNvSpPr>
          <p:nvPr/>
        </p:nvSpPr>
        <p:spPr bwMode="auto">
          <a:xfrm>
            <a:off x="4857750" y="6021388"/>
            <a:ext cx="431800" cy="360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4925">
                <a:solidFill>
                  <a:srgbClr val="000000"/>
                </a:solidFill>
                <a:miter lim="800000"/>
                <a:headEnd/>
                <a:tailEnd/>
              </a14:hiddenLine>
            </a:ext>
          </a:extLst>
        </p:spPr>
        <p:txBody>
          <a:bodyPr wrap="none" anchor="ctr"/>
          <a:lstStyle/>
          <a:p>
            <a:pPr algn="ctr"/>
            <a:r>
              <a:rPr lang="en-US" altLang="zh-CN" sz="2000" b="1">
                <a:latin typeface="Times New Roman" panose="02020603050405020304" pitchFamily="18" charset="0"/>
              </a:rPr>
              <a:t>r4</a:t>
            </a:r>
          </a:p>
        </p:txBody>
      </p:sp>
      <p:sp>
        <p:nvSpPr>
          <p:cNvPr id="76822" name="Rectangle 23">
            <a:extLst>
              <a:ext uri="{FF2B5EF4-FFF2-40B4-BE49-F238E27FC236}">
                <a16:creationId xmlns:a16="http://schemas.microsoft.com/office/drawing/2014/main" id="{41A5EAA7-2F7F-71C3-F5B2-5453682CFFDD}"/>
              </a:ext>
            </a:extLst>
          </p:cNvPr>
          <p:cNvSpPr>
            <a:spLocks noChangeArrowheads="1"/>
          </p:cNvSpPr>
          <p:nvPr/>
        </p:nvSpPr>
        <p:spPr bwMode="auto">
          <a:xfrm>
            <a:off x="1833563" y="6021388"/>
            <a:ext cx="431800" cy="360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4925">
                <a:solidFill>
                  <a:srgbClr val="000000"/>
                </a:solidFill>
                <a:miter lim="800000"/>
                <a:headEnd/>
                <a:tailEnd/>
              </a14:hiddenLine>
            </a:ext>
          </a:extLst>
        </p:spPr>
        <p:txBody>
          <a:bodyPr wrap="none" anchor="ctr"/>
          <a:lstStyle/>
          <a:p>
            <a:pPr algn="ctr"/>
            <a:r>
              <a:rPr lang="en-US" altLang="zh-CN" sz="2000" b="1">
                <a:latin typeface="Times New Roman" panose="02020603050405020304" pitchFamily="18" charset="0"/>
              </a:rPr>
              <a:t>r2</a:t>
            </a:r>
          </a:p>
        </p:txBody>
      </p:sp>
      <p:sp>
        <p:nvSpPr>
          <p:cNvPr id="76823" name="Rectangle 24">
            <a:extLst>
              <a:ext uri="{FF2B5EF4-FFF2-40B4-BE49-F238E27FC236}">
                <a16:creationId xmlns:a16="http://schemas.microsoft.com/office/drawing/2014/main" id="{6E6EB539-7BB4-26C7-5E7C-178894B3C503}"/>
              </a:ext>
            </a:extLst>
          </p:cNvPr>
          <p:cNvSpPr>
            <a:spLocks noChangeArrowheads="1"/>
          </p:cNvSpPr>
          <p:nvPr/>
        </p:nvSpPr>
        <p:spPr bwMode="auto">
          <a:xfrm>
            <a:off x="4498975" y="1773238"/>
            <a:ext cx="431800" cy="360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4925">
                <a:solidFill>
                  <a:srgbClr val="000000"/>
                </a:solidFill>
                <a:miter lim="800000"/>
                <a:headEnd/>
                <a:tailEnd/>
              </a14:hiddenLine>
            </a:ext>
          </a:extLst>
        </p:spPr>
        <p:txBody>
          <a:bodyPr wrap="none" anchor="ctr"/>
          <a:lstStyle/>
          <a:p>
            <a:pPr algn="ctr"/>
            <a:r>
              <a:rPr lang="en-US" altLang="zh-CN" sz="2000" b="1">
                <a:latin typeface="Times New Roman" panose="02020603050405020304" pitchFamily="18" charset="0"/>
              </a:rPr>
              <a:t>r3</a:t>
            </a:r>
          </a:p>
        </p:txBody>
      </p:sp>
      <p:sp>
        <p:nvSpPr>
          <p:cNvPr id="76824" name="Line 25">
            <a:extLst>
              <a:ext uri="{FF2B5EF4-FFF2-40B4-BE49-F238E27FC236}">
                <a16:creationId xmlns:a16="http://schemas.microsoft.com/office/drawing/2014/main" id="{B7A13E62-5976-33EB-52E7-18E68CF72B47}"/>
              </a:ext>
            </a:extLst>
          </p:cNvPr>
          <p:cNvSpPr>
            <a:spLocks noChangeShapeType="1"/>
          </p:cNvSpPr>
          <p:nvPr/>
        </p:nvSpPr>
        <p:spPr bwMode="auto">
          <a:xfrm flipV="1">
            <a:off x="2193925" y="4510088"/>
            <a:ext cx="863600" cy="1150937"/>
          </a:xfrm>
          <a:prstGeom prst="line">
            <a:avLst/>
          </a:prstGeom>
          <a:noFill/>
          <a:ln w="34925">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76825" name="Line 26">
            <a:extLst>
              <a:ext uri="{FF2B5EF4-FFF2-40B4-BE49-F238E27FC236}">
                <a16:creationId xmlns:a16="http://schemas.microsoft.com/office/drawing/2014/main" id="{08116BD1-EED5-7009-F6FD-1288C1A1B685}"/>
              </a:ext>
            </a:extLst>
          </p:cNvPr>
          <p:cNvSpPr>
            <a:spLocks noChangeShapeType="1"/>
          </p:cNvSpPr>
          <p:nvPr/>
        </p:nvSpPr>
        <p:spPr bwMode="auto">
          <a:xfrm flipH="1" flipV="1">
            <a:off x="898525" y="4510088"/>
            <a:ext cx="863600" cy="1150937"/>
          </a:xfrm>
          <a:prstGeom prst="line">
            <a:avLst/>
          </a:prstGeom>
          <a:noFill/>
          <a:ln w="34925">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76826" name="Line 27">
            <a:extLst>
              <a:ext uri="{FF2B5EF4-FFF2-40B4-BE49-F238E27FC236}">
                <a16:creationId xmlns:a16="http://schemas.microsoft.com/office/drawing/2014/main" id="{34C45F31-6684-EED2-CB34-5E8A67FC9BA4}"/>
              </a:ext>
            </a:extLst>
          </p:cNvPr>
          <p:cNvSpPr>
            <a:spLocks noChangeShapeType="1"/>
          </p:cNvSpPr>
          <p:nvPr/>
        </p:nvSpPr>
        <p:spPr bwMode="auto">
          <a:xfrm flipV="1">
            <a:off x="825500" y="2781300"/>
            <a:ext cx="360363" cy="1152525"/>
          </a:xfrm>
          <a:prstGeom prst="line">
            <a:avLst/>
          </a:prstGeom>
          <a:noFill/>
          <a:ln w="34925">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76827" name="Line 28">
            <a:extLst>
              <a:ext uri="{FF2B5EF4-FFF2-40B4-BE49-F238E27FC236}">
                <a16:creationId xmlns:a16="http://schemas.microsoft.com/office/drawing/2014/main" id="{196F2308-B1C4-8911-2480-835E32DFE497}"/>
              </a:ext>
            </a:extLst>
          </p:cNvPr>
          <p:cNvSpPr>
            <a:spLocks noChangeShapeType="1"/>
          </p:cNvSpPr>
          <p:nvPr/>
        </p:nvSpPr>
        <p:spPr bwMode="auto">
          <a:xfrm>
            <a:off x="1474788" y="2565400"/>
            <a:ext cx="1582737" cy="1439863"/>
          </a:xfrm>
          <a:prstGeom prst="line">
            <a:avLst/>
          </a:prstGeom>
          <a:noFill/>
          <a:ln w="34925">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76828" name="Line 29">
            <a:extLst>
              <a:ext uri="{FF2B5EF4-FFF2-40B4-BE49-F238E27FC236}">
                <a16:creationId xmlns:a16="http://schemas.microsoft.com/office/drawing/2014/main" id="{449224B1-E50A-D250-E532-D3CC07B2B8D6}"/>
              </a:ext>
            </a:extLst>
          </p:cNvPr>
          <p:cNvSpPr>
            <a:spLocks noChangeShapeType="1"/>
          </p:cNvSpPr>
          <p:nvPr/>
        </p:nvSpPr>
        <p:spPr bwMode="auto">
          <a:xfrm flipV="1">
            <a:off x="3417888" y="2781300"/>
            <a:ext cx="1081087" cy="1152525"/>
          </a:xfrm>
          <a:prstGeom prst="line">
            <a:avLst/>
          </a:prstGeom>
          <a:noFill/>
          <a:ln w="34925">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76829" name="Line 30">
            <a:extLst>
              <a:ext uri="{FF2B5EF4-FFF2-40B4-BE49-F238E27FC236}">
                <a16:creationId xmlns:a16="http://schemas.microsoft.com/office/drawing/2014/main" id="{C55E10A0-73D8-020B-ABD0-DD283387AD88}"/>
              </a:ext>
            </a:extLst>
          </p:cNvPr>
          <p:cNvSpPr>
            <a:spLocks noChangeShapeType="1"/>
          </p:cNvSpPr>
          <p:nvPr/>
        </p:nvSpPr>
        <p:spPr bwMode="auto">
          <a:xfrm>
            <a:off x="4786313" y="2636838"/>
            <a:ext cx="1152525" cy="1223962"/>
          </a:xfrm>
          <a:prstGeom prst="line">
            <a:avLst/>
          </a:prstGeom>
          <a:noFill/>
          <a:ln w="34925">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76830" name="Line 31">
            <a:extLst>
              <a:ext uri="{FF2B5EF4-FFF2-40B4-BE49-F238E27FC236}">
                <a16:creationId xmlns:a16="http://schemas.microsoft.com/office/drawing/2014/main" id="{DCFAB6EF-7FD3-1085-DA76-AC0E1A6EEE91}"/>
              </a:ext>
            </a:extLst>
          </p:cNvPr>
          <p:cNvSpPr>
            <a:spLocks noChangeShapeType="1"/>
          </p:cNvSpPr>
          <p:nvPr/>
        </p:nvSpPr>
        <p:spPr bwMode="auto">
          <a:xfrm flipH="1">
            <a:off x="2482850" y="4365625"/>
            <a:ext cx="3455988" cy="1223963"/>
          </a:xfrm>
          <a:prstGeom prst="line">
            <a:avLst/>
          </a:prstGeom>
          <a:noFill/>
          <a:ln w="34925">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289824" name="AutoShape 32">
            <a:extLst>
              <a:ext uri="{FF2B5EF4-FFF2-40B4-BE49-F238E27FC236}">
                <a16:creationId xmlns:a16="http://schemas.microsoft.com/office/drawing/2014/main" id="{68700B95-5B83-0C56-CE9B-D4BD42F8C0A8}"/>
              </a:ext>
            </a:extLst>
          </p:cNvPr>
          <p:cNvSpPr>
            <a:spLocks noChangeArrowheads="1"/>
          </p:cNvSpPr>
          <p:nvPr/>
        </p:nvSpPr>
        <p:spPr bwMode="auto">
          <a:xfrm>
            <a:off x="5653088" y="1484313"/>
            <a:ext cx="3240087" cy="1439862"/>
          </a:xfrm>
          <a:prstGeom prst="wedgeRoundRectCallout">
            <a:avLst>
              <a:gd name="adj1" fmla="val -58380"/>
              <a:gd name="adj2" fmla="val 48347"/>
              <a:gd name="adj3" fmla="val 16667"/>
            </a:avLst>
          </a:prstGeom>
          <a:solidFill>
            <a:srgbClr val="CCFFFF"/>
          </a:solidFill>
          <a:ln w="9525">
            <a:solidFill>
              <a:schemeClr val="tx1"/>
            </a:solidFill>
            <a:miter lim="800000"/>
            <a:headEnd/>
            <a:tailEnd/>
          </a:ln>
        </p:spPr>
        <p:txBody>
          <a:bodyPr lIns="0" tIns="0" rIns="0" bIns="0"/>
          <a:lstStyle/>
          <a:p>
            <a:pPr algn="ctr"/>
            <a:r>
              <a:rPr lang="zh-CN" altLang="en-US" sz="2800" b="1"/>
              <a:t>此图不可完全简化，存在死锁。</a:t>
            </a:r>
          </a:p>
          <a:p>
            <a:pPr algn="ctr"/>
            <a:endParaRPr lang="zh-CN" altLang="en-US" sz="2800"/>
          </a:p>
        </p:txBody>
      </p:sp>
      <p:sp>
        <p:nvSpPr>
          <p:cNvPr id="2" name="灯片编号占位符 1">
            <a:extLst>
              <a:ext uri="{FF2B5EF4-FFF2-40B4-BE49-F238E27FC236}">
                <a16:creationId xmlns:a16="http://schemas.microsoft.com/office/drawing/2014/main" id="{38F2E9F8-9544-A941-83A8-2102BE0562A2}"/>
              </a:ext>
            </a:extLst>
          </p:cNvPr>
          <p:cNvSpPr>
            <a:spLocks noGrp="1"/>
          </p:cNvSpPr>
          <p:nvPr>
            <p:ph type="sldNum" sz="quarter" idx="12"/>
          </p:nvPr>
        </p:nvSpPr>
        <p:spPr/>
        <p:txBody>
          <a:bodyPr/>
          <a:lstStyle/>
          <a:p>
            <a:fld id="{4093CC90-4002-504C-BD88-C9A1D374048E}" type="slidenum">
              <a:rPr lang="zh-CN" altLang="en-US" smtClean="0"/>
              <a:pPr/>
              <a:t>49</a:t>
            </a:fld>
            <a:endParaRPr lang="zh-CN" altLang="en-US" dirty="0"/>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5" presetClass="entr" presetSubtype="0" fill="hold" nodeType="clickEffect">
                                  <p:stCondLst>
                                    <p:cond delay="0"/>
                                  </p:stCondLst>
                                  <p:childTnLst>
                                    <p:set>
                                      <p:cBhvr>
                                        <p:cTn id="6" dur="1" fill="hold">
                                          <p:stCondLst>
                                            <p:cond delay="0"/>
                                          </p:stCondLst>
                                        </p:cTn>
                                        <p:tgtEl>
                                          <p:spTgt spid="289824"/>
                                        </p:tgtEl>
                                        <p:attrNameLst>
                                          <p:attrName>style.visibility</p:attrName>
                                        </p:attrNameLst>
                                      </p:cBhvr>
                                      <p:to>
                                        <p:strVal val="visible"/>
                                      </p:to>
                                    </p:set>
                                    <p:anim calcmode="lin" valueType="num">
                                      <p:cBhvr>
                                        <p:cTn id="7" dur="1000" decel="50000" fill="hold">
                                          <p:stCondLst>
                                            <p:cond delay="0"/>
                                          </p:stCondLst>
                                        </p:cTn>
                                        <p:tgtEl>
                                          <p:spTgt spid="289824"/>
                                        </p:tgtEl>
                                        <p:attrNameLst>
                                          <p:attrName>style.rotation</p:attrName>
                                        </p:attrNameLst>
                                      </p:cBhvr>
                                      <p:tavLst>
                                        <p:tav tm="0">
                                          <p:val>
                                            <p:fltVal val="-90"/>
                                          </p:val>
                                        </p:tav>
                                        <p:tav tm="100000">
                                          <p:val>
                                            <p:fltVal val="0"/>
                                          </p:val>
                                        </p:tav>
                                      </p:tavLst>
                                    </p:anim>
                                    <p:anim calcmode="lin" valueType="num">
                                      <p:cBhvr>
                                        <p:cTn id="8" dur="1000" decel="50000" fill="hold">
                                          <p:stCondLst>
                                            <p:cond delay="0"/>
                                          </p:stCondLst>
                                        </p:cTn>
                                        <p:tgtEl>
                                          <p:spTgt spid="289824"/>
                                        </p:tgtEl>
                                        <p:attrNameLst>
                                          <p:attrName>ppt_w</p:attrName>
                                        </p:attrNameLst>
                                      </p:cBhvr>
                                      <p:tavLst>
                                        <p:tav tm="0">
                                          <p:val>
                                            <p:strVal val="#ppt_w"/>
                                          </p:val>
                                        </p:tav>
                                        <p:tav tm="100000">
                                          <p:val>
                                            <p:strVal val="#ppt_w*.05"/>
                                          </p:val>
                                        </p:tav>
                                      </p:tavLst>
                                    </p:anim>
                                    <p:anim calcmode="lin" valueType="num">
                                      <p:cBhvr>
                                        <p:cTn id="9" dur="1000" accel="50000" fill="hold">
                                          <p:stCondLst>
                                            <p:cond delay="1000"/>
                                          </p:stCondLst>
                                        </p:cTn>
                                        <p:tgtEl>
                                          <p:spTgt spid="289824"/>
                                        </p:tgtEl>
                                        <p:attrNameLst>
                                          <p:attrName>ppt_w</p:attrName>
                                        </p:attrNameLst>
                                      </p:cBhvr>
                                      <p:tavLst>
                                        <p:tav tm="0">
                                          <p:val>
                                            <p:strVal val="#ppt_w*.05"/>
                                          </p:val>
                                        </p:tav>
                                        <p:tav tm="100000">
                                          <p:val>
                                            <p:strVal val="#ppt_w"/>
                                          </p:val>
                                        </p:tav>
                                      </p:tavLst>
                                    </p:anim>
                                    <p:anim calcmode="lin" valueType="num">
                                      <p:cBhvr>
                                        <p:cTn id="10" dur="2000" fill="hold"/>
                                        <p:tgtEl>
                                          <p:spTgt spid="289824"/>
                                        </p:tgtEl>
                                        <p:attrNameLst>
                                          <p:attrName>ppt_h</p:attrName>
                                        </p:attrNameLst>
                                      </p:cBhvr>
                                      <p:tavLst>
                                        <p:tav tm="0">
                                          <p:val>
                                            <p:strVal val="#ppt_h"/>
                                          </p:val>
                                        </p:tav>
                                        <p:tav tm="100000">
                                          <p:val>
                                            <p:strVal val="#ppt_h"/>
                                          </p:val>
                                        </p:tav>
                                      </p:tavLst>
                                    </p:anim>
                                    <p:anim calcmode="lin" valueType="num">
                                      <p:cBhvr>
                                        <p:cTn id="11" dur="1000" decel="50000" fill="hold">
                                          <p:stCondLst>
                                            <p:cond delay="0"/>
                                          </p:stCondLst>
                                        </p:cTn>
                                        <p:tgtEl>
                                          <p:spTgt spid="289824"/>
                                        </p:tgtEl>
                                        <p:attrNameLst>
                                          <p:attrName>ppt_x</p:attrName>
                                        </p:attrNameLst>
                                      </p:cBhvr>
                                      <p:tavLst>
                                        <p:tav tm="0">
                                          <p:val>
                                            <p:strVal val="#ppt_x+.4"/>
                                          </p:val>
                                        </p:tav>
                                        <p:tav tm="100000">
                                          <p:val>
                                            <p:strVal val="#ppt_x"/>
                                          </p:val>
                                        </p:tav>
                                      </p:tavLst>
                                    </p:anim>
                                    <p:anim calcmode="lin" valueType="num">
                                      <p:cBhvr>
                                        <p:cTn id="12" dur="1000" decel="50000" fill="hold">
                                          <p:stCondLst>
                                            <p:cond delay="0"/>
                                          </p:stCondLst>
                                        </p:cTn>
                                        <p:tgtEl>
                                          <p:spTgt spid="289824"/>
                                        </p:tgtEl>
                                        <p:attrNameLst>
                                          <p:attrName>ppt_y</p:attrName>
                                        </p:attrNameLst>
                                      </p:cBhvr>
                                      <p:tavLst>
                                        <p:tav tm="0">
                                          <p:val>
                                            <p:strVal val="#ppt_y-.2"/>
                                          </p:val>
                                        </p:tav>
                                        <p:tav tm="100000">
                                          <p:val>
                                            <p:strVal val="#ppt_y+.1"/>
                                          </p:val>
                                        </p:tav>
                                      </p:tavLst>
                                    </p:anim>
                                    <p:anim calcmode="lin" valueType="num">
                                      <p:cBhvr>
                                        <p:cTn id="13" dur="1000" accel="50000" fill="hold">
                                          <p:stCondLst>
                                            <p:cond delay="1000"/>
                                          </p:stCondLst>
                                        </p:cTn>
                                        <p:tgtEl>
                                          <p:spTgt spid="289824"/>
                                        </p:tgtEl>
                                        <p:attrNameLst>
                                          <p:attrName>ppt_y</p:attrName>
                                        </p:attrNameLst>
                                      </p:cBhvr>
                                      <p:tavLst>
                                        <p:tav tm="0">
                                          <p:val>
                                            <p:strVal val="#ppt_y+.1"/>
                                          </p:val>
                                        </p:tav>
                                        <p:tav tm="100000">
                                          <p:val>
                                            <p:strVal val="#ppt_y"/>
                                          </p:val>
                                        </p:tav>
                                      </p:tavLst>
                                    </p:anim>
                                    <p:animEffect transition="in" filter="fade">
                                      <p:cBhvr>
                                        <p:cTn id="14" dur="2000" decel="50000">
                                          <p:stCondLst>
                                            <p:cond delay="0"/>
                                          </p:stCondLst>
                                        </p:cTn>
                                        <p:tgtEl>
                                          <p:spTgt spid="2898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9824" grpId="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5" name="Rectangle 2">
            <a:extLst>
              <a:ext uri="{FF2B5EF4-FFF2-40B4-BE49-F238E27FC236}">
                <a16:creationId xmlns:a16="http://schemas.microsoft.com/office/drawing/2014/main" id="{D1C1B33A-EAD3-8C22-E0B0-A444605F2F60}"/>
              </a:ext>
            </a:extLst>
          </p:cNvPr>
          <p:cNvSpPr>
            <a:spLocks noGrp="1" noChangeArrowheads="1"/>
          </p:cNvSpPr>
          <p:nvPr>
            <p:ph type="title"/>
          </p:nvPr>
        </p:nvSpPr>
        <p:spPr/>
        <p:txBody>
          <a:bodyPr/>
          <a:lstStyle/>
          <a:p>
            <a:pPr eaLnBrk="1" hangingPunct="1"/>
            <a:r>
              <a:rPr lang="zh-CN" altLang="en-US" dirty="0">
                <a:solidFill>
                  <a:schemeClr val="tx1"/>
                </a:solidFill>
              </a:rPr>
              <a:t>资源分配图简化例</a:t>
            </a:r>
            <a:endParaRPr lang="en-US" altLang="zh-CN" dirty="0">
              <a:solidFill>
                <a:schemeClr val="tx1"/>
              </a:solidFill>
            </a:endParaRPr>
          </a:p>
        </p:txBody>
      </p:sp>
      <p:sp>
        <p:nvSpPr>
          <p:cNvPr id="77826" name="Rectangle 3">
            <a:extLst>
              <a:ext uri="{FF2B5EF4-FFF2-40B4-BE49-F238E27FC236}">
                <a16:creationId xmlns:a16="http://schemas.microsoft.com/office/drawing/2014/main" id="{EBD31B6B-3DB6-39FF-C45B-E4A173AA429F}"/>
              </a:ext>
            </a:extLst>
          </p:cNvPr>
          <p:cNvSpPr>
            <a:spLocks noGrp="1" noChangeArrowheads="1"/>
          </p:cNvSpPr>
          <p:nvPr>
            <p:ph idx="1"/>
          </p:nvPr>
        </p:nvSpPr>
        <p:spPr>
          <a:xfrm>
            <a:off x="1131888" y="1052513"/>
            <a:ext cx="7772400" cy="776287"/>
          </a:xfrm>
        </p:spPr>
        <p:txBody>
          <a:bodyPr/>
          <a:lstStyle/>
          <a:p>
            <a:pPr eaLnBrk="1" hangingPunct="1"/>
            <a:r>
              <a:rPr lang="zh-CN" altLang="en-US"/>
              <a:t>下图是否存在死锁？</a:t>
            </a:r>
          </a:p>
        </p:txBody>
      </p:sp>
      <p:sp>
        <p:nvSpPr>
          <p:cNvPr id="77827" name="Rectangle 4">
            <a:extLst>
              <a:ext uri="{FF2B5EF4-FFF2-40B4-BE49-F238E27FC236}">
                <a16:creationId xmlns:a16="http://schemas.microsoft.com/office/drawing/2014/main" id="{473EB8AB-F5EE-628C-CC9D-0EE381F46062}"/>
              </a:ext>
            </a:extLst>
          </p:cNvPr>
          <p:cNvSpPr>
            <a:spLocks noChangeArrowheads="1"/>
          </p:cNvSpPr>
          <p:nvPr/>
        </p:nvSpPr>
        <p:spPr bwMode="auto">
          <a:xfrm>
            <a:off x="1979613" y="3860800"/>
            <a:ext cx="936625" cy="431800"/>
          </a:xfrm>
          <a:prstGeom prst="rect">
            <a:avLst/>
          </a:prstGeom>
          <a:noFill/>
          <a:ln w="412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77828" name="Oval 5">
            <a:extLst>
              <a:ext uri="{FF2B5EF4-FFF2-40B4-BE49-F238E27FC236}">
                <a16:creationId xmlns:a16="http://schemas.microsoft.com/office/drawing/2014/main" id="{2F7AC6AC-2468-E0F6-FBC7-CAE9DD2A20B4}"/>
              </a:ext>
            </a:extLst>
          </p:cNvPr>
          <p:cNvSpPr>
            <a:spLocks noChangeArrowheads="1"/>
          </p:cNvSpPr>
          <p:nvPr/>
        </p:nvSpPr>
        <p:spPr bwMode="auto">
          <a:xfrm>
            <a:off x="2266950" y="4005263"/>
            <a:ext cx="144463" cy="142875"/>
          </a:xfrm>
          <a:prstGeom prst="ellipse">
            <a:avLst/>
          </a:prstGeom>
          <a:noFill/>
          <a:ln w="412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90822" name="Oval 6">
            <a:extLst>
              <a:ext uri="{FF2B5EF4-FFF2-40B4-BE49-F238E27FC236}">
                <a16:creationId xmlns:a16="http://schemas.microsoft.com/office/drawing/2014/main" id="{FC3C87A7-7F5F-2039-16C7-09E5E153A3D9}"/>
              </a:ext>
            </a:extLst>
          </p:cNvPr>
          <p:cNvSpPr>
            <a:spLocks noChangeArrowheads="1"/>
          </p:cNvSpPr>
          <p:nvPr/>
        </p:nvSpPr>
        <p:spPr bwMode="auto">
          <a:xfrm>
            <a:off x="1547813" y="5445125"/>
            <a:ext cx="576262" cy="576263"/>
          </a:xfrm>
          <a:prstGeom prst="ellipse">
            <a:avLst/>
          </a:prstGeom>
          <a:noFill/>
          <a:ln w="412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en-US" altLang="zh-CN" sz="2000" b="1">
                <a:latin typeface="Times New Roman" panose="02020603050405020304" pitchFamily="18" charset="0"/>
              </a:rPr>
              <a:t>p2</a:t>
            </a:r>
          </a:p>
        </p:txBody>
      </p:sp>
      <p:sp>
        <p:nvSpPr>
          <p:cNvPr id="290823" name="Oval 7">
            <a:extLst>
              <a:ext uri="{FF2B5EF4-FFF2-40B4-BE49-F238E27FC236}">
                <a16:creationId xmlns:a16="http://schemas.microsoft.com/office/drawing/2014/main" id="{78069B87-A13C-0220-8B22-AB91F6ADF31C}"/>
              </a:ext>
            </a:extLst>
          </p:cNvPr>
          <p:cNvSpPr>
            <a:spLocks noChangeArrowheads="1"/>
          </p:cNvSpPr>
          <p:nvPr/>
        </p:nvSpPr>
        <p:spPr bwMode="auto">
          <a:xfrm>
            <a:off x="3995738" y="5445125"/>
            <a:ext cx="576262" cy="576263"/>
          </a:xfrm>
          <a:prstGeom prst="ellipse">
            <a:avLst/>
          </a:prstGeom>
          <a:noFill/>
          <a:ln w="412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en-US" altLang="zh-CN" sz="2000" b="1">
                <a:latin typeface="Times New Roman" panose="02020603050405020304" pitchFamily="18" charset="0"/>
              </a:rPr>
              <a:t>p3</a:t>
            </a:r>
          </a:p>
        </p:txBody>
      </p:sp>
      <p:sp>
        <p:nvSpPr>
          <p:cNvPr id="290824" name="Oval 8">
            <a:extLst>
              <a:ext uri="{FF2B5EF4-FFF2-40B4-BE49-F238E27FC236}">
                <a16:creationId xmlns:a16="http://schemas.microsoft.com/office/drawing/2014/main" id="{736D81AD-DB24-9C66-78E4-6172CD743982}"/>
              </a:ext>
            </a:extLst>
          </p:cNvPr>
          <p:cNvSpPr>
            <a:spLocks noChangeArrowheads="1"/>
          </p:cNvSpPr>
          <p:nvPr/>
        </p:nvSpPr>
        <p:spPr bwMode="auto">
          <a:xfrm>
            <a:off x="6804025" y="5445125"/>
            <a:ext cx="576263" cy="576263"/>
          </a:xfrm>
          <a:prstGeom prst="ellipse">
            <a:avLst/>
          </a:prstGeom>
          <a:noFill/>
          <a:ln w="412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en-US" altLang="zh-CN" sz="2000" b="1">
                <a:latin typeface="Times New Roman" panose="02020603050405020304" pitchFamily="18" charset="0"/>
              </a:rPr>
              <a:t>p4</a:t>
            </a:r>
          </a:p>
        </p:txBody>
      </p:sp>
      <p:sp>
        <p:nvSpPr>
          <p:cNvPr id="77832" name="Oval 9">
            <a:extLst>
              <a:ext uri="{FF2B5EF4-FFF2-40B4-BE49-F238E27FC236}">
                <a16:creationId xmlns:a16="http://schemas.microsoft.com/office/drawing/2014/main" id="{24C595FD-F2F6-9A5F-BAD2-B9F6D77C5E31}"/>
              </a:ext>
            </a:extLst>
          </p:cNvPr>
          <p:cNvSpPr>
            <a:spLocks noChangeArrowheads="1"/>
          </p:cNvSpPr>
          <p:nvPr/>
        </p:nvSpPr>
        <p:spPr bwMode="auto">
          <a:xfrm>
            <a:off x="5867400" y="4005263"/>
            <a:ext cx="144463" cy="142875"/>
          </a:xfrm>
          <a:prstGeom prst="ellipse">
            <a:avLst/>
          </a:prstGeom>
          <a:noFill/>
          <a:ln w="412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77833" name="Oval 10">
            <a:extLst>
              <a:ext uri="{FF2B5EF4-FFF2-40B4-BE49-F238E27FC236}">
                <a16:creationId xmlns:a16="http://schemas.microsoft.com/office/drawing/2014/main" id="{00486038-9E25-D215-957F-26F2AB5F0AE0}"/>
              </a:ext>
            </a:extLst>
          </p:cNvPr>
          <p:cNvSpPr>
            <a:spLocks noChangeArrowheads="1"/>
          </p:cNvSpPr>
          <p:nvPr/>
        </p:nvSpPr>
        <p:spPr bwMode="auto">
          <a:xfrm>
            <a:off x="2627313" y="4005263"/>
            <a:ext cx="144462" cy="142875"/>
          </a:xfrm>
          <a:prstGeom prst="ellipse">
            <a:avLst/>
          </a:prstGeom>
          <a:noFill/>
          <a:ln w="412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77834" name="Rectangle 11">
            <a:extLst>
              <a:ext uri="{FF2B5EF4-FFF2-40B4-BE49-F238E27FC236}">
                <a16:creationId xmlns:a16="http://schemas.microsoft.com/office/drawing/2014/main" id="{69B00680-3AC1-2529-7369-D618450AF9A3}"/>
              </a:ext>
            </a:extLst>
          </p:cNvPr>
          <p:cNvSpPr>
            <a:spLocks noChangeArrowheads="1"/>
          </p:cNvSpPr>
          <p:nvPr/>
        </p:nvSpPr>
        <p:spPr bwMode="auto">
          <a:xfrm>
            <a:off x="5292725" y="3860800"/>
            <a:ext cx="936625" cy="431800"/>
          </a:xfrm>
          <a:prstGeom prst="rect">
            <a:avLst/>
          </a:prstGeom>
          <a:noFill/>
          <a:ln w="412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77835" name="Oval 12">
            <a:extLst>
              <a:ext uri="{FF2B5EF4-FFF2-40B4-BE49-F238E27FC236}">
                <a16:creationId xmlns:a16="http://schemas.microsoft.com/office/drawing/2014/main" id="{F51AC856-FD36-7578-F40B-5E1AB73944A6}"/>
              </a:ext>
            </a:extLst>
          </p:cNvPr>
          <p:cNvSpPr>
            <a:spLocks noChangeArrowheads="1"/>
          </p:cNvSpPr>
          <p:nvPr/>
        </p:nvSpPr>
        <p:spPr bwMode="auto">
          <a:xfrm>
            <a:off x="5508625" y="4005263"/>
            <a:ext cx="144463" cy="142875"/>
          </a:xfrm>
          <a:prstGeom prst="ellipse">
            <a:avLst/>
          </a:prstGeom>
          <a:noFill/>
          <a:ln w="412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77836" name="Rectangle 13">
            <a:extLst>
              <a:ext uri="{FF2B5EF4-FFF2-40B4-BE49-F238E27FC236}">
                <a16:creationId xmlns:a16="http://schemas.microsoft.com/office/drawing/2014/main" id="{C579C1F1-35DA-DD3B-5562-746EF3CE0615}"/>
              </a:ext>
            </a:extLst>
          </p:cNvPr>
          <p:cNvSpPr>
            <a:spLocks noChangeArrowheads="1"/>
          </p:cNvSpPr>
          <p:nvPr/>
        </p:nvSpPr>
        <p:spPr bwMode="auto">
          <a:xfrm>
            <a:off x="2339975" y="3284538"/>
            <a:ext cx="431800" cy="360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41275">
                <a:solidFill>
                  <a:srgbClr val="000000"/>
                </a:solidFill>
                <a:miter lim="800000"/>
                <a:headEnd/>
                <a:tailEnd/>
              </a14:hiddenLine>
            </a:ext>
          </a:extLst>
        </p:spPr>
        <p:txBody>
          <a:bodyPr wrap="none" anchor="ctr"/>
          <a:lstStyle/>
          <a:p>
            <a:pPr algn="ctr"/>
            <a:r>
              <a:rPr lang="en-US" altLang="zh-CN" sz="2000" b="1">
                <a:latin typeface="Times New Roman" panose="02020603050405020304" pitchFamily="18" charset="0"/>
              </a:rPr>
              <a:t>r1</a:t>
            </a:r>
          </a:p>
        </p:txBody>
      </p:sp>
      <p:sp>
        <p:nvSpPr>
          <p:cNvPr id="77837" name="Rectangle 14">
            <a:extLst>
              <a:ext uri="{FF2B5EF4-FFF2-40B4-BE49-F238E27FC236}">
                <a16:creationId xmlns:a16="http://schemas.microsoft.com/office/drawing/2014/main" id="{5B9973A7-CEB3-1CF0-1C78-788154BD0377}"/>
              </a:ext>
            </a:extLst>
          </p:cNvPr>
          <p:cNvSpPr>
            <a:spLocks noChangeArrowheads="1"/>
          </p:cNvSpPr>
          <p:nvPr/>
        </p:nvSpPr>
        <p:spPr bwMode="auto">
          <a:xfrm>
            <a:off x="5508625" y="3284538"/>
            <a:ext cx="431800" cy="360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41275">
                <a:solidFill>
                  <a:srgbClr val="000000"/>
                </a:solidFill>
                <a:miter lim="800000"/>
                <a:headEnd/>
                <a:tailEnd/>
              </a14:hiddenLine>
            </a:ext>
          </a:extLst>
        </p:spPr>
        <p:txBody>
          <a:bodyPr wrap="none" anchor="ctr"/>
          <a:lstStyle/>
          <a:p>
            <a:pPr algn="ctr"/>
            <a:r>
              <a:rPr lang="en-US" altLang="zh-CN" sz="2000" b="1">
                <a:latin typeface="Times New Roman" panose="02020603050405020304" pitchFamily="18" charset="0"/>
              </a:rPr>
              <a:t>r2</a:t>
            </a:r>
          </a:p>
        </p:txBody>
      </p:sp>
      <p:sp>
        <p:nvSpPr>
          <p:cNvPr id="290831" name="Line 15">
            <a:extLst>
              <a:ext uri="{FF2B5EF4-FFF2-40B4-BE49-F238E27FC236}">
                <a16:creationId xmlns:a16="http://schemas.microsoft.com/office/drawing/2014/main" id="{68F95C05-CFD9-A491-3D37-1E5ED57B5FB2}"/>
              </a:ext>
            </a:extLst>
          </p:cNvPr>
          <p:cNvSpPr>
            <a:spLocks noChangeShapeType="1"/>
          </p:cNvSpPr>
          <p:nvPr/>
        </p:nvSpPr>
        <p:spPr bwMode="auto">
          <a:xfrm flipH="1">
            <a:off x="1835150" y="4148138"/>
            <a:ext cx="504825" cy="1296987"/>
          </a:xfrm>
          <a:prstGeom prst="line">
            <a:avLst/>
          </a:prstGeom>
          <a:noFill/>
          <a:ln w="41275">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290832" name="Line 16">
            <a:extLst>
              <a:ext uri="{FF2B5EF4-FFF2-40B4-BE49-F238E27FC236}">
                <a16:creationId xmlns:a16="http://schemas.microsoft.com/office/drawing/2014/main" id="{4C447E22-24CB-9AED-2CA8-5055479A83F3}"/>
              </a:ext>
            </a:extLst>
          </p:cNvPr>
          <p:cNvSpPr>
            <a:spLocks noChangeShapeType="1"/>
          </p:cNvSpPr>
          <p:nvPr/>
        </p:nvSpPr>
        <p:spPr bwMode="auto">
          <a:xfrm>
            <a:off x="6011863" y="4149725"/>
            <a:ext cx="936625" cy="1295400"/>
          </a:xfrm>
          <a:prstGeom prst="line">
            <a:avLst/>
          </a:prstGeom>
          <a:noFill/>
          <a:ln w="41275">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290833" name="Oval 17">
            <a:extLst>
              <a:ext uri="{FF2B5EF4-FFF2-40B4-BE49-F238E27FC236}">
                <a16:creationId xmlns:a16="http://schemas.microsoft.com/office/drawing/2014/main" id="{EA9331DE-2476-487A-5B37-712FC16AF84F}"/>
              </a:ext>
            </a:extLst>
          </p:cNvPr>
          <p:cNvSpPr>
            <a:spLocks noChangeArrowheads="1"/>
          </p:cNvSpPr>
          <p:nvPr/>
        </p:nvSpPr>
        <p:spPr bwMode="auto">
          <a:xfrm>
            <a:off x="3851275" y="2420938"/>
            <a:ext cx="576263" cy="576262"/>
          </a:xfrm>
          <a:prstGeom prst="ellipse">
            <a:avLst/>
          </a:prstGeom>
          <a:noFill/>
          <a:ln w="412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lgn="ctr"/>
            <a:r>
              <a:rPr lang="en-US" altLang="zh-CN" sz="2000" b="1">
                <a:latin typeface="Times New Roman" panose="02020603050405020304" pitchFamily="18" charset="0"/>
              </a:rPr>
              <a:t>p1</a:t>
            </a:r>
          </a:p>
        </p:txBody>
      </p:sp>
      <p:sp>
        <p:nvSpPr>
          <p:cNvPr id="290834" name="Line 18">
            <a:extLst>
              <a:ext uri="{FF2B5EF4-FFF2-40B4-BE49-F238E27FC236}">
                <a16:creationId xmlns:a16="http://schemas.microsoft.com/office/drawing/2014/main" id="{8423879F-E7F2-450F-123E-54DAC008E6CF}"/>
              </a:ext>
            </a:extLst>
          </p:cNvPr>
          <p:cNvSpPr>
            <a:spLocks noChangeShapeType="1"/>
          </p:cNvSpPr>
          <p:nvPr/>
        </p:nvSpPr>
        <p:spPr bwMode="auto">
          <a:xfrm flipH="1" flipV="1">
            <a:off x="4356100" y="2852738"/>
            <a:ext cx="1152525" cy="1152525"/>
          </a:xfrm>
          <a:prstGeom prst="line">
            <a:avLst/>
          </a:prstGeom>
          <a:noFill/>
          <a:ln w="41275">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290835" name="Line 19">
            <a:extLst>
              <a:ext uri="{FF2B5EF4-FFF2-40B4-BE49-F238E27FC236}">
                <a16:creationId xmlns:a16="http://schemas.microsoft.com/office/drawing/2014/main" id="{29C60151-790A-FC22-3852-D8B4241B1A9B}"/>
              </a:ext>
            </a:extLst>
          </p:cNvPr>
          <p:cNvSpPr>
            <a:spLocks noChangeShapeType="1"/>
          </p:cNvSpPr>
          <p:nvPr/>
        </p:nvSpPr>
        <p:spPr bwMode="auto">
          <a:xfrm>
            <a:off x="2771775" y="4148138"/>
            <a:ext cx="1368425" cy="1368425"/>
          </a:xfrm>
          <a:prstGeom prst="line">
            <a:avLst/>
          </a:prstGeom>
          <a:noFill/>
          <a:ln w="41275">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290836" name="Line 20">
            <a:extLst>
              <a:ext uri="{FF2B5EF4-FFF2-40B4-BE49-F238E27FC236}">
                <a16:creationId xmlns:a16="http://schemas.microsoft.com/office/drawing/2014/main" id="{238FBA2A-D581-BEFF-43D7-D716A733B931}"/>
              </a:ext>
            </a:extLst>
          </p:cNvPr>
          <p:cNvSpPr>
            <a:spLocks noChangeShapeType="1"/>
          </p:cNvSpPr>
          <p:nvPr/>
        </p:nvSpPr>
        <p:spPr bwMode="auto">
          <a:xfrm flipH="1">
            <a:off x="2484438" y="2852738"/>
            <a:ext cx="1439862" cy="1008062"/>
          </a:xfrm>
          <a:prstGeom prst="line">
            <a:avLst/>
          </a:prstGeom>
          <a:noFill/>
          <a:ln w="41275">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290837" name="Line 21">
            <a:extLst>
              <a:ext uri="{FF2B5EF4-FFF2-40B4-BE49-F238E27FC236}">
                <a16:creationId xmlns:a16="http://schemas.microsoft.com/office/drawing/2014/main" id="{9FB125B6-EF2A-37CE-0A2A-C38C197296C0}"/>
              </a:ext>
            </a:extLst>
          </p:cNvPr>
          <p:cNvSpPr>
            <a:spLocks noChangeShapeType="1"/>
          </p:cNvSpPr>
          <p:nvPr/>
        </p:nvSpPr>
        <p:spPr bwMode="auto">
          <a:xfrm flipV="1">
            <a:off x="4356100" y="4292600"/>
            <a:ext cx="1223963" cy="1152525"/>
          </a:xfrm>
          <a:prstGeom prst="line">
            <a:avLst/>
          </a:prstGeom>
          <a:noFill/>
          <a:ln w="41275">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290838" name="AutoShape 22">
            <a:extLst>
              <a:ext uri="{FF2B5EF4-FFF2-40B4-BE49-F238E27FC236}">
                <a16:creationId xmlns:a16="http://schemas.microsoft.com/office/drawing/2014/main" id="{E8133680-DB3E-6810-F8C2-74746DB7C2EA}"/>
              </a:ext>
            </a:extLst>
          </p:cNvPr>
          <p:cNvSpPr>
            <a:spLocks noChangeArrowheads="1"/>
          </p:cNvSpPr>
          <p:nvPr/>
        </p:nvSpPr>
        <p:spPr bwMode="auto">
          <a:xfrm>
            <a:off x="5653088" y="1484313"/>
            <a:ext cx="3240087" cy="1439862"/>
          </a:xfrm>
          <a:prstGeom prst="wedgeRoundRectCallout">
            <a:avLst>
              <a:gd name="adj1" fmla="val -58380"/>
              <a:gd name="adj2" fmla="val 48347"/>
              <a:gd name="adj3" fmla="val 16667"/>
            </a:avLst>
          </a:prstGeom>
          <a:solidFill>
            <a:srgbClr val="CCFFFF"/>
          </a:solidFill>
          <a:ln w="9525">
            <a:solidFill>
              <a:schemeClr val="tx1"/>
            </a:solidFill>
            <a:miter lim="800000"/>
            <a:headEnd/>
            <a:tailEnd/>
          </a:ln>
        </p:spPr>
        <p:txBody>
          <a:bodyPr lIns="0" tIns="0" rIns="0" bIns="0"/>
          <a:lstStyle/>
          <a:p>
            <a:pPr algn="ctr"/>
            <a:r>
              <a:rPr lang="zh-CN" altLang="en-US" sz="2800" b="1"/>
              <a:t>此图可以完全简化，不存在死锁。</a:t>
            </a:r>
          </a:p>
          <a:p>
            <a:pPr algn="ctr"/>
            <a:endParaRPr lang="zh-CN" altLang="en-US" sz="2800"/>
          </a:p>
        </p:txBody>
      </p:sp>
      <p:sp>
        <p:nvSpPr>
          <p:cNvPr id="2" name="灯片编号占位符 1">
            <a:extLst>
              <a:ext uri="{FF2B5EF4-FFF2-40B4-BE49-F238E27FC236}">
                <a16:creationId xmlns:a16="http://schemas.microsoft.com/office/drawing/2014/main" id="{186C3BF9-528D-038D-0D2D-1CC291A6BF0D}"/>
              </a:ext>
            </a:extLst>
          </p:cNvPr>
          <p:cNvSpPr>
            <a:spLocks noGrp="1"/>
          </p:cNvSpPr>
          <p:nvPr>
            <p:ph type="sldNum" sz="quarter" idx="12"/>
          </p:nvPr>
        </p:nvSpPr>
        <p:spPr/>
        <p:txBody>
          <a:bodyPr/>
          <a:lstStyle/>
          <a:p>
            <a:fld id="{4093CC90-4002-504C-BD88-C9A1D374048E}" type="slidenum">
              <a:rPr lang="zh-CN" altLang="en-US" smtClean="0"/>
              <a:pPr/>
              <a:t>50</a:t>
            </a:fld>
            <a:endParaRPr lang="zh-CN" altLang="en-US" dirty="0"/>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6" presetClass="emph" presetSubtype="0" fill="hold" nodeType="clickEffect">
                                  <p:stCondLst>
                                    <p:cond delay="0"/>
                                  </p:stCondLst>
                                  <p:iterate type="lt">
                                    <p:tmPct val="4000"/>
                                  </p:iterate>
                                  <p:childTnLst>
                                    <p:set>
                                      <p:cBhvr override="childStyle">
                                        <p:cTn id="6" dur="1000" fill="hold"/>
                                        <p:tgtEl>
                                          <p:spTgt spid="290822"/>
                                        </p:tgtEl>
                                        <p:attrNameLst>
                                          <p:attrName>style.color</p:attrName>
                                        </p:attrNameLst>
                                      </p:cBhvr>
                                      <p:to>
                                        <p:clrVal>
                                          <a:schemeClr val="hlink"/>
                                        </p:clrVal>
                                      </p:to>
                                    </p:set>
                                    <p:set>
                                      <p:cBhvr>
                                        <p:cTn id="7" dur="1000" fill="hold"/>
                                        <p:tgtEl>
                                          <p:spTgt spid="290822"/>
                                        </p:tgtEl>
                                        <p:attrNameLst>
                                          <p:attrName>fillcolor</p:attrName>
                                        </p:attrNameLst>
                                      </p:cBhvr>
                                      <p:to>
                                        <p:clrVal>
                                          <a:schemeClr val="hlink"/>
                                        </p:clrVal>
                                      </p:to>
                                    </p:set>
                                    <p:set>
                                      <p:cBhvr>
                                        <p:cTn id="8" dur="1000" fill="hold"/>
                                        <p:tgtEl>
                                          <p:spTgt spid="290822"/>
                                        </p:tgtEl>
                                        <p:attrNameLst>
                                          <p:attrName>fill.type</p:attrName>
                                        </p:attrNameLst>
                                      </p:cBhvr>
                                      <p:to>
                                        <p:strVal val="solid"/>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21" presetClass="exit" presetSubtype="4" fill="hold" nodeType="clickEffect">
                                  <p:stCondLst>
                                    <p:cond delay="0"/>
                                  </p:stCondLst>
                                  <p:childTnLst>
                                    <p:animEffect transition="out" filter="wheel(4)">
                                      <p:cBhvr>
                                        <p:cTn id="12" dur="3000"/>
                                        <p:tgtEl>
                                          <p:spTgt spid="290831"/>
                                        </p:tgtEl>
                                      </p:cBhvr>
                                    </p:animEffect>
                                    <p:set>
                                      <p:cBhvr>
                                        <p:cTn id="13" dur="1" fill="hold">
                                          <p:stCondLst>
                                            <p:cond delay="2999"/>
                                          </p:stCondLst>
                                        </p:cTn>
                                        <p:tgtEl>
                                          <p:spTgt spid="290831"/>
                                        </p:tgtEl>
                                        <p:attrNameLst>
                                          <p:attrName>style.visibility</p:attrName>
                                        </p:attrNameLst>
                                      </p:cBhvr>
                                      <p:to>
                                        <p:strVal val="hidden"/>
                                      </p:to>
                                    </p:set>
                                  </p:childTnLst>
                                </p:cTn>
                              </p:par>
                            </p:childTnLst>
                          </p:cTn>
                        </p:par>
                      </p:childTnLst>
                    </p:cTn>
                  </p:par>
                  <p:par>
                    <p:cTn id="14" fill="hold" nodeType="clickPar">
                      <p:stCondLst>
                        <p:cond delay="indefinite"/>
                      </p:stCondLst>
                      <p:childTnLst>
                        <p:par>
                          <p:cTn id="15" fill="hold" nodeType="withGroup">
                            <p:stCondLst>
                              <p:cond delay="0"/>
                            </p:stCondLst>
                            <p:childTnLst>
                              <p:par>
                                <p:cTn id="16" presetID="16" presetClass="emph" presetSubtype="0" fill="hold" nodeType="clickEffect">
                                  <p:stCondLst>
                                    <p:cond delay="0"/>
                                  </p:stCondLst>
                                  <p:iterate type="lt">
                                    <p:tmPct val="4000"/>
                                  </p:iterate>
                                  <p:childTnLst>
                                    <p:set>
                                      <p:cBhvr override="childStyle">
                                        <p:cTn id="17" dur="1000" fill="hold"/>
                                        <p:tgtEl>
                                          <p:spTgt spid="290824"/>
                                        </p:tgtEl>
                                        <p:attrNameLst>
                                          <p:attrName>style.color</p:attrName>
                                        </p:attrNameLst>
                                      </p:cBhvr>
                                      <p:to>
                                        <p:clrVal>
                                          <a:schemeClr val="hlink"/>
                                        </p:clrVal>
                                      </p:to>
                                    </p:set>
                                    <p:set>
                                      <p:cBhvr>
                                        <p:cTn id="18" dur="1000" fill="hold"/>
                                        <p:tgtEl>
                                          <p:spTgt spid="290824"/>
                                        </p:tgtEl>
                                        <p:attrNameLst>
                                          <p:attrName>fillcolor</p:attrName>
                                        </p:attrNameLst>
                                      </p:cBhvr>
                                      <p:to>
                                        <p:clrVal>
                                          <a:schemeClr val="hlink"/>
                                        </p:clrVal>
                                      </p:to>
                                    </p:set>
                                    <p:set>
                                      <p:cBhvr>
                                        <p:cTn id="19" dur="1000" fill="hold"/>
                                        <p:tgtEl>
                                          <p:spTgt spid="290824"/>
                                        </p:tgtEl>
                                        <p:attrNameLst>
                                          <p:attrName>fill.type</p:attrName>
                                        </p:attrNameLst>
                                      </p:cBhvr>
                                      <p:to>
                                        <p:strVal val="solid"/>
                                      </p:to>
                                    </p:set>
                                  </p:childTnLst>
                                </p:cTn>
                              </p:par>
                            </p:childTnLst>
                          </p:cTn>
                        </p:par>
                      </p:childTnLst>
                    </p:cTn>
                  </p:par>
                  <p:par>
                    <p:cTn id="20" fill="hold" nodeType="clickPar">
                      <p:stCondLst>
                        <p:cond delay="indefinite"/>
                      </p:stCondLst>
                      <p:childTnLst>
                        <p:par>
                          <p:cTn id="21" fill="hold" nodeType="withGroup">
                            <p:stCondLst>
                              <p:cond delay="0"/>
                            </p:stCondLst>
                            <p:childTnLst>
                              <p:par>
                                <p:cTn id="22" presetID="21" presetClass="exit" presetSubtype="4" fill="hold" nodeType="clickEffect">
                                  <p:stCondLst>
                                    <p:cond delay="0"/>
                                  </p:stCondLst>
                                  <p:childTnLst>
                                    <p:animEffect transition="out" filter="wheel(4)">
                                      <p:cBhvr>
                                        <p:cTn id="23" dur="3000"/>
                                        <p:tgtEl>
                                          <p:spTgt spid="290832"/>
                                        </p:tgtEl>
                                      </p:cBhvr>
                                    </p:animEffect>
                                    <p:set>
                                      <p:cBhvr>
                                        <p:cTn id="24" dur="1" fill="hold">
                                          <p:stCondLst>
                                            <p:cond delay="2999"/>
                                          </p:stCondLst>
                                        </p:cTn>
                                        <p:tgtEl>
                                          <p:spTgt spid="290832"/>
                                        </p:tgtEl>
                                        <p:attrNameLst>
                                          <p:attrName>style.visibility</p:attrName>
                                        </p:attrNameLst>
                                      </p:cBhvr>
                                      <p:to>
                                        <p:strVal val="hidden"/>
                                      </p:to>
                                    </p:set>
                                  </p:childTnLst>
                                </p:cTn>
                              </p:par>
                            </p:childTnLst>
                          </p:cTn>
                        </p:par>
                      </p:childTnLst>
                    </p:cTn>
                  </p:par>
                  <p:par>
                    <p:cTn id="25" fill="hold" nodeType="clickPar">
                      <p:stCondLst>
                        <p:cond delay="indefinite"/>
                      </p:stCondLst>
                      <p:childTnLst>
                        <p:par>
                          <p:cTn id="26" fill="hold" nodeType="withGroup">
                            <p:stCondLst>
                              <p:cond delay="0"/>
                            </p:stCondLst>
                            <p:childTnLst>
                              <p:par>
                                <p:cTn id="27" presetID="16" presetClass="emph" presetSubtype="0" fill="hold" nodeType="clickEffect">
                                  <p:stCondLst>
                                    <p:cond delay="0"/>
                                  </p:stCondLst>
                                  <p:iterate type="lt">
                                    <p:tmPct val="4000"/>
                                  </p:iterate>
                                  <p:childTnLst>
                                    <p:set>
                                      <p:cBhvr override="childStyle">
                                        <p:cTn id="28" dur="1000" fill="hold"/>
                                        <p:tgtEl>
                                          <p:spTgt spid="290833"/>
                                        </p:tgtEl>
                                        <p:attrNameLst>
                                          <p:attrName>style.color</p:attrName>
                                        </p:attrNameLst>
                                      </p:cBhvr>
                                      <p:to>
                                        <p:clrVal>
                                          <a:schemeClr val="hlink"/>
                                        </p:clrVal>
                                      </p:to>
                                    </p:set>
                                    <p:set>
                                      <p:cBhvr>
                                        <p:cTn id="29" dur="1000" fill="hold"/>
                                        <p:tgtEl>
                                          <p:spTgt spid="290833"/>
                                        </p:tgtEl>
                                        <p:attrNameLst>
                                          <p:attrName>fillcolor</p:attrName>
                                        </p:attrNameLst>
                                      </p:cBhvr>
                                      <p:to>
                                        <p:clrVal>
                                          <a:schemeClr val="hlink"/>
                                        </p:clrVal>
                                      </p:to>
                                    </p:set>
                                    <p:set>
                                      <p:cBhvr>
                                        <p:cTn id="30" dur="1000" fill="hold"/>
                                        <p:tgtEl>
                                          <p:spTgt spid="290833"/>
                                        </p:tgtEl>
                                        <p:attrNameLst>
                                          <p:attrName>fill.type</p:attrName>
                                        </p:attrNameLst>
                                      </p:cBhvr>
                                      <p:to>
                                        <p:strVal val="solid"/>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21" presetClass="exit" presetSubtype="4" fill="hold" nodeType="clickEffect">
                                  <p:stCondLst>
                                    <p:cond delay="0"/>
                                  </p:stCondLst>
                                  <p:childTnLst>
                                    <p:animEffect transition="out" filter="wheel(4)">
                                      <p:cBhvr>
                                        <p:cTn id="34" dur="3000"/>
                                        <p:tgtEl>
                                          <p:spTgt spid="290836"/>
                                        </p:tgtEl>
                                      </p:cBhvr>
                                    </p:animEffect>
                                    <p:set>
                                      <p:cBhvr>
                                        <p:cTn id="35" dur="1" fill="hold">
                                          <p:stCondLst>
                                            <p:cond delay="2999"/>
                                          </p:stCondLst>
                                        </p:cTn>
                                        <p:tgtEl>
                                          <p:spTgt spid="290836"/>
                                        </p:tgtEl>
                                        <p:attrNameLst>
                                          <p:attrName>style.visibility</p:attrName>
                                        </p:attrNameLst>
                                      </p:cBhvr>
                                      <p:to>
                                        <p:strVal val="hidden"/>
                                      </p:to>
                                    </p:set>
                                  </p:childTnLst>
                                </p:cTn>
                              </p:par>
                              <p:par>
                                <p:cTn id="36" presetID="21" presetClass="exit" presetSubtype="4" fill="hold" nodeType="withEffect">
                                  <p:stCondLst>
                                    <p:cond delay="0"/>
                                  </p:stCondLst>
                                  <p:childTnLst>
                                    <p:animEffect transition="out" filter="wheel(4)">
                                      <p:cBhvr>
                                        <p:cTn id="37" dur="3000"/>
                                        <p:tgtEl>
                                          <p:spTgt spid="290834"/>
                                        </p:tgtEl>
                                      </p:cBhvr>
                                    </p:animEffect>
                                    <p:set>
                                      <p:cBhvr>
                                        <p:cTn id="38" dur="1" fill="hold">
                                          <p:stCondLst>
                                            <p:cond delay="2999"/>
                                          </p:stCondLst>
                                        </p:cTn>
                                        <p:tgtEl>
                                          <p:spTgt spid="290834"/>
                                        </p:tgtEl>
                                        <p:attrNameLst>
                                          <p:attrName>style.visibility</p:attrName>
                                        </p:attrNameLst>
                                      </p:cBhvr>
                                      <p:to>
                                        <p:strVal val="hidden"/>
                                      </p:to>
                                    </p:set>
                                  </p:childTnLst>
                                </p:cTn>
                              </p:par>
                            </p:childTnLst>
                          </p:cTn>
                        </p:par>
                      </p:childTnLst>
                    </p:cTn>
                  </p:par>
                  <p:par>
                    <p:cTn id="39" fill="hold" nodeType="clickPar">
                      <p:stCondLst>
                        <p:cond delay="indefinite"/>
                      </p:stCondLst>
                      <p:childTnLst>
                        <p:par>
                          <p:cTn id="40" fill="hold" nodeType="withGroup">
                            <p:stCondLst>
                              <p:cond delay="0"/>
                            </p:stCondLst>
                            <p:childTnLst>
                              <p:par>
                                <p:cTn id="41" presetID="16" presetClass="emph" presetSubtype="0" fill="hold" nodeType="clickEffect">
                                  <p:stCondLst>
                                    <p:cond delay="0"/>
                                  </p:stCondLst>
                                  <p:iterate type="lt">
                                    <p:tmPct val="4000"/>
                                  </p:iterate>
                                  <p:childTnLst>
                                    <p:set>
                                      <p:cBhvr override="childStyle">
                                        <p:cTn id="42" dur="1000" fill="hold"/>
                                        <p:tgtEl>
                                          <p:spTgt spid="290823"/>
                                        </p:tgtEl>
                                        <p:attrNameLst>
                                          <p:attrName>style.color</p:attrName>
                                        </p:attrNameLst>
                                      </p:cBhvr>
                                      <p:to>
                                        <p:clrVal>
                                          <a:schemeClr val="hlink"/>
                                        </p:clrVal>
                                      </p:to>
                                    </p:set>
                                    <p:set>
                                      <p:cBhvr>
                                        <p:cTn id="43" dur="1000" fill="hold"/>
                                        <p:tgtEl>
                                          <p:spTgt spid="290823"/>
                                        </p:tgtEl>
                                        <p:attrNameLst>
                                          <p:attrName>fillcolor</p:attrName>
                                        </p:attrNameLst>
                                      </p:cBhvr>
                                      <p:to>
                                        <p:clrVal>
                                          <a:schemeClr val="hlink"/>
                                        </p:clrVal>
                                      </p:to>
                                    </p:set>
                                    <p:set>
                                      <p:cBhvr>
                                        <p:cTn id="44" dur="1000" fill="hold"/>
                                        <p:tgtEl>
                                          <p:spTgt spid="290823"/>
                                        </p:tgtEl>
                                        <p:attrNameLst>
                                          <p:attrName>fill.type</p:attrName>
                                        </p:attrNameLst>
                                      </p:cBhvr>
                                      <p:to>
                                        <p:strVal val="solid"/>
                                      </p:to>
                                    </p:set>
                                  </p:childTnLst>
                                </p:cTn>
                              </p:par>
                            </p:childTnLst>
                          </p:cTn>
                        </p:par>
                      </p:childTnLst>
                    </p:cTn>
                  </p:par>
                  <p:par>
                    <p:cTn id="45" fill="hold" nodeType="clickPar">
                      <p:stCondLst>
                        <p:cond delay="indefinite"/>
                      </p:stCondLst>
                      <p:childTnLst>
                        <p:par>
                          <p:cTn id="46" fill="hold" nodeType="withGroup">
                            <p:stCondLst>
                              <p:cond delay="0"/>
                            </p:stCondLst>
                            <p:childTnLst>
                              <p:par>
                                <p:cTn id="47" presetID="21" presetClass="exit" presetSubtype="4" fill="hold" nodeType="clickEffect">
                                  <p:stCondLst>
                                    <p:cond delay="0"/>
                                  </p:stCondLst>
                                  <p:childTnLst>
                                    <p:animEffect transition="out" filter="wheel(4)">
                                      <p:cBhvr>
                                        <p:cTn id="48" dur="3000"/>
                                        <p:tgtEl>
                                          <p:spTgt spid="290837"/>
                                        </p:tgtEl>
                                      </p:cBhvr>
                                    </p:animEffect>
                                    <p:set>
                                      <p:cBhvr>
                                        <p:cTn id="49" dur="1" fill="hold">
                                          <p:stCondLst>
                                            <p:cond delay="2999"/>
                                          </p:stCondLst>
                                        </p:cTn>
                                        <p:tgtEl>
                                          <p:spTgt spid="290837"/>
                                        </p:tgtEl>
                                        <p:attrNameLst>
                                          <p:attrName>style.visibility</p:attrName>
                                        </p:attrNameLst>
                                      </p:cBhvr>
                                      <p:to>
                                        <p:strVal val="hidden"/>
                                      </p:to>
                                    </p:set>
                                  </p:childTnLst>
                                </p:cTn>
                              </p:par>
                              <p:par>
                                <p:cTn id="50" presetID="21" presetClass="exit" presetSubtype="4" fill="hold" nodeType="withEffect">
                                  <p:stCondLst>
                                    <p:cond delay="0"/>
                                  </p:stCondLst>
                                  <p:childTnLst>
                                    <p:animEffect transition="out" filter="wheel(4)">
                                      <p:cBhvr>
                                        <p:cTn id="51" dur="3000"/>
                                        <p:tgtEl>
                                          <p:spTgt spid="290835"/>
                                        </p:tgtEl>
                                      </p:cBhvr>
                                    </p:animEffect>
                                    <p:set>
                                      <p:cBhvr>
                                        <p:cTn id="52" dur="1" fill="hold">
                                          <p:stCondLst>
                                            <p:cond delay="2999"/>
                                          </p:stCondLst>
                                        </p:cTn>
                                        <p:tgtEl>
                                          <p:spTgt spid="290835"/>
                                        </p:tgtEl>
                                        <p:attrNameLst>
                                          <p:attrName>style.visibility</p:attrName>
                                        </p:attrNameLst>
                                      </p:cBhvr>
                                      <p:to>
                                        <p:strVal val="hidden"/>
                                      </p:to>
                                    </p:set>
                                  </p:childTnLst>
                                </p:cTn>
                              </p:par>
                            </p:childTnLst>
                          </p:cTn>
                        </p:par>
                      </p:childTnLst>
                    </p:cTn>
                  </p:par>
                  <p:par>
                    <p:cTn id="53" fill="hold" nodeType="clickPar">
                      <p:stCondLst>
                        <p:cond delay="indefinite"/>
                      </p:stCondLst>
                      <p:childTnLst>
                        <p:par>
                          <p:cTn id="54" fill="hold" nodeType="withGroup">
                            <p:stCondLst>
                              <p:cond delay="0"/>
                            </p:stCondLst>
                            <p:childTnLst>
                              <p:par>
                                <p:cTn id="55" presetID="25" presetClass="entr" presetSubtype="0" fill="hold" nodeType="clickEffect">
                                  <p:stCondLst>
                                    <p:cond delay="0"/>
                                  </p:stCondLst>
                                  <p:childTnLst>
                                    <p:set>
                                      <p:cBhvr>
                                        <p:cTn id="56" dur="1" fill="hold">
                                          <p:stCondLst>
                                            <p:cond delay="0"/>
                                          </p:stCondLst>
                                        </p:cTn>
                                        <p:tgtEl>
                                          <p:spTgt spid="290838"/>
                                        </p:tgtEl>
                                        <p:attrNameLst>
                                          <p:attrName>style.visibility</p:attrName>
                                        </p:attrNameLst>
                                      </p:cBhvr>
                                      <p:to>
                                        <p:strVal val="visible"/>
                                      </p:to>
                                    </p:set>
                                    <p:anim calcmode="lin" valueType="num">
                                      <p:cBhvr>
                                        <p:cTn id="57" dur="1000" decel="50000" fill="hold">
                                          <p:stCondLst>
                                            <p:cond delay="0"/>
                                          </p:stCondLst>
                                        </p:cTn>
                                        <p:tgtEl>
                                          <p:spTgt spid="290838"/>
                                        </p:tgtEl>
                                        <p:attrNameLst>
                                          <p:attrName>style.rotation</p:attrName>
                                        </p:attrNameLst>
                                      </p:cBhvr>
                                      <p:tavLst>
                                        <p:tav tm="0">
                                          <p:val>
                                            <p:fltVal val="-90"/>
                                          </p:val>
                                        </p:tav>
                                        <p:tav tm="100000">
                                          <p:val>
                                            <p:fltVal val="0"/>
                                          </p:val>
                                        </p:tav>
                                      </p:tavLst>
                                    </p:anim>
                                    <p:anim calcmode="lin" valueType="num">
                                      <p:cBhvr>
                                        <p:cTn id="58" dur="1000" decel="50000" fill="hold">
                                          <p:stCondLst>
                                            <p:cond delay="0"/>
                                          </p:stCondLst>
                                        </p:cTn>
                                        <p:tgtEl>
                                          <p:spTgt spid="290838"/>
                                        </p:tgtEl>
                                        <p:attrNameLst>
                                          <p:attrName>ppt_w</p:attrName>
                                        </p:attrNameLst>
                                      </p:cBhvr>
                                      <p:tavLst>
                                        <p:tav tm="0">
                                          <p:val>
                                            <p:strVal val="#ppt_w"/>
                                          </p:val>
                                        </p:tav>
                                        <p:tav tm="100000">
                                          <p:val>
                                            <p:strVal val="#ppt_w*.05"/>
                                          </p:val>
                                        </p:tav>
                                      </p:tavLst>
                                    </p:anim>
                                    <p:anim calcmode="lin" valueType="num">
                                      <p:cBhvr>
                                        <p:cTn id="59" dur="1000" accel="50000" fill="hold">
                                          <p:stCondLst>
                                            <p:cond delay="1000"/>
                                          </p:stCondLst>
                                        </p:cTn>
                                        <p:tgtEl>
                                          <p:spTgt spid="290838"/>
                                        </p:tgtEl>
                                        <p:attrNameLst>
                                          <p:attrName>ppt_w</p:attrName>
                                        </p:attrNameLst>
                                      </p:cBhvr>
                                      <p:tavLst>
                                        <p:tav tm="0">
                                          <p:val>
                                            <p:strVal val="#ppt_w*.05"/>
                                          </p:val>
                                        </p:tav>
                                        <p:tav tm="100000">
                                          <p:val>
                                            <p:strVal val="#ppt_w"/>
                                          </p:val>
                                        </p:tav>
                                      </p:tavLst>
                                    </p:anim>
                                    <p:anim calcmode="lin" valueType="num">
                                      <p:cBhvr>
                                        <p:cTn id="60" dur="2000" fill="hold"/>
                                        <p:tgtEl>
                                          <p:spTgt spid="290838"/>
                                        </p:tgtEl>
                                        <p:attrNameLst>
                                          <p:attrName>ppt_h</p:attrName>
                                        </p:attrNameLst>
                                      </p:cBhvr>
                                      <p:tavLst>
                                        <p:tav tm="0">
                                          <p:val>
                                            <p:strVal val="#ppt_h"/>
                                          </p:val>
                                        </p:tav>
                                        <p:tav tm="100000">
                                          <p:val>
                                            <p:strVal val="#ppt_h"/>
                                          </p:val>
                                        </p:tav>
                                      </p:tavLst>
                                    </p:anim>
                                    <p:anim calcmode="lin" valueType="num">
                                      <p:cBhvr>
                                        <p:cTn id="61" dur="1000" decel="50000" fill="hold">
                                          <p:stCondLst>
                                            <p:cond delay="0"/>
                                          </p:stCondLst>
                                        </p:cTn>
                                        <p:tgtEl>
                                          <p:spTgt spid="290838"/>
                                        </p:tgtEl>
                                        <p:attrNameLst>
                                          <p:attrName>ppt_x</p:attrName>
                                        </p:attrNameLst>
                                      </p:cBhvr>
                                      <p:tavLst>
                                        <p:tav tm="0">
                                          <p:val>
                                            <p:strVal val="#ppt_x+.4"/>
                                          </p:val>
                                        </p:tav>
                                        <p:tav tm="100000">
                                          <p:val>
                                            <p:strVal val="#ppt_x"/>
                                          </p:val>
                                        </p:tav>
                                      </p:tavLst>
                                    </p:anim>
                                    <p:anim calcmode="lin" valueType="num">
                                      <p:cBhvr>
                                        <p:cTn id="62" dur="1000" decel="50000" fill="hold">
                                          <p:stCondLst>
                                            <p:cond delay="0"/>
                                          </p:stCondLst>
                                        </p:cTn>
                                        <p:tgtEl>
                                          <p:spTgt spid="290838"/>
                                        </p:tgtEl>
                                        <p:attrNameLst>
                                          <p:attrName>ppt_y</p:attrName>
                                        </p:attrNameLst>
                                      </p:cBhvr>
                                      <p:tavLst>
                                        <p:tav tm="0">
                                          <p:val>
                                            <p:strVal val="#ppt_y-.2"/>
                                          </p:val>
                                        </p:tav>
                                        <p:tav tm="100000">
                                          <p:val>
                                            <p:strVal val="#ppt_y+.1"/>
                                          </p:val>
                                        </p:tav>
                                      </p:tavLst>
                                    </p:anim>
                                    <p:anim calcmode="lin" valueType="num">
                                      <p:cBhvr>
                                        <p:cTn id="63" dur="1000" accel="50000" fill="hold">
                                          <p:stCondLst>
                                            <p:cond delay="1000"/>
                                          </p:stCondLst>
                                        </p:cTn>
                                        <p:tgtEl>
                                          <p:spTgt spid="290838"/>
                                        </p:tgtEl>
                                        <p:attrNameLst>
                                          <p:attrName>ppt_y</p:attrName>
                                        </p:attrNameLst>
                                      </p:cBhvr>
                                      <p:tavLst>
                                        <p:tav tm="0">
                                          <p:val>
                                            <p:strVal val="#ppt_y+.1"/>
                                          </p:val>
                                        </p:tav>
                                        <p:tav tm="100000">
                                          <p:val>
                                            <p:strVal val="#ppt_y"/>
                                          </p:val>
                                        </p:tav>
                                      </p:tavLst>
                                    </p:anim>
                                    <p:animEffect transition="in" filter="fade">
                                      <p:cBhvr>
                                        <p:cTn id="64" dur="2000" decel="50000">
                                          <p:stCondLst>
                                            <p:cond delay="0"/>
                                          </p:stCondLst>
                                        </p:cTn>
                                        <p:tgtEl>
                                          <p:spTgt spid="2908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0822" grpId="0" animBg="1"/>
      <p:bldP spid="290823" grpId="0" animBg="1"/>
      <p:bldP spid="290824" grpId="0" animBg="1"/>
      <p:bldP spid="290833" grpId="0" animBg="1"/>
      <p:bldP spid="290838" grpId="0" animBg="1"/>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49" name="Rectangle 2">
            <a:extLst>
              <a:ext uri="{FF2B5EF4-FFF2-40B4-BE49-F238E27FC236}">
                <a16:creationId xmlns:a16="http://schemas.microsoft.com/office/drawing/2014/main" id="{1E8C1961-1200-FF44-F5E6-51330D5EB512}"/>
              </a:ext>
            </a:extLst>
          </p:cNvPr>
          <p:cNvSpPr>
            <a:spLocks noGrp="1" noChangeArrowheads="1"/>
          </p:cNvSpPr>
          <p:nvPr>
            <p:ph type="title"/>
          </p:nvPr>
        </p:nvSpPr>
        <p:spPr/>
        <p:txBody>
          <a:bodyPr/>
          <a:lstStyle/>
          <a:p>
            <a:pPr eaLnBrk="1" hangingPunct="1"/>
            <a:r>
              <a:rPr lang="zh-CN" altLang="en-US">
                <a:latin typeface="Times New Roman" panose="02020603050405020304" pitchFamily="18" charset="0"/>
              </a:rPr>
              <a:t>死锁检测算法中的数据结构</a:t>
            </a:r>
          </a:p>
        </p:txBody>
      </p:sp>
      <p:sp>
        <p:nvSpPr>
          <p:cNvPr id="291843" name="Rectangle 3">
            <a:extLst>
              <a:ext uri="{FF2B5EF4-FFF2-40B4-BE49-F238E27FC236}">
                <a16:creationId xmlns:a16="http://schemas.microsoft.com/office/drawing/2014/main" id="{1F76DAA5-525C-90FF-0936-320212B83291}"/>
              </a:ext>
            </a:extLst>
          </p:cNvPr>
          <p:cNvSpPr>
            <a:spLocks noGrp="1" noChangeArrowheads="1"/>
          </p:cNvSpPr>
          <p:nvPr>
            <p:ph idx="1"/>
          </p:nvPr>
        </p:nvSpPr>
        <p:spPr>
          <a:xfrm>
            <a:off x="611188" y="1196975"/>
            <a:ext cx="8343900" cy="4968875"/>
          </a:xfrm>
        </p:spPr>
        <p:txBody>
          <a:bodyPr>
            <a:normAutofit/>
          </a:bodyPr>
          <a:lstStyle/>
          <a:p>
            <a:pPr eaLnBrk="1" hangingPunct="1"/>
            <a:r>
              <a:rPr lang="en-US" altLang="zh-CN" sz="2800" dirty="0"/>
              <a:t>Available：</a:t>
            </a:r>
            <a:r>
              <a:rPr lang="zh-CN" altLang="en-US" sz="2800" dirty="0"/>
              <a:t>长度为</a:t>
            </a:r>
            <a:r>
              <a:rPr lang="en-US" altLang="zh-CN" sz="2800" dirty="0"/>
              <a:t>m</a:t>
            </a:r>
            <a:r>
              <a:rPr lang="zh-CN" altLang="en-US" sz="2800" dirty="0"/>
              <a:t>的向量，表示每类资源的可用数目。</a:t>
            </a:r>
            <a:endParaRPr lang="en-US" altLang="zh-CN" sz="2800" dirty="0"/>
          </a:p>
          <a:p>
            <a:pPr eaLnBrk="1" hangingPunct="1"/>
            <a:r>
              <a:rPr lang="en-US" altLang="zh-CN" sz="2800" dirty="0"/>
              <a:t>Allocation： </a:t>
            </a:r>
            <a:r>
              <a:rPr lang="en-US" altLang="zh-CN" sz="2800" dirty="0" err="1"/>
              <a:t>n</a:t>
            </a:r>
            <a:r>
              <a:rPr lang="en-US" altLang="zh-CN" sz="2800" dirty="0" err="1">
                <a:latin typeface="Times New Roman" panose="02020603050405020304" pitchFamily="18" charset="0"/>
              </a:rPr>
              <a:t>×</a:t>
            </a:r>
            <a:r>
              <a:rPr lang="en-US" altLang="zh-CN" sz="2800" dirty="0" err="1"/>
              <a:t>m</a:t>
            </a:r>
            <a:r>
              <a:rPr lang="zh-CN" altLang="en-US" sz="2800" dirty="0"/>
              <a:t>矩阵，表示当前每个进程已分配的资源数目。</a:t>
            </a:r>
          </a:p>
          <a:p>
            <a:r>
              <a:rPr lang="zh-CN" altLang="en-US" sz="2800" dirty="0"/>
              <a:t>请求矩阵</a:t>
            </a:r>
            <a:r>
              <a:rPr lang="en-US" altLang="zh-CN" sz="2800" dirty="0"/>
              <a:t>Request： </a:t>
            </a:r>
            <a:r>
              <a:rPr lang="en-US" altLang="zh-CN" sz="2800" dirty="0" err="1"/>
              <a:t>n</a:t>
            </a:r>
            <a:r>
              <a:rPr lang="en-US" altLang="zh-CN" sz="2800" dirty="0" err="1">
                <a:latin typeface="Times New Roman" panose="02020603050405020304" pitchFamily="18" charset="0"/>
              </a:rPr>
              <a:t>×</a:t>
            </a:r>
            <a:r>
              <a:rPr lang="en-US" altLang="zh-CN" sz="2800" dirty="0" err="1"/>
              <a:t>m</a:t>
            </a:r>
            <a:r>
              <a:rPr lang="zh-CN" altLang="en-US" sz="2800" dirty="0"/>
              <a:t>矩阵，表示当前每个进程的资源请求数目。</a:t>
            </a:r>
          </a:p>
          <a:p>
            <a:r>
              <a:rPr lang="zh-CN" altLang="en-US" sz="2800" dirty="0"/>
              <a:t>工作向量</a:t>
            </a:r>
            <a:r>
              <a:rPr lang="en-US" altLang="zh-CN" sz="2800" dirty="0"/>
              <a:t>Work：</a:t>
            </a:r>
            <a:r>
              <a:rPr lang="zh-CN" altLang="en-US" sz="2800" dirty="0"/>
              <a:t>表示系统当前可提供资源数。</a:t>
            </a:r>
          </a:p>
          <a:p>
            <a:r>
              <a:rPr lang="zh-CN" altLang="en-US" sz="2800" dirty="0"/>
              <a:t>进程集合</a:t>
            </a:r>
            <a:r>
              <a:rPr lang="en-US" altLang="zh-CN" sz="2800" dirty="0"/>
              <a:t>L：</a:t>
            </a:r>
            <a:r>
              <a:rPr lang="zh-CN" altLang="en-US" sz="2800" dirty="0"/>
              <a:t>记录当前已不占用资源的进程。</a:t>
            </a:r>
            <a:endParaRPr lang="en-US" altLang="zh-CN" sz="2800" dirty="0"/>
          </a:p>
          <a:p>
            <a:pPr eaLnBrk="1" hangingPunct="1">
              <a:buFont typeface="Wingdings" pitchFamily="2" charset="2"/>
              <a:buNone/>
            </a:pPr>
            <a:endParaRPr lang="en-US" altLang="zh-CN" sz="2800" dirty="0"/>
          </a:p>
        </p:txBody>
      </p:sp>
      <p:sp>
        <p:nvSpPr>
          <p:cNvPr id="2" name="灯片编号占位符 1">
            <a:extLst>
              <a:ext uri="{FF2B5EF4-FFF2-40B4-BE49-F238E27FC236}">
                <a16:creationId xmlns:a16="http://schemas.microsoft.com/office/drawing/2014/main" id="{162F70C1-9D82-107D-E7C5-E31A28D0E2E8}"/>
              </a:ext>
            </a:extLst>
          </p:cNvPr>
          <p:cNvSpPr>
            <a:spLocks noGrp="1"/>
          </p:cNvSpPr>
          <p:nvPr>
            <p:ph type="sldNum" sz="quarter" idx="12"/>
          </p:nvPr>
        </p:nvSpPr>
        <p:spPr/>
        <p:txBody>
          <a:bodyPr/>
          <a:lstStyle/>
          <a:p>
            <a:fld id="{4093CC90-4002-504C-BD88-C9A1D374048E}" type="slidenum">
              <a:rPr lang="zh-CN" altLang="en-US" smtClean="0"/>
              <a:pPr/>
              <a:t>51</a:t>
            </a:fld>
            <a:endParaRPr lang="zh-CN" altLang="en-US" dirty="0"/>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291843">
                                            <p:txEl>
                                              <p:pRg st="0" end="0"/>
                                            </p:txEl>
                                          </p:spTgt>
                                        </p:tgtEl>
                                        <p:attrNameLst>
                                          <p:attrName>style.visibility</p:attrName>
                                        </p:attrNameLst>
                                      </p:cBhvr>
                                      <p:to>
                                        <p:strVal val="visible"/>
                                      </p:to>
                                    </p:set>
                                    <p:animEffect transition="in" filter="checkerboard(across)">
                                      <p:cBhvr>
                                        <p:cTn id="7" dur="500"/>
                                        <p:tgtEl>
                                          <p:spTgt spid="29184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nodeType="clickEffect">
                                  <p:stCondLst>
                                    <p:cond delay="0"/>
                                  </p:stCondLst>
                                  <p:childTnLst>
                                    <p:set>
                                      <p:cBhvr>
                                        <p:cTn id="11" dur="1" fill="hold">
                                          <p:stCondLst>
                                            <p:cond delay="0"/>
                                          </p:stCondLst>
                                        </p:cTn>
                                        <p:tgtEl>
                                          <p:spTgt spid="291843">
                                            <p:txEl>
                                              <p:pRg st="1" end="1"/>
                                            </p:txEl>
                                          </p:spTgt>
                                        </p:tgtEl>
                                        <p:attrNameLst>
                                          <p:attrName>style.visibility</p:attrName>
                                        </p:attrNameLst>
                                      </p:cBhvr>
                                      <p:to>
                                        <p:strVal val="visible"/>
                                      </p:to>
                                    </p:set>
                                    <p:animEffect transition="in" filter="checkerboard(across)">
                                      <p:cBhvr>
                                        <p:cTn id="12" dur="500"/>
                                        <p:tgtEl>
                                          <p:spTgt spid="291843">
                                            <p:txEl>
                                              <p:pRg st="1" end="1"/>
                                            </p:txEl>
                                          </p:spTgt>
                                        </p:tgtEl>
                                      </p:cBhvr>
                                    </p:animEffect>
                                  </p:childTnLst>
                                </p:cTn>
                              </p:par>
                              <p:par>
                                <p:cTn id="13" presetID="5" presetClass="entr" presetSubtype="10" fill="hold" nodeType="withEffect">
                                  <p:stCondLst>
                                    <p:cond delay="0"/>
                                  </p:stCondLst>
                                  <p:childTnLst>
                                    <p:set>
                                      <p:cBhvr>
                                        <p:cTn id="14" dur="1" fill="hold">
                                          <p:stCondLst>
                                            <p:cond delay="0"/>
                                          </p:stCondLst>
                                        </p:cTn>
                                        <p:tgtEl>
                                          <p:spTgt spid="291843">
                                            <p:txEl>
                                              <p:pRg st="2" end="2"/>
                                            </p:txEl>
                                          </p:spTgt>
                                        </p:tgtEl>
                                        <p:attrNameLst>
                                          <p:attrName>style.visibility</p:attrName>
                                        </p:attrNameLst>
                                      </p:cBhvr>
                                      <p:to>
                                        <p:strVal val="visible"/>
                                      </p:to>
                                    </p:set>
                                    <p:animEffect transition="in" filter="checkerboard(across)">
                                      <p:cBhvr>
                                        <p:cTn id="15" dur="500"/>
                                        <p:tgtEl>
                                          <p:spTgt spid="291843">
                                            <p:txEl>
                                              <p:pRg st="2" end="2"/>
                                            </p:txEl>
                                          </p:spTgt>
                                        </p:tgtEl>
                                      </p:cBhvr>
                                    </p:animEffect>
                                  </p:childTnLst>
                                </p:cTn>
                              </p:par>
                              <p:par>
                                <p:cTn id="16" presetID="5" presetClass="entr" presetSubtype="10" fill="hold" nodeType="withEffect">
                                  <p:stCondLst>
                                    <p:cond delay="0"/>
                                  </p:stCondLst>
                                  <p:childTnLst>
                                    <p:set>
                                      <p:cBhvr>
                                        <p:cTn id="17" dur="1" fill="hold">
                                          <p:stCondLst>
                                            <p:cond delay="0"/>
                                          </p:stCondLst>
                                        </p:cTn>
                                        <p:tgtEl>
                                          <p:spTgt spid="291843">
                                            <p:txEl>
                                              <p:pRg st="3" end="3"/>
                                            </p:txEl>
                                          </p:spTgt>
                                        </p:tgtEl>
                                        <p:attrNameLst>
                                          <p:attrName>style.visibility</p:attrName>
                                        </p:attrNameLst>
                                      </p:cBhvr>
                                      <p:to>
                                        <p:strVal val="visible"/>
                                      </p:to>
                                    </p:set>
                                    <p:animEffect transition="in" filter="checkerboard(across)">
                                      <p:cBhvr>
                                        <p:cTn id="18" dur="500"/>
                                        <p:tgtEl>
                                          <p:spTgt spid="291843">
                                            <p:txEl>
                                              <p:pRg st="3" end="3"/>
                                            </p:txEl>
                                          </p:spTgt>
                                        </p:tgtEl>
                                      </p:cBhvr>
                                    </p:animEffect>
                                  </p:childTnLst>
                                </p:cTn>
                              </p:par>
                              <p:par>
                                <p:cTn id="19" presetID="5" presetClass="entr" presetSubtype="10" fill="hold" nodeType="withEffect">
                                  <p:stCondLst>
                                    <p:cond delay="0"/>
                                  </p:stCondLst>
                                  <p:childTnLst>
                                    <p:set>
                                      <p:cBhvr>
                                        <p:cTn id="20" dur="1" fill="hold">
                                          <p:stCondLst>
                                            <p:cond delay="0"/>
                                          </p:stCondLst>
                                        </p:cTn>
                                        <p:tgtEl>
                                          <p:spTgt spid="291843">
                                            <p:txEl>
                                              <p:pRg st="4" end="4"/>
                                            </p:txEl>
                                          </p:spTgt>
                                        </p:tgtEl>
                                        <p:attrNameLst>
                                          <p:attrName>style.visibility</p:attrName>
                                        </p:attrNameLst>
                                      </p:cBhvr>
                                      <p:to>
                                        <p:strVal val="visible"/>
                                      </p:to>
                                    </p:set>
                                    <p:animEffect transition="in" filter="checkerboard(across)">
                                      <p:cBhvr>
                                        <p:cTn id="21" dur="500"/>
                                        <p:tgtEl>
                                          <p:spTgt spid="29184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1843" grpId="0" build="p"/>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7" name="Rectangle 2">
            <a:extLst>
              <a:ext uri="{FF2B5EF4-FFF2-40B4-BE49-F238E27FC236}">
                <a16:creationId xmlns:a16="http://schemas.microsoft.com/office/drawing/2014/main" id="{9912C18E-CCF6-F421-655A-0BAE3993E14C}"/>
              </a:ext>
            </a:extLst>
          </p:cNvPr>
          <p:cNvSpPr>
            <a:spLocks noGrp="1" noChangeArrowheads="1"/>
          </p:cNvSpPr>
          <p:nvPr>
            <p:ph type="title"/>
          </p:nvPr>
        </p:nvSpPr>
        <p:spPr/>
        <p:txBody>
          <a:bodyPr/>
          <a:lstStyle/>
          <a:p>
            <a:pPr eaLnBrk="1" hangingPunct="1"/>
            <a:r>
              <a:rPr lang="zh-CN" altLang="en-US"/>
              <a:t>死锁检测的算法</a:t>
            </a:r>
          </a:p>
        </p:txBody>
      </p:sp>
      <p:sp>
        <p:nvSpPr>
          <p:cNvPr id="80898" name="Rectangle 3">
            <a:extLst>
              <a:ext uri="{FF2B5EF4-FFF2-40B4-BE49-F238E27FC236}">
                <a16:creationId xmlns:a16="http://schemas.microsoft.com/office/drawing/2014/main" id="{8D0CD918-E420-7CF4-86F6-2A20BBAEF720}"/>
              </a:ext>
            </a:extLst>
          </p:cNvPr>
          <p:cNvSpPr>
            <a:spLocks noGrp="1" noChangeArrowheads="1"/>
          </p:cNvSpPr>
          <p:nvPr>
            <p:ph idx="1"/>
          </p:nvPr>
        </p:nvSpPr>
        <p:spPr>
          <a:xfrm>
            <a:off x="914400" y="1196975"/>
            <a:ext cx="7812088" cy="5256213"/>
          </a:xfrm>
        </p:spPr>
        <p:txBody>
          <a:bodyPr/>
          <a:lstStyle/>
          <a:p>
            <a:pPr eaLnBrk="1" hangingPunct="1">
              <a:lnSpc>
                <a:spcPct val="90000"/>
              </a:lnSpc>
              <a:buFont typeface="Wingdings" pitchFamily="2" charset="2"/>
              <a:buNone/>
            </a:pPr>
            <a:r>
              <a:rPr lang="en-US" altLang="zh-CN" sz="2800" b="1"/>
              <a:t>Work=Available;</a:t>
            </a:r>
          </a:p>
          <a:p>
            <a:pPr eaLnBrk="1" hangingPunct="1">
              <a:lnSpc>
                <a:spcPct val="90000"/>
              </a:lnSpc>
              <a:buFont typeface="Wingdings" pitchFamily="2" charset="2"/>
              <a:buNone/>
            </a:pPr>
            <a:r>
              <a:rPr lang="en-US" altLang="zh-CN" sz="2800" b="1"/>
              <a:t>L=&lt;L</a:t>
            </a:r>
            <a:r>
              <a:rPr lang="en-US" altLang="zh-CN" sz="2800" b="1" baseline="-25000"/>
              <a:t>i</a:t>
            </a:r>
            <a:r>
              <a:rPr lang="en-US" altLang="zh-CN" sz="2800" b="1"/>
              <a:t>|Allocation</a:t>
            </a:r>
            <a:r>
              <a:rPr lang="en-US" altLang="zh-CN" sz="2800" b="1" baseline="-25000"/>
              <a:t>i</a:t>
            </a:r>
            <a:r>
              <a:rPr lang="en-US" altLang="zh-CN" sz="2800" b="1"/>
              <a:t>=0∩Request</a:t>
            </a:r>
            <a:r>
              <a:rPr lang="en-US" altLang="zh-CN" sz="2800" b="1" baseline="-25000"/>
              <a:t>i</a:t>
            </a:r>
            <a:r>
              <a:rPr lang="en-US" altLang="zh-CN" sz="2800" b="1"/>
              <a:t>=0&gt;</a:t>
            </a:r>
          </a:p>
          <a:p>
            <a:pPr eaLnBrk="1" hangingPunct="1">
              <a:lnSpc>
                <a:spcPct val="90000"/>
              </a:lnSpc>
              <a:buFont typeface="Wingdings" pitchFamily="2" charset="2"/>
              <a:buNone/>
            </a:pPr>
            <a:r>
              <a:rPr lang="en-US" altLang="zh-CN" sz="2800" b="1"/>
              <a:t>for all  L</a:t>
            </a:r>
            <a:r>
              <a:rPr lang="en-US" altLang="zh-CN" sz="2800" b="1" baseline="-25000"/>
              <a:t>i</a:t>
            </a:r>
            <a:r>
              <a:rPr lang="en-US" altLang="zh-CN" sz="2800" b="1">
                <a:sym typeface="Symbol" pitchFamily="2" charset="2"/>
              </a:rPr>
              <a:t>L do</a:t>
            </a:r>
          </a:p>
          <a:p>
            <a:pPr eaLnBrk="1" hangingPunct="1">
              <a:lnSpc>
                <a:spcPct val="90000"/>
              </a:lnSpc>
              <a:buFont typeface="Wingdings" pitchFamily="2" charset="2"/>
              <a:buNone/>
            </a:pPr>
            <a:r>
              <a:rPr lang="en-US" altLang="zh-CN" sz="2800" b="1">
                <a:sym typeface="Symbol" pitchFamily="2" charset="2"/>
              </a:rPr>
              <a:t>  {</a:t>
            </a:r>
          </a:p>
          <a:p>
            <a:pPr eaLnBrk="1" hangingPunct="1">
              <a:lnSpc>
                <a:spcPct val="90000"/>
              </a:lnSpc>
              <a:buFont typeface="Wingdings" pitchFamily="2" charset="2"/>
              <a:buNone/>
            </a:pPr>
            <a:r>
              <a:rPr lang="en-US" altLang="zh-CN" sz="2800" b="1">
                <a:sym typeface="Symbol" pitchFamily="2" charset="2"/>
              </a:rPr>
              <a:t>      if（Request</a:t>
            </a:r>
            <a:r>
              <a:rPr lang="en-US" altLang="zh-CN" sz="2800" b="1" baseline="-25000"/>
              <a:t>i</a:t>
            </a:r>
            <a:r>
              <a:rPr lang="en-US" altLang="zh-CN" sz="2800" b="1"/>
              <a:t>≤Work）</a:t>
            </a:r>
          </a:p>
          <a:p>
            <a:pPr eaLnBrk="1" hangingPunct="1">
              <a:lnSpc>
                <a:spcPct val="90000"/>
              </a:lnSpc>
              <a:buFont typeface="Wingdings" pitchFamily="2" charset="2"/>
              <a:buNone/>
            </a:pPr>
            <a:r>
              <a:rPr lang="en-US" altLang="zh-CN" sz="2800" b="1"/>
              <a:t>      {</a:t>
            </a:r>
          </a:p>
          <a:p>
            <a:pPr eaLnBrk="1" hangingPunct="1">
              <a:lnSpc>
                <a:spcPct val="90000"/>
              </a:lnSpc>
              <a:buFont typeface="Wingdings" pitchFamily="2" charset="2"/>
              <a:buNone/>
            </a:pPr>
            <a:r>
              <a:rPr lang="en-US" altLang="zh-CN" sz="2800" b="1"/>
              <a:t>           Work=Work+Allocation</a:t>
            </a:r>
            <a:r>
              <a:rPr lang="en-US" altLang="zh-CN" sz="2800" b="1" baseline="-25000"/>
              <a:t>i</a:t>
            </a:r>
            <a:r>
              <a:rPr lang="en-US" altLang="zh-CN" sz="2800" b="1"/>
              <a:t>;</a:t>
            </a:r>
          </a:p>
          <a:p>
            <a:pPr eaLnBrk="1" hangingPunct="1">
              <a:lnSpc>
                <a:spcPct val="90000"/>
              </a:lnSpc>
              <a:buFont typeface="Wingdings" pitchFamily="2" charset="2"/>
              <a:buNone/>
            </a:pPr>
            <a:r>
              <a:rPr lang="en-US" altLang="zh-CN" sz="2800" b="1"/>
              <a:t>           L=L∪ L</a:t>
            </a:r>
            <a:r>
              <a:rPr lang="en-US" altLang="zh-CN" sz="2800" b="1" baseline="-25000"/>
              <a:t>i</a:t>
            </a:r>
            <a:r>
              <a:rPr lang="en-US" altLang="zh-CN" sz="2800" b="1"/>
              <a:t>;</a:t>
            </a:r>
          </a:p>
          <a:p>
            <a:pPr eaLnBrk="1" hangingPunct="1">
              <a:lnSpc>
                <a:spcPct val="90000"/>
              </a:lnSpc>
              <a:buFont typeface="Wingdings" pitchFamily="2" charset="2"/>
              <a:buNone/>
            </a:pPr>
            <a:r>
              <a:rPr lang="en-US" altLang="zh-CN" sz="2800" b="1"/>
              <a:t>      }</a:t>
            </a:r>
          </a:p>
          <a:p>
            <a:pPr eaLnBrk="1" hangingPunct="1">
              <a:lnSpc>
                <a:spcPct val="90000"/>
              </a:lnSpc>
              <a:buFont typeface="Wingdings" pitchFamily="2" charset="2"/>
              <a:buNone/>
            </a:pPr>
            <a:r>
              <a:rPr lang="en-US" altLang="zh-CN" sz="2800" b="1"/>
              <a:t>  }</a:t>
            </a:r>
          </a:p>
          <a:p>
            <a:pPr eaLnBrk="1" hangingPunct="1">
              <a:lnSpc>
                <a:spcPct val="90000"/>
              </a:lnSpc>
              <a:buFont typeface="Wingdings" pitchFamily="2" charset="2"/>
              <a:buNone/>
            </a:pPr>
            <a:r>
              <a:rPr lang="en-US" altLang="zh-CN" sz="2800" b="1"/>
              <a:t>deadlock=</a:t>
            </a:r>
            <a:r>
              <a:rPr lang="en-US" altLang="zh-CN" sz="2800" b="1">
                <a:sym typeface="Symbol" pitchFamily="2" charset="2"/>
              </a:rPr>
              <a:t>(L==&lt;p</a:t>
            </a:r>
            <a:r>
              <a:rPr lang="en-US" altLang="zh-CN" sz="2800" b="1" baseline="-25000">
                <a:sym typeface="Symbol" pitchFamily="2" charset="2"/>
              </a:rPr>
              <a:t>1</a:t>
            </a:r>
            <a:r>
              <a:rPr lang="en-US" altLang="zh-CN" sz="2800" b="1">
                <a:sym typeface="Symbol" pitchFamily="2" charset="2"/>
              </a:rPr>
              <a:t>,p</a:t>
            </a:r>
            <a:r>
              <a:rPr lang="en-US" altLang="zh-CN" sz="2800" b="1" baseline="-25000">
                <a:sym typeface="Symbol" pitchFamily="2" charset="2"/>
              </a:rPr>
              <a:t>2</a:t>
            </a:r>
            <a:r>
              <a:rPr lang="en-US" altLang="zh-CN" sz="2800" b="1">
                <a:sym typeface="Symbol" pitchFamily="2" charset="2"/>
              </a:rPr>
              <a:t>,…p</a:t>
            </a:r>
            <a:r>
              <a:rPr lang="en-US" altLang="zh-CN" sz="2800" b="1" baseline="-25000">
                <a:sym typeface="Symbol" pitchFamily="2" charset="2"/>
              </a:rPr>
              <a:t>n</a:t>
            </a:r>
            <a:r>
              <a:rPr lang="en-US" altLang="zh-CN" sz="2800" b="1">
                <a:sym typeface="Symbol" pitchFamily="2" charset="2"/>
              </a:rPr>
              <a:t>&gt;)</a:t>
            </a:r>
          </a:p>
        </p:txBody>
      </p:sp>
      <p:sp>
        <p:nvSpPr>
          <p:cNvPr id="2" name="灯片编号占位符 1">
            <a:extLst>
              <a:ext uri="{FF2B5EF4-FFF2-40B4-BE49-F238E27FC236}">
                <a16:creationId xmlns:a16="http://schemas.microsoft.com/office/drawing/2014/main" id="{ABB75231-69CA-7D94-3BA6-0E4FE8B07528}"/>
              </a:ext>
            </a:extLst>
          </p:cNvPr>
          <p:cNvSpPr>
            <a:spLocks noGrp="1"/>
          </p:cNvSpPr>
          <p:nvPr>
            <p:ph type="sldNum" sz="quarter" idx="12"/>
          </p:nvPr>
        </p:nvSpPr>
        <p:spPr/>
        <p:txBody>
          <a:bodyPr/>
          <a:lstStyle/>
          <a:p>
            <a:fld id="{4093CC90-4002-504C-BD88-C9A1D374048E}" type="slidenum">
              <a:rPr lang="zh-CN" altLang="en-US" smtClean="0"/>
              <a:pPr/>
              <a:t>52</a:t>
            </a:fld>
            <a:endParaRPr lang="zh-CN" altLang="en-US" dirty="0"/>
          </a:p>
        </p:txBody>
      </p:sp>
    </p:spTree>
  </p:cSld>
  <p:clrMapOvr>
    <a:masterClrMapping/>
  </p:clrMapOvr>
  <p:transition spd="med">
    <p:zoom/>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1" name="Rectangle 2">
            <a:extLst>
              <a:ext uri="{FF2B5EF4-FFF2-40B4-BE49-F238E27FC236}">
                <a16:creationId xmlns:a16="http://schemas.microsoft.com/office/drawing/2014/main" id="{17929087-54DE-D61D-2D87-C41CFFE635E0}"/>
              </a:ext>
            </a:extLst>
          </p:cNvPr>
          <p:cNvSpPr>
            <a:spLocks noGrp="1" noChangeArrowheads="1"/>
          </p:cNvSpPr>
          <p:nvPr>
            <p:ph type="title"/>
          </p:nvPr>
        </p:nvSpPr>
        <p:spPr>
          <a:xfrm>
            <a:off x="1042988" y="225431"/>
            <a:ext cx="7850187" cy="746125"/>
          </a:xfrm>
        </p:spPr>
        <p:txBody>
          <a:bodyPr/>
          <a:lstStyle/>
          <a:p>
            <a:r>
              <a:rPr lang="zh-CN" altLang="en-US" dirty="0"/>
              <a:t>死锁恢复（死锁解除）</a:t>
            </a:r>
          </a:p>
        </p:txBody>
      </p:sp>
      <p:sp>
        <p:nvSpPr>
          <p:cNvPr id="81922" name="Rectangle 3">
            <a:extLst>
              <a:ext uri="{FF2B5EF4-FFF2-40B4-BE49-F238E27FC236}">
                <a16:creationId xmlns:a16="http://schemas.microsoft.com/office/drawing/2014/main" id="{BE153F24-860A-B394-469E-1ED6AA64B8F6}"/>
              </a:ext>
            </a:extLst>
          </p:cNvPr>
          <p:cNvSpPr>
            <a:spLocks noGrp="1" noChangeArrowheads="1"/>
          </p:cNvSpPr>
          <p:nvPr>
            <p:ph idx="1"/>
          </p:nvPr>
        </p:nvSpPr>
        <p:spPr>
          <a:xfrm>
            <a:off x="935038" y="1233488"/>
            <a:ext cx="7772400" cy="4895850"/>
          </a:xfrm>
        </p:spPr>
        <p:txBody>
          <a:bodyPr/>
          <a:lstStyle/>
          <a:p>
            <a:r>
              <a:rPr lang="zh-CN" altLang="en-US" dirty="0"/>
              <a:t>一旦检测出系统中出现了死锁，就应将陷入死锁的进程从死锁状态中解脱出来，常用的死锁解除方法有两种：</a:t>
            </a:r>
          </a:p>
          <a:p>
            <a:pPr lvl="1"/>
            <a:r>
              <a:rPr lang="zh-CN" altLang="en-US" dirty="0"/>
              <a:t>撤消进程法</a:t>
            </a:r>
            <a:endParaRPr lang="en-US" altLang="zh-CN" dirty="0"/>
          </a:p>
          <a:p>
            <a:pPr lvl="1"/>
            <a:r>
              <a:rPr lang="zh-CN" altLang="en-US"/>
              <a:t>资源剥夺法</a:t>
            </a:r>
          </a:p>
        </p:txBody>
      </p:sp>
      <p:sp>
        <p:nvSpPr>
          <p:cNvPr id="2" name="灯片编号占位符 1">
            <a:extLst>
              <a:ext uri="{FF2B5EF4-FFF2-40B4-BE49-F238E27FC236}">
                <a16:creationId xmlns:a16="http://schemas.microsoft.com/office/drawing/2014/main" id="{884C1CE3-A654-2BF6-F6F6-EF1A8EC206D8}"/>
              </a:ext>
            </a:extLst>
          </p:cNvPr>
          <p:cNvSpPr>
            <a:spLocks noGrp="1"/>
          </p:cNvSpPr>
          <p:nvPr>
            <p:ph type="sldNum" sz="quarter" idx="12"/>
          </p:nvPr>
        </p:nvSpPr>
        <p:spPr>
          <a:xfrm>
            <a:off x="6781800" y="6324600"/>
            <a:ext cx="1905000" cy="457200"/>
          </a:xfrm>
        </p:spPr>
        <p:txBody>
          <a:bodyPr/>
          <a:lstStyle/>
          <a:p>
            <a:fld id="{4093CC90-4002-504C-BD88-C9A1D374048E}" type="slidenum">
              <a:rPr lang="zh-CN" altLang="en-US" smtClean="0"/>
              <a:pPr/>
              <a:t>53</a:t>
            </a:fld>
            <a:endParaRPr lang="zh-CN" altLang="en-US" dirty="0"/>
          </a:p>
        </p:txBody>
      </p:sp>
    </p:spTree>
  </p:cSld>
  <p:clrMapOvr>
    <a:masterClrMapping/>
  </p:clrMapOvr>
  <p:transition spd="med">
    <p:zoom/>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5" name="Rectangle 2">
            <a:extLst>
              <a:ext uri="{FF2B5EF4-FFF2-40B4-BE49-F238E27FC236}">
                <a16:creationId xmlns:a16="http://schemas.microsoft.com/office/drawing/2014/main" id="{0A06BAC0-4C61-CD72-F689-85572CEE3A40}"/>
              </a:ext>
            </a:extLst>
          </p:cNvPr>
          <p:cNvSpPr>
            <a:spLocks noGrp="1" noChangeArrowheads="1"/>
          </p:cNvSpPr>
          <p:nvPr>
            <p:ph type="title"/>
          </p:nvPr>
        </p:nvSpPr>
        <p:spPr>
          <a:xfrm>
            <a:off x="1042988" y="225431"/>
            <a:ext cx="7850187" cy="746125"/>
          </a:xfrm>
        </p:spPr>
        <p:txBody>
          <a:bodyPr/>
          <a:lstStyle/>
          <a:p>
            <a:r>
              <a:rPr lang="zh-CN" altLang="en-US" dirty="0"/>
              <a:t>进程终止（撤消进程）</a:t>
            </a:r>
          </a:p>
        </p:txBody>
      </p:sp>
      <p:sp>
        <p:nvSpPr>
          <p:cNvPr id="344067" name="Rectangle 3">
            <a:extLst>
              <a:ext uri="{FF2B5EF4-FFF2-40B4-BE49-F238E27FC236}">
                <a16:creationId xmlns:a16="http://schemas.microsoft.com/office/drawing/2014/main" id="{FD01C3D6-2589-B262-5D30-7D624B4E6083}"/>
              </a:ext>
            </a:extLst>
          </p:cNvPr>
          <p:cNvSpPr>
            <a:spLocks noGrp="1" noChangeArrowheads="1"/>
          </p:cNvSpPr>
          <p:nvPr>
            <p:ph idx="1"/>
          </p:nvPr>
        </p:nvSpPr>
        <p:spPr>
          <a:xfrm>
            <a:off x="935038" y="1233488"/>
            <a:ext cx="7772400" cy="4895850"/>
          </a:xfrm>
        </p:spPr>
        <p:txBody>
          <a:bodyPr>
            <a:normAutofit fontScale="92500" lnSpcReduction="20000"/>
          </a:bodyPr>
          <a:lstStyle/>
          <a:p>
            <a:r>
              <a:rPr lang="zh-CN" altLang="en-US" dirty="0"/>
              <a:t>通过终止进程消除死锁有两种方法：</a:t>
            </a:r>
          </a:p>
          <a:p>
            <a:pPr lvl="1"/>
            <a:r>
              <a:rPr lang="zh-CN" altLang="en-US" dirty="0"/>
              <a:t>终止所有死锁进程：这种方法打破了死锁环，但代价大</a:t>
            </a:r>
          </a:p>
          <a:p>
            <a:pPr lvl="1"/>
            <a:r>
              <a:rPr lang="zh-CN" altLang="en-US" dirty="0"/>
              <a:t>一次只终止一个进程直到消除死锁：这种方法开销大，因为每终止一个进程就要检测死锁</a:t>
            </a:r>
            <a:endParaRPr lang="en-US" altLang="zh-CN" dirty="0"/>
          </a:p>
          <a:p>
            <a:r>
              <a:rPr lang="zh-CN" altLang="en-US" dirty="0"/>
              <a:t>影响中止进程选择的因素</a:t>
            </a:r>
            <a:endParaRPr lang="en-US" altLang="zh-CN" dirty="0"/>
          </a:p>
          <a:p>
            <a:pPr lvl="1"/>
            <a:r>
              <a:rPr lang="zh-CN" altLang="en-US" dirty="0"/>
              <a:t>进程的优先级  </a:t>
            </a:r>
            <a:endParaRPr lang="en-US" altLang="zh-CN" dirty="0"/>
          </a:p>
          <a:p>
            <a:pPr lvl="1"/>
            <a:r>
              <a:rPr lang="zh-CN" altLang="en-US" dirty="0"/>
              <a:t>进程已经计算了多久，还需要多长时间完成</a:t>
            </a:r>
          </a:p>
          <a:p>
            <a:pPr lvl="1"/>
            <a:r>
              <a:rPr lang="zh-CN" altLang="en-US" dirty="0"/>
              <a:t>进程使用的资源，进程完成还需要多少资源</a:t>
            </a:r>
          </a:p>
          <a:p>
            <a:pPr lvl="1"/>
            <a:r>
              <a:rPr lang="zh-CN" altLang="en-US" dirty="0"/>
              <a:t>多少个进程需要被终止</a:t>
            </a:r>
          </a:p>
          <a:p>
            <a:pPr lvl="1"/>
            <a:r>
              <a:rPr lang="zh-CN" altLang="en-US" dirty="0"/>
              <a:t>进程是交互的还是批处理</a:t>
            </a:r>
          </a:p>
        </p:txBody>
      </p:sp>
      <p:sp>
        <p:nvSpPr>
          <p:cNvPr id="2" name="灯片编号占位符 1">
            <a:extLst>
              <a:ext uri="{FF2B5EF4-FFF2-40B4-BE49-F238E27FC236}">
                <a16:creationId xmlns:a16="http://schemas.microsoft.com/office/drawing/2014/main" id="{444D121F-5181-BCF9-8FBE-308F79549027}"/>
              </a:ext>
            </a:extLst>
          </p:cNvPr>
          <p:cNvSpPr>
            <a:spLocks noGrp="1"/>
          </p:cNvSpPr>
          <p:nvPr>
            <p:ph type="sldNum" sz="quarter" idx="12"/>
          </p:nvPr>
        </p:nvSpPr>
        <p:spPr>
          <a:xfrm>
            <a:off x="6781800" y="6324600"/>
            <a:ext cx="1905000" cy="457200"/>
          </a:xfrm>
        </p:spPr>
        <p:txBody>
          <a:bodyPr/>
          <a:lstStyle/>
          <a:p>
            <a:fld id="{4093CC90-4002-504C-BD88-C9A1D374048E}" type="slidenum">
              <a:rPr lang="zh-CN" altLang="en-US" smtClean="0"/>
              <a:pPr/>
              <a:t>54</a:t>
            </a:fld>
            <a:endParaRPr lang="zh-CN" altLang="en-US" dirty="0"/>
          </a:p>
        </p:txBody>
      </p:sp>
    </p:spTree>
  </p:cSld>
  <p:clrMapOvr>
    <a:masterClrMapping/>
  </p:clrMapOvr>
  <p:transition spd="med">
    <p:zoom/>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3" name="Rectangle 2">
            <a:extLst>
              <a:ext uri="{FF2B5EF4-FFF2-40B4-BE49-F238E27FC236}">
                <a16:creationId xmlns:a16="http://schemas.microsoft.com/office/drawing/2014/main" id="{8C15B885-733E-7510-A984-B22486C3F0A1}"/>
              </a:ext>
            </a:extLst>
          </p:cNvPr>
          <p:cNvSpPr>
            <a:spLocks noGrp="1" noChangeArrowheads="1"/>
          </p:cNvSpPr>
          <p:nvPr>
            <p:ph type="title"/>
          </p:nvPr>
        </p:nvSpPr>
        <p:spPr>
          <a:xfrm>
            <a:off x="1042988" y="225431"/>
            <a:ext cx="7850187" cy="746125"/>
          </a:xfrm>
        </p:spPr>
        <p:txBody>
          <a:bodyPr/>
          <a:lstStyle/>
          <a:p>
            <a:r>
              <a:rPr lang="zh-CN" altLang="en-US" dirty="0"/>
              <a:t>资源抢占（资源剥夺）</a:t>
            </a:r>
          </a:p>
        </p:txBody>
      </p:sp>
      <p:sp>
        <p:nvSpPr>
          <p:cNvPr id="347139" name="Rectangle 3">
            <a:extLst>
              <a:ext uri="{FF2B5EF4-FFF2-40B4-BE49-F238E27FC236}">
                <a16:creationId xmlns:a16="http://schemas.microsoft.com/office/drawing/2014/main" id="{3FD9D7A9-60F7-DD3B-EA90-6AC63CECA1A4}"/>
              </a:ext>
            </a:extLst>
          </p:cNvPr>
          <p:cNvSpPr>
            <a:spLocks noGrp="1" noChangeArrowheads="1"/>
          </p:cNvSpPr>
          <p:nvPr>
            <p:ph idx="1"/>
          </p:nvPr>
        </p:nvSpPr>
        <p:spPr>
          <a:xfrm>
            <a:off x="935038" y="1233488"/>
            <a:ext cx="7772400" cy="4895850"/>
          </a:xfrm>
        </p:spPr>
        <p:txBody>
          <a:bodyPr/>
          <a:lstStyle/>
          <a:p>
            <a:r>
              <a:rPr lang="zh-CN" altLang="en-US" dirty="0"/>
              <a:t>逐步从进程中抢占资源给其他进程使用，直到死锁环被打破为止。</a:t>
            </a:r>
          </a:p>
          <a:p>
            <a:r>
              <a:rPr lang="zh-CN" altLang="en-US" dirty="0"/>
              <a:t>使用抢占来处理死锁，有三个问题需要处理：</a:t>
            </a:r>
          </a:p>
          <a:p>
            <a:pPr lvl="1"/>
            <a:r>
              <a:rPr lang="zh-CN" altLang="en-US" dirty="0"/>
              <a:t>选择一个牺牲：最小代价</a:t>
            </a:r>
          </a:p>
          <a:p>
            <a:pPr lvl="1"/>
            <a:r>
              <a:rPr lang="zh-CN" altLang="en-US" dirty="0"/>
              <a:t>回退：返回到安全状态，然后重新启动进程</a:t>
            </a:r>
            <a:endParaRPr lang="en-US" altLang="zh-CN" dirty="0"/>
          </a:p>
          <a:p>
            <a:pPr lvl="1"/>
            <a:r>
              <a:rPr lang="zh-CN" altLang="en-US" dirty="0"/>
              <a:t>饥饿：同一进程可能总是被选中</a:t>
            </a:r>
          </a:p>
          <a:p>
            <a:endParaRPr lang="en-US" altLang="zh-CN" dirty="0"/>
          </a:p>
        </p:txBody>
      </p:sp>
      <p:sp>
        <p:nvSpPr>
          <p:cNvPr id="2" name="灯片编号占位符 1">
            <a:extLst>
              <a:ext uri="{FF2B5EF4-FFF2-40B4-BE49-F238E27FC236}">
                <a16:creationId xmlns:a16="http://schemas.microsoft.com/office/drawing/2014/main" id="{E47936EA-828B-11B4-6897-78C8956045B4}"/>
              </a:ext>
            </a:extLst>
          </p:cNvPr>
          <p:cNvSpPr>
            <a:spLocks noGrp="1"/>
          </p:cNvSpPr>
          <p:nvPr>
            <p:ph type="sldNum" sz="quarter" idx="12"/>
          </p:nvPr>
        </p:nvSpPr>
        <p:spPr>
          <a:xfrm>
            <a:off x="6781800" y="6324600"/>
            <a:ext cx="1905000" cy="457200"/>
          </a:xfrm>
        </p:spPr>
        <p:txBody>
          <a:bodyPr/>
          <a:lstStyle/>
          <a:p>
            <a:fld id="{4093CC90-4002-504C-BD88-C9A1D374048E}" type="slidenum">
              <a:rPr lang="zh-CN" altLang="en-US" smtClean="0"/>
              <a:pPr/>
              <a:t>55</a:t>
            </a:fld>
            <a:endParaRPr lang="zh-CN" altLang="en-US" dirty="0"/>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347139">
                                            <p:txEl>
                                              <p:pRg st="0" end="0"/>
                                            </p:txEl>
                                          </p:spTgt>
                                        </p:tgtEl>
                                        <p:attrNameLst>
                                          <p:attrName>style.visibility</p:attrName>
                                        </p:attrNameLst>
                                      </p:cBhvr>
                                      <p:to>
                                        <p:strVal val="visible"/>
                                      </p:to>
                                    </p:set>
                                    <p:animEffect transition="in" filter="checkerboard(across)">
                                      <p:cBhvr>
                                        <p:cTn id="7" dur="500"/>
                                        <p:tgtEl>
                                          <p:spTgt spid="34713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347139">
                                            <p:txEl>
                                              <p:pRg st="1" end="1"/>
                                            </p:txEl>
                                          </p:spTgt>
                                        </p:tgtEl>
                                        <p:attrNameLst>
                                          <p:attrName>style.visibility</p:attrName>
                                        </p:attrNameLst>
                                      </p:cBhvr>
                                      <p:to>
                                        <p:strVal val="visible"/>
                                      </p:to>
                                    </p:set>
                                    <p:animEffect transition="in" filter="checkerboard(across)">
                                      <p:cBhvr>
                                        <p:cTn id="12" dur="500"/>
                                        <p:tgtEl>
                                          <p:spTgt spid="34713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347139">
                                            <p:txEl>
                                              <p:pRg st="2" end="2"/>
                                            </p:txEl>
                                          </p:spTgt>
                                        </p:tgtEl>
                                        <p:attrNameLst>
                                          <p:attrName>style.visibility</p:attrName>
                                        </p:attrNameLst>
                                      </p:cBhvr>
                                      <p:to>
                                        <p:strVal val="visible"/>
                                      </p:to>
                                    </p:set>
                                    <p:animEffect transition="in" filter="checkerboard(across)">
                                      <p:cBhvr>
                                        <p:cTn id="17" dur="500"/>
                                        <p:tgtEl>
                                          <p:spTgt spid="347139">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nodeType="clickEffect">
                                  <p:stCondLst>
                                    <p:cond delay="0"/>
                                  </p:stCondLst>
                                  <p:childTnLst>
                                    <p:set>
                                      <p:cBhvr>
                                        <p:cTn id="21" dur="1" fill="hold">
                                          <p:stCondLst>
                                            <p:cond delay="0"/>
                                          </p:stCondLst>
                                        </p:cTn>
                                        <p:tgtEl>
                                          <p:spTgt spid="347139">
                                            <p:txEl>
                                              <p:pRg st="3" end="3"/>
                                            </p:txEl>
                                          </p:spTgt>
                                        </p:tgtEl>
                                        <p:attrNameLst>
                                          <p:attrName>style.visibility</p:attrName>
                                        </p:attrNameLst>
                                      </p:cBhvr>
                                      <p:to>
                                        <p:strVal val="visible"/>
                                      </p:to>
                                    </p:set>
                                    <p:animEffect transition="in" filter="checkerboard(across)">
                                      <p:cBhvr>
                                        <p:cTn id="22" dur="500"/>
                                        <p:tgtEl>
                                          <p:spTgt spid="347139">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5" presetClass="entr" presetSubtype="10" fill="hold" nodeType="clickEffect">
                                  <p:stCondLst>
                                    <p:cond delay="0"/>
                                  </p:stCondLst>
                                  <p:childTnLst>
                                    <p:set>
                                      <p:cBhvr>
                                        <p:cTn id="26" dur="1" fill="hold">
                                          <p:stCondLst>
                                            <p:cond delay="0"/>
                                          </p:stCondLst>
                                        </p:cTn>
                                        <p:tgtEl>
                                          <p:spTgt spid="347139">
                                            <p:txEl>
                                              <p:pRg st="4" end="4"/>
                                            </p:txEl>
                                          </p:spTgt>
                                        </p:tgtEl>
                                        <p:attrNameLst>
                                          <p:attrName>style.visibility</p:attrName>
                                        </p:attrNameLst>
                                      </p:cBhvr>
                                      <p:to>
                                        <p:strVal val="visible"/>
                                      </p:to>
                                    </p:set>
                                    <p:animEffect transition="in" filter="checkerboard(across)">
                                      <p:cBhvr>
                                        <p:cTn id="27" dur="500"/>
                                        <p:tgtEl>
                                          <p:spTgt spid="347139">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7139" grpId="0" build="p"/>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1" name="Rectangle 2">
            <a:extLst>
              <a:ext uri="{FF2B5EF4-FFF2-40B4-BE49-F238E27FC236}">
                <a16:creationId xmlns:a16="http://schemas.microsoft.com/office/drawing/2014/main" id="{501C96D4-9996-366D-E81F-BBF3DCD20550}"/>
              </a:ext>
            </a:extLst>
          </p:cNvPr>
          <p:cNvSpPr>
            <a:spLocks noGrp="1" noChangeArrowheads="1"/>
          </p:cNvSpPr>
          <p:nvPr>
            <p:ph type="title"/>
          </p:nvPr>
        </p:nvSpPr>
        <p:spPr/>
        <p:txBody>
          <a:bodyPr/>
          <a:lstStyle/>
          <a:p>
            <a:pPr eaLnBrk="1" hangingPunct="1"/>
            <a:r>
              <a:rPr lang="zh-CN" altLang="en-US">
                <a:solidFill>
                  <a:schemeClr val="tx1"/>
                </a:solidFill>
              </a:rPr>
              <a:t>处理死锁的综合方法</a:t>
            </a:r>
          </a:p>
        </p:txBody>
      </p:sp>
      <p:sp>
        <p:nvSpPr>
          <p:cNvPr id="227331" name="Rectangle 3">
            <a:extLst>
              <a:ext uri="{FF2B5EF4-FFF2-40B4-BE49-F238E27FC236}">
                <a16:creationId xmlns:a16="http://schemas.microsoft.com/office/drawing/2014/main" id="{649A9959-0AB7-9110-8724-A80D5DA99A05}"/>
              </a:ext>
            </a:extLst>
          </p:cNvPr>
          <p:cNvSpPr>
            <a:spLocks noGrp="1" noChangeArrowheads="1"/>
          </p:cNvSpPr>
          <p:nvPr>
            <p:ph idx="1"/>
          </p:nvPr>
        </p:nvSpPr>
        <p:spPr>
          <a:xfrm>
            <a:off x="684213" y="1125538"/>
            <a:ext cx="8270875" cy="4459287"/>
          </a:xfrm>
        </p:spPr>
        <p:txBody>
          <a:bodyPr/>
          <a:lstStyle/>
          <a:p>
            <a:pPr eaLnBrk="1" hangingPunct="1"/>
            <a:r>
              <a:rPr lang="zh-CN" altLang="en-US"/>
              <a:t>单独使用处理死锁的某种方法不能全面解决</a:t>
            </a:r>
            <a:r>
              <a:rPr lang="en-US" altLang="zh-CN"/>
              <a:t>OS</a:t>
            </a:r>
            <a:r>
              <a:rPr lang="zh-CN" altLang="en-US"/>
              <a:t>中遇到的所有死锁问题。</a:t>
            </a:r>
          </a:p>
          <a:p>
            <a:pPr eaLnBrk="1" hangingPunct="1"/>
            <a:r>
              <a:rPr lang="zh-CN" altLang="en-US"/>
              <a:t>综合解决的办法是：将系统中的资源按层次分为若干类，对每一类资源使用最适合它的办法解决死锁问题。即使发生死锁，一个死锁环也只包含某一层次的资源，因此整个系统不会受控于死锁。</a:t>
            </a:r>
          </a:p>
        </p:txBody>
      </p:sp>
      <p:sp>
        <p:nvSpPr>
          <p:cNvPr id="2" name="灯片编号占位符 1">
            <a:extLst>
              <a:ext uri="{FF2B5EF4-FFF2-40B4-BE49-F238E27FC236}">
                <a16:creationId xmlns:a16="http://schemas.microsoft.com/office/drawing/2014/main" id="{64E173F5-BBB6-978B-C8B2-D0E63CCECB49}"/>
              </a:ext>
            </a:extLst>
          </p:cNvPr>
          <p:cNvSpPr>
            <a:spLocks noGrp="1"/>
          </p:cNvSpPr>
          <p:nvPr>
            <p:ph type="sldNum" sz="quarter" idx="12"/>
          </p:nvPr>
        </p:nvSpPr>
        <p:spPr/>
        <p:txBody>
          <a:bodyPr/>
          <a:lstStyle/>
          <a:p>
            <a:fld id="{4093CC90-4002-504C-BD88-C9A1D374048E}" type="slidenum">
              <a:rPr lang="zh-CN" altLang="en-US" smtClean="0"/>
              <a:pPr/>
              <a:t>56</a:t>
            </a:fld>
            <a:endParaRPr lang="zh-CN" altLang="en-US" dirty="0"/>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227331">
                                            <p:txEl>
                                              <p:pRg st="0" end="0"/>
                                            </p:txEl>
                                          </p:spTgt>
                                        </p:tgtEl>
                                        <p:attrNameLst>
                                          <p:attrName>style.visibility</p:attrName>
                                        </p:attrNameLst>
                                      </p:cBhvr>
                                      <p:to>
                                        <p:strVal val="visible"/>
                                      </p:to>
                                    </p:set>
                                    <p:animEffect transition="in" filter="checkerboard(across)">
                                      <p:cBhvr>
                                        <p:cTn id="7" dur="500"/>
                                        <p:tgtEl>
                                          <p:spTgt spid="227331">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nodeType="clickEffect">
                                  <p:stCondLst>
                                    <p:cond delay="0"/>
                                  </p:stCondLst>
                                  <p:childTnLst>
                                    <p:set>
                                      <p:cBhvr>
                                        <p:cTn id="11" dur="1" fill="hold">
                                          <p:stCondLst>
                                            <p:cond delay="0"/>
                                          </p:stCondLst>
                                        </p:cTn>
                                        <p:tgtEl>
                                          <p:spTgt spid="227331">
                                            <p:txEl>
                                              <p:pRg st="1" end="1"/>
                                            </p:txEl>
                                          </p:spTgt>
                                        </p:tgtEl>
                                        <p:attrNameLst>
                                          <p:attrName>style.visibility</p:attrName>
                                        </p:attrNameLst>
                                      </p:cBhvr>
                                      <p:to>
                                        <p:strVal val="visible"/>
                                      </p:to>
                                    </p:set>
                                    <p:animEffect transition="in" filter="checkerboard(across)">
                                      <p:cBhvr>
                                        <p:cTn id="12" dur="500"/>
                                        <p:tgtEl>
                                          <p:spTgt spid="227331">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7331" grpId="0" build="p"/>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5" name="Rectangle 2">
            <a:extLst>
              <a:ext uri="{FF2B5EF4-FFF2-40B4-BE49-F238E27FC236}">
                <a16:creationId xmlns:a16="http://schemas.microsoft.com/office/drawing/2014/main" id="{B43FCE14-A033-37AA-31A0-9728D1E925A3}"/>
              </a:ext>
            </a:extLst>
          </p:cNvPr>
          <p:cNvSpPr>
            <a:spLocks noGrp="1" noChangeArrowheads="1"/>
          </p:cNvSpPr>
          <p:nvPr>
            <p:ph type="title"/>
          </p:nvPr>
        </p:nvSpPr>
        <p:spPr/>
        <p:txBody>
          <a:bodyPr/>
          <a:lstStyle/>
          <a:p>
            <a:pPr eaLnBrk="1" hangingPunct="1"/>
            <a:r>
              <a:rPr lang="zh-CN" altLang="en-US">
                <a:solidFill>
                  <a:schemeClr val="tx1"/>
                </a:solidFill>
              </a:rPr>
              <a:t>综合方法例</a:t>
            </a:r>
          </a:p>
        </p:txBody>
      </p:sp>
      <p:sp>
        <p:nvSpPr>
          <p:cNvPr id="88066" name="Rectangle 3">
            <a:extLst>
              <a:ext uri="{FF2B5EF4-FFF2-40B4-BE49-F238E27FC236}">
                <a16:creationId xmlns:a16="http://schemas.microsoft.com/office/drawing/2014/main" id="{DD22FE6F-9373-DE75-C327-BA8C5B9F56B8}"/>
              </a:ext>
            </a:extLst>
          </p:cNvPr>
          <p:cNvSpPr>
            <a:spLocks noGrp="1" noChangeArrowheads="1"/>
          </p:cNvSpPr>
          <p:nvPr>
            <p:ph idx="1"/>
          </p:nvPr>
        </p:nvSpPr>
        <p:spPr>
          <a:xfrm>
            <a:off x="827088" y="1052513"/>
            <a:ext cx="8077200" cy="4897437"/>
          </a:xfrm>
        </p:spPr>
        <p:txBody>
          <a:bodyPr/>
          <a:lstStyle/>
          <a:p>
            <a:pPr eaLnBrk="1" hangingPunct="1"/>
            <a:r>
              <a:rPr lang="zh-CN" altLang="en-US"/>
              <a:t>将系统的资源分为四个层次：</a:t>
            </a:r>
          </a:p>
          <a:p>
            <a:pPr lvl="1" eaLnBrk="1" hangingPunct="1"/>
            <a:r>
              <a:rPr lang="zh-CN" altLang="en-US"/>
              <a:t>内部资源：由系统本身使用，如</a:t>
            </a:r>
            <a:r>
              <a:rPr lang="en-US" altLang="zh-CN"/>
              <a:t>PCB，</a:t>
            </a:r>
            <a:r>
              <a:rPr lang="zh-CN" altLang="en-US"/>
              <a:t>采用有序资源分配法。</a:t>
            </a:r>
          </a:p>
          <a:p>
            <a:pPr lvl="1" eaLnBrk="1" hangingPunct="1"/>
            <a:r>
              <a:rPr lang="zh-CN" altLang="en-US"/>
              <a:t>主存资源：采用资源剥夺法。</a:t>
            </a:r>
          </a:p>
          <a:p>
            <a:pPr lvl="1" eaLnBrk="1" hangingPunct="1"/>
            <a:r>
              <a:rPr lang="zh-CN" altLang="en-US"/>
              <a:t>作业资源：可分配的设备和文件。采用死锁避免法。</a:t>
            </a:r>
          </a:p>
          <a:p>
            <a:pPr lvl="1" eaLnBrk="1" hangingPunct="1"/>
            <a:r>
              <a:rPr lang="zh-CN" altLang="en-US"/>
              <a:t>交换空间：采用静态分配法。</a:t>
            </a:r>
          </a:p>
        </p:txBody>
      </p:sp>
      <p:sp>
        <p:nvSpPr>
          <p:cNvPr id="2" name="灯片编号占位符 1">
            <a:extLst>
              <a:ext uri="{FF2B5EF4-FFF2-40B4-BE49-F238E27FC236}">
                <a16:creationId xmlns:a16="http://schemas.microsoft.com/office/drawing/2014/main" id="{8605906F-2EB5-2FCC-D7D1-F13BAD4BF926}"/>
              </a:ext>
            </a:extLst>
          </p:cNvPr>
          <p:cNvSpPr>
            <a:spLocks noGrp="1"/>
          </p:cNvSpPr>
          <p:nvPr>
            <p:ph type="sldNum" sz="quarter" idx="12"/>
          </p:nvPr>
        </p:nvSpPr>
        <p:spPr/>
        <p:txBody>
          <a:bodyPr/>
          <a:lstStyle/>
          <a:p>
            <a:fld id="{4093CC90-4002-504C-BD88-C9A1D374048E}" type="slidenum">
              <a:rPr lang="zh-CN" altLang="en-US" smtClean="0"/>
              <a:pPr/>
              <a:t>57</a:t>
            </a:fld>
            <a:endParaRPr lang="zh-CN" altLang="en-US" dirty="0"/>
          </a:p>
        </p:txBody>
      </p:sp>
    </p:spTree>
  </p:cSld>
  <p:clrMapOvr>
    <a:masterClrMapping/>
  </p:clrMapOvr>
  <p:transition spd="med">
    <p:zoom/>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89" name="Rectangle 2">
            <a:extLst>
              <a:ext uri="{FF2B5EF4-FFF2-40B4-BE49-F238E27FC236}">
                <a16:creationId xmlns:a16="http://schemas.microsoft.com/office/drawing/2014/main" id="{B6AABE7C-2C6E-961D-ED65-5019B5EE4ACC}"/>
              </a:ext>
            </a:extLst>
          </p:cNvPr>
          <p:cNvSpPr>
            <a:spLocks noGrp="1" noChangeArrowheads="1"/>
          </p:cNvSpPr>
          <p:nvPr>
            <p:ph type="title"/>
          </p:nvPr>
        </p:nvSpPr>
        <p:spPr/>
        <p:txBody>
          <a:bodyPr/>
          <a:lstStyle/>
          <a:p>
            <a:pPr eaLnBrk="1" hangingPunct="1"/>
            <a:r>
              <a:rPr lang="zh-CN" altLang="en-US" dirty="0"/>
              <a:t>练习题</a:t>
            </a:r>
          </a:p>
        </p:txBody>
      </p:sp>
      <p:sp>
        <p:nvSpPr>
          <p:cNvPr id="87043" name="Rectangle 3">
            <a:extLst>
              <a:ext uri="{FF2B5EF4-FFF2-40B4-BE49-F238E27FC236}">
                <a16:creationId xmlns:a16="http://schemas.microsoft.com/office/drawing/2014/main" id="{AD6D977A-478F-1EEB-5F36-EE05C847C1EB}"/>
              </a:ext>
            </a:extLst>
          </p:cNvPr>
          <p:cNvSpPr>
            <a:spLocks noGrp="1"/>
          </p:cNvSpPr>
          <p:nvPr>
            <p:ph idx="1"/>
          </p:nvPr>
        </p:nvSpPr>
        <p:spPr>
          <a:xfrm>
            <a:off x="684213" y="1196975"/>
            <a:ext cx="8208962" cy="5194300"/>
          </a:xfrm>
        </p:spPr>
        <p:txBody>
          <a:bodyPr>
            <a:normAutofit/>
          </a:bodyPr>
          <a:lstStyle/>
          <a:p>
            <a:pPr eaLnBrk="1" hangingPunct="1"/>
            <a:r>
              <a:rPr kumimoji="1" sz="2000" noProof="1"/>
              <a:t>8.3 Consider the following snapshot of a system:</a:t>
            </a:r>
          </a:p>
          <a:p>
            <a:pPr marL="0" indent="0" eaLnBrk="1" hangingPunct="1">
              <a:buFont typeface="Wingdings" pitchFamily="2" charset="2"/>
              <a:buNone/>
            </a:pPr>
            <a:r>
              <a:rPr kumimoji="1" lang="en-US" sz="1800" noProof="1"/>
              <a:t>       </a:t>
            </a:r>
            <a:r>
              <a:rPr kumimoji="1" sz="1800" noProof="1"/>
              <a:t>Allocation </a:t>
            </a:r>
            <a:r>
              <a:rPr kumimoji="1" lang="en-US" sz="1800" noProof="1"/>
              <a:t>      </a:t>
            </a:r>
            <a:r>
              <a:rPr kumimoji="1" sz="1800" noProof="1"/>
              <a:t>Max</a:t>
            </a:r>
            <a:r>
              <a:rPr kumimoji="1" lang="en-US" sz="1800" noProof="1"/>
              <a:t>             </a:t>
            </a:r>
            <a:r>
              <a:rPr kumimoji="1" sz="1800" noProof="1"/>
              <a:t> Available</a:t>
            </a:r>
          </a:p>
          <a:p>
            <a:pPr marL="0" indent="0" eaLnBrk="1" hangingPunct="1">
              <a:buFont typeface="Wingdings" pitchFamily="2" charset="2"/>
              <a:buNone/>
            </a:pPr>
            <a:r>
              <a:rPr kumimoji="1" lang="en-US" sz="1800" noProof="1"/>
              <a:t>       </a:t>
            </a:r>
            <a:r>
              <a:rPr kumimoji="1" sz="1800" noProof="1"/>
              <a:t>A</a:t>
            </a:r>
            <a:r>
              <a:rPr kumimoji="1" lang="en-US" sz="1800" noProof="1"/>
              <a:t> </a:t>
            </a:r>
            <a:r>
              <a:rPr kumimoji="1" sz="1800" noProof="1"/>
              <a:t>B</a:t>
            </a:r>
            <a:r>
              <a:rPr kumimoji="1" lang="en-US" sz="1800" noProof="1"/>
              <a:t> </a:t>
            </a:r>
            <a:r>
              <a:rPr kumimoji="1" sz="1800" noProof="1"/>
              <a:t>C</a:t>
            </a:r>
            <a:r>
              <a:rPr kumimoji="1" lang="en-US" sz="1800" noProof="1"/>
              <a:t> </a:t>
            </a:r>
            <a:r>
              <a:rPr kumimoji="1" sz="1800" noProof="1"/>
              <a:t>D</a:t>
            </a:r>
            <a:r>
              <a:rPr kumimoji="1" lang="en-US" sz="1800" noProof="1"/>
              <a:t>        </a:t>
            </a:r>
            <a:r>
              <a:rPr kumimoji="1" sz="1800" noProof="1"/>
              <a:t> A</a:t>
            </a:r>
            <a:r>
              <a:rPr kumimoji="1" lang="en-US" sz="1800" noProof="1"/>
              <a:t> </a:t>
            </a:r>
            <a:r>
              <a:rPr kumimoji="1" sz="1800" noProof="1"/>
              <a:t>B</a:t>
            </a:r>
            <a:r>
              <a:rPr kumimoji="1" lang="en-US" sz="1800" noProof="1"/>
              <a:t> </a:t>
            </a:r>
            <a:r>
              <a:rPr kumimoji="1" sz="1800" noProof="1"/>
              <a:t>C</a:t>
            </a:r>
            <a:r>
              <a:rPr kumimoji="1" lang="en-US" sz="1800" noProof="1"/>
              <a:t> </a:t>
            </a:r>
            <a:r>
              <a:rPr kumimoji="1" sz="1800" noProof="1"/>
              <a:t>D</a:t>
            </a:r>
            <a:r>
              <a:rPr kumimoji="1" lang="en-US" sz="1800" noProof="1"/>
              <a:t>       </a:t>
            </a:r>
            <a:r>
              <a:rPr kumimoji="1" sz="1800" noProof="1"/>
              <a:t> A</a:t>
            </a:r>
            <a:r>
              <a:rPr kumimoji="1" lang="en-US" sz="1800" noProof="1"/>
              <a:t> </a:t>
            </a:r>
            <a:r>
              <a:rPr kumimoji="1" sz="1800" noProof="1"/>
              <a:t>B</a:t>
            </a:r>
            <a:r>
              <a:rPr kumimoji="1" lang="en-US" sz="1800" noProof="1"/>
              <a:t> </a:t>
            </a:r>
            <a:r>
              <a:rPr kumimoji="1" sz="1800" noProof="1"/>
              <a:t>C</a:t>
            </a:r>
            <a:r>
              <a:rPr kumimoji="1" lang="en-US" sz="1800" noProof="1"/>
              <a:t> </a:t>
            </a:r>
            <a:r>
              <a:rPr kumimoji="1" sz="1800" noProof="1"/>
              <a:t>D</a:t>
            </a:r>
          </a:p>
          <a:p>
            <a:pPr marL="0" indent="0" eaLnBrk="1" hangingPunct="1">
              <a:buFont typeface="Wingdings" pitchFamily="2" charset="2"/>
              <a:buNone/>
            </a:pPr>
            <a:r>
              <a:rPr kumimoji="1" sz="1800" noProof="1"/>
              <a:t>T</a:t>
            </a:r>
            <a:r>
              <a:rPr kumimoji="1" sz="1800" baseline="-25000" noProof="1"/>
              <a:t>0</a:t>
            </a:r>
            <a:r>
              <a:rPr kumimoji="1" sz="1800" noProof="1"/>
              <a:t> </a:t>
            </a:r>
            <a:r>
              <a:rPr kumimoji="1" lang="en-US" sz="1800" noProof="1"/>
              <a:t>  </a:t>
            </a:r>
            <a:r>
              <a:rPr kumimoji="1" sz="1800" noProof="1"/>
              <a:t>0</a:t>
            </a:r>
            <a:r>
              <a:rPr kumimoji="1" lang="en-US" sz="1800" noProof="1"/>
              <a:t> </a:t>
            </a:r>
            <a:r>
              <a:rPr kumimoji="1" sz="1800" noProof="1"/>
              <a:t>0</a:t>
            </a:r>
            <a:r>
              <a:rPr kumimoji="1" lang="en-US" sz="1800" noProof="1"/>
              <a:t> </a:t>
            </a:r>
            <a:r>
              <a:rPr kumimoji="1" sz="1800" noProof="1"/>
              <a:t>1</a:t>
            </a:r>
            <a:r>
              <a:rPr kumimoji="1" lang="en-US" sz="1800" noProof="1"/>
              <a:t> </a:t>
            </a:r>
            <a:r>
              <a:rPr kumimoji="1" sz="1800" noProof="1"/>
              <a:t>2</a:t>
            </a:r>
            <a:r>
              <a:rPr kumimoji="1" lang="en-US" sz="1800" noProof="1"/>
              <a:t>         </a:t>
            </a:r>
            <a:r>
              <a:rPr kumimoji="1" sz="1800" noProof="1"/>
              <a:t> 0</a:t>
            </a:r>
            <a:r>
              <a:rPr kumimoji="1" lang="en-US" sz="1800" noProof="1"/>
              <a:t> </a:t>
            </a:r>
            <a:r>
              <a:rPr kumimoji="1" sz="1800" noProof="1"/>
              <a:t>0</a:t>
            </a:r>
            <a:r>
              <a:rPr kumimoji="1" lang="en-US" sz="1800" noProof="1"/>
              <a:t> </a:t>
            </a:r>
            <a:r>
              <a:rPr kumimoji="1" sz="1800" noProof="1"/>
              <a:t>1</a:t>
            </a:r>
            <a:r>
              <a:rPr kumimoji="1" lang="en-US" sz="1800" noProof="1"/>
              <a:t> </a:t>
            </a:r>
            <a:r>
              <a:rPr kumimoji="1" sz="1800" noProof="1"/>
              <a:t>2 </a:t>
            </a:r>
            <a:r>
              <a:rPr kumimoji="1" lang="en-US" sz="1800" noProof="1"/>
              <a:t>        </a:t>
            </a:r>
            <a:r>
              <a:rPr kumimoji="1" sz="1800" noProof="1"/>
              <a:t>1</a:t>
            </a:r>
            <a:r>
              <a:rPr kumimoji="1" lang="en-US" sz="1800" noProof="1"/>
              <a:t> </a:t>
            </a:r>
            <a:r>
              <a:rPr kumimoji="1" sz="1800" noProof="1"/>
              <a:t>5</a:t>
            </a:r>
            <a:r>
              <a:rPr kumimoji="1" lang="en-US" sz="1800" noProof="1"/>
              <a:t> </a:t>
            </a:r>
            <a:r>
              <a:rPr kumimoji="1" sz="1800" noProof="1"/>
              <a:t>2</a:t>
            </a:r>
            <a:r>
              <a:rPr kumimoji="1" lang="en-US" sz="1800" noProof="1"/>
              <a:t> </a:t>
            </a:r>
            <a:r>
              <a:rPr kumimoji="1" sz="1800" noProof="1"/>
              <a:t>0</a:t>
            </a:r>
          </a:p>
          <a:p>
            <a:pPr marL="0" indent="0" eaLnBrk="1" hangingPunct="1">
              <a:buFont typeface="Wingdings" pitchFamily="2" charset="2"/>
              <a:buNone/>
            </a:pPr>
            <a:r>
              <a:rPr kumimoji="1" sz="1800" noProof="1"/>
              <a:t>T</a:t>
            </a:r>
            <a:r>
              <a:rPr kumimoji="1" sz="1800" baseline="-25000" noProof="1"/>
              <a:t>1</a:t>
            </a:r>
            <a:r>
              <a:rPr kumimoji="1" sz="1800" noProof="1"/>
              <a:t> </a:t>
            </a:r>
            <a:r>
              <a:rPr kumimoji="1" lang="en-US" sz="1800" noProof="1"/>
              <a:t>  </a:t>
            </a:r>
            <a:r>
              <a:rPr kumimoji="1" sz="1800" noProof="1"/>
              <a:t>1</a:t>
            </a:r>
            <a:r>
              <a:rPr kumimoji="1" lang="en-US" sz="1800" noProof="1"/>
              <a:t> </a:t>
            </a:r>
            <a:r>
              <a:rPr kumimoji="1" sz="1800" noProof="1"/>
              <a:t>0</a:t>
            </a:r>
            <a:r>
              <a:rPr kumimoji="1" lang="en-US" sz="1800" noProof="1"/>
              <a:t> </a:t>
            </a:r>
            <a:r>
              <a:rPr kumimoji="1" sz="1800" noProof="1"/>
              <a:t>0</a:t>
            </a:r>
            <a:r>
              <a:rPr kumimoji="1" lang="en-US" sz="1800" noProof="1"/>
              <a:t> </a:t>
            </a:r>
            <a:r>
              <a:rPr kumimoji="1" sz="1800" noProof="1"/>
              <a:t>0</a:t>
            </a:r>
            <a:r>
              <a:rPr kumimoji="1" lang="en-US" sz="1800" noProof="1"/>
              <a:t>         </a:t>
            </a:r>
            <a:r>
              <a:rPr kumimoji="1" sz="1800" noProof="1"/>
              <a:t> 1</a:t>
            </a:r>
            <a:r>
              <a:rPr kumimoji="1" lang="en-US" sz="1800" noProof="1"/>
              <a:t> </a:t>
            </a:r>
            <a:r>
              <a:rPr kumimoji="1" sz="1800" noProof="1"/>
              <a:t>7</a:t>
            </a:r>
            <a:r>
              <a:rPr kumimoji="1" lang="en-US" sz="1800" noProof="1"/>
              <a:t> </a:t>
            </a:r>
            <a:r>
              <a:rPr kumimoji="1" sz="1800" noProof="1"/>
              <a:t>5</a:t>
            </a:r>
            <a:r>
              <a:rPr kumimoji="1" lang="en-US" sz="1800" noProof="1"/>
              <a:t> </a:t>
            </a:r>
            <a:r>
              <a:rPr kumimoji="1" sz="1800" noProof="1"/>
              <a:t>0</a:t>
            </a:r>
          </a:p>
          <a:p>
            <a:pPr marL="0" indent="0" eaLnBrk="1" hangingPunct="1">
              <a:buFont typeface="Wingdings" pitchFamily="2" charset="2"/>
              <a:buNone/>
            </a:pPr>
            <a:r>
              <a:rPr kumimoji="1" sz="1800" noProof="1"/>
              <a:t>T</a:t>
            </a:r>
            <a:r>
              <a:rPr kumimoji="1" sz="1800" baseline="-25000" noProof="1"/>
              <a:t>2</a:t>
            </a:r>
            <a:r>
              <a:rPr kumimoji="1" sz="1800" noProof="1"/>
              <a:t> </a:t>
            </a:r>
            <a:r>
              <a:rPr kumimoji="1" lang="en-US" sz="1800" noProof="1"/>
              <a:t>  </a:t>
            </a:r>
            <a:r>
              <a:rPr kumimoji="1" sz="1800" noProof="1"/>
              <a:t>1</a:t>
            </a:r>
            <a:r>
              <a:rPr kumimoji="1" lang="en-US" sz="1800" noProof="1"/>
              <a:t> </a:t>
            </a:r>
            <a:r>
              <a:rPr kumimoji="1" sz="1800" noProof="1"/>
              <a:t>3</a:t>
            </a:r>
            <a:r>
              <a:rPr kumimoji="1" lang="en-US" sz="1800" noProof="1"/>
              <a:t> </a:t>
            </a:r>
            <a:r>
              <a:rPr kumimoji="1" sz="1800" noProof="1"/>
              <a:t>5</a:t>
            </a:r>
            <a:r>
              <a:rPr kumimoji="1" lang="en-US" sz="1800" noProof="1"/>
              <a:t> </a:t>
            </a:r>
            <a:r>
              <a:rPr kumimoji="1" sz="1800" noProof="1"/>
              <a:t>4</a:t>
            </a:r>
            <a:r>
              <a:rPr kumimoji="1" lang="en-US" sz="1800" noProof="1"/>
              <a:t>         </a:t>
            </a:r>
            <a:r>
              <a:rPr kumimoji="1" sz="1800" noProof="1"/>
              <a:t> 2</a:t>
            </a:r>
            <a:r>
              <a:rPr kumimoji="1" lang="en-US" sz="1800" noProof="1"/>
              <a:t> </a:t>
            </a:r>
            <a:r>
              <a:rPr kumimoji="1" sz="1800" noProof="1"/>
              <a:t>3</a:t>
            </a:r>
            <a:r>
              <a:rPr kumimoji="1" lang="en-US" sz="1800" noProof="1"/>
              <a:t> </a:t>
            </a:r>
            <a:r>
              <a:rPr kumimoji="1" sz="1800" noProof="1"/>
              <a:t>5</a:t>
            </a:r>
            <a:r>
              <a:rPr kumimoji="1" lang="en-US" sz="1800" noProof="1"/>
              <a:t> </a:t>
            </a:r>
            <a:r>
              <a:rPr kumimoji="1" sz="1800" noProof="1"/>
              <a:t>6</a:t>
            </a:r>
          </a:p>
          <a:p>
            <a:pPr marL="0" indent="0" eaLnBrk="1" hangingPunct="1">
              <a:buFont typeface="Wingdings" pitchFamily="2" charset="2"/>
              <a:buNone/>
            </a:pPr>
            <a:r>
              <a:rPr kumimoji="1" sz="1800" noProof="1"/>
              <a:t>T</a:t>
            </a:r>
            <a:r>
              <a:rPr kumimoji="1" sz="1800" baseline="-25000" noProof="1"/>
              <a:t>3</a:t>
            </a:r>
            <a:r>
              <a:rPr kumimoji="1" sz="1800" noProof="1"/>
              <a:t> </a:t>
            </a:r>
            <a:r>
              <a:rPr kumimoji="1" lang="en-US" sz="1800" noProof="1"/>
              <a:t>  </a:t>
            </a:r>
            <a:r>
              <a:rPr kumimoji="1" sz="1800" noProof="1"/>
              <a:t>0</a:t>
            </a:r>
            <a:r>
              <a:rPr kumimoji="1" lang="en-US" sz="1800" noProof="1"/>
              <a:t> </a:t>
            </a:r>
            <a:r>
              <a:rPr kumimoji="1" sz="1800" noProof="1"/>
              <a:t>6</a:t>
            </a:r>
            <a:r>
              <a:rPr kumimoji="1" lang="en-US" sz="1800" noProof="1"/>
              <a:t> </a:t>
            </a:r>
            <a:r>
              <a:rPr kumimoji="1" sz="1800" noProof="1"/>
              <a:t>3</a:t>
            </a:r>
            <a:r>
              <a:rPr kumimoji="1" lang="en-US" sz="1800" noProof="1"/>
              <a:t> </a:t>
            </a:r>
            <a:r>
              <a:rPr kumimoji="1" sz="1800" noProof="1"/>
              <a:t>2 </a:t>
            </a:r>
            <a:r>
              <a:rPr kumimoji="1" lang="en-US" sz="1800" noProof="1"/>
              <a:t>         </a:t>
            </a:r>
            <a:r>
              <a:rPr kumimoji="1" sz="1800" noProof="1"/>
              <a:t>0</a:t>
            </a:r>
            <a:r>
              <a:rPr kumimoji="1" lang="en-US" sz="1800" noProof="1"/>
              <a:t> </a:t>
            </a:r>
            <a:r>
              <a:rPr kumimoji="1" sz="1800" noProof="1"/>
              <a:t>6</a:t>
            </a:r>
            <a:r>
              <a:rPr kumimoji="1" lang="en-US" sz="1800" noProof="1"/>
              <a:t> </a:t>
            </a:r>
            <a:r>
              <a:rPr kumimoji="1" sz="1800" noProof="1"/>
              <a:t>5</a:t>
            </a:r>
            <a:r>
              <a:rPr kumimoji="1" lang="en-US" sz="1800" noProof="1"/>
              <a:t> </a:t>
            </a:r>
            <a:r>
              <a:rPr kumimoji="1" sz="1800" noProof="1"/>
              <a:t>2</a:t>
            </a:r>
          </a:p>
          <a:p>
            <a:pPr marL="0" indent="0" eaLnBrk="1" hangingPunct="1">
              <a:buFont typeface="Wingdings" pitchFamily="2" charset="2"/>
              <a:buNone/>
            </a:pPr>
            <a:r>
              <a:rPr kumimoji="1" sz="1800" noProof="1"/>
              <a:t>T</a:t>
            </a:r>
            <a:r>
              <a:rPr kumimoji="1" sz="1800" baseline="-25000" noProof="1"/>
              <a:t>4</a:t>
            </a:r>
            <a:r>
              <a:rPr kumimoji="1" lang="en-US" sz="1800" noProof="1"/>
              <a:t>  </a:t>
            </a:r>
            <a:r>
              <a:rPr kumimoji="1" sz="1800" noProof="1"/>
              <a:t> 0</a:t>
            </a:r>
            <a:r>
              <a:rPr kumimoji="1" lang="en-US" sz="1800" noProof="1"/>
              <a:t> </a:t>
            </a:r>
            <a:r>
              <a:rPr kumimoji="1" sz="1800" noProof="1"/>
              <a:t>0</a:t>
            </a:r>
            <a:r>
              <a:rPr kumimoji="1" lang="en-US" sz="1800" noProof="1"/>
              <a:t> </a:t>
            </a:r>
            <a:r>
              <a:rPr kumimoji="1" sz="1800" noProof="1"/>
              <a:t>1</a:t>
            </a:r>
            <a:r>
              <a:rPr kumimoji="1" lang="en-US" sz="1800" noProof="1"/>
              <a:t> </a:t>
            </a:r>
            <a:r>
              <a:rPr kumimoji="1" sz="1800" noProof="1"/>
              <a:t>4</a:t>
            </a:r>
            <a:r>
              <a:rPr kumimoji="1" lang="en-US" sz="1800" noProof="1"/>
              <a:t>         </a:t>
            </a:r>
            <a:r>
              <a:rPr kumimoji="1" sz="1800" noProof="1"/>
              <a:t> 0</a:t>
            </a:r>
            <a:r>
              <a:rPr kumimoji="1" lang="en-US" sz="1800" noProof="1"/>
              <a:t> </a:t>
            </a:r>
            <a:r>
              <a:rPr kumimoji="1" sz="1800" noProof="1"/>
              <a:t>6</a:t>
            </a:r>
            <a:r>
              <a:rPr kumimoji="1" lang="en-US" sz="1800" noProof="1"/>
              <a:t> </a:t>
            </a:r>
            <a:r>
              <a:rPr kumimoji="1" sz="1800" noProof="1"/>
              <a:t>5</a:t>
            </a:r>
            <a:r>
              <a:rPr kumimoji="1" lang="en-US" sz="1800" noProof="1"/>
              <a:t> </a:t>
            </a:r>
            <a:r>
              <a:rPr kumimoji="1" sz="1800" noProof="1"/>
              <a:t>6</a:t>
            </a:r>
          </a:p>
          <a:p>
            <a:pPr marL="0" indent="0" eaLnBrk="1" hangingPunct="1">
              <a:buFont typeface="Wingdings" pitchFamily="2" charset="2"/>
              <a:buNone/>
            </a:pPr>
            <a:r>
              <a:rPr kumimoji="1" lang="en-US" sz="2000" noProof="1"/>
              <a:t>  </a:t>
            </a:r>
            <a:r>
              <a:rPr kumimoji="1" sz="2000" noProof="1"/>
              <a:t>Answer the following questions using the banker’s algorithm:</a:t>
            </a:r>
          </a:p>
          <a:p>
            <a:pPr marL="0" indent="0" eaLnBrk="1" hangingPunct="1">
              <a:buFont typeface="Wingdings" pitchFamily="2" charset="2"/>
              <a:buNone/>
            </a:pPr>
            <a:r>
              <a:rPr kumimoji="1" lang="en-US" sz="2000" noProof="1"/>
              <a:t> </a:t>
            </a:r>
            <a:r>
              <a:rPr kumimoji="1" sz="2000" noProof="1"/>
              <a:t>a. What is the content of the matrix Need?</a:t>
            </a:r>
          </a:p>
          <a:p>
            <a:pPr marL="0" indent="0" eaLnBrk="1" hangingPunct="1">
              <a:buFont typeface="Wingdings" pitchFamily="2" charset="2"/>
              <a:buNone/>
            </a:pPr>
            <a:r>
              <a:rPr kumimoji="1" lang="en-US" sz="2000" noProof="1"/>
              <a:t> </a:t>
            </a:r>
            <a:r>
              <a:rPr kumimoji="1" sz="2000" noProof="1"/>
              <a:t>b. Is the system in a safe state?</a:t>
            </a:r>
          </a:p>
          <a:p>
            <a:pPr marL="0" indent="0" eaLnBrk="1" hangingPunct="1">
              <a:buFont typeface="Wingdings" pitchFamily="2" charset="2"/>
              <a:buNone/>
            </a:pPr>
            <a:r>
              <a:rPr kumimoji="1" lang="en-US" sz="2000" noProof="1"/>
              <a:t> </a:t>
            </a:r>
            <a:r>
              <a:rPr kumimoji="1" sz="2000" noProof="1"/>
              <a:t>c. If a request from thread T1 arrives for (0,4,2,0), can the request be</a:t>
            </a:r>
            <a:r>
              <a:rPr kumimoji="1" lang="zh-CN" altLang="en-US" sz="2000" noProof="1"/>
              <a:t> </a:t>
            </a:r>
            <a:r>
              <a:rPr kumimoji="1" sz="2000" noProof="1"/>
              <a:t>granted immediately</a:t>
            </a:r>
          </a:p>
        </p:txBody>
      </p:sp>
      <p:sp>
        <p:nvSpPr>
          <p:cNvPr id="2" name="灯片编号占位符 1">
            <a:extLst>
              <a:ext uri="{FF2B5EF4-FFF2-40B4-BE49-F238E27FC236}">
                <a16:creationId xmlns:a16="http://schemas.microsoft.com/office/drawing/2014/main" id="{43DFF51E-10DF-F23C-4E51-25FBB83AD11F}"/>
              </a:ext>
            </a:extLst>
          </p:cNvPr>
          <p:cNvSpPr>
            <a:spLocks noGrp="1"/>
          </p:cNvSpPr>
          <p:nvPr>
            <p:ph type="sldNum" sz="quarter" idx="12"/>
          </p:nvPr>
        </p:nvSpPr>
        <p:spPr/>
        <p:txBody>
          <a:bodyPr/>
          <a:lstStyle/>
          <a:p>
            <a:fld id="{4093CC90-4002-504C-BD88-C9A1D374048E}" type="slidenum">
              <a:rPr lang="zh-CN" altLang="en-US" smtClean="0"/>
              <a:pPr/>
              <a:t>58</a:t>
            </a:fld>
            <a:endParaRPr lang="zh-CN" altLang="en-US" dirty="0"/>
          </a:p>
        </p:txBody>
      </p:sp>
    </p:spTree>
  </p:cSld>
  <p:clrMapOvr>
    <a:masterClrMapping/>
  </p:clrMapOvr>
  <p:transition spd="med">
    <p:zoom/>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3" name="Rectangle 2">
            <a:extLst>
              <a:ext uri="{FF2B5EF4-FFF2-40B4-BE49-F238E27FC236}">
                <a16:creationId xmlns:a16="http://schemas.microsoft.com/office/drawing/2014/main" id="{67B26DCB-5DBF-30A4-FE78-5204120792CF}"/>
              </a:ext>
            </a:extLst>
          </p:cNvPr>
          <p:cNvSpPr>
            <a:spLocks noGrp="1" noChangeArrowheads="1"/>
          </p:cNvSpPr>
          <p:nvPr>
            <p:ph type="title"/>
          </p:nvPr>
        </p:nvSpPr>
        <p:spPr>
          <a:xfrm>
            <a:off x="1042988" y="225431"/>
            <a:ext cx="7850187" cy="746125"/>
          </a:xfrm>
        </p:spPr>
        <p:txBody>
          <a:bodyPr/>
          <a:lstStyle/>
          <a:p>
            <a:r>
              <a:rPr lang="zh-CN" altLang="en-US" dirty="0"/>
              <a:t>练习题</a:t>
            </a:r>
          </a:p>
        </p:txBody>
      </p:sp>
      <p:sp>
        <p:nvSpPr>
          <p:cNvPr id="90114" name="Rectangle 3">
            <a:extLst>
              <a:ext uri="{FF2B5EF4-FFF2-40B4-BE49-F238E27FC236}">
                <a16:creationId xmlns:a16="http://schemas.microsoft.com/office/drawing/2014/main" id="{69620DF9-E939-C45D-365C-FCA96E38AA93}"/>
              </a:ext>
            </a:extLst>
          </p:cNvPr>
          <p:cNvSpPr>
            <a:spLocks noGrp="1" noChangeArrowheads="1"/>
          </p:cNvSpPr>
          <p:nvPr>
            <p:ph idx="1"/>
          </p:nvPr>
        </p:nvSpPr>
        <p:spPr>
          <a:xfrm>
            <a:off x="935038" y="1233488"/>
            <a:ext cx="2133839" cy="4895850"/>
          </a:xfrm>
        </p:spPr>
        <p:txBody>
          <a:bodyPr>
            <a:normAutofit fontScale="55000" lnSpcReduction="20000"/>
          </a:bodyPr>
          <a:lstStyle/>
          <a:p>
            <a:pPr marL="0" indent="0">
              <a:buNone/>
            </a:pPr>
            <a:r>
              <a:rPr lang="en-US" altLang="zh-CN" dirty="0"/>
              <a:t>8.18  Which of the six resource-allocation graphs shown in Figure 8.12 illustrate deadlock? For those situations that are deadlocked, provide the cycle of threads and resources. Where there is not a deadlock situation, illustrate the order in which the threads may complete execution.</a:t>
            </a:r>
          </a:p>
        </p:txBody>
      </p:sp>
      <p:sp>
        <p:nvSpPr>
          <p:cNvPr id="2" name="灯片编号占位符 1">
            <a:extLst>
              <a:ext uri="{FF2B5EF4-FFF2-40B4-BE49-F238E27FC236}">
                <a16:creationId xmlns:a16="http://schemas.microsoft.com/office/drawing/2014/main" id="{AB09B783-9F15-47EB-16C0-DFBD11A19E7C}"/>
              </a:ext>
            </a:extLst>
          </p:cNvPr>
          <p:cNvSpPr>
            <a:spLocks noGrp="1"/>
          </p:cNvSpPr>
          <p:nvPr>
            <p:ph type="sldNum" sz="quarter" idx="12"/>
          </p:nvPr>
        </p:nvSpPr>
        <p:spPr>
          <a:xfrm>
            <a:off x="6781800" y="6324600"/>
            <a:ext cx="1905000" cy="457200"/>
          </a:xfrm>
        </p:spPr>
        <p:txBody>
          <a:bodyPr/>
          <a:lstStyle/>
          <a:p>
            <a:fld id="{4093CC90-4002-504C-BD88-C9A1D374048E}" type="slidenum">
              <a:rPr lang="zh-CN" altLang="en-US" smtClean="0"/>
              <a:pPr/>
              <a:t>59</a:t>
            </a:fld>
            <a:endParaRPr lang="zh-CN" altLang="en-US" dirty="0"/>
          </a:p>
        </p:txBody>
      </p:sp>
      <p:pic>
        <p:nvPicPr>
          <p:cNvPr id="4" name="图片 3">
            <a:extLst>
              <a:ext uri="{FF2B5EF4-FFF2-40B4-BE49-F238E27FC236}">
                <a16:creationId xmlns:a16="http://schemas.microsoft.com/office/drawing/2014/main" id="{3D04070C-FB91-BC9C-B30A-C506ACBDB568}"/>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a:xfrm>
            <a:off x="3283606" y="1233487"/>
            <a:ext cx="5247268" cy="5399081"/>
          </a:xfrm>
          <a:prstGeom prst="rect">
            <a:avLst/>
          </a:prstGeom>
          <a:noFill/>
          <a:ln>
            <a:noFill/>
          </a:ln>
        </p:spPr>
      </p:pic>
    </p:spTree>
  </p:cSld>
  <p:clrMapOvr>
    <a:masterClrMapping/>
  </p:clrMapOvr>
  <p:transition spd="med">
    <p:zoom/>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7" name="Rectangle 2">
            <a:extLst>
              <a:ext uri="{FF2B5EF4-FFF2-40B4-BE49-F238E27FC236}">
                <a16:creationId xmlns:a16="http://schemas.microsoft.com/office/drawing/2014/main" id="{A849AF7A-B702-9056-B538-6A9B6895FA93}"/>
              </a:ext>
            </a:extLst>
          </p:cNvPr>
          <p:cNvSpPr>
            <a:spLocks noGrp="1" noChangeArrowheads="1"/>
          </p:cNvSpPr>
          <p:nvPr>
            <p:ph type="title"/>
          </p:nvPr>
        </p:nvSpPr>
        <p:spPr/>
        <p:txBody>
          <a:bodyPr/>
          <a:lstStyle/>
          <a:p>
            <a:pPr eaLnBrk="1" hangingPunct="1"/>
            <a:r>
              <a:rPr lang="zh-CN" altLang="en-US" sz="4000"/>
              <a:t>选择题</a:t>
            </a:r>
            <a:r>
              <a:rPr lang="en-US" altLang="zh-CN" sz="4000"/>
              <a:t>1</a:t>
            </a:r>
          </a:p>
        </p:txBody>
      </p:sp>
      <p:sp>
        <p:nvSpPr>
          <p:cNvPr id="91138" name="Rectangle 3">
            <a:extLst>
              <a:ext uri="{FF2B5EF4-FFF2-40B4-BE49-F238E27FC236}">
                <a16:creationId xmlns:a16="http://schemas.microsoft.com/office/drawing/2014/main" id="{ED7A2D0B-81DE-B193-6B9F-7BD090CDF87B}"/>
              </a:ext>
            </a:extLst>
          </p:cNvPr>
          <p:cNvSpPr>
            <a:spLocks noGrp="1" noChangeArrowheads="1"/>
          </p:cNvSpPr>
          <p:nvPr>
            <p:ph idx="1"/>
          </p:nvPr>
        </p:nvSpPr>
        <p:spPr>
          <a:xfrm>
            <a:off x="827088" y="1052513"/>
            <a:ext cx="8077200" cy="4897437"/>
          </a:xfrm>
        </p:spPr>
        <p:txBody>
          <a:bodyPr/>
          <a:lstStyle/>
          <a:p>
            <a:pPr algn="just" eaLnBrk="1" hangingPunct="1">
              <a:lnSpc>
                <a:spcPct val="90000"/>
              </a:lnSpc>
            </a:pPr>
            <a:r>
              <a:rPr lang="zh-CN" altLang="en-US">
                <a:latin typeface="Times New Roman" panose="02020603050405020304" pitchFamily="18" charset="0"/>
              </a:rPr>
              <a:t>要防止死锁的发生，可以通过破坏这四个必要条件之一来实现，但破坏</a:t>
            </a:r>
            <a:r>
              <a:rPr lang="zh-CN" altLang="en-US"/>
              <a:t> _____ </a:t>
            </a:r>
            <a:r>
              <a:rPr lang="zh-CN" altLang="en-US">
                <a:latin typeface="Times New Roman" panose="02020603050405020304" pitchFamily="18" charset="0"/>
              </a:rPr>
              <a:t>条件是不太实际的。</a:t>
            </a:r>
            <a:endParaRPr lang="zh-CN" altLang="en-US"/>
          </a:p>
          <a:p>
            <a:pPr lvl="1" algn="just" eaLnBrk="1" hangingPunct="1">
              <a:lnSpc>
                <a:spcPct val="90000"/>
              </a:lnSpc>
              <a:buFont typeface="Wingdings" pitchFamily="2" charset="2"/>
              <a:buNone/>
            </a:pPr>
            <a:r>
              <a:rPr lang="en-US" altLang="zh-CN"/>
              <a:t>A.</a:t>
            </a:r>
            <a:r>
              <a:rPr lang="zh-CN" altLang="en-US">
                <a:latin typeface="Times New Roman" panose="02020603050405020304" pitchFamily="18" charset="0"/>
              </a:rPr>
              <a:t>循环等待</a:t>
            </a:r>
            <a:r>
              <a:rPr lang="zh-CN" altLang="en-US"/>
              <a:t>           </a:t>
            </a:r>
            <a:r>
              <a:rPr lang="en-US" altLang="zh-CN"/>
              <a:t>B.</a:t>
            </a:r>
            <a:r>
              <a:rPr lang="zh-CN" altLang="en-US">
                <a:latin typeface="Times New Roman" panose="02020603050405020304" pitchFamily="18" charset="0"/>
              </a:rPr>
              <a:t>部分分配</a:t>
            </a:r>
            <a:endParaRPr lang="zh-CN" altLang="en-US"/>
          </a:p>
          <a:p>
            <a:pPr lvl="1" algn="just" eaLnBrk="1" hangingPunct="1">
              <a:lnSpc>
                <a:spcPct val="90000"/>
              </a:lnSpc>
              <a:buFont typeface="Wingdings" pitchFamily="2" charset="2"/>
              <a:buNone/>
            </a:pPr>
            <a:r>
              <a:rPr lang="en-US" altLang="zh-CN"/>
              <a:t>C.</a:t>
            </a:r>
            <a:r>
              <a:rPr lang="zh-CN" altLang="en-US">
                <a:latin typeface="Times New Roman" panose="02020603050405020304" pitchFamily="18" charset="0"/>
              </a:rPr>
              <a:t>不可抢占              </a:t>
            </a:r>
            <a:r>
              <a:rPr lang="en-US" altLang="zh-CN"/>
              <a:t>D.</a:t>
            </a:r>
            <a:r>
              <a:rPr lang="zh-CN" altLang="en-US">
                <a:latin typeface="Times New Roman" panose="02020603050405020304" pitchFamily="18" charset="0"/>
              </a:rPr>
              <a:t>互斥</a:t>
            </a:r>
          </a:p>
          <a:p>
            <a:pPr algn="just" eaLnBrk="1" hangingPunct="1">
              <a:lnSpc>
                <a:spcPct val="90000"/>
              </a:lnSpc>
            </a:pPr>
            <a:r>
              <a:rPr lang="zh-CN" altLang="en-US">
                <a:latin typeface="Times New Roman" panose="02020603050405020304" pitchFamily="18" charset="0"/>
              </a:rPr>
              <a:t>为多道程序提供的可共享资源不足时，可能出现死锁。但是，不适当的</a:t>
            </a:r>
            <a:r>
              <a:rPr lang="zh-CN" altLang="en-US"/>
              <a:t> _____ </a:t>
            </a:r>
            <a:r>
              <a:rPr lang="zh-CN" altLang="en-US">
                <a:latin typeface="Times New Roman" panose="02020603050405020304" pitchFamily="18" charset="0"/>
              </a:rPr>
              <a:t>也可能产生死锁。</a:t>
            </a:r>
            <a:endParaRPr lang="zh-CN" altLang="en-US"/>
          </a:p>
          <a:p>
            <a:pPr lvl="1" algn="just" eaLnBrk="1" hangingPunct="1">
              <a:lnSpc>
                <a:spcPct val="90000"/>
              </a:lnSpc>
              <a:buFont typeface="Wingdings" pitchFamily="2" charset="2"/>
              <a:buNone/>
            </a:pPr>
            <a:r>
              <a:rPr lang="en-US" altLang="zh-CN"/>
              <a:t>A.</a:t>
            </a:r>
            <a:r>
              <a:rPr lang="zh-CN" altLang="en-US">
                <a:latin typeface="Times New Roman" panose="02020603050405020304" pitchFamily="18" charset="0"/>
              </a:rPr>
              <a:t>分配队列优先权      </a:t>
            </a:r>
            <a:r>
              <a:rPr lang="en-US" altLang="zh-CN"/>
              <a:t>B.</a:t>
            </a:r>
            <a:r>
              <a:rPr lang="zh-CN" altLang="en-US">
                <a:latin typeface="Times New Roman" panose="02020603050405020304" pitchFamily="18" charset="0"/>
              </a:rPr>
              <a:t>进程推进顺序</a:t>
            </a:r>
          </a:p>
          <a:p>
            <a:pPr lvl="1" algn="just" eaLnBrk="1" hangingPunct="1">
              <a:lnSpc>
                <a:spcPct val="90000"/>
              </a:lnSpc>
              <a:buFont typeface="Wingdings" pitchFamily="2" charset="2"/>
              <a:buNone/>
            </a:pPr>
            <a:r>
              <a:rPr lang="en-US" altLang="zh-CN"/>
              <a:t>C.</a:t>
            </a:r>
            <a:r>
              <a:rPr lang="zh-CN" altLang="en-US">
                <a:latin typeface="Times New Roman" panose="02020603050405020304" pitchFamily="18" charset="0"/>
              </a:rPr>
              <a:t>资源的线性分配      </a:t>
            </a:r>
            <a:r>
              <a:rPr lang="en-US" altLang="zh-CN"/>
              <a:t>D.</a:t>
            </a:r>
            <a:r>
              <a:rPr lang="zh-CN" altLang="en-US">
                <a:latin typeface="Times New Roman" panose="02020603050405020304" pitchFamily="18" charset="0"/>
              </a:rPr>
              <a:t>进程优先权</a:t>
            </a:r>
            <a:endParaRPr lang="zh-CN" altLang="en-US"/>
          </a:p>
        </p:txBody>
      </p:sp>
      <p:sp>
        <p:nvSpPr>
          <p:cNvPr id="2" name="灯片编号占位符 1">
            <a:extLst>
              <a:ext uri="{FF2B5EF4-FFF2-40B4-BE49-F238E27FC236}">
                <a16:creationId xmlns:a16="http://schemas.microsoft.com/office/drawing/2014/main" id="{2677E3DB-B37F-9FD3-67AA-89070461364A}"/>
              </a:ext>
            </a:extLst>
          </p:cNvPr>
          <p:cNvSpPr>
            <a:spLocks noGrp="1"/>
          </p:cNvSpPr>
          <p:nvPr>
            <p:ph type="sldNum" sz="quarter" idx="12"/>
          </p:nvPr>
        </p:nvSpPr>
        <p:spPr/>
        <p:txBody>
          <a:bodyPr/>
          <a:lstStyle/>
          <a:p>
            <a:fld id="{4093CC90-4002-504C-BD88-C9A1D374048E}" type="slidenum">
              <a:rPr lang="zh-CN" altLang="en-US" smtClean="0"/>
              <a:pPr/>
              <a:t>60</a:t>
            </a:fld>
            <a:endParaRPr lang="zh-CN" altLang="en-US" dirty="0"/>
          </a:p>
        </p:txBody>
      </p:sp>
    </p:spTree>
  </p:cSld>
  <p:clrMapOvr>
    <a:masterClrMapping/>
  </p:clrMapOvr>
  <p:transition spd="med">
    <p:zoom/>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1" name="Rectangle 2">
            <a:extLst>
              <a:ext uri="{FF2B5EF4-FFF2-40B4-BE49-F238E27FC236}">
                <a16:creationId xmlns:a16="http://schemas.microsoft.com/office/drawing/2014/main" id="{A2262FE0-176B-C5BF-535A-F5382D3686A2}"/>
              </a:ext>
            </a:extLst>
          </p:cNvPr>
          <p:cNvSpPr>
            <a:spLocks noGrp="1" noChangeArrowheads="1"/>
          </p:cNvSpPr>
          <p:nvPr>
            <p:ph type="title"/>
          </p:nvPr>
        </p:nvSpPr>
        <p:spPr/>
        <p:txBody>
          <a:bodyPr/>
          <a:lstStyle/>
          <a:p>
            <a:pPr eaLnBrk="1" hangingPunct="1"/>
            <a:r>
              <a:rPr lang="zh-CN" altLang="en-US" sz="4000"/>
              <a:t>选择题</a:t>
            </a:r>
            <a:r>
              <a:rPr lang="en-US" altLang="zh-CN" sz="4000"/>
              <a:t>2</a:t>
            </a:r>
          </a:p>
        </p:txBody>
      </p:sp>
      <p:sp>
        <p:nvSpPr>
          <p:cNvPr id="92162" name="Rectangle 3">
            <a:extLst>
              <a:ext uri="{FF2B5EF4-FFF2-40B4-BE49-F238E27FC236}">
                <a16:creationId xmlns:a16="http://schemas.microsoft.com/office/drawing/2014/main" id="{913EF378-29A3-CC8E-11DB-E73104115028}"/>
              </a:ext>
            </a:extLst>
          </p:cNvPr>
          <p:cNvSpPr>
            <a:spLocks noGrp="1" noChangeArrowheads="1"/>
          </p:cNvSpPr>
          <p:nvPr>
            <p:ph idx="1"/>
          </p:nvPr>
        </p:nvSpPr>
        <p:spPr>
          <a:xfrm>
            <a:off x="827088" y="1052513"/>
            <a:ext cx="8077200" cy="4897437"/>
          </a:xfrm>
        </p:spPr>
        <p:txBody>
          <a:bodyPr>
            <a:normAutofit fontScale="92500" lnSpcReduction="10000"/>
          </a:bodyPr>
          <a:lstStyle/>
          <a:p>
            <a:pPr algn="just" eaLnBrk="1" hangingPunct="1"/>
            <a:r>
              <a:rPr lang="zh-CN" altLang="en-US" sz="2800">
                <a:latin typeface="Times New Roman" panose="02020603050405020304" pitchFamily="18" charset="0"/>
              </a:rPr>
              <a:t>采用资源剥夺法可以解除死锁，还可以采用</a:t>
            </a:r>
            <a:r>
              <a:rPr lang="zh-CN" altLang="en-US" sz="2800"/>
              <a:t> _____ </a:t>
            </a:r>
            <a:r>
              <a:rPr lang="zh-CN" altLang="en-US" sz="2800">
                <a:latin typeface="Times New Roman" panose="02020603050405020304" pitchFamily="18" charset="0"/>
              </a:rPr>
              <a:t>方法解除死锁。</a:t>
            </a:r>
            <a:endParaRPr lang="zh-CN" altLang="en-US" sz="2800"/>
          </a:p>
          <a:p>
            <a:pPr lvl="1" algn="just" eaLnBrk="1" hangingPunct="1">
              <a:buFont typeface="Wingdings" pitchFamily="2" charset="2"/>
              <a:buNone/>
            </a:pPr>
            <a:r>
              <a:rPr lang="en-US" altLang="zh-CN" sz="2400"/>
              <a:t>A.</a:t>
            </a:r>
            <a:r>
              <a:rPr lang="zh-CN" altLang="en-US" sz="2400">
                <a:latin typeface="Times New Roman" panose="02020603050405020304" pitchFamily="18" charset="0"/>
              </a:rPr>
              <a:t>拒绝分配新资源</a:t>
            </a:r>
            <a:r>
              <a:rPr lang="zh-CN" altLang="en-US" sz="2400"/>
              <a:t>      </a:t>
            </a:r>
            <a:r>
              <a:rPr lang="en-US" altLang="zh-CN" sz="2400"/>
              <a:t>B.</a:t>
            </a:r>
            <a:r>
              <a:rPr lang="zh-CN" altLang="en-US" sz="2400">
                <a:latin typeface="Times New Roman" panose="02020603050405020304" pitchFamily="18" charset="0"/>
              </a:rPr>
              <a:t>修改信号量</a:t>
            </a:r>
            <a:endParaRPr lang="zh-CN" altLang="en-US" sz="2400"/>
          </a:p>
          <a:p>
            <a:pPr lvl="1" algn="just" eaLnBrk="1" hangingPunct="1">
              <a:buFont typeface="Wingdings" pitchFamily="2" charset="2"/>
              <a:buNone/>
            </a:pPr>
            <a:r>
              <a:rPr lang="en-US" altLang="zh-CN" sz="2400"/>
              <a:t>C.</a:t>
            </a:r>
            <a:r>
              <a:rPr lang="zh-CN" altLang="en-US" sz="2400">
                <a:latin typeface="Times New Roman" panose="02020603050405020304" pitchFamily="18" charset="0"/>
              </a:rPr>
              <a:t>执行并行操作           </a:t>
            </a:r>
            <a:r>
              <a:rPr lang="en-US" altLang="zh-CN" sz="2400"/>
              <a:t>D.</a:t>
            </a:r>
            <a:r>
              <a:rPr lang="zh-CN" altLang="en-US" sz="2400">
                <a:latin typeface="Times New Roman" panose="02020603050405020304" pitchFamily="18" charset="0"/>
              </a:rPr>
              <a:t>撤消进程</a:t>
            </a:r>
          </a:p>
          <a:p>
            <a:pPr algn="just" eaLnBrk="1" hangingPunct="1"/>
            <a:r>
              <a:rPr lang="zh-CN" altLang="en-US" sz="2800">
                <a:latin typeface="Times New Roman" panose="02020603050405020304" pitchFamily="18" charset="0"/>
              </a:rPr>
              <a:t>在</a:t>
            </a:r>
            <a:r>
              <a:rPr lang="zh-CN" altLang="en-US" sz="2800"/>
              <a:t> _____ </a:t>
            </a:r>
            <a:r>
              <a:rPr lang="zh-CN" altLang="en-US" sz="2800">
                <a:latin typeface="Times New Roman" panose="02020603050405020304" pitchFamily="18" charset="0"/>
              </a:rPr>
              <a:t>的情况下，系统出现死锁。</a:t>
            </a:r>
            <a:endParaRPr lang="zh-CN" altLang="en-US" sz="2800"/>
          </a:p>
          <a:p>
            <a:pPr lvl="1" algn="just" eaLnBrk="1" hangingPunct="1">
              <a:buFont typeface="Wingdings" pitchFamily="2" charset="2"/>
              <a:buNone/>
            </a:pPr>
            <a:r>
              <a:rPr lang="en-US" altLang="zh-CN" sz="2400"/>
              <a:t>A. </a:t>
            </a:r>
            <a:r>
              <a:rPr lang="zh-CN" altLang="en-US" sz="2400">
                <a:latin typeface="Times New Roman" panose="02020603050405020304" pitchFamily="18" charset="0"/>
              </a:rPr>
              <a:t>计算机系统发生了重大故障</a:t>
            </a:r>
            <a:endParaRPr lang="zh-CN" altLang="en-US" sz="2400"/>
          </a:p>
          <a:p>
            <a:pPr lvl="1" algn="just" eaLnBrk="1" hangingPunct="1">
              <a:buFont typeface="Wingdings" pitchFamily="2" charset="2"/>
              <a:buNone/>
            </a:pPr>
            <a:r>
              <a:rPr lang="en-US" altLang="zh-CN" sz="2400"/>
              <a:t>B. </a:t>
            </a:r>
            <a:r>
              <a:rPr lang="zh-CN" altLang="en-US" sz="2400">
                <a:latin typeface="Times New Roman" panose="02020603050405020304" pitchFamily="18" charset="0"/>
              </a:rPr>
              <a:t>有多个封锁的进程同时存在</a:t>
            </a:r>
            <a:endParaRPr lang="zh-CN" altLang="en-US" sz="2400"/>
          </a:p>
          <a:p>
            <a:pPr lvl="1" algn="just" eaLnBrk="1" hangingPunct="1">
              <a:buFont typeface="Wingdings" pitchFamily="2" charset="2"/>
              <a:buNone/>
            </a:pPr>
            <a:r>
              <a:rPr lang="en-US" altLang="zh-CN" sz="2400"/>
              <a:t>C. </a:t>
            </a:r>
            <a:r>
              <a:rPr lang="zh-CN" altLang="en-US" sz="2400">
                <a:latin typeface="Times New Roman" panose="02020603050405020304" pitchFamily="18" charset="0"/>
              </a:rPr>
              <a:t>若干进程因竞争资源而无休止地相互等待他方释放已占有的资源</a:t>
            </a:r>
            <a:endParaRPr lang="zh-CN" altLang="en-US" sz="2400"/>
          </a:p>
          <a:p>
            <a:pPr lvl="1" algn="just" eaLnBrk="1" hangingPunct="1">
              <a:buFont typeface="Wingdings" pitchFamily="2" charset="2"/>
              <a:buNone/>
            </a:pPr>
            <a:r>
              <a:rPr lang="en-US" altLang="zh-CN" sz="2400"/>
              <a:t>D. </a:t>
            </a:r>
            <a:r>
              <a:rPr lang="zh-CN" altLang="en-US" sz="2400">
                <a:latin typeface="Times New Roman" panose="02020603050405020304" pitchFamily="18" charset="0"/>
              </a:rPr>
              <a:t>资源数大大小于进程数或进程同时申请的资源数大大超过资源总数</a:t>
            </a:r>
            <a:endParaRPr lang="zh-CN" altLang="en-US" sz="2400"/>
          </a:p>
        </p:txBody>
      </p:sp>
      <p:sp>
        <p:nvSpPr>
          <p:cNvPr id="2" name="灯片编号占位符 1">
            <a:extLst>
              <a:ext uri="{FF2B5EF4-FFF2-40B4-BE49-F238E27FC236}">
                <a16:creationId xmlns:a16="http://schemas.microsoft.com/office/drawing/2014/main" id="{BA763027-1190-83DE-9A7F-81AADF5BB754}"/>
              </a:ext>
            </a:extLst>
          </p:cNvPr>
          <p:cNvSpPr>
            <a:spLocks noGrp="1"/>
          </p:cNvSpPr>
          <p:nvPr>
            <p:ph type="sldNum" sz="quarter" idx="12"/>
          </p:nvPr>
        </p:nvSpPr>
        <p:spPr/>
        <p:txBody>
          <a:bodyPr/>
          <a:lstStyle/>
          <a:p>
            <a:fld id="{4093CC90-4002-504C-BD88-C9A1D374048E}" type="slidenum">
              <a:rPr lang="zh-CN" altLang="en-US" smtClean="0"/>
              <a:pPr/>
              <a:t>61</a:t>
            </a:fld>
            <a:endParaRPr lang="zh-CN" altLang="en-US" dirty="0"/>
          </a:p>
        </p:txBody>
      </p:sp>
    </p:spTree>
  </p:cSld>
  <p:clrMapOvr>
    <a:masterClrMapping/>
  </p:clrMapOvr>
  <p:transition spd="med">
    <p:zoom/>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5" name="Rectangle 2">
            <a:extLst>
              <a:ext uri="{FF2B5EF4-FFF2-40B4-BE49-F238E27FC236}">
                <a16:creationId xmlns:a16="http://schemas.microsoft.com/office/drawing/2014/main" id="{3C80D7CF-4C04-97A2-E646-B7F0F27935C7}"/>
              </a:ext>
            </a:extLst>
          </p:cNvPr>
          <p:cNvSpPr>
            <a:spLocks noGrp="1" noChangeArrowheads="1"/>
          </p:cNvSpPr>
          <p:nvPr>
            <p:ph type="title"/>
          </p:nvPr>
        </p:nvSpPr>
        <p:spPr/>
        <p:txBody>
          <a:bodyPr/>
          <a:lstStyle/>
          <a:p>
            <a:pPr eaLnBrk="1" hangingPunct="1"/>
            <a:r>
              <a:rPr lang="zh-CN" altLang="en-US" sz="4000"/>
              <a:t>选择题</a:t>
            </a:r>
            <a:r>
              <a:rPr lang="en-US" altLang="zh-CN" sz="4000"/>
              <a:t>3</a:t>
            </a:r>
          </a:p>
        </p:txBody>
      </p:sp>
      <p:sp>
        <p:nvSpPr>
          <p:cNvPr id="93186" name="Rectangle 3">
            <a:extLst>
              <a:ext uri="{FF2B5EF4-FFF2-40B4-BE49-F238E27FC236}">
                <a16:creationId xmlns:a16="http://schemas.microsoft.com/office/drawing/2014/main" id="{56DAB3BB-FE87-1C06-512F-837A193F6939}"/>
              </a:ext>
            </a:extLst>
          </p:cNvPr>
          <p:cNvSpPr>
            <a:spLocks noGrp="1" noChangeArrowheads="1"/>
          </p:cNvSpPr>
          <p:nvPr>
            <p:ph idx="1"/>
          </p:nvPr>
        </p:nvSpPr>
        <p:spPr>
          <a:xfrm>
            <a:off x="755650" y="1052513"/>
            <a:ext cx="8148638" cy="4897437"/>
          </a:xfrm>
        </p:spPr>
        <p:txBody>
          <a:bodyPr/>
          <a:lstStyle/>
          <a:p>
            <a:pPr algn="just" eaLnBrk="1" hangingPunct="1"/>
            <a:r>
              <a:rPr lang="zh-CN" altLang="en-US">
                <a:latin typeface="Times New Roman" panose="02020603050405020304" pitchFamily="18" charset="0"/>
              </a:rPr>
              <a:t>银行家算法在解决死锁问题中是用于</a:t>
            </a:r>
            <a:r>
              <a:rPr lang="zh-CN" altLang="en-US"/>
              <a:t> _____ </a:t>
            </a:r>
            <a:r>
              <a:rPr lang="zh-CN" altLang="en-US">
                <a:latin typeface="Times New Roman" panose="02020603050405020304" pitchFamily="18" charset="0"/>
              </a:rPr>
              <a:t>的。</a:t>
            </a:r>
            <a:endParaRPr lang="zh-CN" altLang="en-US"/>
          </a:p>
          <a:p>
            <a:pPr lvl="1" algn="just" eaLnBrk="1" hangingPunct="1">
              <a:buFont typeface="Wingdings" pitchFamily="2" charset="2"/>
              <a:buNone/>
            </a:pPr>
            <a:r>
              <a:rPr lang="en-US" altLang="zh-CN"/>
              <a:t>A.</a:t>
            </a:r>
            <a:r>
              <a:rPr lang="zh-CN" altLang="en-US">
                <a:latin typeface="Times New Roman" panose="02020603050405020304" pitchFamily="18" charset="0"/>
              </a:rPr>
              <a:t>检测死锁          </a:t>
            </a:r>
            <a:r>
              <a:rPr lang="en-US" altLang="zh-CN"/>
              <a:t>B.</a:t>
            </a:r>
            <a:r>
              <a:rPr lang="zh-CN" altLang="en-US">
                <a:latin typeface="Times New Roman" panose="02020603050405020304" pitchFamily="18" charset="0"/>
              </a:rPr>
              <a:t>预防死锁</a:t>
            </a:r>
            <a:r>
              <a:rPr lang="zh-CN" altLang="en-US"/>
              <a:t> </a:t>
            </a:r>
          </a:p>
          <a:p>
            <a:pPr lvl="1" algn="just" eaLnBrk="1" hangingPunct="1">
              <a:buFont typeface="Wingdings" pitchFamily="2" charset="2"/>
              <a:buNone/>
            </a:pPr>
            <a:r>
              <a:rPr lang="en-US" altLang="zh-CN"/>
              <a:t>C.</a:t>
            </a:r>
            <a:r>
              <a:rPr lang="zh-CN" altLang="en-US">
                <a:latin typeface="Times New Roman" panose="02020603050405020304" pitchFamily="18" charset="0"/>
              </a:rPr>
              <a:t>避免死锁          </a:t>
            </a:r>
            <a:r>
              <a:rPr lang="en-US" altLang="zh-CN"/>
              <a:t>D. </a:t>
            </a:r>
            <a:r>
              <a:rPr lang="zh-CN" altLang="en-US">
                <a:latin typeface="Times New Roman" panose="02020603050405020304" pitchFamily="18" charset="0"/>
              </a:rPr>
              <a:t>解除死锁</a:t>
            </a:r>
          </a:p>
          <a:p>
            <a:pPr algn="just" eaLnBrk="1" hangingPunct="1"/>
            <a:r>
              <a:rPr lang="zh-CN" altLang="en-US">
                <a:latin typeface="Times New Roman" panose="02020603050405020304" pitchFamily="18" charset="0"/>
              </a:rPr>
              <a:t>资源的有序分配策略可以破坏</a:t>
            </a:r>
            <a:r>
              <a:rPr lang="zh-CN" altLang="en-US"/>
              <a:t> _____ </a:t>
            </a:r>
            <a:r>
              <a:rPr lang="zh-CN" altLang="en-US">
                <a:latin typeface="Times New Roman" panose="02020603050405020304" pitchFamily="18" charset="0"/>
              </a:rPr>
              <a:t>条件。</a:t>
            </a:r>
            <a:endParaRPr lang="zh-CN" altLang="en-US"/>
          </a:p>
          <a:p>
            <a:pPr lvl="1" algn="just" eaLnBrk="1" hangingPunct="1">
              <a:buFont typeface="Wingdings" pitchFamily="2" charset="2"/>
              <a:buNone/>
            </a:pPr>
            <a:r>
              <a:rPr lang="en-US" altLang="zh-CN"/>
              <a:t>A.</a:t>
            </a:r>
            <a:r>
              <a:rPr lang="zh-CN" altLang="en-US">
                <a:latin typeface="Times New Roman" panose="02020603050405020304" pitchFamily="18" charset="0"/>
              </a:rPr>
              <a:t>占有且等待资源         </a:t>
            </a:r>
            <a:r>
              <a:rPr lang="en-US" altLang="zh-CN"/>
              <a:t>B.</a:t>
            </a:r>
            <a:r>
              <a:rPr lang="zh-CN" altLang="en-US">
                <a:latin typeface="Times New Roman" panose="02020603050405020304" pitchFamily="18" charset="0"/>
              </a:rPr>
              <a:t>循环等待资源</a:t>
            </a:r>
          </a:p>
          <a:p>
            <a:pPr lvl="1" algn="just" eaLnBrk="1" hangingPunct="1">
              <a:buFont typeface="Wingdings" pitchFamily="2" charset="2"/>
              <a:buNone/>
            </a:pPr>
            <a:r>
              <a:rPr lang="en-US" altLang="zh-CN"/>
              <a:t>C. </a:t>
            </a:r>
            <a:r>
              <a:rPr lang="zh-CN" altLang="en-US">
                <a:latin typeface="Times New Roman" panose="02020603050405020304" pitchFamily="18" charset="0"/>
              </a:rPr>
              <a:t>非抢夺资源</a:t>
            </a:r>
            <a:r>
              <a:rPr lang="zh-CN" altLang="en-US"/>
              <a:t>             </a:t>
            </a:r>
            <a:r>
              <a:rPr lang="en-US" altLang="zh-CN"/>
              <a:t>D.</a:t>
            </a:r>
            <a:r>
              <a:rPr lang="zh-CN" altLang="en-US">
                <a:latin typeface="Times New Roman" panose="02020603050405020304" pitchFamily="18" charset="0"/>
              </a:rPr>
              <a:t>互斥使用资源</a:t>
            </a:r>
            <a:r>
              <a:rPr lang="zh-CN" altLang="en-US"/>
              <a:t> </a:t>
            </a:r>
            <a:endParaRPr lang="zh-CN" altLang="en-US">
              <a:latin typeface="Times New Roman" panose="02020603050405020304" pitchFamily="18" charset="0"/>
            </a:endParaRPr>
          </a:p>
        </p:txBody>
      </p:sp>
      <p:sp>
        <p:nvSpPr>
          <p:cNvPr id="2" name="灯片编号占位符 1">
            <a:extLst>
              <a:ext uri="{FF2B5EF4-FFF2-40B4-BE49-F238E27FC236}">
                <a16:creationId xmlns:a16="http://schemas.microsoft.com/office/drawing/2014/main" id="{05EB1E0A-96B8-AA15-7BA1-1D29D981E39D}"/>
              </a:ext>
            </a:extLst>
          </p:cNvPr>
          <p:cNvSpPr>
            <a:spLocks noGrp="1"/>
          </p:cNvSpPr>
          <p:nvPr>
            <p:ph type="sldNum" sz="quarter" idx="12"/>
          </p:nvPr>
        </p:nvSpPr>
        <p:spPr/>
        <p:txBody>
          <a:bodyPr/>
          <a:lstStyle/>
          <a:p>
            <a:fld id="{4093CC90-4002-504C-BD88-C9A1D374048E}" type="slidenum">
              <a:rPr lang="zh-CN" altLang="en-US" smtClean="0"/>
              <a:pPr/>
              <a:t>62</a:t>
            </a:fld>
            <a:endParaRPr lang="zh-CN" altLang="en-US" dirty="0"/>
          </a:p>
        </p:txBody>
      </p:sp>
    </p:spTree>
  </p:cSld>
  <p:clrMapOvr>
    <a:masterClrMapping/>
  </p:clrMapOvr>
  <p:transition spd="med">
    <p:zoom/>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09" name="Rectangle 2">
            <a:extLst>
              <a:ext uri="{FF2B5EF4-FFF2-40B4-BE49-F238E27FC236}">
                <a16:creationId xmlns:a16="http://schemas.microsoft.com/office/drawing/2014/main" id="{0DE93C5A-A28D-D38D-C687-BB7F30A790AC}"/>
              </a:ext>
            </a:extLst>
          </p:cNvPr>
          <p:cNvSpPr>
            <a:spLocks noGrp="1" noChangeArrowheads="1"/>
          </p:cNvSpPr>
          <p:nvPr>
            <p:ph type="title"/>
          </p:nvPr>
        </p:nvSpPr>
        <p:spPr/>
        <p:txBody>
          <a:bodyPr/>
          <a:lstStyle/>
          <a:p>
            <a:pPr eaLnBrk="1" hangingPunct="1"/>
            <a:r>
              <a:rPr lang="zh-CN" altLang="en-US" sz="4000"/>
              <a:t>选择题</a:t>
            </a:r>
            <a:r>
              <a:rPr lang="en-US" altLang="zh-CN" sz="4000"/>
              <a:t>4</a:t>
            </a:r>
          </a:p>
        </p:txBody>
      </p:sp>
      <p:sp>
        <p:nvSpPr>
          <p:cNvPr id="94210" name="Rectangle 3">
            <a:extLst>
              <a:ext uri="{FF2B5EF4-FFF2-40B4-BE49-F238E27FC236}">
                <a16:creationId xmlns:a16="http://schemas.microsoft.com/office/drawing/2014/main" id="{D880E447-2129-2FCF-03C5-690980264D1B}"/>
              </a:ext>
            </a:extLst>
          </p:cNvPr>
          <p:cNvSpPr>
            <a:spLocks noGrp="1" noChangeArrowheads="1"/>
          </p:cNvSpPr>
          <p:nvPr>
            <p:ph idx="1"/>
          </p:nvPr>
        </p:nvSpPr>
        <p:spPr>
          <a:xfrm>
            <a:off x="827088" y="1052513"/>
            <a:ext cx="8077200" cy="4897437"/>
          </a:xfrm>
        </p:spPr>
        <p:txBody>
          <a:bodyPr/>
          <a:lstStyle/>
          <a:p>
            <a:pPr algn="just" eaLnBrk="1" hangingPunct="1"/>
            <a:r>
              <a:rPr lang="zh-CN" altLang="en-US">
                <a:latin typeface="Times New Roman" panose="02020603050405020304" pitchFamily="18" charset="0"/>
              </a:rPr>
              <a:t>某系统中有</a:t>
            </a:r>
            <a:r>
              <a:rPr lang="zh-CN" altLang="en-US"/>
              <a:t>3</a:t>
            </a:r>
            <a:r>
              <a:rPr lang="zh-CN" altLang="en-US">
                <a:latin typeface="Times New Roman" panose="02020603050405020304" pitchFamily="18" charset="0"/>
              </a:rPr>
              <a:t>个并发进程，都需要同类资源</a:t>
            </a:r>
            <a:r>
              <a:rPr lang="zh-CN" altLang="en-US"/>
              <a:t>4</a:t>
            </a:r>
            <a:r>
              <a:rPr lang="zh-CN" altLang="en-US">
                <a:latin typeface="Times New Roman" panose="02020603050405020304" pitchFamily="18" charset="0"/>
              </a:rPr>
              <a:t>个，试问该系统不会发生死锁的最少资源数是</a:t>
            </a:r>
            <a:r>
              <a:rPr lang="zh-CN" altLang="en-US"/>
              <a:t> _____ </a:t>
            </a:r>
            <a:r>
              <a:rPr lang="zh-CN" altLang="en-US">
                <a:latin typeface="Times New Roman" panose="02020603050405020304" pitchFamily="18" charset="0"/>
              </a:rPr>
              <a:t>。</a:t>
            </a:r>
            <a:endParaRPr lang="zh-CN" altLang="en-US"/>
          </a:p>
          <a:p>
            <a:pPr lvl="1" algn="just" eaLnBrk="1" hangingPunct="1">
              <a:buFont typeface="Wingdings" pitchFamily="2" charset="2"/>
              <a:buNone/>
            </a:pPr>
            <a:r>
              <a:rPr lang="en-US" altLang="zh-CN"/>
              <a:t>A. 9               B. 10</a:t>
            </a:r>
          </a:p>
          <a:p>
            <a:pPr lvl="1" algn="just" eaLnBrk="1" hangingPunct="1">
              <a:buFont typeface="Wingdings" pitchFamily="2" charset="2"/>
              <a:buNone/>
            </a:pPr>
            <a:r>
              <a:rPr lang="en-US" altLang="zh-CN"/>
              <a:t>C. 11             D. 12</a:t>
            </a:r>
          </a:p>
          <a:p>
            <a:r>
              <a:rPr lang="zh-CN" altLang="en-US"/>
              <a:t>有序资源分配方法属于</a:t>
            </a:r>
            <a:r>
              <a:rPr lang="en-US" altLang="zh-CN"/>
              <a:t>_____ </a:t>
            </a:r>
            <a:r>
              <a:rPr lang="zh-CN" altLang="en-US"/>
              <a:t>方法。</a:t>
            </a:r>
          </a:p>
          <a:p>
            <a:pPr>
              <a:buFont typeface="Wingdings" pitchFamily="2" charset="2"/>
              <a:buNone/>
            </a:pPr>
            <a:r>
              <a:rPr lang="en-US" altLang="zh-CN"/>
              <a:t>   A</a:t>
            </a:r>
            <a:r>
              <a:rPr lang="zh-CN" altLang="en-US"/>
              <a:t>．死锁预防       </a:t>
            </a:r>
            <a:r>
              <a:rPr lang="en-US" altLang="zh-CN"/>
              <a:t>B</a:t>
            </a:r>
            <a:r>
              <a:rPr lang="zh-CN" altLang="en-US"/>
              <a:t>．死锁避免</a:t>
            </a:r>
            <a:endParaRPr lang="en-US" altLang="zh-CN"/>
          </a:p>
          <a:p>
            <a:pPr>
              <a:buFont typeface="Wingdings" pitchFamily="2" charset="2"/>
              <a:buNone/>
            </a:pPr>
            <a:r>
              <a:rPr lang="zh-CN" altLang="en-US"/>
              <a:t>   </a:t>
            </a:r>
            <a:r>
              <a:rPr lang="en-US" altLang="zh-CN"/>
              <a:t>C</a:t>
            </a:r>
            <a:r>
              <a:rPr lang="zh-CN" altLang="en-US"/>
              <a:t>．死锁检测       </a:t>
            </a:r>
            <a:r>
              <a:rPr lang="en-US" altLang="zh-CN"/>
              <a:t>D</a:t>
            </a:r>
            <a:r>
              <a:rPr lang="zh-CN" altLang="en-US"/>
              <a:t>．死锁解除</a:t>
            </a:r>
            <a:endParaRPr lang="zh-CN" altLang="en-US" sz="2400">
              <a:latin typeface="Times New Roman" panose="02020603050405020304" pitchFamily="18" charset="0"/>
            </a:endParaRPr>
          </a:p>
          <a:p>
            <a:pPr algn="just" eaLnBrk="1" hangingPunct="1"/>
            <a:endParaRPr lang="zh-CN" altLang="en-US">
              <a:latin typeface="Times New Roman" panose="02020603050405020304" pitchFamily="18" charset="0"/>
            </a:endParaRPr>
          </a:p>
        </p:txBody>
      </p:sp>
      <p:sp>
        <p:nvSpPr>
          <p:cNvPr id="2" name="灯片编号占位符 1">
            <a:extLst>
              <a:ext uri="{FF2B5EF4-FFF2-40B4-BE49-F238E27FC236}">
                <a16:creationId xmlns:a16="http://schemas.microsoft.com/office/drawing/2014/main" id="{4FF0524E-FE8C-6BB7-915A-A6B11FA16C3A}"/>
              </a:ext>
            </a:extLst>
          </p:cNvPr>
          <p:cNvSpPr>
            <a:spLocks noGrp="1"/>
          </p:cNvSpPr>
          <p:nvPr>
            <p:ph type="sldNum" sz="quarter" idx="12"/>
          </p:nvPr>
        </p:nvSpPr>
        <p:spPr/>
        <p:txBody>
          <a:bodyPr/>
          <a:lstStyle/>
          <a:p>
            <a:fld id="{4093CC90-4002-504C-BD88-C9A1D374048E}" type="slidenum">
              <a:rPr lang="zh-CN" altLang="en-US" smtClean="0"/>
              <a:pPr/>
              <a:t>63</a:t>
            </a:fld>
            <a:endParaRPr lang="zh-CN" altLang="en-US" dirty="0"/>
          </a:p>
        </p:txBody>
      </p:sp>
    </p:spTree>
  </p:cSld>
  <p:clrMapOvr>
    <a:masterClrMapping/>
  </p:clrMapOvr>
  <p:transition spd="med">
    <p:zoom/>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3" name="Rectangle 2">
            <a:extLst>
              <a:ext uri="{FF2B5EF4-FFF2-40B4-BE49-F238E27FC236}">
                <a16:creationId xmlns:a16="http://schemas.microsoft.com/office/drawing/2014/main" id="{F3004B37-CE50-2A75-9987-3F8262CFB536}"/>
              </a:ext>
            </a:extLst>
          </p:cNvPr>
          <p:cNvSpPr>
            <a:spLocks noGrp="1" noChangeArrowheads="1"/>
          </p:cNvSpPr>
          <p:nvPr>
            <p:ph type="title"/>
          </p:nvPr>
        </p:nvSpPr>
        <p:spPr/>
        <p:txBody>
          <a:bodyPr/>
          <a:lstStyle/>
          <a:p>
            <a:pPr eaLnBrk="1" hangingPunct="1"/>
            <a:r>
              <a:rPr lang="zh-CN" altLang="en-US" sz="4000"/>
              <a:t>选择题</a:t>
            </a:r>
            <a:r>
              <a:rPr lang="en-US" altLang="zh-CN" sz="4000"/>
              <a:t>5</a:t>
            </a:r>
          </a:p>
        </p:txBody>
      </p:sp>
      <p:sp>
        <p:nvSpPr>
          <p:cNvPr id="95234" name="Rectangle 3">
            <a:extLst>
              <a:ext uri="{FF2B5EF4-FFF2-40B4-BE49-F238E27FC236}">
                <a16:creationId xmlns:a16="http://schemas.microsoft.com/office/drawing/2014/main" id="{F70D1341-EF7D-C0BF-CA1E-6C2A60831547}"/>
              </a:ext>
            </a:extLst>
          </p:cNvPr>
          <p:cNvSpPr>
            <a:spLocks noGrp="1" noChangeArrowheads="1"/>
          </p:cNvSpPr>
          <p:nvPr>
            <p:ph idx="1"/>
          </p:nvPr>
        </p:nvSpPr>
        <p:spPr>
          <a:xfrm>
            <a:off x="571500" y="1052513"/>
            <a:ext cx="8332788" cy="4897437"/>
          </a:xfrm>
        </p:spPr>
        <p:txBody>
          <a:bodyPr/>
          <a:lstStyle/>
          <a:p>
            <a:r>
              <a:rPr lang="zh-CN" altLang="en-US"/>
              <a:t>不能防止死锁的资源分配策略是</a:t>
            </a:r>
            <a:r>
              <a:rPr lang="en-US" altLang="zh-CN"/>
              <a:t>_____</a:t>
            </a:r>
            <a:r>
              <a:rPr lang="zh-CN" altLang="en-US"/>
              <a:t>。</a:t>
            </a:r>
          </a:p>
          <a:p>
            <a:pPr>
              <a:buFont typeface="Wingdings" pitchFamily="2" charset="2"/>
              <a:buNone/>
            </a:pPr>
            <a:r>
              <a:rPr lang="en-US" altLang="zh-CN"/>
              <a:t>    A</a:t>
            </a:r>
            <a:r>
              <a:rPr lang="zh-CN" altLang="en-US"/>
              <a:t>．剥夺式分配方式   </a:t>
            </a:r>
            <a:r>
              <a:rPr lang="en-US" altLang="zh-CN"/>
              <a:t>B</a:t>
            </a:r>
            <a:r>
              <a:rPr lang="zh-CN" altLang="en-US"/>
              <a:t>．按序分配方式</a:t>
            </a:r>
          </a:p>
          <a:p>
            <a:pPr>
              <a:buFont typeface="Wingdings" pitchFamily="2" charset="2"/>
              <a:buNone/>
            </a:pPr>
            <a:r>
              <a:rPr lang="en-US" altLang="zh-CN"/>
              <a:t>    C</a:t>
            </a:r>
            <a:r>
              <a:rPr lang="zh-CN" altLang="en-US"/>
              <a:t>．静态分配方式    </a:t>
            </a:r>
            <a:r>
              <a:rPr lang="en-US" altLang="zh-CN"/>
              <a:t>D</a:t>
            </a:r>
            <a:r>
              <a:rPr lang="zh-CN" altLang="en-US"/>
              <a:t>．互斥使用分配方式</a:t>
            </a:r>
            <a:endParaRPr lang="en-US" altLang="zh-CN"/>
          </a:p>
          <a:p>
            <a:r>
              <a:rPr lang="zh-CN" altLang="en-US"/>
              <a:t>某计算机系统中有</a:t>
            </a:r>
            <a:r>
              <a:rPr lang="en-US" altLang="zh-CN"/>
              <a:t>6</a:t>
            </a:r>
            <a:r>
              <a:rPr lang="zh-CN" altLang="en-US"/>
              <a:t>台打印机，多个进程均最多需要</a:t>
            </a:r>
            <a:r>
              <a:rPr lang="en-US" altLang="zh-CN"/>
              <a:t>2</a:t>
            </a:r>
            <a:r>
              <a:rPr lang="zh-CN" altLang="en-US"/>
              <a:t>台打印机，规定每个进程一次仅允许申请一台打印机。为保证一定不发生死锁，则允许参与打印机资源竞争的最大进程数是</a:t>
            </a:r>
            <a:r>
              <a:rPr lang="en-US" altLang="zh-CN"/>
              <a:t>__</a:t>
            </a:r>
            <a:r>
              <a:rPr lang="zh-CN" altLang="en-US"/>
              <a:t>。</a:t>
            </a:r>
          </a:p>
          <a:p>
            <a:pPr>
              <a:buFont typeface="Wingdings" pitchFamily="2" charset="2"/>
              <a:buNone/>
            </a:pPr>
            <a:r>
              <a:rPr lang="en-US" altLang="zh-CN"/>
              <a:t>    A</a:t>
            </a:r>
            <a:r>
              <a:rPr lang="zh-CN" altLang="en-US"/>
              <a:t>．</a:t>
            </a:r>
            <a:r>
              <a:rPr lang="en-US" altLang="zh-CN"/>
              <a:t>3      B</a:t>
            </a:r>
            <a:r>
              <a:rPr lang="zh-CN" altLang="en-US"/>
              <a:t>．</a:t>
            </a:r>
            <a:r>
              <a:rPr lang="en-US" altLang="zh-CN"/>
              <a:t>4      C</a:t>
            </a:r>
            <a:r>
              <a:rPr lang="zh-CN" altLang="en-US"/>
              <a:t>．</a:t>
            </a:r>
            <a:r>
              <a:rPr lang="en-US" altLang="zh-CN"/>
              <a:t>5       D</a:t>
            </a:r>
            <a:r>
              <a:rPr lang="zh-CN" altLang="en-US"/>
              <a:t>．</a:t>
            </a:r>
            <a:r>
              <a:rPr lang="en-US" altLang="zh-CN"/>
              <a:t>6</a:t>
            </a:r>
            <a:r>
              <a:rPr lang="zh-CN" altLang="en-US"/>
              <a:t> </a:t>
            </a:r>
          </a:p>
        </p:txBody>
      </p:sp>
      <p:sp>
        <p:nvSpPr>
          <p:cNvPr id="2" name="灯片编号占位符 1">
            <a:extLst>
              <a:ext uri="{FF2B5EF4-FFF2-40B4-BE49-F238E27FC236}">
                <a16:creationId xmlns:a16="http://schemas.microsoft.com/office/drawing/2014/main" id="{B2BCC9B8-F0F0-AD84-3E84-4D0AFE00D2D1}"/>
              </a:ext>
            </a:extLst>
          </p:cNvPr>
          <p:cNvSpPr>
            <a:spLocks noGrp="1"/>
          </p:cNvSpPr>
          <p:nvPr>
            <p:ph type="sldNum" sz="quarter" idx="12"/>
          </p:nvPr>
        </p:nvSpPr>
        <p:spPr/>
        <p:txBody>
          <a:bodyPr/>
          <a:lstStyle/>
          <a:p>
            <a:fld id="{4093CC90-4002-504C-BD88-C9A1D374048E}" type="slidenum">
              <a:rPr lang="zh-CN" altLang="en-US" smtClean="0"/>
              <a:pPr/>
              <a:t>64</a:t>
            </a:fld>
            <a:endParaRPr lang="zh-CN" altLang="en-US" dirty="0"/>
          </a:p>
        </p:txBody>
      </p:sp>
    </p:spTree>
  </p:cSld>
  <p:clrMapOvr>
    <a:masterClrMapping/>
  </p:clrMapOvr>
  <p:transition spd="med">
    <p:zoom/>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7" name="Rectangle 2">
            <a:extLst>
              <a:ext uri="{FF2B5EF4-FFF2-40B4-BE49-F238E27FC236}">
                <a16:creationId xmlns:a16="http://schemas.microsoft.com/office/drawing/2014/main" id="{839AD621-B9DE-14A6-9BF6-7A0DCFA94B46}"/>
              </a:ext>
            </a:extLst>
          </p:cNvPr>
          <p:cNvSpPr>
            <a:spLocks noGrp="1" noChangeArrowheads="1"/>
          </p:cNvSpPr>
          <p:nvPr>
            <p:ph type="title"/>
          </p:nvPr>
        </p:nvSpPr>
        <p:spPr/>
        <p:txBody>
          <a:bodyPr/>
          <a:lstStyle/>
          <a:p>
            <a:pPr eaLnBrk="1" hangingPunct="1"/>
            <a:r>
              <a:rPr lang="zh-CN" altLang="en-US" sz="4000"/>
              <a:t>填空题</a:t>
            </a:r>
          </a:p>
        </p:txBody>
      </p:sp>
      <p:sp>
        <p:nvSpPr>
          <p:cNvPr id="96258" name="Rectangle 3">
            <a:extLst>
              <a:ext uri="{FF2B5EF4-FFF2-40B4-BE49-F238E27FC236}">
                <a16:creationId xmlns:a16="http://schemas.microsoft.com/office/drawing/2014/main" id="{0919C89C-2A67-B360-24D0-FF3BFB48A16F}"/>
              </a:ext>
            </a:extLst>
          </p:cNvPr>
          <p:cNvSpPr>
            <a:spLocks noGrp="1" noChangeArrowheads="1"/>
          </p:cNvSpPr>
          <p:nvPr>
            <p:ph idx="1"/>
          </p:nvPr>
        </p:nvSpPr>
        <p:spPr>
          <a:xfrm>
            <a:off x="827088" y="1052513"/>
            <a:ext cx="8077200" cy="4897437"/>
          </a:xfrm>
        </p:spPr>
        <p:txBody>
          <a:bodyPr/>
          <a:lstStyle/>
          <a:p>
            <a:pPr eaLnBrk="1" hangingPunct="1">
              <a:lnSpc>
                <a:spcPct val="90000"/>
              </a:lnSpc>
            </a:pPr>
            <a:r>
              <a:rPr lang="zh-CN" altLang="en-US">
                <a:latin typeface="Times New Roman" panose="02020603050405020304" pitchFamily="18" charset="0"/>
              </a:rPr>
              <a:t>在有</a:t>
            </a:r>
            <a:r>
              <a:rPr lang="en-US" altLang="zh-CN"/>
              <a:t>m</a:t>
            </a:r>
            <a:r>
              <a:rPr lang="zh-CN" altLang="en-US">
                <a:latin typeface="Times New Roman" panose="02020603050405020304" pitchFamily="18" charset="0"/>
              </a:rPr>
              <a:t>个进程的系统中出现死锁时，死锁进程的个数</a:t>
            </a:r>
            <a:r>
              <a:rPr lang="en-US" altLang="zh-CN"/>
              <a:t>k</a:t>
            </a:r>
            <a:r>
              <a:rPr lang="zh-CN" altLang="en-US">
                <a:latin typeface="Times New Roman" panose="02020603050405020304" pitchFamily="18" charset="0"/>
              </a:rPr>
              <a:t>应该满足的条件是</a:t>
            </a:r>
            <a:r>
              <a:rPr lang="zh-CN" altLang="en-US"/>
              <a:t>_____ </a:t>
            </a:r>
            <a:r>
              <a:rPr lang="zh-CN" altLang="en-US">
                <a:latin typeface="Times New Roman" panose="02020603050405020304" pitchFamily="18" charset="0"/>
              </a:rPr>
              <a:t>。</a:t>
            </a:r>
          </a:p>
          <a:p>
            <a:pPr eaLnBrk="1" hangingPunct="1">
              <a:lnSpc>
                <a:spcPct val="90000"/>
              </a:lnSpc>
            </a:pPr>
            <a:r>
              <a:rPr lang="zh-CN" altLang="en-US">
                <a:latin typeface="Times New Roman" panose="02020603050405020304" pitchFamily="18" charset="0"/>
              </a:rPr>
              <a:t>银行家算法中，当一个进程提出的资源请求将导致系统从</a:t>
            </a:r>
            <a:r>
              <a:rPr lang="zh-CN" altLang="en-US"/>
              <a:t> </a:t>
            </a:r>
            <a:r>
              <a:rPr lang="zh-CN" altLang="en-US" u="sng"/>
              <a:t>  </a:t>
            </a:r>
            <a:r>
              <a:rPr lang="zh-CN" altLang="en-US" u="sng">
                <a:latin typeface="Times New Roman" panose="02020603050405020304" pitchFamily="18" charset="0"/>
              </a:rPr>
              <a:t>①</a:t>
            </a:r>
            <a:r>
              <a:rPr lang="zh-CN" altLang="en-US" u="sng"/>
              <a:t>  </a:t>
            </a:r>
            <a:r>
              <a:rPr lang="zh-CN" altLang="en-US"/>
              <a:t> </a:t>
            </a:r>
            <a:r>
              <a:rPr lang="zh-CN" altLang="en-US">
                <a:latin typeface="Times New Roman" panose="02020603050405020304" pitchFamily="18" charset="0"/>
              </a:rPr>
              <a:t>进入</a:t>
            </a:r>
            <a:r>
              <a:rPr lang="zh-CN" altLang="en-US"/>
              <a:t> </a:t>
            </a:r>
            <a:r>
              <a:rPr lang="zh-CN" altLang="en-US" u="sng"/>
              <a:t>  </a:t>
            </a:r>
            <a:r>
              <a:rPr lang="zh-CN" altLang="en-US" u="sng">
                <a:latin typeface="Times New Roman" panose="02020603050405020304" pitchFamily="18" charset="0"/>
              </a:rPr>
              <a:t>②</a:t>
            </a:r>
            <a:r>
              <a:rPr lang="zh-CN" altLang="en-US" u="sng"/>
              <a:t>   </a:t>
            </a:r>
            <a:r>
              <a:rPr lang="zh-CN" altLang="en-US">
                <a:latin typeface="Times New Roman" panose="02020603050405020304" pitchFamily="18" charset="0"/>
              </a:rPr>
              <a:t>时，系统就拒绝它的资源请求。</a:t>
            </a:r>
          </a:p>
          <a:p>
            <a:pPr eaLnBrk="1" hangingPunct="1">
              <a:lnSpc>
                <a:spcPct val="90000"/>
              </a:lnSpc>
            </a:pPr>
            <a:r>
              <a:rPr lang="zh-CN" altLang="en-US">
                <a:latin typeface="Times New Roman" panose="02020603050405020304" pitchFamily="18" charset="0"/>
              </a:rPr>
              <a:t>对待死锁，一般应考虑死锁的预防、避免、检测和解除四个问题。典型的银行家算法是属于</a:t>
            </a:r>
            <a:r>
              <a:rPr lang="zh-CN" altLang="en-US"/>
              <a:t> </a:t>
            </a:r>
            <a:r>
              <a:rPr lang="zh-CN" altLang="en-US" u="sng"/>
              <a:t>  </a:t>
            </a:r>
            <a:r>
              <a:rPr lang="zh-CN" altLang="en-US" u="sng">
                <a:latin typeface="Times New Roman" panose="02020603050405020304" pitchFamily="18" charset="0"/>
              </a:rPr>
              <a:t>①</a:t>
            </a:r>
            <a:r>
              <a:rPr lang="zh-CN" altLang="en-US" u="sng"/>
              <a:t>  </a:t>
            </a:r>
            <a:r>
              <a:rPr lang="zh-CN" altLang="en-US"/>
              <a:t> </a:t>
            </a:r>
            <a:r>
              <a:rPr lang="zh-CN" altLang="en-US">
                <a:latin typeface="Times New Roman" panose="02020603050405020304" pitchFamily="18" charset="0"/>
              </a:rPr>
              <a:t>，破坏环路等待条件是属于</a:t>
            </a:r>
            <a:r>
              <a:rPr lang="zh-CN" altLang="en-US"/>
              <a:t> </a:t>
            </a:r>
            <a:r>
              <a:rPr lang="zh-CN" altLang="en-US" u="sng"/>
              <a:t>  </a:t>
            </a:r>
            <a:r>
              <a:rPr lang="zh-CN" altLang="en-US" u="sng">
                <a:latin typeface="Times New Roman" panose="02020603050405020304" pitchFamily="18" charset="0"/>
              </a:rPr>
              <a:t>②</a:t>
            </a:r>
            <a:r>
              <a:rPr lang="zh-CN" altLang="en-US" u="sng"/>
              <a:t>  </a:t>
            </a:r>
            <a:r>
              <a:rPr lang="zh-CN" altLang="en-US"/>
              <a:t> </a:t>
            </a:r>
            <a:r>
              <a:rPr lang="zh-CN" altLang="en-US">
                <a:latin typeface="Times New Roman" panose="02020603050405020304" pitchFamily="18" charset="0"/>
              </a:rPr>
              <a:t>，而剥夺资源是</a:t>
            </a:r>
            <a:r>
              <a:rPr lang="zh-CN" altLang="en-US"/>
              <a:t> </a:t>
            </a:r>
            <a:r>
              <a:rPr lang="zh-CN" altLang="en-US" u="sng"/>
              <a:t>  </a:t>
            </a:r>
            <a:r>
              <a:rPr lang="zh-CN" altLang="en-US" u="sng">
                <a:latin typeface="Times New Roman" panose="02020603050405020304" pitchFamily="18" charset="0"/>
              </a:rPr>
              <a:t>③</a:t>
            </a:r>
            <a:r>
              <a:rPr lang="zh-CN" altLang="en-US" u="sng"/>
              <a:t>  </a:t>
            </a:r>
            <a:r>
              <a:rPr lang="zh-CN" altLang="en-US"/>
              <a:t> </a:t>
            </a:r>
            <a:r>
              <a:rPr lang="zh-CN" altLang="en-US">
                <a:latin typeface="Times New Roman" panose="02020603050405020304" pitchFamily="18" charset="0"/>
              </a:rPr>
              <a:t>的基本方法。</a:t>
            </a:r>
          </a:p>
        </p:txBody>
      </p:sp>
      <p:sp>
        <p:nvSpPr>
          <p:cNvPr id="2" name="灯片编号占位符 1">
            <a:extLst>
              <a:ext uri="{FF2B5EF4-FFF2-40B4-BE49-F238E27FC236}">
                <a16:creationId xmlns:a16="http://schemas.microsoft.com/office/drawing/2014/main" id="{3AE41B30-59FA-1B45-043C-17EF87AF3AF3}"/>
              </a:ext>
            </a:extLst>
          </p:cNvPr>
          <p:cNvSpPr>
            <a:spLocks noGrp="1"/>
          </p:cNvSpPr>
          <p:nvPr>
            <p:ph type="sldNum" sz="quarter" idx="12"/>
          </p:nvPr>
        </p:nvSpPr>
        <p:spPr/>
        <p:txBody>
          <a:bodyPr/>
          <a:lstStyle/>
          <a:p>
            <a:fld id="{4093CC90-4002-504C-BD88-C9A1D374048E}" type="slidenum">
              <a:rPr lang="zh-CN" altLang="en-US" smtClean="0"/>
              <a:pPr/>
              <a:t>65</a:t>
            </a:fld>
            <a:endParaRPr lang="zh-CN" altLang="en-US" dirty="0"/>
          </a:p>
        </p:txBody>
      </p:sp>
    </p:spTree>
  </p:cSld>
  <p:clrMapOvr>
    <a:masterClrMapping/>
  </p:clrMapOvr>
  <p:transition spd="med">
    <p:zoom/>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1" name="Rectangle 2">
            <a:extLst>
              <a:ext uri="{FF2B5EF4-FFF2-40B4-BE49-F238E27FC236}">
                <a16:creationId xmlns:a16="http://schemas.microsoft.com/office/drawing/2014/main" id="{6CE82B1C-8DDF-2BAD-B3C9-5BBA2DE911CB}"/>
              </a:ext>
            </a:extLst>
          </p:cNvPr>
          <p:cNvSpPr>
            <a:spLocks noGrp="1" noChangeArrowheads="1"/>
          </p:cNvSpPr>
          <p:nvPr>
            <p:ph type="title"/>
          </p:nvPr>
        </p:nvSpPr>
        <p:spPr/>
        <p:txBody>
          <a:bodyPr/>
          <a:lstStyle/>
          <a:p>
            <a:pPr eaLnBrk="1" hangingPunct="1"/>
            <a:r>
              <a:rPr lang="zh-CN" altLang="en-US"/>
              <a:t>考研题</a:t>
            </a:r>
            <a:r>
              <a:rPr lang="en-US" altLang="zh-CN"/>
              <a:t>1</a:t>
            </a:r>
          </a:p>
        </p:txBody>
      </p:sp>
      <p:sp>
        <p:nvSpPr>
          <p:cNvPr id="97282" name="Rectangle 3">
            <a:extLst>
              <a:ext uri="{FF2B5EF4-FFF2-40B4-BE49-F238E27FC236}">
                <a16:creationId xmlns:a16="http://schemas.microsoft.com/office/drawing/2014/main" id="{22BC3120-7530-D787-D136-D272E5CB78E8}"/>
              </a:ext>
            </a:extLst>
          </p:cNvPr>
          <p:cNvSpPr>
            <a:spLocks noGrp="1" noChangeArrowheads="1"/>
          </p:cNvSpPr>
          <p:nvPr>
            <p:ph idx="1"/>
          </p:nvPr>
        </p:nvSpPr>
        <p:spPr>
          <a:xfrm>
            <a:off x="684213" y="1125538"/>
            <a:ext cx="8299450" cy="4848225"/>
          </a:xfrm>
        </p:spPr>
        <p:txBody>
          <a:bodyPr/>
          <a:lstStyle/>
          <a:p>
            <a:pPr eaLnBrk="1" hangingPunct="1"/>
            <a:r>
              <a:rPr lang="zh-CN" altLang="en-US"/>
              <a:t>某计算机中有</a:t>
            </a:r>
            <a:r>
              <a:rPr lang="en-US" altLang="zh-CN"/>
              <a:t>8</a:t>
            </a:r>
            <a:r>
              <a:rPr lang="zh-CN" altLang="en-US"/>
              <a:t>台打印机，由</a:t>
            </a:r>
            <a:r>
              <a:rPr lang="en-US" altLang="zh-CN"/>
              <a:t>K</a:t>
            </a:r>
            <a:r>
              <a:rPr lang="zh-CN" altLang="en-US"/>
              <a:t>个进程竞争使用，每个进程最多需要</a:t>
            </a:r>
            <a:r>
              <a:rPr lang="en-US" altLang="zh-CN"/>
              <a:t>3</a:t>
            </a:r>
            <a:r>
              <a:rPr lang="zh-CN" altLang="en-US"/>
              <a:t>台打印机。该系统可能会发生死锁的</a:t>
            </a:r>
            <a:r>
              <a:rPr lang="en-US" altLang="zh-CN"/>
              <a:t>K</a:t>
            </a:r>
            <a:r>
              <a:rPr lang="zh-CN" altLang="en-US"/>
              <a:t>的最小值为（）。</a:t>
            </a:r>
            <a:r>
              <a:rPr lang="en-US" altLang="zh-CN"/>
              <a:t>09</a:t>
            </a:r>
          </a:p>
          <a:p>
            <a:pPr eaLnBrk="1" hangingPunct="1">
              <a:buFont typeface="Wingdings" pitchFamily="2" charset="2"/>
              <a:buNone/>
            </a:pPr>
            <a:r>
              <a:rPr lang="en-US" altLang="zh-CN"/>
              <a:t>   A</a:t>
            </a:r>
            <a:r>
              <a:rPr lang="zh-CN" altLang="en-US"/>
              <a:t>、</a:t>
            </a:r>
            <a:r>
              <a:rPr lang="en-US" altLang="zh-CN"/>
              <a:t>2    B</a:t>
            </a:r>
            <a:r>
              <a:rPr lang="zh-CN" altLang="en-US"/>
              <a:t>、</a:t>
            </a:r>
            <a:r>
              <a:rPr lang="en-US" altLang="zh-CN"/>
              <a:t>3     C</a:t>
            </a:r>
            <a:r>
              <a:rPr lang="zh-CN" altLang="en-US"/>
              <a:t>、</a:t>
            </a:r>
            <a:r>
              <a:rPr lang="en-US" altLang="zh-CN"/>
              <a:t>4   D</a:t>
            </a:r>
            <a:r>
              <a:rPr lang="zh-CN" altLang="en-US"/>
              <a:t>、</a:t>
            </a:r>
            <a:r>
              <a:rPr lang="en-US" altLang="zh-CN"/>
              <a:t>5</a:t>
            </a:r>
            <a:endParaRPr lang="zh-CN" altLang="en-US"/>
          </a:p>
        </p:txBody>
      </p:sp>
      <p:sp>
        <p:nvSpPr>
          <p:cNvPr id="2" name="灯片编号占位符 1">
            <a:extLst>
              <a:ext uri="{FF2B5EF4-FFF2-40B4-BE49-F238E27FC236}">
                <a16:creationId xmlns:a16="http://schemas.microsoft.com/office/drawing/2014/main" id="{3558C275-167D-ED91-A444-FC76DFE7635A}"/>
              </a:ext>
            </a:extLst>
          </p:cNvPr>
          <p:cNvSpPr>
            <a:spLocks noGrp="1"/>
          </p:cNvSpPr>
          <p:nvPr>
            <p:ph type="sldNum" sz="quarter" idx="12"/>
          </p:nvPr>
        </p:nvSpPr>
        <p:spPr/>
        <p:txBody>
          <a:bodyPr/>
          <a:lstStyle/>
          <a:p>
            <a:fld id="{4093CC90-4002-504C-BD88-C9A1D374048E}" type="slidenum">
              <a:rPr lang="zh-CN" altLang="en-US" smtClean="0"/>
              <a:pPr/>
              <a:t>66</a:t>
            </a:fld>
            <a:endParaRPr lang="zh-CN" altLang="en-US" dirty="0"/>
          </a:p>
        </p:txBody>
      </p:sp>
    </p:spTree>
  </p:cSld>
  <p:clrMapOvr>
    <a:masterClrMapping/>
  </p:clrMapOvr>
  <p:transition spd="med">
    <p:zoom/>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5" name="Rectangle 2">
            <a:extLst>
              <a:ext uri="{FF2B5EF4-FFF2-40B4-BE49-F238E27FC236}">
                <a16:creationId xmlns:a16="http://schemas.microsoft.com/office/drawing/2014/main" id="{D71FAB7F-2B6F-54E9-F1CD-B9D474FA8A8C}"/>
              </a:ext>
            </a:extLst>
          </p:cNvPr>
          <p:cNvSpPr>
            <a:spLocks noGrp="1" noChangeArrowheads="1"/>
          </p:cNvSpPr>
          <p:nvPr>
            <p:ph type="title"/>
          </p:nvPr>
        </p:nvSpPr>
        <p:spPr/>
        <p:txBody>
          <a:bodyPr/>
          <a:lstStyle/>
          <a:p>
            <a:pPr eaLnBrk="1" hangingPunct="1"/>
            <a:r>
              <a:rPr lang="zh-CN" altLang="en-US"/>
              <a:t>考研题</a:t>
            </a:r>
            <a:r>
              <a:rPr lang="en-US" altLang="zh-CN"/>
              <a:t>2</a:t>
            </a:r>
          </a:p>
        </p:txBody>
      </p:sp>
      <p:sp>
        <p:nvSpPr>
          <p:cNvPr id="98306" name="Rectangle 3">
            <a:extLst>
              <a:ext uri="{FF2B5EF4-FFF2-40B4-BE49-F238E27FC236}">
                <a16:creationId xmlns:a16="http://schemas.microsoft.com/office/drawing/2014/main" id="{FE9A00E8-1259-669F-8C09-AB7E7C5E435B}"/>
              </a:ext>
            </a:extLst>
          </p:cNvPr>
          <p:cNvSpPr>
            <a:spLocks noGrp="1" noChangeArrowheads="1"/>
          </p:cNvSpPr>
          <p:nvPr>
            <p:ph idx="1"/>
          </p:nvPr>
        </p:nvSpPr>
        <p:spPr>
          <a:xfrm>
            <a:off x="684213" y="1125538"/>
            <a:ext cx="8299450" cy="4848225"/>
          </a:xfrm>
        </p:spPr>
        <p:txBody>
          <a:bodyPr/>
          <a:lstStyle/>
          <a:p>
            <a:pPr eaLnBrk="1" hangingPunct="1">
              <a:lnSpc>
                <a:spcPct val="90000"/>
              </a:lnSpc>
            </a:pPr>
            <a:r>
              <a:rPr lang="zh-CN" altLang="zh-CN" sz="2800"/>
              <a:t>某时刻进程的资源使用情况如下表所示：</a:t>
            </a:r>
          </a:p>
          <a:p>
            <a:pPr eaLnBrk="1" hangingPunct="1">
              <a:lnSpc>
                <a:spcPct val="90000"/>
              </a:lnSpc>
              <a:buFont typeface="Wingdings" pitchFamily="2" charset="2"/>
              <a:buNone/>
            </a:pPr>
            <a:r>
              <a:rPr lang="zh-CN" altLang="en-US" sz="2800"/>
              <a:t>  </a:t>
            </a:r>
            <a:r>
              <a:rPr lang="zh-CN" altLang="zh-CN" sz="2800"/>
              <a:t>进 程</a:t>
            </a:r>
            <a:r>
              <a:rPr lang="zh-CN" altLang="en-US" sz="2800"/>
              <a:t>    </a:t>
            </a:r>
            <a:r>
              <a:rPr lang="zh-CN" altLang="zh-CN" sz="2800"/>
              <a:t>已分配资源</a:t>
            </a:r>
            <a:r>
              <a:rPr lang="zh-CN" altLang="en-US" sz="2800"/>
              <a:t>     </a:t>
            </a:r>
            <a:r>
              <a:rPr lang="zh-CN" altLang="zh-CN" sz="2800"/>
              <a:t>尚需资源</a:t>
            </a:r>
            <a:r>
              <a:rPr lang="zh-CN" altLang="en-US" sz="2800"/>
              <a:t>        </a:t>
            </a:r>
            <a:r>
              <a:rPr lang="zh-CN" altLang="zh-CN" sz="2800"/>
              <a:t>可用资源</a:t>
            </a:r>
            <a:endParaRPr lang="zh-CN" altLang="en-US" sz="2800"/>
          </a:p>
          <a:p>
            <a:pPr eaLnBrk="1" hangingPunct="1">
              <a:lnSpc>
                <a:spcPct val="90000"/>
              </a:lnSpc>
              <a:buFont typeface="Wingdings" pitchFamily="2" charset="2"/>
              <a:buNone/>
            </a:pPr>
            <a:r>
              <a:rPr lang="en-US" altLang="zh-CN" sz="2800"/>
              <a:t>              R1  R2  R3     R1  R2  R3      R1  R2  R3</a:t>
            </a:r>
          </a:p>
          <a:p>
            <a:pPr eaLnBrk="1" hangingPunct="1">
              <a:lnSpc>
                <a:spcPct val="90000"/>
              </a:lnSpc>
              <a:buFont typeface="Wingdings" pitchFamily="2" charset="2"/>
              <a:buNone/>
            </a:pPr>
            <a:r>
              <a:rPr lang="en-US" altLang="zh-CN" sz="2800"/>
              <a:t>     P1       2   0   0        0   0   1           0   2   1</a:t>
            </a:r>
          </a:p>
          <a:p>
            <a:pPr eaLnBrk="1" hangingPunct="1">
              <a:lnSpc>
                <a:spcPct val="90000"/>
              </a:lnSpc>
              <a:buFont typeface="Wingdings" pitchFamily="2" charset="2"/>
              <a:buNone/>
            </a:pPr>
            <a:r>
              <a:rPr lang="en-US" altLang="zh-CN" sz="2800"/>
              <a:t>     P2       1   2   0        1   3   2</a:t>
            </a:r>
          </a:p>
          <a:p>
            <a:pPr eaLnBrk="1" hangingPunct="1">
              <a:lnSpc>
                <a:spcPct val="90000"/>
              </a:lnSpc>
              <a:buFont typeface="Wingdings" pitchFamily="2" charset="2"/>
              <a:buNone/>
            </a:pPr>
            <a:r>
              <a:rPr lang="en-US" altLang="zh-CN" sz="2800"/>
              <a:t>     P3       0   1   1        1   3   1</a:t>
            </a:r>
          </a:p>
          <a:p>
            <a:pPr eaLnBrk="1" hangingPunct="1">
              <a:lnSpc>
                <a:spcPct val="90000"/>
              </a:lnSpc>
              <a:buFont typeface="Wingdings" pitchFamily="2" charset="2"/>
              <a:buNone/>
            </a:pPr>
            <a:r>
              <a:rPr lang="en-US" altLang="zh-CN" sz="2800"/>
              <a:t>     P4       0   0   1        2   0   0</a:t>
            </a:r>
          </a:p>
          <a:p>
            <a:pPr eaLnBrk="1" hangingPunct="1">
              <a:lnSpc>
                <a:spcPct val="90000"/>
              </a:lnSpc>
            </a:pPr>
            <a:r>
              <a:rPr lang="zh-CN" altLang="en-US" sz="2800"/>
              <a:t>此时的安全序列是</a:t>
            </a:r>
            <a:r>
              <a:rPr lang="en-US" altLang="zh-CN" sz="2800"/>
              <a:t>___</a:t>
            </a:r>
            <a:r>
              <a:rPr lang="zh-CN" altLang="en-US" sz="2800"/>
              <a:t>。</a:t>
            </a:r>
            <a:r>
              <a:rPr lang="en-US" altLang="zh-CN" sz="2800"/>
              <a:t>11</a:t>
            </a:r>
          </a:p>
          <a:p>
            <a:pPr eaLnBrk="1" hangingPunct="1">
              <a:lnSpc>
                <a:spcPct val="90000"/>
              </a:lnSpc>
              <a:buFont typeface="Wingdings" pitchFamily="2" charset="2"/>
              <a:buNone/>
            </a:pPr>
            <a:r>
              <a:rPr lang="en-US" altLang="zh-CN" sz="2800"/>
              <a:t>   A</a:t>
            </a:r>
            <a:r>
              <a:rPr lang="zh-CN" altLang="en-US" sz="2800"/>
              <a:t>、</a:t>
            </a:r>
            <a:r>
              <a:rPr lang="en-US" altLang="zh-CN" sz="2800"/>
              <a:t>P1</a:t>
            </a:r>
            <a:r>
              <a:rPr lang="zh-CN" altLang="en-US" sz="2800"/>
              <a:t>，</a:t>
            </a:r>
            <a:r>
              <a:rPr lang="en-US" altLang="zh-CN" sz="2800"/>
              <a:t>P2</a:t>
            </a:r>
            <a:r>
              <a:rPr lang="zh-CN" altLang="en-US" sz="2800"/>
              <a:t>，</a:t>
            </a:r>
            <a:r>
              <a:rPr lang="en-US" altLang="zh-CN" sz="2800"/>
              <a:t>P3</a:t>
            </a:r>
            <a:r>
              <a:rPr lang="zh-CN" altLang="en-US" sz="2800"/>
              <a:t>，</a:t>
            </a:r>
            <a:r>
              <a:rPr lang="en-US" altLang="zh-CN" sz="2800"/>
              <a:t>P4     B</a:t>
            </a:r>
            <a:r>
              <a:rPr lang="zh-CN" altLang="en-US" sz="2800"/>
              <a:t>、</a:t>
            </a:r>
            <a:r>
              <a:rPr lang="en-US" altLang="zh-CN" sz="2800"/>
              <a:t>P1</a:t>
            </a:r>
            <a:r>
              <a:rPr lang="zh-CN" altLang="en-US" sz="2800"/>
              <a:t>，</a:t>
            </a:r>
            <a:r>
              <a:rPr lang="en-US" altLang="zh-CN" sz="2800"/>
              <a:t>P3</a:t>
            </a:r>
            <a:r>
              <a:rPr lang="zh-CN" altLang="en-US" sz="2800"/>
              <a:t>，</a:t>
            </a:r>
            <a:r>
              <a:rPr lang="en-US" altLang="zh-CN" sz="2800"/>
              <a:t>P2</a:t>
            </a:r>
            <a:r>
              <a:rPr lang="zh-CN" altLang="en-US" sz="2800"/>
              <a:t>，</a:t>
            </a:r>
            <a:r>
              <a:rPr lang="en-US" altLang="zh-CN" sz="2800"/>
              <a:t>P4</a:t>
            </a:r>
          </a:p>
          <a:p>
            <a:pPr eaLnBrk="1" hangingPunct="1">
              <a:lnSpc>
                <a:spcPct val="90000"/>
              </a:lnSpc>
              <a:buFont typeface="Wingdings" pitchFamily="2" charset="2"/>
              <a:buNone/>
            </a:pPr>
            <a:r>
              <a:rPr lang="en-US" altLang="zh-CN" sz="2800"/>
              <a:t>   C</a:t>
            </a:r>
            <a:r>
              <a:rPr lang="zh-CN" altLang="en-US" sz="2800"/>
              <a:t>、</a:t>
            </a:r>
            <a:r>
              <a:rPr lang="en-US" altLang="zh-CN" sz="2800"/>
              <a:t>P1</a:t>
            </a:r>
            <a:r>
              <a:rPr lang="zh-CN" altLang="en-US" sz="2800"/>
              <a:t>，</a:t>
            </a:r>
            <a:r>
              <a:rPr lang="en-US" altLang="zh-CN" sz="2800"/>
              <a:t>P4</a:t>
            </a:r>
            <a:r>
              <a:rPr lang="zh-CN" altLang="en-US" sz="2800"/>
              <a:t>，</a:t>
            </a:r>
            <a:r>
              <a:rPr lang="en-US" altLang="zh-CN" sz="2800"/>
              <a:t>P3</a:t>
            </a:r>
            <a:r>
              <a:rPr lang="zh-CN" altLang="en-US" sz="2800"/>
              <a:t>，</a:t>
            </a:r>
            <a:r>
              <a:rPr lang="en-US" altLang="zh-CN" sz="2800"/>
              <a:t>P2     D</a:t>
            </a:r>
            <a:r>
              <a:rPr lang="zh-CN" altLang="en-US" sz="2800"/>
              <a:t>、不存在</a:t>
            </a:r>
          </a:p>
        </p:txBody>
      </p:sp>
      <p:sp>
        <p:nvSpPr>
          <p:cNvPr id="2" name="灯片编号占位符 1">
            <a:extLst>
              <a:ext uri="{FF2B5EF4-FFF2-40B4-BE49-F238E27FC236}">
                <a16:creationId xmlns:a16="http://schemas.microsoft.com/office/drawing/2014/main" id="{537AE5FE-C6F5-5D64-C6FE-61699D7ECDA9}"/>
              </a:ext>
            </a:extLst>
          </p:cNvPr>
          <p:cNvSpPr>
            <a:spLocks noGrp="1"/>
          </p:cNvSpPr>
          <p:nvPr>
            <p:ph type="sldNum" sz="quarter" idx="12"/>
          </p:nvPr>
        </p:nvSpPr>
        <p:spPr/>
        <p:txBody>
          <a:bodyPr/>
          <a:lstStyle/>
          <a:p>
            <a:fld id="{4093CC90-4002-504C-BD88-C9A1D374048E}" type="slidenum">
              <a:rPr lang="zh-CN" altLang="en-US" smtClean="0"/>
              <a:pPr/>
              <a:t>67</a:t>
            </a:fld>
            <a:endParaRPr lang="zh-CN" altLang="en-US" dirty="0"/>
          </a:p>
        </p:txBody>
      </p:sp>
    </p:spTree>
  </p:cSld>
  <p:clrMapOvr>
    <a:masterClrMapping/>
  </p:clrMapOvr>
  <p:transition spd="med">
    <p:zoom/>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29" name="Rectangle 65">
            <a:extLst>
              <a:ext uri="{FF2B5EF4-FFF2-40B4-BE49-F238E27FC236}">
                <a16:creationId xmlns:a16="http://schemas.microsoft.com/office/drawing/2014/main" id="{8A122CEC-F29B-EF8B-F3C3-E96299C2D6F2}"/>
              </a:ext>
            </a:extLst>
          </p:cNvPr>
          <p:cNvSpPr>
            <a:spLocks noGrp="1" noChangeArrowheads="1"/>
          </p:cNvSpPr>
          <p:nvPr>
            <p:ph type="title"/>
          </p:nvPr>
        </p:nvSpPr>
        <p:spPr/>
        <p:txBody>
          <a:bodyPr/>
          <a:lstStyle/>
          <a:p>
            <a:pPr eaLnBrk="1" hangingPunct="1"/>
            <a:r>
              <a:rPr lang="zh-CN" altLang="en-US" sz="4000"/>
              <a:t>考研题</a:t>
            </a:r>
            <a:r>
              <a:rPr lang="en-US" altLang="zh-CN" sz="4000"/>
              <a:t>3</a:t>
            </a:r>
          </a:p>
        </p:txBody>
      </p:sp>
      <p:sp>
        <p:nvSpPr>
          <p:cNvPr id="99330" name="Rectangle 3">
            <a:extLst>
              <a:ext uri="{FF2B5EF4-FFF2-40B4-BE49-F238E27FC236}">
                <a16:creationId xmlns:a16="http://schemas.microsoft.com/office/drawing/2014/main" id="{82A46BB8-DC07-F0A0-5648-B41E0C122CB5}"/>
              </a:ext>
            </a:extLst>
          </p:cNvPr>
          <p:cNvSpPr>
            <a:spLocks noGrp="1" noChangeArrowheads="1"/>
          </p:cNvSpPr>
          <p:nvPr>
            <p:ph type="body" sz="half" idx="1"/>
          </p:nvPr>
        </p:nvSpPr>
        <p:spPr>
          <a:xfrm>
            <a:off x="690563" y="1195388"/>
            <a:ext cx="3810000" cy="4897437"/>
          </a:xfrm>
        </p:spPr>
        <p:txBody>
          <a:bodyPr/>
          <a:lstStyle/>
          <a:p>
            <a:pPr algn="just" eaLnBrk="1" hangingPunct="1"/>
            <a:r>
              <a:rPr lang="zh-CN" altLang="zh-CN" sz="2400" b="1"/>
              <a:t>假设</a:t>
            </a:r>
            <a:r>
              <a:rPr lang="en-US" altLang="zh-CN" sz="2400" b="1"/>
              <a:t>5</a:t>
            </a:r>
            <a:r>
              <a:rPr lang="zh-CN" altLang="en-US" sz="2400" b="1"/>
              <a:t>个进程</a:t>
            </a:r>
            <a:r>
              <a:rPr lang="en-US" altLang="zh-CN" sz="2400" b="1"/>
              <a:t>P0</a:t>
            </a:r>
            <a:r>
              <a:rPr lang="zh-CN" altLang="en-US" sz="2400" b="1"/>
              <a:t>，</a:t>
            </a:r>
            <a:r>
              <a:rPr lang="en-US" altLang="zh-CN" sz="2400" b="1"/>
              <a:t>P1</a:t>
            </a:r>
            <a:r>
              <a:rPr lang="zh-CN" altLang="en-US" sz="2400" b="1"/>
              <a:t>，</a:t>
            </a:r>
            <a:r>
              <a:rPr lang="en-US" altLang="zh-CN" sz="2400" b="1"/>
              <a:t>P2</a:t>
            </a:r>
            <a:r>
              <a:rPr lang="zh-CN" altLang="en-US" sz="2400" b="1"/>
              <a:t>，</a:t>
            </a:r>
            <a:r>
              <a:rPr lang="en-US" altLang="zh-CN" sz="2400" b="1"/>
              <a:t>P3</a:t>
            </a:r>
            <a:r>
              <a:rPr lang="zh-CN" altLang="en-US" sz="2400" b="1"/>
              <a:t>，</a:t>
            </a:r>
            <a:r>
              <a:rPr lang="en-US" altLang="zh-CN" sz="2400" b="1"/>
              <a:t>P4</a:t>
            </a:r>
            <a:r>
              <a:rPr lang="zh-CN" altLang="en-US" sz="2400" b="1"/>
              <a:t>共享三类资源</a:t>
            </a:r>
            <a:r>
              <a:rPr lang="en-US" altLang="zh-CN" sz="2400" b="1"/>
              <a:t>R1</a:t>
            </a:r>
            <a:r>
              <a:rPr lang="zh-CN" altLang="en-US" sz="2400" b="1"/>
              <a:t>、</a:t>
            </a:r>
            <a:r>
              <a:rPr lang="en-US" altLang="zh-CN" sz="2400" b="1"/>
              <a:t>R2</a:t>
            </a:r>
            <a:r>
              <a:rPr lang="zh-CN" altLang="en-US" sz="2400" b="1"/>
              <a:t>、</a:t>
            </a:r>
            <a:r>
              <a:rPr lang="en-US" altLang="zh-CN" sz="2400" b="1"/>
              <a:t>R3</a:t>
            </a:r>
            <a:r>
              <a:rPr lang="zh-CN" altLang="en-US" sz="2400" b="1"/>
              <a:t>，这些资源总数分别为</a:t>
            </a:r>
            <a:r>
              <a:rPr lang="en-US" altLang="zh-CN" sz="2400" b="1"/>
              <a:t>18</a:t>
            </a:r>
            <a:r>
              <a:rPr lang="zh-CN" altLang="en-US" sz="2400" b="1"/>
              <a:t>，</a:t>
            </a:r>
            <a:r>
              <a:rPr lang="en-US" altLang="zh-CN" sz="2400" b="1"/>
              <a:t>6</a:t>
            </a:r>
            <a:r>
              <a:rPr lang="zh-CN" altLang="en-US" sz="2400" b="1"/>
              <a:t>，</a:t>
            </a:r>
            <a:r>
              <a:rPr lang="en-US" altLang="zh-CN" sz="2400" b="1"/>
              <a:t>22</a:t>
            </a:r>
            <a:r>
              <a:rPr lang="zh-CN" altLang="en-US" sz="2400" b="1"/>
              <a:t>。</a:t>
            </a:r>
            <a:r>
              <a:rPr lang="en-US" altLang="zh-CN" sz="2400" b="1"/>
              <a:t>T0</a:t>
            </a:r>
            <a:r>
              <a:rPr lang="zh-CN" altLang="en-US" sz="2400" b="1"/>
              <a:t>时刻的资源分配情况如下表所示，此时存在一个安全序列是：</a:t>
            </a:r>
            <a:r>
              <a:rPr lang="en-US" altLang="zh-CN" sz="2400" b="1"/>
              <a:t>12</a:t>
            </a:r>
          </a:p>
          <a:p>
            <a:pPr eaLnBrk="1" hangingPunct="1">
              <a:buFont typeface="Wingdings" pitchFamily="2" charset="2"/>
              <a:buNone/>
            </a:pPr>
            <a:r>
              <a:rPr lang="en-US" altLang="zh-CN" sz="2400" b="1"/>
              <a:t>  </a:t>
            </a:r>
            <a:r>
              <a:rPr lang="en-US" altLang="zh-CN" sz="2400"/>
              <a:t>A</a:t>
            </a:r>
            <a:r>
              <a:rPr lang="zh-CN" altLang="en-US" sz="2400"/>
              <a:t>．</a:t>
            </a:r>
            <a:r>
              <a:rPr lang="en-US" altLang="zh-CN" sz="2400"/>
              <a:t>P0,P2,P4,P1,P3</a:t>
            </a:r>
          </a:p>
          <a:p>
            <a:pPr eaLnBrk="1" hangingPunct="1">
              <a:buFont typeface="Wingdings" pitchFamily="2" charset="2"/>
              <a:buNone/>
            </a:pPr>
            <a:r>
              <a:rPr lang="en-US" altLang="zh-CN" sz="2400"/>
              <a:t>  B.  P1,P0,P3,P4,P2</a:t>
            </a:r>
          </a:p>
          <a:p>
            <a:pPr eaLnBrk="1" hangingPunct="1">
              <a:buFont typeface="Wingdings" pitchFamily="2" charset="2"/>
              <a:buNone/>
            </a:pPr>
            <a:r>
              <a:rPr lang="en-US" altLang="zh-CN" sz="2400"/>
              <a:t>  C.  P2,P1,P0,P3,P4</a:t>
            </a:r>
          </a:p>
          <a:p>
            <a:pPr eaLnBrk="1" hangingPunct="1">
              <a:buFont typeface="Wingdings" pitchFamily="2" charset="2"/>
              <a:buNone/>
            </a:pPr>
            <a:r>
              <a:rPr lang="en-US" altLang="zh-CN" sz="2400"/>
              <a:t>  D.  P3,P4,P2,P1,P0</a:t>
            </a:r>
            <a:endParaRPr lang="zh-CN" altLang="en-US" sz="2400"/>
          </a:p>
        </p:txBody>
      </p:sp>
      <p:graphicFrame>
        <p:nvGraphicFramePr>
          <p:cNvPr id="359499" name="Group 75">
            <a:extLst>
              <a:ext uri="{FF2B5EF4-FFF2-40B4-BE49-F238E27FC236}">
                <a16:creationId xmlns:a16="http://schemas.microsoft.com/office/drawing/2014/main" id="{28D7E42B-AB87-D6BC-63BD-8F8FF602E25C}"/>
              </a:ext>
            </a:extLst>
          </p:cNvPr>
          <p:cNvGraphicFramePr>
            <a:graphicFrameLocks noGrp="1"/>
          </p:cNvGraphicFramePr>
          <p:nvPr>
            <p:ph sz="half" idx="1"/>
          </p:nvPr>
        </p:nvGraphicFramePr>
        <p:xfrm>
          <a:off x="5094288" y="1341438"/>
          <a:ext cx="3810000" cy="3192464"/>
        </p:xfrm>
        <a:graphic>
          <a:graphicData uri="http://schemas.openxmlformats.org/drawingml/2006/table">
            <a:tbl>
              <a:tblPr/>
              <a:tblGrid>
                <a:gridCol w="544512">
                  <a:extLst>
                    <a:ext uri="{9D8B030D-6E8A-4147-A177-3AD203B41FA5}">
                      <a16:colId xmlns:a16="http://schemas.microsoft.com/office/drawing/2014/main" val="20000"/>
                    </a:ext>
                  </a:extLst>
                </a:gridCol>
                <a:gridCol w="544513">
                  <a:extLst>
                    <a:ext uri="{9D8B030D-6E8A-4147-A177-3AD203B41FA5}">
                      <a16:colId xmlns:a16="http://schemas.microsoft.com/office/drawing/2014/main" val="20001"/>
                    </a:ext>
                  </a:extLst>
                </a:gridCol>
                <a:gridCol w="579437">
                  <a:extLst>
                    <a:ext uri="{9D8B030D-6E8A-4147-A177-3AD203B41FA5}">
                      <a16:colId xmlns:a16="http://schemas.microsoft.com/office/drawing/2014/main" val="20002"/>
                    </a:ext>
                  </a:extLst>
                </a:gridCol>
                <a:gridCol w="508000">
                  <a:extLst>
                    <a:ext uri="{9D8B030D-6E8A-4147-A177-3AD203B41FA5}">
                      <a16:colId xmlns:a16="http://schemas.microsoft.com/office/drawing/2014/main" val="20003"/>
                    </a:ext>
                  </a:extLst>
                </a:gridCol>
                <a:gridCol w="544513">
                  <a:extLst>
                    <a:ext uri="{9D8B030D-6E8A-4147-A177-3AD203B41FA5}">
                      <a16:colId xmlns:a16="http://schemas.microsoft.com/office/drawing/2014/main" val="20004"/>
                    </a:ext>
                  </a:extLst>
                </a:gridCol>
                <a:gridCol w="544512">
                  <a:extLst>
                    <a:ext uri="{9D8B030D-6E8A-4147-A177-3AD203B41FA5}">
                      <a16:colId xmlns:a16="http://schemas.microsoft.com/office/drawing/2014/main" val="20005"/>
                    </a:ext>
                  </a:extLst>
                </a:gridCol>
                <a:gridCol w="544513">
                  <a:extLst>
                    <a:ext uri="{9D8B030D-6E8A-4147-A177-3AD203B41FA5}">
                      <a16:colId xmlns:a16="http://schemas.microsoft.com/office/drawing/2014/main" val="20006"/>
                    </a:ext>
                  </a:extLst>
                </a:gridCol>
              </a:tblGrid>
              <a:tr h="446088">
                <a:tc rowSpan="2">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1" lang="zh-CN" altLang="en-US" sz="2000" b="1" i="0" u="none" strike="noStrike" cap="none" normalizeH="0" baseline="0">
                        <a:ln>
                          <a:noFill/>
                        </a:ln>
                        <a:solidFill>
                          <a:schemeClr val="tx1"/>
                        </a:solidFill>
                        <a:effectLst/>
                        <a:latin typeface="Tahoma" panose="020B0604030504040204" pitchFamily="34" charset="0"/>
                        <a:ea typeface="宋体" panose="02010600030101010101"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gridSpan="3">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已分配</a:t>
                      </a:r>
                      <a:endParaRPr kumimoji="1" lang="zh-CN" altLang="en-US"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hMerge="1">
                  <a:txBody>
                    <a:bodyPr/>
                    <a:lstStyle/>
                    <a:p>
                      <a:endParaRPr lang="zh-CN"/>
                    </a:p>
                  </a:txBody>
                  <a:tcPr/>
                </a:tc>
                <a:tc hMerge="1">
                  <a:txBody>
                    <a:bodyPr/>
                    <a:lstStyle/>
                    <a:p>
                      <a:endParaRPr lang="zh-CN"/>
                    </a:p>
                  </a:txBody>
                  <a:tcPr/>
                </a:tc>
                <a:tc gridSpan="3">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1"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最大需求</a:t>
                      </a:r>
                      <a:endParaRPr kumimoji="1" lang="zh-CN" altLang="en-US"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hMerge="1">
                  <a:txBody>
                    <a:bodyPr/>
                    <a:lstStyle/>
                    <a:p>
                      <a:endParaRPr lang="zh-CN"/>
                    </a:p>
                  </a:txBody>
                  <a:tcPr/>
                </a:tc>
                <a:tc hMerge="1">
                  <a:txBody>
                    <a:bodyPr/>
                    <a:lstStyle/>
                    <a:p>
                      <a:endParaRPr lang="zh-CN"/>
                    </a:p>
                  </a:txBody>
                  <a:tcPr/>
                </a:tc>
                <a:extLst>
                  <a:ext uri="{0D108BD9-81ED-4DB2-BD59-A6C34878D82A}">
                    <a16:rowId xmlns:a16="http://schemas.microsoft.com/office/drawing/2014/main" val="10000"/>
                  </a:ext>
                </a:extLst>
              </a:tr>
              <a:tr h="488950">
                <a:tc vMerge="1">
                  <a:txBody>
                    <a:bodyPr/>
                    <a:lstStyle/>
                    <a:p>
                      <a:endParaRPr lang="zh-CN"/>
                    </a:p>
                  </a:txBody>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1"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R1</a:t>
                      </a:r>
                      <a:endParaRPr kumimoji="1"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1"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R2</a:t>
                      </a:r>
                      <a:endParaRPr kumimoji="1"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1"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R3</a:t>
                      </a:r>
                      <a:endParaRPr kumimoji="1"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1"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R1</a:t>
                      </a:r>
                      <a:endParaRPr kumimoji="1"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1"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R2</a:t>
                      </a:r>
                      <a:endParaRPr kumimoji="1"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1"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R3</a:t>
                      </a:r>
                      <a:endParaRPr kumimoji="1"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31800">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1"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P0</a:t>
                      </a:r>
                      <a:endParaRPr kumimoji="1"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1"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a:t>
                      </a:r>
                      <a:endParaRPr kumimoji="1"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1"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endParaRPr kumimoji="1"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1"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a:t>
                      </a:r>
                      <a:endParaRPr kumimoji="1"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1"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5</a:t>
                      </a:r>
                      <a:endParaRPr kumimoji="1"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1"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5</a:t>
                      </a:r>
                      <a:endParaRPr kumimoji="1"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1"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10</a:t>
                      </a:r>
                      <a:endParaRPr kumimoji="1"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33388">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1"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P1</a:t>
                      </a:r>
                      <a:endParaRPr kumimoji="1"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1"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4</a:t>
                      </a:r>
                      <a:endParaRPr kumimoji="1"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1"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1"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a:t>
                      </a:r>
                      <a:endParaRPr kumimoji="1"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1"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5</a:t>
                      </a:r>
                      <a:endParaRPr kumimoji="1"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1"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a:t>
                      </a:r>
                      <a:endParaRPr kumimoji="1"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1"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6</a:t>
                      </a:r>
                      <a:endParaRPr kumimoji="1"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31800">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1"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P2</a:t>
                      </a:r>
                      <a:endParaRPr kumimoji="1"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1"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4</a:t>
                      </a:r>
                      <a:endParaRPr kumimoji="1"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1"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1"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5</a:t>
                      </a:r>
                      <a:endParaRPr kumimoji="1"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1"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4</a:t>
                      </a:r>
                      <a:endParaRPr kumimoji="1"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1"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1"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11</a:t>
                      </a:r>
                      <a:endParaRPr kumimoji="1"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503238">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1"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P3</a:t>
                      </a:r>
                      <a:endParaRPr kumimoji="1"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1"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endParaRPr kumimoji="1"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1"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1"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4</a:t>
                      </a:r>
                      <a:endParaRPr kumimoji="1"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1"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4</a:t>
                      </a:r>
                      <a:endParaRPr kumimoji="1"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1"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endParaRPr kumimoji="1"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1"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5</a:t>
                      </a:r>
                      <a:endParaRPr kumimoji="1"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57200">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1"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P4</a:t>
                      </a:r>
                      <a:endParaRPr kumimoji="1"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1"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a:t>
                      </a:r>
                      <a:endParaRPr kumimoji="1"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1"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1"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4</a:t>
                      </a:r>
                      <a:endParaRPr kumimoji="1"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1"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4</a:t>
                      </a:r>
                      <a:endParaRPr kumimoji="1"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1"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endParaRPr kumimoji="1"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1"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4</a:t>
                      </a:r>
                      <a:endParaRPr kumimoji="1"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sp>
        <p:nvSpPr>
          <p:cNvPr id="2" name="灯片编号占位符 1">
            <a:extLst>
              <a:ext uri="{FF2B5EF4-FFF2-40B4-BE49-F238E27FC236}">
                <a16:creationId xmlns:a16="http://schemas.microsoft.com/office/drawing/2014/main" id="{D34EAAB5-5694-C6F1-1348-5FB4315BF76A}"/>
              </a:ext>
            </a:extLst>
          </p:cNvPr>
          <p:cNvSpPr>
            <a:spLocks noGrp="1"/>
          </p:cNvSpPr>
          <p:nvPr>
            <p:ph type="sldNum" sz="quarter" idx="12"/>
          </p:nvPr>
        </p:nvSpPr>
        <p:spPr/>
        <p:txBody>
          <a:bodyPr/>
          <a:lstStyle/>
          <a:p>
            <a:fld id="{2BC2CC6A-57BA-3B42-900E-EFC3EDB86DE9}" type="slidenum">
              <a:rPr lang="zh-CN" altLang="en-US" smtClean="0"/>
              <a:pPr/>
              <a:t>68</a:t>
            </a:fld>
            <a:endParaRPr lang="zh-CN" altLang="en-US"/>
          </a:p>
        </p:txBody>
      </p:sp>
    </p:spTree>
  </p:cSld>
  <p:clrMapOvr>
    <a:masterClrMapping/>
  </p:clrMapOvr>
  <p:transition spd="med">
    <p:zoom/>
  </p:transition>
</p:sld>
</file>

<file path=ppt/theme/theme1.xml><?xml version="1.0" encoding="utf-8"?>
<a:theme xmlns:a="http://schemas.openxmlformats.org/drawingml/2006/main" name="1_Blends">
  <a:themeElements>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Blends">
      <a:majorFont>
        <a:latin typeface="Tahoma"/>
        <a:ea typeface="宋体"/>
        <a:cs typeface=""/>
      </a:majorFont>
      <a:minorFont>
        <a:latin typeface="Tahom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0">
          <a:gsLst>
            <a:gs pos="0">
              <a:srgbClr val="99CCFF"/>
            </a:gs>
            <a:gs pos="100000">
              <a:schemeClr val="bg2"/>
            </a:gs>
          </a:gsLst>
          <a:lin ang="5400000" scaled="1"/>
        </a:gradFill>
        <a:ln w="9525" cap="flat" cmpd="sng" algn="ctr">
          <a:solidFill>
            <a:schemeClr val="tx1"/>
          </a:solidFill>
          <a:prstDash val="solid"/>
          <a:round/>
          <a:headEnd type="none" w="med" len="med"/>
          <a:tailEnd type="none" w="med" len="med"/>
        </a:ln>
      </a:spPr>
      <a:bodyPr vert="horz" wrap="none" lIns="91440" tIns="45720" rIns="91440" bIns="45720" numCol="1" anchor="ctr" anchorCtr="0" compatLnSpc="1"/>
      <a:lstStyle>
        <a:defPPr marL="342900" marR="0" indent="-342900" algn="ctr" defTabSz="914400" rtl="0" eaLnBrk="1" fontAlgn="base" latinLnBrk="0" hangingPunct="1">
          <a:lnSpc>
            <a:spcPct val="90000"/>
          </a:lnSpc>
          <a:spcBef>
            <a:spcPct val="20000"/>
          </a:spcBef>
          <a:spcAft>
            <a:spcPct val="0"/>
          </a:spcAft>
          <a:buClr>
            <a:schemeClr val="folHlink"/>
          </a:buClr>
          <a:buSzPct val="60000"/>
          <a:buFont typeface="Wingdings" panose="05000000000000000000" pitchFamily="2" charset="2"/>
          <a:buChar char="n"/>
          <a:defRPr kumimoji="1" lang="en-US" sz="2800" b="0" i="0" u="none" strike="noStrike" cap="none" normalizeH="0" baseline="0" smtClean="0">
            <a:ln>
              <a:noFill/>
            </a:ln>
            <a:solidFill>
              <a:schemeClr val="tx1"/>
            </a:solidFill>
            <a:effectLst/>
            <a:latin typeface="Tahoma" panose="020B0604030504040204" pitchFamily="34" charset="0"/>
            <a:ea typeface="宋体" panose="02010600030101010101" pitchFamily="2" charset="-122"/>
          </a:defRPr>
        </a:defPPr>
      </a:lstStyle>
    </a:spDef>
    <a:lnDef>
      <a:spPr bwMode="auto">
        <a:xfrm>
          <a:off x="0" y="0"/>
          <a:ext cx="1" cy="1"/>
        </a:xfrm>
        <a:custGeom>
          <a:avLst/>
          <a:gdLst/>
          <a:ahLst/>
          <a:cxnLst/>
          <a:rect l="0" t="0" r="0" b="0"/>
          <a:pathLst/>
        </a:custGeom>
        <a:gradFill rotWithShape="0">
          <a:gsLst>
            <a:gs pos="0">
              <a:srgbClr val="99CCFF"/>
            </a:gs>
            <a:gs pos="100000">
              <a:schemeClr val="bg2"/>
            </a:gs>
          </a:gsLst>
          <a:lin ang="5400000" scaled="1"/>
        </a:gradFill>
        <a:ln w="9525" cap="flat" cmpd="sng" algn="ctr">
          <a:solidFill>
            <a:schemeClr val="tx1"/>
          </a:solidFill>
          <a:prstDash val="solid"/>
          <a:round/>
          <a:headEnd type="none" w="med" len="med"/>
          <a:tailEnd type="none" w="med" len="med"/>
        </a:ln>
      </a:spPr>
      <a:bodyPr vert="horz" wrap="none" lIns="91440" tIns="45720" rIns="91440" bIns="45720" numCol="1" anchor="ctr" anchorCtr="0" compatLnSpc="1"/>
      <a:lstStyle>
        <a:defPPr marL="342900" marR="0" indent="-342900" algn="ctr" defTabSz="914400" rtl="0" eaLnBrk="1" fontAlgn="base" latinLnBrk="0" hangingPunct="1">
          <a:lnSpc>
            <a:spcPct val="90000"/>
          </a:lnSpc>
          <a:spcBef>
            <a:spcPct val="20000"/>
          </a:spcBef>
          <a:spcAft>
            <a:spcPct val="0"/>
          </a:spcAft>
          <a:buClr>
            <a:schemeClr val="folHlink"/>
          </a:buClr>
          <a:buSzPct val="60000"/>
          <a:buFont typeface="Wingdings" panose="05000000000000000000" pitchFamily="2" charset="2"/>
          <a:buChar char="n"/>
          <a:defRPr kumimoji="1" lang="en-US" sz="2800" b="0" i="0" u="none" strike="noStrike" cap="none" normalizeH="0" baseline="0" smtClean="0">
            <a:ln>
              <a:noFill/>
            </a:ln>
            <a:solidFill>
              <a:schemeClr val="tx1"/>
            </a:solidFill>
            <a:effectLst/>
            <a:latin typeface="Tahoma" panose="020B0604030504040204" pitchFamily="34" charset="0"/>
            <a:ea typeface="宋体" panose="02010600030101010101" pitchFamily="2" charset="-122"/>
          </a:defRPr>
        </a:defPPr>
      </a:lstStyle>
    </a:lnDef>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3">
        <a:dk1>
          <a:srgbClr val="000000"/>
        </a:dk1>
        <a:lt1>
          <a:srgbClr val="FFFFFF"/>
        </a:lt1>
        <a:dk2>
          <a:srgbClr val="000000"/>
        </a:dk2>
        <a:lt2>
          <a:srgbClr val="5F5F5F"/>
        </a:lt2>
        <a:accent1>
          <a:srgbClr val="EAEAEA"/>
        </a:accent1>
        <a:accent2>
          <a:srgbClr val="808080"/>
        </a:accent2>
        <a:accent3>
          <a:srgbClr val="FFFFFF"/>
        </a:accent3>
        <a:accent4>
          <a:srgbClr val="000000"/>
        </a:accent4>
        <a:accent5>
          <a:srgbClr val="F3F3F3"/>
        </a:accent5>
        <a:accent6>
          <a:srgbClr val="737373"/>
        </a:accent6>
        <a:hlink>
          <a:srgbClr val="4D4D4D"/>
        </a:hlink>
        <a:folHlink>
          <a:srgbClr val="C0C0C0"/>
        </a:folHlink>
      </a:clrScheme>
      <a:clrMap bg1="lt1" tx1="dk1" bg2="lt2" tx2="dk2" accent1="accent1" accent2="accent2" accent3="accent3" accent4="accent4" accent5="accent5" accent6="accent6" hlink="hlink" folHlink="folHlink"/>
    </a:extraClrScheme>
    <a:extraClrScheme>
      <a:clrScheme name="Blends 4">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
      <a:clrScheme name="Blends 7">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15742</TotalTime>
  <Words>5635</Words>
  <Application>Microsoft Macintosh PowerPoint</Application>
  <PresentationFormat>全屏显示(4:3)</PresentationFormat>
  <Paragraphs>740</Paragraphs>
  <Slides>68</Slides>
  <Notes>3</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68</vt:i4>
      </vt:variant>
    </vt:vector>
  </HeadingPairs>
  <TitlesOfParts>
    <vt:vector size="77" baseType="lpstr">
      <vt:lpstr>等线</vt:lpstr>
      <vt:lpstr>宋体</vt:lpstr>
      <vt:lpstr>Arial</vt:lpstr>
      <vt:lpstr>Century</vt:lpstr>
      <vt:lpstr>Helvetica</vt:lpstr>
      <vt:lpstr>Tahoma</vt:lpstr>
      <vt:lpstr>Times New Roman</vt:lpstr>
      <vt:lpstr>Wingdings</vt:lpstr>
      <vt:lpstr>1_Blends</vt:lpstr>
      <vt:lpstr>第6章 死锁</vt:lpstr>
      <vt:lpstr>系统模型</vt:lpstr>
      <vt:lpstr>死锁示例</vt:lpstr>
      <vt:lpstr>死锁定义</vt:lpstr>
      <vt:lpstr>资源分配图</vt:lpstr>
      <vt:lpstr>资源分配图示例</vt:lpstr>
      <vt:lpstr>带环的资源分配图</vt:lpstr>
      <vt:lpstr> 死锁产生的原因</vt:lpstr>
      <vt:lpstr>进程推进顺序不当引起的死锁</vt:lpstr>
      <vt:lpstr>竞争非剥夺资源引起的死锁</vt:lpstr>
      <vt:lpstr>竞争消耗性资源引起的死锁</vt:lpstr>
      <vt:lpstr>死锁产生的必要条件</vt:lpstr>
      <vt:lpstr>处理死锁的方法</vt:lpstr>
      <vt:lpstr> 处理死锁的基本方法</vt:lpstr>
      <vt:lpstr>死锁的预防</vt:lpstr>
      <vt:lpstr>死锁的预防</vt:lpstr>
      <vt:lpstr>为什么有序资源分配法可以防止死锁</vt:lpstr>
      <vt:lpstr>为什么有序资源分配法可以防止死锁</vt:lpstr>
      <vt:lpstr>哲学家进餐问题</vt:lpstr>
      <vt:lpstr>哲学家进餐问题</vt:lpstr>
      <vt:lpstr>死锁的避免</vt:lpstr>
      <vt:lpstr>安全状态</vt:lpstr>
      <vt:lpstr>安全、不安全、死锁状态空间</vt:lpstr>
      <vt:lpstr>安全状态例</vt:lpstr>
      <vt:lpstr>安全状态例</vt:lpstr>
      <vt:lpstr>安全状态例</vt:lpstr>
      <vt:lpstr>从安全状态转换为不安全状态</vt:lpstr>
      <vt:lpstr>银行家算法</vt:lpstr>
      <vt:lpstr>银行家算法的数据结构</vt:lpstr>
      <vt:lpstr>银行家算法的数据结构</vt:lpstr>
      <vt:lpstr>需求矩阵</vt:lpstr>
      <vt:lpstr>安全性算法  Safety Algorithm</vt:lpstr>
      <vt:lpstr>资源请求算法（银行家算法）</vt:lpstr>
      <vt:lpstr>银行家算法例</vt:lpstr>
      <vt:lpstr>T0时刻的安全性</vt:lpstr>
      <vt:lpstr>T0时刻的安全性检查</vt:lpstr>
      <vt:lpstr>T0时刻是安全的</vt:lpstr>
      <vt:lpstr>P1请求资源</vt:lpstr>
      <vt:lpstr>为P1试分配资源后</vt:lpstr>
      <vt:lpstr> P1申请资源后的安全性检查</vt:lpstr>
      <vt:lpstr>可以为P1分配资源</vt:lpstr>
      <vt:lpstr>P4请求资源</vt:lpstr>
      <vt:lpstr>P0请求资源</vt:lpstr>
      <vt:lpstr>为P0试分配资源后</vt:lpstr>
      <vt:lpstr>死锁检测</vt:lpstr>
      <vt:lpstr>死锁判定法则</vt:lpstr>
      <vt:lpstr>死锁定理</vt:lpstr>
      <vt:lpstr>资源分配图简化例</vt:lpstr>
      <vt:lpstr>资源分配图简化例</vt:lpstr>
      <vt:lpstr>资源分配图简化例</vt:lpstr>
      <vt:lpstr>死锁检测算法中的数据结构</vt:lpstr>
      <vt:lpstr>死锁检测的算法</vt:lpstr>
      <vt:lpstr>死锁恢复（死锁解除）</vt:lpstr>
      <vt:lpstr>进程终止（撤消进程）</vt:lpstr>
      <vt:lpstr>资源抢占（资源剥夺）</vt:lpstr>
      <vt:lpstr>处理死锁的综合方法</vt:lpstr>
      <vt:lpstr>综合方法例</vt:lpstr>
      <vt:lpstr>练习题</vt:lpstr>
      <vt:lpstr>练习题</vt:lpstr>
      <vt:lpstr>选择题1</vt:lpstr>
      <vt:lpstr>选择题2</vt:lpstr>
      <vt:lpstr>选择题3</vt:lpstr>
      <vt:lpstr>选择题4</vt:lpstr>
      <vt:lpstr>选择题5</vt:lpstr>
      <vt:lpstr>填空题</vt:lpstr>
      <vt:lpstr>考研题1</vt:lpstr>
      <vt:lpstr>考研题2</vt:lpstr>
      <vt:lpstr>考研题3</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第4章 进程线程调度</dc:title>
  <dc:creator>jj Jiang</dc:creator>
  <cp:lastModifiedBy>jj Jiang</cp:lastModifiedBy>
  <cp:revision>127</cp:revision>
  <cp:lastPrinted>2023-11-01T09:17:58Z</cp:lastPrinted>
  <dcterms:created xsi:type="dcterms:W3CDTF">2023-10-06T13:55:10Z</dcterms:created>
  <dcterms:modified xsi:type="dcterms:W3CDTF">2024-10-27T16:05:56Z</dcterms:modified>
</cp:coreProperties>
</file>