
<file path=[Content_Types].xml><?xml version="1.0" encoding="utf-8"?>
<Types xmlns="http://schemas.openxmlformats.org/package/2006/content-types">
  <Default Extension="png" ContentType="image/png"/>
  <Default Extension="jpeg" ContentType="image/jpeg"/>
  <Default Extension="JPG" ContentType="image/.jp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commentAuthors.xml" ContentType="application/vnd.openxmlformats-officedocument.presentationml.commentAuthors+xml"/>
  <Override PartName="/ppt/comments/comment1.xml" ContentType="application/vnd.openxmlformats-officedocument.presentationml.comments+xml"/>
  <Override PartName="/ppt/fonts/font1.fntdata" ContentType="application/x-fontdata"/>
  <Override PartName="/ppt/fonts/font10.fntdata" ContentType="application/x-fontdata"/>
  <Override PartName="/ppt/fonts/font11.fntdata" ContentType="application/x-fontdata"/>
  <Override PartName="/ppt/fonts/font12.fntdata" ContentType="application/x-fontdata"/>
  <Override PartName="/ppt/fonts/font13.fntdata" ContentType="application/x-fontdata"/>
  <Override PartName="/ppt/fonts/font2.fntdata" ContentType="application/x-fontdata"/>
  <Override PartName="/ppt/fonts/font3.fntdata" ContentType="application/x-fontdata"/>
  <Override PartName="/ppt/fonts/font4.fntdata" ContentType="application/x-fontdata"/>
  <Override PartName="/ppt/fonts/font5.fntdata" ContentType="application/x-fontdata"/>
  <Override PartName="/ppt/fonts/font6.fntdata" ContentType="application/x-fontdata"/>
  <Override PartName="/ppt/fonts/font7.fntdata" ContentType="application/x-fontdata"/>
  <Override PartName="/ppt/fonts/font8.fntdata" ContentType="application/x-fontdata"/>
  <Override PartName="/ppt/fonts/font9.fntdata" ContentType="application/x-fontdata"/>
  <Override PartName="/ppt/ink/ink1.xml" ContentType="application/inkml+xml"/>
  <Override PartName="/ppt/ink/ink2.xml" ContentType="application/inkml+xml"/>
  <Override PartName="/ppt/ink/ink3.xml" ContentType="application/inkml+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3" Type="http://schemas.openxmlformats.org/package/2006/relationships/metadata/core-properties" Target="docProps/core.xml"/><Relationship Id="rId2" Type="http://schemas.openxmlformats.org/officeDocument/2006/relationships/extended-properties" Target="docProps/app.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embedTrueTypeFonts="1" saveSubsetFonts="1" autoCompressPictures="0">
  <p:sldMasterIdLst>
    <p:sldMasterId id="2147483648" r:id="rId1"/>
  </p:sldMasterIdLst>
  <p:notesMasterIdLst>
    <p:notesMasterId r:id="rId5"/>
  </p:notesMasterIdLst>
  <p:sldIdLst>
    <p:sldId id="256" r:id="rId3"/>
    <p:sldId id="258" r:id="rId4"/>
    <p:sldId id="1881" r:id="rId6"/>
    <p:sldId id="1882" r:id="rId7"/>
    <p:sldId id="1883" r:id="rId8"/>
    <p:sldId id="1884" r:id="rId9"/>
    <p:sldId id="1886" r:id="rId10"/>
    <p:sldId id="1888" r:id="rId11"/>
    <p:sldId id="1792" r:id="rId12"/>
    <p:sldId id="1887" r:id="rId13"/>
    <p:sldId id="1889" r:id="rId14"/>
    <p:sldId id="1890" r:id="rId15"/>
    <p:sldId id="1891" r:id="rId16"/>
    <p:sldId id="1892" r:id="rId17"/>
    <p:sldId id="1893" r:id="rId18"/>
    <p:sldId id="1894" r:id="rId19"/>
    <p:sldId id="1895" r:id="rId20"/>
    <p:sldId id="1896" r:id="rId21"/>
    <p:sldId id="1871" r:id="rId22"/>
    <p:sldId id="1837" r:id="rId23"/>
    <p:sldId id="1897" r:id="rId24"/>
    <p:sldId id="1898" r:id="rId25"/>
    <p:sldId id="1855" r:id="rId26"/>
    <p:sldId id="1899" r:id="rId27"/>
    <p:sldId id="1900" r:id="rId28"/>
    <p:sldId id="1856" r:id="rId29"/>
    <p:sldId id="1902" r:id="rId30"/>
    <p:sldId id="1917" r:id="rId31"/>
    <p:sldId id="1918" r:id="rId32"/>
    <p:sldId id="1919" r:id="rId33"/>
    <p:sldId id="1920" r:id="rId34"/>
    <p:sldId id="1921" r:id="rId35"/>
    <p:sldId id="1922" r:id="rId36"/>
    <p:sldId id="1923" r:id="rId37"/>
    <p:sldId id="1924" r:id="rId38"/>
    <p:sldId id="1873" r:id="rId39"/>
    <p:sldId id="1860" r:id="rId40"/>
    <p:sldId id="1925" r:id="rId41"/>
    <p:sldId id="1926" r:id="rId42"/>
    <p:sldId id="1927" r:id="rId43"/>
    <p:sldId id="1928" r:id="rId44"/>
    <p:sldId id="1861" r:id="rId45"/>
    <p:sldId id="1929" r:id="rId46"/>
    <p:sldId id="1930" r:id="rId47"/>
    <p:sldId id="1931" r:id="rId48"/>
    <p:sldId id="1932" r:id="rId49"/>
    <p:sldId id="1933" r:id="rId50"/>
  </p:sldIdLst>
  <p:sldSz cx="12192000" cy="6858000"/>
  <p:notesSz cx="6858000" cy="9144000"/>
  <p:embeddedFontLst>
    <p:embeddedFont>
      <p:font typeface="微软雅黑" panose="020B0503020204020204" pitchFamily="34" charset="-122"/>
      <p:regular r:id="rId55"/>
    </p:embeddedFont>
    <p:embeddedFont>
      <p:font typeface="方正公文小标宋" panose="02000500000000000000" charset="-122"/>
      <p:regular r:id="rId56"/>
    </p:embeddedFont>
    <p:embeddedFont>
      <p:font typeface="Helvetica" panose="020B0604020202020204" pitchFamily="34" charset="0"/>
      <p:regular r:id="rId57"/>
      <p:bold r:id="rId58"/>
      <p:italic r:id="rId59"/>
      <p:boldItalic r:id="rId60"/>
    </p:embeddedFont>
    <p:embeddedFont>
      <p:font typeface="等线" panose="02010600030101010101" charset="-122"/>
      <p:regular r:id="rId61"/>
    </p:embeddedFont>
    <p:embeddedFont>
      <p:font typeface="华文新魏" panose="02010800040101010101" pitchFamily="2" charset="-122"/>
      <p:regular r:id="rId62"/>
    </p:embeddedFont>
    <p:embeddedFont>
      <p:font typeface="Wingdings 3" panose="05040102010807070707" pitchFamily="18" charset="2"/>
      <p:regular r:id="rId63"/>
    </p:embeddedFont>
    <p:embeddedFont>
      <p:font typeface="Calibri" panose="020F0502020204030204"/>
      <p:regular r:id="rId64"/>
      <p:bold r:id="rId65"/>
      <p:italic r:id="rId66"/>
      <p:boldItalic r:id="rId67"/>
    </p:embeddedFont>
  </p:embeddedFontLst>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15" userDrawn="1">
          <p15:clr>
            <a:srgbClr val="A4A3A4"/>
          </p15:clr>
        </p15:guide>
        <p15:guide id="2" pos="3840" userDrawn="1">
          <p15:clr>
            <a:srgbClr val="A4A3A4"/>
          </p15:clr>
        </p15:guide>
      </p15:sldGuideLst>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Administrator" initials="A" lastIdx="2" clrIdx="0"/>
  <p:cmAuthor id="2" name="郑慧琳" initials="authorId_1662011951" lastIdx="2" clrIdx="1"/>
</p:cmAuthorLst>
</file>

<file path=ppt/presProps.xml><?xml version="1.0" encoding="utf-8"?>
<p:presentationPr xmlns:a="http://schemas.openxmlformats.org/drawingml/2006/main" xmlns:r="http://schemas.openxmlformats.org/officeDocument/2006/relationships" xmlns:p="http://schemas.openxmlformats.org/presentationml/2006/main">
  <p:clrMru>
    <a:srgbClr val="0000FF"/>
    <a:srgbClr val="428EDA"/>
    <a:srgbClr val="FEFF00"/>
    <a:srgbClr val="006666"/>
    <a:srgbClr val="01B1FD"/>
    <a:srgbClr val="EBEBEB"/>
    <a:srgbClr val="5B307E"/>
    <a:srgbClr val="BDBCBC"/>
    <a:srgbClr val="BE5108"/>
    <a:srgbClr val="EEEEEE"/>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29476" autoAdjust="0"/>
    <p:restoredTop sz="74251" autoAdjust="0"/>
  </p:normalViewPr>
  <p:slideViewPr>
    <p:cSldViewPr snapToGrid="0" snapToObjects="1" showGuides="1">
      <p:cViewPr varScale="1">
        <p:scale>
          <a:sx n="71" d="100"/>
          <a:sy n="71" d="100"/>
        </p:scale>
        <p:origin x="832" y="48"/>
      </p:cViewPr>
      <p:guideLst>
        <p:guide orient="horz" pos="2115"/>
        <p:guide pos="384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9" Type="http://schemas.openxmlformats.org/officeDocument/2006/relationships/slide" Target="slides/slide6.xml"/><Relationship Id="rId8" Type="http://schemas.openxmlformats.org/officeDocument/2006/relationships/slide" Target="slides/slide5.xml"/><Relationship Id="rId7" Type="http://schemas.openxmlformats.org/officeDocument/2006/relationships/slide" Target="slides/slide4.xml"/><Relationship Id="rId67" Type="http://schemas.openxmlformats.org/officeDocument/2006/relationships/font" Target="fonts/font13.fntdata"/><Relationship Id="rId66" Type="http://schemas.openxmlformats.org/officeDocument/2006/relationships/font" Target="fonts/font12.fntdata"/><Relationship Id="rId65" Type="http://schemas.openxmlformats.org/officeDocument/2006/relationships/font" Target="fonts/font11.fntdata"/><Relationship Id="rId64" Type="http://schemas.openxmlformats.org/officeDocument/2006/relationships/font" Target="fonts/font10.fntdata"/><Relationship Id="rId63" Type="http://schemas.openxmlformats.org/officeDocument/2006/relationships/font" Target="fonts/font9.fntdata"/><Relationship Id="rId62" Type="http://schemas.openxmlformats.org/officeDocument/2006/relationships/font" Target="fonts/font8.fntdata"/><Relationship Id="rId61" Type="http://schemas.openxmlformats.org/officeDocument/2006/relationships/font" Target="fonts/font7.fntdata"/><Relationship Id="rId60" Type="http://schemas.openxmlformats.org/officeDocument/2006/relationships/font" Target="fonts/font6.fntdata"/><Relationship Id="rId6" Type="http://schemas.openxmlformats.org/officeDocument/2006/relationships/slide" Target="slides/slide3.xml"/><Relationship Id="rId59" Type="http://schemas.openxmlformats.org/officeDocument/2006/relationships/font" Target="fonts/font5.fntdata"/><Relationship Id="rId58" Type="http://schemas.openxmlformats.org/officeDocument/2006/relationships/font" Target="fonts/font4.fntdata"/><Relationship Id="rId57" Type="http://schemas.openxmlformats.org/officeDocument/2006/relationships/font" Target="fonts/font3.fntdata"/><Relationship Id="rId56" Type="http://schemas.openxmlformats.org/officeDocument/2006/relationships/font" Target="fonts/font2.fntdata"/><Relationship Id="rId55" Type="http://schemas.openxmlformats.org/officeDocument/2006/relationships/font" Target="fonts/font1.fntdata"/><Relationship Id="rId54" Type="http://schemas.openxmlformats.org/officeDocument/2006/relationships/commentAuthors" Target="commentAuthors.xml"/><Relationship Id="rId53" Type="http://schemas.openxmlformats.org/officeDocument/2006/relationships/tableStyles" Target="tableStyles.xml"/><Relationship Id="rId52" Type="http://schemas.openxmlformats.org/officeDocument/2006/relationships/viewProps" Target="viewProps.xml"/><Relationship Id="rId51" Type="http://schemas.openxmlformats.org/officeDocument/2006/relationships/presProps" Target="presProps.xml"/><Relationship Id="rId50" Type="http://schemas.openxmlformats.org/officeDocument/2006/relationships/slide" Target="slides/slide47.xml"/><Relationship Id="rId5" Type="http://schemas.openxmlformats.org/officeDocument/2006/relationships/notesMaster" Target="notesMasters/notesMaster1.xml"/><Relationship Id="rId49" Type="http://schemas.openxmlformats.org/officeDocument/2006/relationships/slide" Target="slides/slide46.xml"/><Relationship Id="rId48" Type="http://schemas.openxmlformats.org/officeDocument/2006/relationships/slide" Target="slides/slide45.xml"/><Relationship Id="rId47" Type="http://schemas.openxmlformats.org/officeDocument/2006/relationships/slide" Target="slides/slide44.xml"/><Relationship Id="rId46" Type="http://schemas.openxmlformats.org/officeDocument/2006/relationships/slide" Target="slides/slide43.xml"/><Relationship Id="rId45" Type="http://schemas.openxmlformats.org/officeDocument/2006/relationships/slide" Target="slides/slide42.xml"/><Relationship Id="rId44" Type="http://schemas.openxmlformats.org/officeDocument/2006/relationships/slide" Target="slides/slide41.xml"/><Relationship Id="rId43" Type="http://schemas.openxmlformats.org/officeDocument/2006/relationships/slide" Target="slides/slide40.xml"/><Relationship Id="rId42" Type="http://schemas.openxmlformats.org/officeDocument/2006/relationships/slide" Target="slides/slide39.xml"/><Relationship Id="rId41" Type="http://schemas.openxmlformats.org/officeDocument/2006/relationships/slide" Target="slides/slide38.xml"/><Relationship Id="rId40" Type="http://schemas.openxmlformats.org/officeDocument/2006/relationships/slide" Target="slides/slide37.xml"/><Relationship Id="rId4" Type="http://schemas.openxmlformats.org/officeDocument/2006/relationships/slide" Target="slides/slide2.xml"/><Relationship Id="rId39" Type="http://schemas.openxmlformats.org/officeDocument/2006/relationships/slide" Target="slides/slide36.xml"/><Relationship Id="rId38" Type="http://schemas.openxmlformats.org/officeDocument/2006/relationships/slide" Target="slides/slide35.xml"/><Relationship Id="rId37" Type="http://schemas.openxmlformats.org/officeDocument/2006/relationships/slide" Target="slides/slide34.xml"/><Relationship Id="rId36" Type="http://schemas.openxmlformats.org/officeDocument/2006/relationships/slide" Target="slides/slide33.xml"/><Relationship Id="rId35" Type="http://schemas.openxmlformats.org/officeDocument/2006/relationships/slide" Target="slides/slide32.xml"/><Relationship Id="rId34" Type="http://schemas.openxmlformats.org/officeDocument/2006/relationships/slide" Target="slides/slide31.xml"/><Relationship Id="rId33" Type="http://schemas.openxmlformats.org/officeDocument/2006/relationships/slide" Target="slides/slide30.xml"/><Relationship Id="rId32" Type="http://schemas.openxmlformats.org/officeDocument/2006/relationships/slide" Target="slides/slide29.xml"/><Relationship Id="rId31" Type="http://schemas.openxmlformats.org/officeDocument/2006/relationships/slide" Target="slides/slide28.xml"/><Relationship Id="rId30" Type="http://schemas.openxmlformats.org/officeDocument/2006/relationships/slide" Target="slides/slide27.xml"/><Relationship Id="rId3" Type="http://schemas.openxmlformats.org/officeDocument/2006/relationships/slide" Target="slides/slide1.xml"/><Relationship Id="rId29" Type="http://schemas.openxmlformats.org/officeDocument/2006/relationships/slide" Target="slides/slide26.xml"/><Relationship Id="rId28" Type="http://schemas.openxmlformats.org/officeDocument/2006/relationships/slide" Target="slides/slide25.xml"/><Relationship Id="rId27" Type="http://schemas.openxmlformats.org/officeDocument/2006/relationships/slide" Target="slides/slide24.xml"/><Relationship Id="rId26" Type="http://schemas.openxmlformats.org/officeDocument/2006/relationships/slide" Target="slides/slide23.xml"/><Relationship Id="rId25" Type="http://schemas.openxmlformats.org/officeDocument/2006/relationships/slide" Target="slides/slide22.xml"/><Relationship Id="rId24" Type="http://schemas.openxmlformats.org/officeDocument/2006/relationships/slide" Target="slides/slide21.xml"/><Relationship Id="rId23" Type="http://schemas.openxmlformats.org/officeDocument/2006/relationships/slide" Target="slides/slide20.xml"/><Relationship Id="rId22" Type="http://schemas.openxmlformats.org/officeDocument/2006/relationships/slide" Target="slides/slide19.xml"/><Relationship Id="rId21" Type="http://schemas.openxmlformats.org/officeDocument/2006/relationships/slide" Target="slides/slide18.xml"/><Relationship Id="rId20" Type="http://schemas.openxmlformats.org/officeDocument/2006/relationships/slide" Target="slides/slide17.xml"/><Relationship Id="rId2" Type="http://schemas.openxmlformats.org/officeDocument/2006/relationships/theme" Target="theme/theme1.xml"/><Relationship Id="rId19" Type="http://schemas.openxmlformats.org/officeDocument/2006/relationships/slide" Target="slides/slide16.xml"/><Relationship Id="rId18" Type="http://schemas.openxmlformats.org/officeDocument/2006/relationships/slide" Target="slides/slide15.xml"/><Relationship Id="rId17" Type="http://schemas.openxmlformats.org/officeDocument/2006/relationships/slide" Target="slides/slide14.xml"/><Relationship Id="rId16" Type="http://schemas.openxmlformats.org/officeDocument/2006/relationships/slide" Target="slides/slide13.xml"/><Relationship Id="rId15" Type="http://schemas.openxmlformats.org/officeDocument/2006/relationships/slide" Target="slides/slide12.xml"/><Relationship Id="rId14" Type="http://schemas.openxmlformats.org/officeDocument/2006/relationships/slide" Target="slides/slide11.xml"/><Relationship Id="rId13" Type="http://schemas.openxmlformats.org/officeDocument/2006/relationships/slide" Target="slides/slide10.xml"/><Relationship Id="rId12" Type="http://schemas.openxmlformats.org/officeDocument/2006/relationships/slide" Target="slides/slide9.xml"/><Relationship Id="rId11" Type="http://schemas.openxmlformats.org/officeDocument/2006/relationships/slide" Target="slides/slide8.xml"/><Relationship Id="rId10" Type="http://schemas.openxmlformats.org/officeDocument/2006/relationships/slide" Target="slides/slide7.xml"/><Relationship Id="rId1" Type="http://schemas.openxmlformats.org/officeDocument/2006/relationships/slideMaster" Target="slideMasters/slideMaster1.xml"/></Relationships>
</file>

<file path=ppt/comments/comment1.xml><?xml version="1.0" encoding="utf-8"?>
<p:cmLst xmlns:a="http://schemas.openxmlformats.org/drawingml/2006/main" xmlns:r="http://schemas.openxmlformats.org/officeDocument/2006/relationships" xmlns:p="http://schemas.openxmlformats.org/presentationml/2006/main">
  <p:cm authorId="2" dt="2026-06-02T22:04:49.325" idx="2">
    <p:pos x="518" y="962"/>
    <p:text>无法否认自己没发</p:text>
  </p:cm>
</p:cmLst>
</file>

<file path=ppt/ink/ink1.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4646" units="1/cm"/>
          <inkml:channelProperty channel="Y" name="resolution" value="28.34646" units="1/cm"/>
          <inkml:channelProperty channel="F" name="resolution" value="0" units="1/dev"/>
        </inkml:channelProperties>
      </inkml:inkSource>
      <inkml:timestamp xml:id="ts0" timeString="2026-06-02T23:47:48"/>
    </inkml:context>
    <inkml:brush xml:id="br0">
      <inkml:brushProperty name="width" value="0.09701" units="cm"/>
      <inkml:brushProperty name="height" value="0.09701" units="cm"/>
      <inkml:brushProperty name="color" value="#1b7ccb"/>
    </inkml:brush>
  </inkml:definitions>
  <inkml:trace contextRef="#ctx0" brushRef="#br0">8924.000 8141.000 767,'0.000'-11.000'0,"0.000"-2.000"-3,-2.000-3.000 1,-2.000 4.000 1,0.000 1.000 1,0.000-1.000 0,-4.000-1.000-1,4.000 1.000 2,2.000 1.000-1,0.000-3.000-1,-3.000-5.000-1,0.000 5.000 1,0.000-2.000 0,1.000 2.000 0,1.000 1.000 1,1.000-1.000 0,0.000 3.000 0,-1.000-7.000-2,2.000 7.000 3,0.000-10.000-1,0.000 9.000 1,1.000-8.000-1,0.000 5.000 1,0.000 3.000 1,0.000-2.000-2,-4.000 4.000 4,-2.000 0.000-3,3.000-2.000-2,-1.000-2.000 0,1.000-4.000 0,1.000 7.000-1,0.000-2.000 1,0.000 0.000 0,-1.000-1.000-1,1.000 1.000 0,0.000 0.000 1,-2.000-11.000-1,1.000 7.000 1,1.000 1.000 2,-1.000 2.000-3,1.000 1.000 4,-1.000-3.000-4,0.000 0.000 0,0.000 2.000 3,-1.000-1.000 0,0.000 3.000 2,-2.000-3.000 1,-2.000 6.000-3,-2.000 14.000 1,-3.000-5.000 3,-3.000 2.000-5,-4.000 1.000-3,-1.000 2.000 1,10.000-2.000 1,-9.000 1.000-2,8.000-1.000 3,0.000 1.000-2,1.000-1.000 1,-2.000 3.000 1,1.000-1.000 4,-4.000 5.000-3,6.000-3.000 1,-1.000-2.000 1,-1.000 1.000 0,2.000 1.000-3,4.000 2.000-1,13.000 0.000 2,5.000-12.000 0,-2.000-2.000-2,10.000-4.000-2,-8.000 4.000 1,0.000 0.000 2,2.000 0.000-3,-1.000 1.000 2,-2.000 0.000 0,2.000-1.000 0,-2.000 1.000 2,1.000-1.000 2,6.000-2.000-1,-3.000 1.000-4,-3.000 0.000 1,-1.000-1.000 2,0.000 1.000 1,4.000 2.000 0,-1.000 2.000-1,-1.000 2.000-2,1.000 0.000 1,0.000 0.000-2,-3.000 1.000 2,1.000-1.000 3,-1.000 1.000 0,1.000 6.000-4,-3.000 2.000 0,3.000-1.000 0,-1.000-3.000 1,0.000-5.000 0,2.000 0.000 2,1.000 0.000-2,0.000 0.000-1,4.000 0.000-1,1.000 0.000 1,-1.000 0.000 0,7.000 1.000 0,-11.000 1.000-1,-1.000 0.000 2,-3.000 1.000-1,6.000 0.000 1,-5.000 1.000-1,-11.000 7.000 8</inkml:trace>
</inkml:ink>
</file>

<file path=ppt/ink/ink2.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4646" units="1/cm"/>
          <inkml:channelProperty channel="Y" name="resolution" value="28.34646" units="1/cm"/>
          <inkml:channelProperty channel="F" name="resolution" value="0" units="1/dev"/>
        </inkml:channelProperties>
      </inkml:inkSource>
      <inkml:timestamp xml:id="ts0" timeString="2026-06-02T23:48:09"/>
    </inkml:context>
    <inkml:brush xml:id="br0">
      <inkml:brushProperty name="width" value="0.09701" units="cm"/>
      <inkml:brushProperty name="height" value="0.09701" units="cm"/>
      <inkml:brushProperty name="color" value="#1b7ccb"/>
    </inkml:brush>
  </inkml:definitions>
  <inkml:trace contextRef="#ctx0" brushRef="#br0">12151.000 8263.000 767,'0.000'-12.000'0,"11.000"8.000"-3,2.000 0.000 2,-1.000 0.000-1,4.000-5.000-1,-6.000 3.000 2,2.000 0.000 0,6.000-5.000 1,-8.000 5.000-1,-1.000 0.000-1,13.000-8.000 2,-10.000 6.000-1,2.000-2.000-1,-1.000 0.000 2,2.000-3.000 0,3.000-2.000-1,-8.000 6.000-1,1.000 0.000 3,5.000-6.000-3,-3.000 4.000 5,0.000-1.000-3,-1.000 1.000 0,0.000-1.000 1,-1.000 0.000-1,0.000 1.000 0,1.000-3.000 0,-1.000 1.000 2,-2.000 1.000-3,-1.000 2.000 0,-2.000 1.000 4,6.000-6.000 0,-4.000 5.000-2,0.000 0.000 0,2.000-2.000 1,-1.000 2.000-1,0.000 1.000-2,0.000-3.000-1,-1.000-2.000 3,-3.000 3.000-1,2.000 2.000 0,6.000 7.000 1,-1.000-9.000 1,-3.000 0.000-4,-19.000 5.000 4,-11.000 6.000-2,5.000 0.000-2,-3.000 0.000 0,1.000 0.000-1,-1.000 2.000 1,6.000-1.000 0,-1.000 0.000 1,-9.000 1.000-1,4.000-1.000 1,5.000 1.000 1,1.000-1.000 2,-6.000 2.000-2,1.000 0.000-3,5.000-1.000 4,0.000 1.000-2,-2.000-1.000 4,0.000 0.000-1,-1.000 1.000 1,2.000 0.000-4,1.000 0.000 1,-4.000 1.000 2,-1.000-1.000-3,5.000-2.000 1,1.000 1.000 1,-2.000-1.000 0,2.000 0.000-1,-5.000 0.000 3,28.000-2.000-1,14.000 1.000-2,-9.000 0.000-2,1.000 0.000-1,-3.000 0.000 1,0.000 0.000 0,17.000-1.000-3,-6.000 0.000 2,2.000-1.000 6,1.000 0.000-5,5.000-1.000 0,-1.000-1.000-2,-10.000 1.000 1,-2.000 0.000 3,7.000-1.000 6,-2.000 0.000-11,4.000-1.000 3,-2.000-2.000 6,-4.000 2.000-3,-6.000 0.000 0,-4.000 1.000 1,2.000-1.000 3,-17.000 17.000-1,6.000-2.000 3,-1.000 3.000-3,0.000 5.000-7,-1.000-3.000 1,1.000-1.000 1,0.000 1.000 0,4.000 11.000-1,-2.000-7.000 1,2.000 4.000-3,-1.000 1.000 2,5.000 8.000 1,-3.000-11.000-1,-1.000-3.000 4,-1.000-1.000-3,2.000 7.000-1,0.000 0.000 3,-2.000-4.000 1,-2.000-4.000-1,-1.000-3.000 2,0.000 2.000-4</inkml:trace>
</inkml:ink>
</file>

<file path=ppt/ink/ink3.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4646" units="1/cm"/>
          <inkml:channelProperty channel="Y" name="resolution" value="28.34646" units="1/cm"/>
          <inkml:channelProperty channel="F" name="resolution" value="0" units="1/dev"/>
        </inkml:channelProperties>
      </inkml:inkSource>
      <inkml:timestamp xml:id="ts0" timeString="2026-06-02T23:55:59"/>
    </inkml:context>
    <inkml:brush xml:id="br0">
      <inkml:brushProperty name="width" value="0.09701" units="cm"/>
      <inkml:brushProperty name="height" value="0.09701" units="cm"/>
      <inkml:brushProperty name="color" value="#1b7ccb"/>
    </inkml:brush>
  </inkml:definitions>
  <inkml:trace contextRef="#ctx0" brushRef="#br0">5619.000 3483.000 767,'11.000'0.000'0,"7.000"-1.000"-4,-3.000-1.000 2,5.000-2.000-1,6.000-1.000-1,7.000-1.000-1,3.000 0.000 2,27.000-4.000-4,16.000-3.000-6,11.000-1.000 6,4.000 0.000 4,17.000-5.000-15,13.000-1.000-1,4.000-2.000-2,13.000-1.000 19,-1.000 2.000 12,-8.000 2.000-31,-9.000 3.000 2,-71.000 10.000 11,73.000-9.000 15,-1.000 2.000 4,-7.000 1.000-29,7.000 1.000 86,-5.000 2.000-82,-9.000 2.000-3,-89.000 6.000 14,69.000-3.000 17,-4.000 0.000 1,-6.000 2.000-27,-7.000 1.000 1,17.000 0.000 55,6.000 0.000-59,2.000 1.000 27,25.000 1.000-7,7.000-1.000-26,2.000 1.000 1,-3.000-2.000 44,6.000 0.000-45,1.000-1.000 0,-6.000 0.000 2,15.000-3.000 55,7.000-1.000-60,1.000-2.000 1,-5.000 0.000 82,0.000-1.000-83,0.000-1.000 2,-4.000 1.000 0,-25.000 2.000 3,-9.000 0.000 15,3.000 0.000 66,-15.000 1.000-77,-15.000 0.000 2,-13.000 2.000 2,-14.000 1.000 3,-10.000 1.000 69,-10.000 0.000-25,-9.000 0.000 7,-7.000 2.000-28,-4.000-1.000-6,-3.000 1.000-8,1.000 1.000 0,-22.000-10.000-1,2.000-5.000-1,-9.000 0.000-1,3.000 3.000 0,-1.000-1.000-1,-10.000-8.000-2,-1.000-1.000 2,-2.000-2.000 1,-3.000-2.000-3,0.000 0.000 2,-4.000-1.000 5,-2.000 0.000-6,-2.000 0.000-3,2.000 2.000 16,-4.000-2.000-15,-2.000 1.000-1,-1.000-1.000 0,31.000 19.000 7,-50.000-28.000 6,4.000 1.000-16,27.000 17.000 6,1.000 2.000 3,-13.000-8.000 1,6.000 4.000 4,6.000 3.000-2,8.000 4.000 7,5.000 3.000-2,5.000 3.000 4,0.000 2.000-15,17.000 16.000 13,5.000-5.000-1,4.000 5.000-3,7.000 6.000-8,3.000 4.000-2,6.000 4.000 0,14.000 12.000-3,7.000 3.000 4,9.000 2.000-6,6.000 0.000 9,-54.000-36.000-2,59.000 35.000-9,-1.000-4.000 19,-14.000-9.000-17,-4.000-4.000 1,5.000-1.000 23,-9.000-6.000-20,-9.000-4.000 20,-10.000-4.000-14,-7.000-3.000 1,-8.000-3.000 11,0.000 1.000-13,-27.000 3.000 4,2.000-2.000 12,-1.000 6.000-5,-1.000 3.000-13,4.000-4.000 2,-7.000 11.000-1,-4.000 1.000-1,0.000 3.000-1,-1.000 0.000 4,2.000 1.000-3,-10.000 11.000-2,-3.000 3.000 3,-2.000 1.000 8,-1.000 1.000-14,-2.000 0.000 0,1.000-2.000-1,2.000-1.000 16,8.000-10.000-13,3.000-3.000 2,1.000 1.000 5,1.000-2.000 0,4.000-2.000 13,6.000-8.000-15,1.000 1.000-1,-6.000 15.000 14,2.000 1.000-10,4.000-9.000 2,1.000-1.000-7,0.000-1.000 5,0.000 8.000-7,2.000 2.000 10,2.000-7.000-8,1.000-2.000 11,1.000-2.000-11,2.000 0.000 0,0.000-4.000 0,0.000-5.000 4,1.000 3.000 4</inkml:trace>
</inkml:ink>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kumimoji="1" lang="zh-CN" altLang="en-US"/>
          </a:p>
        </p:txBody>
      </p:sp>
      <p:sp>
        <p:nvSpPr>
          <p:cNvPr id="3" name="日期占位符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055E8472-67E5-DE40-B53F-0C0FEA434AA0}" type="datetimeFigureOut">
              <a:rPr kumimoji="1" lang="zh-CN" altLang="en-US" smtClean="0"/>
            </a:fld>
            <a:endParaRPr kumimoji="1" lang="zh-CN" altLang="en-US"/>
          </a:p>
        </p:txBody>
      </p:sp>
      <p:sp>
        <p:nvSpPr>
          <p:cNvPr id="4" name="幻灯片图像占位符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kumimoji="1" lang="zh-CN" altLang="en-US"/>
              <a:t>单击此处编辑母版文本样式</a:t>
            </a:r>
            <a:endParaRPr kumimoji="1" lang="zh-CN" altLang="en-US"/>
          </a:p>
          <a:p>
            <a:pPr lvl="1"/>
            <a:r>
              <a:rPr kumimoji="1" lang="zh-CN" altLang="en-US"/>
              <a:t>二级</a:t>
            </a:r>
            <a:endParaRPr kumimoji="1" lang="zh-CN" altLang="en-US"/>
          </a:p>
          <a:p>
            <a:pPr lvl="2"/>
            <a:r>
              <a:rPr kumimoji="1" lang="zh-CN" altLang="en-US"/>
              <a:t>三级</a:t>
            </a:r>
            <a:endParaRPr kumimoji="1" lang="zh-CN" altLang="en-US"/>
          </a:p>
          <a:p>
            <a:pPr lvl="3"/>
            <a:r>
              <a:rPr kumimoji="1" lang="zh-CN" altLang="en-US"/>
              <a:t>四级</a:t>
            </a:r>
            <a:endParaRPr kumimoji="1" lang="zh-CN" altLang="en-US"/>
          </a:p>
          <a:p>
            <a:pPr lvl="4"/>
            <a:r>
              <a:rPr kumimoji="1" lang="zh-CN" altLang="en-US"/>
              <a:t>五级</a:t>
            </a:r>
            <a:endParaRPr kumimoji="1" lang="zh-CN" altLang="en-US"/>
          </a:p>
        </p:txBody>
      </p:sp>
      <p:sp>
        <p:nvSpPr>
          <p:cNvPr id="6" name="页脚占位符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kumimoji="1" lang="zh-CN" altLang="en-US"/>
          </a:p>
        </p:txBody>
      </p:sp>
      <p:sp>
        <p:nvSpPr>
          <p:cNvPr id="7" name="灯片编号占位符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840B8802-914A-7C41-BC77-CC54DEE99EEF}" type="slidenum">
              <a:rPr kumimoji="1" lang="zh-CN" altLang="en-US" smtClean="0"/>
            </a:fld>
            <a:endParaRPr kumimoji="1" lang="zh-CN" alt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xml"/></Relationships>
</file>

<file path=ppt/notesSlides/_rels/notesSlide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9.xml"/></Relationships>
</file>

<file path=ppt/notesSlides/_rels/notesSlide3.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Master" Target="../notesMasters/notesMaster1.xml"/><Relationship Id="rId1" Type="http://schemas.openxmlformats.org/officeDocument/2006/relationships/slide" Target="../slides/slide26.xml"/></Relationships>
</file>

<file path=ppt/notesSlides/_rels/notesSlide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6.xml"/></Relationships>
</file>

<file path=ppt/notesSlides/_rels/notesSlide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4.xml"/></Relationships>
</file>

<file path=ppt/notesSlides/_rels/notesSlide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5.xml"/></Relationships>
</file>

<file path=ppt/notesSlides/_rels/notesSlide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6.xml"/></Relationships>
</file>

<file path=ppt/notesSlides/_rels/notesSlide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7.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normAutofit/>
          </a:bodyPr>
          <a:lstStyle/>
          <a:p>
            <a:pPr marL="0" marR="0" indent="0" algn="l" defTabSz="914400" rtl="0" eaLnBrk="1" fontAlgn="auto" latinLnBrk="0" hangingPunct="1">
              <a:lnSpc>
                <a:spcPct val="100000"/>
              </a:lnSpc>
              <a:spcBef>
                <a:spcPts val="0"/>
              </a:spcBef>
              <a:spcAft>
                <a:spcPts val="0"/>
              </a:spcAft>
              <a:buClrTx/>
              <a:buSzTx/>
              <a:buFontTx/>
              <a:buNone/>
              <a:defRPr/>
            </a:pPr>
            <a:endParaRPr lang="zh-CN" altLang="en-US" dirty="0"/>
          </a:p>
        </p:txBody>
      </p:sp>
      <p:sp>
        <p:nvSpPr>
          <p:cNvPr id="4" name="灯片编号占位符 3"/>
          <p:cNvSpPr>
            <a:spLocks noGrp="1"/>
          </p:cNvSpPr>
          <p:nvPr>
            <p:ph type="sldNum" sz="quarter" idx="10"/>
          </p:nvPr>
        </p:nvSpPr>
        <p:spPr/>
        <p:txBody>
          <a:bodyPr/>
          <a:lstStyle/>
          <a:p>
            <a:fld id="{5CD23181-2505-4EB2-AC87-B8F55776A9CE}" type="slidenum">
              <a:rPr lang="zh-CN" altLang="en-US" smtClean="0"/>
            </a:fld>
            <a:endParaRPr lang="zh-CN" altLang="en-US"/>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normAutofit/>
          </a:bodyPr>
          <a:lstStyle/>
          <a:p>
            <a:pPr marL="0" marR="0" indent="0" algn="l" defTabSz="914400" rtl="0" eaLnBrk="1" fontAlgn="auto" latinLnBrk="0" hangingPunct="1">
              <a:lnSpc>
                <a:spcPct val="100000"/>
              </a:lnSpc>
              <a:spcBef>
                <a:spcPts val="0"/>
              </a:spcBef>
              <a:spcAft>
                <a:spcPts val="0"/>
              </a:spcAft>
              <a:buClrTx/>
              <a:buSzTx/>
              <a:buFontTx/>
              <a:buNone/>
              <a:defRPr/>
            </a:pPr>
            <a:endParaRPr lang="zh-CN" altLang="en-US" dirty="0"/>
          </a:p>
        </p:txBody>
      </p:sp>
      <p:sp>
        <p:nvSpPr>
          <p:cNvPr id="4" name="灯片编号占位符 3"/>
          <p:cNvSpPr>
            <a:spLocks noGrp="1"/>
          </p:cNvSpPr>
          <p:nvPr>
            <p:ph type="sldNum" sz="quarter" idx="10"/>
          </p:nvPr>
        </p:nvSpPr>
        <p:spPr/>
        <p:txBody>
          <a:bodyPr/>
          <a:lstStyle/>
          <a:p>
            <a:fld id="{5CD23181-2505-4EB2-AC87-B8F55776A9CE}" type="slidenum">
              <a:rPr lang="zh-CN" altLang="en-US" smtClean="0"/>
            </a:fld>
            <a:endParaRPr lang="zh-CN" altLang="en-US"/>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mc:AlternateContent xmlns:mc="http://schemas.openxmlformats.org/markup-compatibility/2006">
        <mc:Choice xmlns:a14="http://schemas.microsoft.com/office/drawing/2010/main" Requires="a14">
          <p:sp>
            <p:nvSpPr>
              <p:cNvPr id="3" name="备注占位符 2"/>
              <p:cNvSpPr>
                <a:spLocks noGrp="1"/>
              </p:cNvSpPr>
              <p:nvPr>
                <p:ph type="body" idx="1"/>
              </p:nvPr>
            </p:nvSpPr>
            <p:spPr/>
            <p:txBody>
              <a:bodyPr/>
              <a:lstStyle/>
              <a:p>
                <a:r>
                  <a:rPr lang="en-US" altLang="zh-CN" dirty="0"/>
                  <a:t>1.</a:t>
                </a:r>
                <a:r>
                  <a:rPr lang="zh-CN" altLang="en-US" dirty="0"/>
                  <a:t>用上一轮的哈希</a:t>
                </a:r>
                <a14:m>
                  <m:oMath xmlns:m="http://schemas.openxmlformats.org/officeDocument/2006/math">
                    <m:r>
                      <a:rPr lang="zh-CN" altLang="en-US" i="1" dirty="0" smtClean="0">
                        <a:latin typeface="Cambria Math" panose="02040503050406030204" pitchFamily="18" charset="0"/>
                      </a:rPr>
                      <m:t>值</m:t>
                    </m:r>
                    <m:r>
                      <a:rPr lang="zh-CN" altLang="en-US" i="1" dirty="0" smtClean="0">
                        <a:latin typeface="Cambria Math" panose="02040503050406030204" pitchFamily="18" charset="0"/>
                      </a:rPr>
                      <m:t> </m:t>
                    </m:r>
                    <m:sSub>
                      <m:sSubPr>
                        <m:ctrlPr>
                          <a:rPr lang="en-US" altLang="zh-CN" i="1" dirty="0" smtClean="0">
                            <a:effectLst/>
                            <a:latin typeface="Cambria Math" panose="02040503050406030204" pitchFamily="18" charset="0"/>
                          </a:rPr>
                        </m:ctrlPr>
                      </m:sSubPr>
                      <m:e>
                        <m:r>
                          <a:rPr lang="en-US" altLang="zh-CN" i="1" dirty="0" smtClean="0">
                            <a:effectLst/>
                            <a:latin typeface="Cambria Math" panose="02040503050406030204" pitchFamily="18" charset="0"/>
                          </a:rPr>
                          <m:t>𝐻</m:t>
                        </m:r>
                      </m:e>
                      <m:sub>
                        <m:d>
                          <m:dPr>
                            <m:begChr m:val="{"/>
                            <m:endChr m:val="}"/>
                            <m:ctrlPr>
                              <a:rPr lang="en-US" altLang="zh-CN" i="1" dirty="0" smtClean="0">
                                <a:effectLst/>
                                <a:latin typeface="Cambria Math" panose="02040503050406030204" pitchFamily="18" charset="0"/>
                              </a:rPr>
                            </m:ctrlPr>
                          </m:dPr>
                          <m:e>
                            <m:r>
                              <a:rPr lang="en-US" altLang="zh-CN" i="1" dirty="0" smtClean="0">
                                <a:effectLst/>
                                <a:latin typeface="Cambria Math" panose="02040503050406030204" pitchFamily="18" charset="0"/>
                              </a:rPr>
                              <m:t>𝑖</m:t>
                            </m:r>
                            <m:r>
                              <a:rPr lang="en-US" altLang="zh-CN" i="1" dirty="0" smtClean="0">
                                <a:effectLst/>
                                <a:latin typeface="Cambria Math" panose="02040503050406030204" pitchFamily="18" charset="0"/>
                              </a:rPr>
                              <m:t>−</m:t>
                            </m:r>
                            <m:r>
                              <a:rPr lang="en-US" altLang="zh-CN" i="1" dirty="0" smtClean="0">
                                <a:effectLst/>
                                <a:latin typeface="Cambria Math" panose="02040503050406030204" pitchFamily="18" charset="0"/>
                              </a:rPr>
                              <m:t>1</m:t>
                            </m:r>
                          </m:e>
                        </m:d>
                      </m:sub>
                    </m:sSub>
                  </m:oMath>
                </a14:m>
                <a:r>
                  <a:rPr lang="zh-CN" altLang="en-US" dirty="0"/>
                  <a:t>作为密钥，去加密当前消息块 </a:t>
                </a:r>
                <a14:m>
                  <m:oMath xmlns:m="http://schemas.openxmlformats.org/officeDocument/2006/math">
                    <m:sSub>
                      <m:sSubPr>
                        <m:ctrlPr>
                          <a:rPr lang="en-US" altLang="zh-CN" i="1" dirty="0" smtClean="0">
                            <a:effectLst/>
                            <a:latin typeface="Cambria Math" panose="02040503050406030204" pitchFamily="18" charset="0"/>
                          </a:rPr>
                        </m:ctrlPr>
                      </m:sSubPr>
                      <m:e>
                        <m:r>
                          <a:rPr lang="en-US" altLang="zh-CN" i="1" dirty="0" err="1" smtClean="0">
                            <a:effectLst/>
                            <a:latin typeface="Cambria Math" panose="02040503050406030204" pitchFamily="18" charset="0"/>
                          </a:rPr>
                          <m:t>𝑀</m:t>
                        </m:r>
                      </m:e>
                      <m:sub>
                        <m:r>
                          <a:rPr lang="en-US" altLang="zh-CN" i="1" dirty="0" err="1" smtClean="0">
                            <a:effectLst/>
                            <a:latin typeface="Cambria Math" panose="02040503050406030204" pitchFamily="18" charset="0"/>
                          </a:rPr>
                          <m:t>𝑖</m:t>
                        </m:r>
                      </m:sub>
                    </m:sSub>
                  </m:oMath>
                </a14:m>
                <a:r>
                  <a:rPr lang="zh-CN" altLang="en-US" dirty="0"/>
                  <a:t>，最后再把密文与明文 </a:t>
                </a:r>
                <a14:m>
                  <m:oMath xmlns:m="http://schemas.openxmlformats.org/officeDocument/2006/math">
                    <m:sSub>
                      <m:sSubPr>
                        <m:ctrlPr>
                          <a:rPr lang="en-US" altLang="zh-CN" i="1" dirty="0" smtClean="0">
                            <a:effectLst/>
                            <a:latin typeface="Cambria Math" panose="02040503050406030204" pitchFamily="18" charset="0"/>
                          </a:rPr>
                        </m:ctrlPr>
                      </m:sSubPr>
                      <m:e>
                        <m:r>
                          <a:rPr lang="en-US" altLang="zh-CN" i="1" dirty="0" err="1" smtClean="0">
                            <a:effectLst/>
                            <a:latin typeface="Cambria Math" panose="02040503050406030204" pitchFamily="18" charset="0"/>
                          </a:rPr>
                          <m:t>𝑀</m:t>
                        </m:r>
                      </m:e>
                      <m:sub>
                        <m:r>
                          <a:rPr lang="en-US" altLang="zh-CN" i="1" dirty="0" err="1" smtClean="0">
                            <a:effectLst/>
                            <a:latin typeface="Cambria Math" panose="02040503050406030204" pitchFamily="18" charset="0"/>
                          </a:rPr>
                          <m:t>𝑖</m:t>
                        </m:r>
                      </m:sub>
                    </m:sSub>
                  </m:oMath>
                </a14:m>
                <a:r>
                  <a:rPr lang="en-US" altLang="zh-CN" dirty="0"/>
                  <a:t> </a:t>
                </a:r>
                <a:r>
                  <a:rPr lang="zh-CN" altLang="en-US" dirty="0"/>
                  <a:t>实施</a:t>
                </a:r>
                <a:r>
                  <a:rPr lang="zh-CN" altLang="en-US" b="1" dirty="0">
                    <a:effectLst/>
                    <a:latin typeface="Google Sans Text"/>
                  </a:rPr>
                  <a:t>异或</a:t>
                </a:r>
                <a:endParaRPr lang="en-US" altLang="zh-CN" b="1" dirty="0">
                  <a:effectLst/>
                  <a:latin typeface="Google Sans Text"/>
                </a:endParaRPr>
              </a:p>
              <a:p>
                <a:r>
                  <a:rPr lang="en-US" altLang="zh-CN" b="1" dirty="0">
                    <a:effectLst/>
                    <a:latin typeface="Google Sans Text"/>
                  </a:rPr>
                  <a:t>2.</a:t>
                </a:r>
                <a:r>
                  <a:rPr lang="zh-CN" altLang="en-US" dirty="0"/>
                  <a:t>加密完后，不仅要异或明文 </a:t>
                </a:r>
                <a14:m>
                  <m:oMath xmlns:m="http://schemas.openxmlformats.org/officeDocument/2006/math">
                    <m:sSub>
                      <m:sSubPr>
                        <m:ctrlPr>
                          <a:rPr lang="en-US" altLang="zh-CN" i="1" dirty="0" smtClean="0">
                            <a:effectLst/>
                            <a:latin typeface="Cambria Math" panose="02040503050406030204" pitchFamily="18" charset="0"/>
                          </a:rPr>
                        </m:ctrlPr>
                      </m:sSubPr>
                      <m:e>
                        <m:r>
                          <a:rPr lang="en-US" altLang="zh-CN" i="1" dirty="0" err="1" smtClean="0">
                            <a:effectLst/>
                            <a:latin typeface="Cambria Math" panose="02040503050406030204" pitchFamily="18" charset="0"/>
                          </a:rPr>
                          <m:t>𝑀</m:t>
                        </m:r>
                      </m:e>
                      <m:sub>
                        <m:r>
                          <a:rPr lang="en-US" altLang="zh-CN" i="1" dirty="0" err="1" smtClean="0">
                            <a:effectLst/>
                            <a:latin typeface="Cambria Math" panose="02040503050406030204" pitchFamily="18" charset="0"/>
                          </a:rPr>
                          <m:t>𝑖</m:t>
                        </m:r>
                      </m:sub>
                    </m:sSub>
                  </m:oMath>
                </a14:m>
                <a:r>
                  <a:rPr lang="zh-CN" altLang="en-US" dirty="0"/>
                  <a:t>，还要把作为密钥的 </a:t>
                </a:r>
                <a14:m>
                  <m:oMath xmlns:m="http://schemas.openxmlformats.org/officeDocument/2006/math">
                    <m:sSub>
                      <m:sSubPr>
                        <m:ctrlPr>
                          <a:rPr lang="en-US" altLang="zh-CN" i="1" dirty="0" smtClean="0">
                            <a:effectLst/>
                            <a:latin typeface="Cambria Math" panose="02040503050406030204" pitchFamily="18" charset="0"/>
                          </a:rPr>
                        </m:ctrlPr>
                      </m:sSubPr>
                      <m:e>
                        <m:r>
                          <a:rPr lang="en-US" altLang="zh-CN" i="1" dirty="0" smtClean="0">
                            <a:effectLst/>
                            <a:latin typeface="Cambria Math" panose="02040503050406030204" pitchFamily="18" charset="0"/>
                          </a:rPr>
                          <m:t>𝐻</m:t>
                        </m:r>
                      </m:e>
                      <m:sub>
                        <m:d>
                          <m:dPr>
                            <m:begChr m:val="{"/>
                            <m:endChr m:val="}"/>
                            <m:ctrlPr>
                              <a:rPr lang="en-US" altLang="zh-CN" i="1" dirty="0" smtClean="0">
                                <a:effectLst/>
                                <a:latin typeface="Cambria Math" panose="02040503050406030204" pitchFamily="18" charset="0"/>
                              </a:rPr>
                            </m:ctrlPr>
                          </m:dPr>
                          <m:e>
                            <m:r>
                              <a:rPr lang="en-US" altLang="zh-CN" i="1" dirty="0" smtClean="0">
                                <a:effectLst/>
                                <a:latin typeface="Cambria Math" panose="02040503050406030204" pitchFamily="18" charset="0"/>
                              </a:rPr>
                              <m:t>𝑖</m:t>
                            </m:r>
                            <m:r>
                              <a:rPr lang="en-US" altLang="zh-CN" i="1" dirty="0" smtClean="0">
                                <a:effectLst/>
                                <a:latin typeface="Cambria Math" panose="02040503050406030204" pitchFamily="18" charset="0"/>
                              </a:rPr>
                              <m:t>−</m:t>
                            </m:r>
                            <m:r>
                              <a:rPr lang="en-US" altLang="zh-CN" i="1" dirty="0" smtClean="0">
                                <a:effectLst/>
                                <a:latin typeface="Cambria Math" panose="02040503050406030204" pitchFamily="18" charset="0"/>
                              </a:rPr>
                              <m:t>1</m:t>
                            </m:r>
                          </m:e>
                        </m:d>
                      </m:sub>
                    </m:sSub>
                  </m:oMath>
                </a14:m>
                <a:r>
                  <a:rPr lang="zh-CN" altLang="en-US" dirty="0"/>
                  <a:t>也一起异或进来。</a:t>
                </a:r>
                <a:endParaRPr lang="en-US" altLang="zh-CN" dirty="0"/>
              </a:p>
              <a:p>
                <a:r>
                  <a:rPr lang="en-US" altLang="zh-CN" dirty="0"/>
                  <a:t>3.</a:t>
                </a:r>
                <a:r>
                  <a:rPr lang="zh-CN" altLang="en-US" dirty="0"/>
                  <a:t>将消息块与前一轮哈希值异或后作为明文输入，用 </a:t>
                </a:r>
                <a14:m>
                  <m:oMath xmlns:m="http://schemas.openxmlformats.org/officeDocument/2006/math">
                    <m:sSub>
                      <m:sSubPr>
                        <m:ctrlPr>
                          <a:rPr lang="en-US" altLang="zh-CN" i="1" dirty="0" smtClean="0">
                            <a:effectLst/>
                            <a:latin typeface="Cambria Math" panose="02040503050406030204" pitchFamily="18" charset="0"/>
                          </a:rPr>
                        </m:ctrlPr>
                      </m:sSubPr>
                      <m:e>
                        <m:r>
                          <a:rPr lang="en-US" altLang="zh-CN" i="1" dirty="0" smtClean="0">
                            <a:effectLst/>
                            <a:latin typeface="Cambria Math" panose="02040503050406030204" pitchFamily="18" charset="0"/>
                          </a:rPr>
                          <m:t>𝐻</m:t>
                        </m:r>
                      </m:e>
                      <m:sub>
                        <m:d>
                          <m:dPr>
                            <m:begChr m:val="{"/>
                            <m:endChr m:val="}"/>
                            <m:ctrlPr>
                              <a:rPr lang="en-US" altLang="zh-CN" i="1" dirty="0" smtClean="0">
                                <a:effectLst/>
                                <a:latin typeface="Cambria Math" panose="02040503050406030204" pitchFamily="18" charset="0"/>
                              </a:rPr>
                            </m:ctrlPr>
                          </m:dPr>
                          <m:e>
                            <m:r>
                              <a:rPr lang="en-US" altLang="zh-CN" i="1" dirty="0" smtClean="0">
                                <a:effectLst/>
                                <a:latin typeface="Cambria Math" panose="02040503050406030204" pitchFamily="18" charset="0"/>
                              </a:rPr>
                              <m:t>𝑖</m:t>
                            </m:r>
                            <m:r>
                              <a:rPr lang="en-US" altLang="zh-CN" i="1" dirty="0" smtClean="0">
                                <a:effectLst/>
                                <a:latin typeface="Cambria Math" panose="02040503050406030204" pitchFamily="18" charset="0"/>
                              </a:rPr>
                              <m:t>−</m:t>
                            </m:r>
                            <m:r>
                              <a:rPr lang="en-US" altLang="zh-CN" i="1" dirty="0" smtClean="0">
                                <a:effectLst/>
                                <a:latin typeface="Cambria Math" panose="02040503050406030204" pitchFamily="18" charset="0"/>
                              </a:rPr>
                              <m:t>1</m:t>
                            </m:r>
                          </m:e>
                        </m:d>
                      </m:sub>
                    </m:sSub>
                  </m:oMath>
                </a14:m>
                <a:r>
                  <a:rPr lang="zh-CN" altLang="en-US" dirty="0"/>
                  <a:t>作为密钥进行加密，最后将结果与</a:t>
                </a:r>
                <a14:m>
                  <m:oMath xmlns:m="http://schemas.openxmlformats.org/officeDocument/2006/math">
                    <m:sSub>
                      <m:sSubPr>
                        <m:ctrlPr>
                          <a:rPr lang="en-US" altLang="zh-CN" i="1" dirty="0" smtClean="0">
                            <a:effectLst/>
                            <a:latin typeface="Cambria Math" panose="02040503050406030204" pitchFamily="18" charset="0"/>
                          </a:rPr>
                        </m:ctrlPr>
                      </m:sSubPr>
                      <m:e>
                        <m:r>
                          <a:rPr lang="en-US" altLang="zh-CN" i="1" dirty="0" err="1" smtClean="0">
                            <a:effectLst/>
                            <a:latin typeface="Cambria Math" panose="02040503050406030204" pitchFamily="18" charset="0"/>
                          </a:rPr>
                          <m:t>𝑀</m:t>
                        </m:r>
                      </m:e>
                      <m:sub>
                        <m:r>
                          <a:rPr lang="en-US" altLang="zh-CN" i="1" dirty="0" err="1" smtClean="0">
                            <a:effectLst/>
                            <a:latin typeface="Cambria Math" panose="02040503050406030204" pitchFamily="18" charset="0"/>
                          </a:rPr>
                          <m:t>𝑖</m:t>
                        </m:r>
                      </m:sub>
                    </m:sSub>
                  </m:oMath>
                </a14:m>
                <a:r>
                  <a:rPr lang="zh-CN" altLang="en-US" dirty="0"/>
                  <a:t>异或。</a:t>
                </a:r>
                <a:endParaRPr lang="en-US" altLang="zh-CN" dirty="0"/>
              </a:p>
              <a:p>
                <a:r>
                  <a:rPr lang="en-US" altLang="zh-CN" dirty="0"/>
                  <a:t>4.</a:t>
                </a:r>
                <a:r>
                  <a:rPr lang="zh-CN" altLang="en-US" dirty="0"/>
                  <a:t>将上述防御机制叠加，在密文输出端将明文、前级状态、前级密钥全部通过异或混合在一起。</a:t>
                </a:r>
                <a:endParaRPr lang="zh-CN" altLang="en-US" dirty="0"/>
              </a:p>
            </p:txBody>
          </p:sp>
        </mc:Choice>
        <mc:Fallback>
          <p:sp>
            <p:nvSpPr>
              <p:cNvPr id="3" name="备注占位符 2"/>
              <p:cNvSpPr>
                <a:spLocks noRot="1" noChangeAspect="1" noMove="1" noResize="1" noEditPoints="1" noAdjustHandles="1" noChangeArrowheads="1" noChangeShapeType="1" noTextEdit="1"/>
              </p:cNvSpPr>
              <p:nvPr>
                <p:ph type="body" idx="1"/>
              </p:nvPr>
            </p:nvSpPr>
            <p:spPr>
              <a:blipFill rotWithShape="1">
                <a:blip r:embed="rId3"/>
                <a:stretch>
                  <a:fillRect/>
                </a:stretch>
              </a:blipFill>
            </p:spPr>
            <p:txBody>
              <a:bodyPr/>
              <a:lstStyle/>
              <a:p>
                <a:r>
                  <a:rPr lang="zh-CN" altLang="en-US">
                    <a:noFill/>
                  </a:rPr>
                  <a:t> </a:t>
                </a:r>
              </a:p>
            </p:txBody>
          </p:sp>
        </mc:Fallback>
      </mc:AlternateContent>
      <p:sp>
        <p:nvSpPr>
          <p:cNvPr id="4" name="灯片编号占位符 3"/>
          <p:cNvSpPr>
            <a:spLocks noGrp="1"/>
          </p:cNvSpPr>
          <p:nvPr>
            <p:ph type="sldNum" sz="quarter" idx="5"/>
          </p:nvPr>
        </p:nvSpPr>
        <p:spPr/>
        <p:txBody>
          <a:bodyPr/>
          <a:lstStyle/>
          <a:p>
            <a:fld id="{840B8802-914A-7C41-BC77-CC54DEE99EEF}" type="slidenum">
              <a:rPr kumimoji="1" lang="zh-CN" altLang="en-US" smtClean="0"/>
            </a:fld>
            <a:endParaRPr kumimoji="1" lang="zh-CN" altLang="en-US"/>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normAutofit/>
          </a:bodyPr>
          <a:lstStyle/>
          <a:p>
            <a:pPr marL="0" marR="0" indent="0" algn="l" defTabSz="914400" rtl="0" eaLnBrk="1" fontAlgn="auto" latinLnBrk="0" hangingPunct="1">
              <a:lnSpc>
                <a:spcPct val="100000"/>
              </a:lnSpc>
              <a:spcBef>
                <a:spcPts val="0"/>
              </a:spcBef>
              <a:spcAft>
                <a:spcPts val="0"/>
              </a:spcAft>
              <a:buClrTx/>
              <a:buSzTx/>
              <a:buFontTx/>
              <a:buNone/>
              <a:defRPr/>
            </a:pPr>
            <a:r>
              <a:rPr lang="en-US" altLang="zh-CN" dirty="0"/>
              <a:t>【</a:t>
            </a:r>
            <a:r>
              <a:rPr lang="zh-CN" altLang="en-US" dirty="0"/>
              <a:t>讲解脚本</a:t>
            </a:r>
            <a:r>
              <a:rPr lang="en-US" altLang="zh-CN" dirty="0"/>
              <a:t>】</a:t>
            </a:r>
            <a:r>
              <a:rPr lang="zh-CN" altLang="en-US" dirty="0"/>
              <a:t>本章的主要内容包括以下</a:t>
            </a:r>
            <a:r>
              <a:rPr lang="en-US" altLang="zh-CN" dirty="0"/>
              <a:t>9</a:t>
            </a:r>
            <a:r>
              <a:rPr lang="zh-CN" altLang="en-US" dirty="0"/>
              <a:t>个小节，其中第</a:t>
            </a:r>
            <a:r>
              <a:rPr lang="en-US" altLang="zh-CN" dirty="0"/>
              <a:t>8</a:t>
            </a:r>
            <a:r>
              <a:rPr lang="zh-CN" altLang="en-US" dirty="0"/>
              <a:t>小节隐私保护与审计是选讲内容。第一节，网络安全基础，包括网络安全基本属性、基本原则、网络攻击基本原则、网络安全威胁基本解决方案</a:t>
            </a:r>
            <a:endParaRPr lang="zh-CN" altLang="en-US" dirty="0"/>
          </a:p>
          <a:p>
            <a:pPr marL="0" marR="0" indent="0" algn="l" defTabSz="914400" rtl="0" eaLnBrk="1" fontAlgn="auto" latinLnBrk="0" hangingPunct="1">
              <a:lnSpc>
                <a:spcPct val="100000"/>
              </a:lnSpc>
              <a:spcBef>
                <a:spcPts val="0"/>
              </a:spcBef>
              <a:spcAft>
                <a:spcPts val="0"/>
              </a:spcAft>
              <a:buClrTx/>
              <a:buSzTx/>
              <a:buFontTx/>
              <a:buNone/>
              <a:defRPr/>
            </a:pPr>
            <a:endParaRPr lang="zh-CN" altLang="en-US" dirty="0"/>
          </a:p>
        </p:txBody>
      </p:sp>
      <p:sp>
        <p:nvSpPr>
          <p:cNvPr id="4" name="灯片编号占位符 3"/>
          <p:cNvSpPr>
            <a:spLocks noGrp="1"/>
          </p:cNvSpPr>
          <p:nvPr>
            <p:ph type="sldNum" sz="quarter" idx="10"/>
          </p:nvPr>
        </p:nvSpPr>
        <p:spPr/>
        <p:txBody>
          <a:bodyPr/>
          <a:lstStyle/>
          <a:p>
            <a:fld id="{5CD23181-2505-4EB2-AC87-B8F55776A9CE}" type="slidenum">
              <a:rPr lang="zh-CN" altLang="en-US" smtClean="0"/>
            </a:fld>
            <a:endParaRPr lang="zh-CN" altLang="en-US"/>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直接把第一个明文块 </a:t>
            </a:r>
            <a:r>
              <a:rPr lang="en-US" altLang="zh-CN" dirty="0">
                <a:effectLst/>
                <a:latin typeface="Google Sans Text"/>
              </a:rPr>
              <a:t>D1</a:t>
            </a:r>
            <a:r>
              <a:rPr lang="zh-CN" altLang="en-US" dirty="0"/>
              <a:t>送入 </a:t>
            </a:r>
            <a:r>
              <a:rPr lang="en-US" altLang="zh-CN" dirty="0"/>
              <a:t>DES </a:t>
            </a:r>
            <a:r>
              <a:rPr lang="zh-CN" altLang="en-US" dirty="0"/>
              <a:t>加密机，用 </a:t>
            </a:r>
            <a:r>
              <a:rPr lang="en-US" altLang="zh-CN" dirty="0"/>
              <a:t>56-bit </a:t>
            </a:r>
            <a:r>
              <a:rPr lang="zh-CN" altLang="en-US" dirty="0"/>
              <a:t>的密钥 </a:t>
            </a:r>
            <a:r>
              <a:rPr lang="en-US" altLang="zh-CN" dirty="0">
                <a:effectLst/>
                <a:latin typeface="Google Sans Text"/>
              </a:rPr>
              <a:t>K</a:t>
            </a:r>
            <a:r>
              <a:rPr lang="zh-CN" altLang="en-US" dirty="0"/>
              <a:t>进行加密，得到 </a:t>
            </a:r>
            <a:r>
              <a:rPr lang="en-US" altLang="zh-CN" dirty="0"/>
              <a:t>64-bit </a:t>
            </a:r>
            <a:r>
              <a:rPr lang="zh-CN" altLang="en-US" dirty="0"/>
              <a:t>的第一步输出 </a:t>
            </a:r>
            <a:r>
              <a:rPr lang="en-US" altLang="zh-CN" dirty="0">
                <a:effectLst/>
                <a:latin typeface="Google Sans Text"/>
              </a:rPr>
              <a:t>O_1</a:t>
            </a:r>
            <a:r>
              <a:rPr lang="zh-CN" altLang="en-US" dirty="0"/>
              <a:t>。</a:t>
            </a:r>
            <a:endParaRPr lang="en-US" altLang="zh-CN" dirty="0"/>
          </a:p>
          <a:p>
            <a:r>
              <a:rPr lang="zh-CN" altLang="en-US" dirty="0"/>
              <a:t>之后的异或上一步结果再加密</a:t>
            </a:r>
            <a:endParaRPr lang="en-US" altLang="zh-CN" dirty="0"/>
          </a:p>
          <a:p>
            <a:r>
              <a:rPr lang="zh-CN" altLang="en-US" dirty="0"/>
              <a:t>截取</a:t>
            </a:r>
            <a:r>
              <a:rPr lang="en-US" altLang="zh-CN" dirty="0"/>
              <a:t>On</a:t>
            </a:r>
            <a:r>
              <a:rPr lang="zh-CN" altLang="en-US" dirty="0"/>
              <a:t>一部分作为</a:t>
            </a:r>
            <a:r>
              <a:rPr lang="en-US" altLang="zh-CN" dirty="0"/>
              <a:t>DAC</a:t>
            </a:r>
            <a:r>
              <a:rPr lang="zh-CN" altLang="en-US" dirty="0"/>
              <a:t>（数据鉴别码，</a:t>
            </a:r>
            <a:r>
              <a:rPr lang="en-US" altLang="zh-CN" dirty="0"/>
              <a:t>MAC</a:t>
            </a:r>
            <a:r>
              <a:rPr lang="zh-CN" altLang="en-US" dirty="0"/>
              <a:t>）</a:t>
            </a:r>
            <a:endParaRPr lang="zh-CN" altLang="en-US" dirty="0"/>
          </a:p>
        </p:txBody>
      </p:sp>
      <p:sp>
        <p:nvSpPr>
          <p:cNvPr id="4" name="灯片编号占位符 3"/>
          <p:cNvSpPr>
            <a:spLocks noGrp="1"/>
          </p:cNvSpPr>
          <p:nvPr>
            <p:ph type="sldNum" sz="quarter" idx="5"/>
          </p:nvPr>
        </p:nvSpPr>
        <p:spPr/>
        <p:txBody>
          <a:bodyPr/>
          <a:lstStyle/>
          <a:p>
            <a:fld id="{840B8802-914A-7C41-BC77-CC54DEE99EEF}" type="slidenum">
              <a:rPr kumimoji="1" lang="zh-CN" altLang="en-US" smtClean="0"/>
            </a:fld>
            <a:endParaRPr kumimoji="1" lang="zh-CN" altLang="en-US"/>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840B8802-914A-7C41-BC77-CC54DEE99EEF}" type="slidenum">
              <a:rPr kumimoji="1" lang="zh-CN" altLang="en-US" smtClean="0"/>
            </a:fld>
            <a:endParaRPr kumimoji="1" lang="zh-CN" altLang="en-US"/>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normAutofit/>
          </a:bodyPr>
          <a:lstStyle/>
          <a:p>
            <a:r>
              <a:rPr lang="en-US" altLang="zh-CN" dirty="0"/>
              <a:t>【</a:t>
            </a:r>
            <a:r>
              <a:rPr lang="zh-CN" altLang="en-US" dirty="0"/>
              <a:t>讲解脚本</a:t>
            </a:r>
            <a:r>
              <a:rPr lang="en-US" altLang="zh-CN" dirty="0"/>
              <a:t>】</a:t>
            </a:r>
            <a:endParaRPr lang="en-US" altLang="zh-CN" dirty="0"/>
          </a:p>
          <a:p>
            <a:endParaRPr lang="en-US" altLang="zh-CN" dirty="0"/>
          </a:p>
          <a:p>
            <a:r>
              <a:rPr lang="zh-CN" altLang="en-US" dirty="0"/>
              <a:t>国密系列算法</a:t>
            </a:r>
            <a:endParaRPr lang="en-US" altLang="zh-CN" dirty="0"/>
          </a:p>
          <a:p>
            <a:pPr marL="228600" lvl="1">
              <a:buFont typeface="Wingdings" panose="05000000000000000000" pitchFamily="2" charset="2"/>
              <a:buChar char="Ø"/>
            </a:pPr>
            <a:r>
              <a:rPr lang="en-US" altLang="zh-CN" dirty="0"/>
              <a:t>SM3-----256bit</a:t>
            </a:r>
            <a:r>
              <a:rPr lang="zh-CN" altLang="en-US" dirty="0"/>
              <a:t>哈希算法</a:t>
            </a:r>
            <a:endParaRPr lang="en-US" altLang="zh-CN" dirty="0"/>
          </a:p>
          <a:p>
            <a:endParaRPr lang="zh-CN" altLang="en-US" dirty="0"/>
          </a:p>
        </p:txBody>
      </p:sp>
      <p:sp>
        <p:nvSpPr>
          <p:cNvPr id="4" name="灯片编号占位符 3"/>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defRPr/>
            </a:pPr>
            <a:fld id="{840B8802-914A-7C41-BC77-CC54DEE99EEF}" type="slidenum">
              <a:rPr kumimoji="1" lang="zh-CN" altLang="en-US" sz="1200" b="0" i="0" u="none" strike="noStrike" kern="1200" cap="none" spc="0" normalizeH="0" baseline="0" noProof="0" smtClean="0">
                <a:ln>
                  <a:noFill/>
                </a:ln>
                <a:solidFill>
                  <a:prstClr val="black"/>
                </a:solidFill>
                <a:effectLst/>
                <a:uLnTx/>
                <a:uFillTx/>
                <a:latin typeface="等线" panose="02010600030101010101" charset="-122"/>
                <a:ea typeface="等线" panose="02010600030101010101" charset="-122"/>
                <a:cs typeface="+mn-cs"/>
              </a:rPr>
            </a:fld>
            <a:endParaRPr kumimoji="1" lang="zh-CN" altLang="en-US" sz="1200" b="0" i="0" u="none" strike="noStrike" kern="1200" cap="none" spc="0" normalizeH="0" baseline="0" noProof="0">
              <a:ln>
                <a:noFill/>
              </a:ln>
              <a:solidFill>
                <a:prstClr val="black"/>
              </a:solidFill>
              <a:effectLst/>
              <a:uLnTx/>
              <a:uFillTx/>
              <a:latin typeface="等线" panose="02010600030101010101" charset="-122"/>
              <a:ea typeface="等线" panose="02010600030101010101" charset="-122"/>
              <a:cs typeface="+mn-cs"/>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normAutofit/>
          </a:bodyPr>
          <a:lstStyle/>
          <a:p>
            <a:r>
              <a:rPr lang="en-US" altLang="zh-CN" dirty="0"/>
              <a:t>【</a:t>
            </a:r>
            <a:r>
              <a:rPr lang="zh-CN" altLang="en-US" dirty="0"/>
              <a:t>讲解脚本</a:t>
            </a:r>
            <a:r>
              <a:rPr lang="en-US" altLang="zh-CN" dirty="0"/>
              <a:t>】</a:t>
            </a:r>
            <a:endParaRPr lang="en-US" altLang="zh-CN" dirty="0"/>
          </a:p>
          <a:p>
            <a:endParaRPr lang="en-US" altLang="zh-CN" dirty="0"/>
          </a:p>
          <a:p>
            <a:r>
              <a:rPr lang="zh-CN" altLang="en-US" dirty="0"/>
              <a:t>国密与国际算法对标</a:t>
            </a:r>
            <a:endParaRPr lang="zh-CN" altLang="en-US" dirty="0"/>
          </a:p>
        </p:txBody>
      </p:sp>
      <p:sp>
        <p:nvSpPr>
          <p:cNvPr id="4" name="灯片编号占位符 3"/>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defRPr/>
            </a:pPr>
            <a:fld id="{840B8802-914A-7C41-BC77-CC54DEE99EEF}" type="slidenum">
              <a:rPr kumimoji="1" lang="zh-CN" altLang="en-US" sz="1200" b="0" i="0" u="none" strike="noStrike" kern="1200" cap="none" spc="0" normalizeH="0" baseline="0" noProof="0" smtClean="0">
                <a:ln>
                  <a:noFill/>
                </a:ln>
                <a:solidFill>
                  <a:prstClr val="black"/>
                </a:solidFill>
                <a:effectLst/>
                <a:uLnTx/>
                <a:uFillTx/>
                <a:latin typeface="等线" panose="02010600030101010101" charset="-122"/>
                <a:ea typeface="等线" panose="02010600030101010101" charset="-122"/>
                <a:cs typeface="+mn-cs"/>
              </a:rPr>
            </a:fld>
            <a:endParaRPr kumimoji="1" lang="zh-CN" altLang="en-US" sz="1200" b="0" i="0" u="none" strike="noStrike" kern="1200" cap="none" spc="0" normalizeH="0" baseline="0" noProof="0">
              <a:ln>
                <a:noFill/>
              </a:ln>
              <a:solidFill>
                <a:prstClr val="black"/>
              </a:solidFill>
              <a:effectLst/>
              <a:uLnTx/>
              <a:uFillTx/>
              <a:latin typeface="等线" panose="02010600030101010101" charset="-122"/>
              <a:ea typeface="等线" panose="02010600030101010101" charset="-122"/>
              <a:cs typeface="+mn-cs"/>
            </a:endParaRPr>
          </a:p>
        </p:txBody>
      </p:sp>
    </p:spTree>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1524000" y="1122363"/>
            <a:ext cx="9144000" cy="2387600"/>
          </a:xfrm>
        </p:spPr>
        <p:txBody>
          <a:bodyPr anchor="b"/>
          <a:lstStyle>
            <a:lvl1pPr algn="ctr">
              <a:defRPr sz="6000"/>
            </a:lvl1pPr>
          </a:lstStyle>
          <a:p>
            <a:r>
              <a:rPr kumimoji="1" lang="zh-CN" altLang="en-US" dirty="0"/>
              <a:t>单击此处编辑母版标题样式</a:t>
            </a:r>
            <a:endParaRPr kumimoji="1" lang="zh-CN" altLang="en-US" dirty="0"/>
          </a:p>
        </p:txBody>
      </p:sp>
      <p:sp>
        <p:nvSpPr>
          <p:cNvPr id="3" name="副标题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kumimoji="1" lang="zh-CN" altLang="en-US" dirty="0"/>
              <a:t>单击此处编辑母版副标题样式</a:t>
            </a:r>
            <a:endParaRPr kumimoji="1" lang="zh-CN" altLang="en-US" dirty="0"/>
          </a:p>
        </p:txBody>
      </p:sp>
      <p:sp>
        <p:nvSpPr>
          <p:cNvPr id="4" name="日期占位符 3"/>
          <p:cNvSpPr>
            <a:spLocks noGrp="1"/>
          </p:cNvSpPr>
          <p:nvPr>
            <p:ph type="dt" sz="half" idx="10"/>
          </p:nvPr>
        </p:nvSpPr>
        <p:spPr/>
        <p:txBody>
          <a:bodyPr/>
          <a:lstStyle/>
          <a:p>
            <a:fld id="{0E59C439-FD35-4547-BEF5-304266CA27AE}" type="datetime1">
              <a:rPr kumimoji="1" lang="zh-CN" altLang="en-US" smtClean="0"/>
            </a:fld>
            <a:endParaRPr kumimoji="1" lang="zh-CN" altLang="en-US"/>
          </a:p>
        </p:txBody>
      </p:sp>
      <p:sp>
        <p:nvSpPr>
          <p:cNvPr id="5" name="页脚占位符 4"/>
          <p:cNvSpPr>
            <a:spLocks noGrp="1"/>
          </p:cNvSpPr>
          <p:nvPr>
            <p:ph type="ftr" sz="quarter" idx="11"/>
          </p:nvPr>
        </p:nvSpPr>
        <p:spPr/>
        <p:txBody>
          <a:bodyPr/>
          <a:lstStyle/>
          <a:p>
            <a:endParaRPr kumimoji="1" lang="zh-CN" altLang="en-US" dirty="0"/>
          </a:p>
        </p:txBody>
      </p:sp>
      <p:sp>
        <p:nvSpPr>
          <p:cNvPr id="7" name="矩形 6"/>
          <p:cNvSpPr/>
          <p:nvPr userDrawn="1"/>
        </p:nvSpPr>
        <p:spPr>
          <a:xfrm>
            <a:off x="-9939" y="-8627"/>
            <a:ext cx="8772939" cy="567811"/>
          </a:xfrm>
          <a:prstGeom prst="rect">
            <a:avLst/>
          </a:prstGeom>
          <a:solidFill>
            <a:srgbClr val="00666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2800" b="0" spc="600" dirty="0">
                <a:solidFill>
                  <a:schemeClr val="bg1"/>
                </a:solidFill>
                <a:latin typeface="微软雅黑" panose="020B0503020204020204" pitchFamily="34" charset="-122"/>
                <a:ea typeface="微软雅黑" panose="020B0503020204020204" pitchFamily="34" charset="-122"/>
              </a:rPr>
              <a:t>网络安全</a:t>
            </a:r>
            <a:endParaRPr lang="zh-CN" altLang="en-US" sz="2800" b="0" spc="600" dirty="0">
              <a:solidFill>
                <a:schemeClr val="bg1"/>
              </a:solidFill>
              <a:latin typeface="微软雅黑" panose="020B0503020204020204" pitchFamily="34" charset="-122"/>
              <a:ea typeface="微软雅黑" panose="020B0503020204020204" pitchFamily="34" charset="-122"/>
            </a:endParaRPr>
          </a:p>
        </p:txBody>
      </p:sp>
      <p:pic>
        <p:nvPicPr>
          <p:cNvPr id="27" name="图片 26"/>
          <p:cNvPicPr>
            <a:picLocks noChangeAspect="1"/>
          </p:cNvPicPr>
          <p:nvPr userDrawn="1"/>
        </p:nvPicPr>
        <p:blipFill>
          <a:blip r:embed="rId2">
            <a:duotone>
              <a:schemeClr val="accent6">
                <a:shade val="45000"/>
                <a:satMod val="135000"/>
              </a:schemeClr>
              <a:prstClr val="white"/>
            </a:duotone>
            <a:extLst>
              <a:ext uri="{28A0092B-C50C-407E-A947-70E740481C1C}">
                <a14:useLocalDpi xmlns:a14="http://schemas.microsoft.com/office/drawing/2010/main" val="0"/>
              </a:ext>
            </a:extLst>
          </a:blip>
          <a:stretch>
            <a:fillRect/>
          </a:stretch>
        </p:blipFill>
        <p:spPr>
          <a:xfrm>
            <a:off x="8964619" y="4501"/>
            <a:ext cx="3086211" cy="556312"/>
          </a:xfrm>
          <a:prstGeom prst="rect">
            <a:avLst/>
          </a:prstGeom>
        </p:spPr>
      </p:pic>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39" name="矩形 38"/>
          <p:cNvSpPr/>
          <p:nvPr userDrawn="1"/>
        </p:nvSpPr>
        <p:spPr>
          <a:xfrm>
            <a:off x="667831" y="555195"/>
            <a:ext cx="509313" cy="498948"/>
          </a:xfrm>
          <a:prstGeom prst="rect">
            <a:avLst/>
          </a:prstGeom>
          <a:solidFill>
            <a:srgbClr val="00666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dirty="0">
              <a:solidFill>
                <a:srgbClr val="5C307E"/>
              </a:solidFill>
            </a:endParaRPr>
          </a:p>
        </p:txBody>
      </p:sp>
      <p:sp>
        <p:nvSpPr>
          <p:cNvPr id="2" name="标题 1"/>
          <p:cNvSpPr>
            <a:spLocks noGrp="1"/>
          </p:cNvSpPr>
          <p:nvPr>
            <p:ph type="title"/>
          </p:nvPr>
        </p:nvSpPr>
        <p:spPr>
          <a:xfrm>
            <a:off x="1307508" y="365126"/>
            <a:ext cx="8220812" cy="879086"/>
          </a:xfrm>
        </p:spPr>
        <p:txBody>
          <a:bodyPr>
            <a:normAutofit/>
          </a:bodyPr>
          <a:lstStyle>
            <a:lvl1pPr>
              <a:defRPr sz="4000"/>
            </a:lvl1pPr>
          </a:lstStyle>
          <a:p>
            <a:r>
              <a:rPr kumimoji="1" lang="zh-CN" altLang="en-US" dirty="0"/>
              <a:t>单击此处编辑母版标题样式</a:t>
            </a:r>
            <a:endParaRPr kumimoji="1" lang="zh-CN" altLang="en-US" dirty="0"/>
          </a:p>
        </p:txBody>
      </p:sp>
      <p:sp>
        <p:nvSpPr>
          <p:cNvPr id="3" name="内容占位符 2"/>
          <p:cNvSpPr>
            <a:spLocks noGrp="1"/>
          </p:cNvSpPr>
          <p:nvPr>
            <p:ph idx="1"/>
          </p:nvPr>
        </p:nvSpPr>
        <p:spPr>
          <a:xfrm>
            <a:off x="838200" y="1510758"/>
            <a:ext cx="10515600" cy="4586694"/>
          </a:xfrm>
        </p:spPr>
        <p:txBody>
          <a:bodyPr/>
          <a:lstStyle>
            <a:lvl1pPr>
              <a:lnSpc>
                <a:spcPct val="100000"/>
              </a:lnSpc>
              <a:spcBef>
                <a:spcPts val="600"/>
              </a:spcBef>
              <a:buFont typeface="Wingdings" panose="05000000000000000000" pitchFamily="2" charset="2"/>
              <a:buChar char="Ø"/>
              <a:defRPr/>
            </a:lvl1pPr>
            <a:lvl2pPr>
              <a:lnSpc>
                <a:spcPct val="100000"/>
              </a:lnSpc>
              <a:spcBef>
                <a:spcPts val="600"/>
              </a:spcBef>
              <a:buFont typeface="Arial" panose="020B0604020202020204" pitchFamily="34" charset="0"/>
              <a:buChar char="•"/>
              <a:defRPr/>
            </a:lvl2pPr>
            <a:lvl3pPr>
              <a:lnSpc>
                <a:spcPct val="100000"/>
              </a:lnSpc>
              <a:spcBef>
                <a:spcPts val="600"/>
              </a:spcBef>
              <a:defRPr/>
            </a:lvl3pPr>
            <a:lvl4pPr>
              <a:lnSpc>
                <a:spcPct val="100000"/>
              </a:lnSpc>
              <a:spcBef>
                <a:spcPts val="600"/>
              </a:spcBef>
              <a:defRPr/>
            </a:lvl4pPr>
            <a:lvl5pPr>
              <a:lnSpc>
                <a:spcPct val="100000"/>
              </a:lnSpc>
              <a:spcBef>
                <a:spcPts val="600"/>
              </a:spcBef>
              <a:defRPr/>
            </a:lvl5pPr>
          </a:lstStyle>
          <a:p>
            <a:pPr lvl="0"/>
            <a:r>
              <a:rPr kumimoji="1" lang="zh-CN" altLang="en-US" dirty="0"/>
              <a:t>单击此处编辑母版文本样式</a:t>
            </a:r>
            <a:endParaRPr kumimoji="1" lang="zh-CN" altLang="en-US" dirty="0"/>
          </a:p>
          <a:p>
            <a:pPr lvl="1"/>
            <a:r>
              <a:rPr kumimoji="1" lang="zh-CN" altLang="en-US" dirty="0"/>
              <a:t>二级</a:t>
            </a:r>
            <a:endParaRPr kumimoji="1" lang="zh-CN" altLang="en-US" dirty="0"/>
          </a:p>
          <a:p>
            <a:pPr lvl="2"/>
            <a:r>
              <a:rPr kumimoji="1" lang="zh-CN" altLang="en-US" dirty="0"/>
              <a:t>三级</a:t>
            </a:r>
            <a:endParaRPr kumimoji="1" lang="zh-CN" altLang="en-US" dirty="0"/>
          </a:p>
          <a:p>
            <a:pPr lvl="3"/>
            <a:r>
              <a:rPr kumimoji="1" lang="zh-CN" altLang="en-US" dirty="0"/>
              <a:t>四级</a:t>
            </a:r>
            <a:endParaRPr kumimoji="1" lang="zh-CN" altLang="en-US" dirty="0"/>
          </a:p>
          <a:p>
            <a:pPr lvl="4"/>
            <a:r>
              <a:rPr kumimoji="1" lang="zh-CN" altLang="en-US" dirty="0"/>
              <a:t>五级</a:t>
            </a:r>
            <a:endParaRPr kumimoji="1" lang="zh-CN" altLang="en-US" dirty="0"/>
          </a:p>
        </p:txBody>
      </p:sp>
      <p:sp>
        <p:nvSpPr>
          <p:cNvPr id="4" name="日期占位符 3"/>
          <p:cNvSpPr>
            <a:spLocks noGrp="1"/>
          </p:cNvSpPr>
          <p:nvPr>
            <p:ph type="dt" sz="half" idx="10"/>
          </p:nvPr>
        </p:nvSpPr>
        <p:spPr/>
        <p:txBody>
          <a:bodyPr/>
          <a:lstStyle/>
          <a:p>
            <a:fld id="{742A9FFD-B852-1440-BFA7-3771E624B655}" type="datetime1">
              <a:rPr kumimoji="1" lang="zh-CN" altLang="en-US" smtClean="0"/>
            </a:fld>
            <a:endParaRPr kumimoji="1" lang="zh-CN" altLang="en-US"/>
          </a:p>
        </p:txBody>
      </p:sp>
      <p:sp>
        <p:nvSpPr>
          <p:cNvPr id="5" name="页脚占位符 4"/>
          <p:cNvSpPr>
            <a:spLocks noGrp="1"/>
          </p:cNvSpPr>
          <p:nvPr>
            <p:ph type="ftr" sz="quarter" idx="11"/>
          </p:nvPr>
        </p:nvSpPr>
        <p:spPr/>
        <p:txBody>
          <a:bodyPr/>
          <a:lstStyle/>
          <a:p>
            <a:endParaRPr kumimoji="1" lang="zh-CN" altLang="en-US"/>
          </a:p>
        </p:txBody>
      </p:sp>
      <p:sp>
        <p:nvSpPr>
          <p:cNvPr id="6" name="灯片编号占位符 5"/>
          <p:cNvSpPr>
            <a:spLocks noGrp="1"/>
          </p:cNvSpPr>
          <p:nvPr>
            <p:ph type="sldNum" sz="quarter" idx="12"/>
          </p:nvPr>
        </p:nvSpPr>
        <p:spPr>
          <a:xfrm>
            <a:off x="9448800" y="6492874"/>
            <a:ext cx="2743200" cy="365125"/>
          </a:xfrm>
        </p:spPr>
        <p:txBody>
          <a:bodyPr/>
          <a:lstStyle/>
          <a:p>
            <a:fld id="{8D4D1E41-7A09-AB4A-A4E1-09765ADA2698}" type="slidenum">
              <a:rPr kumimoji="1" lang="zh-CN" altLang="en-US" smtClean="0"/>
            </a:fld>
            <a:endParaRPr kumimoji="1" lang="zh-CN" altLang="en-US" dirty="0"/>
          </a:p>
        </p:txBody>
      </p:sp>
      <p:cxnSp>
        <p:nvCxnSpPr>
          <p:cNvPr id="40" name="直线连接符 39"/>
          <p:cNvCxnSpPr/>
          <p:nvPr userDrawn="1"/>
        </p:nvCxnSpPr>
        <p:spPr>
          <a:xfrm>
            <a:off x="1314788" y="1244212"/>
            <a:ext cx="7295812" cy="0"/>
          </a:xfrm>
          <a:prstGeom prst="line">
            <a:avLst/>
          </a:prstGeom>
          <a:ln w="19050">
            <a:solidFill>
              <a:srgbClr val="006666"/>
            </a:solidFill>
          </a:ln>
        </p:spPr>
        <p:style>
          <a:lnRef idx="1">
            <a:schemeClr val="accent1"/>
          </a:lnRef>
          <a:fillRef idx="0">
            <a:schemeClr val="accent1"/>
          </a:fillRef>
          <a:effectRef idx="0">
            <a:schemeClr val="accent1"/>
          </a:effectRef>
          <a:fontRef idx="minor">
            <a:schemeClr val="tx1"/>
          </a:fontRef>
        </p:style>
      </p:cxnSp>
      <p:grpSp>
        <p:nvGrpSpPr>
          <p:cNvPr id="71" name="组合 70"/>
          <p:cNvGrpSpPr/>
          <p:nvPr userDrawn="1"/>
        </p:nvGrpSpPr>
        <p:grpSpPr>
          <a:xfrm>
            <a:off x="727644" y="644181"/>
            <a:ext cx="403039" cy="321898"/>
            <a:chOff x="1368170" y="664579"/>
            <a:chExt cx="550582" cy="439737"/>
          </a:xfrm>
          <a:solidFill>
            <a:schemeClr val="bg1"/>
          </a:solidFill>
        </p:grpSpPr>
        <p:sp>
          <p:nvSpPr>
            <p:cNvPr id="72" name="Freeform 1"/>
            <p:cNvSpPr>
              <a:spLocks noChangeArrowheads="1"/>
            </p:cNvSpPr>
            <p:nvPr/>
          </p:nvSpPr>
          <p:spPr bwMode="auto">
            <a:xfrm>
              <a:off x="1481203" y="771778"/>
              <a:ext cx="437549" cy="332538"/>
            </a:xfrm>
            <a:custGeom>
              <a:avLst/>
              <a:gdLst>
                <a:gd name="T0" fmla="*/ 25 w 2647"/>
                <a:gd name="T1" fmla="*/ 1478 h 2011"/>
                <a:gd name="T2" fmla="*/ 525 w 2647"/>
                <a:gd name="T3" fmla="*/ 1865 h 2011"/>
                <a:gd name="T4" fmla="*/ 736 w 2647"/>
                <a:gd name="T5" fmla="*/ 1972 h 2011"/>
                <a:gd name="T6" fmla="*/ 940 w 2647"/>
                <a:gd name="T7" fmla="*/ 2010 h 2011"/>
                <a:gd name="T8" fmla="*/ 1078 w 2647"/>
                <a:gd name="T9" fmla="*/ 1991 h 2011"/>
                <a:gd name="T10" fmla="*/ 1286 w 2647"/>
                <a:gd name="T11" fmla="*/ 1894 h 2011"/>
                <a:gd name="T12" fmla="*/ 1506 w 2647"/>
                <a:gd name="T13" fmla="*/ 1715 h 2011"/>
                <a:gd name="T14" fmla="*/ 1506 w 2647"/>
                <a:gd name="T15" fmla="*/ 1715 h 2011"/>
                <a:gd name="T16" fmla="*/ 2630 w 2647"/>
                <a:gd name="T17" fmla="*/ 624 h 2011"/>
                <a:gd name="T18" fmla="*/ 2646 w 2647"/>
                <a:gd name="T19" fmla="*/ 586 h 2011"/>
                <a:gd name="T20" fmla="*/ 2630 w 2647"/>
                <a:gd name="T21" fmla="*/ 548 h 2011"/>
                <a:gd name="T22" fmla="*/ 2090 w 2647"/>
                <a:gd name="T23" fmla="*/ 21 h 2011"/>
                <a:gd name="T24" fmla="*/ 2016 w 2647"/>
                <a:gd name="T25" fmla="*/ 22 h 2011"/>
                <a:gd name="T26" fmla="*/ 2017 w 2647"/>
                <a:gd name="T27" fmla="*/ 96 h 2011"/>
                <a:gd name="T28" fmla="*/ 2518 w 2647"/>
                <a:gd name="T29" fmla="*/ 586 h 2011"/>
                <a:gd name="T30" fmla="*/ 1433 w 2647"/>
                <a:gd name="T31" fmla="*/ 1639 h 2011"/>
                <a:gd name="T32" fmla="*/ 1433 w 2647"/>
                <a:gd name="T33" fmla="*/ 1639 h 2011"/>
                <a:gd name="T34" fmla="*/ 1167 w 2647"/>
                <a:gd name="T35" fmla="*/ 1843 h 2011"/>
                <a:gd name="T36" fmla="*/ 1051 w 2647"/>
                <a:gd name="T37" fmla="*/ 1889 h 2011"/>
                <a:gd name="T38" fmla="*/ 940 w 2647"/>
                <a:gd name="T39" fmla="*/ 1904 h 2011"/>
                <a:gd name="T40" fmla="*/ 772 w 2647"/>
                <a:gd name="T41" fmla="*/ 1872 h 2011"/>
                <a:gd name="T42" fmla="*/ 474 w 2647"/>
                <a:gd name="T43" fmla="*/ 1704 h 2011"/>
                <a:gd name="T44" fmla="*/ 93 w 2647"/>
                <a:gd name="T45" fmla="*/ 1398 h 2011"/>
                <a:gd name="T46" fmla="*/ 19 w 2647"/>
                <a:gd name="T47" fmla="*/ 1404 h 2011"/>
                <a:gd name="T48" fmla="*/ 25 w 2647"/>
                <a:gd name="T49" fmla="*/ 1478 h 201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Lst>
              <a:rect l="0" t="0" r="r" b="b"/>
              <a:pathLst>
                <a:path w="2647" h="2011">
                  <a:moveTo>
                    <a:pt x="25" y="1478"/>
                  </a:moveTo>
                  <a:cubicBezTo>
                    <a:pt x="219" y="1643"/>
                    <a:pt x="380" y="1773"/>
                    <a:pt x="525" y="1865"/>
                  </a:cubicBezTo>
                  <a:cubicBezTo>
                    <a:pt x="598" y="1911"/>
                    <a:pt x="668" y="1947"/>
                    <a:pt x="736" y="1972"/>
                  </a:cubicBezTo>
                  <a:cubicBezTo>
                    <a:pt x="805" y="1996"/>
                    <a:pt x="872" y="2010"/>
                    <a:pt x="940" y="2010"/>
                  </a:cubicBezTo>
                  <a:cubicBezTo>
                    <a:pt x="986" y="2010"/>
                    <a:pt x="1032" y="2004"/>
                    <a:pt x="1078" y="1991"/>
                  </a:cubicBezTo>
                  <a:cubicBezTo>
                    <a:pt x="1147" y="1973"/>
                    <a:pt x="1216" y="1940"/>
                    <a:pt x="1286" y="1894"/>
                  </a:cubicBezTo>
                  <a:cubicBezTo>
                    <a:pt x="1357" y="1848"/>
                    <a:pt x="1429" y="1789"/>
                    <a:pt x="1506" y="1715"/>
                  </a:cubicBezTo>
                  <a:lnTo>
                    <a:pt x="1506" y="1715"/>
                  </a:lnTo>
                  <a:lnTo>
                    <a:pt x="2630" y="624"/>
                  </a:lnTo>
                  <a:cubicBezTo>
                    <a:pt x="2640" y="614"/>
                    <a:pt x="2646" y="600"/>
                    <a:pt x="2646" y="586"/>
                  </a:cubicBezTo>
                  <a:cubicBezTo>
                    <a:pt x="2646" y="572"/>
                    <a:pt x="2641" y="558"/>
                    <a:pt x="2630" y="548"/>
                  </a:cubicBezTo>
                  <a:lnTo>
                    <a:pt x="2090" y="21"/>
                  </a:lnTo>
                  <a:cubicBezTo>
                    <a:pt x="2069" y="0"/>
                    <a:pt x="2036" y="1"/>
                    <a:pt x="2016" y="22"/>
                  </a:cubicBezTo>
                  <a:cubicBezTo>
                    <a:pt x="1995" y="42"/>
                    <a:pt x="1996" y="76"/>
                    <a:pt x="2017" y="96"/>
                  </a:cubicBezTo>
                  <a:lnTo>
                    <a:pt x="2518" y="586"/>
                  </a:lnTo>
                  <a:lnTo>
                    <a:pt x="1433" y="1639"/>
                  </a:lnTo>
                  <a:lnTo>
                    <a:pt x="1433" y="1639"/>
                  </a:lnTo>
                  <a:cubicBezTo>
                    <a:pt x="1335" y="1733"/>
                    <a:pt x="1247" y="1800"/>
                    <a:pt x="1167" y="1843"/>
                  </a:cubicBezTo>
                  <a:cubicBezTo>
                    <a:pt x="1127" y="1864"/>
                    <a:pt x="1088" y="1879"/>
                    <a:pt x="1051" y="1889"/>
                  </a:cubicBezTo>
                  <a:cubicBezTo>
                    <a:pt x="1013" y="1899"/>
                    <a:pt x="977" y="1904"/>
                    <a:pt x="940" y="1904"/>
                  </a:cubicBezTo>
                  <a:cubicBezTo>
                    <a:pt x="886" y="1904"/>
                    <a:pt x="831" y="1894"/>
                    <a:pt x="772" y="1872"/>
                  </a:cubicBezTo>
                  <a:cubicBezTo>
                    <a:pt x="683" y="1840"/>
                    <a:pt x="586" y="1784"/>
                    <a:pt x="474" y="1704"/>
                  </a:cubicBezTo>
                  <a:cubicBezTo>
                    <a:pt x="363" y="1624"/>
                    <a:pt x="238" y="1521"/>
                    <a:pt x="93" y="1398"/>
                  </a:cubicBezTo>
                  <a:cubicBezTo>
                    <a:pt x="71" y="1379"/>
                    <a:pt x="38" y="1382"/>
                    <a:pt x="19" y="1404"/>
                  </a:cubicBezTo>
                  <a:cubicBezTo>
                    <a:pt x="0" y="1426"/>
                    <a:pt x="3" y="1459"/>
                    <a:pt x="25" y="1478"/>
                  </a:cubicBezTo>
                </a:path>
              </a:pathLst>
            </a:custGeom>
            <a:grpFill/>
            <a:ln>
              <a:noFill/>
            </a:ln>
            <a:effectLst/>
            <a:extLst>
              <a:ext uri="{91240B29-F687-4F45-9708-019B960494DF}">
                <a14:hiddenLine xmlns:a14="http://schemas.microsoft.com/office/drawing/2010/main" w="9525">
                  <a:solidFill>
                    <a:srgbClr val="808080"/>
                  </a:solidFill>
                  <a:bevel/>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a:p>
          </p:txBody>
        </p:sp>
        <p:sp>
          <p:nvSpPr>
            <p:cNvPr id="73" name="Freeform 2"/>
            <p:cNvSpPr>
              <a:spLocks noChangeArrowheads="1"/>
            </p:cNvSpPr>
            <p:nvPr/>
          </p:nvSpPr>
          <p:spPr bwMode="auto">
            <a:xfrm>
              <a:off x="1511832" y="868769"/>
              <a:ext cx="356603" cy="190334"/>
            </a:xfrm>
            <a:custGeom>
              <a:avLst/>
              <a:gdLst>
                <a:gd name="T0" fmla="*/ 15 w 2158"/>
                <a:gd name="T1" fmla="*/ 713 h 1152"/>
                <a:gd name="T2" fmla="*/ 432 w 2158"/>
                <a:gd name="T3" fmla="*/ 1033 h 1152"/>
                <a:gd name="T4" fmla="*/ 605 w 2158"/>
                <a:gd name="T5" fmla="*/ 1120 h 1152"/>
                <a:gd name="T6" fmla="*/ 771 w 2158"/>
                <a:gd name="T7" fmla="*/ 1151 h 1152"/>
                <a:gd name="T8" fmla="*/ 896 w 2158"/>
                <a:gd name="T9" fmla="*/ 1132 h 1152"/>
                <a:gd name="T10" fmla="*/ 1089 w 2158"/>
                <a:gd name="T11" fmla="*/ 1036 h 1152"/>
                <a:gd name="T12" fmla="*/ 1305 w 2158"/>
                <a:gd name="T13" fmla="*/ 856 h 1152"/>
                <a:gd name="T14" fmla="*/ 1305 w 2158"/>
                <a:gd name="T15" fmla="*/ 856 h 1152"/>
                <a:gd name="T16" fmla="*/ 2144 w 2158"/>
                <a:gd name="T17" fmla="*/ 57 h 1152"/>
                <a:gd name="T18" fmla="*/ 2145 w 2158"/>
                <a:gd name="T19" fmla="*/ 13 h 1152"/>
                <a:gd name="T20" fmla="*/ 2100 w 2158"/>
                <a:gd name="T21" fmla="*/ 12 h 1152"/>
                <a:gd name="T22" fmla="*/ 1262 w 2158"/>
                <a:gd name="T23" fmla="*/ 811 h 1152"/>
                <a:gd name="T24" fmla="*/ 1262 w 2158"/>
                <a:gd name="T25" fmla="*/ 811 h 1152"/>
                <a:gd name="T26" fmla="*/ 993 w 2158"/>
                <a:gd name="T27" fmla="*/ 1023 h 1152"/>
                <a:gd name="T28" fmla="*/ 878 w 2158"/>
                <a:gd name="T29" fmla="*/ 1072 h 1152"/>
                <a:gd name="T30" fmla="*/ 771 w 2158"/>
                <a:gd name="T31" fmla="*/ 1088 h 1152"/>
                <a:gd name="T32" fmla="*/ 626 w 2158"/>
                <a:gd name="T33" fmla="*/ 1061 h 1152"/>
                <a:gd name="T34" fmla="*/ 376 w 2158"/>
                <a:gd name="T35" fmla="*/ 920 h 1152"/>
                <a:gd name="T36" fmla="*/ 55 w 2158"/>
                <a:gd name="T37" fmla="*/ 665 h 1152"/>
                <a:gd name="T38" fmla="*/ 11 w 2158"/>
                <a:gd name="T39" fmla="*/ 669 h 1152"/>
                <a:gd name="T40" fmla="*/ 15 w 2158"/>
                <a:gd name="T41" fmla="*/ 713 h 115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2158" h="1152">
                  <a:moveTo>
                    <a:pt x="15" y="713"/>
                  </a:moveTo>
                  <a:cubicBezTo>
                    <a:pt x="179" y="850"/>
                    <a:pt x="312" y="958"/>
                    <a:pt x="432" y="1033"/>
                  </a:cubicBezTo>
                  <a:cubicBezTo>
                    <a:pt x="492" y="1071"/>
                    <a:pt x="549" y="1100"/>
                    <a:pt x="605" y="1120"/>
                  </a:cubicBezTo>
                  <a:cubicBezTo>
                    <a:pt x="661" y="1140"/>
                    <a:pt x="716" y="1151"/>
                    <a:pt x="771" y="1151"/>
                  </a:cubicBezTo>
                  <a:cubicBezTo>
                    <a:pt x="812" y="1151"/>
                    <a:pt x="854" y="1145"/>
                    <a:pt x="896" y="1132"/>
                  </a:cubicBezTo>
                  <a:cubicBezTo>
                    <a:pt x="959" y="1114"/>
                    <a:pt x="1022" y="1082"/>
                    <a:pt x="1089" y="1036"/>
                  </a:cubicBezTo>
                  <a:cubicBezTo>
                    <a:pt x="1156" y="990"/>
                    <a:pt x="1227" y="931"/>
                    <a:pt x="1305" y="856"/>
                  </a:cubicBezTo>
                  <a:lnTo>
                    <a:pt x="1305" y="856"/>
                  </a:lnTo>
                  <a:lnTo>
                    <a:pt x="2144" y="57"/>
                  </a:lnTo>
                  <a:cubicBezTo>
                    <a:pt x="2156" y="45"/>
                    <a:pt x="2157" y="25"/>
                    <a:pt x="2145" y="13"/>
                  </a:cubicBezTo>
                  <a:cubicBezTo>
                    <a:pt x="2133" y="0"/>
                    <a:pt x="2113" y="0"/>
                    <a:pt x="2100" y="12"/>
                  </a:cubicBezTo>
                  <a:lnTo>
                    <a:pt x="1262" y="811"/>
                  </a:lnTo>
                  <a:lnTo>
                    <a:pt x="1262" y="811"/>
                  </a:lnTo>
                  <a:cubicBezTo>
                    <a:pt x="1160" y="908"/>
                    <a:pt x="1072" y="978"/>
                    <a:pt x="993" y="1023"/>
                  </a:cubicBezTo>
                  <a:cubicBezTo>
                    <a:pt x="953" y="1045"/>
                    <a:pt x="915" y="1062"/>
                    <a:pt x="878" y="1072"/>
                  </a:cubicBezTo>
                  <a:cubicBezTo>
                    <a:pt x="842" y="1083"/>
                    <a:pt x="806" y="1088"/>
                    <a:pt x="771" y="1088"/>
                  </a:cubicBezTo>
                  <a:cubicBezTo>
                    <a:pt x="724" y="1088"/>
                    <a:pt x="677" y="1079"/>
                    <a:pt x="626" y="1061"/>
                  </a:cubicBezTo>
                  <a:cubicBezTo>
                    <a:pt x="551" y="1034"/>
                    <a:pt x="469" y="987"/>
                    <a:pt x="376" y="920"/>
                  </a:cubicBezTo>
                  <a:cubicBezTo>
                    <a:pt x="282" y="853"/>
                    <a:pt x="177" y="767"/>
                    <a:pt x="55" y="665"/>
                  </a:cubicBezTo>
                  <a:cubicBezTo>
                    <a:pt x="42" y="654"/>
                    <a:pt x="22" y="656"/>
                    <a:pt x="11" y="669"/>
                  </a:cubicBezTo>
                  <a:cubicBezTo>
                    <a:pt x="0" y="682"/>
                    <a:pt x="1" y="702"/>
                    <a:pt x="15" y="713"/>
                  </a:cubicBezTo>
                </a:path>
              </a:pathLst>
            </a:custGeom>
            <a:grpFill/>
            <a:ln>
              <a:noFill/>
            </a:ln>
            <a:effectLst/>
            <a:extLst>
              <a:ext uri="{91240B29-F687-4F45-9708-019B960494DF}">
                <a14:hiddenLine xmlns:a14="http://schemas.microsoft.com/office/drawing/2010/main" w="9525">
                  <a:solidFill>
                    <a:srgbClr val="808080"/>
                  </a:solidFill>
                  <a:bevel/>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a:p>
          </p:txBody>
        </p:sp>
        <p:sp>
          <p:nvSpPr>
            <p:cNvPr id="74" name="Freeform 3"/>
            <p:cNvSpPr>
              <a:spLocks noChangeArrowheads="1"/>
            </p:cNvSpPr>
            <p:nvPr/>
          </p:nvSpPr>
          <p:spPr bwMode="auto">
            <a:xfrm>
              <a:off x="1540273" y="847620"/>
              <a:ext cx="304826" cy="169186"/>
            </a:xfrm>
            <a:custGeom>
              <a:avLst/>
              <a:gdLst>
                <a:gd name="T0" fmla="*/ 12 w 1845"/>
                <a:gd name="T1" fmla="*/ 672 h 1022"/>
                <a:gd name="T2" fmla="*/ 350 w 1845"/>
                <a:gd name="T3" fmla="*/ 928 h 1022"/>
                <a:gd name="T4" fmla="*/ 488 w 1845"/>
                <a:gd name="T5" fmla="*/ 997 h 1022"/>
                <a:gd name="T6" fmla="*/ 620 w 1845"/>
                <a:gd name="T7" fmla="*/ 1021 h 1022"/>
                <a:gd name="T8" fmla="*/ 734 w 1845"/>
                <a:gd name="T9" fmla="*/ 1003 h 1022"/>
                <a:gd name="T10" fmla="*/ 915 w 1845"/>
                <a:gd name="T11" fmla="*/ 905 h 1022"/>
                <a:gd name="T12" fmla="*/ 1129 w 1845"/>
                <a:gd name="T13" fmla="*/ 720 h 1022"/>
                <a:gd name="T14" fmla="*/ 1129 w 1845"/>
                <a:gd name="T15" fmla="*/ 720 h 1022"/>
                <a:gd name="T16" fmla="*/ 1834 w 1845"/>
                <a:gd name="T17" fmla="*/ 42 h 1022"/>
                <a:gd name="T18" fmla="*/ 1835 w 1845"/>
                <a:gd name="T19" fmla="*/ 10 h 1022"/>
                <a:gd name="T20" fmla="*/ 1802 w 1845"/>
                <a:gd name="T21" fmla="*/ 9 h 1022"/>
                <a:gd name="T22" fmla="*/ 1097 w 1845"/>
                <a:gd name="T23" fmla="*/ 687 h 1022"/>
                <a:gd name="T24" fmla="*/ 1097 w 1845"/>
                <a:gd name="T25" fmla="*/ 687 h 1022"/>
                <a:gd name="T26" fmla="*/ 828 w 1845"/>
                <a:gd name="T27" fmla="*/ 907 h 1022"/>
                <a:gd name="T28" fmla="*/ 720 w 1845"/>
                <a:gd name="T29" fmla="*/ 959 h 1022"/>
                <a:gd name="T30" fmla="*/ 620 w 1845"/>
                <a:gd name="T31" fmla="*/ 975 h 1022"/>
                <a:gd name="T32" fmla="*/ 504 w 1845"/>
                <a:gd name="T33" fmla="*/ 954 h 1022"/>
                <a:gd name="T34" fmla="*/ 302 w 1845"/>
                <a:gd name="T35" fmla="*/ 841 h 1022"/>
                <a:gd name="T36" fmla="*/ 41 w 1845"/>
                <a:gd name="T37" fmla="*/ 636 h 1022"/>
                <a:gd name="T38" fmla="*/ 9 w 1845"/>
                <a:gd name="T39" fmla="*/ 640 h 1022"/>
                <a:gd name="T40" fmla="*/ 12 w 1845"/>
                <a:gd name="T41" fmla="*/ 672 h 102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1845" h="1022">
                  <a:moveTo>
                    <a:pt x="12" y="672"/>
                  </a:moveTo>
                  <a:cubicBezTo>
                    <a:pt x="146" y="782"/>
                    <a:pt x="254" y="868"/>
                    <a:pt x="350" y="928"/>
                  </a:cubicBezTo>
                  <a:cubicBezTo>
                    <a:pt x="398" y="958"/>
                    <a:pt x="444" y="981"/>
                    <a:pt x="488" y="997"/>
                  </a:cubicBezTo>
                  <a:cubicBezTo>
                    <a:pt x="533" y="1013"/>
                    <a:pt x="576" y="1021"/>
                    <a:pt x="620" y="1021"/>
                  </a:cubicBezTo>
                  <a:cubicBezTo>
                    <a:pt x="658" y="1021"/>
                    <a:pt x="695" y="1015"/>
                    <a:pt x="734" y="1003"/>
                  </a:cubicBezTo>
                  <a:cubicBezTo>
                    <a:pt x="791" y="984"/>
                    <a:pt x="850" y="952"/>
                    <a:pt x="915" y="905"/>
                  </a:cubicBezTo>
                  <a:cubicBezTo>
                    <a:pt x="980" y="858"/>
                    <a:pt x="1050" y="797"/>
                    <a:pt x="1129" y="720"/>
                  </a:cubicBezTo>
                  <a:lnTo>
                    <a:pt x="1129" y="720"/>
                  </a:lnTo>
                  <a:lnTo>
                    <a:pt x="1834" y="42"/>
                  </a:lnTo>
                  <a:cubicBezTo>
                    <a:pt x="1843" y="34"/>
                    <a:pt x="1844" y="19"/>
                    <a:pt x="1835" y="10"/>
                  </a:cubicBezTo>
                  <a:cubicBezTo>
                    <a:pt x="1826" y="1"/>
                    <a:pt x="1811" y="0"/>
                    <a:pt x="1802" y="9"/>
                  </a:cubicBezTo>
                  <a:lnTo>
                    <a:pt x="1097" y="687"/>
                  </a:lnTo>
                  <a:lnTo>
                    <a:pt x="1097" y="687"/>
                  </a:lnTo>
                  <a:cubicBezTo>
                    <a:pt x="992" y="788"/>
                    <a:pt x="905" y="861"/>
                    <a:pt x="828" y="907"/>
                  </a:cubicBezTo>
                  <a:cubicBezTo>
                    <a:pt x="790" y="931"/>
                    <a:pt x="754" y="948"/>
                    <a:pt x="720" y="959"/>
                  </a:cubicBezTo>
                  <a:cubicBezTo>
                    <a:pt x="685" y="970"/>
                    <a:pt x="653" y="975"/>
                    <a:pt x="620" y="975"/>
                  </a:cubicBezTo>
                  <a:cubicBezTo>
                    <a:pt x="582" y="975"/>
                    <a:pt x="544" y="968"/>
                    <a:pt x="504" y="954"/>
                  </a:cubicBezTo>
                  <a:cubicBezTo>
                    <a:pt x="443" y="932"/>
                    <a:pt x="378" y="894"/>
                    <a:pt x="302" y="841"/>
                  </a:cubicBezTo>
                  <a:cubicBezTo>
                    <a:pt x="227" y="787"/>
                    <a:pt x="141" y="718"/>
                    <a:pt x="41" y="636"/>
                  </a:cubicBezTo>
                  <a:cubicBezTo>
                    <a:pt x="31" y="628"/>
                    <a:pt x="17" y="630"/>
                    <a:pt x="9" y="640"/>
                  </a:cubicBezTo>
                  <a:cubicBezTo>
                    <a:pt x="0" y="649"/>
                    <a:pt x="2" y="664"/>
                    <a:pt x="12" y="672"/>
                  </a:cubicBezTo>
                </a:path>
              </a:pathLst>
            </a:custGeom>
            <a:grpFill/>
            <a:ln>
              <a:noFill/>
            </a:ln>
            <a:effectLst/>
            <a:extLst>
              <a:ext uri="{91240B29-F687-4F45-9708-019B960494DF}">
                <a14:hiddenLine xmlns:a14="http://schemas.microsoft.com/office/drawing/2010/main" w="9525">
                  <a:solidFill>
                    <a:srgbClr val="808080"/>
                  </a:solidFill>
                  <a:bevel/>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a:p>
          </p:txBody>
        </p:sp>
        <p:sp>
          <p:nvSpPr>
            <p:cNvPr id="75" name="Freeform 4"/>
            <p:cNvSpPr>
              <a:spLocks noChangeArrowheads="1"/>
            </p:cNvSpPr>
            <p:nvPr/>
          </p:nvSpPr>
          <p:spPr bwMode="auto">
            <a:xfrm>
              <a:off x="1568713" y="826472"/>
              <a:ext cx="253050" cy="148037"/>
            </a:xfrm>
            <a:custGeom>
              <a:avLst/>
              <a:gdLst>
                <a:gd name="T0" fmla="*/ 8 w 1531"/>
                <a:gd name="T1" fmla="*/ 630 h 895"/>
                <a:gd name="T2" fmla="*/ 269 w 1531"/>
                <a:gd name="T3" fmla="*/ 824 h 895"/>
                <a:gd name="T4" fmla="*/ 374 w 1531"/>
                <a:gd name="T5" fmla="*/ 876 h 895"/>
                <a:gd name="T6" fmla="*/ 473 w 1531"/>
                <a:gd name="T7" fmla="*/ 894 h 895"/>
                <a:gd name="T8" fmla="*/ 573 w 1531"/>
                <a:gd name="T9" fmla="*/ 875 h 895"/>
                <a:gd name="T10" fmla="*/ 739 w 1531"/>
                <a:gd name="T11" fmla="*/ 775 h 895"/>
                <a:gd name="T12" fmla="*/ 953 w 1531"/>
                <a:gd name="T13" fmla="*/ 584 h 895"/>
                <a:gd name="T14" fmla="*/ 953 w 1531"/>
                <a:gd name="T15" fmla="*/ 584 h 895"/>
                <a:gd name="T16" fmla="*/ 1524 w 1531"/>
                <a:gd name="T17" fmla="*/ 27 h 895"/>
                <a:gd name="T18" fmla="*/ 1524 w 1531"/>
                <a:gd name="T19" fmla="*/ 6 h 895"/>
                <a:gd name="T20" fmla="*/ 1503 w 1531"/>
                <a:gd name="T21" fmla="*/ 6 h 895"/>
                <a:gd name="T22" fmla="*/ 932 w 1531"/>
                <a:gd name="T23" fmla="*/ 563 h 895"/>
                <a:gd name="T24" fmla="*/ 932 w 1531"/>
                <a:gd name="T25" fmla="*/ 563 h 895"/>
                <a:gd name="T26" fmla="*/ 663 w 1531"/>
                <a:gd name="T27" fmla="*/ 793 h 895"/>
                <a:gd name="T28" fmla="*/ 562 w 1531"/>
                <a:gd name="T29" fmla="*/ 847 h 895"/>
                <a:gd name="T30" fmla="*/ 473 w 1531"/>
                <a:gd name="T31" fmla="*/ 865 h 895"/>
                <a:gd name="T32" fmla="*/ 384 w 1531"/>
                <a:gd name="T33" fmla="*/ 848 h 895"/>
                <a:gd name="T34" fmla="*/ 229 w 1531"/>
                <a:gd name="T35" fmla="*/ 762 h 895"/>
                <a:gd name="T36" fmla="*/ 26 w 1531"/>
                <a:gd name="T37" fmla="*/ 607 h 895"/>
                <a:gd name="T38" fmla="*/ 5 w 1531"/>
                <a:gd name="T39" fmla="*/ 609 h 895"/>
                <a:gd name="T40" fmla="*/ 8 w 1531"/>
                <a:gd name="T41" fmla="*/ 630 h 89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1531" h="895">
                  <a:moveTo>
                    <a:pt x="8" y="630"/>
                  </a:moveTo>
                  <a:cubicBezTo>
                    <a:pt x="113" y="714"/>
                    <a:pt x="196" y="779"/>
                    <a:pt x="269" y="824"/>
                  </a:cubicBezTo>
                  <a:cubicBezTo>
                    <a:pt x="306" y="847"/>
                    <a:pt x="340" y="864"/>
                    <a:pt x="374" y="876"/>
                  </a:cubicBezTo>
                  <a:cubicBezTo>
                    <a:pt x="407" y="888"/>
                    <a:pt x="440" y="894"/>
                    <a:pt x="473" y="894"/>
                  </a:cubicBezTo>
                  <a:cubicBezTo>
                    <a:pt x="506" y="894"/>
                    <a:pt x="539" y="888"/>
                    <a:pt x="573" y="875"/>
                  </a:cubicBezTo>
                  <a:cubicBezTo>
                    <a:pt x="624" y="856"/>
                    <a:pt x="678" y="823"/>
                    <a:pt x="739" y="775"/>
                  </a:cubicBezTo>
                  <a:cubicBezTo>
                    <a:pt x="801" y="727"/>
                    <a:pt x="870" y="663"/>
                    <a:pt x="953" y="584"/>
                  </a:cubicBezTo>
                  <a:lnTo>
                    <a:pt x="953" y="584"/>
                  </a:lnTo>
                  <a:lnTo>
                    <a:pt x="1524" y="27"/>
                  </a:lnTo>
                  <a:cubicBezTo>
                    <a:pt x="1529" y="21"/>
                    <a:pt x="1530" y="12"/>
                    <a:pt x="1524" y="6"/>
                  </a:cubicBezTo>
                  <a:cubicBezTo>
                    <a:pt x="1518" y="0"/>
                    <a:pt x="1509" y="0"/>
                    <a:pt x="1503" y="6"/>
                  </a:cubicBezTo>
                  <a:lnTo>
                    <a:pt x="932" y="563"/>
                  </a:lnTo>
                  <a:lnTo>
                    <a:pt x="932" y="563"/>
                  </a:lnTo>
                  <a:cubicBezTo>
                    <a:pt x="823" y="668"/>
                    <a:pt x="737" y="744"/>
                    <a:pt x="663" y="793"/>
                  </a:cubicBezTo>
                  <a:cubicBezTo>
                    <a:pt x="627" y="818"/>
                    <a:pt x="594" y="836"/>
                    <a:pt x="562" y="847"/>
                  </a:cubicBezTo>
                  <a:cubicBezTo>
                    <a:pt x="531" y="859"/>
                    <a:pt x="502" y="865"/>
                    <a:pt x="473" y="865"/>
                  </a:cubicBezTo>
                  <a:cubicBezTo>
                    <a:pt x="444" y="865"/>
                    <a:pt x="415" y="859"/>
                    <a:pt x="384" y="848"/>
                  </a:cubicBezTo>
                  <a:cubicBezTo>
                    <a:pt x="338" y="832"/>
                    <a:pt x="288" y="803"/>
                    <a:pt x="229" y="762"/>
                  </a:cubicBezTo>
                  <a:cubicBezTo>
                    <a:pt x="171" y="722"/>
                    <a:pt x="105" y="669"/>
                    <a:pt x="26" y="607"/>
                  </a:cubicBezTo>
                  <a:cubicBezTo>
                    <a:pt x="20" y="602"/>
                    <a:pt x="10" y="603"/>
                    <a:pt x="5" y="609"/>
                  </a:cubicBezTo>
                  <a:cubicBezTo>
                    <a:pt x="0" y="615"/>
                    <a:pt x="1" y="625"/>
                    <a:pt x="8" y="630"/>
                  </a:cubicBezTo>
                </a:path>
              </a:pathLst>
            </a:custGeom>
            <a:grpFill/>
            <a:ln>
              <a:noFill/>
            </a:ln>
            <a:effectLst/>
            <a:extLst>
              <a:ext uri="{91240B29-F687-4F45-9708-019B960494DF}">
                <a14:hiddenLine xmlns:a14="http://schemas.microsoft.com/office/drawing/2010/main" w="9525">
                  <a:solidFill>
                    <a:srgbClr val="808080"/>
                  </a:solidFill>
                  <a:bevel/>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a:p>
          </p:txBody>
        </p:sp>
        <p:sp>
          <p:nvSpPr>
            <p:cNvPr id="76" name="Freeform 5"/>
            <p:cNvSpPr>
              <a:spLocks noChangeArrowheads="1"/>
            </p:cNvSpPr>
            <p:nvPr/>
          </p:nvSpPr>
          <p:spPr bwMode="auto">
            <a:xfrm>
              <a:off x="1596425" y="805324"/>
              <a:ext cx="201273" cy="127619"/>
            </a:xfrm>
            <a:custGeom>
              <a:avLst/>
              <a:gdLst>
                <a:gd name="T0" fmla="*/ 4 w 1217"/>
                <a:gd name="T1" fmla="*/ 588 h 773"/>
                <a:gd name="T2" fmla="*/ 193 w 1217"/>
                <a:gd name="T3" fmla="*/ 724 h 773"/>
                <a:gd name="T4" fmla="*/ 332 w 1217"/>
                <a:gd name="T5" fmla="*/ 772 h 773"/>
                <a:gd name="T6" fmla="*/ 415 w 1217"/>
                <a:gd name="T7" fmla="*/ 752 h 773"/>
                <a:gd name="T8" fmla="*/ 563 w 1217"/>
                <a:gd name="T9" fmla="*/ 648 h 773"/>
                <a:gd name="T10" fmla="*/ 776 w 1217"/>
                <a:gd name="T11" fmla="*/ 448 h 773"/>
                <a:gd name="T12" fmla="*/ 776 w 1217"/>
                <a:gd name="T13" fmla="*/ 448 h 773"/>
                <a:gd name="T14" fmla="*/ 1213 w 1217"/>
                <a:gd name="T15" fmla="*/ 12 h 773"/>
                <a:gd name="T16" fmla="*/ 1213 w 1217"/>
                <a:gd name="T17" fmla="*/ 2 h 773"/>
                <a:gd name="T18" fmla="*/ 1204 w 1217"/>
                <a:gd name="T19" fmla="*/ 2 h 773"/>
                <a:gd name="T20" fmla="*/ 767 w 1217"/>
                <a:gd name="T21" fmla="*/ 439 h 773"/>
                <a:gd name="T22" fmla="*/ 500 w 1217"/>
                <a:gd name="T23" fmla="*/ 682 h 773"/>
                <a:gd name="T24" fmla="*/ 410 w 1217"/>
                <a:gd name="T25" fmla="*/ 740 h 773"/>
                <a:gd name="T26" fmla="*/ 332 w 1217"/>
                <a:gd name="T27" fmla="*/ 759 h 773"/>
                <a:gd name="T28" fmla="*/ 199 w 1217"/>
                <a:gd name="T29" fmla="*/ 712 h 773"/>
                <a:gd name="T30" fmla="*/ 12 w 1217"/>
                <a:gd name="T31" fmla="*/ 577 h 773"/>
                <a:gd name="T32" fmla="*/ 2 w 1217"/>
                <a:gd name="T33" fmla="*/ 578 h 773"/>
                <a:gd name="T34" fmla="*/ 4 w 1217"/>
                <a:gd name="T35" fmla="*/ 588 h 77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1217" h="773">
                  <a:moveTo>
                    <a:pt x="4" y="588"/>
                  </a:moveTo>
                  <a:cubicBezTo>
                    <a:pt x="81" y="647"/>
                    <a:pt x="141" y="692"/>
                    <a:pt x="193" y="724"/>
                  </a:cubicBezTo>
                  <a:cubicBezTo>
                    <a:pt x="244" y="755"/>
                    <a:pt x="288" y="772"/>
                    <a:pt x="332" y="772"/>
                  </a:cubicBezTo>
                  <a:cubicBezTo>
                    <a:pt x="359" y="772"/>
                    <a:pt x="386" y="765"/>
                    <a:pt x="415" y="752"/>
                  </a:cubicBezTo>
                  <a:cubicBezTo>
                    <a:pt x="458" y="733"/>
                    <a:pt x="505" y="698"/>
                    <a:pt x="563" y="648"/>
                  </a:cubicBezTo>
                  <a:cubicBezTo>
                    <a:pt x="620" y="597"/>
                    <a:pt x="689" y="531"/>
                    <a:pt x="776" y="448"/>
                  </a:cubicBezTo>
                  <a:lnTo>
                    <a:pt x="776" y="448"/>
                  </a:lnTo>
                  <a:lnTo>
                    <a:pt x="1213" y="12"/>
                  </a:lnTo>
                  <a:cubicBezTo>
                    <a:pt x="1216" y="9"/>
                    <a:pt x="1216" y="5"/>
                    <a:pt x="1213" y="2"/>
                  </a:cubicBezTo>
                  <a:cubicBezTo>
                    <a:pt x="1210" y="0"/>
                    <a:pt x="1206" y="0"/>
                    <a:pt x="1204" y="2"/>
                  </a:cubicBezTo>
                  <a:lnTo>
                    <a:pt x="767" y="439"/>
                  </a:lnTo>
                  <a:cubicBezTo>
                    <a:pt x="651" y="549"/>
                    <a:pt x="568" y="630"/>
                    <a:pt x="500" y="682"/>
                  </a:cubicBezTo>
                  <a:cubicBezTo>
                    <a:pt x="466" y="709"/>
                    <a:pt x="437" y="728"/>
                    <a:pt x="410" y="740"/>
                  </a:cubicBezTo>
                  <a:cubicBezTo>
                    <a:pt x="382" y="753"/>
                    <a:pt x="357" y="759"/>
                    <a:pt x="332" y="759"/>
                  </a:cubicBezTo>
                  <a:cubicBezTo>
                    <a:pt x="291" y="759"/>
                    <a:pt x="250" y="743"/>
                    <a:pt x="199" y="712"/>
                  </a:cubicBezTo>
                  <a:cubicBezTo>
                    <a:pt x="149" y="682"/>
                    <a:pt x="89" y="636"/>
                    <a:pt x="12" y="577"/>
                  </a:cubicBezTo>
                  <a:cubicBezTo>
                    <a:pt x="9" y="575"/>
                    <a:pt x="4" y="575"/>
                    <a:pt x="2" y="578"/>
                  </a:cubicBezTo>
                  <a:cubicBezTo>
                    <a:pt x="0" y="581"/>
                    <a:pt x="1" y="585"/>
                    <a:pt x="4" y="588"/>
                  </a:cubicBezTo>
                </a:path>
              </a:pathLst>
            </a:custGeom>
            <a:grpFill/>
            <a:ln>
              <a:noFill/>
            </a:ln>
            <a:effectLst/>
            <a:extLst>
              <a:ext uri="{91240B29-F687-4F45-9708-019B960494DF}">
                <a14:hiddenLine xmlns:a14="http://schemas.microsoft.com/office/drawing/2010/main" w="9525">
                  <a:solidFill>
                    <a:srgbClr val="808080"/>
                  </a:solidFill>
                  <a:bevel/>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a:p>
          </p:txBody>
        </p:sp>
        <p:sp>
          <p:nvSpPr>
            <p:cNvPr id="77" name="Freeform 6"/>
            <p:cNvSpPr>
              <a:spLocks noChangeArrowheads="1"/>
            </p:cNvSpPr>
            <p:nvPr/>
          </p:nvSpPr>
          <p:spPr bwMode="auto">
            <a:xfrm>
              <a:off x="1368170" y="664579"/>
              <a:ext cx="439737" cy="330350"/>
            </a:xfrm>
            <a:custGeom>
              <a:avLst/>
              <a:gdLst>
                <a:gd name="T0" fmla="*/ 2631 w 2657"/>
                <a:gd name="T1" fmla="*/ 532 h 1998"/>
                <a:gd name="T2" fmla="*/ 2130 w 2657"/>
                <a:gd name="T3" fmla="*/ 145 h 1998"/>
                <a:gd name="T4" fmla="*/ 1920 w 2657"/>
                <a:gd name="T5" fmla="*/ 38 h 1998"/>
                <a:gd name="T6" fmla="*/ 1715 w 2657"/>
                <a:gd name="T7" fmla="*/ 0 h 1998"/>
                <a:gd name="T8" fmla="*/ 1578 w 2657"/>
                <a:gd name="T9" fmla="*/ 19 h 1998"/>
                <a:gd name="T10" fmla="*/ 1370 w 2657"/>
                <a:gd name="T11" fmla="*/ 116 h 1998"/>
                <a:gd name="T12" fmla="*/ 1150 w 2657"/>
                <a:gd name="T13" fmla="*/ 295 h 1998"/>
                <a:gd name="T14" fmla="*/ 1150 w 2657"/>
                <a:gd name="T15" fmla="*/ 295 h 1998"/>
                <a:gd name="T16" fmla="*/ 16 w 2657"/>
                <a:gd name="T17" fmla="*/ 1368 h 1998"/>
                <a:gd name="T18" fmla="*/ 0 w 2657"/>
                <a:gd name="T19" fmla="*/ 1406 h 1998"/>
                <a:gd name="T20" fmla="*/ 16 w 2657"/>
                <a:gd name="T21" fmla="*/ 1444 h 1998"/>
                <a:gd name="T22" fmla="*/ 566 w 2657"/>
                <a:gd name="T23" fmla="*/ 1977 h 1998"/>
                <a:gd name="T24" fmla="*/ 640 w 2657"/>
                <a:gd name="T25" fmla="*/ 1976 h 1998"/>
                <a:gd name="T26" fmla="*/ 639 w 2657"/>
                <a:gd name="T27" fmla="*/ 1901 h 1998"/>
                <a:gd name="T28" fmla="*/ 129 w 2657"/>
                <a:gd name="T29" fmla="*/ 1406 h 1998"/>
                <a:gd name="T30" fmla="*/ 1223 w 2657"/>
                <a:gd name="T31" fmla="*/ 371 h 1998"/>
                <a:gd name="T32" fmla="*/ 1223 w 2657"/>
                <a:gd name="T33" fmla="*/ 371 h 1998"/>
                <a:gd name="T34" fmla="*/ 1489 w 2657"/>
                <a:gd name="T35" fmla="*/ 167 h 1998"/>
                <a:gd name="T36" fmla="*/ 1605 w 2657"/>
                <a:gd name="T37" fmla="*/ 121 h 1998"/>
                <a:gd name="T38" fmla="*/ 1715 w 2657"/>
                <a:gd name="T39" fmla="*/ 106 h 1998"/>
                <a:gd name="T40" fmla="*/ 1884 w 2657"/>
                <a:gd name="T41" fmla="*/ 138 h 1998"/>
                <a:gd name="T42" fmla="*/ 2181 w 2657"/>
                <a:gd name="T43" fmla="*/ 306 h 1998"/>
                <a:gd name="T44" fmla="*/ 2562 w 2657"/>
                <a:gd name="T45" fmla="*/ 612 h 1998"/>
                <a:gd name="T46" fmla="*/ 2637 w 2657"/>
                <a:gd name="T47" fmla="*/ 606 h 1998"/>
                <a:gd name="T48" fmla="*/ 2631 w 2657"/>
                <a:gd name="T49" fmla="*/ 532 h 199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Lst>
              <a:rect l="0" t="0" r="r" b="b"/>
              <a:pathLst>
                <a:path w="2657" h="1998">
                  <a:moveTo>
                    <a:pt x="2631" y="532"/>
                  </a:moveTo>
                  <a:cubicBezTo>
                    <a:pt x="2437" y="367"/>
                    <a:pt x="2276" y="237"/>
                    <a:pt x="2130" y="145"/>
                  </a:cubicBezTo>
                  <a:cubicBezTo>
                    <a:pt x="2058" y="99"/>
                    <a:pt x="1988" y="63"/>
                    <a:pt x="1920" y="38"/>
                  </a:cubicBezTo>
                  <a:cubicBezTo>
                    <a:pt x="1851" y="14"/>
                    <a:pt x="1783" y="0"/>
                    <a:pt x="1715" y="0"/>
                  </a:cubicBezTo>
                  <a:cubicBezTo>
                    <a:pt x="1669" y="0"/>
                    <a:pt x="1623" y="6"/>
                    <a:pt x="1578" y="19"/>
                  </a:cubicBezTo>
                  <a:cubicBezTo>
                    <a:pt x="1509" y="37"/>
                    <a:pt x="1440" y="70"/>
                    <a:pt x="1370" y="116"/>
                  </a:cubicBezTo>
                  <a:cubicBezTo>
                    <a:pt x="1299" y="162"/>
                    <a:pt x="1227" y="221"/>
                    <a:pt x="1150" y="295"/>
                  </a:cubicBezTo>
                  <a:lnTo>
                    <a:pt x="1150" y="295"/>
                  </a:lnTo>
                  <a:lnTo>
                    <a:pt x="16" y="1368"/>
                  </a:lnTo>
                  <a:cubicBezTo>
                    <a:pt x="6" y="1378"/>
                    <a:pt x="0" y="1391"/>
                    <a:pt x="0" y="1406"/>
                  </a:cubicBezTo>
                  <a:cubicBezTo>
                    <a:pt x="0" y="1420"/>
                    <a:pt x="6" y="1434"/>
                    <a:pt x="16" y="1444"/>
                  </a:cubicBezTo>
                  <a:lnTo>
                    <a:pt x="566" y="1977"/>
                  </a:lnTo>
                  <a:cubicBezTo>
                    <a:pt x="587" y="1997"/>
                    <a:pt x="619" y="1997"/>
                    <a:pt x="640" y="1976"/>
                  </a:cubicBezTo>
                  <a:cubicBezTo>
                    <a:pt x="660" y="1955"/>
                    <a:pt x="660" y="1921"/>
                    <a:pt x="639" y="1901"/>
                  </a:cubicBezTo>
                  <a:lnTo>
                    <a:pt x="129" y="1406"/>
                  </a:lnTo>
                  <a:lnTo>
                    <a:pt x="1223" y="371"/>
                  </a:lnTo>
                  <a:lnTo>
                    <a:pt x="1223" y="371"/>
                  </a:lnTo>
                  <a:cubicBezTo>
                    <a:pt x="1321" y="277"/>
                    <a:pt x="1409" y="210"/>
                    <a:pt x="1489" y="167"/>
                  </a:cubicBezTo>
                  <a:cubicBezTo>
                    <a:pt x="1529" y="146"/>
                    <a:pt x="1568" y="131"/>
                    <a:pt x="1605" y="121"/>
                  </a:cubicBezTo>
                  <a:cubicBezTo>
                    <a:pt x="1642" y="111"/>
                    <a:pt x="1679" y="106"/>
                    <a:pt x="1715" y="106"/>
                  </a:cubicBezTo>
                  <a:cubicBezTo>
                    <a:pt x="1770" y="106"/>
                    <a:pt x="1825" y="116"/>
                    <a:pt x="1884" y="138"/>
                  </a:cubicBezTo>
                  <a:cubicBezTo>
                    <a:pt x="1972" y="170"/>
                    <a:pt x="2070" y="226"/>
                    <a:pt x="2181" y="306"/>
                  </a:cubicBezTo>
                  <a:cubicBezTo>
                    <a:pt x="2293" y="387"/>
                    <a:pt x="2418" y="490"/>
                    <a:pt x="2562" y="612"/>
                  </a:cubicBezTo>
                  <a:cubicBezTo>
                    <a:pt x="2585" y="631"/>
                    <a:pt x="2618" y="628"/>
                    <a:pt x="2637" y="606"/>
                  </a:cubicBezTo>
                  <a:cubicBezTo>
                    <a:pt x="2656" y="584"/>
                    <a:pt x="2653" y="551"/>
                    <a:pt x="2631" y="532"/>
                  </a:cubicBezTo>
                </a:path>
              </a:pathLst>
            </a:custGeom>
            <a:grpFill/>
            <a:ln>
              <a:noFill/>
            </a:ln>
            <a:effectLst/>
            <a:extLst>
              <a:ext uri="{91240B29-F687-4F45-9708-019B960494DF}">
                <a14:hiddenLine xmlns:a14="http://schemas.microsoft.com/office/drawing/2010/main" w="9525">
                  <a:solidFill>
                    <a:srgbClr val="808080"/>
                  </a:solidFill>
                  <a:bevel/>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a:p>
          </p:txBody>
        </p:sp>
        <p:sp>
          <p:nvSpPr>
            <p:cNvPr id="78" name="Freeform 7"/>
            <p:cNvSpPr>
              <a:spLocks noChangeArrowheads="1"/>
            </p:cNvSpPr>
            <p:nvPr/>
          </p:nvSpPr>
          <p:spPr bwMode="auto">
            <a:xfrm>
              <a:off x="1419946" y="709792"/>
              <a:ext cx="356603" cy="190334"/>
            </a:xfrm>
            <a:custGeom>
              <a:avLst/>
              <a:gdLst>
                <a:gd name="T0" fmla="*/ 2142 w 2158"/>
                <a:gd name="T1" fmla="*/ 438 h 1152"/>
                <a:gd name="T2" fmla="*/ 1725 w 2158"/>
                <a:gd name="T3" fmla="*/ 118 h 1152"/>
                <a:gd name="T4" fmla="*/ 1552 w 2158"/>
                <a:gd name="T5" fmla="*/ 31 h 1152"/>
                <a:gd name="T6" fmla="*/ 1386 w 2158"/>
                <a:gd name="T7" fmla="*/ 0 h 1152"/>
                <a:gd name="T8" fmla="*/ 1261 w 2158"/>
                <a:gd name="T9" fmla="*/ 19 h 1152"/>
                <a:gd name="T10" fmla="*/ 1068 w 2158"/>
                <a:gd name="T11" fmla="*/ 115 h 1152"/>
                <a:gd name="T12" fmla="*/ 852 w 2158"/>
                <a:gd name="T13" fmla="*/ 295 h 1152"/>
                <a:gd name="T14" fmla="*/ 852 w 2158"/>
                <a:gd name="T15" fmla="*/ 295 h 1152"/>
                <a:gd name="T16" fmla="*/ 13 w 2158"/>
                <a:gd name="T17" fmla="*/ 1094 h 1152"/>
                <a:gd name="T18" fmla="*/ 12 w 2158"/>
                <a:gd name="T19" fmla="*/ 1138 h 1152"/>
                <a:gd name="T20" fmla="*/ 56 w 2158"/>
                <a:gd name="T21" fmla="*/ 1139 h 1152"/>
                <a:gd name="T22" fmla="*/ 895 w 2158"/>
                <a:gd name="T23" fmla="*/ 340 h 1152"/>
                <a:gd name="T24" fmla="*/ 895 w 2158"/>
                <a:gd name="T25" fmla="*/ 340 h 1152"/>
                <a:gd name="T26" fmla="*/ 1164 w 2158"/>
                <a:gd name="T27" fmla="*/ 128 h 1152"/>
                <a:gd name="T28" fmla="*/ 1279 w 2158"/>
                <a:gd name="T29" fmla="*/ 79 h 1152"/>
                <a:gd name="T30" fmla="*/ 1386 w 2158"/>
                <a:gd name="T31" fmla="*/ 63 h 1152"/>
                <a:gd name="T32" fmla="*/ 1531 w 2158"/>
                <a:gd name="T33" fmla="*/ 90 h 1152"/>
                <a:gd name="T34" fmla="*/ 1781 w 2158"/>
                <a:gd name="T35" fmla="*/ 231 h 1152"/>
                <a:gd name="T36" fmla="*/ 2102 w 2158"/>
                <a:gd name="T37" fmla="*/ 486 h 1152"/>
                <a:gd name="T38" fmla="*/ 2146 w 2158"/>
                <a:gd name="T39" fmla="*/ 482 h 1152"/>
                <a:gd name="T40" fmla="*/ 2142 w 2158"/>
                <a:gd name="T41" fmla="*/ 438 h 115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2158" h="1152">
                  <a:moveTo>
                    <a:pt x="2142" y="438"/>
                  </a:moveTo>
                  <a:cubicBezTo>
                    <a:pt x="1978" y="301"/>
                    <a:pt x="1845" y="193"/>
                    <a:pt x="1725" y="118"/>
                  </a:cubicBezTo>
                  <a:cubicBezTo>
                    <a:pt x="1664" y="80"/>
                    <a:pt x="1608" y="51"/>
                    <a:pt x="1552" y="31"/>
                  </a:cubicBezTo>
                  <a:cubicBezTo>
                    <a:pt x="1496" y="11"/>
                    <a:pt x="1441" y="0"/>
                    <a:pt x="1386" y="0"/>
                  </a:cubicBezTo>
                  <a:cubicBezTo>
                    <a:pt x="1344" y="0"/>
                    <a:pt x="1303" y="6"/>
                    <a:pt x="1261" y="19"/>
                  </a:cubicBezTo>
                  <a:cubicBezTo>
                    <a:pt x="1198" y="37"/>
                    <a:pt x="1135" y="69"/>
                    <a:pt x="1068" y="115"/>
                  </a:cubicBezTo>
                  <a:cubicBezTo>
                    <a:pt x="1000" y="161"/>
                    <a:pt x="930" y="220"/>
                    <a:pt x="852" y="295"/>
                  </a:cubicBezTo>
                  <a:lnTo>
                    <a:pt x="852" y="295"/>
                  </a:lnTo>
                  <a:lnTo>
                    <a:pt x="13" y="1094"/>
                  </a:lnTo>
                  <a:cubicBezTo>
                    <a:pt x="1" y="1106"/>
                    <a:pt x="0" y="1126"/>
                    <a:pt x="12" y="1138"/>
                  </a:cubicBezTo>
                  <a:cubicBezTo>
                    <a:pt x="24" y="1151"/>
                    <a:pt x="44" y="1151"/>
                    <a:pt x="56" y="1139"/>
                  </a:cubicBezTo>
                  <a:lnTo>
                    <a:pt x="895" y="340"/>
                  </a:lnTo>
                  <a:lnTo>
                    <a:pt x="895" y="340"/>
                  </a:lnTo>
                  <a:cubicBezTo>
                    <a:pt x="997" y="243"/>
                    <a:pt x="1085" y="173"/>
                    <a:pt x="1164" y="128"/>
                  </a:cubicBezTo>
                  <a:cubicBezTo>
                    <a:pt x="1204" y="106"/>
                    <a:pt x="1242" y="89"/>
                    <a:pt x="1279" y="79"/>
                  </a:cubicBezTo>
                  <a:cubicBezTo>
                    <a:pt x="1315" y="68"/>
                    <a:pt x="1351" y="63"/>
                    <a:pt x="1386" y="63"/>
                  </a:cubicBezTo>
                  <a:cubicBezTo>
                    <a:pt x="1433" y="63"/>
                    <a:pt x="1480" y="72"/>
                    <a:pt x="1531" y="90"/>
                  </a:cubicBezTo>
                  <a:cubicBezTo>
                    <a:pt x="1606" y="117"/>
                    <a:pt x="1688" y="164"/>
                    <a:pt x="1781" y="231"/>
                  </a:cubicBezTo>
                  <a:cubicBezTo>
                    <a:pt x="1874" y="298"/>
                    <a:pt x="1979" y="384"/>
                    <a:pt x="2102" y="486"/>
                  </a:cubicBezTo>
                  <a:cubicBezTo>
                    <a:pt x="2115" y="497"/>
                    <a:pt x="2135" y="495"/>
                    <a:pt x="2146" y="482"/>
                  </a:cubicBezTo>
                  <a:cubicBezTo>
                    <a:pt x="2157" y="469"/>
                    <a:pt x="2155" y="449"/>
                    <a:pt x="2142" y="438"/>
                  </a:cubicBezTo>
                </a:path>
              </a:pathLst>
            </a:custGeom>
            <a:grpFill/>
            <a:ln>
              <a:noFill/>
            </a:ln>
            <a:effectLst/>
            <a:extLst>
              <a:ext uri="{91240B29-F687-4F45-9708-019B960494DF}">
                <a14:hiddenLine xmlns:a14="http://schemas.microsoft.com/office/drawing/2010/main" w="9525">
                  <a:solidFill>
                    <a:srgbClr val="808080"/>
                  </a:solidFill>
                  <a:bevel/>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a:p>
          </p:txBody>
        </p:sp>
        <p:sp>
          <p:nvSpPr>
            <p:cNvPr id="79" name="Freeform 8"/>
            <p:cNvSpPr>
              <a:spLocks noChangeArrowheads="1"/>
            </p:cNvSpPr>
            <p:nvPr/>
          </p:nvSpPr>
          <p:spPr bwMode="auto">
            <a:xfrm>
              <a:off x="1444012" y="752818"/>
              <a:ext cx="304826" cy="169186"/>
            </a:xfrm>
            <a:custGeom>
              <a:avLst/>
              <a:gdLst>
                <a:gd name="T0" fmla="*/ 1832 w 1844"/>
                <a:gd name="T1" fmla="*/ 349 h 1021"/>
                <a:gd name="T2" fmla="*/ 1494 w 1844"/>
                <a:gd name="T3" fmla="*/ 93 h 1021"/>
                <a:gd name="T4" fmla="*/ 1356 w 1844"/>
                <a:gd name="T5" fmla="*/ 24 h 1021"/>
                <a:gd name="T6" fmla="*/ 1224 w 1844"/>
                <a:gd name="T7" fmla="*/ 0 h 1021"/>
                <a:gd name="T8" fmla="*/ 1110 w 1844"/>
                <a:gd name="T9" fmla="*/ 18 h 1021"/>
                <a:gd name="T10" fmla="*/ 929 w 1844"/>
                <a:gd name="T11" fmla="*/ 116 h 1021"/>
                <a:gd name="T12" fmla="*/ 715 w 1844"/>
                <a:gd name="T13" fmla="*/ 301 h 1021"/>
                <a:gd name="T14" fmla="*/ 714 w 1844"/>
                <a:gd name="T15" fmla="*/ 301 h 1021"/>
                <a:gd name="T16" fmla="*/ 10 w 1844"/>
                <a:gd name="T17" fmla="*/ 978 h 1021"/>
                <a:gd name="T18" fmla="*/ 9 w 1844"/>
                <a:gd name="T19" fmla="*/ 1011 h 1021"/>
                <a:gd name="T20" fmla="*/ 42 w 1844"/>
                <a:gd name="T21" fmla="*/ 1012 h 1021"/>
                <a:gd name="T22" fmla="*/ 746 w 1844"/>
                <a:gd name="T23" fmla="*/ 334 h 1021"/>
                <a:gd name="T24" fmla="*/ 746 w 1844"/>
                <a:gd name="T25" fmla="*/ 334 h 1021"/>
                <a:gd name="T26" fmla="*/ 1016 w 1844"/>
                <a:gd name="T27" fmla="*/ 114 h 1021"/>
                <a:gd name="T28" fmla="*/ 1124 w 1844"/>
                <a:gd name="T29" fmla="*/ 62 h 1021"/>
                <a:gd name="T30" fmla="*/ 1224 w 1844"/>
                <a:gd name="T31" fmla="*/ 46 h 1021"/>
                <a:gd name="T32" fmla="*/ 1340 w 1844"/>
                <a:gd name="T33" fmla="*/ 67 h 1021"/>
                <a:gd name="T34" fmla="*/ 1542 w 1844"/>
                <a:gd name="T35" fmla="*/ 180 h 1021"/>
                <a:gd name="T36" fmla="*/ 1803 w 1844"/>
                <a:gd name="T37" fmla="*/ 385 h 1021"/>
                <a:gd name="T38" fmla="*/ 1835 w 1844"/>
                <a:gd name="T39" fmla="*/ 381 h 1021"/>
                <a:gd name="T40" fmla="*/ 1832 w 1844"/>
                <a:gd name="T41" fmla="*/ 349 h 102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1844" h="1021">
                  <a:moveTo>
                    <a:pt x="1832" y="349"/>
                  </a:moveTo>
                  <a:cubicBezTo>
                    <a:pt x="1698" y="239"/>
                    <a:pt x="1590" y="153"/>
                    <a:pt x="1494" y="93"/>
                  </a:cubicBezTo>
                  <a:cubicBezTo>
                    <a:pt x="1446" y="63"/>
                    <a:pt x="1400" y="40"/>
                    <a:pt x="1356" y="24"/>
                  </a:cubicBezTo>
                  <a:cubicBezTo>
                    <a:pt x="1311" y="8"/>
                    <a:pt x="1268" y="0"/>
                    <a:pt x="1224" y="0"/>
                  </a:cubicBezTo>
                  <a:cubicBezTo>
                    <a:pt x="1186" y="0"/>
                    <a:pt x="1148" y="6"/>
                    <a:pt x="1110" y="18"/>
                  </a:cubicBezTo>
                  <a:cubicBezTo>
                    <a:pt x="1052" y="37"/>
                    <a:pt x="993" y="69"/>
                    <a:pt x="929" y="116"/>
                  </a:cubicBezTo>
                  <a:cubicBezTo>
                    <a:pt x="864" y="163"/>
                    <a:pt x="794" y="224"/>
                    <a:pt x="715" y="301"/>
                  </a:cubicBezTo>
                  <a:lnTo>
                    <a:pt x="714" y="301"/>
                  </a:lnTo>
                  <a:lnTo>
                    <a:pt x="10" y="978"/>
                  </a:lnTo>
                  <a:cubicBezTo>
                    <a:pt x="1" y="987"/>
                    <a:pt x="0" y="1002"/>
                    <a:pt x="9" y="1011"/>
                  </a:cubicBezTo>
                  <a:cubicBezTo>
                    <a:pt x="18" y="1020"/>
                    <a:pt x="33" y="1020"/>
                    <a:pt x="42" y="1012"/>
                  </a:cubicBezTo>
                  <a:lnTo>
                    <a:pt x="746" y="334"/>
                  </a:lnTo>
                  <a:lnTo>
                    <a:pt x="746" y="334"/>
                  </a:lnTo>
                  <a:cubicBezTo>
                    <a:pt x="851" y="233"/>
                    <a:pt x="939" y="160"/>
                    <a:pt x="1016" y="114"/>
                  </a:cubicBezTo>
                  <a:cubicBezTo>
                    <a:pt x="1054" y="90"/>
                    <a:pt x="1090" y="73"/>
                    <a:pt x="1124" y="62"/>
                  </a:cubicBezTo>
                  <a:cubicBezTo>
                    <a:pt x="1159" y="51"/>
                    <a:pt x="1191" y="46"/>
                    <a:pt x="1224" y="46"/>
                  </a:cubicBezTo>
                  <a:cubicBezTo>
                    <a:pt x="1262" y="46"/>
                    <a:pt x="1300" y="53"/>
                    <a:pt x="1340" y="67"/>
                  </a:cubicBezTo>
                  <a:cubicBezTo>
                    <a:pt x="1401" y="89"/>
                    <a:pt x="1466" y="127"/>
                    <a:pt x="1542" y="180"/>
                  </a:cubicBezTo>
                  <a:cubicBezTo>
                    <a:pt x="1617" y="234"/>
                    <a:pt x="1702" y="303"/>
                    <a:pt x="1803" y="385"/>
                  </a:cubicBezTo>
                  <a:cubicBezTo>
                    <a:pt x="1813" y="393"/>
                    <a:pt x="1827" y="391"/>
                    <a:pt x="1835" y="381"/>
                  </a:cubicBezTo>
                  <a:cubicBezTo>
                    <a:pt x="1843" y="372"/>
                    <a:pt x="1842" y="357"/>
                    <a:pt x="1832" y="349"/>
                  </a:cubicBezTo>
                </a:path>
              </a:pathLst>
            </a:custGeom>
            <a:grpFill/>
            <a:ln>
              <a:noFill/>
            </a:ln>
            <a:effectLst/>
            <a:extLst>
              <a:ext uri="{91240B29-F687-4F45-9708-019B960494DF}">
                <a14:hiddenLine xmlns:a14="http://schemas.microsoft.com/office/drawing/2010/main" w="9525">
                  <a:solidFill>
                    <a:srgbClr val="808080"/>
                  </a:solidFill>
                  <a:bevel/>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a:p>
          </p:txBody>
        </p:sp>
        <p:sp>
          <p:nvSpPr>
            <p:cNvPr id="80" name="Freeform 9"/>
            <p:cNvSpPr>
              <a:spLocks noChangeArrowheads="1"/>
            </p:cNvSpPr>
            <p:nvPr/>
          </p:nvSpPr>
          <p:spPr bwMode="auto">
            <a:xfrm>
              <a:off x="1467348" y="795114"/>
              <a:ext cx="253049" cy="148038"/>
            </a:xfrm>
            <a:custGeom>
              <a:avLst/>
              <a:gdLst>
                <a:gd name="T0" fmla="*/ 1522 w 1530"/>
                <a:gd name="T1" fmla="*/ 264 h 895"/>
                <a:gd name="T2" fmla="*/ 1260 w 1530"/>
                <a:gd name="T3" fmla="*/ 70 h 895"/>
                <a:gd name="T4" fmla="*/ 1156 w 1530"/>
                <a:gd name="T5" fmla="*/ 18 h 895"/>
                <a:gd name="T6" fmla="*/ 1057 w 1530"/>
                <a:gd name="T7" fmla="*/ 0 h 895"/>
                <a:gd name="T8" fmla="*/ 957 w 1530"/>
                <a:gd name="T9" fmla="*/ 19 h 895"/>
                <a:gd name="T10" fmla="*/ 791 w 1530"/>
                <a:gd name="T11" fmla="*/ 119 h 895"/>
                <a:gd name="T12" fmla="*/ 577 w 1530"/>
                <a:gd name="T13" fmla="*/ 310 h 895"/>
                <a:gd name="T14" fmla="*/ 577 w 1530"/>
                <a:gd name="T15" fmla="*/ 310 h 895"/>
                <a:gd name="T16" fmla="*/ 6 w 1530"/>
                <a:gd name="T17" fmla="*/ 867 h 895"/>
                <a:gd name="T18" fmla="*/ 6 w 1530"/>
                <a:gd name="T19" fmla="*/ 888 h 895"/>
                <a:gd name="T20" fmla="*/ 27 w 1530"/>
                <a:gd name="T21" fmla="*/ 888 h 895"/>
                <a:gd name="T22" fmla="*/ 598 w 1530"/>
                <a:gd name="T23" fmla="*/ 331 h 895"/>
                <a:gd name="T24" fmla="*/ 598 w 1530"/>
                <a:gd name="T25" fmla="*/ 331 h 895"/>
                <a:gd name="T26" fmla="*/ 866 w 1530"/>
                <a:gd name="T27" fmla="*/ 101 h 895"/>
                <a:gd name="T28" fmla="*/ 968 w 1530"/>
                <a:gd name="T29" fmla="*/ 47 h 895"/>
                <a:gd name="T30" fmla="*/ 1057 w 1530"/>
                <a:gd name="T31" fmla="*/ 29 h 895"/>
                <a:gd name="T32" fmla="*/ 1146 w 1530"/>
                <a:gd name="T33" fmla="*/ 46 h 895"/>
                <a:gd name="T34" fmla="*/ 1300 w 1530"/>
                <a:gd name="T35" fmla="*/ 132 h 895"/>
                <a:gd name="T36" fmla="*/ 1504 w 1530"/>
                <a:gd name="T37" fmla="*/ 287 h 895"/>
                <a:gd name="T38" fmla="*/ 1524 w 1530"/>
                <a:gd name="T39" fmla="*/ 285 h 895"/>
                <a:gd name="T40" fmla="*/ 1522 w 1530"/>
                <a:gd name="T41" fmla="*/ 264 h 89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1530" h="895">
                  <a:moveTo>
                    <a:pt x="1522" y="264"/>
                  </a:moveTo>
                  <a:cubicBezTo>
                    <a:pt x="1417" y="180"/>
                    <a:pt x="1334" y="115"/>
                    <a:pt x="1260" y="70"/>
                  </a:cubicBezTo>
                  <a:cubicBezTo>
                    <a:pt x="1224" y="47"/>
                    <a:pt x="1189" y="30"/>
                    <a:pt x="1156" y="18"/>
                  </a:cubicBezTo>
                  <a:cubicBezTo>
                    <a:pt x="1123" y="6"/>
                    <a:pt x="1090" y="0"/>
                    <a:pt x="1057" y="0"/>
                  </a:cubicBezTo>
                  <a:cubicBezTo>
                    <a:pt x="1024" y="0"/>
                    <a:pt x="991" y="6"/>
                    <a:pt x="957" y="19"/>
                  </a:cubicBezTo>
                  <a:cubicBezTo>
                    <a:pt x="906" y="38"/>
                    <a:pt x="852" y="71"/>
                    <a:pt x="791" y="119"/>
                  </a:cubicBezTo>
                  <a:cubicBezTo>
                    <a:pt x="729" y="167"/>
                    <a:pt x="660" y="231"/>
                    <a:pt x="577" y="310"/>
                  </a:cubicBezTo>
                  <a:lnTo>
                    <a:pt x="577" y="310"/>
                  </a:lnTo>
                  <a:lnTo>
                    <a:pt x="6" y="867"/>
                  </a:lnTo>
                  <a:cubicBezTo>
                    <a:pt x="0" y="873"/>
                    <a:pt x="0" y="882"/>
                    <a:pt x="6" y="888"/>
                  </a:cubicBezTo>
                  <a:cubicBezTo>
                    <a:pt x="12" y="894"/>
                    <a:pt x="21" y="894"/>
                    <a:pt x="27" y="888"/>
                  </a:cubicBezTo>
                  <a:lnTo>
                    <a:pt x="598" y="331"/>
                  </a:lnTo>
                  <a:lnTo>
                    <a:pt x="598" y="331"/>
                  </a:lnTo>
                  <a:cubicBezTo>
                    <a:pt x="707" y="226"/>
                    <a:pt x="793" y="150"/>
                    <a:pt x="866" y="101"/>
                  </a:cubicBezTo>
                  <a:cubicBezTo>
                    <a:pt x="903" y="76"/>
                    <a:pt x="936" y="58"/>
                    <a:pt x="968" y="47"/>
                  </a:cubicBezTo>
                  <a:cubicBezTo>
                    <a:pt x="999" y="35"/>
                    <a:pt x="1028" y="29"/>
                    <a:pt x="1057" y="29"/>
                  </a:cubicBezTo>
                  <a:cubicBezTo>
                    <a:pt x="1086" y="29"/>
                    <a:pt x="1115" y="35"/>
                    <a:pt x="1146" y="46"/>
                  </a:cubicBezTo>
                  <a:cubicBezTo>
                    <a:pt x="1192" y="62"/>
                    <a:pt x="1242" y="91"/>
                    <a:pt x="1300" y="132"/>
                  </a:cubicBezTo>
                  <a:cubicBezTo>
                    <a:pt x="1359" y="172"/>
                    <a:pt x="1425" y="225"/>
                    <a:pt x="1504" y="287"/>
                  </a:cubicBezTo>
                  <a:cubicBezTo>
                    <a:pt x="1510" y="292"/>
                    <a:pt x="1518" y="291"/>
                    <a:pt x="1524" y="285"/>
                  </a:cubicBezTo>
                  <a:cubicBezTo>
                    <a:pt x="1529" y="279"/>
                    <a:pt x="1528" y="269"/>
                    <a:pt x="1522" y="264"/>
                  </a:cubicBezTo>
                </a:path>
              </a:pathLst>
            </a:custGeom>
            <a:grpFill/>
            <a:ln>
              <a:noFill/>
            </a:ln>
            <a:effectLst/>
            <a:extLst>
              <a:ext uri="{91240B29-F687-4F45-9708-019B960494DF}">
                <a14:hiddenLine xmlns:a14="http://schemas.microsoft.com/office/drawing/2010/main" w="9525">
                  <a:solidFill>
                    <a:srgbClr val="808080"/>
                  </a:solidFill>
                  <a:bevel/>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a:p>
          </p:txBody>
        </p:sp>
        <p:sp>
          <p:nvSpPr>
            <p:cNvPr id="81" name="Freeform 10"/>
            <p:cNvSpPr>
              <a:spLocks noChangeArrowheads="1"/>
            </p:cNvSpPr>
            <p:nvPr/>
          </p:nvSpPr>
          <p:spPr bwMode="auto">
            <a:xfrm>
              <a:off x="1491413" y="835952"/>
              <a:ext cx="201273" cy="127619"/>
            </a:xfrm>
            <a:custGeom>
              <a:avLst/>
              <a:gdLst>
                <a:gd name="T0" fmla="*/ 1212 w 1217"/>
                <a:gd name="T1" fmla="*/ 184 h 773"/>
                <a:gd name="T2" fmla="*/ 1023 w 1217"/>
                <a:gd name="T3" fmla="*/ 48 h 773"/>
                <a:gd name="T4" fmla="*/ 884 w 1217"/>
                <a:gd name="T5" fmla="*/ 0 h 773"/>
                <a:gd name="T6" fmla="*/ 801 w 1217"/>
                <a:gd name="T7" fmla="*/ 20 h 773"/>
                <a:gd name="T8" fmla="*/ 653 w 1217"/>
                <a:gd name="T9" fmla="*/ 124 h 773"/>
                <a:gd name="T10" fmla="*/ 440 w 1217"/>
                <a:gd name="T11" fmla="*/ 324 h 773"/>
                <a:gd name="T12" fmla="*/ 440 w 1217"/>
                <a:gd name="T13" fmla="*/ 324 h 773"/>
                <a:gd name="T14" fmla="*/ 3 w 1217"/>
                <a:gd name="T15" fmla="*/ 760 h 773"/>
                <a:gd name="T16" fmla="*/ 3 w 1217"/>
                <a:gd name="T17" fmla="*/ 770 h 773"/>
                <a:gd name="T18" fmla="*/ 12 w 1217"/>
                <a:gd name="T19" fmla="*/ 770 h 773"/>
                <a:gd name="T20" fmla="*/ 449 w 1217"/>
                <a:gd name="T21" fmla="*/ 333 h 773"/>
                <a:gd name="T22" fmla="*/ 716 w 1217"/>
                <a:gd name="T23" fmla="*/ 90 h 773"/>
                <a:gd name="T24" fmla="*/ 806 w 1217"/>
                <a:gd name="T25" fmla="*/ 32 h 773"/>
                <a:gd name="T26" fmla="*/ 884 w 1217"/>
                <a:gd name="T27" fmla="*/ 13 h 773"/>
                <a:gd name="T28" fmla="*/ 1016 w 1217"/>
                <a:gd name="T29" fmla="*/ 60 h 773"/>
                <a:gd name="T30" fmla="*/ 1204 w 1217"/>
                <a:gd name="T31" fmla="*/ 195 h 773"/>
                <a:gd name="T32" fmla="*/ 1214 w 1217"/>
                <a:gd name="T33" fmla="*/ 194 h 773"/>
                <a:gd name="T34" fmla="*/ 1212 w 1217"/>
                <a:gd name="T35" fmla="*/ 184 h 77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1217" h="773">
                  <a:moveTo>
                    <a:pt x="1212" y="184"/>
                  </a:moveTo>
                  <a:cubicBezTo>
                    <a:pt x="1135" y="125"/>
                    <a:pt x="1075" y="80"/>
                    <a:pt x="1023" y="48"/>
                  </a:cubicBezTo>
                  <a:cubicBezTo>
                    <a:pt x="971" y="17"/>
                    <a:pt x="928" y="0"/>
                    <a:pt x="884" y="0"/>
                  </a:cubicBezTo>
                  <a:cubicBezTo>
                    <a:pt x="856" y="0"/>
                    <a:pt x="829" y="7"/>
                    <a:pt x="801" y="20"/>
                  </a:cubicBezTo>
                  <a:cubicBezTo>
                    <a:pt x="758" y="39"/>
                    <a:pt x="711" y="74"/>
                    <a:pt x="653" y="124"/>
                  </a:cubicBezTo>
                  <a:cubicBezTo>
                    <a:pt x="595" y="175"/>
                    <a:pt x="527" y="241"/>
                    <a:pt x="440" y="324"/>
                  </a:cubicBezTo>
                  <a:lnTo>
                    <a:pt x="440" y="324"/>
                  </a:lnTo>
                  <a:lnTo>
                    <a:pt x="3" y="760"/>
                  </a:lnTo>
                  <a:cubicBezTo>
                    <a:pt x="0" y="763"/>
                    <a:pt x="0" y="767"/>
                    <a:pt x="3" y="770"/>
                  </a:cubicBezTo>
                  <a:cubicBezTo>
                    <a:pt x="5" y="772"/>
                    <a:pt x="10" y="772"/>
                    <a:pt x="12" y="770"/>
                  </a:cubicBezTo>
                  <a:lnTo>
                    <a:pt x="449" y="333"/>
                  </a:lnTo>
                  <a:cubicBezTo>
                    <a:pt x="565" y="223"/>
                    <a:pt x="648" y="142"/>
                    <a:pt x="716" y="90"/>
                  </a:cubicBezTo>
                  <a:cubicBezTo>
                    <a:pt x="749" y="63"/>
                    <a:pt x="778" y="44"/>
                    <a:pt x="806" y="32"/>
                  </a:cubicBezTo>
                  <a:cubicBezTo>
                    <a:pt x="833" y="19"/>
                    <a:pt x="859" y="13"/>
                    <a:pt x="884" y="13"/>
                  </a:cubicBezTo>
                  <a:cubicBezTo>
                    <a:pt x="924" y="13"/>
                    <a:pt x="966" y="29"/>
                    <a:pt x="1016" y="60"/>
                  </a:cubicBezTo>
                  <a:cubicBezTo>
                    <a:pt x="1067" y="90"/>
                    <a:pt x="1127" y="136"/>
                    <a:pt x="1204" y="195"/>
                  </a:cubicBezTo>
                  <a:cubicBezTo>
                    <a:pt x="1207" y="197"/>
                    <a:pt x="1211" y="197"/>
                    <a:pt x="1214" y="194"/>
                  </a:cubicBezTo>
                  <a:cubicBezTo>
                    <a:pt x="1216" y="191"/>
                    <a:pt x="1215" y="187"/>
                    <a:pt x="1212" y="184"/>
                  </a:cubicBezTo>
                </a:path>
              </a:pathLst>
            </a:custGeom>
            <a:grpFill/>
            <a:ln>
              <a:noFill/>
            </a:ln>
            <a:effectLst/>
            <a:extLst>
              <a:ext uri="{91240B29-F687-4F45-9708-019B960494DF}">
                <a14:hiddenLine xmlns:a14="http://schemas.microsoft.com/office/drawing/2010/main" w="9525">
                  <a:solidFill>
                    <a:srgbClr val="808080"/>
                  </a:solidFill>
                  <a:bevel/>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a:p>
          </p:txBody>
        </p:sp>
        <p:sp>
          <p:nvSpPr>
            <p:cNvPr id="82" name="Freeform 11"/>
            <p:cNvSpPr>
              <a:spLocks noChangeArrowheads="1"/>
            </p:cNvSpPr>
            <p:nvPr/>
          </p:nvSpPr>
          <p:spPr bwMode="auto">
            <a:xfrm>
              <a:off x="1608093" y="858559"/>
              <a:ext cx="72925" cy="48130"/>
            </a:xfrm>
            <a:custGeom>
              <a:avLst/>
              <a:gdLst>
                <a:gd name="T0" fmla="*/ 49 w 442"/>
                <a:gd name="T1" fmla="*/ 200 h 293"/>
                <a:gd name="T2" fmla="*/ 0 w 442"/>
                <a:gd name="T3" fmla="*/ 156 h 293"/>
                <a:gd name="T4" fmla="*/ 45 w 442"/>
                <a:gd name="T5" fmla="*/ 107 h 293"/>
                <a:gd name="T6" fmla="*/ 392 w 442"/>
                <a:gd name="T7" fmla="*/ 91 h 293"/>
                <a:gd name="T8" fmla="*/ 441 w 442"/>
                <a:gd name="T9" fmla="*/ 137 h 293"/>
                <a:gd name="T10" fmla="*/ 396 w 442"/>
                <a:gd name="T11" fmla="*/ 185 h 293"/>
                <a:gd name="T12" fmla="*/ 49 w 442"/>
                <a:gd name="T13" fmla="*/ 200 h 293"/>
              </a:gdLst>
              <a:ahLst/>
              <a:cxnLst>
                <a:cxn ang="0">
                  <a:pos x="T0" y="T1"/>
                </a:cxn>
                <a:cxn ang="0">
                  <a:pos x="T2" y="T3"/>
                </a:cxn>
                <a:cxn ang="0">
                  <a:pos x="T4" y="T5"/>
                </a:cxn>
                <a:cxn ang="0">
                  <a:pos x="T6" y="T7"/>
                </a:cxn>
                <a:cxn ang="0">
                  <a:pos x="T8" y="T9"/>
                </a:cxn>
                <a:cxn ang="0">
                  <a:pos x="T10" y="T11"/>
                </a:cxn>
                <a:cxn ang="0">
                  <a:pos x="T12" y="T13"/>
                </a:cxn>
              </a:cxnLst>
              <a:rect l="0" t="0" r="r" b="b"/>
              <a:pathLst>
                <a:path w="442" h="293">
                  <a:moveTo>
                    <a:pt x="49" y="200"/>
                  </a:moveTo>
                  <a:lnTo>
                    <a:pt x="0" y="156"/>
                  </a:lnTo>
                  <a:lnTo>
                    <a:pt x="45" y="107"/>
                  </a:lnTo>
                  <a:cubicBezTo>
                    <a:pt x="136" y="7"/>
                    <a:pt x="292" y="0"/>
                    <a:pt x="392" y="91"/>
                  </a:cubicBezTo>
                  <a:lnTo>
                    <a:pt x="441" y="137"/>
                  </a:lnTo>
                  <a:lnTo>
                    <a:pt x="396" y="185"/>
                  </a:lnTo>
                  <a:cubicBezTo>
                    <a:pt x="304" y="285"/>
                    <a:pt x="149" y="292"/>
                    <a:pt x="49" y="200"/>
                  </a:cubicBezTo>
                </a:path>
              </a:pathLst>
            </a:custGeom>
            <a:grpFill/>
            <a:ln>
              <a:noFill/>
            </a:ln>
            <a:effectLst/>
            <a:extLst>
              <a:ext uri="{91240B29-F687-4F45-9708-019B960494DF}">
                <a14:hiddenLine xmlns:a14="http://schemas.microsoft.com/office/drawing/2010/main" w="9525">
                  <a:solidFill>
                    <a:srgbClr val="808080"/>
                  </a:solidFill>
                  <a:bevel/>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a:p>
          </p:txBody>
        </p:sp>
      </p:grpSp>
      <p:pic>
        <p:nvPicPr>
          <p:cNvPr id="83" name="Picture 2" descr="https://i1.hdslb.com/bfs/archive/4b21da76a28b1211647c8bdb58fbdace9316b777.jpg"/>
          <p:cNvPicPr>
            <a:picLocks noChangeAspect="1" noChangeArrowheads="1"/>
          </p:cNvPicPr>
          <p:nvPr userDrawn="1"/>
        </p:nvPicPr>
        <p:blipFill rotWithShape="1">
          <a:blip r:embed="rId2">
            <a:extLst>
              <a:ext uri="{28A0092B-C50C-407E-A947-70E740481C1C}">
                <a14:useLocalDpi xmlns:a14="http://schemas.microsoft.com/office/drawing/2010/main" val="0"/>
              </a:ext>
            </a:extLst>
          </a:blip>
          <a:srcRect t="19905" b="20473"/>
          <a:stretch>
            <a:fillRect/>
          </a:stretch>
        </p:blipFill>
        <p:spPr bwMode="auto">
          <a:xfrm>
            <a:off x="9715063" y="333286"/>
            <a:ext cx="2410016" cy="897308"/>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831850" y="1709738"/>
            <a:ext cx="10515600" cy="2852737"/>
          </a:xfrm>
        </p:spPr>
        <p:txBody>
          <a:bodyPr anchor="b"/>
          <a:lstStyle>
            <a:lvl1pPr>
              <a:defRPr sz="6000"/>
            </a:lvl1pPr>
          </a:lstStyle>
          <a:p>
            <a:r>
              <a:rPr kumimoji="1" lang="zh-CN" altLang="en-US"/>
              <a:t>单击此处编辑母版标题样式</a:t>
            </a:r>
            <a:endParaRPr kumimoji="1" lang="zh-CN" altLang="en-US"/>
          </a:p>
        </p:txBody>
      </p:sp>
      <p:sp>
        <p:nvSpPr>
          <p:cNvPr id="3" name="文本占位符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kumimoji="1" lang="zh-CN" altLang="en-US"/>
              <a:t>单击此处编辑母版文本样式</a:t>
            </a:r>
            <a:endParaRPr kumimoji="1" lang="zh-CN" altLang="en-US"/>
          </a:p>
        </p:txBody>
      </p:sp>
      <p:sp>
        <p:nvSpPr>
          <p:cNvPr id="4" name="日期占位符 3"/>
          <p:cNvSpPr>
            <a:spLocks noGrp="1"/>
          </p:cNvSpPr>
          <p:nvPr>
            <p:ph type="dt" sz="half" idx="10"/>
          </p:nvPr>
        </p:nvSpPr>
        <p:spPr/>
        <p:txBody>
          <a:bodyPr/>
          <a:lstStyle/>
          <a:p>
            <a:fld id="{8FB9FD2C-6821-D14F-9B68-59272353C12E}" type="datetime1">
              <a:rPr kumimoji="1" lang="zh-CN" altLang="en-US" smtClean="0"/>
            </a:fld>
            <a:endParaRPr kumimoji="1" lang="zh-CN" altLang="en-US"/>
          </a:p>
        </p:txBody>
      </p:sp>
      <p:sp>
        <p:nvSpPr>
          <p:cNvPr id="5" name="页脚占位符 4"/>
          <p:cNvSpPr>
            <a:spLocks noGrp="1"/>
          </p:cNvSpPr>
          <p:nvPr>
            <p:ph type="ftr" sz="quarter" idx="11"/>
          </p:nvPr>
        </p:nvSpPr>
        <p:spPr/>
        <p:txBody>
          <a:bodyPr/>
          <a:lstStyle/>
          <a:p>
            <a:endParaRPr kumimoji="1" lang="zh-CN" altLang="en-US"/>
          </a:p>
        </p:txBody>
      </p:sp>
      <p:sp>
        <p:nvSpPr>
          <p:cNvPr id="6" name="灯片编号占位符 5"/>
          <p:cNvSpPr>
            <a:spLocks noGrp="1"/>
          </p:cNvSpPr>
          <p:nvPr>
            <p:ph type="sldNum" sz="quarter" idx="12"/>
          </p:nvPr>
        </p:nvSpPr>
        <p:spPr/>
        <p:txBody>
          <a:bodyPr/>
          <a:lstStyle/>
          <a:p>
            <a:fld id="{8D4D1E41-7A09-AB4A-A4E1-09765ADA2698}" type="slidenum">
              <a:rPr kumimoji="1" lang="zh-CN" altLang="en-US" smtClean="0"/>
            </a:fld>
            <a:endParaRPr kumimoji="1" lang="zh-CN" alt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kumimoji="1" lang="zh-CN" altLang="en-US"/>
              <a:t>单击此处编辑母版标题样式</a:t>
            </a:r>
            <a:endParaRPr kumimoji="1" lang="zh-CN" altLang="en-US"/>
          </a:p>
        </p:txBody>
      </p:sp>
      <p:sp>
        <p:nvSpPr>
          <p:cNvPr id="3" name="内容占位符 2"/>
          <p:cNvSpPr>
            <a:spLocks noGrp="1"/>
          </p:cNvSpPr>
          <p:nvPr>
            <p:ph sz="half" idx="1"/>
          </p:nvPr>
        </p:nvSpPr>
        <p:spPr>
          <a:xfrm>
            <a:off x="838200" y="1825625"/>
            <a:ext cx="5181600" cy="4351338"/>
          </a:xfrm>
        </p:spPr>
        <p:txBody>
          <a:bodyPr/>
          <a:lstStyle/>
          <a:p>
            <a:pPr lvl="0"/>
            <a:r>
              <a:rPr kumimoji="1" lang="zh-CN" altLang="en-US" dirty="0"/>
              <a:t>单击此处编辑母版文本样式</a:t>
            </a:r>
            <a:endParaRPr kumimoji="1" lang="zh-CN" altLang="en-US" dirty="0"/>
          </a:p>
          <a:p>
            <a:pPr lvl="1"/>
            <a:r>
              <a:rPr kumimoji="1" lang="zh-CN" altLang="en-US" dirty="0"/>
              <a:t>二级</a:t>
            </a:r>
            <a:endParaRPr kumimoji="1" lang="zh-CN" altLang="en-US" dirty="0"/>
          </a:p>
          <a:p>
            <a:pPr lvl="2"/>
            <a:r>
              <a:rPr kumimoji="1" lang="zh-CN" altLang="en-US" dirty="0"/>
              <a:t>三级</a:t>
            </a:r>
            <a:endParaRPr kumimoji="1" lang="zh-CN" altLang="en-US" dirty="0"/>
          </a:p>
          <a:p>
            <a:pPr lvl="3"/>
            <a:r>
              <a:rPr kumimoji="1" lang="zh-CN" altLang="en-US" dirty="0"/>
              <a:t>四级</a:t>
            </a:r>
            <a:endParaRPr kumimoji="1" lang="zh-CN" altLang="en-US" dirty="0"/>
          </a:p>
          <a:p>
            <a:pPr lvl="4"/>
            <a:r>
              <a:rPr kumimoji="1" lang="zh-CN" altLang="en-US" dirty="0"/>
              <a:t>五级</a:t>
            </a:r>
            <a:endParaRPr kumimoji="1" lang="zh-CN" altLang="en-US" dirty="0"/>
          </a:p>
        </p:txBody>
      </p:sp>
      <p:sp>
        <p:nvSpPr>
          <p:cNvPr id="4" name="内容占位符 3"/>
          <p:cNvSpPr>
            <a:spLocks noGrp="1"/>
          </p:cNvSpPr>
          <p:nvPr>
            <p:ph sz="half" idx="2"/>
          </p:nvPr>
        </p:nvSpPr>
        <p:spPr>
          <a:xfrm>
            <a:off x="6172200" y="1825625"/>
            <a:ext cx="5181600" cy="4351338"/>
          </a:xfrm>
        </p:spPr>
        <p:txBody>
          <a:bodyPr/>
          <a:lstStyle/>
          <a:p>
            <a:pPr lvl="0"/>
            <a:r>
              <a:rPr kumimoji="1" lang="zh-CN" altLang="en-US" dirty="0"/>
              <a:t>单击此处编辑母版文本样式</a:t>
            </a:r>
            <a:endParaRPr kumimoji="1" lang="zh-CN" altLang="en-US" dirty="0"/>
          </a:p>
          <a:p>
            <a:pPr lvl="1"/>
            <a:r>
              <a:rPr kumimoji="1" lang="zh-CN" altLang="en-US" dirty="0"/>
              <a:t>二级</a:t>
            </a:r>
            <a:endParaRPr kumimoji="1" lang="zh-CN" altLang="en-US" dirty="0"/>
          </a:p>
          <a:p>
            <a:pPr lvl="2"/>
            <a:r>
              <a:rPr kumimoji="1" lang="zh-CN" altLang="en-US" dirty="0"/>
              <a:t>三级</a:t>
            </a:r>
            <a:endParaRPr kumimoji="1" lang="zh-CN" altLang="en-US" dirty="0"/>
          </a:p>
          <a:p>
            <a:pPr lvl="3"/>
            <a:r>
              <a:rPr kumimoji="1" lang="zh-CN" altLang="en-US" dirty="0"/>
              <a:t>四级</a:t>
            </a:r>
            <a:endParaRPr kumimoji="1" lang="zh-CN" altLang="en-US" dirty="0"/>
          </a:p>
          <a:p>
            <a:pPr lvl="4"/>
            <a:r>
              <a:rPr kumimoji="1" lang="zh-CN" altLang="en-US" dirty="0"/>
              <a:t>五级</a:t>
            </a:r>
            <a:endParaRPr kumimoji="1" lang="zh-CN" altLang="en-US" dirty="0"/>
          </a:p>
        </p:txBody>
      </p:sp>
      <p:sp>
        <p:nvSpPr>
          <p:cNvPr id="5" name="日期占位符 4"/>
          <p:cNvSpPr>
            <a:spLocks noGrp="1"/>
          </p:cNvSpPr>
          <p:nvPr>
            <p:ph type="dt" sz="half" idx="10"/>
          </p:nvPr>
        </p:nvSpPr>
        <p:spPr/>
        <p:txBody>
          <a:bodyPr/>
          <a:lstStyle/>
          <a:p>
            <a:fld id="{3B2C8BEE-C117-B242-AE80-6684D8ECFAC3}" type="datetime1">
              <a:rPr kumimoji="1" lang="zh-CN" altLang="en-US" smtClean="0"/>
            </a:fld>
            <a:endParaRPr kumimoji="1" lang="zh-CN" altLang="en-US"/>
          </a:p>
        </p:txBody>
      </p:sp>
      <p:sp>
        <p:nvSpPr>
          <p:cNvPr id="6" name="页脚占位符 5"/>
          <p:cNvSpPr>
            <a:spLocks noGrp="1"/>
          </p:cNvSpPr>
          <p:nvPr>
            <p:ph type="ftr" sz="quarter" idx="11"/>
          </p:nvPr>
        </p:nvSpPr>
        <p:spPr/>
        <p:txBody>
          <a:bodyPr/>
          <a:lstStyle/>
          <a:p>
            <a:endParaRPr kumimoji="1" lang="zh-CN" altLang="en-US"/>
          </a:p>
        </p:txBody>
      </p:sp>
      <p:sp>
        <p:nvSpPr>
          <p:cNvPr id="7" name="灯片编号占位符 6"/>
          <p:cNvSpPr>
            <a:spLocks noGrp="1"/>
          </p:cNvSpPr>
          <p:nvPr>
            <p:ph type="sldNum" sz="quarter" idx="12"/>
          </p:nvPr>
        </p:nvSpPr>
        <p:spPr>
          <a:xfrm>
            <a:off x="9428202" y="6492874"/>
            <a:ext cx="2743200" cy="365125"/>
          </a:xfrm>
        </p:spPr>
        <p:txBody>
          <a:bodyPr/>
          <a:lstStyle/>
          <a:p>
            <a:fld id="{8D4D1E41-7A09-AB4A-A4E1-09765ADA2698}" type="slidenum">
              <a:rPr kumimoji="1" lang="zh-CN" altLang="en-US" smtClean="0"/>
            </a:fld>
            <a:endParaRPr kumimoji="1" lang="zh-CN" altLang="en-US"/>
          </a:p>
        </p:txBody>
      </p:sp>
      <p:sp>
        <p:nvSpPr>
          <p:cNvPr id="8" name="矩形 7"/>
          <p:cNvSpPr/>
          <p:nvPr userDrawn="1"/>
        </p:nvSpPr>
        <p:spPr>
          <a:xfrm>
            <a:off x="667831" y="636554"/>
            <a:ext cx="509313" cy="498948"/>
          </a:xfrm>
          <a:prstGeom prst="rect">
            <a:avLst/>
          </a:prstGeom>
          <a:solidFill>
            <a:srgbClr val="00666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dirty="0">
              <a:solidFill>
                <a:srgbClr val="5C307E"/>
              </a:solidFill>
            </a:endParaRPr>
          </a:p>
        </p:txBody>
      </p:sp>
      <p:cxnSp>
        <p:nvCxnSpPr>
          <p:cNvPr id="9" name="直线连接符 8"/>
          <p:cNvCxnSpPr/>
          <p:nvPr userDrawn="1"/>
        </p:nvCxnSpPr>
        <p:spPr>
          <a:xfrm>
            <a:off x="1314788" y="1244212"/>
            <a:ext cx="7295812" cy="0"/>
          </a:xfrm>
          <a:prstGeom prst="line">
            <a:avLst/>
          </a:prstGeom>
          <a:ln w="19050">
            <a:solidFill>
              <a:srgbClr val="006666"/>
            </a:solidFill>
          </a:ln>
        </p:spPr>
        <p:style>
          <a:lnRef idx="1">
            <a:schemeClr val="accent1"/>
          </a:lnRef>
          <a:fillRef idx="0">
            <a:schemeClr val="accent1"/>
          </a:fillRef>
          <a:effectRef idx="0">
            <a:schemeClr val="accent1"/>
          </a:effectRef>
          <a:fontRef idx="minor">
            <a:schemeClr val="tx1"/>
          </a:fontRef>
        </p:style>
      </p:cxnSp>
      <p:grpSp>
        <p:nvGrpSpPr>
          <p:cNvPr id="40" name="组合 39"/>
          <p:cNvGrpSpPr/>
          <p:nvPr userDrawn="1"/>
        </p:nvGrpSpPr>
        <p:grpSpPr>
          <a:xfrm>
            <a:off x="715452" y="729525"/>
            <a:ext cx="403039" cy="321898"/>
            <a:chOff x="1368170" y="664579"/>
            <a:chExt cx="550582" cy="439737"/>
          </a:xfrm>
          <a:solidFill>
            <a:schemeClr val="bg1"/>
          </a:solidFill>
        </p:grpSpPr>
        <p:sp>
          <p:nvSpPr>
            <p:cNvPr id="41" name="Freeform 1"/>
            <p:cNvSpPr>
              <a:spLocks noChangeArrowheads="1"/>
            </p:cNvSpPr>
            <p:nvPr/>
          </p:nvSpPr>
          <p:spPr bwMode="auto">
            <a:xfrm>
              <a:off x="1481203" y="771778"/>
              <a:ext cx="437549" cy="332538"/>
            </a:xfrm>
            <a:custGeom>
              <a:avLst/>
              <a:gdLst>
                <a:gd name="T0" fmla="*/ 25 w 2647"/>
                <a:gd name="T1" fmla="*/ 1478 h 2011"/>
                <a:gd name="T2" fmla="*/ 525 w 2647"/>
                <a:gd name="T3" fmla="*/ 1865 h 2011"/>
                <a:gd name="T4" fmla="*/ 736 w 2647"/>
                <a:gd name="T5" fmla="*/ 1972 h 2011"/>
                <a:gd name="T6" fmla="*/ 940 w 2647"/>
                <a:gd name="T7" fmla="*/ 2010 h 2011"/>
                <a:gd name="T8" fmla="*/ 1078 w 2647"/>
                <a:gd name="T9" fmla="*/ 1991 h 2011"/>
                <a:gd name="T10" fmla="*/ 1286 w 2647"/>
                <a:gd name="T11" fmla="*/ 1894 h 2011"/>
                <a:gd name="T12" fmla="*/ 1506 w 2647"/>
                <a:gd name="T13" fmla="*/ 1715 h 2011"/>
                <a:gd name="T14" fmla="*/ 1506 w 2647"/>
                <a:gd name="T15" fmla="*/ 1715 h 2011"/>
                <a:gd name="T16" fmla="*/ 2630 w 2647"/>
                <a:gd name="T17" fmla="*/ 624 h 2011"/>
                <a:gd name="T18" fmla="*/ 2646 w 2647"/>
                <a:gd name="T19" fmla="*/ 586 h 2011"/>
                <a:gd name="T20" fmla="*/ 2630 w 2647"/>
                <a:gd name="T21" fmla="*/ 548 h 2011"/>
                <a:gd name="T22" fmla="*/ 2090 w 2647"/>
                <a:gd name="T23" fmla="*/ 21 h 2011"/>
                <a:gd name="T24" fmla="*/ 2016 w 2647"/>
                <a:gd name="T25" fmla="*/ 22 h 2011"/>
                <a:gd name="T26" fmla="*/ 2017 w 2647"/>
                <a:gd name="T27" fmla="*/ 96 h 2011"/>
                <a:gd name="T28" fmla="*/ 2518 w 2647"/>
                <a:gd name="T29" fmla="*/ 586 h 2011"/>
                <a:gd name="T30" fmla="*/ 1433 w 2647"/>
                <a:gd name="T31" fmla="*/ 1639 h 2011"/>
                <a:gd name="T32" fmla="*/ 1433 w 2647"/>
                <a:gd name="T33" fmla="*/ 1639 h 2011"/>
                <a:gd name="T34" fmla="*/ 1167 w 2647"/>
                <a:gd name="T35" fmla="*/ 1843 h 2011"/>
                <a:gd name="T36" fmla="*/ 1051 w 2647"/>
                <a:gd name="T37" fmla="*/ 1889 h 2011"/>
                <a:gd name="T38" fmla="*/ 940 w 2647"/>
                <a:gd name="T39" fmla="*/ 1904 h 2011"/>
                <a:gd name="T40" fmla="*/ 772 w 2647"/>
                <a:gd name="T41" fmla="*/ 1872 h 2011"/>
                <a:gd name="T42" fmla="*/ 474 w 2647"/>
                <a:gd name="T43" fmla="*/ 1704 h 2011"/>
                <a:gd name="T44" fmla="*/ 93 w 2647"/>
                <a:gd name="T45" fmla="*/ 1398 h 2011"/>
                <a:gd name="T46" fmla="*/ 19 w 2647"/>
                <a:gd name="T47" fmla="*/ 1404 h 2011"/>
                <a:gd name="T48" fmla="*/ 25 w 2647"/>
                <a:gd name="T49" fmla="*/ 1478 h 201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Lst>
              <a:rect l="0" t="0" r="r" b="b"/>
              <a:pathLst>
                <a:path w="2647" h="2011">
                  <a:moveTo>
                    <a:pt x="25" y="1478"/>
                  </a:moveTo>
                  <a:cubicBezTo>
                    <a:pt x="219" y="1643"/>
                    <a:pt x="380" y="1773"/>
                    <a:pt x="525" y="1865"/>
                  </a:cubicBezTo>
                  <a:cubicBezTo>
                    <a:pt x="598" y="1911"/>
                    <a:pt x="668" y="1947"/>
                    <a:pt x="736" y="1972"/>
                  </a:cubicBezTo>
                  <a:cubicBezTo>
                    <a:pt x="805" y="1996"/>
                    <a:pt x="872" y="2010"/>
                    <a:pt x="940" y="2010"/>
                  </a:cubicBezTo>
                  <a:cubicBezTo>
                    <a:pt x="986" y="2010"/>
                    <a:pt x="1032" y="2004"/>
                    <a:pt x="1078" y="1991"/>
                  </a:cubicBezTo>
                  <a:cubicBezTo>
                    <a:pt x="1147" y="1973"/>
                    <a:pt x="1216" y="1940"/>
                    <a:pt x="1286" y="1894"/>
                  </a:cubicBezTo>
                  <a:cubicBezTo>
                    <a:pt x="1357" y="1848"/>
                    <a:pt x="1429" y="1789"/>
                    <a:pt x="1506" y="1715"/>
                  </a:cubicBezTo>
                  <a:lnTo>
                    <a:pt x="1506" y="1715"/>
                  </a:lnTo>
                  <a:lnTo>
                    <a:pt x="2630" y="624"/>
                  </a:lnTo>
                  <a:cubicBezTo>
                    <a:pt x="2640" y="614"/>
                    <a:pt x="2646" y="600"/>
                    <a:pt x="2646" y="586"/>
                  </a:cubicBezTo>
                  <a:cubicBezTo>
                    <a:pt x="2646" y="572"/>
                    <a:pt x="2641" y="558"/>
                    <a:pt x="2630" y="548"/>
                  </a:cubicBezTo>
                  <a:lnTo>
                    <a:pt x="2090" y="21"/>
                  </a:lnTo>
                  <a:cubicBezTo>
                    <a:pt x="2069" y="0"/>
                    <a:pt x="2036" y="1"/>
                    <a:pt x="2016" y="22"/>
                  </a:cubicBezTo>
                  <a:cubicBezTo>
                    <a:pt x="1995" y="42"/>
                    <a:pt x="1996" y="76"/>
                    <a:pt x="2017" y="96"/>
                  </a:cubicBezTo>
                  <a:lnTo>
                    <a:pt x="2518" y="586"/>
                  </a:lnTo>
                  <a:lnTo>
                    <a:pt x="1433" y="1639"/>
                  </a:lnTo>
                  <a:lnTo>
                    <a:pt x="1433" y="1639"/>
                  </a:lnTo>
                  <a:cubicBezTo>
                    <a:pt x="1335" y="1733"/>
                    <a:pt x="1247" y="1800"/>
                    <a:pt x="1167" y="1843"/>
                  </a:cubicBezTo>
                  <a:cubicBezTo>
                    <a:pt x="1127" y="1864"/>
                    <a:pt x="1088" y="1879"/>
                    <a:pt x="1051" y="1889"/>
                  </a:cubicBezTo>
                  <a:cubicBezTo>
                    <a:pt x="1013" y="1899"/>
                    <a:pt x="977" y="1904"/>
                    <a:pt x="940" y="1904"/>
                  </a:cubicBezTo>
                  <a:cubicBezTo>
                    <a:pt x="886" y="1904"/>
                    <a:pt x="831" y="1894"/>
                    <a:pt x="772" y="1872"/>
                  </a:cubicBezTo>
                  <a:cubicBezTo>
                    <a:pt x="683" y="1840"/>
                    <a:pt x="586" y="1784"/>
                    <a:pt x="474" y="1704"/>
                  </a:cubicBezTo>
                  <a:cubicBezTo>
                    <a:pt x="363" y="1624"/>
                    <a:pt x="238" y="1521"/>
                    <a:pt x="93" y="1398"/>
                  </a:cubicBezTo>
                  <a:cubicBezTo>
                    <a:pt x="71" y="1379"/>
                    <a:pt x="38" y="1382"/>
                    <a:pt x="19" y="1404"/>
                  </a:cubicBezTo>
                  <a:cubicBezTo>
                    <a:pt x="0" y="1426"/>
                    <a:pt x="3" y="1459"/>
                    <a:pt x="25" y="1478"/>
                  </a:cubicBezTo>
                </a:path>
              </a:pathLst>
            </a:custGeom>
            <a:grpFill/>
            <a:ln>
              <a:noFill/>
            </a:ln>
            <a:effectLst/>
            <a:extLst>
              <a:ext uri="{91240B29-F687-4F45-9708-019B960494DF}">
                <a14:hiddenLine xmlns:a14="http://schemas.microsoft.com/office/drawing/2010/main" w="9525">
                  <a:solidFill>
                    <a:srgbClr val="808080"/>
                  </a:solidFill>
                  <a:bevel/>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a:p>
          </p:txBody>
        </p:sp>
        <p:sp>
          <p:nvSpPr>
            <p:cNvPr id="42" name="Freeform 2"/>
            <p:cNvSpPr>
              <a:spLocks noChangeArrowheads="1"/>
            </p:cNvSpPr>
            <p:nvPr/>
          </p:nvSpPr>
          <p:spPr bwMode="auto">
            <a:xfrm>
              <a:off x="1511832" y="868769"/>
              <a:ext cx="356603" cy="190334"/>
            </a:xfrm>
            <a:custGeom>
              <a:avLst/>
              <a:gdLst>
                <a:gd name="T0" fmla="*/ 15 w 2158"/>
                <a:gd name="T1" fmla="*/ 713 h 1152"/>
                <a:gd name="T2" fmla="*/ 432 w 2158"/>
                <a:gd name="T3" fmla="*/ 1033 h 1152"/>
                <a:gd name="T4" fmla="*/ 605 w 2158"/>
                <a:gd name="T5" fmla="*/ 1120 h 1152"/>
                <a:gd name="T6" fmla="*/ 771 w 2158"/>
                <a:gd name="T7" fmla="*/ 1151 h 1152"/>
                <a:gd name="T8" fmla="*/ 896 w 2158"/>
                <a:gd name="T9" fmla="*/ 1132 h 1152"/>
                <a:gd name="T10" fmla="*/ 1089 w 2158"/>
                <a:gd name="T11" fmla="*/ 1036 h 1152"/>
                <a:gd name="T12" fmla="*/ 1305 w 2158"/>
                <a:gd name="T13" fmla="*/ 856 h 1152"/>
                <a:gd name="T14" fmla="*/ 1305 w 2158"/>
                <a:gd name="T15" fmla="*/ 856 h 1152"/>
                <a:gd name="T16" fmla="*/ 2144 w 2158"/>
                <a:gd name="T17" fmla="*/ 57 h 1152"/>
                <a:gd name="T18" fmla="*/ 2145 w 2158"/>
                <a:gd name="T19" fmla="*/ 13 h 1152"/>
                <a:gd name="T20" fmla="*/ 2100 w 2158"/>
                <a:gd name="T21" fmla="*/ 12 h 1152"/>
                <a:gd name="T22" fmla="*/ 1262 w 2158"/>
                <a:gd name="T23" fmla="*/ 811 h 1152"/>
                <a:gd name="T24" fmla="*/ 1262 w 2158"/>
                <a:gd name="T25" fmla="*/ 811 h 1152"/>
                <a:gd name="T26" fmla="*/ 993 w 2158"/>
                <a:gd name="T27" fmla="*/ 1023 h 1152"/>
                <a:gd name="T28" fmla="*/ 878 w 2158"/>
                <a:gd name="T29" fmla="*/ 1072 h 1152"/>
                <a:gd name="T30" fmla="*/ 771 w 2158"/>
                <a:gd name="T31" fmla="*/ 1088 h 1152"/>
                <a:gd name="T32" fmla="*/ 626 w 2158"/>
                <a:gd name="T33" fmla="*/ 1061 h 1152"/>
                <a:gd name="T34" fmla="*/ 376 w 2158"/>
                <a:gd name="T35" fmla="*/ 920 h 1152"/>
                <a:gd name="T36" fmla="*/ 55 w 2158"/>
                <a:gd name="T37" fmla="*/ 665 h 1152"/>
                <a:gd name="T38" fmla="*/ 11 w 2158"/>
                <a:gd name="T39" fmla="*/ 669 h 1152"/>
                <a:gd name="T40" fmla="*/ 15 w 2158"/>
                <a:gd name="T41" fmla="*/ 713 h 115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2158" h="1152">
                  <a:moveTo>
                    <a:pt x="15" y="713"/>
                  </a:moveTo>
                  <a:cubicBezTo>
                    <a:pt x="179" y="850"/>
                    <a:pt x="312" y="958"/>
                    <a:pt x="432" y="1033"/>
                  </a:cubicBezTo>
                  <a:cubicBezTo>
                    <a:pt x="492" y="1071"/>
                    <a:pt x="549" y="1100"/>
                    <a:pt x="605" y="1120"/>
                  </a:cubicBezTo>
                  <a:cubicBezTo>
                    <a:pt x="661" y="1140"/>
                    <a:pt x="716" y="1151"/>
                    <a:pt x="771" y="1151"/>
                  </a:cubicBezTo>
                  <a:cubicBezTo>
                    <a:pt x="812" y="1151"/>
                    <a:pt x="854" y="1145"/>
                    <a:pt x="896" y="1132"/>
                  </a:cubicBezTo>
                  <a:cubicBezTo>
                    <a:pt x="959" y="1114"/>
                    <a:pt x="1022" y="1082"/>
                    <a:pt x="1089" y="1036"/>
                  </a:cubicBezTo>
                  <a:cubicBezTo>
                    <a:pt x="1156" y="990"/>
                    <a:pt x="1227" y="931"/>
                    <a:pt x="1305" y="856"/>
                  </a:cubicBezTo>
                  <a:lnTo>
                    <a:pt x="1305" y="856"/>
                  </a:lnTo>
                  <a:lnTo>
                    <a:pt x="2144" y="57"/>
                  </a:lnTo>
                  <a:cubicBezTo>
                    <a:pt x="2156" y="45"/>
                    <a:pt x="2157" y="25"/>
                    <a:pt x="2145" y="13"/>
                  </a:cubicBezTo>
                  <a:cubicBezTo>
                    <a:pt x="2133" y="0"/>
                    <a:pt x="2113" y="0"/>
                    <a:pt x="2100" y="12"/>
                  </a:cubicBezTo>
                  <a:lnTo>
                    <a:pt x="1262" y="811"/>
                  </a:lnTo>
                  <a:lnTo>
                    <a:pt x="1262" y="811"/>
                  </a:lnTo>
                  <a:cubicBezTo>
                    <a:pt x="1160" y="908"/>
                    <a:pt x="1072" y="978"/>
                    <a:pt x="993" y="1023"/>
                  </a:cubicBezTo>
                  <a:cubicBezTo>
                    <a:pt x="953" y="1045"/>
                    <a:pt x="915" y="1062"/>
                    <a:pt x="878" y="1072"/>
                  </a:cubicBezTo>
                  <a:cubicBezTo>
                    <a:pt x="842" y="1083"/>
                    <a:pt x="806" y="1088"/>
                    <a:pt x="771" y="1088"/>
                  </a:cubicBezTo>
                  <a:cubicBezTo>
                    <a:pt x="724" y="1088"/>
                    <a:pt x="677" y="1079"/>
                    <a:pt x="626" y="1061"/>
                  </a:cubicBezTo>
                  <a:cubicBezTo>
                    <a:pt x="551" y="1034"/>
                    <a:pt x="469" y="987"/>
                    <a:pt x="376" y="920"/>
                  </a:cubicBezTo>
                  <a:cubicBezTo>
                    <a:pt x="282" y="853"/>
                    <a:pt x="177" y="767"/>
                    <a:pt x="55" y="665"/>
                  </a:cubicBezTo>
                  <a:cubicBezTo>
                    <a:pt x="42" y="654"/>
                    <a:pt x="22" y="656"/>
                    <a:pt x="11" y="669"/>
                  </a:cubicBezTo>
                  <a:cubicBezTo>
                    <a:pt x="0" y="682"/>
                    <a:pt x="1" y="702"/>
                    <a:pt x="15" y="713"/>
                  </a:cubicBezTo>
                </a:path>
              </a:pathLst>
            </a:custGeom>
            <a:grpFill/>
            <a:ln>
              <a:noFill/>
            </a:ln>
            <a:effectLst/>
            <a:extLst>
              <a:ext uri="{91240B29-F687-4F45-9708-019B960494DF}">
                <a14:hiddenLine xmlns:a14="http://schemas.microsoft.com/office/drawing/2010/main" w="9525">
                  <a:solidFill>
                    <a:srgbClr val="808080"/>
                  </a:solidFill>
                  <a:bevel/>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a:p>
          </p:txBody>
        </p:sp>
        <p:sp>
          <p:nvSpPr>
            <p:cNvPr id="43" name="Freeform 3"/>
            <p:cNvSpPr>
              <a:spLocks noChangeArrowheads="1"/>
            </p:cNvSpPr>
            <p:nvPr/>
          </p:nvSpPr>
          <p:spPr bwMode="auto">
            <a:xfrm>
              <a:off x="1540273" y="847620"/>
              <a:ext cx="304826" cy="169186"/>
            </a:xfrm>
            <a:custGeom>
              <a:avLst/>
              <a:gdLst>
                <a:gd name="T0" fmla="*/ 12 w 1845"/>
                <a:gd name="T1" fmla="*/ 672 h 1022"/>
                <a:gd name="T2" fmla="*/ 350 w 1845"/>
                <a:gd name="T3" fmla="*/ 928 h 1022"/>
                <a:gd name="T4" fmla="*/ 488 w 1845"/>
                <a:gd name="T5" fmla="*/ 997 h 1022"/>
                <a:gd name="T6" fmla="*/ 620 w 1845"/>
                <a:gd name="T7" fmla="*/ 1021 h 1022"/>
                <a:gd name="T8" fmla="*/ 734 w 1845"/>
                <a:gd name="T9" fmla="*/ 1003 h 1022"/>
                <a:gd name="T10" fmla="*/ 915 w 1845"/>
                <a:gd name="T11" fmla="*/ 905 h 1022"/>
                <a:gd name="T12" fmla="*/ 1129 w 1845"/>
                <a:gd name="T13" fmla="*/ 720 h 1022"/>
                <a:gd name="T14" fmla="*/ 1129 w 1845"/>
                <a:gd name="T15" fmla="*/ 720 h 1022"/>
                <a:gd name="T16" fmla="*/ 1834 w 1845"/>
                <a:gd name="T17" fmla="*/ 42 h 1022"/>
                <a:gd name="T18" fmla="*/ 1835 w 1845"/>
                <a:gd name="T19" fmla="*/ 10 h 1022"/>
                <a:gd name="T20" fmla="*/ 1802 w 1845"/>
                <a:gd name="T21" fmla="*/ 9 h 1022"/>
                <a:gd name="T22" fmla="*/ 1097 w 1845"/>
                <a:gd name="T23" fmla="*/ 687 h 1022"/>
                <a:gd name="T24" fmla="*/ 1097 w 1845"/>
                <a:gd name="T25" fmla="*/ 687 h 1022"/>
                <a:gd name="T26" fmla="*/ 828 w 1845"/>
                <a:gd name="T27" fmla="*/ 907 h 1022"/>
                <a:gd name="T28" fmla="*/ 720 w 1845"/>
                <a:gd name="T29" fmla="*/ 959 h 1022"/>
                <a:gd name="T30" fmla="*/ 620 w 1845"/>
                <a:gd name="T31" fmla="*/ 975 h 1022"/>
                <a:gd name="T32" fmla="*/ 504 w 1845"/>
                <a:gd name="T33" fmla="*/ 954 h 1022"/>
                <a:gd name="T34" fmla="*/ 302 w 1845"/>
                <a:gd name="T35" fmla="*/ 841 h 1022"/>
                <a:gd name="T36" fmla="*/ 41 w 1845"/>
                <a:gd name="T37" fmla="*/ 636 h 1022"/>
                <a:gd name="T38" fmla="*/ 9 w 1845"/>
                <a:gd name="T39" fmla="*/ 640 h 1022"/>
                <a:gd name="T40" fmla="*/ 12 w 1845"/>
                <a:gd name="T41" fmla="*/ 672 h 102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1845" h="1022">
                  <a:moveTo>
                    <a:pt x="12" y="672"/>
                  </a:moveTo>
                  <a:cubicBezTo>
                    <a:pt x="146" y="782"/>
                    <a:pt x="254" y="868"/>
                    <a:pt x="350" y="928"/>
                  </a:cubicBezTo>
                  <a:cubicBezTo>
                    <a:pt x="398" y="958"/>
                    <a:pt x="444" y="981"/>
                    <a:pt x="488" y="997"/>
                  </a:cubicBezTo>
                  <a:cubicBezTo>
                    <a:pt x="533" y="1013"/>
                    <a:pt x="576" y="1021"/>
                    <a:pt x="620" y="1021"/>
                  </a:cubicBezTo>
                  <a:cubicBezTo>
                    <a:pt x="658" y="1021"/>
                    <a:pt x="695" y="1015"/>
                    <a:pt x="734" y="1003"/>
                  </a:cubicBezTo>
                  <a:cubicBezTo>
                    <a:pt x="791" y="984"/>
                    <a:pt x="850" y="952"/>
                    <a:pt x="915" y="905"/>
                  </a:cubicBezTo>
                  <a:cubicBezTo>
                    <a:pt x="980" y="858"/>
                    <a:pt x="1050" y="797"/>
                    <a:pt x="1129" y="720"/>
                  </a:cubicBezTo>
                  <a:lnTo>
                    <a:pt x="1129" y="720"/>
                  </a:lnTo>
                  <a:lnTo>
                    <a:pt x="1834" y="42"/>
                  </a:lnTo>
                  <a:cubicBezTo>
                    <a:pt x="1843" y="34"/>
                    <a:pt x="1844" y="19"/>
                    <a:pt x="1835" y="10"/>
                  </a:cubicBezTo>
                  <a:cubicBezTo>
                    <a:pt x="1826" y="1"/>
                    <a:pt x="1811" y="0"/>
                    <a:pt x="1802" y="9"/>
                  </a:cubicBezTo>
                  <a:lnTo>
                    <a:pt x="1097" y="687"/>
                  </a:lnTo>
                  <a:lnTo>
                    <a:pt x="1097" y="687"/>
                  </a:lnTo>
                  <a:cubicBezTo>
                    <a:pt x="992" y="788"/>
                    <a:pt x="905" y="861"/>
                    <a:pt x="828" y="907"/>
                  </a:cubicBezTo>
                  <a:cubicBezTo>
                    <a:pt x="790" y="931"/>
                    <a:pt x="754" y="948"/>
                    <a:pt x="720" y="959"/>
                  </a:cubicBezTo>
                  <a:cubicBezTo>
                    <a:pt x="685" y="970"/>
                    <a:pt x="653" y="975"/>
                    <a:pt x="620" y="975"/>
                  </a:cubicBezTo>
                  <a:cubicBezTo>
                    <a:pt x="582" y="975"/>
                    <a:pt x="544" y="968"/>
                    <a:pt x="504" y="954"/>
                  </a:cubicBezTo>
                  <a:cubicBezTo>
                    <a:pt x="443" y="932"/>
                    <a:pt x="378" y="894"/>
                    <a:pt x="302" y="841"/>
                  </a:cubicBezTo>
                  <a:cubicBezTo>
                    <a:pt x="227" y="787"/>
                    <a:pt x="141" y="718"/>
                    <a:pt x="41" y="636"/>
                  </a:cubicBezTo>
                  <a:cubicBezTo>
                    <a:pt x="31" y="628"/>
                    <a:pt x="17" y="630"/>
                    <a:pt x="9" y="640"/>
                  </a:cubicBezTo>
                  <a:cubicBezTo>
                    <a:pt x="0" y="649"/>
                    <a:pt x="2" y="664"/>
                    <a:pt x="12" y="672"/>
                  </a:cubicBezTo>
                </a:path>
              </a:pathLst>
            </a:custGeom>
            <a:grpFill/>
            <a:ln>
              <a:noFill/>
            </a:ln>
            <a:effectLst/>
            <a:extLst>
              <a:ext uri="{91240B29-F687-4F45-9708-019B960494DF}">
                <a14:hiddenLine xmlns:a14="http://schemas.microsoft.com/office/drawing/2010/main" w="9525">
                  <a:solidFill>
                    <a:srgbClr val="808080"/>
                  </a:solidFill>
                  <a:bevel/>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a:p>
          </p:txBody>
        </p:sp>
        <p:sp>
          <p:nvSpPr>
            <p:cNvPr id="44" name="Freeform 4"/>
            <p:cNvSpPr>
              <a:spLocks noChangeArrowheads="1"/>
            </p:cNvSpPr>
            <p:nvPr/>
          </p:nvSpPr>
          <p:spPr bwMode="auto">
            <a:xfrm>
              <a:off x="1568713" y="826472"/>
              <a:ext cx="253050" cy="148037"/>
            </a:xfrm>
            <a:custGeom>
              <a:avLst/>
              <a:gdLst>
                <a:gd name="T0" fmla="*/ 8 w 1531"/>
                <a:gd name="T1" fmla="*/ 630 h 895"/>
                <a:gd name="T2" fmla="*/ 269 w 1531"/>
                <a:gd name="T3" fmla="*/ 824 h 895"/>
                <a:gd name="T4" fmla="*/ 374 w 1531"/>
                <a:gd name="T5" fmla="*/ 876 h 895"/>
                <a:gd name="T6" fmla="*/ 473 w 1531"/>
                <a:gd name="T7" fmla="*/ 894 h 895"/>
                <a:gd name="T8" fmla="*/ 573 w 1531"/>
                <a:gd name="T9" fmla="*/ 875 h 895"/>
                <a:gd name="T10" fmla="*/ 739 w 1531"/>
                <a:gd name="T11" fmla="*/ 775 h 895"/>
                <a:gd name="T12" fmla="*/ 953 w 1531"/>
                <a:gd name="T13" fmla="*/ 584 h 895"/>
                <a:gd name="T14" fmla="*/ 953 w 1531"/>
                <a:gd name="T15" fmla="*/ 584 h 895"/>
                <a:gd name="T16" fmla="*/ 1524 w 1531"/>
                <a:gd name="T17" fmla="*/ 27 h 895"/>
                <a:gd name="T18" fmla="*/ 1524 w 1531"/>
                <a:gd name="T19" fmla="*/ 6 h 895"/>
                <a:gd name="T20" fmla="*/ 1503 w 1531"/>
                <a:gd name="T21" fmla="*/ 6 h 895"/>
                <a:gd name="T22" fmla="*/ 932 w 1531"/>
                <a:gd name="T23" fmla="*/ 563 h 895"/>
                <a:gd name="T24" fmla="*/ 932 w 1531"/>
                <a:gd name="T25" fmla="*/ 563 h 895"/>
                <a:gd name="T26" fmla="*/ 663 w 1531"/>
                <a:gd name="T27" fmla="*/ 793 h 895"/>
                <a:gd name="T28" fmla="*/ 562 w 1531"/>
                <a:gd name="T29" fmla="*/ 847 h 895"/>
                <a:gd name="T30" fmla="*/ 473 w 1531"/>
                <a:gd name="T31" fmla="*/ 865 h 895"/>
                <a:gd name="T32" fmla="*/ 384 w 1531"/>
                <a:gd name="T33" fmla="*/ 848 h 895"/>
                <a:gd name="T34" fmla="*/ 229 w 1531"/>
                <a:gd name="T35" fmla="*/ 762 h 895"/>
                <a:gd name="T36" fmla="*/ 26 w 1531"/>
                <a:gd name="T37" fmla="*/ 607 h 895"/>
                <a:gd name="T38" fmla="*/ 5 w 1531"/>
                <a:gd name="T39" fmla="*/ 609 h 895"/>
                <a:gd name="T40" fmla="*/ 8 w 1531"/>
                <a:gd name="T41" fmla="*/ 630 h 89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1531" h="895">
                  <a:moveTo>
                    <a:pt x="8" y="630"/>
                  </a:moveTo>
                  <a:cubicBezTo>
                    <a:pt x="113" y="714"/>
                    <a:pt x="196" y="779"/>
                    <a:pt x="269" y="824"/>
                  </a:cubicBezTo>
                  <a:cubicBezTo>
                    <a:pt x="306" y="847"/>
                    <a:pt x="340" y="864"/>
                    <a:pt x="374" y="876"/>
                  </a:cubicBezTo>
                  <a:cubicBezTo>
                    <a:pt x="407" y="888"/>
                    <a:pt x="440" y="894"/>
                    <a:pt x="473" y="894"/>
                  </a:cubicBezTo>
                  <a:cubicBezTo>
                    <a:pt x="506" y="894"/>
                    <a:pt x="539" y="888"/>
                    <a:pt x="573" y="875"/>
                  </a:cubicBezTo>
                  <a:cubicBezTo>
                    <a:pt x="624" y="856"/>
                    <a:pt x="678" y="823"/>
                    <a:pt x="739" y="775"/>
                  </a:cubicBezTo>
                  <a:cubicBezTo>
                    <a:pt x="801" y="727"/>
                    <a:pt x="870" y="663"/>
                    <a:pt x="953" y="584"/>
                  </a:cubicBezTo>
                  <a:lnTo>
                    <a:pt x="953" y="584"/>
                  </a:lnTo>
                  <a:lnTo>
                    <a:pt x="1524" y="27"/>
                  </a:lnTo>
                  <a:cubicBezTo>
                    <a:pt x="1529" y="21"/>
                    <a:pt x="1530" y="12"/>
                    <a:pt x="1524" y="6"/>
                  </a:cubicBezTo>
                  <a:cubicBezTo>
                    <a:pt x="1518" y="0"/>
                    <a:pt x="1509" y="0"/>
                    <a:pt x="1503" y="6"/>
                  </a:cubicBezTo>
                  <a:lnTo>
                    <a:pt x="932" y="563"/>
                  </a:lnTo>
                  <a:lnTo>
                    <a:pt x="932" y="563"/>
                  </a:lnTo>
                  <a:cubicBezTo>
                    <a:pt x="823" y="668"/>
                    <a:pt x="737" y="744"/>
                    <a:pt x="663" y="793"/>
                  </a:cubicBezTo>
                  <a:cubicBezTo>
                    <a:pt x="627" y="818"/>
                    <a:pt x="594" y="836"/>
                    <a:pt x="562" y="847"/>
                  </a:cubicBezTo>
                  <a:cubicBezTo>
                    <a:pt x="531" y="859"/>
                    <a:pt x="502" y="865"/>
                    <a:pt x="473" y="865"/>
                  </a:cubicBezTo>
                  <a:cubicBezTo>
                    <a:pt x="444" y="865"/>
                    <a:pt x="415" y="859"/>
                    <a:pt x="384" y="848"/>
                  </a:cubicBezTo>
                  <a:cubicBezTo>
                    <a:pt x="338" y="832"/>
                    <a:pt x="288" y="803"/>
                    <a:pt x="229" y="762"/>
                  </a:cubicBezTo>
                  <a:cubicBezTo>
                    <a:pt x="171" y="722"/>
                    <a:pt x="105" y="669"/>
                    <a:pt x="26" y="607"/>
                  </a:cubicBezTo>
                  <a:cubicBezTo>
                    <a:pt x="20" y="602"/>
                    <a:pt x="10" y="603"/>
                    <a:pt x="5" y="609"/>
                  </a:cubicBezTo>
                  <a:cubicBezTo>
                    <a:pt x="0" y="615"/>
                    <a:pt x="1" y="625"/>
                    <a:pt x="8" y="630"/>
                  </a:cubicBezTo>
                </a:path>
              </a:pathLst>
            </a:custGeom>
            <a:grpFill/>
            <a:ln>
              <a:noFill/>
            </a:ln>
            <a:effectLst/>
            <a:extLst>
              <a:ext uri="{91240B29-F687-4F45-9708-019B960494DF}">
                <a14:hiddenLine xmlns:a14="http://schemas.microsoft.com/office/drawing/2010/main" w="9525">
                  <a:solidFill>
                    <a:srgbClr val="808080"/>
                  </a:solidFill>
                  <a:bevel/>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a:p>
          </p:txBody>
        </p:sp>
        <p:sp>
          <p:nvSpPr>
            <p:cNvPr id="45" name="Freeform 5"/>
            <p:cNvSpPr>
              <a:spLocks noChangeArrowheads="1"/>
            </p:cNvSpPr>
            <p:nvPr/>
          </p:nvSpPr>
          <p:spPr bwMode="auto">
            <a:xfrm>
              <a:off x="1596425" y="805324"/>
              <a:ext cx="201273" cy="127619"/>
            </a:xfrm>
            <a:custGeom>
              <a:avLst/>
              <a:gdLst>
                <a:gd name="T0" fmla="*/ 4 w 1217"/>
                <a:gd name="T1" fmla="*/ 588 h 773"/>
                <a:gd name="T2" fmla="*/ 193 w 1217"/>
                <a:gd name="T3" fmla="*/ 724 h 773"/>
                <a:gd name="T4" fmla="*/ 332 w 1217"/>
                <a:gd name="T5" fmla="*/ 772 h 773"/>
                <a:gd name="T6" fmla="*/ 415 w 1217"/>
                <a:gd name="T7" fmla="*/ 752 h 773"/>
                <a:gd name="T8" fmla="*/ 563 w 1217"/>
                <a:gd name="T9" fmla="*/ 648 h 773"/>
                <a:gd name="T10" fmla="*/ 776 w 1217"/>
                <a:gd name="T11" fmla="*/ 448 h 773"/>
                <a:gd name="T12" fmla="*/ 776 w 1217"/>
                <a:gd name="T13" fmla="*/ 448 h 773"/>
                <a:gd name="T14" fmla="*/ 1213 w 1217"/>
                <a:gd name="T15" fmla="*/ 12 h 773"/>
                <a:gd name="T16" fmla="*/ 1213 w 1217"/>
                <a:gd name="T17" fmla="*/ 2 h 773"/>
                <a:gd name="T18" fmla="*/ 1204 w 1217"/>
                <a:gd name="T19" fmla="*/ 2 h 773"/>
                <a:gd name="T20" fmla="*/ 767 w 1217"/>
                <a:gd name="T21" fmla="*/ 439 h 773"/>
                <a:gd name="T22" fmla="*/ 500 w 1217"/>
                <a:gd name="T23" fmla="*/ 682 h 773"/>
                <a:gd name="T24" fmla="*/ 410 w 1217"/>
                <a:gd name="T25" fmla="*/ 740 h 773"/>
                <a:gd name="T26" fmla="*/ 332 w 1217"/>
                <a:gd name="T27" fmla="*/ 759 h 773"/>
                <a:gd name="T28" fmla="*/ 199 w 1217"/>
                <a:gd name="T29" fmla="*/ 712 h 773"/>
                <a:gd name="T30" fmla="*/ 12 w 1217"/>
                <a:gd name="T31" fmla="*/ 577 h 773"/>
                <a:gd name="T32" fmla="*/ 2 w 1217"/>
                <a:gd name="T33" fmla="*/ 578 h 773"/>
                <a:gd name="T34" fmla="*/ 4 w 1217"/>
                <a:gd name="T35" fmla="*/ 588 h 77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1217" h="773">
                  <a:moveTo>
                    <a:pt x="4" y="588"/>
                  </a:moveTo>
                  <a:cubicBezTo>
                    <a:pt x="81" y="647"/>
                    <a:pt x="141" y="692"/>
                    <a:pt x="193" y="724"/>
                  </a:cubicBezTo>
                  <a:cubicBezTo>
                    <a:pt x="244" y="755"/>
                    <a:pt x="288" y="772"/>
                    <a:pt x="332" y="772"/>
                  </a:cubicBezTo>
                  <a:cubicBezTo>
                    <a:pt x="359" y="772"/>
                    <a:pt x="386" y="765"/>
                    <a:pt x="415" y="752"/>
                  </a:cubicBezTo>
                  <a:cubicBezTo>
                    <a:pt x="458" y="733"/>
                    <a:pt x="505" y="698"/>
                    <a:pt x="563" y="648"/>
                  </a:cubicBezTo>
                  <a:cubicBezTo>
                    <a:pt x="620" y="597"/>
                    <a:pt x="689" y="531"/>
                    <a:pt x="776" y="448"/>
                  </a:cubicBezTo>
                  <a:lnTo>
                    <a:pt x="776" y="448"/>
                  </a:lnTo>
                  <a:lnTo>
                    <a:pt x="1213" y="12"/>
                  </a:lnTo>
                  <a:cubicBezTo>
                    <a:pt x="1216" y="9"/>
                    <a:pt x="1216" y="5"/>
                    <a:pt x="1213" y="2"/>
                  </a:cubicBezTo>
                  <a:cubicBezTo>
                    <a:pt x="1210" y="0"/>
                    <a:pt x="1206" y="0"/>
                    <a:pt x="1204" y="2"/>
                  </a:cubicBezTo>
                  <a:lnTo>
                    <a:pt x="767" y="439"/>
                  </a:lnTo>
                  <a:cubicBezTo>
                    <a:pt x="651" y="549"/>
                    <a:pt x="568" y="630"/>
                    <a:pt x="500" y="682"/>
                  </a:cubicBezTo>
                  <a:cubicBezTo>
                    <a:pt x="466" y="709"/>
                    <a:pt x="437" y="728"/>
                    <a:pt x="410" y="740"/>
                  </a:cubicBezTo>
                  <a:cubicBezTo>
                    <a:pt x="382" y="753"/>
                    <a:pt x="357" y="759"/>
                    <a:pt x="332" y="759"/>
                  </a:cubicBezTo>
                  <a:cubicBezTo>
                    <a:pt x="291" y="759"/>
                    <a:pt x="250" y="743"/>
                    <a:pt x="199" y="712"/>
                  </a:cubicBezTo>
                  <a:cubicBezTo>
                    <a:pt x="149" y="682"/>
                    <a:pt x="89" y="636"/>
                    <a:pt x="12" y="577"/>
                  </a:cubicBezTo>
                  <a:cubicBezTo>
                    <a:pt x="9" y="575"/>
                    <a:pt x="4" y="575"/>
                    <a:pt x="2" y="578"/>
                  </a:cubicBezTo>
                  <a:cubicBezTo>
                    <a:pt x="0" y="581"/>
                    <a:pt x="1" y="585"/>
                    <a:pt x="4" y="588"/>
                  </a:cubicBezTo>
                </a:path>
              </a:pathLst>
            </a:custGeom>
            <a:grpFill/>
            <a:ln>
              <a:noFill/>
            </a:ln>
            <a:effectLst/>
            <a:extLst>
              <a:ext uri="{91240B29-F687-4F45-9708-019B960494DF}">
                <a14:hiddenLine xmlns:a14="http://schemas.microsoft.com/office/drawing/2010/main" w="9525">
                  <a:solidFill>
                    <a:srgbClr val="808080"/>
                  </a:solidFill>
                  <a:bevel/>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a:p>
          </p:txBody>
        </p:sp>
        <p:sp>
          <p:nvSpPr>
            <p:cNvPr id="46" name="Freeform 6"/>
            <p:cNvSpPr>
              <a:spLocks noChangeArrowheads="1"/>
            </p:cNvSpPr>
            <p:nvPr/>
          </p:nvSpPr>
          <p:spPr bwMode="auto">
            <a:xfrm>
              <a:off x="1368170" y="664579"/>
              <a:ext cx="439737" cy="330350"/>
            </a:xfrm>
            <a:custGeom>
              <a:avLst/>
              <a:gdLst>
                <a:gd name="T0" fmla="*/ 2631 w 2657"/>
                <a:gd name="T1" fmla="*/ 532 h 1998"/>
                <a:gd name="T2" fmla="*/ 2130 w 2657"/>
                <a:gd name="T3" fmla="*/ 145 h 1998"/>
                <a:gd name="T4" fmla="*/ 1920 w 2657"/>
                <a:gd name="T5" fmla="*/ 38 h 1998"/>
                <a:gd name="T6" fmla="*/ 1715 w 2657"/>
                <a:gd name="T7" fmla="*/ 0 h 1998"/>
                <a:gd name="T8" fmla="*/ 1578 w 2657"/>
                <a:gd name="T9" fmla="*/ 19 h 1998"/>
                <a:gd name="T10" fmla="*/ 1370 w 2657"/>
                <a:gd name="T11" fmla="*/ 116 h 1998"/>
                <a:gd name="T12" fmla="*/ 1150 w 2657"/>
                <a:gd name="T13" fmla="*/ 295 h 1998"/>
                <a:gd name="T14" fmla="*/ 1150 w 2657"/>
                <a:gd name="T15" fmla="*/ 295 h 1998"/>
                <a:gd name="T16" fmla="*/ 16 w 2657"/>
                <a:gd name="T17" fmla="*/ 1368 h 1998"/>
                <a:gd name="T18" fmla="*/ 0 w 2657"/>
                <a:gd name="T19" fmla="*/ 1406 h 1998"/>
                <a:gd name="T20" fmla="*/ 16 w 2657"/>
                <a:gd name="T21" fmla="*/ 1444 h 1998"/>
                <a:gd name="T22" fmla="*/ 566 w 2657"/>
                <a:gd name="T23" fmla="*/ 1977 h 1998"/>
                <a:gd name="T24" fmla="*/ 640 w 2657"/>
                <a:gd name="T25" fmla="*/ 1976 h 1998"/>
                <a:gd name="T26" fmla="*/ 639 w 2657"/>
                <a:gd name="T27" fmla="*/ 1901 h 1998"/>
                <a:gd name="T28" fmla="*/ 129 w 2657"/>
                <a:gd name="T29" fmla="*/ 1406 h 1998"/>
                <a:gd name="T30" fmla="*/ 1223 w 2657"/>
                <a:gd name="T31" fmla="*/ 371 h 1998"/>
                <a:gd name="T32" fmla="*/ 1223 w 2657"/>
                <a:gd name="T33" fmla="*/ 371 h 1998"/>
                <a:gd name="T34" fmla="*/ 1489 w 2657"/>
                <a:gd name="T35" fmla="*/ 167 h 1998"/>
                <a:gd name="T36" fmla="*/ 1605 w 2657"/>
                <a:gd name="T37" fmla="*/ 121 h 1998"/>
                <a:gd name="T38" fmla="*/ 1715 w 2657"/>
                <a:gd name="T39" fmla="*/ 106 h 1998"/>
                <a:gd name="T40" fmla="*/ 1884 w 2657"/>
                <a:gd name="T41" fmla="*/ 138 h 1998"/>
                <a:gd name="T42" fmla="*/ 2181 w 2657"/>
                <a:gd name="T43" fmla="*/ 306 h 1998"/>
                <a:gd name="T44" fmla="*/ 2562 w 2657"/>
                <a:gd name="T45" fmla="*/ 612 h 1998"/>
                <a:gd name="T46" fmla="*/ 2637 w 2657"/>
                <a:gd name="T47" fmla="*/ 606 h 1998"/>
                <a:gd name="T48" fmla="*/ 2631 w 2657"/>
                <a:gd name="T49" fmla="*/ 532 h 199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Lst>
              <a:rect l="0" t="0" r="r" b="b"/>
              <a:pathLst>
                <a:path w="2657" h="1998">
                  <a:moveTo>
                    <a:pt x="2631" y="532"/>
                  </a:moveTo>
                  <a:cubicBezTo>
                    <a:pt x="2437" y="367"/>
                    <a:pt x="2276" y="237"/>
                    <a:pt x="2130" y="145"/>
                  </a:cubicBezTo>
                  <a:cubicBezTo>
                    <a:pt x="2058" y="99"/>
                    <a:pt x="1988" y="63"/>
                    <a:pt x="1920" y="38"/>
                  </a:cubicBezTo>
                  <a:cubicBezTo>
                    <a:pt x="1851" y="14"/>
                    <a:pt x="1783" y="0"/>
                    <a:pt x="1715" y="0"/>
                  </a:cubicBezTo>
                  <a:cubicBezTo>
                    <a:pt x="1669" y="0"/>
                    <a:pt x="1623" y="6"/>
                    <a:pt x="1578" y="19"/>
                  </a:cubicBezTo>
                  <a:cubicBezTo>
                    <a:pt x="1509" y="37"/>
                    <a:pt x="1440" y="70"/>
                    <a:pt x="1370" y="116"/>
                  </a:cubicBezTo>
                  <a:cubicBezTo>
                    <a:pt x="1299" y="162"/>
                    <a:pt x="1227" y="221"/>
                    <a:pt x="1150" y="295"/>
                  </a:cubicBezTo>
                  <a:lnTo>
                    <a:pt x="1150" y="295"/>
                  </a:lnTo>
                  <a:lnTo>
                    <a:pt x="16" y="1368"/>
                  </a:lnTo>
                  <a:cubicBezTo>
                    <a:pt x="6" y="1378"/>
                    <a:pt x="0" y="1391"/>
                    <a:pt x="0" y="1406"/>
                  </a:cubicBezTo>
                  <a:cubicBezTo>
                    <a:pt x="0" y="1420"/>
                    <a:pt x="6" y="1434"/>
                    <a:pt x="16" y="1444"/>
                  </a:cubicBezTo>
                  <a:lnTo>
                    <a:pt x="566" y="1977"/>
                  </a:lnTo>
                  <a:cubicBezTo>
                    <a:pt x="587" y="1997"/>
                    <a:pt x="619" y="1997"/>
                    <a:pt x="640" y="1976"/>
                  </a:cubicBezTo>
                  <a:cubicBezTo>
                    <a:pt x="660" y="1955"/>
                    <a:pt x="660" y="1921"/>
                    <a:pt x="639" y="1901"/>
                  </a:cubicBezTo>
                  <a:lnTo>
                    <a:pt x="129" y="1406"/>
                  </a:lnTo>
                  <a:lnTo>
                    <a:pt x="1223" y="371"/>
                  </a:lnTo>
                  <a:lnTo>
                    <a:pt x="1223" y="371"/>
                  </a:lnTo>
                  <a:cubicBezTo>
                    <a:pt x="1321" y="277"/>
                    <a:pt x="1409" y="210"/>
                    <a:pt x="1489" y="167"/>
                  </a:cubicBezTo>
                  <a:cubicBezTo>
                    <a:pt x="1529" y="146"/>
                    <a:pt x="1568" y="131"/>
                    <a:pt x="1605" y="121"/>
                  </a:cubicBezTo>
                  <a:cubicBezTo>
                    <a:pt x="1642" y="111"/>
                    <a:pt x="1679" y="106"/>
                    <a:pt x="1715" y="106"/>
                  </a:cubicBezTo>
                  <a:cubicBezTo>
                    <a:pt x="1770" y="106"/>
                    <a:pt x="1825" y="116"/>
                    <a:pt x="1884" y="138"/>
                  </a:cubicBezTo>
                  <a:cubicBezTo>
                    <a:pt x="1972" y="170"/>
                    <a:pt x="2070" y="226"/>
                    <a:pt x="2181" y="306"/>
                  </a:cubicBezTo>
                  <a:cubicBezTo>
                    <a:pt x="2293" y="387"/>
                    <a:pt x="2418" y="490"/>
                    <a:pt x="2562" y="612"/>
                  </a:cubicBezTo>
                  <a:cubicBezTo>
                    <a:pt x="2585" y="631"/>
                    <a:pt x="2618" y="628"/>
                    <a:pt x="2637" y="606"/>
                  </a:cubicBezTo>
                  <a:cubicBezTo>
                    <a:pt x="2656" y="584"/>
                    <a:pt x="2653" y="551"/>
                    <a:pt x="2631" y="532"/>
                  </a:cubicBezTo>
                </a:path>
              </a:pathLst>
            </a:custGeom>
            <a:grpFill/>
            <a:ln>
              <a:noFill/>
            </a:ln>
            <a:effectLst/>
            <a:extLst>
              <a:ext uri="{91240B29-F687-4F45-9708-019B960494DF}">
                <a14:hiddenLine xmlns:a14="http://schemas.microsoft.com/office/drawing/2010/main" w="9525">
                  <a:solidFill>
                    <a:srgbClr val="808080"/>
                  </a:solidFill>
                  <a:bevel/>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a:p>
          </p:txBody>
        </p:sp>
        <p:sp>
          <p:nvSpPr>
            <p:cNvPr id="47" name="Freeform 7"/>
            <p:cNvSpPr>
              <a:spLocks noChangeArrowheads="1"/>
            </p:cNvSpPr>
            <p:nvPr/>
          </p:nvSpPr>
          <p:spPr bwMode="auto">
            <a:xfrm>
              <a:off x="1419946" y="709792"/>
              <a:ext cx="356603" cy="190334"/>
            </a:xfrm>
            <a:custGeom>
              <a:avLst/>
              <a:gdLst>
                <a:gd name="T0" fmla="*/ 2142 w 2158"/>
                <a:gd name="T1" fmla="*/ 438 h 1152"/>
                <a:gd name="T2" fmla="*/ 1725 w 2158"/>
                <a:gd name="T3" fmla="*/ 118 h 1152"/>
                <a:gd name="T4" fmla="*/ 1552 w 2158"/>
                <a:gd name="T5" fmla="*/ 31 h 1152"/>
                <a:gd name="T6" fmla="*/ 1386 w 2158"/>
                <a:gd name="T7" fmla="*/ 0 h 1152"/>
                <a:gd name="T8" fmla="*/ 1261 w 2158"/>
                <a:gd name="T9" fmla="*/ 19 h 1152"/>
                <a:gd name="T10" fmla="*/ 1068 w 2158"/>
                <a:gd name="T11" fmla="*/ 115 h 1152"/>
                <a:gd name="T12" fmla="*/ 852 w 2158"/>
                <a:gd name="T13" fmla="*/ 295 h 1152"/>
                <a:gd name="T14" fmla="*/ 852 w 2158"/>
                <a:gd name="T15" fmla="*/ 295 h 1152"/>
                <a:gd name="T16" fmla="*/ 13 w 2158"/>
                <a:gd name="T17" fmla="*/ 1094 h 1152"/>
                <a:gd name="T18" fmla="*/ 12 w 2158"/>
                <a:gd name="T19" fmla="*/ 1138 h 1152"/>
                <a:gd name="T20" fmla="*/ 56 w 2158"/>
                <a:gd name="T21" fmla="*/ 1139 h 1152"/>
                <a:gd name="T22" fmla="*/ 895 w 2158"/>
                <a:gd name="T23" fmla="*/ 340 h 1152"/>
                <a:gd name="T24" fmla="*/ 895 w 2158"/>
                <a:gd name="T25" fmla="*/ 340 h 1152"/>
                <a:gd name="T26" fmla="*/ 1164 w 2158"/>
                <a:gd name="T27" fmla="*/ 128 h 1152"/>
                <a:gd name="T28" fmla="*/ 1279 w 2158"/>
                <a:gd name="T29" fmla="*/ 79 h 1152"/>
                <a:gd name="T30" fmla="*/ 1386 w 2158"/>
                <a:gd name="T31" fmla="*/ 63 h 1152"/>
                <a:gd name="T32" fmla="*/ 1531 w 2158"/>
                <a:gd name="T33" fmla="*/ 90 h 1152"/>
                <a:gd name="T34" fmla="*/ 1781 w 2158"/>
                <a:gd name="T35" fmla="*/ 231 h 1152"/>
                <a:gd name="T36" fmla="*/ 2102 w 2158"/>
                <a:gd name="T37" fmla="*/ 486 h 1152"/>
                <a:gd name="T38" fmla="*/ 2146 w 2158"/>
                <a:gd name="T39" fmla="*/ 482 h 1152"/>
                <a:gd name="T40" fmla="*/ 2142 w 2158"/>
                <a:gd name="T41" fmla="*/ 438 h 115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2158" h="1152">
                  <a:moveTo>
                    <a:pt x="2142" y="438"/>
                  </a:moveTo>
                  <a:cubicBezTo>
                    <a:pt x="1978" y="301"/>
                    <a:pt x="1845" y="193"/>
                    <a:pt x="1725" y="118"/>
                  </a:cubicBezTo>
                  <a:cubicBezTo>
                    <a:pt x="1664" y="80"/>
                    <a:pt x="1608" y="51"/>
                    <a:pt x="1552" y="31"/>
                  </a:cubicBezTo>
                  <a:cubicBezTo>
                    <a:pt x="1496" y="11"/>
                    <a:pt x="1441" y="0"/>
                    <a:pt x="1386" y="0"/>
                  </a:cubicBezTo>
                  <a:cubicBezTo>
                    <a:pt x="1344" y="0"/>
                    <a:pt x="1303" y="6"/>
                    <a:pt x="1261" y="19"/>
                  </a:cubicBezTo>
                  <a:cubicBezTo>
                    <a:pt x="1198" y="37"/>
                    <a:pt x="1135" y="69"/>
                    <a:pt x="1068" y="115"/>
                  </a:cubicBezTo>
                  <a:cubicBezTo>
                    <a:pt x="1000" y="161"/>
                    <a:pt x="930" y="220"/>
                    <a:pt x="852" y="295"/>
                  </a:cubicBezTo>
                  <a:lnTo>
                    <a:pt x="852" y="295"/>
                  </a:lnTo>
                  <a:lnTo>
                    <a:pt x="13" y="1094"/>
                  </a:lnTo>
                  <a:cubicBezTo>
                    <a:pt x="1" y="1106"/>
                    <a:pt x="0" y="1126"/>
                    <a:pt x="12" y="1138"/>
                  </a:cubicBezTo>
                  <a:cubicBezTo>
                    <a:pt x="24" y="1151"/>
                    <a:pt x="44" y="1151"/>
                    <a:pt x="56" y="1139"/>
                  </a:cubicBezTo>
                  <a:lnTo>
                    <a:pt x="895" y="340"/>
                  </a:lnTo>
                  <a:lnTo>
                    <a:pt x="895" y="340"/>
                  </a:lnTo>
                  <a:cubicBezTo>
                    <a:pt x="997" y="243"/>
                    <a:pt x="1085" y="173"/>
                    <a:pt x="1164" y="128"/>
                  </a:cubicBezTo>
                  <a:cubicBezTo>
                    <a:pt x="1204" y="106"/>
                    <a:pt x="1242" y="89"/>
                    <a:pt x="1279" y="79"/>
                  </a:cubicBezTo>
                  <a:cubicBezTo>
                    <a:pt x="1315" y="68"/>
                    <a:pt x="1351" y="63"/>
                    <a:pt x="1386" y="63"/>
                  </a:cubicBezTo>
                  <a:cubicBezTo>
                    <a:pt x="1433" y="63"/>
                    <a:pt x="1480" y="72"/>
                    <a:pt x="1531" y="90"/>
                  </a:cubicBezTo>
                  <a:cubicBezTo>
                    <a:pt x="1606" y="117"/>
                    <a:pt x="1688" y="164"/>
                    <a:pt x="1781" y="231"/>
                  </a:cubicBezTo>
                  <a:cubicBezTo>
                    <a:pt x="1874" y="298"/>
                    <a:pt x="1979" y="384"/>
                    <a:pt x="2102" y="486"/>
                  </a:cubicBezTo>
                  <a:cubicBezTo>
                    <a:pt x="2115" y="497"/>
                    <a:pt x="2135" y="495"/>
                    <a:pt x="2146" y="482"/>
                  </a:cubicBezTo>
                  <a:cubicBezTo>
                    <a:pt x="2157" y="469"/>
                    <a:pt x="2155" y="449"/>
                    <a:pt x="2142" y="438"/>
                  </a:cubicBezTo>
                </a:path>
              </a:pathLst>
            </a:custGeom>
            <a:grpFill/>
            <a:ln>
              <a:noFill/>
            </a:ln>
            <a:effectLst/>
            <a:extLst>
              <a:ext uri="{91240B29-F687-4F45-9708-019B960494DF}">
                <a14:hiddenLine xmlns:a14="http://schemas.microsoft.com/office/drawing/2010/main" w="9525">
                  <a:solidFill>
                    <a:srgbClr val="808080"/>
                  </a:solidFill>
                  <a:bevel/>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a:p>
          </p:txBody>
        </p:sp>
        <p:sp>
          <p:nvSpPr>
            <p:cNvPr id="48" name="Freeform 8"/>
            <p:cNvSpPr>
              <a:spLocks noChangeArrowheads="1"/>
            </p:cNvSpPr>
            <p:nvPr/>
          </p:nvSpPr>
          <p:spPr bwMode="auto">
            <a:xfrm>
              <a:off x="1444012" y="752818"/>
              <a:ext cx="304826" cy="169186"/>
            </a:xfrm>
            <a:custGeom>
              <a:avLst/>
              <a:gdLst>
                <a:gd name="T0" fmla="*/ 1832 w 1844"/>
                <a:gd name="T1" fmla="*/ 349 h 1021"/>
                <a:gd name="T2" fmla="*/ 1494 w 1844"/>
                <a:gd name="T3" fmla="*/ 93 h 1021"/>
                <a:gd name="T4" fmla="*/ 1356 w 1844"/>
                <a:gd name="T5" fmla="*/ 24 h 1021"/>
                <a:gd name="T6" fmla="*/ 1224 w 1844"/>
                <a:gd name="T7" fmla="*/ 0 h 1021"/>
                <a:gd name="T8" fmla="*/ 1110 w 1844"/>
                <a:gd name="T9" fmla="*/ 18 h 1021"/>
                <a:gd name="T10" fmla="*/ 929 w 1844"/>
                <a:gd name="T11" fmla="*/ 116 h 1021"/>
                <a:gd name="T12" fmla="*/ 715 w 1844"/>
                <a:gd name="T13" fmla="*/ 301 h 1021"/>
                <a:gd name="T14" fmla="*/ 714 w 1844"/>
                <a:gd name="T15" fmla="*/ 301 h 1021"/>
                <a:gd name="T16" fmla="*/ 10 w 1844"/>
                <a:gd name="T17" fmla="*/ 978 h 1021"/>
                <a:gd name="T18" fmla="*/ 9 w 1844"/>
                <a:gd name="T19" fmla="*/ 1011 h 1021"/>
                <a:gd name="T20" fmla="*/ 42 w 1844"/>
                <a:gd name="T21" fmla="*/ 1012 h 1021"/>
                <a:gd name="T22" fmla="*/ 746 w 1844"/>
                <a:gd name="T23" fmla="*/ 334 h 1021"/>
                <a:gd name="T24" fmla="*/ 746 w 1844"/>
                <a:gd name="T25" fmla="*/ 334 h 1021"/>
                <a:gd name="T26" fmla="*/ 1016 w 1844"/>
                <a:gd name="T27" fmla="*/ 114 h 1021"/>
                <a:gd name="T28" fmla="*/ 1124 w 1844"/>
                <a:gd name="T29" fmla="*/ 62 h 1021"/>
                <a:gd name="T30" fmla="*/ 1224 w 1844"/>
                <a:gd name="T31" fmla="*/ 46 h 1021"/>
                <a:gd name="T32" fmla="*/ 1340 w 1844"/>
                <a:gd name="T33" fmla="*/ 67 h 1021"/>
                <a:gd name="T34" fmla="*/ 1542 w 1844"/>
                <a:gd name="T35" fmla="*/ 180 h 1021"/>
                <a:gd name="T36" fmla="*/ 1803 w 1844"/>
                <a:gd name="T37" fmla="*/ 385 h 1021"/>
                <a:gd name="T38" fmla="*/ 1835 w 1844"/>
                <a:gd name="T39" fmla="*/ 381 h 1021"/>
                <a:gd name="T40" fmla="*/ 1832 w 1844"/>
                <a:gd name="T41" fmla="*/ 349 h 102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1844" h="1021">
                  <a:moveTo>
                    <a:pt x="1832" y="349"/>
                  </a:moveTo>
                  <a:cubicBezTo>
                    <a:pt x="1698" y="239"/>
                    <a:pt x="1590" y="153"/>
                    <a:pt x="1494" y="93"/>
                  </a:cubicBezTo>
                  <a:cubicBezTo>
                    <a:pt x="1446" y="63"/>
                    <a:pt x="1400" y="40"/>
                    <a:pt x="1356" y="24"/>
                  </a:cubicBezTo>
                  <a:cubicBezTo>
                    <a:pt x="1311" y="8"/>
                    <a:pt x="1268" y="0"/>
                    <a:pt x="1224" y="0"/>
                  </a:cubicBezTo>
                  <a:cubicBezTo>
                    <a:pt x="1186" y="0"/>
                    <a:pt x="1148" y="6"/>
                    <a:pt x="1110" y="18"/>
                  </a:cubicBezTo>
                  <a:cubicBezTo>
                    <a:pt x="1052" y="37"/>
                    <a:pt x="993" y="69"/>
                    <a:pt x="929" y="116"/>
                  </a:cubicBezTo>
                  <a:cubicBezTo>
                    <a:pt x="864" y="163"/>
                    <a:pt x="794" y="224"/>
                    <a:pt x="715" y="301"/>
                  </a:cubicBezTo>
                  <a:lnTo>
                    <a:pt x="714" y="301"/>
                  </a:lnTo>
                  <a:lnTo>
                    <a:pt x="10" y="978"/>
                  </a:lnTo>
                  <a:cubicBezTo>
                    <a:pt x="1" y="987"/>
                    <a:pt x="0" y="1002"/>
                    <a:pt x="9" y="1011"/>
                  </a:cubicBezTo>
                  <a:cubicBezTo>
                    <a:pt x="18" y="1020"/>
                    <a:pt x="33" y="1020"/>
                    <a:pt x="42" y="1012"/>
                  </a:cubicBezTo>
                  <a:lnTo>
                    <a:pt x="746" y="334"/>
                  </a:lnTo>
                  <a:lnTo>
                    <a:pt x="746" y="334"/>
                  </a:lnTo>
                  <a:cubicBezTo>
                    <a:pt x="851" y="233"/>
                    <a:pt x="939" y="160"/>
                    <a:pt x="1016" y="114"/>
                  </a:cubicBezTo>
                  <a:cubicBezTo>
                    <a:pt x="1054" y="90"/>
                    <a:pt x="1090" y="73"/>
                    <a:pt x="1124" y="62"/>
                  </a:cubicBezTo>
                  <a:cubicBezTo>
                    <a:pt x="1159" y="51"/>
                    <a:pt x="1191" y="46"/>
                    <a:pt x="1224" y="46"/>
                  </a:cubicBezTo>
                  <a:cubicBezTo>
                    <a:pt x="1262" y="46"/>
                    <a:pt x="1300" y="53"/>
                    <a:pt x="1340" y="67"/>
                  </a:cubicBezTo>
                  <a:cubicBezTo>
                    <a:pt x="1401" y="89"/>
                    <a:pt x="1466" y="127"/>
                    <a:pt x="1542" y="180"/>
                  </a:cubicBezTo>
                  <a:cubicBezTo>
                    <a:pt x="1617" y="234"/>
                    <a:pt x="1702" y="303"/>
                    <a:pt x="1803" y="385"/>
                  </a:cubicBezTo>
                  <a:cubicBezTo>
                    <a:pt x="1813" y="393"/>
                    <a:pt x="1827" y="391"/>
                    <a:pt x="1835" y="381"/>
                  </a:cubicBezTo>
                  <a:cubicBezTo>
                    <a:pt x="1843" y="372"/>
                    <a:pt x="1842" y="357"/>
                    <a:pt x="1832" y="349"/>
                  </a:cubicBezTo>
                </a:path>
              </a:pathLst>
            </a:custGeom>
            <a:grpFill/>
            <a:ln>
              <a:noFill/>
            </a:ln>
            <a:effectLst/>
            <a:extLst>
              <a:ext uri="{91240B29-F687-4F45-9708-019B960494DF}">
                <a14:hiddenLine xmlns:a14="http://schemas.microsoft.com/office/drawing/2010/main" w="9525">
                  <a:solidFill>
                    <a:srgbClr val="808080"/>
                  </a:solidFill>
                  <a:bevel/>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a:p>
          </p:txBody>
        </p:sp>
        <p:sp>
          <p:nvSpPr>
            <p:cNvPr id="49" name="Freeform 9"/>
            <p:cNvSpPr>
              <a:spLocks noChangeArrowheads="1"/>
            </p:cNvSpPr>
            <p:nvPr/>
          </p:nvSpPr>
          <p:spPr bwMode="auto">
            <a:xfrm>
              <a:off x="1467348" y="795114"/>
              <a:ext cx="253049" cy="148038"/>
            </a:xfrm>
            <a:custGeom>
              <a:avLst/>
              <a:gdLst>
                <a:gd name="T0" fmla="*/ 1522 w 1530"/>
                <a:gd name="T1" fmla="*/ 264 h 895"/>
                <a:gd name="T2" fmla="*/ 1260 w 1530"/>
                <a:gd name="T3" fmla="*/ 70 h 895"/>
                <a:gd name="T4" fmla="*/ 1156 w 1530"/>
                <a:gd name="T5" fmla="*/ 18 h 895"/>
                <a:gd name="T6" fmla="*/ 1057 w 1530"/>
                <a:gd name="T7" fmla="*/ 0 h 895"/>
                <a:gd name="T8" fmla="*/ 957 w 1530"/>
                <a:gd name="T9" fmla="*/ 19 h 895"/>
                <a:gd name="T10" fmla="*/ 791 w 1530"/>
                <a:gd name="T11" fmla="*/ 119 h 895"/>
                <a:gd name="T12" fmla="*/ 577 w 1530"/>
                <a:gd name="T13" fmla="*/ 310 h 895"/>
                <a:gd name="T14" fmla="*/ 577 w 1530"/>
                <a:gd name="T15" fmla="*/ 310 h 895"/>
                <a:gd name="T16" fmla="*/ 6 w 1530"/>
                <a:gd name="T17" fmla="*/ 867 h 895"/>
                <a:gd name="T18" fmla="*/ 6 w 1530"/>
                <a:gd name="T19" fmla="*/ 888 h 895"/>
                <a:gd name="T20" fmla="*/ 27 w 1530"/>
                <a:gd name="T21" fmla="*/ 888 h 895"/>
                <a:gd name="T22" fmla="*/ 598 w 1530"/>
                <a:gd name="T23" fmla="*/ 331 h 895"/>
                <a:gd name="T24" fmla="*/ 598 w 1530"/>
                <a:gd name="T25" fmla="*/ 331 h 895"/>
                <a:gd name="T26" fmla="*/ 866 w 1530"/>
                <a:gd name="T27" fmla="*/ 101 h 895"/>
                <a:gd name="T28" fmla="*/ 968 w 1530"/>
                <a:gd name="T29" fmla="*/ 47 h 895"/>
                <a:gd name="T30" fmla="*/ 1057 w 1530"/>
                <a:gd name="T31" fmla="*/ 29 h 895"/>
                <a:gd name="T32" fmla="*/ 1146 w 1530"/>
                <a:gd name="T33" fmla="*/ 46 h 895"/>
                <a:gd name="T34" fmla="*/ 1300 w 1530"/>
                <a:gd name="T35" fmla="*/ 132 h 895"/>
                <a:gd name="T36" fmla="*/ 1504 w 1530"/>
                <a:gd name="T37" fmla="*/ 287 h 895"/>
                <a:gd name="T38" fmla="*/ 1524 w 1530"/>
                <a:gd name="T39" fmla="*/ 285 h 895"/>
                <a:gd name="T40" fmla="*/ 1522 w 1530"/>
                <a:gd name="T41" fmla="*/ 264 h 89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1530" h="895">
                  <a:moveTo>
                    <a:pt x="1522" y="264"/>
                  </a:moveTo>
                  <a:cubicBezTo>
                    <a:pt x="1417" y="180"/>
                    <a:pt x="1334" y="115"/>
                    <a:pt x="1260" y="70"/>
                  </a:cubicBezTo>
                  <a:cubicBezTo>
                    <a:pt x="1224" y="47"/>
                    <a:pt x="1189" y="30"/>
                    <a:pt x="1156" y="18"/>
                  </a:cubicBezTo>
                  <a:cubicBezTo>
                    <a:pt x="1123" y="6"/>
                    <a:pt x="1090" y="0"/>
                    <a:pt x="1057" y="0"/>
                  </a:cubicBezTo>
                  <a:cubicBezTo>
                    <a:pt x="1024" y="0"/>
                    <a:pt x="991" y="6"/>
                    <a:pt x="957" y="19"/>
                  </a:cubicBezTo>
                  <a:cubicBezTo>
                    <a:pt x="906" y="38"/>
                    <a:pt x="852" y="71"/>
                    <a:pt x="791" y="119"/>
                  </a:cubicBezTo>
                  <a:cubicBezTo>
                    <a:pt x="729" y="167"/>
                    <a:pt x="660" y="231"/>
                    <a:pt x="577" y="310"/>
                  </a:cubicBezTo>
                  <a:lnTo>
                    <a:pt x="577" y="310"/>
                  </a:lnTo>
                  <a:lnTo>
                    <a:pt x="6" y="867"/>
                  </a:lnTo>
                  <a:cubicBezTo>
                    <a:pt x="0" y="873"/>
                    <a:pt x="0" y="882"/>
                    <a:pt x="6" y="888"/>
                  </a:cubicBezTo>
                  <a:cubicBezTo>
                    <a:pt x="12" y="894"/>
                    <a:pt x="21" y="894"/>
                    <a:pt x="27" y="888"/>
                  </a:cubicBezTo>
                  <a:lnTo>
                    <a:pt x="598" y="331"/>
                  </a:lnTo>
                  <a:lnTo>
                    <a:pt x="598" y="331"/>
                  </a:lnTo>
                  <a:cubicBezTo>
                    <a:pt x="707" y="226"/>
                    <a:pt x="793" y="150"/>
                    <a:pt x="866" y="101"/>
                  </a:cubicBezTo>
                  <a:cubicBezTo>
                    <a:pt x="903" y="76"/>
                    <a:pt x="936" y="58"/>
                    <a:pt x="968" y="47"/>
                  </a:cubicBezTo>
                  <a:cubicBezTo>
                    <a:pt x="999" y="35"/>
                    <a:pt x="1028" y="29"/>
                    <a:pt x="1057" y="29"/>
                  </a:cubicBezTo>
                  <a:cubicBezTo>
                    <a:pt x="1086" y="29"/>
                    <a:pt x="1115" y="35"/>
                    <a:pt x="1146" y="46"/>
                  </a:cubicBezTo>
                  <a:cubicBezTo>
                    <a:pt x="1192" y="62"/>
                    <a:pt x="1242" y="91"/>
                    <a:pt x="1300" y="132"/>
                  </a:cubicBezTo>
                  <a:cubicBezTo>
                    <a:pt x="1359" y="172"/>
                    <a:pt x="1425" y="225"/>
                    <a:pt x="1504" y="287"/>
                  </a:cubicBezTo>
                  <a:cubicBezTo>
                    <a:pt x="1510" y="292"/>
                    <a:pt x="1518" y="291"/>
                    <a:pt x="1524" y="285"/>
                  </a:cubicBezTo>
                  <a:cubicBezTo>
                    <a:pt x="1529" y="279"/>
                    <a:pt x="1528" y="269"/>
                    <a:pt x="1522" y="264"/>
                  </a:cubicBezTo>
                </a:path>
              </a:pathLst>
            </a:custGeom>
            <a:grpFill/>
            <a:ln>
              <a:noFill/>
            </a:ln>
            <a:effectLst/>
            <a:extLst>
              <a:ext uri="{91240B29-F687-4F45-9708-019B960494DF}">
                <a14:hiddenLine xmlns:a14="http://schemas.microsoft.com/office/drawing/2010/main" w="9525">
                  <a:solidFill>
                    <a:srgbClr val="808080"/>
                  </a:solidFill>
                  <a:bevel/>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a:p>
          </p:txBody>
        </p:sp>
        <p:sp>
          <p:nvSpPr>
            <p:cNvPr id="50" name="Freeform 10"/>
            <p:cNvSpPr>
              <a:spLocks noChangeArrowheads="1"/>
            </p:cNvSpPr>
            <p:nvPr/>
          </p:nvSpPr>
          <p:spPr bwMode="auto">
            <a:xfrm>
              <a:off x="1491413" y="835952"/>
              <a:ext cx="201273" cy="127619"/>
            </a:xfrm>
            <a:custGeom>
              <a:avLst/>
              <a:gdLst>
                <a:gd name="T0" fmla="*/ 1212 w 1217"/>
                <a:gd name="T1" fmla="*/ 184 h 773"/>
                <a:gd name="T2" fmla="*/ 1023 w 1217"/>
                <a:gd name="T3" fmla="*/ 48 h 773"/>
                <a:gd name="T4" fmla="*/ 884 w 1217"/>
                <a:gd name="T5" fmla="*/ 0 h 773"/>
                <a:gd name="T6" fmla="*/ 801 w 1217"/>
                <a:gd name="T7" fmla="*/ 20 h 773"/>
                <a:gd name="T8" fmla="*/ 653 w 1217"/>
                <a:gd name="T9" fmla="*/ 124 h 773"/>
                <a:gd name="T10" fmla="*/ 440 w 1217"/>
                <a:gd name="T11" fmla="*/ 324 h 773"/>
                <a:gd name="T12" fmla="*/ 440 w 1217"/>
                <a:gd name="T13" fmla="*/ 324 h 773"/>
                <a:gd name="T14" fmla="*/ 3 w 1217"/>
                <a:gd name="T15" fmla="*/ 760 h 773"/>
                <a:gd name="T16" fmla="*/ 3 w 1217"/>
                <a:gd name="T17" fmla="*/ 770 h 773"/>
                <a:gd name="T18" fmla="*/ 12 w 1217"/>
                <a:gd name="T19" fmla="*/ 770 h 773"/>
                <a:gd name="T20" fmla="*/ 449 w 1217"/>
                <a:gd name="T21" fmla="*/ 333 h 773"/>
                <a:gd name="T22" fmla="*/ 716 w 1217"/>
                <a:gd name="T23" fmla="*/ 90 h 773"/>
                <a:gd name="T24" fmla="*/ 806 w 1217"/>
                <a:gd name="T25" fmla="*/ 32 h 773"/>
                <a:gd name="T26" fmla="*/ 884 w 1217"/>
                <a:gd name="T27" fmla="*/ 13 h 773"/>
                <a:gd name="T28" fmla="*/ 1016 w 1217"/>
                <a:gd name="T29" fmla="*/ 60 h 773"/>
                <a:gd name="T30" fmla="*/ 1204 w 1217"/>
                <a:gd name="T31" fmla="*/ 195 h 773"/>
                <a:gd name="T32" fmla="*/ 1214 w 1217"/>
                <a:gd name="T33" fmla="*/ 194 h 773"/>
                <a:gd name="T34" fmla="*/ 1212 w 1217"/>
                <a:gd name="T35" fmla="*/ 184 h 77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1217" h="773">
                  <a:moveTo>
                    <a:pt x="1212" y="184"/>
                  </a:moveTo>
                  <a:cubicBezTo>
                    <a:pt x="1135" y="125"/>
                    <a:pt x="1075" y="80"/>
                    <a:pt x="1023" y="48"/>
                  </a:cubicBezTo>
                  <a:cubicBezTo>
                    <a:pt x="971" y="17"/>
                    <a:pt x="928" y="0"/>
                    <a:pt x="884" y="0"/>
                  </a:cubicBezTo>
                  <a:cubicBezTo>
                    <a:pt x="856" y="0"/>
                    <a:pt x="829" y="7"/>
                    <a:pt x="801" y="20"/>
                  </a:cubicBezTo>
                  <a:cubicBezTo>
                    <a:pt x="758" y="39"/>
                    <a:pt x="711" y="74"/>
                    <a:pt x="653" y="124"/>
                  </a:cubicBezTo>
                  <a:cubicBezTo>
                    <a:pt x="595" y="175"/>
                    <a:pt x="527" y="241"/>
                    <a:pt x="440" y="324"/>
                  </a:cubicBezTo>
                  <a:lnTo>
                    <a:pt x="440" y="324"/>
                  </a:lnTo>
                  <a:lnTo>
                    <a:pt x="3" y="760"/>
                  </a:lnTo>
                  <a:cubicBezTo>
                    <a:pt x="0" y="763"/>
                    <a:pt x="0" y="767"/>
                    <a:pt x="3" y="770"/>
                  </a:cubicBezTo>
                  <a:cubicBezTo>
                    <a:pt x="5" y="772"/>
                    <a:pt x="10" y="772"/>
                    <a:pt x="12" y="770"/>
                  </a:cubicBezTo>
                  <a:lnTo>
                    <a:pt x="449" y="333"/>
                  </a:lnTo>
                  <a:cubicBezTo>
                    <a:pt x="565" y="223"/>
                    <a:pt x="648" y="142"/>
                    <a:pt x="716" y="90"/>
                  </a:cubicBezTo>
                  <a:cubicBezTo>
                    <a:pt x="749" y="63"/>
                    <a:pt x="778" y="44"/>
                    <a:pt x="806" y="32"/>
                  </a:cubicBezTo>
                  <a:cubicBezTo>
                    <a:pt x="833" y="19"/>
                    <a:pt x="859" y="13"/>
                    <a:pt x="884" y="13"/>
                  </a:cubicBezTo>
                  <a:cubicBezTo>
                    <a:pt x="924" y="13"/>
                    <a:pt x="966" y="29"/>
                    <a:pt x="1016" y="60"/>
                  </a:cubicBezTo>
                  <a:cubicBezTo>
                    <a:pt x="1067" y="90"/>
                    <a:pt x="1127" y="136"/>
                    <a:pt x="1204" y="195"/>
                  </a:cubicBezTo>
                  <a:cubicBezTo>
                    <a:pt x="1207" y="197"/>
                    <a:pt x="1211" y="197"/>
                    <a:pt x="1214" y="194"/>
                  </a:cubicBezTo>
                  <a:cubicBezTo>
                    <a:pt x="1216" y="191"/>
                    <a:pt x="1215" y="187"/>
                    <a:pt x="1212" y="184"/>
                  </a:cubicBezTo>
                </a:path>
              </a:pathLst>
            </a:custGeom>
            <a:grpFill/>
            <a:ln>
              <a:noFill/>
            </a:ln>
            <a:effectLst/>
            <a:extLst>
              <a:ext uri="{91240B29-F687-4F45-9708-019B960494DF}">
                <a14:hiddenLine xmlns:a14="http://schemas.microsoft.com/office/drawing/2010/main" w="9525">
                  <a:solidFill>
                    <a:srgbClr val="808080"/>
                  </a:solidFill>
                  <a:bevel/>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a:p>
          </p:txBody>
        </p:sp>
        <p:sp>
          <p:nvSpPr>
            <p:cNvPr id="51" name="Freeform 11"/>
            <p:cNvSpPr>
              <a:spLocks noChangeArrowheads="1"/>
            </p:cNvSpPr>
            <p:nvPr/>
          </p:nvSpPr>
          <p:spPr bwMode="auto">
            <a:xfrm>
              <a:off x="1608093" y="858559"/>
              <a:ext cx="72925" cy="48130"/>
            </a:xfrm>
            <a:custGeom>
              <a:avLst/>
              <a:gdLst>
                <a:gd name="T0" fmla="*/ 49 w 442"/>
                <a:gd name="T1" fmla="*/ 200 h 293"/>
                <a:gd name="T2" fmla="*/ 0 w 442"/>
                <a:gd name="T3" fmla="*/ 156 h 293"/>
                <a:gd name="T4" fmla="*/ 45 w 442"/>
                <a:gd name="T5" fmla="*/ 107 h 293"/>
                <a:gd name="T6" fmla="*/ 392 w 442"/>
                <a:gd name="T7" fmla="*/ 91 h 293"/>
                <a:gd name="T8" fmla="*/ 441 w 442"/>
                <a:gd name="T9" fmla="*/ 137 h 293"/>
                <a:gd name="T10" fmla="*/ 396 w 442"/>
                <a:gd name="T11" fmla="*/ 185 h 293"/>
                <a:gd name="T12" fmla="*/ 49 w 442"/>
                <a:gd name="T13" fmla="*/ 200 h 293"/>
              </a:gdLst>
              <a:ahLst/>
              <a:cxnLst>
                <a:cxn ang="0">
                  <a:pos x="T0" y="T1"/>
                </a:cxn>
                <a:cxn ang="0">
                  <a:pos x="T2" y="T3"/>
                </a:cxn>
                <a:cxn ang="0">
                  <a:pos x="T4" y="T5"/>
                </a:cxn>
                <a:cxn ang="0">
                  <a:pos x="T6" y="T7"/>
                </a:cxn>
                <a:cxn ang="0">
                  <a:pos x="T8" y="T9"/>
                </a:cxn>
                <a:cxn ang="0">
                  <a:pos x="T10" y="T11"/>
                </a:cxn>
                <a:cxn ang="0">
                  <a:pos x="T12" y="T13"/>
                </a:cxn>
              </a:cxnLst>
              <a:rect l="0" t="0" r="r" b="b"/>
              <a:pathLst>
                <a:path w="442" h="293">
                  <a:moveTo>
                    <a:pt x="49" y="200"/>
                  </a:moveTo>
                  <a:lnTo>
                    <a:pt x="0" y="156"/>
                  </a:lnTo>
                  <a:lnTo>
                    <a:pt x="45" y="107"/>
                  </a:lnTo>
                  <a:cubicBezTo>
                    <a:pt x="136" y="7"/>
                    <a:pt x="292" y="0"/>
                    <a:pt x="392" y="91"/>
                  </a:cubicBezTo>
                  <a:lnTo>
                    <a:pt x="441" y="137"/>
                  </a:lnTo>
                  <a:lnTo>
                    <a:pt x="396" y="185"/>
                  </a:lnTo>
                  <a:cubicBezTo>
                    <a:pt x="304" y="285"/>
                    <a:pt x="149" y="292"/>
                    <a:pt x="49" y="200"/>
                  </a:cubicBezTo>
                </a:path>
              </a:pathLst>
            </a:custGeom>
            <a:grpFill/>
            <a:ln>
              <a:noFill/>
            </a:ln>
            <a:effectLst/>
            <a:extLst>
              <a:ext uri="{91240B29-F687-4F45-9708-019B960494DF}">
                <a14:hiddenLine xmlns:a14="http://schemas.microsoft.com/office/drawing/2010/main" w="9525">
                  <a:solidFill>
                    <a:srgbClr val="808080"/>
                  </a:solidFill>
                  <a:bevel/>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a:p>
          </p:txBody>
        </p:sp>
      </p:grpSp>
      <p:pic>
        <p:nvPicPr>
          <p:cNvPr id="52" name="Picture 2" descr="https://i1.hdslb.com/bfs/archive/4b21da76a28b1211647c8bdb58fbdace9316b777.jpg"/>
          <p:cNvPicPr>
            <a:picLocks noChangeAspect="1" noChangeArrowheads="1"/>
          </p:cNvPicPr>
          <p:nvPr userDrawn="1"/>
        </p:nvPicPr>
        <p:blipFill rotWithShape="1">
          <a:blip r:embed="rId2">
            <a:extLst>
              <a:ext uri="{28A0092B-C50C-407E-A947-70E740481C1C}">
                <a14:useLocalDpi xmlns:a14="http://schemas.microsoft.com/office/drawing/2010/main" val="0"/>
              </a:ext>
            </a:extLst>
          </a:blip>
          <a:srcRect t="19905" b="20473"/>
          <a:stretch>
            <a:fillRect/>
          </a:stretch>
        </p:blipFill>
        <p:spPr bwMode="auto">
          <a:xfrm>
            <a:off x="9715063" y="333286"/>
            <a:ext cx="2410016" cy="897308"/>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1324184" y="365126"/>
            <a:ext cx="10031204" cy="879086"/>
          </a:xfrm>
        </p:spPr>
        <p:txBody>
          <a:bodyPr/>
          <a:lstStyle/>
          <a:p>
            <a:r>
              <a:rPr kumimoji="1" lang="zh-CN" altLang="en-US" dirty="0"/>
              <a:t>单击此处编辑母版标题样式</a:t>
            </a:r>
            <a:endParaRPr kumimoji="1" lang="zh-CN" altLang="en-US" dirty="0"/>
          </a:p>
        </p:txBody>
      </p:sp>
      <p:sp>
        <p:nvSpPr>
          <p:cNvPr id="3" name="文本占位符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kumimoji="1" lang="zh-CN" altLang="en-US" dirty="0"/>
              <a:t>单击此处编辑母版文本样式</a:t>
            </a:r>
            <a:endParaRPr kumimoji="1" lang="zh-CN" altLang="en-US" dirty="0"/>
          </a:p>
        </p:txBody>
      </p:sp>
      <p:sp>
        <p:nvSpPr>
          <p:cNvPr id="4" name="内容占位符 3"/>
          <p:cNvSpPr>
            <a:spLocks noGrp="1"/>
          </p:cNvSpPr>
          <p:nvPr>
            <p:ph sz="half" idx="2"/>
          </p:nvPr>
        </p:nvSpPr>
        <p:spPr>
          <a:xfrm>
            <a:off x="839788" y="2505075"/>
            <a:ext cx="5157787" cy="3684588"/>
          </a:xfrm>
        </p:spPr>
        <p:txBody>
          <a:bodyPr/>
          <a:lstStyle/>
          <a:p>
            <a:pPr lvl="0"/>
            <a:r>
              <a:rPr kumimoji="1" lang="zh-CN" altLang="en-US" dirty="0"/>
              <a:t>单击此处编辑母版文本样式</a:t>
            </a:r>
            <a:endParaRPr kumimoji="1" lang="zh-CN" altLang="en-US" dirty="0"/>
          </a:p>
          <a:p>
            <a:pPr lvl="1"/>
            <a:r>
              <a:rPr kumimoji="1" lang="zh-CN" altLang="en-US" dirty="0"/>
              <a:t>二级</a:t>
            </a:r>
            <a:endParaRPr kumimoji="1" lang="zh-CN" altLang="en-US" dirty="0"/>
          </a:p>
          <a:p>
            <a:pPr lvl="2"/>
            <a:r>
              <a:rPr kumimoji="1" lang="zh-CN" altLang="en-US" dirty="0"/>
              <a:t>三级</a:t>
            </a:r>
            <a:endParaRPr kumimoji="1" lang="zh-CN" altLang="en-US" dirty="0"/>
          </a:p>
          <a:p>
            <a:pPr lvl="3"/>
            <a:r>
              <a:rPr kumimoji="1" lang="zh-CN" altLang="en-US" dirty="0"/>
              <a:t>四级</a:t>
            </a:r>
            <a:endParaRPr kumimoji="1" lang="zh-CN" altLang="en-US" dirty="0"/>
          </a:p>
          <a:p>
            <a:pPr lvl="4"/>
            <a:r>
              <a:rPr kumimoji="1" lang="zh-CN" altLang="en-US" dirty="0"/>
              <a:t>五级</a:t>
            </a:r>
            <a:endParaRPr kumimoji="1" lang="zh-CN" altLang="en-US" dirty="0"/>
          </a:p>
        </p:txBody>
      </p:sp>
      <p:sp>
        <p:nvSpPr>
          <p:cNvPr id="5" name="文本占位符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kumimoji="1" lang="zh-CN" altLang="en-US"/>
              <a:t>单击此处编辑母版文本样式</a:t>
            </a:r>
            <a:endParaRPr kumimoji="1" lang="zh-CN" altLang="en-US"/>
          </a:p>
        </p:txBody>
      </p:sp>
      <p:sp>
        <p:nvSpPr>
          <p:cNvPr id="6" name="内容占位符 5"/>
          <p:cNvSpPr>
            <a:spLocks noGrp="1"/>
          </p:cNvSpPr>
          <p:nvPr>
            <p:ph sz="quarter" idx="4"/>
          </p:nvPr>
        </p:nvSpPr>
        <p:spPr>
          <a:xfrm>
            <a:off x="6172200" y="2505075"/>
            <a:ext cx="5183188" cy="3684588"/>
          </a:xfrm>
        </p:spPr>
        <p:txBody>
          <a:bodyPr/>
          <a:lstStyle/>
          <a:p>
            <a:pPr lvl="0"/>
            <a:r>
              <a:rPr kumimoji="1" lang="zh-CN" altLang="en-US"/>
              <a:t>单击此处编辑母版文本样式</a:t>
            </a:r>
            <a:endParaRPr kumimoji="1" lang="zh-CN" altLang="en-US"/>
          </a:p>
          <a:p>
            <a:pPr lvl="1"/>
            <a:r>
              <a:rPr kumimoji="1" lang="zh-CN" altLang="en-US"/>
              <a:t>二级</a:t>
            </a:r>
            <a:endParaRPr kumimoji="1" lang="zh-CN" altLang="en-US"/>
          </a:p>
          <a:p>
            <a:pPr lvl="2"/>
            <a:r>
              <a:rPr kumimoji="1" lang="zh-CN" altLang="en-US"/>
              <a:t>三级</a:t>
            </a:r>
            <a:endParaRPr kumimoji="1" lang="zh-CN" altLang="en-US"/>
          </a:p>
          <a:p>
            <a:pPr lvl="3"/>
            <a:r>
              <a:rPr kumimoji="1" lang="zh-CN" altLang="en-US"/>
              <a:t>四级</a:t>
            </a:r>
            <a:endParaRPr kumimoji="1" lang="zh-CN" altLang="en-US"/>
          </a:p>
          <a:p>
            <a:pPr lvl="4"/>
            <a:r>
              <a:rPr kumimoji="1" lang="zh-CN" altLang="en-US"/>
              <a:t>五级</a:t>
            </a:r>
            <a:endParaRPr kumimoji="1" lang="zh-CN" altLang="en-US"/>
          </a:p>
        </p:txBody>
      </p:sp>
      <p:sp>
        <p:nvSpPr>
          <p:cNvPr id="7" name="日期占位符 6"/>
          <p:cNvSpPr>
            <a:spLocks noGrp="1"/>
          </p:cNvSpPr>
          <p:nvPr>
            <p:ph type="dt" sz="half" idx="10"/>
          </p:nvPr>
        </p:nvSpPr>
        <p:spPr/>
        <p:txBody>
          <a:bodyPr/>
          <a:lstStyle/>
          <a:p>
            <a:fld id="{242C34E1-A7B1-194A-A03F-68AF0754181E}" type="datetime1">
              <a:rPr kumimoji="1" lang="zh-CN" altLang="en-US" smtClean="0"/>
            </a:fld>
            <a:endParaRPr kumimoji="1" lang="zh-CN" altLang="en-US"/>
          </a:p>
        </p:txBody>
      </p:sp>
      <p:sp>
        <p:nvSpPr>
          <p:cNvPr id="8" name="页脚占位符 7"/>
          <p:cNvSpPr>
            <a:spLocks noGrp="1"/>
          </p:cNvSpPr>
          <p:nvPr>
            <p:ph type="ftr" sz="quarter" idx="11"/>
          </p:nvPr>
        </p:nvSpPr>
        <p:spPr/>
        <p:txBody>
          <a:bodyPr/>
          <a:lstStyle/>
          <a:p>
            <a:endParaRPr kumimoji="1" lang="zh-CN" altLang="en-US"/>
          </a:p>
        </p:txBody>
      </p:sp>
      <p:sp>
        <p:nvSpPr>
          <p:cNvPr id="9" name="灯片编号占位符 8"/>
          <p:cNvSpPr>
            <a:spLocks noGrp="1"/>
          </p:cNvSpPr>
          <p:nvPr>
            <p:ph type="sldNum" sz="quarter" idx="12"/>
          </p:nvPr>
        </p:nvSpPr>
        <p:spPr>
          <a:xfrm>
            <a:off x="9448800" y="6492875"/>
            <a:ext cx="2743200" cy="365125"/>
          </a:xfrm>
        </p:spPr>
        <p:txBody>
          <a:bodyPr/>
          <a:lstStyle/>
          <a:p>
            <a:fld id="{8D4D1E41-7A09-AB4A-A4E1-09765ADA2698}" type="slidenum">
              <a:rPr kumimoji="1" lang="zh-CN" altLang="en-US" smtClean="0"/>
            </a:fld>
            <a:endParaRPr kumimoji="1" lang="zh-CN" altLang="en-US"/>
          </a:p>
        </p:txBody>
      </p:sp>
      <p:sp>
        <p:nvSpPr>
          <p:cNvPr id="10" name="矩形 9"/>
          <p:cNvSpPr/>
          <p:nvPr userDrawn="1"/>
        </p:nvSpPr>
        <p:spPr>
          <a:xfrm>
            <a:off x="667831" y="636554"/>
            <a:ext cx="509313" cy="498948"/>
          </a:xfrm>
          <a:prstGeom prst="rect">
            <a:avLst/>
          </a:prstGeom>
          <a:solidFill>
            <a:srgbClr val="00666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dirty="0">
              <a:solidFill>
                <a:srgbClr val="5C307E"/>
              </a:solidFill>
            </a:endParaRPr>
          </a:p>
        </p:txBody>
      </p:sp>
      <p:cxnSp>
        <p:nvCxnSpPr>
          <p:cNvPr id="11" name="直线连接符 10"/>
          <p:cNvCxnSpPr/>
          <p:nvPr userDrawn="1"/>
        </p:nvCxnSpPr>
        <p:spPr>
          <a:xfrm>
            <a:off x="1314788" y="1244212"/>
            <a:ext cx="7295812" cy="0"/>
          </a:xfrm>
          <a:prstGeom prst="line">
            <a:avLst/>
          </a:prstGeom>
          <a:ln w="19050">
            <a:solidFill>
              <a:srgbClr val="006666"/>
            </a:solidFill>
          </a:ln>
        </p:spPr>
        <p:style>
          <a:lnRef idx="1">
            <a:schemeClr val="accent1"/>
          </a:lnRef>
          <a:fillRef idx="0">
            <a:schemeClr val="accent1"/>
          </a:fillRef>
          <a:effectRef idx="0">
            <a:schemeClr val="accent1"/>
          </a:effectRef>
          <a:fontRef idx="minor">
            <a:schemeClr val="tx1"/>
          </a:fontRef>
        </p:style>
      </p:cxnSp>
      <p:grpSp>
        <p:nvGrpSpPr>
          <p:cNvPr id="42" name="组合 41"/>
          <p:cNvGrpSpPr/>
          <p:nvPr userDrawn="1"/>
        </p:nvGrpSpPr>
        <p:grpSpPr>
          <a:xfrm>
            <a:off x="715452" y="729525"/>
            <a:ext cx="403039" cy="321898"/>
            <a:chOff x="1368170" y="664579"/>
            <a:chExt cx="550582" cy="439737"/>
          </a:xfrm>
          <a:solidFill>
            <a:schemeClr val="bg1"/>
          </a:solidFill>
        </p:grpSpPr>
        <p:sp>
          <p:nvSpPr>
            <p:cNvPr id="43" name="Freeform 1"/>
            <p:cNvSpPr>
              <a:spLocks noChangeArrowheads="1"/>
            </p:cNvSpPr>
            <p:nvPr/>
          </p:nvSpPr>
          <p:spPr bwMode="auto">
            <a:xfrm>
              <a:off x="1481203" y="771778"/>
              <a:ext cx="437549" cy="332538"/>
            </a:xfrm>
            <a:custGeom>
              <a:avLst/>
              <a:gdLst>
                <a:gd name="T0" fmla="*/ 25 w 2647"/>
                <a:gd name="T1" fmla="*/ 1478 h 2011"/>
                <a:gd name="T2" fmla="*/ 525 w 2647"/>
                <a:gd name="T3" fmla="*/ 1865 h 2011"/>
                <a:gd name="T4" fmla="*/ 736 w 2647"/>
                <a:gd name="T5" fmla="*/ 1972 h 2011"/>
                <a:gd name="T6" fmla="*/ 940 w 2647"/>
                <a:gd name="T7" fmla="*/ 2010 h 2011"/>
                <a:gd name="T8" fmla="*/ 1078 w 2647"/>
                <a:gd name="T9" fmla="*/ 1991 h 2011"/>
                <a:gd name="T10" fmla="*/ 1286 w 2647"/>
                <a:gd name="T11" fmla="*/ 1894 h 2011"/>
                <a:gd name="T12" fmla="*/ 1506 w 2647"/>
                <a:gd name="T13" fmla="*/ 1715 h 2011"/>
                <a:gd name="T14" fmla="*/ 1506 w 2647"/>
                <a:gd name="T15" fmla="*/ 1715 h 2011"/>
                <a:gd name="T16" fmla="*/ 2630 w 2647"/>
                <a:gd name="T17" fmla="*/ 624 h 2011"/>
                <a:gd name="T18" fmla="*/ 2646 w 2647"/>
                <a:gd name="T19" fmla="*/ 586 h 2011"/>
                <a:gd name="T20" fmla="*/ 2630 w 2647"/>
                <a:gd name="T21" fmla="*/ 548 h 2011"/>
                <a:gd name="T22" fmla="*/ 2090 w 2647"/>
                <a:gd name="T23" fmla="*/ 21 h 2011"/>
                <a:gd name="T24" fmla="*/ 2016 w 2647"/>
                <a:gd name="T25" fmla="*/ 22 h 2011"/>
                <a:gd name="T26" fmla="*/ 2017 w 2647"/>
                <a:gd name="T27" fmla="*/ 96 h 2011"/>
                <a:gd name="T28" fmla="*/ 2518 w 2647"/>
                <a:gd name="T29" fmla="*/ 586 h 2011"/>
                <a:gd name="T30" fmla="*/ 1433 w 2647"/>
                <a:gd name="T31" fmla="*/ 1639 h 2011"/>
                <a:gd name="T32" fmla="*/ 1433 w 2647"/>
                <a:gd name="T33" fmla="*/ 1639 h 2011"/>
                <a:gd name="T34" fmla="*/ 1167 w 2647"/>
                <a:gd name="T35" fmla="*/ 1843 h 2011"/>
                <a:gd name="T36" fmla="*/ 1051 w 2647"/>
                <a:gd name="T37" fmla="*/ 1889 h 2011"/>
                <a:gd name="T38" fmla="*/ 940 w 2647"/>
                <a:gd name="T39" fmla="*/ 1904 h 2011"/>
                <a:gd name="T40" fmla="*/ 772 w 2647"/>
                <a:gd name="T41" fmla="*/ 1872 h 2011"/>
                <a:gd name="T42" fmla="*/ 474 w 2647"/>
                <a:gd name="T43" fmla="*/ 1704 h 2011"/>
                <a:gd name="T44" fmla="*/ 93 w 2647"/>
                <a:gd name="T45" fmla="*/ 1398 h 2011"/>
                <a:gd name="T46" fmla="*/ 19 w 2647"/>
                <a:gd name="T47" fmla="*/ 1404 h 2011"/>
                <a:gd name="T48" fmla="*/ 25 w 2647"/>
                <a:gd name="T49" fmla="*/ 1478 h 201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Lst>
              <a:rect l="0" t="0" r="r" b="b"/>
              <a:pathLst>
                <a:path w="2647" h="2011">
                  <a:moveTo>
                    <a:pt x="25" y="1478"/>
                  </a:moveTo>
                  <a:cubicBezTo>
                    <a:pt x="219" y="1643"/>
                    <a:pt x="380" y="1773"/>
                    <a:pt x="525" y="1865"/>
                  </a:cubicBezTo>
                  <a:cubicBezTo>
                    <a:pt x="598" y="1911"/>
                    <a:pt x="668" y="1947"/>
                    <a:pt x="736" y="1972"/>
                  </a:cubicBezTo>
                  <a:cubicBezTo>
                    <a:pt x="805" y="1996"/>
                    <a:pt x="872" y="2010"/>
                    <a:pt x="940" y="2010"/>
                  </a:cubicBezTo>
                  <a:cubicBezTo>
                    <a:pt x="986" y="2010"/>
                    <a:pt x="1032" y="2004"/>
                    <a:pt x="1078" y="1991"/>
                  </a:cubicBezTo>
                  <a:cubicBezTo>
                    <a:pt x="1147" y="1973"/>
                    <a:pt x="1216" y="1940"/>
                    <a:pt x="1286" y="1894"/>
                  </a:cubicBezTo>
                  <a:cubicBezTo>
                    <a:pt x="1357" y="1848"/>
                    <a:pt x="1429" y="1789"/>
                    <a:pt x="1506" y="1715"/>
                  </a:cubicBezTo>
                  <a:lnTo>
                    <a:pt x="1506" y="1715"/>
                  </a:lnTo>
                  <a:lnTo>
                    <a:pt x="2630" y="624"/>
                  </a:lnTo>
                  <a:cubicBezTo>
                    <a:pt x="2640" y="614"/>
                    <a:pt x="2646" y="600"/>
                    <a:pt x="2646" y="586"/>
                  </a:cubicBezTo>
                  <a:cubicBezTo>
                    <a:pt x="2646" y="572"/>
                    <a:pt x="2641" y="558"/>
                    <a:pt x="2630" y="548"/>
                  </a:cubicBezTo>
                  <a:lnTo>
                    <a:pt x="2090" y="21"/>
                  </a:lnTo>
                  <a:cubicBezTo>
                    <a:pt x="2069" y="0"/>
                    <a:pt x="2036" y="1"/>
                    <a:pt x="2016" y="22"/>
                  </a:cubicBezTo>
                  <a:cubicBezTo>
                    <a:pt x="1995" y="42"/>
                    <a:pt x="1996" y="76"/>
                    <a:pt x="2017" y="96"/>
                  </a:cubicBezTo>
                  <a:lnTo>
                    <a:pt x="2518" y="586"/>
                  </a:lnTo>
                  <a:lnTo>
                    <a:pt x="1433" y="1639"/>
                  </a:lnTo>
                  <a:lnTo>
                    <a:pt x="1433" y="1639"/>
                  </a:lnTo>
                  <a:cubicBezTo>
                    <a:pt x="1335" y="1733"/>
                    <a:pt x="1247" y="1800"/>
                    <a:pt x="1167" y="1843"/>
                  </a:cubicBezTo>
                  <a:cubicBezTo>
                    <a:pt x="1127" y="1864"/>
                    <a:pt x="1088" y="1879"/>
                    <a:pt x="1051" y="1889"/>
                  </a:cubicBezTo>
                  <a:cubicBezTo>
                    <a:pt x="1013" y="1899"/>
                    <a:pt x="977" y="1904"/>
                    <a:pt x="940" y="1904"/>
                  </a:cubicBezTo>
                  <a:cubicBezTo>
                    <a:pt x="886" y="1904"/>
                    <a:pt x="831" y="1894"/>
                    <a:pt x="772" y="1872"/>
                  </a:cubicBezTo>
                  <a:cubicBezTo>
                    <a:pt x="683" y="1840"/>
                    <a:pt x="586" y="1784"/>
                    <a:pt x="474" y="1704"/>
                  </a:cubicBezTo>
                  <a:cubicBezTo>
                    <a:pt x="363" y="1624"/>
                    <a:pt x="238" y="1521"/>
                    <a:pt x="93" y="1398"/>
                  </a:cubicBezTo>
                  <a:cubicBezTo>
                    <a:pt x="71" y="1379"/>
                    <a:pt x="38" y="1382"/>
                    <a:pt x="19" y="1404"/>
                  </a:cubicBezTo>
                  <a:cubicBezTo>
                    <a:pt x="0" y="1426"/>
                    <a:pt x="3" y="1459"/>
                    <a:pt x="25" y="1478"/>
                  </a:cubicBezTo>
                </a:path>
              </a:pathLst>
            </a:custGeom>
            <a:grpFill/>
            <a:ln>
              <a:noFill/>
            </a:ln>
            <a:effectLst/>
            <a:extLst>
              <a:ext uri="{91240B29-F687-4F45-9708-019B960494DF}">
                <a14:hiddenLine xmlns:a14="http://schemas.microsoft.com/office/drawing/2010/main" w="9525">
                  <a:solidFill>
                    <a:srgbClr val="808080"/>
                  </a:solidFill>
                  <a:bevel/>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a:p>
          </p:txBody>
        </p:sp>
        <p:sp>
          <p:nvSpPr>
            <p:cNvPr id="44" name="Freeform 2"/>
            <p:cNvSpPr>
              <a:spLocks noChangeArrowheads="1"/>
            </p:cNvSpPr>
            <p:nvPr/>
          </p:nvSpPr>
          <p:spPr bwMode="auto">
            <a:xfrm>
              <a:off x="1511832" y="868769"/>
              <a:ext cx="356603" cy="190334"/>
            </a:xfrm>
            <a:custGeom>
              <a:avLst/>
              <a:gdLst>
                <a:gd name="T0" fmla="*/ 15 w 2158"/>
                <a:gd name="T1" fmla="*/ 713 h 1152"/>
                <a:gd name="T2" fmla="*/ 432 w 2158"/>
                <a:gd name="T3" fmla="*/ 1033 h 1152"/>
                <a:gd name="T4" fmla="*/ 605 w 2158"/>
                <a:gd name="T5" fmla="*/ 1120 h 1152"/>
                <a:gd name="T6" fmla="*/ 771 w 2158"/>
                <a:gd name="T7" fmla="*/ 1151 h 1152"/>
                <a:gd name="T8" fmla="*/ 896 w 2158"/>
                <a:gd name="T9" fmla="*/ 1132 h 1152"/>
                <a:gd name="T10" fmla="*/ 1089 w 2158"/>
                <a:gd name="T11" fmla="*/ 1036 h 1152"/>
                <a:gd name="T12" fmla="*/ 1305 w 2158"/>
                <a:gd name="T13" fmla="*/ 856 h 1152"/>
                <a:gd name="T14" fmla="*/ 1305 w 2158"/>
                <a:gd name="T15" fmla="*/ 856 h 1152"/>
                <a:gd name="T16" fmla="*/ 2144 w 2158"/>
                <a:gd name="T17" fmla="*/ 57 h 1152"/>
                <a:gd name="T18" fmla="*/ 2145 w 2158"/>
                <a:gd name="T19" fmla="*/ 13 h 1152"/>
                <a:gd name="T20" fmla="*/ 2100 w 2158"/>
                <a:gd name="T21" fmla="*/ 12 h 1152"/>
                <a:gd name="T22" fmla="*/ 1262 w 2158"/>
                <a:gd name="T23" fmla="*/ 811 h 1152"/>
                <a:gd name="T24" fmla="*/ 1262 w 2158"/>
                <a:gd name="T25" fmla="*/ 811 h 1152"/>
                <a:gd name="T26" fmla="*/ 993 w 2158"/>
                <a:gd name="T27" fmla="*/ 1023 h 1152"/>
                <a:gd name="T28" fmla="*/ 878 w 2158"/>
                <a:gd name="T29" fmla="*/ 1072 h 1152"/>
                <a:gd name="T30" fmla="*/ 771 w 2158"/>
                <a:gd name="T31" fmla="*/ 1088 h 1152"/>
                <a:gd name="T32" fmla="*/ 626 w 2158"/>
                <a:gd name="T33" fmla="*/ 1061 h 1152"/>
                <a:gd name="T34" fmla="*/ 376 w 2158"/>
                <a:gd name="T35" fmla="*/ 920 h 1152"/>
                <a:gd name="T36" fmla="*/ 55 w 2158"/>
                <a:gd name="T37" fmla="*/ 665 h 1152"/>
                <a:gd name="T38" fmla="*/ 11 w 2158"/>
                <a:gd name="T39" fmla="*/ 669 h 1152"/>
                <a:gd name="T40" fmla="*/ 15 w 2158"/>
                <a:gd name="T41" fmla="*/ 713 h 115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2158" h="1152">
                  <a:moveTo>
                    <a:pt x="15" y="713"/>
                  </a:moveTo>
                  <a:cubicBezTo>
                    <a:pt x="179" y="850"/>
                    <a:pt x="312" y="958"/>
                    <a:pt x="432" y="1033"/>
                  </a:cubicBezTo>
                  <a:cubicBezTo>
                    <a:pt x="492" y="1071"/>
                    <a:pt x="549" y="1100"/>
                    <a:pt x="605" y="1120"/>
                  </a:cubicBezTo>
                  <a:cubicBezTo>
                    <a:pt x="661" y="1140"/>
                    <a:pt x="716" y="1151"/>
                    <a:pt x="771" y="1151"/>
                  </a:cubicBezTo>
                  <a:cubicBezTo>
                    <a:pt x="812" y="1151"/>
                    <a:pt x="854" y="1145"/>
                    <a:pt x="896" y="1132"/>
                  </a:cubicBezTo>
                  <a:cubicBezTo>
                    <a:pt x="959" y="1114"/>
                    <a:pt x="1022" y="1082"/>
                    <a:pt x="1089" y="1036"/>
                  </a:cubicBezTo>
                  <a:cubicBezTo>
                    <a:pt x="1156" y="990"/>
                    <a:pt x="1227" y="931"/>
                    <a:pt x="1305" y="856"/>
                  </a:cubicBezTo>
                  <a:lnTo>
                    <a:pt x="1305" y="856"/>
                  </a:lnTo>
                  <a:lnTo>
                    <a:pt x="2144" y="57"/>
                  </a:lnTo>
                  <a:cubicBezTo>
                    <a:pt x="2156" y="45"/>
                    <a:pt x="2157" y="25"/>
                    <a:pt x="2145" y="13"/>
                  </a:cubicBezTo>
                  <a:cubicBezTo>
                    <a:pt x="2133" y="0"/>
                    <a:pt x="2113" y="0"/>
                    <a:pt x="2100" y="12"/>
                  </a:cubicBezTo>
                  <a:lnTo>
                    <a:pt x="1262" y="811"/>
                  </a:lnTo>
                  <a:lnTo>
                    <a:pt x="1262" y="811"/>
                  </a:lnTo>
                  <a:cubicBezTo>
                    <a:pt x="1160" y="908"/>
                    <a:pt x="1072" y="978"/>
                    <a:pt x="993" y="1023"/>
                  </a:cubicBezTo>
                  <a:cubicBezTo>
                    <a:pt x="953" y="1045"/>
                    <a:pt x="915" y="1062"/>
                    <a:pt x="878" y="1072"/>
                  </a:cubicBezTo>
                  <a:cubicBezTo>
                    <a:pt x="842" y="1083"/>
                    <a:pt x="806" y="1088"/>
                    <a:pt x="771" y="1088"/>
                  </a:cubicBezTo>
                  <a:cubicBezTo>
                    <a:pt x="724" y="1088"/>
                    <a:pt x="677" y="1079"/>
                    <a:pt x="626" y="1061"/>
                  </a:cubicBezTo>
                  <a:cubicBezTo>
                    <a:pt x="551" y="1034"/>
                    <a:pt x="469" y="987"/>
                    <a:pt x="376" y="920"/>
                  </a:cubicBezTo>
                  <a:cubicBezTo>
                    <a:pt x="282" y="853"/>
                    <a:pt x="177" y="767"/>
                    <a:pt x="55" y="665"/>
                  </a:cubicBezTo>
                  <a:cubicBezTo>
                    <a:pt x="42" y="654"/>
                    <a:pt x="22" y="656"/>
                    <a:pt x="11" y="669"/>
                  </a:cubicBezTo>
                  <a:cubicBezTo>
                    <a:pt x="0" y="682"/>
                    <a:pt x="1" y="702"/>
                    <a:pt x="15" y="713"/>
                  </a:cubicBezTo>
                </a:path>
              </a:pathLst>
            </a:custGeom>
            <a:grpFill/>
            <a:ln>
              <a:noFill/>
            </a:ln>
            <a:effectLst/>
            <a:extLst>
              <a:ext uri="{91240B29-F687-4F45-9708-019B960494DF}">
                <a14:hiddenLine xmlns:a14="http://schemas.microsoft.com/office/drawing/2010/main" w="9525">
                  <a:solidFill>
                    <a:srgbClr val="808080"/>
                  </a:solidFill>
                  <a:bevel/>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a:p>
          </p:txBody>
        </p:sp>
        <p:sp>
          <p:nvSpPr>
            <p:cNvPr id="45" name="Freeform 3"/>
            <p:cNvSpPr>
              <a:spLocks noChangeArrowheads="1"/>
            </p:cNvSpPr>
            <p:nvPr/>
          </p:nvSpPr>
          <p:spPr bwMode="auto">
            <a:xfrm>
              <a:off x="1540273" y="847620"/>
              <a:ext cx="304826" cy="169186"/>
            </a:xfrm>
            <a:custGeom>
              <a:avLst/>
              <a:gdLst>
                <a:gd name="T0" fmla="*/ 12 w 1845"/>
                <a:gd name="T1" fmla="*/ 672 h 1022"/>
                <a:gd name="T2" fmla="*/ 350 w 1845"/>
                <a:gd name="T3" fmla="*/ 928 h 1022"/>
                <a:gd name="T4" fmla="*/ 488 w 1845"/>
                <a:gd name="T5" fmla="*/ 997 h 1022"/>
                <a:gd name="T6" fmla="*/ 620 w 1845"/>
                <a:gd name="T7" fmla="*/ 1021 h 1022"/>
                <a:gd name="T8" fmla="*/ 734 w 1845"/>
                <a:gd name="T9" fmla="*/ 1003 h 1022"/>
                <a:gd name="T10" fmla="*/ 915 w 1845"/>
                <a:gd name="T11" fmla="*/ 905 h 1022"/>
                <a:gd name="T12" fmla="*/ 1129 w 1845"/>
                <a:gd name="T13" fmla="*/ 720 h 1022"/>
                <a:gd name="T14" fmla="*/ 1129 w 1845"/>
                <a:gd name="T15" fmla="*/ 720 h 1022"/>
                <a:gd name="T16" fmla="*/ 1834 w 1845"/>
                <a:gd name="T17" fmla="*/ 42 h 1022"/>
                <a:gd name="T18" fmla="*/ 1835 w 1845"/>
                <a:gd name="T19" fmla="*/ 10 h 1022"/>
                <a:gd name="T20" fmla="*/ 1802 w 1845"/>
                <a:gd name="T21" fmla="*/ 9 h 1022"/>
                <a:gd name="T22" fmla="*/ 1097 w 1845"/>
                <a:gd name="T23" fmla="*/ 687 h 1022"/>
                <a:gd name="T24" fmla="*/ 1097 w 1845"/>
                <a:gd name="T25" fmla="*/ 687 h 1022"/>
                <a:gd name="T26" fmla="*/ 828 w 1845"/>
                <a:gd name="T27" fmla="*/ 907 h 1022"/>
                <a:gd name="T28" fmla="*/ 720 w 1845"/>
                <a:gd name="T29" fmla="*/ 959 h 1022"/>
                <a:gd name="T30" fmla="*/ 620 w 1845"/>
                <a:gd name="T31" fmla="*/ 975 h 1022"/>
                <a:gd name="T32" fmla="*/ 504 w 1845"/>
                <a:gd name="T33" fmla="*/ 954 h 1022"/>
                <a:gd name="T34" fmla="*/ 302 w 1845"/>
                <a:gd name="T35" fmla="*/ 841 h 1022"/>
                <a:gd name="T36" fmla="*/ 41 w 1845"/>
                <a:gd name="T37" fmla="*/ 636 h 1022"/>
                <a:gd name="T38" fmla="*/ 9 w 1845"/>
                <a:gd name="T39" fmla="*/ 640 h 1022"/>
                <a:gd name="T40" fmla="*/ 12 w 1845"/>
                <a:gd name="T41" fmla="*/ 672 h 102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1845" h="1022">
                  <a:moveTo>
                    <a:pt x="12" y="672"/>
                  </a:moveTo>
                  <a:cubicBezTo>
                    <a:pt x="146" y="782"/>
                    <a:pt x="254" y="868"/>
                    <a:pt x="350" y="928"/>
                  </a:cubicBezTo>
                  <a:cubicBezTo>
                    <a:pt x="398" y="958"/>
                    <a:pt x="444" y="981"/>
                    <a:pt x="488" y="997"/>
                  </a:cubicBezTo>
                  <a:cubicBezTo>
                    <a:pt x="533" y="1013"/>
                    <a:pt x="576" y="1021"/>
                    <a:pt x="620" y="1021"/>
                  </a:cubicBezTo>
                  <a:cubicBezTo>
                    <a:pt x="658" y="1021"/>
                    <a:pt x="695" y="1015"/>
                    <a:pt x="734" y="1003"/>
                  </a:cubicBezTo>
                  <a:cubicBezTo>
                    <a:pt x="791" y="984"/>
                    <a:pt x="850" y="952"/>
                    <a:pt x="915" y="905"/>
                  </a:cubicBezTo>
                  <a:cubicBezTo>
                    <a:pt x="980" y="858"/>
                    <a:pt x="1050" y="797"/>
                    <a:pt x="1129" y="720"/>
                  </a:cubicBezTo>
                  <a:lnTo>
                    <a:pt x="1129" y="720"/>
                  </a:lnTo>
                  <a:lnTo>
                    <a:pt x="1834" y="42"/>
                  </a:lnTo>
                  <a:cubicBezTo>
                    <a:pt x="1843" y="34"/>
                    <a:pt x="1844" y="19"/>
                    <a:pt x="1835" y="10"/>
                  </a:cubicBezTo>
                  <a:cubicBezTo>
                    <a:pt x="1826" y="1"/>
                    <a:pt x="1811" y="0"/>
                    <a:pt x="1802" y="9"/>
                  </a:cubicBezTo>
                  <a:lnTo>
                    <a:pt x="1097" y="687"/>
                  </a:lnTo>
                  <a:lnTo>
                    <a:pt x="1097" y="687"/>
                  </a:lnTo>
                  <a:cubicBezTo>
                    <a:pt x="992" y="788"/>
                    <a:pt x="905" y="861"/>
                    <a:pt x="828" y="907"/>
                  </a:cubicBezTo>
                  <a:cubicBezTo>
                    <a:pt x="790" y="931"/>
                    <a:pt x="754" y="948"/>
                    <a:pt x="720" y="959"/>
                  </a:cubicBezTo>
                  <a:cubicBezTo>
                    <a:pt x="685" y="970"/>
                    <a:pt x="653" y="975"/>
                    <a:pt x="620" y="975"/>
                  </a:cubicBezTo>
                  <a:cubicBezTo>
                    <a:pt x="582" y="975"/>
                    <a:pt x="544" y="968"/>
                    <a:pt x="504" y="954"/>
                  </a:cubicBezTo>
                  <a:cubicBezTo>
                    <a:pt x="443" y="932"/>
                    <a:pt x="378" y="894"/>
                    <a:pt x="302" y="841"/>
                  </a:cubicBezTo>
                  <a:cubicBezTo>
                    <a:pt x="227" y="787"/>
                    <a:pt x="141" y="718"/>
                    <a:pt x="41" y="636"/>
                  </a:cubicBezTo>
                  <a:cubicBezTo>
                    <a:pt x="31" y="628"/>
                    <a:pt x="17" y="630"/>
                    <a:pt x="9" y="640"/>
                  </a:cubicBezTo>
                  <a:cubicBezTo>
                    <a:pt x="0" y="649"/>
                    <a:pt x="2" y="664"/>
                    <a:pt x="12" y="672"/>
                  </a:cubicBezTo>
                </a:path>
              </a:pathLst>
            </a:custGeom>
            <a:grpFill/>
            <a:ln>
              <a:noFill/>
            </a:ln>
            <a:effectLst/>
            <a:extLst>
              <a:ext uri="{91240B29-F687-4F45-9708-019B960494DF}">
                <a14:hiddenLine xmlns:a14="http://schemas.microsoft.com/office/drawing/2010/main" w="9525">
                  <a:solidFill>
                    <a:srgbClr val="808080"/>
                  </a:solidFill>
                  <a:bevel/>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a:p>
          </p:txBody>
        </p:sp>
        <p:sp>
          <p:nvSpPr>
            <p:cNvPr id="46" name="Freeform 4"/>
            <p:cNvSpPr>
              <a:spLocks noChangeArrowheads="1"/>
            </p:cNvSpPr>
            <p:nvPr/>
          </p:nvSpPr>
          <p:spPr bwMode="auto">
            <a:xfrm>
              <a:off x="1568713" y="826472"/>
              <a:ext cx="253050" cy="148037"/>
            </a:xfrm>
            <a:custGeom>
              <a:avLst/>
              <a:gdLst>
                <a:gd name="T0" fmla="*/ 8 w 1531"/>
                <a:gd name="T1" fmla="*/ 630 h 895"/>
                <a:gd name="T2" fmla="*/ 269 w 1531"/>
                <a:gd name="T3" fmla="*/ 824 h 895"/>
                <a:gd name="T4" fmla="*/ 374 w 1531"/>
                <a:gd name="T5" fmla="*/ 876 h 895"/>
                <a:gd name="T6" fmla="*/ 473 w 1531"/>
                <a:gd name="T7" fmla="*/ 894 h 895"/>
                <a:gd name="T8" fmla="*/ 573 w 1531"/>
                <a:gd name="T9" fmla="*/ 875 h 895"/>
                <a:gd name="T10" fmla="*/ 739 w 1531"/>
                <a:gd name="T11" fmla="*/ 775 h 895"/>
                <a:gd name="T12" fmla="*/ 953 w 1531"/>
                <a:gd name="T13" fmla="*/ 584 h 895"/>
                <a:gd name="T14" fmla="*/ 953 w 1531"/>
                <a:gd name="T15" fmla="*/ 584 h 895"/>
                <a:gd name="T16" fmla="*/ 1524 w 1531"/>
                <a:gd name="T17" fmla="*/ 27 h 895"/>
                <a:gd name="T18" fmla="*/ 1524 w 1531"/>
                <a:gd name="T19" fmla="*/ 6 h 895"/>
                <a:gd name="T20" fmla="*/ 1503 w 1531"/>
                <a:gd name="T21" fmla="*/ 6 h 895"/>
                <a:gd name="T22" fmla="*/ 932 w 1531"/>
                <a:gd name="T23" fmla="*/ 563 h 895"/>
                <a:gd name="T24" fmla="*/ 932 w 1531"/>
                <a:gd name="T25" fmla="*/ 563 h 895"/>
                <a:gd name="T26" fmla="*/ 663 w 1531"/>
                <a:gd name="T27" fmla="*/ 793 h 895"/>
                <a:gd name="T28" fmla="*/ 562 w 1531"/>
                <a:gd name="T29" fmla="*/ 847 h 895"/>
                <a:gd name="T30" fmla="*/ 473 w 1531"/>
                <a:gd name="T31" fmla="*/ 865 h 895"/>
                <a:gd name="T32" fmla="*/ 384 w 1531"/>
                <a:gd name="T33" fmla="*/ 848 h 895"/>
                <a:gd name="T34" fmla="*/ 229 w 1531"/>
                <a:gd name="T35" fmla="*/ 762 h 895"/>
                <a:gd name="T36" fmla="*/ 26 w 1531"/>
                <a:gd name="T37" fmla="*/ 607 h 895"/>
                <a:gd name="T38" fmla="*/ 5 w 1531"/>
                <a:gd name="T39" fmla="*/ 609 h 895"/>
                <a:gd name="T40" fmla="*/ 8 w 1531"/>
                <a:gd name="T41" fmla="*/ 630 h 89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1531" h="895">
                  <a:moveTo>
                    <a:pt x="8" y="630"/>
                  </a:moveTo>
                  <a:cubicBezTo>
                    <a:pt x="113" y="714"/>
                    <a:pt x="196" y="779"/>
                    <a:pt x="269" y="824"/>
                  </a:cubicBezTo>
                  <a:cubicBezTo>
                    <a:pt x="306" y="847"/>
                    <a:pt x="340" y="864"/>
                    <a:pt x="374" y="876"/>
                  </a:cubicBezTo>
                  <a:cubicBezTo>
                    <a:pt x="407" y="888"/>
                    <a:pt x="440" y="894"/>
                    <a:pt x="473" y="894"/>
                  </a:cubicBezTo>
                  <a:cubicBezTo>
                    <a:pt x="506" y="894"/>
                    <a:pt x="539" y="888"/>
                    <a:pt x="573" y="875"/>
                  </a:cubicBezTo>
                  <a:cubicBezTo>
                    <a:pt x="624" y="856"/>
                    <a:pt x="678" y="823"/>
                    <a:pt x="739" y="775"/>
                  </a:cubicBezTo>
                  <a:cubicBezTo>
                    <a:pt x="801" y="727"/>
                    <a:pt x="870" y="663"/>
                    <a:pt x="953" y="584"/>
                  </a:cubicBezTo>
                  <a:lnTo>
                    <a:pt x="953" y="584"/>
                  </a:lnTo>
                  <a:lnTo>
                    <a:pt x="1524" y="27"/>
                  </a:lnTo>
                  <a:cubicBezTo>
                    <a:pt x="1529" y="21"/>
                    <a:pt x="1530" y="12"/>
                    <a:pt x="1524" y="6"/>
                  </a:cubicBezTo>
                  <a:cubicBezTo>
                    <a:pt x="1518" y="0"/>
                    <a:pt x="1509" y="0"/>
                    <a:pt x="1503" y="6"/>
                  </a:cubicBezTo>
                  <a:lnTo>
                    <a:pt x="932" y="563"/>
                  </a:lnTo>
                  <a:lnTo>
                    <a:pt x="932" y="563"/>
                  </a:lnTo>
                  <a:cubicBezTo>
                    <a:pt x="823" y="668"/>
                    <a:pt x="737" y="744"/>
                    <a:pt x="663" y="793"/>
                  </a:cubicBezTo>
                  <a:cubicBezTo>
                    <a:pt x="627" y="818"/>
                    <a:pt x="594" y="836"/>
                    <a:pt x="562" y="847"/>
                  </a:cubicBezTo>
                  <a:cubicBezTo>
                    <a:pt x="531" y="859"/>
                    <a:pt x="502" y="865"/>
                    <a:pt x="473" y="865"/>
                  </a:cubicBezTo>
                  <a:cubicBezTo>
                    <a:pt x="444" y="865"/>
                    <a:pt x="415" y="859"/>
                    <a:pt x="384" y="848"/>
                  </a:cubicBezTo>
                  <a:cubicBezTo>
                    <a:pt x="338" y="832"/>
                    <a:pt x="288" y="803"/>
                    <a:pt x="229" y="762"/>
                  </a:cubicBezTo>
                  <a:cubicBezTo>
                    <a:pt x="171" y="722"/>
                    <a:pt x="105" y="669"/>
                    <a:pt x="26" y="607"/>
                  </a:cubicBezTo>
                  <a:cubicBezTo>
                    <a:pt x="20" y="602"/>
                    <a:pt x="10" y="603"/>
                    <a:pt x="5" y="609"/>
                  </a:cubicBezTo>
                  <a:cubicBezTo>
                    <a:pt x="0" y="615"/>
                    <a:pt x="1" y="625"/>
                    <a:pt x="8" y="630"/>
                  </a:cubicBezTo>
                </a:path>
              </a:pathLst>
            </a:custGeom>
            <a:grpFill/>
            <a:ln>
              <a:noFill/>
            </a:ln>
            <a:effectLst/>
            <a:extLst>
              <a:ext uri="{91240B29-F687-4F45-9708-019B960494DF}">
                <a14:hiddenLine xmlns:a14="http://schemas.microsoft.com/office/drawing/2010/main" w="9525">
                  <a:solidFill>
                    <a:srgbClr val="808080"/>
                  </a:solidFill>
                  <a:bevel/>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a:p>
          </p:txBody>
        </p:sp>
        <p:sp>
          <p:nvSpPr>
            <p:cNvPr id="47" name="Freeform 5"/>
            <p:cNvSpPr>
              <a:spLocks noChangeArrowheads="1"/>
            </p:cNvSpPr>
            <p:nvPr/>
          </p:nvSpPr>
          <p:spPr bwMode="auto">
            <a:xfrm>
              <a:off x="1596425" y="805324"/>
              <a:ext cx="201273" cy="127619"/>
            </a:xfrm>
            <a:custGeom>
              <a:avLst/>
              <a:gdLst>
                <a:gd name="T0" fmla="*/ 4 w 1217"/>
                <a:gd name="T1" fmla="*/ 588 h 773"/>
                <a:gd name="T2" fmla="*/ 193 w 1217"/>
                <a:gd name="T3" fmla="*/ 724 h 773"/>
                <a:gd name="T4" fmla="*/ 332 w 1217"/>
                <a:gd name="T5" fmla="*/ 772 h 773"/>
                <a:gd name="T6" fmla="*/ 415 w 1217"/>
                <a:gd name="T7" fmla="*/ 752 h 773"/>
                <a:gd name="T8" fmla="*/ 563 w 1217"/>
                <a:gd name="T9" fmla="*/ 648 h 773"/>
                <a:gd name="T10" fmla="*/ 776 w 1217"/>
                <a:gd name="T11" fmla="*/ 448 h 773"/>
                <a:gd name="T12" fmla="*/ 776 w 1217"/>
                <a:gd name="T13" fmla="*/ 448 h 773"/>
                <a:gd name="T14" fmla="*/ 1213 w 1217"/>
                <a:gd name="T15" fmla="*/ 12 h 773"/>
                <a:gd name="T16" fmla="*/ 1213 w 1217"/>
                <a:gd name="T17" fmla="*/ 2 h 773"/>
                <a:gd name="T18" fmla="*/ 1204 w 1217"/>
                <a:gd name="T19" fmla="*/ 2 h 773"/>
                <a:gd name="T20" fmla="*/ 767 w 1217"/>
                <a:gd name="T21" fmla="*/ 439 h 773"/>
                <a:gd name="T22" fmla="*/ 500 w 1217"/>
                <a:gd name="T23" fmla="*/ 682 h 773"/>
                <a:gd name="T24" fmla="*/ 410 w 1217"/>
                <a:gd name="T25" fmla="*/ 740 h 773"/>
                <a:gd name="T26" fmla="*/ 332 w 1217"/>
                <a:gd name="T27" fmla="*/ 759 h 773"/>
                <a:gd name="T28" fmla="*/ 199 w 1217"/>
                <a:gd name="T29" fmla="*/ 712 h 773"/>
                <a:gd name="T30" fmla="*/ 12 w 1217"/>
                <a:gd name="T31" fmla="*/ 577 h 773"/>
                <a:gd name="T32" fmla="*/ 2 w 1217"/>
                <a:gd name="T33" fmla="*/ 578 h 773"/>
                <a:gd name="T34" fmla="*/ 4 w 1217"/>
                <a:gd name="T35" fmla="*/ 588 h 77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1217" h="773">
                  <a:moveTo>
                    <a:pt x="4" y="588"/>
                  </a:moveTo>
                  <a:cubicBezTo>
                    <a:pt x="81" y="647"/>
                    <a:pt x="141" y="692"/>
                    <a:pt x="193" y="724"/>
                  </a:cubicBezTo>
                  <a:cubicBezTo>
                    <a:pt x="244" y="755"/>
                    <a:pt x="288" y="772"/>
                    <a:pt x="332" y="772"/>
                  </a:cubicBezTo>
                  <a:cubicBezTo>
                    <a:pt x="359" y="772"/>
                    <a:pt x="386" y="765"/>
                    <a:pt x="415" y="752"/>
                  </a:cubicBezTo>
                  <a:cubicBezTo>
                    <a:pt x="458" y="733"/>
                    <a:pt x="505" y="698"/>
                    <a:pt x="563" y="648"/>
                  </a:cubicBezTo>
                  <a:cubicBezTo>
                    <a:pt x="620" y="597"/>
                    <a:pt x="689" y="531"/>
                    <a:pt x="776" y="448"/>
                  </a:cubicBezTo>
                  <a:lnTo>
                    <a:pt x="776" y="448"/>
                  </a:lnTo>
                  <a:lnTo>
                    <a:pt x="1213" y="12"/>
                  </a:lnTo>
                  <a:cubicBezTo>
                    <a:pt x="1216" y="9"/>
                    <a:pt x="1216" y="5"/>
                    <a:pt x="1213" y="2"/>
                  </a:cubicBezTo>
                  <a:cubicBezTo>
                    <a:pt x="1210" y="0"/>
                    <a:pt x="1206" y="0"/>
                    <a:pt x="1204" y="2"/>
                  </a:cubicBezTo>
                  <a:lnTo>
                    <a:pt x="767" y="439"/>
                  </a:lnTo>
                  <a:cubicBezTo>
                    <a:pt x="651" y="549"/>
                    <a:pt x="568" y="630"/>
                    <a:pt x="500" y="682"/>
                  </a:cubicBezTo>
                  <a:cubicBezTo>
                    <a:pt x="466" y="709"/>
                    <a:pt x="437" y="728"/>
                    <a:pt x="410" y="740"/>
                  </a:cubicBezTo>
                  <a:cubicBezTo>
                    <a:pt x="382" y="753"/>
                    <a:pt x="357" y="759"/>
                    <a:pt x="332" y="759"/>
                  </a:cubicBezTo>
                  <a:cubicBezTo>
                    <a:pt x="291" y="759"/>
                    <a:pt x="250" y="743"/>
                    <a:pt x="199" y="712"/>
                  </a:cubicBezTo>
                  <a:cubicBezTo>
                    <a:pt x="149" y="682"/>
                    <a:pt x="89" y="636"/>
                    <a:pt x="12" y="577"/>
                  </a:cubicBezTo>
                  <a:cubicBezTo>
                    <a:pt x="9" y="575"/>
                    <a:pt x="4" y="575"/>
                    <a:pt x="2" y="578"/>
                  </a:cubicBezTo>
                  <a:cubicBezTo>
                    <a:pt x="0" y="581"/>
                    <a:pt x="1" y="585"/>
                    <a:pt x="4" y="588"/>
                  </a:cubicBezTo>
                </a:path>
              </a:pathLst>
            </a:custGeom>
            <a:grpFill/>
            <a:ln>
              <a:noFill/>
            </a:ln>
            <a:effectLst/>
            <a:extLst>
              <a:ext uri="{91240B29-F687-4F45-9708-019B960494DF}">
                <a14:hiddenLine xmlns:a14="http://schemas.microsoft.com/office/drawing/2010/main" w="9525">
                  <a:solidFill>
                    <a:srgbClr val="808080"/>
                  </a:solidFill>
                  <a:bevel/>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a:p>
          </p:txBody>
        </p:sp>
        <p:sp>
          <p:nvSpPr>
            <p:cNvPr id="48" name="Freeform 6"/>
            <p:cNvSpPr>
              <a:spLocks noChangeArrowheads="1"/>
            </p:cNvSpPr>
            <p:nvPr/>
          </p:nvSpPr>
          <p:spPr bwMode="auto">
            <a:xfrm>
              <a:off x="1368170" y="664579"/>
              <a:ext cx="439737" cy="330350"/>
            </a:xfrm>
            <a:custGeom>
              <a:avLst/>
              <a:gdLst>
                <a:gd name="T0" fmla="*/ 2631 w 2657"/>
                <a:gd name="T1" fmla="*/ 532 h 1998"/>
                <a:gd name="T2" fmla="*/ 2130 w 2657"/>
                <a:gd name="T3" fmla="*/ 145 h 1998"/>
                <a:gd name="T4" fmla="*/ 1920 w 2657"/>
                <a:gd name="T5" fmla="*/ 38 h 1998"/>
                <a:gd name="T6" fmla="*/ 1715 w 2657"/>
                <a:gd name="T7" fmla="*/ 0 h 1998"/>
                <a:gd name="T8" fmla="*/ 1578 w 2657"/>
                <a:gd name="T9" fmla="*/ 19 h 1998"/>
                <a:gd name="T10" fmla="*/ 1370 w 2657"/>
                <a:gd name="T11" fmla="*/ 116 h 1998"/>
                <a:gd name="T12" fmla="*/ 1150 w 2657"/>
                <a:gd name="T13" fmla="*/ 295 h 1998"/>
                <a:gd name="T14" fmla="*/ 1150 w 2657"/>
                <a:gd name="T15" fmla="*/ 295 h 1998"/>
                <a:gd name="T16" fmla="*/ 16 w 2657"/>
                <a:gd name="T17" fmla="*/ 1368 h 1998"/>
                <a:gd name="T18" fmla="*/ 0 w 2657"/>
                <a:gd name="T19" fmla="*/ 1406 h 1998"/>
                <a:gd name="T20" fmla="*/ 16 w 2657"/>
                <a:gd name="T21" fmla="*/ 1444 h 1998"/>
                <a:gd name="T22" fmla="*/ 566 w 2657"/>
                <a:gd name="T23" fmla="*/ 1977 h 1998"/>
                <a:gd name="T24" fmla="*/ 640 w 2657"/>
                <a:gd name="T25" fmla="*/ 1976 h 1998"/>
                <a:gd name="T26" fmla="*/ 639 w 2657"/>
                <a:gd name="T27" fmla="*/ 1901 h 1998"/>
                <a:gd name="T28" fmla="*/ 129 w 2657"/>
                <a:gd name="T29" fmla="*/ 1406 h 1998"/>
                <a:gd name="T30" fmla="*/ 1223 w 2657"/>
                <a:gd name="T31" fmla="*/ 371 h 1998"/>
                <a:gd name="T32" fmla="*/ 1223 w 2657"/>
                <a:gd name="T33" fmla="*/ 371 h 1998"/>
                <a:gd name="T34" fmla="*/ 1489 w 2657"/>
                <a:gd name="T35" fmla="*/ 167 h 1998"/>
                <a:gd name="T36" fmla="*/ 1605 w 2657"/>
                <a:gd name="T37" fmla="*/ 121 h 1998"/>
                <a:gd name="T38" fmla="*/ 1715 w 2657"/>
                <a:gd name="T39" fmla="*/ 106 h 1998"/>
                <a:gd name="T40" fmla="*/ 1884 w 2657"/>
                <a:gd name="T41" fmla="*/ 138 h 1998"/>
                <a:gd name="T42" fmla="*/ 2181 w 2657"/>
                <a:gd name="T43" fmla="*/ 306 h 1998"/>
                <a:gd name="T44" fmla="*/ 2562 w 2657"/>
                <a:gd name="T45" fmla="*/ 612 h 1998"/>
                <a:gd name="T46" fmla="*/ 2637 w 2657"/>
                <a:gd name="T47" fmla="*/ 606 h 1998"/>
                <a:gd name="T48" fmla="*/ 2631 w 2657"/>
                <a:gd name="T49" fmla="*/ 532 h 199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Lst>
              <a:rect l="0" t="0" r="r" b="b"/>
              <a:pathLst>
                <a:path w="2657" h="1998">
                  <a:moveTo>
                    <a:pt x="2631" y="532"/>
                  </a:moveTo>
                  <a:cubicBezTo>
                    <a:pt x="2437" y="367"/>
                    <a:pt x="2276" y="237"/>
                    <a:pt x="2130" y="145"/>
                  </a:cubicBezTo>
                  <a:cubicBezTo>
                    <a:pt x="2058" y="99"/>
                    <a:pt x="1988" y="63"/>
                    <a:pt x="1920" y="38"/>
                  </a:cubicBezTo>
                  <a:cubicBezTo>
                    <a:pt x="1851" y="14"/>
                    <a:pt x="1783" y="0"/>
                    <a:pt x="1715" y="0"/>
                  </a:cubicBezTo>
                  <a:cubicBezTo>
                    <a:pt x="1669" y="0"/>
                    <a:pt x="1623" y="6"/>
                    <a:pt x="1578" y="19"/>
                  </a:cubicBezTo>
                  <a:cubicBezTo>
                    <a:pt x="1509" y="37"/>
                    <a:pt x="1440" y="70"/>
                    <a:pt x="1370" y="116"/>
                  </a:cubicBezTo>
                  <a:cubicBezTo>
                    <a:pt x="1299" y="162"/>
                    <a:pt x="1227" y="221"/>
                    <a:pt x="1150" y="295"/>
                  </a:cubicBezTo>
                  <a:lnTo>
                    <a:pt x="1150" y="295"/>
                  </a:lnTo>
                  <a:lnTo>
                    <a:pt x="16" y="1368"/>
                  </a:lnTo>
                  <a:cubicBezTo>
                    <a:pt x="6" y="1378"/>
                    <a:pt x="0" y="1391"/>
                    <a:pt x="0" y="1406"/>
                  </a:cubicBezTo>
                  <a:cubicBezTo>
                    <a:pt x="0" y="1420"/>
                    <a:pt x="6" y="1434"/>
                    <a:pt x="16" y="1444"/>
                  </a:cubicBezTo>
                  <a:lnTo>
                    <a:pt x="566" y="1977"/>
                  </a:lnTo>
                  <a:cubicBezTo>
                    <a:pt x="587" y="1997"/>
                    <a:pt x="619" y="1997"/>
                    <a:pt x="640" y="1976"/>
                  </a:cubicBezTo>
                  <a:cubicBezTo>
                    <a:pt x="660" y="1955"/>
                    <a:pt x="660" y="1921"/>
                    <a:pt x="639" y="1901"/>
                  </a:cubicBezTo>
                  <a:lnTo>
                    <a:pt x="129" y="1406"/>
                  </a:lnTo>
                  <a:lnTo>
                    <a:pt x="1223" y="371"/>
                  </a:lnTo>
                  <a:lnTo>
                    <a:pt x="1223" y="371"/>
                  </a:lnTo>
                  <a:cubicBezTo>
                    <a:pt x="1321" y="277"/>
                    <a:pt x="1409" y="210"/>
                    <a:pt x="1489" y="167"/>
                  </a:cubicBezTo>
                  <a:cubicBezTo>
                    <a:pt x="1529" y="146"/>
                    <a:pt x="1568" y="131"/>
                    <a:pt x="1605" y="121"/>
                  </a:cubicBezTo>
                  <a:cubicBezTo>
                    <a:pt x="1642" y="111"/>
                    <a:pt x="1679" y="106"/>
                    <a:pt x="1715" y="106"/>
                  </a:cubicBezTo>
                  <a:cubicBezTo>
                    <a:pt x="1770" y="106"/>
                    <a:pt x="1825" y="116"/>
                    <a:pt x="1884" y="138"/>
                  </a:cubicBezTo>
                  <a:cubicBezTo>
                    <a:pt x="1972" y="170"/>
                    <a:pt x="2070" y="226"/>
                    <a:pt x="2181" y="306"/>
                  </a:cubicBezTo>
                  <a:cubicBezTo>
                    <a:pt x="2293" y="387"/>
                    <a:pt x="2418" y="490"/>
                    <a:pt x="2562" y="612"/>
                  </a:cubicBezTo>
                  <a:cubicBezTo>
                    <a:pt x="2585" y="631"/>
                    <a:pt x="2618" y="628"/>
                    <a:pt x="2637" y="606"/>
                  </a:cubicBezTo>
                  <a:cubicBezTo>
                    <a:pt x="2656" y="584"/>
                    <a:pt x="2653" y="551"/>
                    <a:pt x="2631" y="532"/>
                  </a:cubicBezTo>
                </a:path>
              </a:pathLst>
            </a:custGeom>
            <a:grpFill/>
            <a:ln>
              <a:noFill/>
            </a:ln>
            <a:effectLst/>
            <a:extLst>
              <a:ext uri="{91240B29-F687-4F45-9708-019B960494DF}">
                <a14:hiddenLine xmlns:a14="http://schemas.microsoft.com/office/drawing/2010/main" w="9525">
                  <a:solidFill>
                    <a:srgbClr val="808080"/>
                  </a:solidFill>
                  <a:bevel/>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a:p>
          </p:txBody>
        </p:sp>
        <p:sp>
          <p:nvSpPr>
            <p:cNvPr id="49" name="Freeform 7"/>
            <p:cNvSpPr>
              <a:spLocks noChangeArrowheads="1"/>
            </p:cNvSpPr>
            <p:nvPr/>
          </p:nvSpPr>
          <p:spPr bwMode="auto">
            <a:xfrm>
              <a:off x="1419946" y="709792"/>
              <a:ext cx="356603" cy="190334"/>
            </a:xfrm>
            <a:custGeom>
              <a:avLst/>
              <a:gdLst>
                <a:gd name="T0" fmla="*/ 2142 w 2158"/>
                <a:gd name="T1" fmla="*/ 438 h 1152"/>
                <a:gd name="T2" fmla="*/ 1725 w 2158"/>
                <a:gd name="T3" fmla="*/ 118 h 1152"/>
                <a:gd name="T4" fmla="*/ 1552 w 2158"/>
                <a:gd name="T5" fmla="*/ 31 h 1152"/>
                <a:gd name="T6" fmla="*/ 1386 w 2158"/>
                <a:gd name="T7" fmla="*/ 0 h 1152"/>
                <a:gd name="T8" fmla="*/ 1261 w 2158"/>
                <a:gd name="T9" fmla="*/ 19 h 1152"/>
                <a:gd name="T10" fmla="*/ 1068 w 2158"/>
                <a:gd name="T11" fmla="*/ 115 h 1152"/>
                <a:gd name="T12" fmla="*/ 852 w 2158"/>
                <a:gd name="T13" fmla="*/ 295 h 1152"/>
                <a:gd name="T14" fmla="*/ 852 w 2158"/>
                <a:gd name="T15" fmla="*/ 295 h 1152"/>
                <a:gd name="T16" fmla="*/ 13 w 2158"/>
                <a:gd name="T17" fmla="*/ 1094 h 1152"/>
                <a:gd name="T18" fmla="*/ 12 w 2158"/>
                <a:gd name="T19" fmla="*/ 1138 h 1152"/>
                <a:gd name="T20" fmla="*/ 56 w 2158"/>
                <a:gd name="T21" fmla="*/ 1139 h 1152"/>
                <a:gd name="T22" fmla="*/ 895 w 2158"/>
                <a:gd name="T23" fmla="*/ 340 h 1152"/>
                <a:gd name="T24" fmla="*/ 895 w 2158"/>
                <a:gd name="T25" fmla="*/ 340 h 1152"/>
                <a:gd name="T26" fmla="*/ 1164 w 2158"/>
                <a:gd name="T27" fmla="*/ 128 h 1152"/>
                <a:gd name="T28" fmla="*/ 1279 w 2158"/>
                <a:gd name="T29" fmla="*/ 79 h 1152"/>
                <a:gd name="T30" fmla="*/ 1386 w 2158"/>
                <a:gd name="T31" fmla="*/ 63 h 1152"/>
                <a:gd name="T32" fmla="*/ 1531 w 2158"/>
                <a:gd name="T33" fmla="*/ 90 h 1152"/>
                <a:gd name="T34" fmla="*/ 1781 w 2158"/>
                <a:gd name="T35" fmla="*/ 231 h 1152"/>
                <a:gd name="T36" fmla="*/ 2102 w 2158"/>
                <a:gd name="T37" fmla="*/ 486 h 1152"/>
                <a:gd name="T38" fmla="*/ 2146 w 2158"/>
                <a:gd name="T39" fmla="*/ 482 h 1152"/>
                <a:gd name="T40" fmla="*/ 2142 w 2158"/>
                <a:gd name="T41" fmla="*/ 438 h 115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2158" h="1152">
                  <a:moveTo>
                    <a:pt x="2142" y="438"/>
                  </a:moveTo>
                  <a:cubicBezTo>
                    <a:pt x="1978" y="301"/>
                    <a:pt x="1845" y="193"/>
                    <a:pt x="1725" y="118"/>
                  </a:cubicBezTo>
                  <a:cubicBezTo>
                    <a:pt x="1664" y="80"/>
                    <a:pt x="1608" y="51"/>
                    <a:pt x="1552" y="31"/>
                  </a:cubicBezTo>
                  <a:cubicBezTo>
                    <a:pt x="1496" y="11"/>
                    <a:pt x="1441" y="0"/>
                    <a:pt x="1386" y="0"/>
                  </a:cubicBezTo>
                  <a:cubicBezTo>
                    <a:pt x="1344" y="0"/>
                    <a:pt x="1303" y="6"/>
                    <a:pt x="1261" y="19"/>
                  </a:cubicBezTo>
                  <a:cubicBezTo>
                    <a:pt x="1198" y="37"/>
                    <a:pt x="1135" y="69"/>
                    <a:pt x="1068" y="115"/>
                  </a:cubicBezTo>
                  <a:cubicBezTo>
                    <a:pt x="1000" y="161"/>
                    <a:pt x="930" y="220"/>
                    <a:pt x="852" y="295"/>
                  </a:cubicBezTo>
                  <a:lnTo>
                    <a:pt x="852" y="295"/>
                  </a:lnTo>
                  <a:lnTo>
                    <a:pt x="13" y="1094"/>
                  </a:lnTo>
                  <a:cubicBezTo>
                    <a:pt x="1" y="1106"/>
                    <a:pt x="0" y="1126"/>
                    <a:pt x="12" y="1138"/>
                  </a:cubicBezTo>
                  <a:cubicBezTo>
                    <a:pt x="24" y="1151"/>
                    <a:pt x="44" y="1151"/>
                    <a:pt x="56" y="1139"/>
                  </a:cubicBezTo>
                  <a:lnTo>
                    <a:pt x="895" y="340"/>
                  </a:lnTo>
                  <a:lnTo>
                    <a:pt x="895" y="340"/>
                  </a:lnTo>
                  <a:cubicBezTo>
                    <a:pt x="997" y="243"/>
                    <a:pt x="1085" y="173"/>
                    <a:pt x="1164" y="128"/>
                  </a:cubicBezTo>
                  <a:cubicBezTo>
                    <a:pt x="1204" y="106"/>
                    <a:pt x="1242" y="89"/>
                    <a:pt x="1279" y="79"/>
                  </a:cubicBezTo>
                  <a:cubicBezTo>
                    <a:pt x="1315" y="68"/>
                    <a:pt x="1351" y="63"/>
                    <a:pt x="1386" y="63"/>
                  </a:cubicBezTo>
                  <a:cubicBezTo>
                    <a:pt x="1433" y="63"/>
                    <a:pt x="1480" y="72"/>
                    <a:pt x="1531" y="90"/>
                  </a:cubicBezTo>
                  <a:cubicBezTo>
                    <a:pt x="1606" y="117"/>
                    <a:pt x="1688" y="164"/>
                    <a:pt x="1781" y="231"/>
                  </a:cubicBezTo>
                  <a:cubicBezTo>
                    <a:pt x="1874" y="298"/>
                    <a:pt x="1979" y="384"/>
                    <a:pt x="2102" y="486"/>
                  </a:cubicBezTo>
                  <a:cubicBezTo>
                    <a:pt x="2115" y="497"/>
                    <a:pt x="2135" y="495"/>
                    <a:pt x="2146" y="482"/>
                  </a:cubicBezTo>
                  <a:cubicBezTo>
                    <a:pt x="2157" y="469"/>
                    <a:pt x="2155" y="449"/>
                    <a:pt x="2142" y="438"/>
                  </a:cubicBezTo>
                </a:path>
              </a:pathLst>
            </a:custGeom>
            <a:grpFill/>
            <a:ln>
              <a:noFill/>
            </a:ln>
            <a:effectLst/>
            <a:extLst>
              <a:ext uri="{91240B29-F687-4F45-9708-019B960494DF}">
                <a14:hiddenLine xmlns:a14="http://schemas.microsoft.com/office/drawing/2010/main" w="9525">
                  <a:solidFill>
                    <a:srgbClr val="808080"/>
                  </a:solidFill>
                  <a:bevel/>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a:p>
          </p:txBody>
        </p:sp>
        <p:sp>
          <p:nvSpPr>
            <p:cNvPr id="50" name="Freeform 8"/>
            <p:cNvSpPr>
              <a:spLocks noChangeArrowheads="1"/>
            </p:cNvSpPr>
            <p:nvPr/>
          </p:nvSpPr>
          <p:spPr bwMode="auto">
            <a:xfrm>
              <a:off x="1444012" y="752818"/>
              <a:ext cx="304826" cy="169186"/>
            </a:xfrm>
            <a:custGeom>
              <a:avLst/>
              <a:gdLst>
                <a:gd name="T0" fmla="*/ 1832 w 1844"/>
                <a:gd name="T1" fmla="*/ 349 h 1021"/>
                <a:gd name="T2" fmla="*/ 1494 w 1844"/>
                <a:gd name="T3" fmla="*/ 93 h 1021"/>
                <a:gd name="T4" fmla="*/ 1356 w 1844"/>
                <a:gd name="T5" fmla="*/ 24 h 1021"/>
                <a:gd name="T6" fmla="*/ 1224 w 1844"/>
                <a:gd name="T7" fmla="*/ 0 h 1021"/>
                <a:gd name="T8" fmla="*/ 1110 w 1844"/>
                <a:gd name="T9" fmla="*/ 18 h 1021"/>
                <a:gd name="T10" fmla="*/ 929 w 1844"/>
                <a:gd name="T11" fmla="*/ 116 h 1021"/>
                <a:gd name="T12" fmla="*/ 715 w 1844"/>
                <a:gd name="T13" fmla="*/ 301 h 1021"/>
                <a:gd name="T14" fmla="*/ 714 w 1844"/>
                <a:gd name="T15" fmla="*/ 301 h 1021"/>
                <a:gd name="T16" fmla="*/ 10 w 1844"/>
                <a:gd name="T17" fmla="*/ 978 h 1021"/>
                <a:gd name="T18" fmla="*/ 9 w 1844"/>
                <a:gd name="T19" fmla="*/ 1011 h 1021"/>
                <a:gd name="T20" fmla="*/ 42 w 1844"/>
                <a:gd name="T21" fmla="*/ 1012 h 1021"/>
                <a:gd name="T22" fmla="*/ 746 w 1844"/>
                <a:gd name="T23" fmla="*/ 334 h 1021"/>
                <a:gd name="T24" fmla="*/ 746 w 1844"/>
                <a:gd name="T25" fmla="*/ 334 h 1021"/>
                <a:gd name="T26" fmla="*/ 1016 w 1844"/>
                <a:gd name="T27" fmla="*/ 114 h 1021"/>
                <a:gd name="T28" fmla="*/ 1124 w 1844"/>
                <a:gd name="T29" fmla="*/ 62 h 1021"/>
                <a:gd name="T30" fmla="*/ 1224 w 1844"/>
                <a:gd name="T31" fmla="*/ 46 h 1021"/>
                <a:gd name="T32" fmla="*/ 1340 w 1844"/>
                <a:gd name="T33" fmla="*/ 67 h 1021"/>
                <a:gd name="T34" fmla="*/ 1542 w 1844"/>
                <a:gd name="T35" fmla="*/ 180 h 1021"/>
                <a:gd name="T36" fmla="*/ 1803 w 1844"/>
                <a:gd name="T37" fmla="*/ 385 h 1021"/>
                <a:gd name="T38" fmla="*/ 1835 w 1844"/>
                <a:gd name="T39" fmla="*/ 381 h 1021"/>
                <a:gd name="T40" fmla="*/ 1832 w 1844"/>
                <a:gd name="T41" fmla="*/ 349 h 102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1844" h="1021">
                  <a:moveTo>
                    <a:pt x="1832" y="349"/>
                  </a:moveTo>
                  <a:cubicBezTo>
                    <a:pt x="1698" y="239"/>
                    <a:pt x="1590" y="153"/>
                    <a:pt x="1494" y="93"/>
                  </a:cubicBezTo>
                  <a:cubicBezTo>
                    <a:pt x="1446" y="63"/>
                    <a:pt x="1400" y="40"/>
                    <a:pt x="1356" y="24"/>
                  </a:cubicBezTo>
                  <a:cubicBezTo>
                    <a:pt x="1311" y="8"/>
                    <a:pt x="1268" y="0"/>
                    <a:pt x="1224" y="0"/>
                  </a:cubicBezTo>
                  <a:cubicBezTo>
                    <a:pt x="1186" y="0"/>
                    <a:pt x="1148" y="6"/>
                    <a:pt x="1110" y="18"/>
                  </a:cubicBezTo>
                  <a:cubicBezTo>
                    <a:pt x="1052" y="37"/>
                    <a:pt x="993" y="69"/>
                    <a:pt x="929" y="116"/>
                  </a:cubicBezTo>
                  <a:cubicBezTo>
                    <a:pt x="864" y="163"/>
                    <a:pt x="794" y="224"/>
                    <a:pt x="715" y="301"/>
                  </a:cubicBezTo>
                  <a:lnTo>
                    <a:pt x="714" y="301"/>
                  </a:lnTo>
                  <a:lnTo>
                    <a:pt x="10" y="978"/>
                  </a:lnTo>
                  <a:cubicBezTo>
                    <a:pt x="1" y="987"/>
                    <a:pt x="0" y="1002"/>
                    <a:pt x="9" y="1011"/>
                  </a:cubicBezTo>
                  <a:cubicBezTo>
                    <a:pt x="18" y="1020"/>
                    <a:pt x="33" y="1020"/>
                    <a:pt x="42" y="1012"/>
                  </a:cubicBezTo>
                  <a:lnTo>
                    <a:pt x="746" y="334"/>
                  </a:lnTo>
                  <a:lnTo>
                    <a:pt x="746" y="334"/>
                  </a:lnTo>
                  <a:cubicBezTo>
                    <a:pt x="851" y="233"/>
                    <a:pt x="939" y="160"/>
                    <a:pt x="1016" y="114"/>
                  </a:cubicBezTo>
                  <a:cubicBezTo>
                    <a:pt x="1054" y="90"/>
                    <a:pt x="1090" y="73"/>
                    <a:pt x="1124" y="62"/>
                  </a:cubicBezTo>
                  <a:cubicBezTo>
                    <a:pt x="1159" y="51"/>
                    <a:pt x="1191" y="46"/>
                    <a:pt x="1224" y="46"/>
                  </a:cubicBezTo>
                  <a:cubicBezTo>
                    <a:pt x="1262" y="46"/>
                    <a:pt x="1300" y="53"/>
                    <a:pt x="1340" y="67"/>
                  </a:cubicBezTo>
                  <a:cubicBezTo>
                    <a:pt x="1401" y="89"/>
                    <a:pt x="1466" y="127"/>
                    <a:pt x="1542" y="180"/>
                  </a:cubicBezTo>
                  <a:cubicBezTo>
                    <a:pt x="1617" y="234"/>
                    <a:pt x="1702" y="303"/>
                    <a:pt x="1803" y="385"/>
                  </a:cubicBezTo>
                  <a:cubicBezTo>
                    <a:pt x="1813" y="393"/>
                    <a:pt x="1827" y="391"/>
                    <a:pt x="1835" y="381"/>
                  </a:cubicBezTo>
                  <a:cubicBezTo>
                    <a:pt x="1843" y="372"/>
                    <a:pt x="1842" y="357"/>
                    <a:pt x="1832" y="349"/>
                  </a:cubicBezTo>
                </a:path>
              </a:pathLst>
            </a:custGeom>
            <a:grpFill/>
            <a:ln>
              <a:noFill/>
            </a:ln>
            <a:effectLst/>
            <a:extLst>
              <a:ext uri="{91240B29-F687-4F45-9708-019B960494DF}">
                <a14:hiddenLine xmlns:a14="http://schemas.microsoft.com/office/drawing/2010/main" w="9525">
                  <a:solidFill>
                    <a:srgbClr val="808080"/>
                  </a:solidFill>
                  <a:bevel/>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a:p>
          </p:txBody>
        </p:sp>
        <p:sp>
          <p:nvSpPr>
            <p:cNvPr id="51" name="Freeform 9"/>
            <p:cNvSpPr>
              <a:spLocks noChangeArrowheads="1"/>
            </p:cNvSpPr>
            <p:nvPr/>
          </p:nvSpPr>
          <p:spPr bwMode="auto">
            <a:xfrm>
              <a:off x="1467348" y="795114"/>
              <a:ext cx="253049" cy="148038"/>
            </a:xfrm>
            <a:custGeom>
              <a:avLst/>
              <a:gdLst>
                <a:gd name="T0" fmla="*/ 1522 w 1530"/>
                <a:gd name="T1" fmla="*/ 264 h 895"/>
                <a:gd name="T2" fmla="*/ 1260 w 1530"/>
                <a:gd name="T3" fmla="*/ 70 h 895"/>
                <a:gd name="T4" fmla="*/ 1156 w 1530"/>
                <a:gd name="T5" fmla="*/ 18 h 895"/>
                <a:gd name="T6" fmla="*/ 1057 w 1530"/>
                <a:gd name="T7" fmla="*/ 0 h 895"/>
                <a:gd name="T8" fmla="*/ 957 w 1530"/>
                <a:gd name="T9" fmla="*/ 19 h 895"/>
                <a:gd name="T10" fmla="*/ 791 w 1530"/>
                <a:gd name="T11" fmla="*/ 119 h 895"/>
                <a:gd name="T12" fmla="*/ 577 w 1530"/>
                <a:gd name="T13" fmla="*/ 310 h 895"/>
                <a:gd name="T14" fmla="*/ 577 w 1530"/>
                <a:gd name="T15" fmla="*/ 310 h 895"/>
                <a:gd name="T16" fmla="*/ 6 w 1530"/>
                <a:gd name="T17" fmla="*/ 867 h 895"/>
                <a:gd name="T18" fmla="*/ 6 w 1530"/>
                <a:gd name="T19" fmla="*/ 888 h 895"/>
                <a:gd name="T20" fmla="*/ 27 w 1530"/>
                <a:gd name="T21" fmla="*/ 888 h 895"/>
                <a:gd name="T22" fmla="*/ 598 w 1530"/>
                <a:gd name="T23" fmla="*/ 331 h 895"/>
                <a:gd name="T24" fmla="*/ 598 w 1530"/>
                <a:gd name="T25" fmla="*/ 331 h 895"/>
                <a:gd name="T26" fmla="*/ 866 w 1530"/>
                <a:gd name="T27" fmla="*/ 101 h 895"/>
                <a:gd name="T28" fmla="*/ 968 w 1530"/>
                <a:gd name="T29" fmla="*/ 47 h 895"/>
                <a:gd name="T30" fmla="*/ 1057 w 1530"/>
                <a:gd name="T31" fmla="*/ 29 h 895"/>
                <a:gd name="T32" fmla="*/ 1146 w 1530"/>
                <a:gd name="T33" fmla="*/ 46 h 895"/>
                <a:gd name="T34" fmla="*/ 1300 w 1530"/>
                <a:gd name="T35" fmla="*/ 132 h 895"/>
                <a:gd name="T36" fmla="*/ 1504 w 1530"/>
                <a:gd name="T37" fmla="*/ 287 h 895"/>
                <a:gd name="T38" fmla="*/ 1524 w 1530"/>
                <a:gd name="T39" fmla="*/ 285 h 895"/>
                <a:gd name="T40" fmla="*/ 1522 w 1530"/>
                <a:gd name="T41" fmla="*/ 264 h 89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1530" h="895">
                  <a:moveTo>
                    <a:pt x="1522" y="264"/>
                  </a:moveTo>
                  <a:cubicBezTo>
                    <a:pt x="1417" y="180"/>
                    <a:pt x="1334" y="115"/>
                    <a:pt x="1260" y="70"/>
                  </a:cubicBezTo>
                  <a:cubicBezTo>
                    <a:pt x="1224" y="47"/>
                    <a:pt x="1189" y="30"/>
                    <a:pt x="1156" y="18"/>
                  </a:cubicBezTo>
                  <a:cubicBezTo>
                    <a:pt x="1123" y="6"/>
                    <a:pt x="1090" y="0"/>
                    <a:pt x="1057" y="0"/>
                  </a:cubicBezTo>
                  <a:cubicBezTo>
                    <a:pt x="1024" y="0"/>
                    <a:pt x="991" y="6"/>
                    <a:pt x="957" y="19"/>
                  </a:cubicBezTo>
                  <a:cubicBezTo>
                    <a:pt x="906" y="38"/>
                    <a:pt x="852" y="71"/>
                    <a:pt x="791" y="119"/>
                  </a:cubicBezTo>
                  <a:cubicBezTo>
                    <a:pt x="729" y="167"/>
                    <a:pt x="660" y="231"/>
                    <a:pt x="577" y="310"/>
                  </a:cubicBezTo>
                  <a:lnTo>
                    <a:pt x="577" y="310"/>
                  </a:lnTo>
                  <a:lnTo>
                    <a:pt x="6" y="867"/>
                  </a:lnTo>
                  <a:cubicBezTo>
                    <a:pt x="0" y="873"/>
                    <a:pt x="0" y="882"/>
                    <a:pt x="6" y="888"/>
                  </a:cubicBezTo>
                  <a:cubicBezTo>
                    <a:pt x="12" y="894"/>
                    <a:pt x="21" y="894"/>
                    <a:pt x="27" y="888"/>
                  </a:cubicBezTo>
                  <a:lnTo>
                    <a:pt x="598" y="331"/>
                  </a:lnTo>
                  <a:lnTo>
                    <a:pt x="598" y="331"/>
                  </a:lnTo>
                  <a:cubicBezTo>
                    <a:pt x="707" y="226"/>
                    <a:pt x="793" y="150"/>
                    <a:pt x="866" y="101"/>
                  </a:cubicBezTo>
                  <a:cubicBezTo>
                    <a:pt x="903" y="76"/>
                    <a:pt x="936" y="58"/>
                    <a:pt x="968" y="47"/>
                  </a:cubicBezTo>
                  <a:cubicBezTo>
                    <a:pt x="999" y="35"/>
                    <a:pt x="1028" y="29"/>
                    <a:pt x="1057" y="29"/>
                  </a:cubicBezTo>
                  <a:cubicBezTo>
                    <a:pt x="1086" y="29"/>
                    <a:pt x="1115" y="35"/>
                    <a:pt x="1146" y="46"/>
                  </a:cubicBezTo>
                  <a:cubicBezTo>
                    <a:pt x="1192" y="62"/>
                    <a:pt x="1242" y="91"/>
                    <a:pt x="1300" y="132"/>
                  </a:cubicBezTo>
                  <a:cubicBezTo>
                    <a:pt x="1359" y="172"/>
                    <a:pt x="1425" y="225"/>
                    <a:pt x="1504" y="287"/>
                  </a:cubicBezTo>
                  <a:cubicBezTo>
                    <a:pt x="1510" y="292"/>
                    <a:pt x="1518" y="291"/>
                    <a:pt x="1524" y="285"/>
                  </a:cubicBezTo>
                  <a:cubicBezTo>
                    <a:pt x="1529" y="279"/>
                    <a:pt x="1528" y="269"/>
                    <a:pt x="1522" y="264"/>
                  </a:cubicBezTo>
                </a:path>
              </a:pathLst>
            </a:custGeom>
            <a:grpFill/>
            <a:ln>
              <a:noFill/>
            </a:ln>
            <a:effectLst/>
            <a:extLst>
              <a:ext uri="{91240B29-F687-4F45-9708-019B960494DF}">
                <a14:hiddenLine xmlns:a14="http://schemas.microsoft.com/office/drawing/2010/main" w="9525">
                  <a:solidFill>
                    <a:srgbClr val="808080"/>
                  </a:solidFill>
                  <a:bevel/>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a:p>
          </p:txBody>
        </p:sp>
        <p:sp>
          <p:nvSpPr>
            <p:cNvPr id="52" name="Freeform 10"/>
            <p:cNvSpPr>
              <a:spLocks noChangeArrowheads="1"/>
            </p:cNvSpPr>
            <p:nvPr/>
          </p:nvSpPr>
          <p:spPr bwMode="auto">
            <a:xfrm>
              <a:off x="1491413" y="835952"/>
              <a:ext cx="201273" cy="127619"/>
            </a:xfrm>
            <a:custGeom>
              <a:avLst/>
              <a:gdLst>
                <a:gd name="T0" fmla="*/ 1212 w 1217"/>
                <a:gd name="T1" fmla="*/ 184 h 773"/>
                <a:gd name="T2" fmla="*/ 1023 w 1217"/>
                <a:gd name="T3" fmla="*/ 48 h 773"/>
                <a:gd name="T4" fmla="*/ 884 w 1217"/>
                <a:gd name="T5" fmla="*/ 0 h 773"/>
                <a:gd name="T6" fmla="*/ 801 w 1217"/>
                <a:gd name="T7" fmla="*/ 20 h 773"/>
                <a:gd name="T8" fmla="*/ 653 w 1217"/>
                <a:gd name="T9" fmla="*/ 124 h 773"/>
                <a:gd name="T10" fmla="*/ 440 w 1217"/>
                <a:gd name="T11" fmla="*/ 324 h 773"/>
                <a:gd name="T12" fmla="*/ 440 w 1217"/>
                <a:gd name="T13" fmla="*/ 324 h 773"/>
                <a:gd name="T14" fmla="*/ 3 w 1217"/>
                <a:gd name="T15" fmla="*/ 760 h 773"/>
                <a:gd name="T16" fmla="*/ 3 w 1217"/>
                <a:gd name="T17" fmla="*/ 770 h 773"/>
                <a:gd name="T18" fmla="*/ 12 w 1217"/>
                <a:gd name="T19" fmla="*/ 770 h 773"/>
                <a:gd name="T20" fmla="*/ 449 w 1217"/>
                <a:gd name="T21" fmla="*/ 333 h 773"/>
                <a:gd name="T22" fmla="*/ 716 w 1217"/>
                <a:gd name="T23" fmla="*/ 90 h 773"/>
                <a:gd name="T24" fmla="*/ 806 w 1217"/>
                <a:gd name="T25" fmla="*/ 32 h 773"/>
                <a:gd name="T26" fmla="*/ 884 w 1217"/>
                <a:gd name="T27" fmla="*/ 13 h 773"/>
                <a:gd name="T28" fmla="*/ 1016 w 1217"/>
                <a:gd name="T29" fmla="*/ 60 h 773"/>
                <a:gd name="T30" fmla="*/ 1204 w 1217"/>
                <a:gd name="T31" fmla="*/ 195 h 773"/>
                <a:gd name="T32" fmla="*/ 1214 w 1217"/>
                <a:gd name="T33" fmla="*/ 194 h 773"/>
                <a:gd name="T34" fmla="*/ 1212 w 1217"/>
                <a:gd name="T35" fmla="*/ 184 h 77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1217" h="773">
                  <a:moveTo>
                    <a:pt x="1212" y="184"/>
                  </a:moveTo>
                  <a:cubicBezTo>
                    <a:pt x="1135" y="125"/>
                    <a:pt x="1075" y="80"/>
                    <a:pt x="1023" y="48"/>
                  </a:cubicBezTo>
                  <a:cubicBezTo>
                    <a:pt x="971" y="17"/>
                    <a:pt x="928" y="0"/>
                    <a:pt x="884" y="0"/>
                  </a:cubicBezTo>
                  <a:cubicBezTo>
                    <a:pt x="856" y="0"/>
                    <a:pt x="829" y="7"/>
                    <a:pt x="801" y="20"/>
                  </a:cubicBezTo>
                  <a:cubicBezTo>
                    <a:pt x="758" y="39"/>
                    <a:pt x="711" y="74"/>
                    <a:pt x="653" y="124"/>
                  </a:cubicBezTo>
                  <a:cubicBezTo>
                    <a:pt x="595" y="175"/>
                    <a:pt x="527" y="241"/>
                    <a:pt x="440" y="324"/>
                  </a:cubicBezTo>
                  <a:lnTo>
                    <a:pt x="440" y="324"/>
                  </a:lnTo>
                  <a:lnTo>
                    <a:pt x="3" y="760"/>
                  </a:lnTo>
                  <a:cubicBezTo>
                    <a:pt x="0" y="763"/>
                    <a:pt x="0" y="767"/>
                    <a:pt x="3" y="770"/>
                  </a:cubicBezTo>
                  <a:cubicBezTo>
                    <a:pt x="5" y="772"/>
                    <a:pt x="10" y="772"/>
                    <a:pt x="12" y="770"/>
                  </a:cubicBezTo>
                  <a:lnTo>
                    <a:pt x="449" y="333"/>
                  </a:lnTo>
                  <a:cubicBezTo>
                    <a:pt x="565" y="223"/>
                    <a:pt x="648" y="142"/>
                    <a:pt x="716" y="90"/>
                  </a:cubicBezTo>
                  <a:cubicBezTo>
                    <a:pt x="749" y="63"/>
                    <a:pt x="778" y="44"/>
                    <a:pt x="806" y="32"/>
                  </a:cubicBezTo>
                  <a:cubicBezTo>
                    <a:pt x="833" y="19"/>
                    <a:pt x="859" y="13"/>
                    <a:pt x="884" y="13"/>
                  </a:cubicBezTo>
                  <a:cubicBezTo>
                    <a:pt x="924" y="13"/>
                    <a:pt x="966" y="29"/>
                    <a:pt x="1016" y="60"/>
                  </a:cubicBezTo>
                  <a:cubicBezTo>
                    <a:pt x="1067" y="90"/>
                    <a:pt x="1127" y="136"/>
                    <a:pt x="1204" y="195"/>
                  </a:cubicBezTo>
                  <a:cubicBezTo>
                    <a:pt x="1207" y="197"/>
                    <a:pt x="1211" y="197"/>
                    <a:pt x="1214" y="194"/>
                  </a:cubicBezTo>
                  <a:cubicBezTo>
                    <a:pt x="1216" y="191"/>
                    <a:pt x="1215" y="187"/>
                    <a:pt x="1212" y="184"/>
                  </a:cubicBezTo>
                </a:path>
              </a:pathLst>
            </a:custGeom>
            <a:grpFill/>
            <a:ln>
              <a:noFill/>
            </a:ln>
            <a:effectLst/>
            <a:extLst>
              <a:ext uri="{91240B29-F687-4F45-9708-019B960494DF}">
                <a14:hiddenLine xmlns:a14="http://schemas.microsoft.com/office/drawing/2010/main" w="9525">
                  <a:solidFill>
                    <a:srgbClr val="808080"/>
                  </a:solidFill>
                  <a:bevel/>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a:p>
          </p:txBody>
        </p:sp>
        <p:sp>
          <p:nvSpPr>
            <p:cNvPr id="53" name="Freeform 11"/>
            <p:cNvSpPr>
              <a:spLocks noChangeArrowheads="1"/>
            </p:cNvSpPr>
            <p:nvPr/>
          </p:nvSpPr>
          <p:spPr bwMode="auto">
            <a:xfrm>
              <a:off x="1608093" y="858559"/>
              <a:ext cx="72925" cy="48130"/>
            </a:xfrm>
            <a:custGeom>
              <a:avLst/>
              <a:gdLst>
                <a:gd name="T0" fmla="*/ 49 w 442"/>
                <a:gd name="T1" fmla="*/ 200 h 293"/>
                <a:gd name="T2" fmla="*/ 0 w 442"/>
                <a:gd name="T3" fmla="*/ 156 h 293"/>
                <a:gd name="T4" fmla="*/ 45 w 442"/>
                <a:gd name="T5" fmla="*/ 107 h 293"/>
                <a:gd name="T6" fmla="*/ 392 w 442"/>
                <a:gd name="T7" fmla="*/ 91 h 293"/>
                <a:gd name="T8" fmla="*/ 441 w 442"/>
                <a:gd name="T9" fmla="*/ 137 h 293"/>
                <a:gd name="T10" fmla="*/ 396 w 442"/>
                <a:gd name="T11" fmla="*/ 185 h 293"/>
                <a:gd name="T12" fmla="*/ 49 w 442"/>
                <a:gd name="T13" fmla="*/ 200 h 293"/>
              </a:gdLst>
              <a:ahLst/>
              <a:cxnLst>
                <a:cxn ang="0">
                  <a:pos x="T0" y="T1"/>
                </a:cxn>
                <a:cxn ang="0">
                  <a:pos x="T2" y="T3"/>
                </a:cxn>
                <a:cxn ang="0">
                  <a:pos x="T4" y="T5"/>
                </a:cxn>
                <a:cxn ang="0">
                  <a:pos x="T6" y="T7"/>
                </a:cxn>
                <a:cxn ang="0">
                  <a:pos x="T8" y="T9"/>
                </a:cxn>
                <a:cxn ang="0">
                  <a:pos x="T10" y="T11"/>
                </a:cxn>
                <a:cxn ang="0">
                  <a:pos x="T12" y="T13"/>
                </a:cxn>
              </a:cxnLst>
              <a:rect l="0" t="0" r="r" b="b"/>
              <a:pathLst>
                <a:path w="442" h="293">
                  <a:moveTo>
                    <a:pt x="49" y="200"/>
                  </a:moveTo>
                  <a:lnTo>
                    <a:pt x="0" y="156"/>
                  </a:lnTo>
                  <a:lnTo>
                    <a:pt x="45" y="107"/>
                  </a:lnTo>
                  <a:cubicBezTo>
                    <a:pt x="136" y="7"/>
                    <a:pt x="292" y="0"/>
                    <a:pt x="392" y="91"/>
                  </a:cubicBezTo>
                  <a:lnTo>
                    <a:pt x="441" y="137"/>
                  </a:lnTo>
                  <a:lnTo>
                    <a:pt x="396" y="185"/>
                  </a:lnTo>
                  <a:cubicBezTo>
                    <a:pt x="304" y="285"/>
                    <a:pt x="149" y="292"/>
                    <a:pt x="49" y="200"/>
                  </a:cubicBezTo>
                </a:path>
              </a:pathLst>
            </a:custGeom>
            <a:grpFill/>
            <a:ln>
              <a:noFill/>
            </a:ln>
            <a:effectLst/>
            <a:extLst>
              <a:ext uri="{91240B29-F687-4F45-9708-019B960494DF}">
                <a14:hiddenLine xmlns:a14="http://schemas.microsoft.com/office/drawing/2010/main" w="9525">
                  <a:solidFill>
                    <a:srgbClr val="808080"/>
                  </a:solidFill>
                  <a:bevel/>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a:p>
          </p:txBody>
        </p:sp>
      </p:grpSp>
      <p:pic>
        <p:nvPicPr>
          <p:cNvPr id="54" name="Picture 2" descr="https://i1.hdslb.com/bfs/archive/4b21da76a28b1211647c8bdb58fbdace9316b777.jpg"/>
          <p:cNvPicPr>
            <a:picLocks noChangeAspect="1" noChangeArrowheads="1"/>
          </p:cNvPicPr>
          <p:nvPr userDrawn="1"/>
        </p:nvPicPr>
        <p:blipFill rotWithShape="1">
          <a:blip r:embed="rId2">
            <a:extLst>
              <a:ext uri="{28A0092B-C50C-407E-A947-70E740481C1C}">
                <a14:useLocalDpi xmlns:a14="http://schemas.microsoft.com/office/drawing/2010/main" val="0"/>
              </a:ext>
            </a:extLst>
          </a:blip>
          <a:srcRect t="19905" b="20473"/>
          <a:stretch>
            <a:fillRect/>
          </a:stretch>
        </p:blipFill>
        <p:spPr bwMode="auto">
          <a:xfrm>
            <a:off x="9715063" y="333286"/>
            <a:ext cx="2410016" cy="897308"/>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日期占位符 2"/>
          <p:cNvSpPr>
            <a:spLocks noGrp="1"/>
          </p:cNvSpPr>
          <p:nvPr>
            <p:ph type="dt" sz="half" idx="10"/>
          </p:nvPr>
        </p:nvSpPr>
        <p:spPr/>
        <p:txBody>
          <a:bodyPr/>
          <a:lstStyle>
            <a:lvl1pPr>
              <a:defRPr/>
            </a:lvl1pPr>
          </a:lstStyle>
          <a:p>
            <a:endParaRPr lang="en-US" altLang="zh-CN"/>
          </a:p>
        </p:txBody>
      </p:sp>
      <p:sp>
        <p:nvSpPr>
          <p:cNvPr id="4" name="页脚占位符 3"/>
          <p:cNvSpPr>
            <a:spLocks noGrp="1"/>
          </p:cNvSpPr>
          <p:nvPr>
            <p:ph type="ftr" sz="quarter" idx="11"/>
          </p:nvPr>
        </p:nvSpPr>
        <p:spPr/>
        <p:txBody>
          <a:bodyPr/>
          <a:lstStyle>
            <a:lvl1pPr>
              <a:defRPr/>
            </a:lvl1pPr>
          </a:lstStyle>
          <a:p>
            <a:endParaRPr lang="en-US" altLang="zh-CN"/>
          </a:p>
        </p:txBody>
      </p:sp>
      <p:sp>
        <p:nvSpPr>
          <p:cNvPr id="5" name="灯片编号占位符 4"/>
          <p:cNvSpPr>
            <a:spLocks noGrp="1"/>
          </p:cNvSpPr>
          <p:nvPr>
            <p:ph type="sldNum" sz="quarter" idx="12"/>
          </p:nvPr>
        </p:nvSpPr>
        <p:spPr/>
        <p:txBody>
          <a:bodyPr/>
          <a:lstStyle>
            <a:lvl1pPr>
              <a:defRPr/>
            </a:lvl1pPr>
          </a:lstStyle>
          <a:p>
            <a:fld id="{831E9399-7559-704E-82CE-1E968243B59A}" type="slidenum">
              <a:rPr lang="en-US" altLang="zh-CN"/>
            </a:fld>
            <a:endParaRPr lang="en-US" altLang="zh-CN"/>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tx">
  <p:cSld name="Title &amp; Bullets">
    <p:spTree>
      <p:nvGrpSpPr>
        <p:cNvPr id="1" name=""/>
        <p:cNvGrpSpPr/>
        <p:nvPr/>
      </p:nvGrpSpPr>
      <p:grpSpPr>
        <a:xfrm>
          <a:off x="0" y="0"/>
          <a:ext cx="0" cy="0"/>
          <a:chOff x="0" y="0"/>
          <a:chExt cx="0" cy="0"/>
        </a:xfrm>
      </p:grpSpPr>
      <p:sp>
        <p:nvSpPr>
          <p:cNvPr id="56" name="标题文本"/>
          <p:cNvSpPr txBox="1">
            <a:spLocks noGrp="1"/>
          </p:cNvSpPr>
          <p:nvPr>
            <p:ph type="title" hasCustomPrompt="1"/>
          </p:nvPr>
        </p:nvSpPr>
        <p:spPr>
          <a:prstGeom prst="rect">
            <a:avLst/>
          </a:prstGeom>
        </p:spPr>
        <p:txBody>
          <a:bodyPr/>
          <a:lstStyle/>
          <a:p>
            <a:r>
              <a:t>标题文本</a:t>
            </a:r>
          </a:p>
        </p:txBody>
      </p:sp>
      <p:sp>
        <p:nvSpPr>
          <p:cNvPr id="57" name="正文级别 1…"/>
          <p:cNvSpPr txBox="1">
            <a:spLocks noGrp="1"/>
          </p:cNvSpPr>
          <p:nvPr>
            <p:ph type="body" idx="1" hasCustomPrompt="1"/>
          </p:nvPr>
        </p:nvSpPr>
        <p:spPr>
          <a:prstGeom prst="rect">
            <a:avLst/>
          </a:prstGeom>
        </p:spPr>
        <p:txBody>
          <a:bodyPr/>
          <a:lstStyle>
            <a:lvl1pPr>
              <a:defRPr sz="2400"/>
            </a:lvl1pPr>
            <a:lvl2pPr>
              <a:defRPr sz="2400"/>
            </a:lvl2pPr>
            <a:lvl3pPr>
              <a:defRPr sz="2400"/>
            </a:lvl3pPr>
            <a:lvl4pPr>
              <a:defRPr sz="2400"/>
            </a:lvl4pPr>
            <a:lvl5pPr>
              <a:defRPr sz="2400"/>
            </a:lvl5pPr>
          </a:lstStyle>
          <a:p>
            <a:r>
              <a:t>正文级别 1</a:t>
            </a:r>
          </a:p>
          <a:p>
            <a:pPr lvl="1"/>
            <a:r>
              <a:t>正文级别 2</a:t>
            </a:r>
          </a:p>
          <a:p>
            <a:pPr lvl="2"/>
            <a:r>
              <a:t>正文级别 3</a:t>
            </a:r>
          </a:p>
          <a:p>
            <a:pPr lvl="3"/>
            <a:r>
              <a:t>正文级别 4</a:t>
            </a:r>
          </a:p>
          <a:p>
            <a:pPr lvl="4"/>
            <a:r>
              <a:t>正文级别 5</a:t>
            </a:r>
          </a:p>
        </p:txBody>
      </p:sp>
      <p:sp>
        <p:nvSpPr>
          <p:cNvPr id="58" name="幻灯片编号"/>
          <p:cNvSpPr txBox="1">
            <a:spLocks noGrp="1"/>
          </p:cNvSpPr>
          <p:nvPr>
            <p:ph type="sldNum" sz="quarter" idx="2"/>
          </p:nvPr>
        </p:nvSpPr>
        <p:spPr>
          <a:prstGeom prst="rect">
            <a:avLst/>
          </a:prstGeom>
        </p:spPr>
        <p:txBody>
          <a:bodyPr/>
          <a:lstStyle/>
          <a:p>
            <a:fld id="{86CB4B4D-7CA3-9044-876B-883B54F8677D}" type="slidenum">
              <a:rPr/>
            </a:fld>
            <a:endParaRPr/>
          </a:p>
        </p:txBody>
      </p:sp>
    </p:spTree>
  </p:cSld>
  <p:clrMapOvr>
    <a:masterClrMapping/>
  </p:clrMapOvr>
  <p:transition spd="med"/>
</p:sldLayout>
</file>

<file path=ppt/slideMasters/_rels/slideMaster1.xml.rels><?xml version="1.0" encoding="UTF-8" standalone="yes"?>
<Relationships xmlns="http://schemas.openxmlformats.org/package/2006/relationships"><Relationship Id="rId8" Type="http://schemas.openxmlformats.org/officeDocument/2006/relationships/theme" Target="../theme/theme1.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标题占位符 1"/>
          <p:cNvSpPr>
            <a:spLocks noGrp="1"/>
          </p:cNvSpPr>
          <p:nvPr>
            <p:ph type="title"/>
          </p:nvPr>
        </p:nvSpPr>
        <p:spPr>
          <a:xfrm>
            <a:off x="1307508" y="365126"/>
            <a:ext cx="8220812" cy="879086"/>
          </a:xfrm>
          <a:prstGeom prst="rect">
            <a:avLst/>
          </a:prstGeom>
        </p:spPr>
        <p:txBody>
          <a:bodyPr vert="horz" lIns="91440" tIns="45720" rIns="91440" bIns="45720" rtlCol="0" anchor="ctr">
            <a:normAutofit/>
          </a:bodyPr>
          <a:lstStyle/>
          <a:p>
            <a:r>
              <a:rPr kumimoji="1" lang="zh-CN" altLang="en-US" dirty="0"/>
              <a:t>单击此处编辑母版标题样式</a:t>
            </a:r>
            <a:endParaRPr kumimoji="1" lang="zh-CN" altLang="en-US" dirty="0"/>
          </a:p>
        </p:txBody>
      </p:sp>
      <p:sp>
        <p:nvSpPr>
          <p:cNvPr id="3" name="文本占位符 2"/>
          <p:cNvSpPr>
            <a:spLocks noGrp="1"/>
          </p:cNvSpPr>
          <p:nvPr>
            <p:ph type="body" idx="1"/>
          </p:nvPr>
        </p:nvSpPr>
        <p:spPr>
          <a:xfrm>
            <a:off x="838200" y="1590270"/>
            <a:ext cx="10515600" cy="4586694"/>
          </a:xfrm>
          <a:prstGeom prst="rect">
            <a:avLst/>
          </a:prstGeom>
        </p:spPr>
        <p:txBody>
          <a:bodyPr vert="horz" lIns="91440" tIns="45720" rIns="91440" bIns="45720" rtlCol="0">
            <a:normAutofit/>
          </a:bodyPr>
          <a:lstStyle/>
          <a:p>
            <a:pPr lvl="0"/>
            <a:r>
              <a:rPr kumimoji="1" lang="zh-CN" altLang="en-US" dirty="0"/>
              <a:t>单击此处编辑母版文本样式</a:t>
            </a:r>
            <a:endParaRPr kumimoji="1" lang="zh-CN" altLang="en-US" dirty="0"/>
          </a:p>
          <a:p>
            <a:pPr lvl="1"/>
            <a:r>
              <a:rPr kumimoji="1" lang="zh-CN" altLang="en-US" dirty="0"/>
              <a:t>二级</a:t>
            </a:r>
            <a:endParaRPr kumimoji="1" lang="zh-CN" altLang="en-US" dirty="0"/>
          </a:p>
          <a:p>
            <a:pPr lvl="2"/>
            <a:r>
              <a:rPr kumimoji="1" lang="zh-CN" altLang="en-US" dirty="0"/>
              <a:t>三级</a:t>
            </a:r>
            <a:endParaRPr kumimoji="1" lang="zh-CN" altLang="en-US" dirty="0"/>
          </a:p>
          <a:p>
            <a:pPr lvl="3"/>
            <a:r>
              <a:rPr kumimoji="1" lang="zh-CN" altLang="en-US" dirty="0"/>
              <a:t>四级</a:t>
            </a:r>
            <a:endParaRPr kumimoji="1" lang="zh-CN" altLang="en-US" dirty="0"/>
          </a:p>
          <a:p>
            <a:pPr lvl="4"/>
            <a:r>
              <a:rPr kumimoji="1" lang="zh-CN" altLang="en-US" dirty="0"/>
              <a:t>五级</a:t>
            </a:r>
            <a:endParaRPr kumimoji="1" lang="zh-CN" altLang="en-US" dirty="0"/>
          </a:p>
        </p:txBody>
      </p:sp>
      <p:sp>
        <p:nvSpPr>
          <p:cNvPr id="4" name="日期占位符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latin typeface="微软雅黑" panose="020B0503020204020204" pitchFamily="34" charset="-122"/>
                <a:ea typeface="微软雅黑" panose="020B0503020204020204" pitchFamily="34" charset="-122"/>
              </a:defRPr>
            </a:lvl1pPr>
          </a:lstStyle>
          <a:p>
            <a:fld id="{E00C8306-BE8F-E24C-B25D-A6E484FA7A8C}" type="datetime1">
              <a:rPr kumimoji="1" lang="zh-CN" altLang="en-US" smtClean="0"/>
            </a:fld>
            <a:endParaRPr kumimoji="1" lang="zh-CN" altLang="en-US"/>
          </a:p>
        </p:txBody>
      </p:sp>
      <p:sp>
        <p:nvSpPr>
          <p:cNvPr id="5" name="页脚占位符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latin typeface="微软雅黑" panose="020B0503020204020204" pitchFamily="34" charset="-122"/>
                <a:ea typeface="微软雅黑" panose="020B0503020204020204" pitchFamily="34" charset="-122"/>
              </a:defRPr>
            </a:lvl1pPr>
          </a:lstStyle>
          <a:p>
            <a:endParaRPr kumimoji="1" lang="zh-CN" altLang="en-US"/>
          </a:p>
        </p:txBody>
      </p:sp>
      <p:sp>
        <p:nvSpPr>
          <p:cNvPr id="6" name="灯片编号占位符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latin typeface="微软雅黑" panose="020B0503020204020204" pitchFamily="34" charset="-122"/>
                <a:ea typeface="微软雅黑" panose="020B0503020204020204" pitchFamily="34" charset="-122"/>
              </a:defRPr>
            </a:lvl1pPr>
          </a:lstStyle>
          <a:p>
            <a:fld id="{8D4D1E41-7A09-AB4A-A4E1-09765ADA2698}" type="slidenum">
              <a:rPr kumimoji="1" lang="zh-CN" altLang="en-US" smtClean="0"/>
            </a:fld>
            <a:endParaRPr kumimoji="1" lang="zh-CN" alt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Lst>
  <p:hf hdr="0" ftr="0" dt="0"/>
  <p:txStyles>
    <p:titleStyle>
      <a:lvl1pPr algn="l" defTabSz="914400" rtl="0" eaLnBrk="1" latinLnBrk="0" hangingPunct="1">
        <a:lnSpc>
          <a:spcPct val="90000"/>
        </a:lnSpc>
        <a:spcBef>
          <a:spcPct val="0"/>
        </a:spcBef>
        <a:buNone/>
        <a:defRPr sz="4400" kern="1200">
          <a:solidFill>
            <a:schemeClr val="tx1"/>
          </a:solidFill>
          <a:latin typeface="微软雅黑" panose="020B0503020204020204" pitchFamily="34" charset="-122"/>
          <a:ea typeface="微软雅黑" panose="020B0503020204020204" pitchFamily="34" charset="-122"/>
          <a:cs typeface="+mj-cs"/>
        </a:defRPr>
      </a:lvl1pPr>
    </p:titleStyle>
    <p:bodyStyle>
      <a:lvl1pPr marL="228600" indent="-228600" algn="l" defTabSz="914400" rtl="0" eaLnBrk="1" latinLnBrk="0" hangingPunct="1">
        <a:lnSpc>
          <a:spcPct val="100000"/>
        </a:lnSpc>
        <a:spcBef>
          <a:spcPts val="600"/>
        </a:spcBef>
        <a:buFont typeface="Arial" panose="020B0604020202020204" pitchFamily="34" charset="0"/>
        <a:buChar char="•"/>
        <a:defRPr sz="2800" kern="1200">
          <a:solidFill>
            <a:schemeClr val="tx1"/>
          </a:solidFill>
          <a:latin typeface="微软雅黑" panose="020B0503020204020204" pitchFamily="34" charset="-122"/>
          <a:ea typeface="微软雅黑" panose="020B0503020204020204" pitchFamily="34" charset="-122"/>
          <a:cs typeface="+mn-cs"/>
        </a:defRPr>
      </a:lvl1pPr>
      <a:lvl2pPr marL="685800" indent="-228600" algn="l" defTabSz="914400" rtl="0" eaLnBrk="1" latinLnBrk="0" hangingPunct="1">
        <a:lnSpc>
          <a:spcPct val="100000"/>
        </a:lnSpc>
        <a:spcBef>
          <a:spcPts val="600"/>
        </a:spcBef>
        <a:buFont typeface="Arial" panose="020B0604020202020204" pitchFamily="34" charset="0"/>
        <a:buChar char="•"/>
        <a:defRPr sz="2400" kern="1200">
          <a:solidFill>
            <a:schemeClr val="tx1"/>
          </a:solidFill>
          <a:latin typeface="微软雅黑" panose="020B0503020204020204" pitchFamily="34" charset="-122"/>
          <a:ea typeface="微软雅黑" panose="020B0503020204020204" pitchFamily="34" charset="-122"/>
          <a:cs typeface="+mn-cs"/>
        </a:defRPr>
      </a:lvl2pPr>
      <a:lvl3pPr marL="1143000" indent="-228600" algn="l" defTabSz="914400" rtl="0" eaLnBrk="1" latinLnBrk="0" hangingPunct="1">
        <a:lnSpc>
          <a:spcPct val="100000"/>
        </a:lnSpc>
        <a:spcBef>
          <a:spcPts val="600"/>
        </a:spcBef>
        <a:buFont typeface="Arial" panose="020B0604020202020204" pitchFamily="34" charset="0"/>
        <a:buChar char="•"/>
        <a:defRPr sz="2000" kern="1200">
          <a:solidFill>
            <a:schemeClr val="tx1"/>
          </a:solidFill>
          <a:latin typeface="微软雅黑" panose="020B0503020204020204" pitchFamily="34" charset="-122"/>
          <a:ea typeface="微软雅黑" panose="020B0503020204020204" pitchFamily="34" charset="-122"/>
          <a:cs typeface="+mn-cs"/>
        </a:defRPr>
      </a:lvl3pPr>
      <a:lvl4pPr marL="1600200" indent="-228600" algn="l" defTabSz="914400" rtl="0" eaLnBrk="1" latinLnBrk="0" hangingPunct="1">
        <a:lnSpc>
          <a:spcPct val="100000"/>
        </a:lnSpc>
        <a:spcBef>
          <a:spcPts val="600"/>
        </a:spcBef>
        <a:buFont typeface="Arial" panose="020B0604020202020204" pitchFamily="34" charset="0"/>
        <a:buChar char="•"/>
        <a:defRPr sz="1800" kern="1200">
          <a:solidFill>
            <a:schemeClr val="tx1"/>
          </a:solidFill>
          <a:latin typeface="微软雅黑" panose="020B0503020204020204" pitchFamily="34" charset="-122"/>
          <a:ea typeface="微软雅黑" panose="020B0503020204020204" pitchFamily="34" charset="-122"/>
          <a:cs typeface="+mn-cs"/>
        </a:defRPr>
      </a:lvl4pPr>
      <a:lvl5pPr marL="2057400" indent="-228600" algn="l" defTabSz="914400" rtl="0" eaLnBrk="1" latinLnBrk="0" hangingPunct="1">
        <a:lnSpc>
          <a:spcPct val="100000"/>
        </a:lnSpc>
        <a:spcBef>
          <a:spcPts val="600"/>
        </a:spcBef>
        <a:buFont typeface="Arial" panose="020B0604020202020204" pitchFamily="34" charset="0"/>
        <a:buChar char="•"/>
        <a:defRPr sz="1800" kern="1200">
          <a:solidFill>
            <a:schemeClr val="tx1"/>
          </a:solidFill>
          <a:latin typeface="微软雅黑" panose="020B0503020204020204" pitchFamily="34" charset="-122"/>
          <a:ea typeface="微软雅黑" panose="020B0503020204020204" pitchFamily="34" charset="-122"/>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comments" Target="../comments/comment1.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3.png"/></Relationships>
</file>

<file path=ppt/slides/_rels/slide5.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4.png"/></Relationships>
</file>

<file path=ppt/slides/_rels/slide6.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5.png"/></Relationships>
</file>

<file path=ppt/slides/_rels/slide7.xml.rels><?xml version="1.0" encoding="UTF-8" standalone="yes"?>
<Relationships xmlns="http://schemas.openxmlformats.org/package/2006/relationships"><Relationship Id="rId6" Type="http://schemas.openxmlformats.org/officeDocument/2006/relationships/slideLayout" Target="../slideLayouts/slideLayout2.xml"/><Relationship Id="rId5" Type="http://schemas.openxmlformats.org/officeDocument/2006/relationships/image" Target="../media/image8.png"/><Relationship Id="rId4" Type="http://schemas.openxmlformats.org/officeDocument/2006/relationships/customXml" Target="../ink/ink2.xml"/><Relationship Id="rId3" Type="http://schemas.openxmlformats.org/officeDocument/2006/relationships/image" Target="../media/image7.png"/><Relationship Id="rId2" Type="http://schemas.openxmlformats.org/officeDocument/2006/relationships/customXml" Target="../ink/ink1.xml"/><Relationship Id="rId1" Type="http://schemas.openxmlformats.org/officeDocument/2006/relationships/image" Target="../media/image6.png"/></Relationships>
</file>

<file path=ppt/slides/_rels/slide8.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image" Target="../media/image9.png"/><Relationship Id="rId1" Type="http://schemas.openxmlformats.org/officeDocument/2006/relationships/customXml" Target="../ink/ink3.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10.png"/></Relationships>
</file>

<file path=ppt/slides/_rels/slide11.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11.png"/></Relationships>
</file>

<file path=ppt/slides/_rels/slide12.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12.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13.png"/></Relationships>
</file>

<file path=ppt/slides/_rels/slide15.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14.png"/></Relationships>
</file>

<file path=ppt/slides/_rels/slide16.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15.png"/></Relationships>
</file>

<file path=ppt/slides/_rels/slide17.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16.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17.png"/></Relationships>
</file>

<file path=ppt/slides/_rels/slide26.xml.rels><?xml version="1.0" encoding="UTF-8" standalone="yes"?>
<Relationships xmlns="http://schemas.openxmlformats.org/package/2006/relationships"><Relationship Id="rId3" Type="http://schemas.openxmlformats.org/officeDocument/2006/relationships/notesSlide" Target="../notesSlides/notesSlide3.xml"/><Relationship Id="rId2" Type="http://schemas.openxmlformats.org/officeDocument/2006/relationships/slideLayout" Target="../slideLayouts/slideLayout2.xml"/><Relationship Id="rId1" Type="http://schemas.openxmlformats.org/officeDocument/2006/relationships/image" Target="../media/image18.png"/></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20.jpeg"/></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21.png"/></Relationships>
</file>

<file path=ppt/slides/_rels/slide36.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22.jpeg"/></Relationships>
</file>

<file path=ppt/slides/_rels/slide40.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23.png"/></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ctrTitle"/>
          </p:nvPr>
        </p:nvSpPr>
        <p:spPr>
          <a:xfrm>
            <a:off x="1318161" y="891254"/>
            <a:ext cx="9349839" cy="2002674"/>
          </a:xfrm>
        </p:spPr>
        <p:txBody>
          <a:bodyPr>
            <a:normAutofit/>
          </a:bodyPr>
          <a:lstStyle/>
          <a:p>
            <a:r>
              <a:rPr kumimoji="1" lang="zh-CN" altLang="en-US" sz="5400" dirty="0"/>
              <a:t>第六章 </a:t>
            </a:r>
            <a:r>
              <a:rPr lang="en-US" altLang="zh-CN" dirty="0"/>
              <a:t>Hash</a:t>
            </a:r>
            <a:r>
              <a:rPr lang="zh-CN" altLang="zh-CN" dirty="0"/>
              <a:t>和消息认证</a:t>
            </a:r>
            <a:endParaRPr kumimoji="1" lang="zh-CN" altLang="en-US" sz="54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kumimoji="1" lang="zh-CN" altLang="en-US" dirty="0"/>
              <a:t>本章内容</a:t>
            </a:r>
            <a:endParaRPr kumimoji="1" lang="zh-CN" altLang="en-US" dirty="0"/>
          </a:p>
        </p:txBody>
      </p:sp>
      <p:sp>
        <p:nvSpPr>
          <p:cNvPr id="3" name="内容占位符 2"/>
          <p:cNvSpPr>
            <a:spLocks noGrp="1"/>
          </p:cNvSpPr>
          <p:nvPr>
            <p:ph idx="1"/>
          </p:nvPr>
        </p:nvSpPr>
        <p:spPr>
          <a:xfrm>
            <a:off x="1167384" y="1303493"/>
            <a:ext cx="10515600" cy="5456971"/>
          </a:xfrm>
        </p:spPr>
        <p:txBody>
          <a:bodyPr>
            <a:normAutofit/>
          </a:bodyPr>
          <a:lstStyle/>
          <a:p>
            <a:pPr>
              <a:lnSpc>
                <a:spcPct val="130000"/>
              </a:lnSpc>
              <a:buNone/>
            </a:pPr>
            <a:r>
              <a:rPr kumimoji="1" lang="en-US" altLang="zh-CN" sz="3000" dirty="0">
                <a:solidFill>
                  <a:srgbClr val="C00000"/>
                </a:solidFill>
              </a:rPr>
              <a:t>6.1 </a:t>
            </a:r>
            <a:r>
              <a:rPr kumimoji="1" lang="zh-CN" altLang="zh-CN" sz="3000" dirty="0">
                <a:solidFill>
                  <a:srgbClr val="C00000"/>
                </a:solidFill>
              </a:rPr>
              <a:t>消息认证方法</a:t>
            </a:r>
            <a:endParaRPr kumimoji="1" lang="en-US" altLang="zh-CN" sz="3000" dirty="0">
              <a:solidFill>
                <a:srgbClr val="C00000"/>
              </a:solidFill>
            </a:endParaRPr>
          </a:p>
          <a:p>
            <a:pPr>
              <a:lnSpc>
                <a:spcPct val="130000"/>
              </a:lnSpc>
              <a:buNone/>
            </a:pPr>
            <a:r>
              <a:rPr kumimoji="1" lang="en-US" altLang="zh-CN" sz="3000" dirty="0"/>
              <a:t>6.2 </a:t>
            </a:r>
            <a:r>
              <a:rPr kumimoji="1" lang="zh-CN" altLang="zh-CN" sz="3000" dirty="0"/>
              <a:t>安全散列函数</a:t>
            </a:r>
            <a:endParaRPr kumimoji="1" lang="en-US" altLang="zh-CN" sz="3000" dirty="0"/>
          </a:p>
          <a:p>
            <a:pPr>
              <a:lnSpc>
                <a:spcPct val="130000"/>
              </a:lnSpc>
              <a:buNone/>
            </a:pPr>
            <a:r>
              <a:rPr kumimoji="1" lang="en-US" altLang="zh-CN" sz="3000" dirty="0"/>
              <a:t>6.3 </a:t>
            </a:r>
            <a:r>
              <a:rPr kumimoji="1" lang="zh-CN" altLang="zh-CN" sz="3000" dirty="0"/>
              <a:t>消息认证码</a:t>
            </a:r>
            <a:endParaRPr kumimoji="1" lang="en-US" altLang="zh-CN" dirty="0"/>
          </a:p>
          <a:p>
            <a:pPr>
              <a:lnSpc>
                <a:spcPct val="130000"/>
              </a:lnSpc>
              <a:buNone/>
            </a:pPr>
            <a:endParaRPr kumimoji="1" lang="zh-CN" altLang="en-US" dirty="0"/>
          </a:p>
        </p:txBody>
      </p:sp>
      <p:sp>
        <p:nvSpPr>
          <p:cNvPr id="4" name="灯片编号占位符 3"/>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defRPr/>
            </a:pPr>
            <a:fld id="{8D4D1E41-7A09-AB4A-A4E1-09765ADA2698}" type="slidenum">
              <a:rPr kumimoji="1" lang="zh-CN" altLang="en-US" sz="1200" b="0" i="0" u="none" strike="noStrike" kern="1200" cap="none" spc="0" normalizeH="0" baseline="0" noProof="0" smtClean="0">
                <a:ln>
                  <a:noFill/>
                </a:ln>
                <a:solidFill>
                  <a:prstClr val="black">
                    <a:tint val="75000"/>
                  </a:prstClr>
                </a:solidFill>
                <a:effectLst/>
                <a:uLnTx/>
                <a:uFillTx/>
                <a:latin typeface="微软雅黑" panose="020B0503020204020204" pitchFamily="34" charset="-122"/>
                <a:ea typeface="微软雅黑" panose="020B0503020204020204" pitchFamily="34" charset="-122"/>
                <a:cs typeface="+mn-cs"/>
              </a:rPr>
            </a:fld>
            <a:endParaRPr kumimoji="1" lang="zh-CN" altLang="en-US" sz="1200" b="0" i="0" u="none" strike="noStrike" kern="1200" cap="none" spc="0" normalizeH="0" baseline="0" noProof="0" dirty="0">
              <a:ln>
                <a:noFill/>
              </a:ln>
              <a:solidFill>
                <a:prstClr val="black">
                  <a:tint val="75000"/>
                </a:prstClr>
              </a:solidFill>
              <a:effectLst/>
              <a:uLnTx/>
              <a:uFillTx/>
              <a:latin typeface="微软雅黑" panose="020B0503020204020204" pitchFamily="34" charset="-122"/>
              <a:ea typeface="微软雅黑" panose="020B0503020204020204" pitchFamily="34" charset="-122"/>
              <a:cs typeface="+mn-cs"/>
            </a:endParaRPr>
          </a:p>
        </p:txBody>
      </p:sp>
      <p:sp>
        <p:nvSpPr>
          <p:cNvPr id="7" name="矩形标注 6"/>
          <p:cNvSpPr/>
          <p:nvPr/>
        </p:nvSpPr>
        <p:spPr>
          <a:xfrm>
            <a:off x="6316392" y="1443436"/>
            <a:ext cx="4504008" cy="2454748"/>
          </a:xfrm>
          <a:prstGeom prst="wedgeRectCallout">
            <a:avLst>
              <a:gd name="adj1" fmla="val -92086"/>
              <a:gd name="adj2" fmla="val -45429"/>
            </a:avLst>
          </a:prstGeom>
          <a:noFill/>
          <a:ln>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587375" indent="-438150">
              <a:lnSpc>
                <a:spcPct val="130000"/>
              </a:lnSpc>
              <a:spcBef>
                <a:spcPts val="600"/>
              </a:spcBef>
              <a:buFont typeface="+mj-lt"/>
              <a:buAutoNum type="arabicPeriod"/>
            </a:pPr>
            <a:r>
              <a:rPr kumimoji="1" lang="zh-CN" altLang="zh-CN" sz="2400" dirty="0">
                <a:solidFill>
                  <a:prstClr val="black"/>
                </a:solidFill>
                <a:latin typeface="微软雅黑" panose="020B0503020204020204" pitchFamily="34" charset="-122"/>
                <a:ea typeface="微软雅黑" panose="020B0503020204020204" pitchFamily="34" charset="-122"/>
              </a:rPr>
              <a:t>利用常规加密的消息认证</a:t>
            </a:r>
            <a:endParaRPr kumimoji="1" lang="zh-CN" altLang="en-US" sz="2400" dirty="0">
              <a:solidFill>
                <a:prstClr val="black"/>
              </a:solidFill>
              <a:latin typeface="微软雅黑" panose="020B0503020204020204" pitchFamily="34" charset="-122"/>
              <a:ea typeface="微软雅黑" panose="020B0503020204020204" pitchFamily="34" charset="-122"/>
            </a:endParaRPr>
          </a:p>
          <a:p>
            <a:pPr marL="587375" indent="-438150">
              <a:lnSpc>
                <a:spcPct val="130000"/>
              </a:lnSpc>
              <a:spcBef>
                <a:spcPts val="600"/>
              </a:spcBef>
              <a:buFont typeface="+mj-lt"/>
              <a:buAutoNum type="arabicPeriod"/>
            </a:pPr>
            <a:r>
              <a:rPr kumimoji="1" lang="zh-CN" altLang="zh-CN" sz="2400" dirty="0">
                <a:solidFill>
                  <a:prstClr val="black"/>
                </a:solidFill>
                <a:latin typeface="微软雅黑" panose="020B0503020204020204" pitchFamily="34" charset="-122"/>
                <a:ea typeface="微软雅黑" panose="020B0503020204020204" pitchFamily="34" charset="-122"/>
              </a:rPr>
              <a:t>非加密的消息认证</a:t>
            </a:r>
            <a:endParaRPr kumimoji="1" lang="zh-CN" altLang="en-US" sz="2400" dirty="0">
              <a:solidFill>
                <a:prstClr val="black"/>
              </a:solidFill>
              <a:latin typeface="微软雅黑" panose="020B0503020204020204" pitchFamily="34" charset="-122"/>
              <a:ea typeface="微软雅黑" panose="020B0503020204020204" pitchFamily="34" charset="-122"/>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3" presetClass="entr" presetSubtype="10" fill="hold" grpId="0" nodeType="afterEffect">
                                  <p:stCondLst>
                                    <p:cond delay="0"/>
                                  </p:stCondLst>
                                  <p:childTnLst>
                                    <p:set>
                                      <p:cBhvr>
                                        <p:cTn id="6" dur="1" fill="hold">
                                          <p:stCondLst>
                                            <p:cond delay="0"/>
                                          </p:stCondLst>
                                        </p:cTn>
                                        <p:tgtEl>
                                          <p:spTgt spid="7"/>
                                        </p:tgtEl>
                                        <p:attrNameLst>
                                          <p:attrName>style.visibility</p:attrName>
                                        </p:attrNameLst>
                                      </p:cBhvr>
                                      <p:to>
                                        <p:strVal val="visible"/>
                                      </p:to>
                                    </p:set>
                                    <p:animEffect transition="in" filter="blinds(horizontal)">
                                      <p:cBhvr>
                                        <p:cTn id="7" dur="50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animBg="1"/>
    </p:bld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t>6.1 </a:t>
            </a:r>
            <a:r>
              <a:rPr kumimoji="1" lang="zh-CN" altLang="zh-CN" dirty="0">
                <a:solidFill>
                  <a:prstClr val="black"/>
                </a:solidFill>
              </a:rPr>
              <a:t>消息</a:t>
            </a:r>
            <a:r>
              <a:rPr kumimoji="1" lang="zh-CN" altLang="en-US" dirty="0">
                <a:solidFill>
                  <a:prstClr val="black"/>
                </a:solidFill>
              </a:rPr>
              <a:t>认证方法</a:t>
            </a:r>
            <a:endParaRPr lang="zh-CN" altLang="en-US" dirty="0"/>
          </a:p>
        </p:txBody>
      </p:sp>
      <p:sp>
        <p:nvSpPr>
          <p:cNvPr id="3" name="内容占位符 2"/>
          <p:cNvSpPr>
            <a:spLocks noGrp="1"/>
          </p:cNvSpPr>
          <p:nvPr>
            <p:ph idx="1"/>
          </p:nvPr>
        </p:nvSpPr>
        <p:spPr/>
        <p:txBody>
          <a:bodyPr>
            <a:normAutofit fontScale="92500" lnSpcReduction="20000"/>
          </a:bodyPr>
          <a:lstStyle/>
          <a:p>
            <a:pPr>
              <a:lnSpc>
                <a:spcPct val="160000"/>
              </a:lnSpc>
            </a:pPr>
            <a:r>
              <a:rPr lang="zh-CN" altLang="en-US" dirty="0">
                <a:solidFill>
                  <a:srgbClr val="C00000"/>
                </a:solidFill>
              </a:rPr>
              <a:t>消息认证</a:t>
            </a:r>
            <a:r>
              <a:rPr lang="zh-CN" altLang="en-US" dirty="0"/>
              <a:t>：是一个</a:t>
            </a:r>
            <a:r>
              <a:rPr lang="zh-CN" altLang="en-US" u="sng" dirty="0"/>
              <a:t>证实收到的消息来自可信的源点且未被篡改</a:t>
            </a:r>
            <a:r>
              <a:rPr lang="zh-CN" altLang="en-US" dirty="0"/>
              <a:t>的过程，也称</a:t>
            </a:r>
            <a:r>
              <a:rPr lang="zh-CN" altLang="en-US" dirty="0">
                <a:solidFill>
                  <a:srgbClr val="C00000"/>
                </a:solidFill>
              </a:rPr>
              <a:t>消息鉴别</a:t>
            </a:r>
            <a:r>
              <a:rPr lang="zh-CN" altLang="en-US" dirty="0"/>
              <a:t>（</a:t>
            </a:r>
            <a:r>
              <a:rPr lang="en-US" altLang="zh-CN" dirty="0"/>
              <a:t>Message Authentication) </a:t>
            </a:r>
            <a:r>
              <a:rPr lang="zh-CN" altLang="en-US" dirty="0"/>
              <a:t>。</a:t>
            </a:r>
            <a:endParaRPr lang="en-US" altLang="zh-CN" dirty="0"/>
          </a:p>
          <a:p>
            <a:pPr>
              <a:lnSpc>
                <a:spcPct val="160000"/>
              </a:lnSpc>
            </a:pPr>
            <a:r>
              <a:rPr lang="zh-CN" altLang="en-US" dirty="0"/>
              <a:t>区别于</a:t>
            </a:r>
            <a:r>
              <a:rPr lang="zh-CN" altLang="en-US" dirty="0">
                <a:solidFill>
                  <a:srgbClr val="C00000"/>
                </a:solidFill>
              </a:rPr>
              <a:t>数字签名</a:t>
            </a:r>
            <a:r>
              <a:rPr lang="zh-CN" altLang="en-US" dirty="0"/>
              <a:t>（</a:t>
            </a:r>
            <a:r>
              <a:rPr lang="en-US" altLang="zh-CN" dirty="0"/>
              <a:t>Digital Signature</a:t>
            </a:r>
            <a:r>
              <a:rPr lang="zh-CN" altLang="en-US" dirty="0"/>
              <a:t>）：是一种</a:t>
            </a:r>
            <a:r>
              <a:rPr lang="zh-CN" altLang="en-US" u="sng" dirty="0"/>
              <a:t>防止源点或终点抵赖</a:t>
            </a:r>
            <a:r>
              <a:rPr lang="zh-CN" altLang="en-US" dirty="0"/>
              <a:t>的鉴别技术。</a:t>
            </a:r>
            <a:endParaRPr lang="en-US" altLang="zh-CN" dirty="0"/>
          </a:p>
          <a:p>
            <a:pPr>
              <a:lnSpc>
                <a:spcPct val="160000"/>
              </a:lnSpc>
              <a:defRPr/>
            </a:pPr>
            <a:r>
              <a:rPr lang="zh-CN" altLang="en-US" dirty="0"/>
              <a:t>消息认证的目的是</a:t>
            </a:r>
            <a:r>
              <a:rPr lang="zh-CN" altLang="en-US" dirty="0">
                <a:solidFill>
                  <a:srgbClr val="C00000"/>
                </a:solidFill>
              </a:rPr>
              <a:t>防止篡改、伪造数据</a:t>
            </a:r>
            <a:r>
              <a:rPr lang="zh-CN" altLang="en-US" dirty="0"/>
              <a:t>，保证数据的</a:t>
            </a:r>
            <a:r>
              <a:rPr lang="zh-CN" altLang="en-US" dirty="0">
                <a:solidFill>
                  <a:srgbClr val="C00000"/>
                </a:solidFill>
              </a:rPr>
              <a:t>完整性</a:t>
            </a:r>
            <a:r>
              <a:rPr lang="zh-CN" altLang="en-US" dirty="0"/>
              <a:t>。</a:t>
            </a:r>
            <a:r>
              <a:rPr lang="zh-CN" altLang="en-US" dirty="0">
                <a:solidFill>
                  <a:srgbClr val="FF0000"/>
                </a:solidFill>
                <a:effectLst>
                  <a:outerShdw blurRad="38100" dist="38100" dir="2700000" algn="tl">
                    <a:srgbClr val="C0C0C0"/>
                  </a:outerShdw>
                </a:effectLst>
              </a:rPr>
              <a:t>目的</a:t>
            </a:r>
            <a:r>
              <a:rPr lang="zh-CN" altLang="en-US" dirty="0"/>
              <a:t>有二：</a:t>
            </a:r>
            <a:endParaRPr lang="zh-CN" altLang="en-US" dirty="0"/>
          </a:p>
          <a:p>
            <a:pPr lvl="1">
              <a:lnSpc>
                <a:spcPct val="160000"/>
              </a:lnSpc>
              <a:buNone/>
              <a:defRPr/>
            </a:pPr>
            <a:r>
              <a:rPr lang="zh-CN" altLang="en-US" sz="2600" dirty="0"/>
              <a:t>   第一，验证信息的</a:t>
            </a:r>
            <a:r>
              <a:rPr lang="zh-CN" altLang="en-US" sz="2600" dirty="0">
                <a:highlight>
                  <a:srgbClr val="FFFF00"/>
                </a:highlight>
              </a:rPr>
              <a:t>发送者</a:t>
            </a:r>
            <a:r>
              <a:rPr lang="zh-CN" altLang="en-US" sz="2600" dirty="0"/>
              <a:t>是真正的，而不是冒充的，此为信源识别；</a:t>
            </a:r>
            <a:endParaRPr lang="zh-CN" altLang="en-US" sz="2600" dirty="0"/>
          </a:p>
          <a:p>
            <a:pPr lvl="1">
              <a:lnSpc>
                <a:spcPct val="160000"/>
              </a:lnSpc>
              <a:buNone/>
              <a:defRPr/>
            </a:pPr>
            <a:r>
              <a:rPr lang="zh-CN" altLang="en-US" sz="2600" dirty="0"/>
              <a:t>   第二，验证信息的</a:t>
            </a:r>
            <a:r>
              <a:rPr lang="zh-CN" altLang="en-US" sz="2600" dirty="0">
                <a:highlight>
                  <a:srgbClr val="FFFF00"/>
                </a:highlight>
              </a:rPr>
              <a:t>完整性</a:t>
            </a:r>
            <a:r>
              <a:rPr lang="zh-CN" altLang="en-US" sz="2600" dirty="0"/>
              <a:t>，在传送或存储过程中未被篡改，重放或延迟等。</a:t>
            </a:r>
            <a:endParaRPr lang="zh-CN" altLang="en-US" sz="2600" dirty="0"/>
          </a:p>
          <a:p>
            <a:pPr>
              <a:lnSpc>
                <a:spcPct val="150000"/>
              </a:lnSpc>
            </a:pPr>
            <a:endParaRPr lang="zh-CN" altLang="en-US" dirty="0"/>
          </a:p>
        </p:txBody>
      </p:sp>
      <p:sp>
        <p:nvSpPr>
          <p:cNvPr id="4" name="灯片编号占位符 3"/>
          <p:cNvSpPr>
            <a:spLocks noGrp="1"/>
          </p:cNvSpPr>
          <p:nvPr>
            <p:ph type="sldNum" sz="quarter" idx="12"/>
          </p:nvPr>
        </p:nvSpPr>
        <p:spPr/>
        <p:txBody>
          <a:bodyPr/>
          <a:lstStyle/>
          <a:p>
            <a:fld id="{8D4D1E41-7A09-AB4A-A4E1-09765ADA2698}" type="slidenum">
              <a:rPr kumimoji="1" lang="zh-CN" altLang="en-US" smtClean="0"/>
            </a:fld>
            <a:endParaRPr kumimoji="1" lang="zh-CN" altLang="en-US"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t>6.1.1 </a:t>
            </a:r>
            <a:r>
              <a:rPr kumimoji="1" lang="zh-CN" altLang="zh-CN" dirty="0">
                <a:solidFill>
                  <a:prstClr val="black"/>
                </a:solidFill>
              </a:rPr>
              <a:t>利用常规加密的消息</a:t>
            </a:r>
            <a:r>
              <a:rPr kumimoji="1" lang="zh-CN" altLang="en-US" dirty="0">
                <a:solidFill>
                  <a:prstClr val="black"/>
                </a:solidFill>
              </a:rPr>
              <a:t>认证</a:t>
            </a:r>
            <a:endParaRPr lang="zh-CN" altLang="en-US" dirty="0"/>
          </a:p>
        </p:txBody>
      </p:sp>
      <p:sp>
        <p:nvSpPr>
          <p:cNvPr id="3" name="内容占位符 2"/>
          <p:cNvSpPr>
            <a:spLocks noGrp="1"/>
          </p:cNvSpPr>
          <p:nvPr>
            <p:ph idx="1"/>
          </p:nvPr>
        </p:nvSpPr>
        <p:spPr/>
        <p:txBody>
          <a:bodyPr>
            <a:normAutofit fontScale="92500" lnSpcReduction="10000"/>
          </a:bodyPr>
          <a:lstStyle/>
          <a:p>
            <a:pPr>
              <a:lnSpc>
                <a:spcPct val="150000"/>
              </a:lnSpc>
            </a:pPr>
            <a:r>
              <a:rPr lang="zh-CN" altLang="en-US" dirty="0"/>
              <a:t>消息的</a:t>
            </a:r>
            <a:r>
              <a:rPr lang="zh-CN" altLang="en-US" dirty="0">
                <a:highlight>
                  <a:srgbClr val="FFFF00"/>
                </a:highlight>
              </a:rPr>
              <a:t>自身加密</a:t>
            </a:r>
            <a:r>
              <a:rPr lang="zh-CN" altLang="en-US" dirty="0"/>
              <a:t>可以作为一个鉴别的度量。</a:t>
            </a:r>
            <a:endParaRPr lang="zh-CN" altLang="en-US" dirty="0"/>
          </a:p>
          <a:p>
            <a:pPr>
              <a:lnSpc>
                <a:spcPct val="150000"/>
              </a:lnSpc>
            </a:pPr>
            <a:r>
              <a:rPr lang="zh-CN" altLang="en-US" dirty="0">
                <a:highlight>
                  <a:srgbClr val="FFFF00"/>
                </a:highlight>
              </a:rPr>
              <a:t>对称密钥模式和公开密钥模式</a:t>
            </a:r>
            <a:r>
              <a:rPr lang="zh-CN" altLang="en-US" dirty="0"/>
              <a:t>有所不同。</a:t>
            </a:r>
            <a:endParaRPr lang="en-US" altLang="zh-CN" dirty="0"/>
          </a:p>
          <a:p>
            <a:pPr>
              <a:lnSpc>
                <a:spcPct val="150000"/>
              </a:lnSpc>
            </a:pPr>
            <a:r>
              <a:rPr lang="zh-CN" altLang="en-US" dirty="0">
                <a:highlight>
                  <a:srgbClr val="FFFF00"/>
                </a:highlight>
              </a:rPr>
              <a:t>对称加密</a:t>
            </a:r>
            <a:r>
              <a:rPr lang="zh-CN" altLang="en-US" dirty="0"/>
              <a:t>：保密性与鉴别</a:t>
            </a:r>
            <a:endParaRPr lang="en-US" altLang="zh-CN" dirty="0"/>
          </a:p>
          <a:p>
            <a:pPr lvl="1">
              <a:lnSpc>
                <a:spcPct val="150000"/>
              </a:lnSpc>
              <a:spcBef>
                <a:spcPct val="0"/>
              </a:spcBef>
            </a:pPr>
            <a:r>
              <a:rPr lang="zh-CN" altLang="en-US" sz="2000" dirty="0"/>
              <a:t>提供保密</a:t>
            </a:r>
            <a:endParaRPr lang="zh-CN" altLang="en-US" sz="2000" dirty="0"/>
          </a:p>
          <a:p>
            <a:pPr lvl="1">
              <a:lnSpc>
                <a:spcPct val="150000"/>
              </a:lnSpc>
              <a:spcBef>
                <a:spcPct val="0"/>
              </a:spcBef>
            </a:pPr>
            <a:r>
              <a:rPr lang="zh-CN" altLang="en-US" sz="2000" dirty="0"/>
              <a:t>提供鉴别</a:t>
            </a:r>
            <a:endParaRPr lang="zh-CN" altLang="en-US" sz="2000" dirty="0"/>
          </a:p>
          <a:p>
            <a:pPr lvl="2">
              <a:lnSpc>
                <a:spcPct val="150000"/>
              </a:lnSpc>
              <a:spcBef>
                <a:spcPct val="0"/>
              </a:spcBef>
            </a:pPr>
            <a:r>
              <a:rPr lang="zh-CN" altLang="en-US" dirty="0"/>
              <a:t>仅来自</a:t>
            </a:r>
            <a:r>
              <a:rPr lang="en-US" altLang="zh-CN" dirty="0"/>
              <a:t>A</a:t>
            </a:r>
            <a:endParaRPr lang="en-US" altLang="zh-CN" dirty="0"/>
          </a:p>
          <a:p>
            <a:pPr lvl="2">
              <a:lnSpc>
                <a:spcPct val="150000"/>
              </a:lnSpc>
              <a:spcBef>
                <a:spcPct val="0"/>
              </a:spcBef>
            </a:pPr>
            <a:r>
              <a:rPr lang="zh-CN" altLang="en-US" dirty="0"/>
              <a:t>传输中没有被更改</a:t>
            </a:r>
            <a:endParaRPr lang="zh-CN" altLang="en-US" dirty="0"/>
          </a:p>
          <a:p>
            <a:pPr lvl="2">
              <a:lnSpc>
                <a:spcPct val="150000"/>
              </a:lnSpc>
              <a:spcBef>
                <a:spcPct val="0"/>
              </a:spcBef>
            </a:pPr>
            <a:r>
              <a:rPr lang="zh-CN" altLang="en-US" dirty="0"/>
              <a:t>需要某种结构或冗余</a:t>
            </a:r>
            <a:endParaRPr lang="zh-CN" altLang="en-US" dirty="0"/>
          </a:p>
          <a:p>
            <a:pPr lvl="1">
              <a:lnSpc>
                <a:spcPct val="150000"/>
              </a:lnSpc>
              <a:spcBef>
                <a:spcPct val="0"/>
              </a:spcBef>
            </a:pPr>
            <a:r>
              <a:rPr lang="zh-CN" altLang="en-US" sz="2000" dirty="0"/>
              <a:t>不提供签名</a:t>
            </a:r>
            <a:endParaRPr lang="zh-CN" altLang="en-US" sz="2000" dirty="0"/>
          </a:p>
          <a:p>
            <a:pPr>
              <a:lnSpc>
                <a:spcPct val="150000"/>
              </a:lnSpc>
            </a:pPr>
            <a:endParaRPr lang="zh-CN" altLang="en-US" dirty="0"/>
          </a:p>
          <a:p>
            <a:endParaRPr lang="zh-CN" altLang="en-US" dirty="0"/>
          </a:p>
        </p:txBody>
      </p:sp>
      <p:sp>
        <p:nvSpPr>
          <p:cNvPr id="4" name="灯片编号占位符 3"/>
          <p:cNvSpPr>
            <a:spLocks noGrp="1"/>
          </p:cNvSpPr>
          <p:nvPr>
            <p:ph type="sldNum" sz="quarter" idx="12"/>
          </p:nvPr>
        </p:nvSpPr>
        <p:spPr/>
        <p:txBody>
          <a:bodyPr/>
          <a:lstStyle/>
          <a:p>
            <a:fld id="{8D4D1E41-7A09-AB4A-A4E1-09765ADA2698}" type="slidenum">
              <a:rPr kumimoji="1" lang="zh-CN" altLang="en-US" smtClean="0"/>
            </a:fld>
            <a:endParaRPr kumimoji="1" lang="zh-CN" altLang="en-US" dirty="0"/>
          </a:p>
        </p:txBody>
      </p:sp>
      <p:pic>
        <p:nvPicPr>
          <p:cNvPr id="5" name="Picture 21"/>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4601657" y="3411650"/>
            <a:ext cx="6752143" cy="202266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6" name="文本框 5"/>
          <p:cNvSpPr txBox="1"/>
          <p:nvPr/>
        </p:nvSpPr>
        <p:spPr>
          <a:xfrm>
            <a:off x="4300855" y="4812030"/>
            <a:ext cx="1642745" cy="337185"/>
          </a:xfrm>
          <a:prstGeom prst="rect">
            <a:avLst/>
          </a:prstGeom>
        </p:spPr>
        <p:txBody>
          <a:bodyPr wrap="square">
            <a:spAutoFit/>
          </a:bodyPr>
          <a:lstStyle/>
          <a:p>
            <a:r>
              <a:rPr lang="zh-CN" altLang="en-US" sz="1600">
                <a:solidFill>
                  <a:srgbClr val="0000FF"/>
                </a:solidFill>
                <a:latin typeface="方正公文小标宋" panose="02000500000000000000" charset="-122"/>
                <a:ea typeface="方正公文小标宋" panose="02000500000000000000" charset="-122"/>
                <a:cs typeface="方正公文小标宋" panose="02000500000000000000" charset="-122"/>
              </a:rPr>
              <a:t>原始消息</a:t>
            </a:r>
            <a:r>
              <a:rPr lang="en-US" altLang="zh-CN" sz="1600">
                <a:solidFill>
                  <a:srgbClr val="0000FF"/>
                </a:solidFill>
                <a:latin typeface="方正公文小标宋" panose="02000500000000000000" charset="-122"/>
                <a:ea typeface="方正公文小标宋" panose="02000500000000000000" charset="-122"/>
                <a:cs typeface="方正公文小标宋" panose="02000500000000000000" charset="-122"/>
              </a:rPr>
              <a:t>/</a:t>
            </a:r>
            <a:r>
              <a:rPr lang="zh-CN" altLang="en-US" sz="1600">
                <a:solidFill>
                  <a:srgbClr val="0000FF"/>
                </a:solidFill>
                <a:latin typeface="方正公文小标宋" panose="02000500000000000000" charset="-122"/>
                <a:ea typeface="方正公文小标宋" panose="02000500000000000000" charset="-122"/>
                <a:cs typeface="方正公文小标宋" panose="02000500000000000000" charset="-122"/>
              </a:rPr>
              <a:t>明文</a:t>
            </a:r>
            <a:endParaRPr lang="zh-CN" altLang="en-US" sz="1600">
              <a:solidFill>
                <a:srgbClr val="0000FF"/>
              </a:solidFill>
              <a:latin typeface="方正公文小标宋" panose="02000500000000000000" charset="-122"/>
              <a:ea typeface="方正公文小标宋" panose="02000500000000000000" charset="-122"/>
              <a:cs typeface="方正公文小标宋" panose="02000500000000000000" charset="-122"/>
            </a:endParaRPr>
          </a:p>
        </p:txBody>
      </p:sp>
      <p:sp>
        <p:nvSpPr>
          <p:cNvPr id="7" name="文本框 6"/>
          <p:cNvSpPr txBox="1"/>
          <p:nvPr/>
        </p:nvSpPr>
        <p:spPr>
          <a:xfrm>
            <a:off x="5502910" y="5216525"/>
            <a:ext cx="1642745" cy="337185"/>
          </a:xfrm>
          <a:prstGeom prst="rect">
            <a:avLst/>
          </a:prstGeom>
        </p:spPr>
        <p:txBody>
          <a:bodyPr wrap="square">
            <a:spAutoFit/>
          </a:bodyPr>
          <a:lstStyle/>
          <a:p>
            <a:r>
              <a:rPr lang="zh-CN" altLang="en-US" sz="1600">
                <a:solidFill>
                  <a:srgbClr val="0000FF"/>
                </a:solidFill>
                <a:latin typeface="方正公文小标宋" panose="02000500000000000000" charset="-122"/>
                <a:ea typeface="方正公文小标宋" panose="02000500000000000000" charset="-122"/>
                <a:cs typeface="方正公文小标宋" panose="02000500000000000000" charset="-122"/>
              </a:rPr>
              <a:t>原始秘密密钥</a:t>
            </a:r>
            <a:endParaRPr lang="zh-CN" altLang="en-US" sz="1600">
              <a:solidFill>
                <a:srgbClr val="0000FF"/>
              </a:solidFill>
              <a:latin typeface="方正公文小标宋" panose="02000500000000000000" charset="-122"/>
              <a:ea typeface="方正公文小标宋" panose="02000500000000000000" charset="-122"/>
              <a:cs typeface="方正公文小标宋" panose="02000500000000000000" charset="-122"/>
            </a:endParaRPr>
          </a:p>
        </p:txBody>
      </p:sp>
      <p:sp>
        <p:nvSpPr>
          <p:cNvPr id="9" name="文本框 8"/>
          <p:cNvSpPr txBox="1"/>
          <p:nvPr/>
        </p:nvSpPr>
        <p:spPr>
          <a:xfrm>
            <a:off x="5502910" y="4090035"/>
            <a:ext cx="1642745" cy="337185"/>
          </a:xfrm>
          <a:prstGeom prst="rect">
            <a:avLst/>
          </a:prstGeom>
        </p:spPr>
        <p:txBody>
          <a:bodyPr wrap="square">
            <a:spAutoFit/>
          </a:bodyPr>
          <a:lstStyle/>
          <a:p>
            <a:r>
              <a:rPr lang="zh-CN" altLang="en-US" sz="1600">
                <a:solidFill>
                  <a:srgbClr val="0000FF"/>
                </a:solidFill>
                <a:latin typeface="方正公文小标宋" panose="02000500000000000000" charset="-122"/>
                <a:ea typeface="方正公文小标宋" panose="02000500000000000000" charset="-122"/>
                <a:cs typeface="方正公文小标宋" panose="02000500000000000000" charset="-122"/>
              </a:rPr>
              <a:t>加密算法</a:t>
            </a:r>
            <a:endParaRPr lang="zh-CN" altLang="en-US" sz="1600">
              <a:solidFill>
                <a:srgbClr val="0000FF"/>
              </a:solidFill>
              <a:latin typeface="方正公文小标宋" panose="02000500000000000000" charset="-122"/>
              <a:ea typeface="方正公文小标宋" panose="02000500000000000000" charset="-122"/>
              <a:cs typeface="方正公文小标宋" panose="02000500000000000000" charset="-122"/>
            </a:endParaRPr>
          </a:p>
        </p:txBody>
      </p:sp>
      <p:sp>
        <p:nvSpPr>
          <p:cNvPr id="10" name="文本框 9"/>
          <p:cNvSpPr txBox="1"/>
          <p:nvPr/>
        </p:nvSpPr>
        <p:spPr>
          <a:xfrm>
            <a:off x="6536055" y="3887470"/>
            <a:ext cx="3369945" cy="337185"/>
          </a:xfrm>
          <a:prstGeom prst="rect">
            <a:avLst/>
          </a:prstGeom>
        </p:spPr>
        <p:txBody>
          <a:bodyPr wrap="square">
            <a:spAutoFit/>
          </a:bodyPr>
          <a:lstStyle/>
          <a:p>
            <a:pPr>
              <a:spcBef>
                <a:spcPct val="0"/>
              </a:spcBef>
            </a:pPr>
            <a:r>
              <a:rPr lang="zh-CN" altLang="en-US" sz="1600">
                <a:solidFill>
                  <a:srgbClr val="0000FF"/>
                </a:solidFill>
                <a:latin typeface="Google Sans Text"/>
                <a:ea typeface="Google Sans Text"/>
              </a:rPr>
              <a:t>用双方共享的对称密钥 </a:t>
            </a:r>
            <a:r>
              <a:rPr lang="en-US" altLang="zh-CN" sz="1600">
                <a:solidFill>
                  <a:srgbClr val="0000FF"/>
                </a:solidFill>
                <a:latin typeface="Google Sans Text"/>
                <a:ea typeface="Google Sans Text"/>
              </a:rPr>
              <a:t>K</a:t>
            </a:r>
            <a:r>
              <a:rPr lang="zh-CN" altLang="en-US" sz="1600">
                <a:solidFill>
                  <a:srgbClr val="0000FF"/>
                </a:solidFill>
                <a:latin typeface="Google Sans Text"/>
                <a:ea typeface="Google Sans Text"/>
              </a:rPr>
              <a:t>加密</a:t>
            </a:r>
            <a:r>
              <a:rPr lang="en-US" altLang="zh-CN" sz="1600">
                <a:solidFill>
                  <a:srgbClr val="0000FF"/>
                </a:solidFill>
                <a:latin typeface="Google Sans Text"/>
                <a:ea typeface="Google Sans Text"/>
              </a:rPr>
              <a:t>M</a:t>
            </a:r>
            <a:endParaRPr lang="en-US" altLang="zh-CN" sz="1600">
              <a:solidFill>
                <a:srgbClr val="0000FF"/>
              </a:solidFill>
              <a:latin typeface="Google Sans Text"/>
              <a:ea typeface="Google Sans Text"/>
            </a:endParaRPr>
          </a:p>
        </p:txBody>
      </p:sp>
      <p:sp>
        <p:nvSpPr>
          <p:cNvPr id="11" name="文本框 10"/>
          <p:cNvSpPr txBox="1"/>
          <p:nvPr/>
        </p:nvSpPr>
        <p:spPr>
          <a:xfrm>
            <a:off x="9109710" y="5434330"/>
            <a:ext cx="1642745" cy="337185"/>
          </a:xfrm>
          <a:prstGeom prst="rect">
            <a:avLst/>
          </a:prstGeom>
        </p:spPr>
        <p:txBody>
          <a:bodyPr wrap="square">
            <a:spAutoFit/>
          </a:bodyPr>
          <a:lstStyle/>
          <a:p>
            <a:r>
              <a:rPr lang="zh-CN" altLang="en-US" sz="1600">
                <a:solidFill>
                  <a:srgbClr val="0000FF"/>
                </a:solidFill>
                <a:latin typeface="方正公文小标宋" panose="02000500000000000000" charset="-122"/>
                <a:ea typeface="方正公文小标宋" panose="02000500000000000000" charset="-122"/>
                <a:cs typeface="方正公文小标宋" panose="02000500000000000000" charset="-122"/>
              </a:rPr>
              <a:t>解密算法</a:t>
            </a:r>
            <a:endParaRPr lang="zh-CN" altLang="en-US" sz="1600">
              <a:solidFill>
                <a:srgbClr val="0000FF"/>
              </a:solidFill>
              <a:latin typeface="方正公文小标宋" panose="02000500000000000000" charset="-122"/>
              <a:ea typeface="方正公文小标宋" panose="02000500000000000000" charset="-122"/>
              <a:cs typeface="方正公文小标宋" panose="02000500000000000000" charset="-122"/>
            </a:endParaRPr>
          </a:p>
        </p:txBody>
      </p:sp>
      <p:sp>
        <p:nvSpPr>
          <p:cNvPr id="12" name="文本框 11"/>
          <p:cNvSpPr txBox="1"/>
          <p:nvPr/>
        </p:nvSpPr>
        <p:spPr>
          <a:xfrm>
            <a:off x="5012055" y="6096953"/>
            <a:ext cx="5080000" cy="398780"/>
          </a:xfrm>
          <a:prstGeom prst="rect">
            <a:avLst/>
          </a:prstGeom>
        </p:spPr>
        <p:txBody>
          <a:bodyPr>
            <a:spAutoFit/>
          </a:bodyPr>
          <a:lstStyle/>
          <a:p>
            <a:r>
              <a:rPr lang="zh-CN" altLang="en-US" sz="2000">
                <a:solidFill>
                  <a:srgbClr val="C00000"/>
                </a:solidFill>
              </a:rPr>
              <a:t>在网络通信前，双方必须先安全地交换密钥</a:t>
            </a:r>
            <a:endParaRPr lang="zh-CN" altLang="en-US" sz="2000">
              <a:solidFill>
                <a:srgbClr val="C00000"/>
              </a:solidFill>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t>6.1.1 </a:t>
            </a:r>
            <a:r>
              <a:rPr kumimoji="1" lang="zh-CN" altLang="zh-CN" dirty="0">
                <a:solidFill>
                  <a:prstClr val="black"/>
                </a:solidFill>
              </a:rPr>
              <a:t>利用常规加密的消息</a:t>
            </a:r>
            <a:r>
              <a:rPr kumimoji="1" lang="zh-CN" altLang="en-US" dirty="0">
                <a:solidFill>
                  <a:prstClr val="black"/>
                </a:solidFill>
              </a:rPr>
              <a:t>认证</a:t>
            </a:r>
            <a:endParaRPr lang="zh-CN" altLang="en-US" dirty="0"/>
          </a:p>
        </p:txBody>
      </p:sp>
      <p:sp>
        <p:nvSpPr>
          <p:cNvPr id="3" name="内容占位符 2"/>
          <p:cNvSpPr>
            <a:spLocks noGrp="1"/>
          </p:cNvSpPr>
          <p:nvPr>
            <p:ph idx="1"/>
          </p:nvPr>
        </p:nvSpPr>
        <p:spPr/>
        <p:txBody>
          <a:bodyPr>
            <a:normAutofit/>
          </a:bodyPr>
          <a:lstStyle/>
          <a:p>
            <a:r>
              <a:rPr lang="zh-CN" altLang="en-US" dirty="0"/>
              <a:t>如何自动确定是否收到的密文可解密为可懂的明文</a:t>
            </a:r>
            <a:r>
              <a:rPr lang="en-US" altLang="zh-CN" dirty="0"/>
              <a:t>?</a:t>
            </a:r>
            <a:endParaRPr lang="en-US" altLang="zh-CN" dirty="0"/>
          </a:p>
          <a:p>
            <a:pPr>
              <a:lnSpc>
                <a:spcPct val="150000"/>
              </a:lnSpc>
            </a:pPr>
            <a:r>
              <a:rPr lang="zh-CN" altLang="en-US" dirty="0"/>
              <a:t>一种解决办法是强制明文有某种结构。</a:t>
            </a:r>
            <a:endParaRPr lang="en-US" altLang="zh-CN" dirty="0"/>
          </a:p>
          <a:p>
            <a:pPr>
              <a:lnSpc>
                <a:spcPct val="150000"/>
              </a:lnSpc>
            </a:pPr>
            <a:r>
              <a:rPr lang="zh-CN" altLang="en-US" dirty="0">
                <a:highlight>
                  <a:srgbClr val="FFFF00"/>
                </a:highlight>
              </a:rPr>
              <a:t>公钥加密</a:t>
            </a:r>
            <a:r>
              <a:rPr lang="zh-CN" altLang="en-US" dirty="0"/>
              <a:t>：保密性</a:t>
            </a:r>
            <a:endParaRPr lang="zh-CN" altLang="en-US" dirty="0">
              <a:highlight>
                <a:srgbClr val="FFFF00"/>
              </a:highlight>
            </a:endParaRPr>
          </a:p>
          <a:p>
            <a:pPr lvl="1">
              <a:spcBef>
                <a:spcPct val="50000"/>
              </a:spcBef>
            </a:pPr>
            <a:r>
              <a:rPr lang="zh-CN" altLang="en-US" dirty="0"/>
              <a:t>提供保密</a:t>
            </a:r>
            <a:endParaRPr lang="zh-CN" altLang="en-US" dirty="0"/>
          </a:p>
          <a:p>
            <a:pPr lvl="1">
              <a:spcBef>
                <a:spcPct val="50000"/>
              </a:spcBef>
            </a:pPr>
            <a:r>
              <a:rPr lang="zh-CN" altLang="en-US" dirty="0"/>
              <a:t>不提供鉴别发送方</a:t>
            </a:r>
            <a:endParaRPr lang="zh-CN" altLang="en-US" dirty="0"/>
          </a:p>
          <a:p>
            <a:endParaRPr lang="zh-CN" altLang="en-US" dirty="0"/>
          </a:p>
        </p:txBody>
      </p:sp>
      <p:sp>
        <p:nvSpPr>
          <p:cNvPr id="4" name="灯片编号占位符 3"/>
          <p:cNvSpPr>
            <a:spLocks noGrp="1"/>
          </p:cNvSpPr>
          <p:nvPr>
            <p:ph type="sldNum" sz="quarter" idx="12"/>
          </p:nvPr>
        </p:nvSpPr>
        <p:spPr/>
        <p:txBody>
          <a:bodyPr/>
          <a:lstStyle/>
          <a:p>
            <a:fld id="{8D4D1E41-7A09-AB4A-A4E1-09765ADA2698}" type="slidenum">
              <a:rPr kumimoji="1" lang="zh-CN" altLang="en-US" smtClean="0"/>
            </a:fld>
            <a:endParaRPr kumimoji="1" lang="zh-CN" altLang="en-US" dirty="0"/>
          </a:p>
        </p:txBody>
      </p:sp>
      <p:pic>
        <p:nvPicPr>
          <p:cNvPr id="6" name="Picture 21"/>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4512788" y="2985952"/>
            <a:ext cx="7397337" cy="223188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5" name="文本框 4"/>
          <p:cNvSpPr txBox="1"/>
          <p:nvPr/>
        </p:nvSpPr>
        <p:spPr>
          <a:xfrm>
            <a:off x="1435100" y="5814695"/>
            <a:ext cx="6477000" cy="706755"/>
          </a:xfrm>
          <a:prstGeom prst="rect">
            <a:avLst/>
          </a:prstGeom>
        </p:spPr>
        <p:txBody>
          <a:bodyPr wrap="square">
            <a:spAutoFit/>
          </a:bodyPr>
          <a:lstStyle/>
          <a:p>
            <a:r>
              <a:rPr lang="zh-CN" altLang="en-US" sz="2000" b="1">
                <a:solidFill>
                  <a:srgbClr val="C00000"/>
                </a:solidFill>
              </a:rPr>
              <a:t>用公钥加密的密文，只能用对应的私钥解密；反过来，用私钥加密的密文，也只能用对应的公钥解密。</a:t>
            </a:r>
            <a:endParaRPr lang="zh-CN" altLang="en-US" sz="2000" b="1">
              <a:solidFill>
                <a:srgbClr val="C00000"/>
              </a:solidFill>
            </a:endParaRPr>
          </a:p>
        </p:txBody>
      </p:sp>
      <p:sp>
        <p:nvSpPr>
          <p:cNvPr id="7" name="文本框 6"/>
          <p:cNvSpPr txBox="1"/>
          <p:nvPr/>
        </p:nvSpPr>
        <p:spPr>
          <a:xfrm>
            <a:off x="5346065" y="5020310"/>
            <a:ext cx="2252345" cy="337185"/>
          </a:xfrm>
          <a:prstGeom prst="rect">
            <a:avLst/>
          </a:prstGeom>
        </p:spPr>
        <p:txBody>
          <a:bodyPr wrap="square">
            <a:spAutoFit/>
          </a:bodyPr>
          <a:lstStyle/>
          <a:p>
            <a:r>
              <a:rPr lang="zh-CN" altLang="en-US" sz="1600">
                <a:solidFill>
                  <a:srgbClr val="0000FF"/>
                </a:solidFill>
                <a:latin typeface="方正公文小标宋" panose="02000500000000000000" charset="-122"/>
                <a:ea typeface="方正公文小标宋" panose="02000500000000000000" charset="-122"/>
                <a:cs typeface="方正公文小标宋" panose="02000500000000000000" charset="-122"/>
              </a:rPr>
              <a:t>接收方</a:t>
            </a:r>
            <a:r>
              <a:rPr lang="en-US" altLang="zh-CN" sz="1600">
                <a:solidFill>
                  <a:srgbClr val="0000FF"/>
                </a:solidFill>
                <a:latin typeface="方正公文小标宋" panose="02000500000000000000" charset="-122"/>
                <a:ea typeface="方正公文小标宋" panose="02000500000000000000" charset="-122"/>
                <a:cs typeface="方正公文小标宋" panose="02000500000000000000" charset="-122"/>
              </a:rPr>
              <a:t> b </a:t>
            </a:r>
            <a:r>
              <a:rPr lang="zh-CN" altLang="en-US" sz="1600">
                <a:solidFill>
                  <a:srgbClr val="0000FF"/>
                </a:solidFill>
                <a:latin typeface="方正公文小标宋" panose="02000500000000000000" charset="-122"/>
                <a:ea typeface="方正公文小标宋" panose="02000500000000000000" charset="-122"/>
                <a:cs typeface="方正公文小标宋" panose="02000500000000000000" charset="-122"/>
              </a:rPr>
              <a:t>的公钥</a:t>
            </a:r>
            <a:endParaRPr lang="zh-CN" altLang="en-US" sz="1600">
              <a:solidFill>
                <a:srgbClr val="0000FF"/>
              </a:solidFill>
              <a:latin typeface="方正公文小标宋" panose="02000500000000000000" charset="-122"/>
              <a:ea typeface="方正公文小标宋" panose="02000500000000000000" charset="-122"/>
              <a:cs typeface="方正公文小标宋" panose="02000500000000000000" charset="-122"/>
            </a:endParaRPr>
          </a:p>
        </p:txBody>
      </p:sp>
      <p:sp>
        <p:nvSpPr>
          <p:cNvPr id="8" name="文本框 7"/>
          <p:cNvSpPr txBox="1"/>
          <p:nvPr/>
        </p:nvSpPr>
        <p:spPr>
          <a:xfrm>
            <a:off x="9448800" y="5020310"/>
            <a:ext cx="2252345" cy="337185"/>
          </a:xfrm>
          <a:prstGeom prst="rect">
            <a:avLst/>
          </a:prstGeom>
        </p:spPr>
        <p:txBody>
          <a:bodyPr wrap="square">
            <a:spAutoFit/>
          </a:bodyPr>
          <a:lstStyle/>
          <a:p>
            <a:r>
              <a:rPr lang="zh-CN" altLang="en-US" sz="1600">
                <a:solidFill>
                  <a:srgbClr val="0000FF"/>
                </a:solidFill>
                <a:latin typeface="方正公文小标宋" panose="02000500000000000000" charset="-122"/>
                <a:ea typeface="方正公文小标宋" panose="02000500000000000000" charset="-122"/>
                <a:cs typeface="方正公文小标宋" panose="02000500000000000000" charset="-122"/>
              </a:rPr>
              <a:t>接收方</a:t>
            </a:r>
            <a:r>
              <a:rPr lang="en-US" altLang="zh-CN" sz="1600">
                <a:solidFill>
                  <a:srgbClr val="0000FF"/>
                </a:solidFill>
                <a:latin typeface="方正公文小标宋" panose="02000500000000000000" charset="-122"/>
                <a:ea typeface="方正公文小标宋" panose="02000500000000000000" charset="-122"/>
                <a:cs typeface="方正公文小标宋" panose="02000500000000000000" charset="-122"/>
              </a:rPr>
              <a:t> b </a:t>
            </a:r>
            <a:r>
              <a:rPr lang="zh-CN" altLang="en-US" sz="1600">
                <a:solidFill>
                  <a:srgbClr val="0000FF"/>
                </a:solidFill>
                <a:latin typeface="方正公文小标宋" panose="02000500000000000000" charset="-122"/>
                <a:ea typeface="方正公文小标宋" panose="02000500000000000000" charset="-122"/>
                <a:cs typeface="方正公文小标宋" panose="02000500000000000000" charset="-122"/>
              </a:rPr>
              <a:t>的私钥</a:t>
            </a:r>
            <a:endParaRPr lang="zh-CN" altLang="en-US" sz="1600">
              <a:solidFill>
                <a:srgbClr val="0000FF"/>
              </a:solidFill>
              <a:latin typeface="方正公文小标宋" panose="02000500000000000000" charset="-122"/>
              <a:ea typeface="方正公文小标宋" panose="02000500000000000000" charset="-122"/>
              <a:cs typeface="方正公文小标宋" panose="02000500000000000000" charset="-122"/>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t>6.1.1 </a:t>
            </a:r>
            <a:r>
              <a:rPr kumimoji="1" lang="zh-CN" altLang="zh-CN" dirty="0">
                <a:solidFill>
                  <a:prstClr val="black"/>
                </a:solidFill>
              </a:rPr>
              <a:t>利用常规加密的消息</a:t>
            </a:r>
            <a:r>
              <a:rPr kumimoji="1" lang="zh-CN" altLang="en-US" dirty="0">
                <a:solidFill>
                  <a:prstClr val="black"/>
                </a:solidFill>
              </a:rPr>
              <a:t>认证</a:t>
            </a:r>
            <a:endParaRPr lang="zh-CN" altLang="en-US" dirty="0"/>
          </a:p>
        </p:txBody>
      </p:sp>
      <p:sp>
        <p:nvSpPr>
          <p:cNvPr id="3" name="内容占位符 2"/>
          <p:cNvSpPr>
            <a:spLocks noGrp="1"/>
          </p:cNvSpPr>
          <p:nvPr>
            <p:ph idx="1"/>
          </p:nvPr>
        </p:nvSpPr>
        <p:spPr>
          <a:xfrm>
            <a:off x="838200" y="1389413"/>
            <a:ext cx="10515600" cy="5103461"/>
          </a:xfrm>
        </p:spPr>
        <p:txBody>
          <a:bodyPr>
            <a:normAutofit fontScale="92500" lnSpcReduction="10000"/>
          </a:bodyPr>
          <a:lstStyle/>
          <a:p>
            <a:r>
              <a:rPr lang="zh-CN" altLang="en-US" dirty="0"/>
              <a:t>公钥加密：鉴别与签名</a:t>
            </a:r>
            <a:endParaRPr lang="en-US" altLang="zh-CN" dirty="0"/>
          </a:p>
          <a:p>
            <a:endParaRPr lang="en-US" altLang="zh-CN" dirty="0"/>
          </a:p>
          <a:p>
            <a:endParaRPr lang="en-US" altLang="zh-CN" dirty="0"/>
          </a:p>
          <a:p>
            <a:endParaRPr lang="en-US" altLang="zh-CN" dirty="0"/>
          </a:p>
          <a:p>
            <a:endParaRPr lang="en-US" altLang="zh-CN" dirty="0"/>
          </a:p>
          <a:p>
            <a:endParaRPr lang="en-US" altLang="zh-CN" dirty="0"/>
          </a:p>
          <a:p>
            <a:pPr lvl="1">
              <a:lnSpc>
                <a:spcPct val="150000"/>
              </a:lnSpc>
              <a:spcBef>
                <a:spcPct val="50000"/>
              </a:spcBef>
            </a:pPr>
            <a:r>
              <a:rPr lang="zh-CN" altLang="en-US" sz="2200" dirty="0"/>
              <a:t>提供鉴别和签名</a:t>
            </a:r>
            <a:endParaRPr lang="zh-CN" altLang="en-US" sz="2200" dirty="0"/>
          </a:p>
          <a:p>
            <a:pPr lvl="2">
              <a:lnSpc>
                <a:spcPct val="150000"/>
              </a:lnSpc>
              <a:spcBef>
                <a:spcPct val="5000"/>
              </a:spcBef>
            </a:pPr>
            <a:r>
              <a:rPr lang="zh-CN" altLang="en-US" sz="2200" dirty="0"/>
              <a:t>仅</a:t>
            </a:r>
            <a:r>
              <a:rPr lang="en-US" altLang="zh-CN" sz="2200" dirty="0"/>
              <a:t>A</a:t>
            </a:r>
            <a:r>
              <a:rPr lang="zh-CN" altLang="en-US" sz="2200" dirty="0"/>
              <a:t>有</a:t>
            </a:r>
            <a:r>
              <a:rPr lang="en-US" altLang="zh-CN" sz="2200" dirty="0" err="1"/>
              <a:t>Kra</a:t>
            </a:r>
            <a:r>
              <a:rPr lang="zh-CN" altLang="en-US" sz="2200" dirty="0"/>
              <a:t>可以进行加密</a:t>
            </a:r>
            <a:endParaRPr lang="zh-CN" altLang="en-US" sz="2200" dirty="0"/>
          </a:p>
          <a:p>
            <a:pPr lvl="2">
              <a:lnSpc>
                <a:spcPct val="150000"/>
              </a:lnSpc>
              <a:spcBef>
                <a:spcPct val="5000"/>
              </a:spcBef>
            </a:pPr>
            <a:r>
              <a:rPr lang="zh-CN" altLang="en-US" sz="2200" dirty="0"/>
              <a:t>传输中没有被更改</a:t>
            </a:r>
            <a:endParaRPr lang="zh-CN" altLang="en-US" sz="2200" dirty="0"/>
          </a:p>
          <a:p>
            <a:pPr lvl="2">
              <a:lnSpc>
                <a:spcPct val="150000"/>
              </a:lnSpc>
              <a:spcBef>
                <a:spcPct val="5000"/>
              </a:spcBef>
            </a:pPr>
            <a:r>
              <a:rPr lang="zh-CN" altLang="en-US" sz="2200" dirty="0"/>
              <a:t>需要某种结构或冗余</a:t>
            </a:r>
            <a:endParaRPr lang="zh-CN" altLang="en-US" sz="2200" dirty="0"/>
          </a:p>
          <a:p>
            <a:pPr lvl="2">
              <a:lnSpc>
                <a:spcPct val="150000"/>
              </a:lnSpc>
              <a:spcBef>
                <a:spcPct val="5000"/>
              </a:spcBef>
            </a:pPr>
            <a:r>
              <a:rPr lang="zh-CN" altLang="en-US" sz="2200" dirty="0"/>
              <a:t>任何一方均可以使用</a:t>
            </a:r>
            <a:r>
              <a:rPr lang="en-US" altLang="zh-CN" sz="2200" dirty="0" err="1"/>
              <a:t>Kua</a:t>
            </a:r>
            <a:r>
              <a:rPr lang="zh-CN" altLang="en-US" sz="2200" dirty="0"/>
              <a:t>验证签名</a:t>
            </a:r>
            <a:endParaRPr lang="zh-CN" altLang="en-US" sz="2200" dirty="0"/>
          </a:p>
          <a:p>
            <a:endParaRPr lang="zh-CN" altLang="en-US" dirty="0"/>
          </a:p>
        </p:txBody>
      </p:sp>
      <p:sp>
        <p:nvSpPr>
          <p:cNvPr id="4" name="灯片编号占位符 3"/>
          <p:cNvSpPr>
            <a:spLocks noGrp="1"/>
          </p:cNvSpPr>
          <p:nvPr>
            <p:ph type="sldNum" sz="quarter" idx="12"/>
          </p:nvPr>
        </p:nvSpPr>
        <p:spPr/>
        <p:txBody>
          <a:bodyPr/>
          <a:lstStyle/>
          <a:p>
            <a:fld id="{8D4D1E41-7A09-AB4A-A4E1-09765ADA2698}" type="slidenum">
              <a:rPr kumimoji="1" lang="zh-CN" altLang="en-US" smtClean="0"/>
            </a:fld>
            <a:endParaRPr kumimoji="1" lang="zh-CN" altLang="en-US" dirty="0"/>
          </a:p>
        </p:txBody>
      </p:sp>
      <p:pic>
        <p:nvPicPr>
          <p:cNvPr id="7" name="Picture 17"/>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2428875" y="1897083"/>
            <a:ext cx="8391525" cy="2057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6" name="文本框 5"/>
          <p:cNvSpPr txBox="1"/>
          <p:nvPr/>
        </p:nvSpPr>
        <p:spPr>
          <a:xfrm>
            <a:off x="5638800" y="4189095"/>
            <a:ext cx="6477000" cy="706755"/>
          </a:xfrm>
          <a:prstGeom prst="rect">
            <a:avLst/>
          </a:prstGeom>
        </p:spPr>
        <p:txBody>
          <a:bodyPr wrap="square">
            <a:spAutoFit/>
          </a:bodyPr>
          <a:lstStyle/>
          <a:p>
            <a:r>
              <a:rPr lang="zh-CN" altLang="en-US" sz="2000" b="1">
                <a:solidFill>
                  <a:srgbClr val="C00000"/>
                </a:solidFill>
              </a:rPr>
              <a:t>用发送方的私钥进行加密实现鉴别</a:t>
            </a:r>
            <a:endParaRPr lang="zh-CN" altLang="en-US" sz="2000" b="1">
              <a:solidFill>
                <a:srgbClr val="C00000"/>
              </a:solidFill>
            </a:endParaRPr>
          </a:p>
          <a:p>
            <a:r>
              <a:rPr lang="zh-CN" altLang="en-US" sz="2000" b="1">
                <a:solidFill>
                  <a:srgbClr val="C00000"/>
                </a:solidFill>
              </a:rPr>
              <a:t>但不保密</a:t>
            </a:r>
            <a:endParaRPr lang="zh-CN" altLang="en-US" sz="2000" b="1">
              <a:solidFill>
                <a:srgbClr val="C00000"/>
              </a:solidFill>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t>6.1.1 </a:t>
            </a:r>
            <a:r>
              <a:rPr kumimoji="1" lang="zh-CN" altLang="zh-CN" dirty="0">
                <a:solidFill>
                  <a:prstClr val="black"/>
                </a:solidFill>
              </a:rPr>
              <a:t>利用常规加密的消息</a:t>
            </a:r>
            <a:r>
              <a:rPr kumimoji="1" lang="zh-CN" altLang="en-US" dirty="0">
                <a:solidFill>
                  <a:prstClr val="black"/>
                </a:solidFill>
              </a:rPr>
              <a:t>认证</a:t>
            </a:r>
            <a:endParaRPr lang="zh-CN" altLang="en-US" dirty="0"/>
          </a:p>
        </p:txBody>
      </p:sp>
      <p:sp>
        <p:nvSpPr>
          <p:cNvPr id="3" name="内容占位符 2"/>
          <p:cNvSpPr>
            <a:spLocks noGrp="1"/>
          </p:cNvSpPr>
          <p:nvPr>
            <p:ph idx="1"/>
          </p:nvPr>
        </p:nvSpPr>
        <p:spPr>
          <a:xfrm>
            <a:off x="838200" y="1389413"/>
            <a:ext cx="10515600" cy="5103461"/>
          </a:xfrm>
        </p:spPr>
        <p:txBody>
          <a:bodyPr>
            <a:normAutofit/>
          </a:bodyPr>
          <a:lstStyle/>
          <a:p>
            <a:r>
              <a:rPr lang="zh-CN" altLang="en-US" dirty="0"/>
              <a:t>公钥加密：保密、鉴别与签名</a:t>
            </a:r>
            <a:endParaRPr lang="zh-CN" altLang="en-US" dirty="0"/>
          </a:p>
          <a:p>
            <a:endParaRPr lang="en-US" altLang="zh-CN" dirty="0"/>
          </a:p>
          <a:p>
            <a:endParaRPr lang="en-US" altLang="zh-CN" dirty="0"/>
          </a:p>
          <a:p>
            <a:endParaRPr lang="en-US" altLang="zh-CN" dirty="0"/>
          </a:p>
          <a:p>
            <a:endParaRPr lang="en-US" altLang="zh-CN" dirty="0"/>
          </a:p>
          <a:p>
            <a:endParaRPr lang="en-US" altLang="zh-CN" dirty="0"/>
          </a:p>
          <a:p>
            <a:pPr lvl="1">
              <a:spcBef>
                <a:spcPct val="50000"/>
              </a:spcBef>
            </a:pPr>
            <a:r>
              <a:rPr lang="en-US" altLang="zh-CN" sz="2000" dirty="0" err="1"/>
              <a:t>KUb</a:t>
            </a:r>
            <a:r>
              <a:rPr lang="zh-CN" altLang="en-US" sz="2000" dirty="0"/>
              <a:t>提供保密性</a:t>
            </a:r>
            <a:endParaRPr lang="zh-CN" altLang="en-US" sz="2000" dirty="0"/>
          </a:p>
          <a:p>
            <a:pPr lvl="1">
              <a:spcBef>
                <a:spcPct val="50000"/>
              </a:spcBef>
            </a:pPr>
            <a:r>
              <a:rPr lang="en-US" altLang="zh-CN" sz="2000" dirty="0" err="1"/>
              <a:t>KRa</a:t>
            </a:r>
            <a:r>
              <a:rPr lang="zh-CN" altLang="en-US" sz="2000" dirty="0"/>
              <a:t>提供鉴别和签名</a:t>
            </a:r>
            <a:endParaRPr lang="zh-CN" altLang="en-US" sz="2000" dirty="0"/>
          </a:p>
          <a:p>
            <a:endParaRPr lang="zh-CN" altLang="en-US" dirty="0"/>
          </a:p>
        </p:txBody>
      </p:sp>
      <p:sp>
        <p:nvSpPr>
          <p:cNvPr id="4" name="灯片编号占位符 3"/>
          <p:cNvSpPr>
            <a:spLocks noGrp="1"/>
          </p:cNvSpPr>
          <p:nvPr>
            <p:ph type="sldNum" sz="quarter" idx="12"/>
          </p:nvPr>
        </p:nvSpPr>
        <p:spPr/>
        <p:txBody>
          <a:bodyPr/>
          <a:lstStyle/>
          <a:p>
            <a:fld id="{8D4D1E41-7A09-AB4A-A4E1-09765ADA2698}" type="slidenum">
              <a:rPr kumimoji="1" lang="zh-CN" altLang="en-US" smtClean="0"/>
            </a:fld>
            <a:endParaRPr kumimoji="1" lang="zh-CN" altLang="en-US" dirty="0"/>
          </a:p>
        </p:txBody>
      </p:sp>
      <p:pic>
        <p:nvPicPr>
          <p:cNvPr id="6" name="Picture 33"/>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1866900" y="2049483"/>
            <a:ext cx="8458200" cy="2286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5" name="文本框 4"/>
          <p:cNvSpPr txBox="1"/>
          <p:nvPr/>
        </p:nvSpPr>
        <p:spPr>
          <a:xfrm>
            <a:off x="5016500" y="5281295"/>
            <a:ext cx="6477000" cy="706755"/>
          </a:xfrm>
          <a:prstGeom prst="rect">
            <a:avLst/>
          </a:prstGeom>
        </p:spPr>
        <p:txBody>
          <a:bodyPr wrap="square">
            <a:spAutoFit/>
          </a:bodyPr>
          <a:lstStyle/>
          <a:p>
            <a:r>
              <a:rPr lang="zh-CN" altLang="en-US" sz="2000" b="1">
                <a:solidFill>
                  <a:srgbClr val="C00000"/>
                </a:solidFill>
              </a:rPr>
              <a:t>发送方</a:t>
            </a:r>
            <a:r>
              <a:rPr lang="en-US" altLang="zh-CN" sz="2000" b="1">
                <a:solidFill>
                  <a:srgbClr val="C00000"/>
                </a:solidFill>
              </a:rPr>
              <a:t>A</a:t>
            </a:r>
            <a:r>
              <a:rPr lang="zh-CN" altLang="en-US" sz="2000" b="1">
                <a:solidFill>
                  <a:srgbClr val="C00000"/>
                </a:solidFill>
              </a:rPr>
              <a:t>私钥</a:t>
            </a:r>
            <a:r>
              <a:rPr lang="en-US" altLang="zh-CN" sz="2000" b="1">
                <a:solidFill>
                  <a:srgbClr val="C00000"/>
                </a:solidFill>
              </a:rPr>
              <a:t>+</a:t>
            </a:r>
            <a:r>
              <a:rPr lang="zh-CN" altLang="en-US" sz="2000" b="1">
                <a:solidFill>
                  <a:srgbClr val="C00000"/>
                </a:solidFill>
              </a:rPr>
              <a:t>接收方</a:t>
            </a:r>
            <a:r>
              <a:rPr lang="en-US" altLang="zh-CN" sz="2000" b="1">
                <a:solidFill>
                  <a:srgbClr val="C00000"/>
                </a:solidFill>
              </a:rPr>
              <a:t>B</a:t>
            </a:r>
            <a:r>
              <a:rPr lang="zh-CN" altLang="en-US" sz="2000" b="1">
                <a:solidFill>
                  <a:srgbClr val="C00000"/>
                </a:solidFill>
              </a:rPr>
              <a:t>公钥加密</a:t>
            </a:r>
            <a:endParaRPr lang="zh-CN" altLang="en-US" sz="2000" b="1">
              <a:solidFill>
                <a:srgbClr val="C00000"/>
              </a:solidFill>
            </a:endParaRPr>
          </a:p>
          <a:p>
            <a:r>
              <a:rPr lang="zh-CN" altLang="en-US" sz="2000" b="1">
                <a:solidFill>
                  <a:srgbClr val="C00000"/>
                </a:solidFill>
              </a:rPr>
              <a:t>接收方</a:t>
            </a:r>
            <a:r>
              <a:rPr lang="en-US" altLang="zh-CN" sz="2000" b="1">
                <a:solidFill>
                  <a:srgbClr val="C00000"/>
                </a:solidFill>
              </a:rPr>
              <a:t>B</a:t>
            </a:r>
            <a:r>
              <a:rPr lang="zh-CN" altLang="en-US" sz="2000" b="1">
                <a:solidFill>
                  <a:srgbClr val="C00000"/>
                </a:solidFill>
              </a:rPr>
              <a:t>私钥</a:t>
            </a:r>
            <a:r>
              <a:rPr lang="en-US" altLang="zh-CN" sz="2000" b="1">
                <a:solidFill>
                  <a:srgbClr val="C00000"/>
                </a:solidFill>
              </a:rPr>
              <a:t>+</a:t>
            </a:r>
            <a:r>
              <a:rPr lang="zh-CN" altLang="en-US" sz="2000" b="1">
                <a:solidFill>
                  <a:srgbClr val="C00000"/>
                </a:solidFill>
              </a:rPr>
              <a:t>发送方</a:t>
            </a:r>
            <a:r>
              <a:rPr lang="en-US" altLang="zh-CN" sz="2000" b="1">
                <a:solidFill>
                  <a:srgbClr val="C00000"/>
                </a:solidFill>
              </a:rPr>
              <a:t>A</a:t>
            </a:r>
            <a:r>
              <a:rPr lang="zh-CN" altLang="en-US" sz="2000" b="1">
                <a:solidFill>
                  <a:srgbClr val="C00000"/>
                </a:solidFill>
              </a:rPr>
              <a:t>私钥解密</a:t>
            </a:r>
            <a:endParaRPr lang="zh-CN" altLang="en-US" sz="2000" b="1">
              <a:solidFill>
                <a:srgbClr val="C00000"/>
              </a:solidFill>
            </a:endParaRPr>
          </a:p>
        </p:txBody>
      </p:sp>
      <mc:AlternateContent xmlns:mc="http://schemas.openxmlformats.org/markup-compatibility/2006" xmlns:p14="http://schemas.microsoft.com/office/powerpoint/2010/main">
        <mc:Choice Requires="p14">
          <p:contentPart r:id="rId2" p14:bwMode="auto">
            <p14:nvContentPartPr>
              <p14:cNvPr id="8" name="墨迹 7"/>
              <p14:cNvContentPartPr/>
              <p14:nvPr/>
            </p14:nvContentPartPr>
            <p14:xfrm>
              <a:off x="5428615" y="4744085"/>
              <a:ext cx="354965" cy="426720"/>
            </p14:xfrm>
          </p:contentPart>
        </mc:Choice>
        <mc:Fallback xmlns="">
          <p:pic>
            <p:nvPicPr>
              <p:cNvPr id="8" name="墨迹 7"/>
            </p:nvPicPr>
            <p:blipFill>
              <a:blip r:embed="rId3"/>
            </p:blipFill>
            <p:spPr>
              <a:xfrm>
                <a:off x="5428615" y="4744085"/>
                <a:ext cx="354965" cy="426720"/>
              </a:xfrm>
              <a:prstGeom prst="rect"/>
            </p:spPr>
          </p:pic>
        </mc:Fallback>
      </mc:AlternateContent>
      <mc:AlternateContent xmlns:mc="http://schemas.openxmlformats.org/markup-compatibility/2006" xmlns:p14="http://schemas.microsoft.com/office/powerpoint/2010/main">
        <mc:Choice Requires="p14">
          <p:contentPart r:id="rId4" p14:bwMode="auto">
            <p14:nvContentPartPr>
              <p14:cNvPr id="9" name="墨迹 8"/>
              <p14:cNvContentPartPr/>
              <p14:nvPr/>
            </p14:nvContentPartPr>
            <p14:xfrm>
              <a:off x="7716520" y="4960620"/>
              <a:ext cx="405130" cy="287655"/>
            </p14:xfrm>
          </p:contentPart>
        </mc:Choice>
        <mc:Fallback xmlns="">
          <p:pic>
            <p:nvPicPr>
              <p:cNvPr id="9" name="墨迹 8"/>
            </p:nvPicPr>
            <p:blipFill>
              <a:blip r:embed="rId5"/>
            </p:blipFill>
            <p:spPr>
              <a:xfrm>
                <a:off x="7716520" y="4960620"/>
                <a:ext cx="405130" cy="287655"/>
              </a:xfrm>
              <a:prstGeom prst="rect"/>
            </p:spPr>
          </p:pic>
        </mc:Fallback>
      </mc:AlternateContent>
      <p:sp>
        <p:nvSpPr>
          <p:cNvPr id="11" name="文本框 10"/>
          <p:cNvSpPr txBox="1"/>
          <p:nvPr/>
        </p:nvSpPr>
        <p:spPr>
          <a:xfrm>
            <a:off x="5326380" y="4371340"/>
            <a:ext cx="2252345" cy="337185"/>
          </a:xfrm>
          <a:prstGeom prst="rect">
            <a:avLst/>
          </a:prstGeom>
        </p:spPr>
        <p:txBody>
          <a:bodyPr wrap="square">
            <a:spAutoFit/>
          </a:bodyPr>
          <a:lstStyle/>
          <a:p>
            <a:r>
              <a:rPr lang="zh-CN" sz="1600">
                <a:solidFill>
                  <a:srgbClr val="0000FF"/>
                </a:solidFill>
                <a:latin typeface="方正公文小标宋" panose="02000500000000000000" charset="-122"/>
                <a:ea typeface="方正公文小标宋" panose="02000500000000000000" charset="-122"/>
                <a:cs typeface="方正公文小标宋" panose="02000500000000000000" charset="-122"/>
              </a:rPr>
              <a:t>鉴别</a:t>
            </a:r>
            <a:endParaRPr lang="zh-CN" sz="1600">
              <a:solidFill>
                <a:srgbClr val="0000FF"/>
              </a:solidFill>
              <a:latin typeface="方正公文小标宋" panose="02000500000000000000" charset="-122"/>
              <a:ea typeface="方正公文小标宋" panose="02000500000000000000" charset="-122"/>
              <a:cs typeface="方正公文小标宋" panose="02000500000000000000" charset="-122"/>
            </a:endParaRPr>
          </a:p>
        </p:txBody>
      </p:sp>
      <p:sp>
        <p:nvSpPr>
          <p:cNvPr id="12" name="文本框 11"/>
          <p:cNvSpPr txBox="1"/>
          <p:nvPr/>
        </p:nvSpPr>
        <p:spPr>
          <a:xfrm>
            <a:off x="7953375" y="4479925"/>
            <a:ext cx="2252345" cy="337185"/>
          </a:xfrm>
          <a:prstGeom prst="rect">
            <a:avLst/>
          </a:prstGeom>
        </p:spPr>
        <p:txBody>
          <a:bodyPr wrap="square">
            <a:spAutoFit/>
          </a:bodyPr>
          <a:lstStyle/>
          <a:p>
            <a:r>
              <a:rPr lang="zh-CN" sz="1600">
                <a:solidFill>
                  <a:srgbClr val="0000FF"/>
                </a:solidFill>
                <a:latin typeface="方正公文小标宋" panose="02000500000000000000" charset="-122"/>
                <a:ea typeface="方正公文小标宋" panose="02000500000000000000" charset="-122"/>
                <a:cs typeface="方正公文小标宋" panose="02000500000000000000" charset="-122"/>
              </a:rPr>
              <a:t>保密</a:t>
            </a:r>
            <a:endParaRPr lang="zh-CN" sz="1600">
              <a:solidFill>
                <a:srgbClr val="0000FF"/>
              </a:solidFill>
              <a:latin typeface="方正公文小标宋" panose="02000500000000000000" charset="-122"/>
              <a:ea typeface="方正公文小标宋" panose="02000500000000000000" charset="-122"/>
              <a:cs typeface="方正公文小标宋" panose="02000500000000000000" charset="-122"/>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t>6.1.1 </a:t>
            </a:r>
            <a:r>
              <a:rPr kumimoji="1" lang="zh-CN" altLang="zh-CN" dirty="0">
                <a:solidFill>
                  <a:prstClr val="black"/>
                </a:solidFill>
              </a:rPr>
              <a:t>利用常规加密的消息</a:t>
            </a:r>
            <a:r>
              <a:rPr kumimoji="1" lang="zh-CN" altLang="en-US" dirty="0">
                <a:solidFill>
                  <a:prstClr val="black"/>
                </a:solidFill>
              </a:rPr>
              <a:t>认证</a:t>
            </a:r>
            <a:endParaRPr lang="zh-CN" altLang="en-US" dirty="0"/>
          </a:p>
        </p:txBody>
      </p:sp>
      <p:sp>
        <p:nvSpPr>
          <p:cNvPr id="3" name="内容占位符 2"/>
          <p:cNvSpPr>
            <a:spLocks noGrp="1"/>
          </p:cNvSpPr>
          <p:nvPr>
            <p:ph idx="1"/>
          </p:nvPr>
        </p:nvSpPr>
        <p:spPr>
          <a:xfrm>
            <a:off x="838200" y="1389413"/>
            <a:ext cx="10515600" cy="5103461"/>
          </a:xfrm>
        </p:spPr>
        <p:txBody>
          <a:bodyPr>
            <a:normAutofit/>
          </a:bodyPr>
          <a:lstStyle/>
          <a:p>
            <a:pPr>
              <a:lnSpc>
                <a:spcPct val="150000"/>
              </a:lnSpc>
            </a:pPr>
            <a:r>
              <a:rPr lang="zh-CN" altLang="en-US" dirty="0">
                <a:latin typeface="Helvetica" panose="020B0604020202020204" pitchFamily="34" charset="0"/>
              </a:rPr>
              <a:t>通过加密得到信息真实性</a:t>
            </a:r>
            <a:r>
              <a:rPr lang="en-US" altLang="zh-CN" dirty="0">
                <a:latin typeface="Helvetica" panose="020B0604020202020204" pitchFamily="34" charset="0"/>
              </a:rPr>
              <a:t>: </a:t>
            </a:r>
            <a:r>
              <a:rPr lang="zh-CN" altLang="en-US" dirty="0">
                <a:solidFill>
                  <a:srgbClr val="C00000"/>
                </a:solidFill>
                <a:latin typeface="Helvetica" panose="020B0604020202020204" pitchFamily="34" charset="0"/>
              </a:rPr>
              <a:t>问题</a:t>
            </a:r>
            <a:endParaRPr lang="en-US" altLang="zh-CN" dirty="0">
              <a:solidFill>
                <a:srgbClr val="C00000"/>
              </a:solidFill>
              <a:latin typeface="Helvetica" panose="020B0604020202020204" pitchFamily="34" charset="0"/>
            </a:endParaRPr>
          </a:p>
          <a:p>
            <a:pPr lvl="1">
              <a:lnSpc>
                <a:spcPct val="150000"/>
              </a:lnSpc>
              <a:spcBef>
                <a:spcPct val="0"/>
              </a:spcBef>
              <a:buClr>
                <a:srgbClr val="000066"/>
              </a:buClr>
            </a:pPr>
            <a:r>
              <a:rPr lang="zh-CN" altLang="en-US" dirty="0">
                <a:latin typeface="宋体" panose="02010600030101010101" pitchFamily="2" charset="-122"/>
                <a:sym typeface="Wingdings" panose="05000000000000000000" pitchFamily="2" charset="2"/>
              </a:rPr>
              <a:t>保密性与</a:t>
            </a:r>
            <a:r>
              <a:rPr lang="zh-CN" altLang="en-US" dirty="0">
                <a:highlight>
                  <a:srgbClr val="FFFF00"/>
                </a:highlight>
                <a:latin typeface="宋体" panose="02010600030101010101" pitchFamily="2" charset="-122"/>
                <a:sym typeface="Wingdings" panose="05000000000000000000" pitchFamily="2" charset="2"/>
              </a:rPr>
              <a:t>真实性</a:t>
            </a:r>
            <a:r>
              <a:rPr lang="zh-CN" altLang="en-US" dirty="0">
                <a:latin typeface="宋体" panose="02010600030101010101" pitchFamily="2" charset="-122"/>
                <a:sym typeface="Wingdings" panose="05000000000000000000" pitchFamily="2" charset="2"/>
              </a:rPr>
              <a:t>是两个不同的概念</a:t>
            </a:r>
            <a:endParaRPr lang="zh-CN" altLang="en-US" dirty="0">
              <a:latin typeface="宋体" panose="02010600030101010101" pitchFamily="2" charset="-122"/>
              <a:sym typeface="Wingdings" panose="05000000000000000000" pitchFamily="2" charset="2"/>
            </a:endParaRPr>
          </a:p>
          <a:p>
            <a:pPr lvl="1">
              <a:lnSpc>
                <a:spcPct val="150000"/>
              </a:lnSpc>
              <a:spcBef>
                <a:spcPct val="0"/>
              </a:spcBef>
              <a:buClr>
                <a:srgbClr val="000066"/>
              </a:buClr>
            </a:pPr>
            <a:r>
              <a:rPr lang="zh-CN" altLang="en-US" dirty="0">
                <a:latin typeface="宋体" panose="02010600030101010101" pitchFamily="2" charset="-122"/>
                <a:sym typeface="Wingdings" panose="05000000000000000000" pitchFamily="2" charset="2"/>
              </a:rPr>
              <a:t>根本上</a:t>
            </a:r>
            <a:r>
              <a:rPr lang="en-US" altLang="zh-CN" dirty="0">
                <a:latin typeface="宋体" panose="02010600030101010101" pitchFamily="2" charset="-122"/>
                <a:sym typeface="Wingdings" panose="05000000000000000000" pitchFamily="2" charset="2"/>
              </a:rPr>
              <a:t>,</a:t>
            </a:r>
            <a:r>
              <a:rPr lang="zh-CN" altLang="en-US" dirty="0">
                <a:latin typeface="宋体" panose="02010600030101010101" pitchFamily="2" charset="-122"/>
                <a:sym typeface="Wingdings" panose="05000000000000000000" pitchFamily="2" charset="2"/>
              </a:rPr>
              <a:t>信息加密提供的是保密性而非真实性</a:t>
            </a:r>
            <a:endParaRPr lang="zh-CN" altLang="en-US" dirty="0">
              <a:latin typeface="宋体" panose="02010600030101010101" pitchFamily="2" charset="-122"/>
              <a:sym typeface="Wingdings" panose="05000000000000000000" pitchFamily="2" charset="2"/>
            </a:endParaRPr>
          </a:p>
          <a:p>
            <a:pPr lvl="1">
              <a:lnSpc>
                <a:spcPct val="150000"/>
              </a:lnSpc>
              <a:spcBef>
                <a:spcPct val="0"/>
              </a:spcBef>
              <a:buClr>
                <a:srgbClr val="000066"/>
              </a:buClr>
            </a:pPr>
            <a:r>
              <a:rPr lang="zh-CN" altLang="en-US" dirty="0">
                <a:latin typeface="宋体" panose="02010600030101010101" pitchFamily="2" charset="-122"/>
                <a:sym typeface="Wingdings" panose="05000000000000000000" pitchFamily="2" charset="2"/>
              </a:rPr>
              <a:t>加密代价大</a:t>
            </a:r>
            <a:r>
              <a:rPr lang="en-US" altLang="zh-CN" dirty="0">
                <a:latin typeface="宋体" panose="02010600030101010101" pitchFamily="2" charset="-122"/>
                <a:sym typeface="Wingdings" panose="05000000000000000000" pitchFamily="2" charset="2"/>
              </a:rPr>
              <a:t>(</a:t>
            </a:r>
            <a:r>
              <a:rPr lang="zh-CN" altLang="en-US" dirty="0">
                <a:latin typeface="宋体" panose="02010600030101010101" pitchFamily="2" charset="-122"/>
                <a:sym typeface="Wingdings" panose="05000000000000000000" pitchFamily="2" charset="2"/>
              </a:rPr>
              <a:t>公钥算法代价更大</a:t>
            </a:r>
            <a:r>
              <a:rPr lang="en-US" altLang="zh-CN" dirty="0">
                <a:latin typeface="宋体" panose="02010600030101010101" pitchFamily="2" charset="-122"/>
                <a:sym typeface="Wingdings" panose="05000000000000000000" pitchFamily="2" charset="2"/>
              </a:rPr>
              <a:t>)</a:t>
            </a:r>
            <a:endParaRPr lang="en-US" altLang="zh-CN" dirty="0">
              <a:latin typeface="宋体" panose="02010600030101010101" pitchFamily="2" charset="-122"/>
              <a:sym typeface="Wingdings" panose="05000000000000000000" pitchFamily="2" charset="2"/>
            </a:endParaRPr>
          </a:p>
          <a:p>
            <a:pPr lvl="1">
              <a:lnSpc>
                <a:spcPct val="150000"/>
              </a:lnSpc>
              <a:spcBef>
                <a:spcPct val="0"/>
              </a:spcBef>
              <a:buClr>
                <a:srgbClr val="000066"/>
              </a:buClr>
            </a:pPr>
            <a:r>
              <a:rPr lang="zh-CN" altLang="en-US" dirty="0">
                <a:highlight>
                  <a:srgbClr val="FFFF00"/>
                </a:highlight>
                <a:latin typeface="宋体" panose="02010600030101010101" pitchFamily="2" charset="-122"/>
                <a:sym typeface="Wingdings" panose="05000000000000000000" pitchFamily="2" charset="2"/>
              </a:rPr>
              <a:t>鉴别函数与保密函数的分离</a:t>
            </a:r>
            <a:r>
              <a:rPr lang="zh-CN" altLang="en-US" dirty="0">
                <a:latin typeface="宋体" panose="02010600030101010101" pitchFamily="2" charset="-122"/>
                <a:sym typeface="Wingdings" panose="05000000000000000000" pitchFamily="2" charset="2"/>
              </a:rPr>
              <a:t>能提供功能上的灵活性</a:t>
            </a:r>
            <a:endParaRPr lang="zh-CN" altLang="en-US" dirty="0">
              <a:latin typeface="宋体" panose="02010600030101010101" pitchFamily="2" charset="-122"/>
              <a:sym typeface="Wingdings" panose="05000000000000000000" pitchFamily="2" charset="2"/>
            </a:endParaRPr>
          </a:p>
          <a:p>
            <a:pPr lvl="1">
              <a:lnSpc>
                <a:spcPct val="150000"/>
              </a:lnSpc>
              <a:spcBef>
                <a:spcPct val="0"/>
              </a:spcBef>
              <a:buClr>
                <a:srgbClr val="000066"/>
              </a:buClr>
            </a:pPr>
            <a:r>
              <a:rPr lang="zh-CN" altLang="en-US" dirty="0">
                <a:latin typeface="宋体" panose="02010600030101010101" pitchFamily="2" charset="-122"/>
                <a:sym typeface="Wingdings" panose="05000000000000000000" pitchFamily="2" charset="2"/>
              </a:rPr>
              <a:t>某些信息只需要真实性</a:t>
            </a:r>
            <a:r>
              <a:rPr lang="en-US" altLang="zh-CN" dirty="0">
                <a:latin typeface="宋体" panose="02010600030101010101" pitchFamily="2" charset="-122"/>
                <a:sym typeface="Wingdings" panose="05000000000000000000" pitchFamily="2" charset="2"/>
              </a:rPr>
              <a:t>,</a:t>
            </a:r>
            <a:r>
              <a:rPr lang="zh-CN" altLang="en-US" dirty="0">
                <a:latin typeface="宋体" panose="02010600030101010101" pitchFamily="2" charset="-122"/>
                <a:sym typeface="Wingdings" panose="05000000000000000000" pitchFamily="2" charset="2"/>
              </a:rPr>
              <a:t>不需要保密性</a:t>
            </a:r>
            <a:endParaRPr lang="zh-CN" altLang="en-US" dirty="0">
              <a:latin typeface="宋体" panose="02010600030101010101" pitchFamily="2" charset="-122"/>
              <a:sym typeface="Wingdings" panose="05000000000000000000" pitchFamily="2" charset="2"/>
            </a:endParaRPr>
          </a:p>
          <a:p>
            <a:pPr lvl="2">
              <a:lnSpc>
                <a:spcPct val="150000"/>
              </a:lnSpc>
              <a:spcBef>
                <a:spcPct val="0"/>
              </a:spcBef>
              <a:buClr>
                <a:schemeClr val="folHlink"/>
              </a:buClr>
              <a:buSzPct val="80000"/>
            </a:pPr>
            <a:r>
              <a:rPr lang="zh-CN" altLang="en-US" dirty="0">
                <a:latin typeface="宋体" panose="02010600030101010101" pitchFamily="2" charset="-122"/>
                <a:sym typeface="Wingdings" panose="05000000000000000000" pitchFamily="2" charset="2"/>
              </a:rPr>
              <a:t>广播的信息难以使用加密</a:t>
            </a:r>
            <a:r>
              <a:rPr lang="en-US" altLang="zh-CN" dirty="0">
                <a:latin typeface="宋体" panose="02010600030101010101" pitchFamily="2" charset="-122"/>
                <a:sym typeface="Wingdings" panose="05000000000000000000" pitchFamily="2" charset="2"/>
              </a:rPr>
              <a:t>(</a:t>
            </a:r>
            <a:r>
              <a:rPr lang="zh-CN" altLang="en-US" dirty="0">
                <a:latin typeface="宋体" panose="02010600030101010101" pitchFamily="2" charset="-122"/>
                <a:sym typeface="Wingdings" panose="05000000000000000000" pitchFamily="2" charset="2"/>
              </a:rPr>
              <a:t>信息量大</a:t>
            </a:r>
            <a:r>
              <a:rPr lang="en-US" altLang="zh-CN" dirty="0">
                <a:latin typeface="宋体" panose="02010600030101010101" pitchFamily="2" charset="-122"/>
                <a:sym typeface="Wingdings" panose="05000000000000000000" pitchFamily="2" charset="2"/>
              </a:rPr>
              <a:t>)</a:t>
            </a:r>
            <a:endParaRPr lang="en-US" altLang="zh-CN" dirty="0">
              <a:latin typeface="宋体" panose="02010600030101010101" pitchFamily="2" charset="-122"/>
              <a:sym typeface="Wingdings" panose="05000000000000000000" pitchFamily="2" charset="2"/>
            </a:endParaRPr>
          </a:p>
          <a:p>
            <a:pPr lvl="2">
              <a:lnSpc>
                <a:spcPct val="150000"/>
              </a:lnSpc>
              <a:spcBef>
                <a:spcPct val="0"/>
              </a:spcBef>
              <a:buClr>
                <a:schemeClr val="folHlink"/>
              </a:buClr>
              <a:buSzPct val="80000"/>
            </a:pPr>
            <a:r>
              <a:rPr lang="zh-CN" altLang="en-US" dirty="0">
                <a:latin typeface="宋体" panose="02010600030101010101" pitchFamily="2" charset="-122"/>
                <a:sym typeface="Wingdings" panose="05000000000000000000" pitchFamily="2" charset="2"/>
              </a:rPr>
              <a:t>网络管理信息等只需要真实性</a:t>
            </a:r>
            <a:endParaRPr lang="zh-CN" altLang="en-US" dirty="0">
              <a:latin typeface="宋体" panose="02010600030101010101" pitchFamily="2" charset="-122"/>
              <a:sym typeface="Wingdings" panose="05000000000000000000" pitchFamily="2" charset="2"/>
            </a:endParaRPr>
          </a:p>
          <a:p>
            <a:pPr lvl="2">
              <a:lnSpc>
                <a:spcPct val="150000"/>
              </a:lnSpc>
              <a:spcBef>
                <a:spcPct val="0"/>
              </a:spcBef>
              <a:buClr>
                <a:schemeClr val="folHlink"/>
              </a:buClr>
              <a:buSzPct val="80000"/>
            </a:pPr>
            <a:r>
              <a:rPr lang="zh-CN" altLang="en-US" dirty="0">
                <a:latin typeface="宋体" panose="02010600030101010101" pitchFamily="2" charset="-122"/>
                <a:sym typeface="Wingdings" panose="05000000000000000000" pitchFamily="2" charset="2"/>
              </a:rPr>
              <a:t>政府</a:t>
            </a:r>
            <a:r>
              <a:rPr lang="en-US" altLang="zh-CN" dirty="0">
                <a:latin typeface="宋体" panose="02010600030101010101" pitchFamily="2" charset="-122"/>
                <a:sym typeface="Wingdings" panose="05000000000000000000" pitchFamily="2" charset="2"/>
              </a:rPr>
              <a:t>/</a:t>
            </a:r>
            <a:r>
              <a:rPr lang="zh-CN" altLang="en-US" dirty="0">
                <a:latin typeface="宋体" panose="02010600030101010101" pitchFamily="2" charset="-122"/>
                <a:sym typeface="Wingdings" panose="05000000000000000000" pitchFamily="2" charset="2"/>
              </a:rPr>
              <a:t>权威部门的公告</a:t>
            </a:r>
            <a:endParaRPr lang="zh-CN" altLang="en-US" dirty="0">
              <a:latin typeface="宋体" panose="02010600030101010101" pitchFamily="2" charset="-122"/>
              <a:sym typeface="Wingdings" panose="05000000000000000000" pitchFamily="2" charset="2"/>
            </a:endParaRPr>
          </a:p>
          <a:p>
            <a:endParaRPr lang="en-US" altLang="zh-CN" dirty="0"/>
          </a:p>
        </p:txBody>
      </p:sp>
      <p:sp>
        <p:nvSpPr>
          <p:cNvPr id="4" name="灯片编号占位符 3"/>
          <p:cNvSpPr>
            <a:spLocks noGrp="1"/>
          </p:cNvSpPr>
          <p:nvPr>
            <p:ph type="sldNum" sz="quarter" idx="12"/>
          </p:nvPr>
        </p:nvSpPr>
        <p:spPr/>
        <p:txBody>
          <a:bodyPr/>
          <a:lstStyle/>
          <a:p>
            <a:fld id="{8D4D1E41-7A09-AB4A-A4E1-09765ADA2698}" type="slidenum">
              <a:rPr kumimoji="1" lang="zh-CN" altLang="en-US" smtClean="0"/>
            </a:fld>
            <a:endParaRPr kumimoji="1" lang="zh-CN" altLang="en-US" dirty="0"/>
          </a:p>
        </p:txBody>
      </p:sp>
      <mc:AlternateContent xmlns:mc="http://schemas.openxmlformats.org/markup-compatibility/2006" xmlns:p14="http://schemas.microsoft.com/office/powerpoint/2010/main">
        <mc:Choice Requires="p14">
          <p:contentPart r:id="rId1" p14:bwMode="auto">
            <p14:nvContentPartPr>
              <p14:cNvPr id="5" name="墨迹 4"/>
              <p14:cNvContentPartPr/>
              <p14:nvPr/>
            </p14:nvContentPartPr>
            <p14:xfrm>
              <a:off x="3568700" y="1604010"/>
              <a:ext cx="3535680" cy="920115"/>
            </p14:xfrm>
          </p:contentPart>
        </mc:Choice>
        <mc:Fallback xmlns="">
          <p:pic>
            <p:nvPicPr>
              <p:cNvPr id="5" name="墨迹 4"/>
            </p:nvPicPr>
            <p:blipFill>
              <a:blip r:embed="rId2"/>
            </p:blipFill>
            <p:spPr>
              <a:xfrm>
                <a:off x="3568700" y="1604010"/>
                <a:ext cx="3535680" cy="920115"/>
              </a:xfrm>
              <a:prstGeom prst="rect"/>
            </p:spPr>
          </p:pic>
        </mc:Fallback>
      </mc:AlternateContent>
      <p:sp>
        <p:nvSpPr>
          <p:cNvPr id="7" name="文本框 6"/>
          <p:cNvSpPr txBox="1"/>
          <p:nvPr/>
        </p:nvSpPr>
        <p:spPr>
          <a:xfrm>
            <a:off x="7104380" y="1864360"/>
            <a:ext cx="6477000" cy="398780"/>
          </a:xfrm>
          <a:prstGeom prst="rect">
            <a:avLst/>
          </a:prstGeom>
        </p:spPr>
        <p:txBody>
          <a:bodyPr wrap="square">
            <a:spAutoFit/>
          </a:bodyPr>
          <a:lstStyle/>
          <a:p>
            <a:r>
              <a:rPr lang="zh-CN" altLang="en-US" sz="2000" b="1">
                <a:solidFill>
                  <a:srgbClr val="C00000"/>
                </a:solidFill>
              </a:rPr>
              <a:t>来源和内容是否篡改</a:t>
            </a:r>
            <a:endParaRPr lang="zh-CN" altLang="en-US" sz="2000" b="1">
              <a:solidFill>
                <a:srgbClr val="C00000"/>
              </a:solidFill>
            </a:endParaRP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t>6.1.2 </a:t>
            </a:r>
            <a:r>
              <a:rPr kumimoji="1" lang="zh-CN" altLang="en-US" dirty="0">
                <a:solidFill>
                  <a:prstClr val="black"/>
                </a:solidFill>
              </a:rPr>
              <a:t>非</a:t>
            </a:r>
            <a:r>
              <a:rPr kumimoji="1" lang="zh-CN" altLang="zh-CN" dirty="0">
                <a:solidFill>
                  <a:prstClr val="black"/>
                </a:solidFill>
              </a:rPr>
              <a:t>加密的消息</a:t>
            </a:r>
            <a:r>
              <a:rPr kumimoji="1" lang="zh-CN" altLang="en-US" dirty="0">
                <a:solidFill>
                  <a:prstClr val="black"/>
                </a:solidFill>
              </a:rPr>
              <a:t>认证</a:t>
            </a:r>
            <a:endParaRPr lang="zh-CN" altLang="en-US" dirty="0"/>
          </a:p>
        </p:txBody>
      </p:sp>
      <p:sp>
        <p:nvSpPr>
          <p:cNvPr id="3" name="内容占位符 2"/>
          <p:cNvSpPr>
            <a:spLocks noGrp="1"/>
          </p:cNvSpPr>
          <p:nvPr>
            <p:ph idx="1"/>
          </p:nvPr>
        </p:nvSpPr>
        <p:spPr/>
        <p:txBody>
          <a:bodyPr>
            <a:normAutofit fontScale="92500"/>
          </a:bodyPr>
          <a:lstStyle/>
          <a:p>
            <a:pPr>
              <a:lnSpc>
                <a:spcPct val="150000"/>
              </a:lnSpc>
            </a:pPr>
            <a:r>
              <a:rPr lang="zh-CN" altLang="en-US" dirty="0">
                <a:solidFill>
                  <a:srgbClr val="C00000"/>
                </a:solidFill>
              </a:rPr>
              <a:t>消息鉴别码</a:t>
            </a:r>
            <a:r>
              <a:rPr lang="en-US" altLang="zh-CN" dirty="0">
                <a:solidFill>
                  <a:srgbClr val="C00000"/>
                </a:solidFill>
              </a:rPr>
              <a:t>MAC</a:t>
            </a:r>
            <a:r>
              <a:rPr lang="zh-CN" altLang="en-US" dirty="0"/>
              <a:t>：使用一个密钥生成一个固定大小的小数据块，并加入到消息中，称</a:t>
            </a:r>
            <a:r>
              <a:rPr lang="en-US" altLang="zh-CN" dirty="0">
                <a:solidFill>
                  <a:srgbClr val="C00000"/>
                </a:solidFill>
              </a:rPr>
              <a:t>MAC</a:t>
            </a:r>
            <a:r>
              <a:rPr lang="zh-CN" altLang="en-US" dirty="0">
                <a:solidFill>
                  <a:srgbClr val="C00000"/>
                </a:solidFill>
              </a:rPr>
              <a:t>， 或密码校验和</a:t>
            </a:r>
            <a:r>
              <a:rPr lang="zh-CN" altLang="en-US" dirty="0"/>
              <a:t>（</a:t>
            </a:r>
            <a:r>
              <a:rPr lang="en-US" altLang="zh-CN" dirty="0"/>
              <a:t>cryptographic checksum</a:t>
            </a:r>
            <a:r>
              <a:rPr lang="zh-CN" altLang="en-US" dirty="0"/>
              <a:t>）</a:t>
            </a:r>
            <a:endParaRPr lang="en-US" altLang="zh-CN" dirty="0"/>
          </a:p>
          <a:p>
            <a:pPr lvl="1">
              <a:lnSpc>
                <a:spcPct val="150000"/>
              </a:lnSpc>
            </a:pPr>
            <a:r>
              <a:rPr lang="zh-CN" altLang="en-US" dirty="0"/>
              <a:t>接收者可以确信消息</a:t>
            </a:r>
            <a:r>
              <a:rPr lang="en-US" altLang="zh-CN" dirty="0"/>
              <a:t>M</a:t>
            </a:r>
            <a:r>
              <a:rPr lang="zh-CN" altLang="en-US" dirty="0"/>
              <a:t>未被改变；</a:t>
            </a:r>
            <a:endParaRPr lang="en-US" altLang="zh-CN" dirty="0"/>
          </a:p>
          <a:p>
            <a:pPr lvl="1">
              <a:lnSpc>
                <a:spcPct val="150000"/>
              </a:lnSpc>
            </a:pPr>
            <a:r>
              <a:rPr lang="zh-CN" altLang="en-US" dirty="0"/>
              <a:t>接收者可以确信消息来自所声称的发送者；</a:t>
            </a:r>
            <a:endParaRPr lang="en-US" altLang="zh-CN" dirty="0"/>
          </a:p>
          <a:p>
            <a:pPr lvl="1">
              <a:lnSpc>
                <a:spcPct val="150000"/>
              </a:lnSpc>
            </a:pPr>
            <a:r>
              <a:rPr lang="zh-CN" altLang="en-US" dirty="0"/>
              <a:t>如果消息中包含顺序码（如</a:t>
            </a:r>
            <a:r>
              <a:rPr lang="en-US" altLang="zh-CN" dirty="0"/>
              <a:t>HDLC,X.25,TCP</a:t>
            </a:r>
            <a:r>
              <a:rPr lang="zh-CN" altLang="en-US" dirty="0"/>
              <a:t>），则接收者可以保证消息的正常顺序。</a:t>
            </a:r>
            <a:endParaRPr lang="en-US" altLang="zh-CN" dirty="0"/>
          </a:p>
          <a:p>
            <a:pPr>
              <a:lnSpc>
                <a:spcPct val="150000"/>
              </a:lnSpc>
            </a:pPr>
            <a:r>
              <a:rPr lang="en-US" altLang="zh-CN" dirty="0"/>
              <a:t>MAC</a:t>
            </a:r>
            <a:r>
              <a:rPr lang="zh-CN" altLang="en-US" dirty="0"/>
              <a:t>函数类似于</a:t>
            </a:r>
            <a:r>
              <a:rPr lang="zh-CN" altLang="en-US" dirty="0">
                <a:highlight>
                  <a:srgbClr val="FFFF00"/>
                </a:highlight>
              </a:rPr>
              <a:t>加密函数</a:t>
            </a:r>
            <a:r>
              <a:rPr lang="zh-CN" altLang="en-US" dirty="0"/>
              <a:t>，但不需要可逆性。</a:t>
            </a:r>
            <a:endParaRPr lang="zh-CN" altLang="en-US" dirty="0"/>
          </a:p>
        </p:txBody>
      </p:sp>
      <p:sp>
        <p:nvSpPr>
          <p:cNvPr id="4" name="灯片编号占位符 3"/>
          <p:cNvSpPr>
            <a:spLocks noGrp="1"/>
          </p:cNvSpPr>
          <p:nvPr>
            <p:ph type="sldNum" sz="quarter" idx="12"/>
          </p:nvPr>
        </p:nvSpPr>
        <p:spPr/>
        <p:txBody>
          <a:bodyPr/>
          <a:lstStyle/>
          <a:p>
            <a:fld id="{8D4D1E41-7A09-AB4A-A4E1-09765ADA2698}" type="slidenum">
              <a:rPr kumimoji="1" lang="zh-CN" altLang="en-US" smtClean="0"/>
            </a:fld>
            <a:endParaRPr kumimoji="1" lang="zh-CN" altLang="en-US"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t>6.1.2 </a:t>
            </a:r>
            <a:r>
              <a:rPr kumimoji="1" lang="zh-CN" altLang="en-US" dirty="0">
                <a:solidFill>
                  <a:prstClr val="black"/>
                </a:solidFill>
              </a:rPr>
              <a:t>非</a:t>
            </a:r>
            <a:r>
              <a:rPr kumimoji="1" lang="zh-CN" altLang="zh-CN" dirty="0">
                <a:solidFill>
                  <a:prstClr val="black"/>
                </a:solidFill>
              </a:rPr>
              <a:t>加密的消息</a:t>
            </a:r>
            <a:r>
              <a:rPr kumimoji="1" lang="zh-CN" altLang="en-US" dirty="0">
                <a:solidFill>
                  <a:prstClr val="black"/>
                </a:solidFill>
              </a:rPr>
              <a:t>认证</a:t>
            </a:r>
            <a:endParaRPr lang="zh-CN" altLang="en-US" dirty="0"/>
          </a:p>
        </p:txBody>
      </p:sp>
      <p:sp>
        <p:nvSpPr>
          <p:cNvPr id="3" name="内容占位符 2"/>
          <p:cNvSpPr>
            <a:spLocks noGrp="1"/>
          </p:cNvSpPr>
          <p:nvPr>
            <p:ph idx="1"/>
          </p:nvPr>
        </p:nvSpPr>
        <p:spPr>
          <a:xfrm>
            <a:off x="838200" y="1368254"/>
            <a:ext cx="10515600" cy="4586694"/>
          </a:xfrm>
        </p:spPr>
        <p:txBody>
          <a:bodyPr>
            <a:normAutofit/>
          </a:bodyPr>
          <a:lstStyle/>
          <a:p>
            <a:pPr>
              <a:lnSpc>
                <a:spcPct val="150000"/>
              </a:lnSpc>
            </a:pPr>
            <a:r>
              <a:rPr lang="en-US" altLang="zh-CN" dirty="0"/>
              <a:t>MAC</a:t>
            </a:r>
            <a:r>
              <a:rPr lang="zh-CN" altLang="en-US" dirty="0"/>
              <a:t>的基本用法</a:t>
            </a:r>
            <a:r>
              <a:rPr lang="en-US" altLang="zh-CN" dirty="0"/>
              <a:t>(a)</a:t>
            </a:r>
            <a:r>
              <a:rPr lang="zh-CN" altLang="en-US" b="1" dirty="0">
                <a:solidFill>
                  <a:srgbClr val="0000FF"/>
                </a:solidFill>
              </a:rPr>
              <a:t>不保密</a:t>
            </a:r>
            <a:endParaRPr lang="en-US" altLang="zh-CN" b="1" dirty="0">
              <a:solidFill>
                <a:srgbClr val="0000FF"/>
              </a:solidFill>
            </a:endParaRPr>
          </a:p>
          <a:p>
            <a:pPr>
              <a:lnSpc>
                <a:spcPct val="150000"/>
              </a:lnSpc>
            </a:pPr>
            <a:endParaRPr lang="en-US" altLang="zh-CN" dirty="0"/>
          </a:p>
          <a:p>
            <a:pPr>
              <a:lnSpc>
                <a:spcPct val="150000"/>
              </a:lnSpc>
            </a:pPr>
            <a:endParaRPr lang="en-US" altLang="zh-CN" dirty="0"/>
          </a:p>
          <a:p>
            <a:pPr>
              <a:lnSpc>
                <a:spcPct val="150000"/>
              </a:lnSpc>
            </a:pPr>
            <a:endParaRPr lang="en-US" altLang="zh-CN" dirty="0"/>
          </a:p>
          <a:p>
            <a:pPr>
              <a:lnSpc>
                <a:spcPct val="150000"/>
              </a:lnSpc>
            </a:pPr>
            <a:endParaRPr lang="en-US" altLang="zh-CN" dirty="0"/>
          </a:p>
          <a:p>
            <a:pPr>
              <a:lnSpc>
                <a:spcPct val="150000"/>
              </a:lnSpc>
            </a:pPr>
            <a:r>
              <a:rPr lang="zh-CN" altLang="en-US" dirty="0"/>
              <a:t>提供：消息鉴别</a:t>
            </a:r>
            <a:r>
              <a:rPr lang="en-US" altLang="zh-CN" dirty="0"/>
              <a:t>---- only A and B share K</a:t>
            </a:r>
            <a:endParaRPr lang="en-US" altLang="zh-CN" dirty="0"/>
          </a:p>
          <a:p>
            <a:pPr>
              <a:lnSpc>
                <a:spcPct val="150000"/>
              </a:lnSpc>
            </a:pPr>
            <a:endParaRPr lang="zh-CN" altLang="en-US" dirty="0"/>
          </a:p>
          <a:p>
            <a:pPr>
              <a:lnSpc>
                <a:spcPct val="150000"/>
              </a:lnSpc>
            </a:pPr>
            <a:endParaRPr lang="zh-CN" altLang="en-US" dirty="0"/>
          </a:p>
        </p:txBody>
      </p:sp>
      <p:sp>
        <p:nvSpPr>
          <p:cNvPr id="4" name="灯片编号占位符 3"/>
          <p:cNvSpPr>
            <a:spLocks noGrp="1"/>
          </p:cNvSpPr>
          <p:nvPr>
            <p:ph type="sldNum" sz="quarter" idx="12"/>
          </p:nvPr>
        </p:nvSpPr>
        <p:spPr/>
        <p:txBody>
          <a:bodyPr/>
          <a:lstStyle/>
          <a:p>
            <a:fld id="{8D4D1E41-7A09-AB4A-A4E1-09765ADA2698}" type="slidenum">
              <a:rPr kumimoji="1" lang="zh-CN" altLang="en-US" smtClean="0"/>
            </a:fld>
            <a:endParaRPr kumimoji="1" lang="zh-CN" altLang="en-US" dirty="0"/>
          </a:p>
        </p:txBody>
      </p:sp>
      <p:pic>
        <p:nvPicPr>
          <p:cNvPr id="5" name="Picture 1027"/>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a:xfrm>
            <a:off x="2095500" y="2098963"/>
            <a:ext cx="8001000" cy="2590800"/>
          </a:xfrm>
          <a:prstGeom prst="rect">
            <a:avLst/>
          </a:prstGeom>
        </p:spPr>
      </p:pic>
      <p:sp>
        <p:nvSpPr>
          <p:cNvPr id="6" name="文本框 5"/>
          <p:cNvSpPr txBox="1"/>
          <p:nvPr/>
        </p:nvSpPr>
        <p:spPr>
          <a:xfrm>
            <a:off x="7104380" y="1864360"/>
            <a:ext cx="6477000" cy="398780"/>
          </a:xfrm>
          <a:prstGeom prst="rect">
            <a:avLst/>
          </a:prstGeom>
        </p:spPr>
        <p:txBody>
          <a:bodyPr wrap="square">
            <a:spAutoFit/>
          </a:bodyPr>
          <a:lstStyle/>
          <a:p>
            <a:r>
              <a:rPr lang="zh-CN" altLang="en-US" sz="2000" b="1">
                <a:solidFill>
                  <a:srgbClr val="C00000"/>
                </a:solidFill>
              </a:rPr>
              <a:t>共享密钥</a:t>
            </a:r>
            <a:endParaRPr lang="zh-CN" altLang="en-US" sz="2000" b="1">
              <a:solidFill>
                <a:srgbClr val="C00000"/>
              </a:solidFill>
            </a:endParaRPr>
          </a:p>
        </p:txBody>
      </p:sp>
      <p:sp>
        <p:nvSpPr>
          <p:cNvPr id="8" name="文本框 7"/>
          <p:cNvSpPr txBox="1"/>
          <p:nvPr/>
        </p:nvSpPr>
        <p:spPr>
          <a:xfrm>
            <a:off x="2270760" y="4598035"/>
            <a:ext cx="6477000" cy="398780"/>
          </a:xfrm>
          <a:prstGeom prst="rect">
            <a:avLst/>
          </a:prstGeom>
        </p:spPr>
        <p:txBody>
          <a:bodyPr wrap="square">
            <a:spAutoFit/>
          </a:bodyPr>
          <a:lstStyle/>
          <a:p>
            <a:r>
              <a:rPr lang="zh-CN" altLang="en-US" sz="2000" b="1">
                <a:solidFill>
                  <a:srgbClr val="C00000"/>
                </a:solidFill>
              </a:rPr>
              <a:t>生成鉴别码，拼接</a:t>
            </a:r>
            <a:endParaRPr lang="zh-CN" altLang="en-US" sz="2000" b="1">
              <a:solidFill>
                <a:srgbClr val="C00000"/>
              </a:solidFill>
            </a:endParaRPr>
          </a:p>
        </p:txBody>
      </p:sp>
      <p:sp>
        <p:nvSpPr>
          <p:cNvPr id="9" name="文本框 8"/>
          <p:cNvSpPr txBox="1"/>
          <p:nvPr/>
        </p:nvSpPr>
        <p:spPr>
          <a:xfrm>
            <a:off x="6696075" y="4178300"/>
            <a:ext cx="6477000" cy="398780"/>
          </a:xfrm>
          <a:prstGeom prst="rect">
            <a:avLst/>
          </a:prstGeom>
        </p:spPr>
        <p:txBody>
          <a:bodyPr wrap="square">
            <a:spAutoFit/>
          </a:bodyPr>
          <a:lstStyle/>
          <a:p>
            <a:r>
              <a:rPr lang="zh-CN" altLang="en-US" sz="2000" b="1">
                <a:solidFill>
                  <a:srgbClr val="C00000"/>
                </a:solidFill>
              </a:rPr>
              <a:t>再次生成鉴别码，比对</a:t>
            </a:r>
            <a:endParaRPr lang="zh-CN" altLang="en-US" sz="2000" b="1">
              <a:solidFill>
                <a:srgbClr val="C00000"/>
              </a:solidFill>
            </a:endParaRP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t>6.1.2 </a:t>
            </a:r>
            <a:r>
              <a:rPr kumimoji="1" lang="zh-CN" altLang="en-US" dirty="0">
                <a:solidFill>
                  <a:prstClr val="black"/>
                </a:solidFill>
              </a:rPr>
              <a:t>非</a:t>
            </a:r>
            <a:r>
              <a:rPr kumimoji="1" lang="zh-CN" altLang="zh-CN" dirty="0">
                <a:solidFill>
                  <a:prstClr val="black"/>
                </a:solidFill>
              </a:rPr>
              <a:t>加密的消息</a:t>
            </a:r>
            <a:r>
              <a:rPr kumimoji="1" lang="zh-CN" altLang="en-US" dirty="0">
                <a:solidFill>
                  <a:prstClr val="black"/>
                </a:solidFill>
              </a:rPr>
              <a:t>认证</a:t>
            </a:r>
            <a:endParaRPr lang="zh-CN" altLang="en-US" dirty="0"/>
          </a:p>
        </p:txBody>
      </p:sp>
      <p:sp>
        <p:nvSpPr>
          <p:cNvPr id="3" name="内容占位符 2"/>
          <p:cNvSpPr>
            <a:spLocks noGrp="1"/>
          </p:cNvSpPr>
          <p:nvPr>
            <p:ph idx="1"/>
          </p:nvPr>
        </p:nvSpPr>
        <p:spPr>
          <a:xfrm>
            <a:off x="838200" y="1368254"/>
            <a:ext cx="10515600" cy="4925668"/>
          </a:xfrm>
        </p:spPr>
        <p:txBody>
          <a:bodyPr>
            <a:normAutofit fontScale="77500" lnSpcReduction="10000"/>
          </a:bodyPr>
          <a:lstStyle/>
          <a:p>
            <a:pPr>
              <a:lnSpc>
                <a:spcPct val="150000"/>
              </a:lnSpc>
            </a:pPr>
            <a:r>
              <a:rPr lang="en-US" altLang="zh-CN" dirty="0"/>
              <a:t>MAC</a:t>
            </a:r>
            <a:r>
              <a:rPr lang="zh-CN" altLang="en-US" dirty="0"/>
              <a:t>的基本用法</a:t>
            </a:r>
            <a:r>
              <a:rPr lang="en-US" altLang="zh-CN" dirty="0"/>
              <a:t>(b)  </a:t>
            </a:r>
            <a:r>
              <a:rPr lang="zh-CN" altLang="en-US" b="1" dirty="0">
                <a:solidFill>
                  <a:srgbClr val="0000FF"/>
                </a:solidFill>
                <a:sym typeface="+mn-ea"/>
              </a:rPr>
              <a:t>保密</a:t>
            </a:r>
            <a:endParaRPr lang="en-US" altLang="zh-CN" b="1" dirty="0">
              <a:solidFill>
                <a:srgbClr val="0000FF"/>
              </a:solidFill>
            </a:endParaRPr>
          </a:p>
          <a:p>
            <a:pPr>
              <a:lnSpc>
                <a:spcPct val="150000"/>
              </a:lnSpc>
            </a:pPr>
            <a:endParaRPr lang="en-US" altLang="zh-CN" dirty="0"/>
          </a:p>
          <a:p>
            <a:pPr>
              <a:lnSpc>
                <a:spcPct val="150000"/>
              </a:lnSpc>
            </a:pPr>
            <a:endParaRPr lang="en-US" altLang="zh-CN" dirty="0"/>
          </a:p>
          <a:p>
            <a:pPr>
              <a:lnSpc>
                <a:spcPct val="150000"/>
              </a:lnSpc>
            </a:pPr>
            <a:endParaRPr lang="en-US" altLang="zh-CN" dirty="0"/>
          </a:p>
          <a:p>
            <a:pPr>
              <a:lnSpc>
                <a:spcPct val="150000"/>
              </a:lnSpc>
            </a:pPr>
            <a:endParaRPr lang="en-US" altLang="zh-CN" dirty="0"/>
          </a:p>
          <a:p>
            <a:pPr>
              <a:lnSpc>
                <a:spcPct val="150000"/>
              </a:lnSpc>
            </a:pPr>
            <a:endParaRPr lang="en-US" altLang="zh-CN" dirty="0"/>
          </a:p>
          <a:p>
            <a:pPr>
              <a:lnSpc>
                <a:spcPct val="150000"/>
              </a:lnSpc>
            </a:pPr>
            <a:r>
              <a:rPr lang="zh-CN" altLang="en-US" dirty="0"/>
              <a:t>提供：消息</a:t>
            </a:r>
            <a:r>
              <a:rPr lang="zh-CN" altLang="en-US" dirty="0">
                <a:highlight>
                  <a:srgbClr val="FFFF00"/>
                </a:highlight>
              </a:rPr>
              <a:t>鉴别与保密</a:t>
            </a:r>
            <a:r>
              <a:rPr lang="zh-CN" altLang="en-US" dirty="0"/>
              <a:t>，鉴别与明文连接</a:t>
            </a:r>
            <a:r>
              <a:rPr lang="en-US" altLang="zh-CN" dirty="0"/>
              <a:t>,(MAC</a:t>
            </a:r>
            <a:r>
              <a:rPr lang="zh-CN" altLang="en-US" dirty="0"/>
              <a:t>对明文计算</a:t>
            </a:r>
            <a:r>
              <a:rPr lang="en-US" altLang="zh-CN" dirty="0"/>
              <a:t>)</a:t>
            </a:r>
            <a:r>
              <a:rPr lang="zh-CN" altLang="en-US" dirty="0"/>
              <a:t>，解密前无法验证真伪</a:t>
            </a:r>
            <a:endParaRPr lang="zh-CN" altLang="en-US" dirty="0"/>
          </a:p>
          <a:p>
            <a:pPr lvl="1">
              <a:spcBef>
                <a:spcPct val="0"/>
              </a:spcBef>
              <a:buFontTx/>
              <a:buNone/>
            </a:pPr>
            <a:r>
              <a:rPr lang="en-US" altLang="zh-CN" dirty="0"/>
              <a:t>Provides authentication  -- only A and B share K1</a:t>
            </a:r>
            <a:endParaRPr lang="en-US" altLang="zh-CN" dirty="0"/>
          </a:p>
          <a:p>
            <a:pPr lvl="1">
              <a:spcBef>
                <a:spcPct val="0"/>
              </a:spcBef>
              <a:buFontTx/>
              <a:buNone/>
            </a:pPr>
            <a:r>
              <a:rPr lang="en-US" altLang="zh-CN" dirty="0"/>
              <a:t>Provides confidentiality -- only A and B share K2</a:t>
            </a:r>
            <a:endParaRPr lang="en-US" altLang="zh-CN" dirty="0"/>
          </a:p>
          <a:p>
            <a:pPr>
              <a:lnSpc>
                <a:spcPct val="150000"/>
              </a:lnSpc>
            </a:pPr>
            <a:endParaRPr lang="zh-CN" altLang="en-US" dirty="0"/>
          </a:p>
          <a:p>
            <a:pPr>
              <a:lnSpc>
                <a:spcPct val="150000"/>
              </a:lnSpc>
            </a:pPr>
            <a:endParaRPr lang="zh-CN" altLang="en-US" dirty="0"/>
          </a:p>
        </p:txBody>
      </p:sp>
      <p:sp>
        <p:nvSpPr>
          <p:cNvPr id="4" name="灯片编号占位符 3"/>
          <p:cNvSpPr>
            <a:spLocks noGrp="1"/>
          </p:cNvSpPr>
          <p:nvPr>
            <p:ph type="sldNum" sz="quarter" idx="12"/>
          </p:nvPr>
        </p:nvSpPr>
        <p:spPr/>
        <p:txBody>
          <a:bodyPr/>
          <a:lstStyle/>
          <a:p>
            <a:fld id="{8D4D1E41-7A09-AB4A-A4E1-09765ADA2698}" type="slidenum">
              <a:rPr kumimoji="1" lang="zh-CN" altLang="en-US" smtClean="0"/>
            </a:fld>
            <a:endParaRPr kumimoji="1" lang="zh-CN" altLang="en-US" dirty="0"/>
          </a:p>
        </p:txBody>
      </p:sp>
      <p:pic>
        <p:nvPicPr>
          <p:cNvPr id="6" name="Picture 1027"/>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a:xfrm>
            <a:off x="1767444" y="2089814"/>
            <a:ext cx="8839200" cy="2553438"/>
          </a:xfrm>
          <a:prstGeom prst="rect">
            <a:avLst/>
          </a:prstGeom>
        </p:spPr>
      </p:pic>
      <p:sp>
        <p:nvSpPr>
          <p:cNvPr id="5" name="文本框 4"/>
          <p:cNvSpPr txBox="1"/>
          <p:nvPr/>
        </p:nvSpPr>
        <p:spPr>
          <a:xfrm>
            <a:off x="7104380" y="1864360"/>
            <a:ext cx="6477000" cy="398780"/>
          </a:xfrm>
          <a:prstGeom prst="rect">
            <a:avLst/>
          </a:prstGeom>
        </p:spPr>
        <p:txBody>
          <a:bodyPr wrap="square">
            <a:spAutoFit/>
          </a:bodyPr>
          <a:lstStyle/>
          <a:p>
            <a:r>
              <a:rPr lang="zh-CN" altLang="en-US" sz="2000" b="1">
                <a:solidFill>
                  <a:srgbClr val="C00000"/>
                </a:solidFill>
              </a:rPr>
              <a:t>引入对称密钥</a:t>
            </a:r>
            <a:endParaRPr lang="zh-CN" altLang="en-US" sz="2000" b="1">
              <a:solidFill>
                <a:srgbClr val="C00000"/>
              </a:solidFill>
            </a:endParaRPr>
          </a:p>
        </p:txBody>
      </p:sp>
      <p:sp>
        <p:nvSpPr>
          <p:cNvPr id="7" name="文本框 6"/>
          <p:cNvSpPr txBox="1"/>
          <p:nvPr/>
        </p:nvSpPr>
        <p:spPr>
          <a:xfrm>
            <a:off x="8447405" y="4086225"/>
            <a:ext cx="6477000" cy="398780"/>
          </a:xfrm>
          <a:prstGeom prst="rect">
            <a:avLst/>
          </a:prstGeom>
        </p:spPr>
        <p:txBody>
          <a:bodyPr wrap="square">
            <a:spAutoFit/>
          </a:bodyPr>
          <a:lstStyle/>
          <a:p>
            <a:r>
              <a:rPr lang="zh-CN" altLang="en-US" sz="2000" b="1">
                <a:solidFill>
                  <a:srgbClr val="C00000"/>
                </a:solidFill>
              </a:rPr>
              <a:t>拼接后加密</a:t>
            </a:r>
            <a:r>
              <a:rPr lang="en-US" altLang="zh-CN" sz="2000" b="1">
                <a:solidFill>
                  <a:srgbClr val="C00000"/>
                </a:solidFill>
              </a:rPr>
              <a:t>-&gt;</a:t>
            </a:r>
            <a:r>
              <a:rPr lang="zh-CN" altLang="en-US" sz="2000" b="1">
                <a:solidFill>
                  <a:srgbClr val="C00000"/>
                </a:solidFill>
              </a:rPr>
              <a:t>解密</a:t>
            </a:r>
            <a:endParaRPr lang="zh-CN" altLang="en-US" sz="2000" b="1">
              <a:solidFill>
                <a:srgbClr val="C00000"/>
              </a:solidFill>
            </a:endParaRP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t>6.1.2 </a:t>
            </a:r>
            <a:r>
              <a:rPr kumimoji="1" lang="zh-CN" altLang="en-US" dirty="0">
                <a:solidFill>
                  <a:prstClr val="black"/>
                </a:solidFill>
              </a:rPr>
              <a:t>非</a:t>
            </a:r>
            <a:r>
              <a:rPr kumimoji="1" lang="zh-CN" altLang="zh-CN" dirty="0">
                <a:solidFill>
                  <a:prstClr val="black"/>
                </a:solidFill>
              </a:rPr>
              <a:t>加密的消息</a:t>
            </a:r>
            <a:r>
              <a:rPr kumimoji="1" lang="zh-CN" altLang="en-US" dirty="0">
                <a:solidFill>
                  <a:prstClr val="black"/>
                </a:solidFill>
              </a:rPr>
              <a:t>认证</a:t>
            </a:r>
            <a:endParaRPr lang="zh-CN" altLang="en-US" dirty="0"/>
          </a:p>
        </p:txBody>
      </p:sp>
      <p:sp>
        <p:nvSpPr>
          <p:cNvPr id="3" name="内容占位符 2"/>
          <p:cNvSpPr>
            <a:spLocks noGrp="1"/>
          </p:cNvSpPr>
          <p:nvPr>
            <p:ph idx="1"/>
          </p:nvPr>
        </p:nvSpPr>
        <p:spPr>
          <a:xfrm>
            <a:off x="838200" y="1368254"/>
            <a:ext cx="10515600" cy="4925668"/>
          </a:xfrm>
        </p:spPr>
        <p:txBody>
          <a:bodyPr>
            <a:normAutofit fontScale="92500"/>
          </a:bodyPr>
          <a:lstStyle/>
          <a:p>
            <a:pPr>
              <a:lnSpc>
                <a:spcPct val="150000"/>
              </a:lnSpc>
            </a:pPr>
            <a:r>
              <a:rPr lang="en-US" altLang="zh-CN" dirty="0"/>
              <a:t>MAC</a:t>
            </a:r>
            <a:r>
              <a:rPr lang="zh-CN" altLang="en-US" dirty="0"/>
              <a:t>的基本用法</a:t>
            </a:r>
            <a:r>
              <a:rPr lang="en-US" altLang="zh-CN" dirty="0">
                <a:highlight>
                  <a:srgbClr val="FFFF00"/>
                </a:highlight>
              </a:rPr>
              <a:t>EtM</a:t>
            </a:r>
            <a:r>
              <a:rPr lang="en-US" altLang="zh-CN" dirty="0"/>
              <a:t>(c) </a:t>
            </a:r>
            <a:r>
              <a:rPr lang="zh-CN" altLang="en-US" b="1" dirty="0">
                <a:solidFill>
                  <a:srgbClr val="0000FF"/>
                </a:solidFill>
                <a:sym typeface="+mn-ea"/>
              </a:rPr>
              <a:t>保密</a:t>
            </a:r>
            <a:endParaRPr lang="en-US" altLang="zh-CN" b="1" dirty="0">
              <a:solidFill>
                <a:srgbClr val="0000FF"/>
              </a:solidFill>
            </a:endParaRPr>
          </a:p>
          <a:p>
            <a:pPr>
              <a:lnSpc>
                <a:spcPct val="150000"/>
              </a:lnSpc>
            </a:pPr>
            <a:endParaRPr lang="en-US" altLang="zh-CN" dirty="0"/>
          </a:p>
          <a:p>
            <a:pPr>
              <a:lnSpc>
                <a:spcPct val="150000"/>
              </a:lnSpc>
            </a:pPr>
            <a:endParaRPr lang="en-US" altLang="zh-CN" dirty="0"/>
          </a:p>
          <a:p>
            <a:pPr>
              <a:lnSpc>
                <a:spcPct val="150000"/>
              </a:lnSpc>
            </a:pPr>
            <a:endParaRPr lang="en-US" altLang="zh-CN" dirty="0"/>
          </a:p>
          <a:p>
            <a:pPr>
              <a:lnSpc>
                <a:spcPct val="150000"/>
              </a:lnSpc>
            </a:pPr>
            <a:endParaRPr lang="en-US" altLang="zh-CN" dirty="0"/>
          </a:p>
          <a:p>
            <a:pPr>
              <a:lnSpc>
                <a:spcPct val="150000"/>
              </a:lnSpc>
            </a:pPr>
            <a:endParaRPr lang="en-US" altLang="zh-CN" dirty="0"/>
          </a:p>
          <a:p>
            <a:pPr>
              <a:lnSpc>
                <a:spcPct val="150000"/>
              </a:lnSpc>
            </a:pPr>
            <a:r>
              <a:rPr lang="zh-CN" altLang="en-US" dirty="0"/>
              <a:t>提供：消息</a:t>
            </a:r>
            <a:r>
              <a:rPr lang="zh-CN" altLang="en-US" dirty="0">
                <a:highlight>
                  <a:srgbClr val="FFFF00"/>
                </a:highlight>
              </a:rPr>
              <a:t>鉴别与保密</a:t>
            </a:r>
            <a:r>
              <a:rPr lang="zh-CN" altLang="en-US" dirty="0"/>
              <a:t>，</a:t>
            </a:r>
            <a:r>
              <a:rPr lang="en-US" altLang="zh-CN" dirty="0">
                <a:sym typeface="+mn-ea"/>
              </a:rPr>
              <a:t>,(MAC</a:t>
            </a:r>
            <a:r>
              <a:rPr lang="zh-CN" altLang="en-US" dirty="0">
                <a:sym typeface="+mn-ea"/>
              </a:rPr>
              <a:t>对密文计算</a:t>
            </a:r>
            <a:r>
              <a:rPr lang="en-US" altLang="zh-CN" dirty="0">
                <a:sym typeface="+mn-ea"/>
              </a:rPr>
              <a:t>)</a:t>
            </a:r>
            <a:r>
              <a:rPr lang="zh-CN" altLang="en-US" dirty="0"/>
              <a:t>鉴别与密文连接</a:t>
            </a:r>
            <a:endParaRPr lang="en-US" altLang="zh-CN" dirty="0"/>
          </a:p>
          <a:p>
            <a:pPr lvl="1">
              <a:spcBef>
                <a:spcPct val="0"/>
              </a:spcBef>
              <a:buFontTx/>
              <a:buNone/>
            </a:pPr>
            <a:r>
              <a:rPr lang="en-US" altLang="zh-CN" sz="2000" dirty="0"/>
              <a:t>Provides authentication  -- Using  K1</a:t>
            </a:r>
            <a:endParaRPr lang="en-US" altLang="zh-CN" sz="2000" dirty="0"/>
          </a:p>
          <a:p>
            <a:pPr lvl="1">
              <a:spcBef>
                <a:spcPct val="0"/>
              </a:spcBef>
              <a:buFontTx/>
              <a:buNone/>
            </a:pPr>
            <a:r>
              <a:rPr lang="en-US" altLang="zh-CN" sz="2000" dirty="0"/>
              <a:t>Provides confidentiality -- Using  K2</a:t>
            </a:r>
            <a:endParaRPr lang="en-US" altLang="zh-CN" sz="2000" dirty="0"/>
          </a:p>
          <a:p>
            <a:pPr>
              <a:lnSpc>
                <a:spcPct val="150000"/>
              </a:lnSpc>
            </a:pPr>
            <a:endParaRPr lang="zh-CN" altLang="en-US" dirty="0"/>
          </a:p>
          <a:p>
            <a:pPr>
              <a:lnSpc>
                <a:spcPct val="150000"/>
              </a:lnSpc>
            </a:pPr>
            <a:endParaRPr lang="zh-CN" altLang="en-US" dirty="0"/>
          </a:p>
        </p:txBody>
      </p:sp>
      <p:sp>
        <p:nvSpPr>
          <p:cNvPr id="4" name="灯片编号占位符 3"/>
          <p:cNvSpPr>
            <a:spLocks noGrp="1"/>
          </p:cNvSpPr>
          <p:nvPr>
            <p:ph type="sldNum" sz="quarter" idx="12"/>
          </p:nvPr>
        </p:nvSpPr>
        <p:spPr/>
        <p:txBody>
          <a:bodyPr/>
          <a:lstStyle/>
          <a:p>
            <a:fld id="{8D4D1E41-7A09-AB4A-A4E1-09765ADA2698}" type="slidenum">
              <a:rPr kumimoji="1" lang="zh-CN" altLang="en-US" smtClean="0"/>
            </a:fld>
            <a:endParaRPr kumimoji="1" lang="zh-CN" altLang="en-US" dirty="0"/>
          </a:p>
        </p:txBody>
      </p:sp>
      <p:pic>
        <p:nvPicPr>
          <p:cNvPr id="7" name="Picture 3"/>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a:xfrm>
            <a:off x="1752600" y="2015837"/>
            <a:ext cx="8686800" cy="2603665"/>
          </a:xfrm>
          <a:prstGeom prst="rect">
            <a:avLst/>
          </a:prstGeom>
        </p:spPr>
      </p:pic>
      <p:sp>
        <p:nvSpPr>
          <p:cNvPr id="5" name="文本框 4"/>
          <p:cNvSpPr txBox="1"/>
          <p:nvPr/>
        </p:nvSpPr>
        <p:spPr>
          <a:xfrm>
            <a:off x="8176895" y="5005070"/>
            <a:ext cx="6477000" cy="398780"/>
          </a:xfrm>
          <a:prstGeom prst="rect">
            <a:avLst/>
          </a:prstGeom>
        </p:spPr>
        <p:txBody>
          <a:bodyPr wrap="square">
            <a:spAutoFit/>
          </a:bodyPr>
          <a:lstStyle/>
          <a:p>
            <a:r>
              <a:rPr lang="zh-CN" altLang="en-US" sz="2000" b="1">
                <a:solidFill>
                  <a:srgbClr val="C00000"/>
                </a:solidFill>
              </a:rPr>
              <a:t>先加密，后算</a:t>
            </a:r>
            <a:r>
              <a:rPr lang="en-US" altLang="zh-CN" sz="2000" b="1">
                <a:solidFill>
                  <a:srgbClr val="C00000"/>
                </a:solidFill>
              </a:rPr>
              <a:t> MAC</a:t>
            </a:r>
            <a:endParaRPr lang="en-US" altLang="zh-CN" sz="2000" b="1">
              <a:solidFill>
                <a:srgbClr val="C00000"/>
              </a:solidFill>
            </a:endParaRPr>
          </a:p>
        </p:txBody>
      </p:sp>
      <p:sp>
        <p:nvSpPr>
          <p:cNvPr id="6" name="文本框 5"/>
          <p:cNvSpPr txBox="1"/>
          <p:nvPr/>
        </p:nvSpPr>
        <p:spPr>
          <a:xfrm>
            <a:off x="7104380" y="1864360"/>
            <a:ext cx="6477000" cy="398780"/>
          </a:xfrm>
          <a:prstGeom prst="rect">
            <a:avLst/>
          </a:prstGeom>
        </p:spPr>
        <p:txBody>
          <a:bodyPr wrap="square">
            <a:spAutoFit/>
          </a:bodyPr>
          <a:lstStyle/>
          <a:p>
            <a:r>
              <a:rPr lang="zh-CN" altLang="en-US" sz="2000" b="1">
                <a:solidFill>
                  <a:srgbClr val="C00000"/>
                </a:solidFill>
              </a:rPr>
              <a:t>引入对称密钥</a:t>
            </a:r>
            <a:endParaRPr lang="zh-CN" altLang="en-US" sz="2000" b="1">
              <a:solidFill>
                <a:srgbClr val="C00000"/>
              </a:solidFill>
            </a:endParaRP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t>6.1.2 </a:t>
            </a:r>
            <a:r>
              <a:rPr kumimoji="1" lang="zh-CN" altLang="en-US" dirty="0">
                <a:solidFill>
                  <a:prstClr val="black"/>
                </a:solidFill>
              </a:rPr>
              <a:t>非</a:t>
            </a:r>
            <a:r>
              <a:rPr kumimoji="1" lang="zh-CN" altLang="zh-CN" dirty="0">
                <a:solidFill>
                  <a:prstClr val="black"/>
                </a:solidFill>
              </a:rPr>
              <a:t>加密的消息</a:t>
            </a:r>
            <a:r>
              <a:rPr kumimoji="1" lang="zh-CN" altLang="en-US" dirty="0">
                <a:solidFill>
                  <a:prstClr val="black"/>
                </a:solidFill>
              </a:rPr>
              <a:t>认证</a:t>
            </a:r>
            <a:endParaRPr lang="zh-CN" altLang="en-US" dirty="0"/>
          </a:p>
        </p:txBody>
      </p:sp>
      <p:sp>
        <p:nvSpPr>
          <p:cNvPr id="3" name="内容占位符 2"/>
          <p:cNvSpPr>
            <a:spLocks noGrp="1"/>
          </p:cNvSpPr>
          <p:nvPr>
            <p:ph idx="1"/>
          </p:nvPr>
        </p:nvSpPr>
        <p:spPr>
          <a:xfrm>
            <a:off x="838200" y="1368254"/>
            <a:ext cx="10515600" cy="4925668"/>
          </a:xfrm>
        </p:spPr>
        <p:txBody>
          <a:bodyPr>
            <a:normAutofit fontScale="92500" lnSpcReduction="10000"/>
          </a:bodyPr>
          <a:lstStyle/>
          <a:p>
            <a:pPr>
              <a:lnSpc>
                <a:spcPct val="150000"/>
              </a:lnSpc>
            </a:pPr>
            <a:r>
              <a:rPr lang="zh-CN" altLang="en-US" dirty="0">
                <a:solidFill>
                  <a:srgbClr val="C00000"/>
                </a:solidFill>
              </a:rPr>
              <a:t>散列函数</a:t>
            </a:r>
            <a:r>
              <a:rPr lang="en-US" altLang="zh-CN" dirty="0"/>
              <a:t>(</a:t>
            </a:r>
            <a:r>
              <a:rPr lang="en-US" altLang="zh-CN" dirty="0">
                <a:ea typeface="宋体" panose="02010600030101010101" pitchFamily="2" charset="-122"/>
              </a:rPr>
              <a:t>Hash Function)</a:t>
            </a:r>
            <a:r>
              <a:rPr lang="zh-CN" altLang="en-US" dirty="0">
                <a:ea typeface="宋体" panose="02010600030101010101" pitchFamily="2" charset="-122"/>
              </a:rPr>
              <a:t>：</a:t>
            </a:r>
            <a:r>
              <a:rPr lang="zh-CN" altLang="en-US" dirty="0"/>
              <a:t>输入为任意长度的消息</a:t>
            </a:r>
            <a:r>
              <a:rPr lang="en-US" altLang="zh-CN" dirty="0"/>
              <a:t>M; </a:t>
            </a:r>
            <a:r>
              <a:rPr lang="zh-CN" altLang="en-US" dirty="0"/>
              <a:t>输出为一个固定长度的散列值，称为</a:t>
            </a:r>
            <a:r>
              <a:rPr lang="zh-CN" altLang="en-US" dirty="0">
                <a:solidFill>
                  <a:srgbClr val="C00000"/>
                </a:solidFill>
              </a:rPr>
              <a:t>消息摘要（</a:t>
            </a:r>
            <a:r>
              <a:rPr lang="en-US" altLang="zh-CN" dirty="0">
                <a:solidFill>
                  <a:srgbClr val="C00000"/>
                </a:solidFill>
              </a:rPr>
              <a:t>Message Digest</a:t>
            </a:r>
            <a:r>
              <a:rPr lang="zh-CN" altLang="en-US" dirty="0">
                <a:solidFill>
                  <a:srgbClr val="C00000"/>
                </a:solidFill>
              </a:rPr>
              <a:t>）</a:t>
            </a:r>
            <a:endParaRPr lang="en-US" altLang="zh-CN" dirty="0">
              <a:solidFill>
                <a:srgbClr val="C00000"/>
              </a:solidFill>
            </a:endParaRPr>
          </a:p>
          <a:p>
            <a:pPr>
              <a:lnSpc>
                <a:spcPct val="150000"/>
              </a:lnSpc>
            </a:pPr>
            <a:r>
              <a:rPr lang="zh-CN" altLang="en-US" dirty="0"/>
              <a:t>这个散列值是消息</a:t>
            </a:r>
            <a:r>
              <a:rPr lang="en-US" altLang="zh-CN" dirty="0"/>
              <a:t>M</a:t>
            </a:r>
            <a:r>
              <a:rPr lang="zh-CN" altLang="en-US" dirty="0"/>
              <a:t>的所有位的函数并提供错误检测能力：消息中的</a:t>
            </a:r>
            <a:r>
              <a:rPr lang="zh-CN" altLang="en-US" dirty="0">
                <a:highlight>
                  <a:srgbClr val="FFFF00"/>
                </a:highlight>
              </a:rPr>
              <a:t>任何一位或多位的变化都将导致该散列值的变化</a:t>
            </a:r>
            <a:r>
              <a:rPr lang="zh-CN" altLang="en-US" dirty="0"/>
              <a:t>。</a:t>
            </a:r>
            <a:endParaRPr lang="zh-CN" altLang="en-US" dirty="0"/>
          </a:p>
          <a:p>
            <a:pPr>
              <a:lnSpc>
                <a:spcPct val="150000"/>
              </a:lnSpc>
            </a:pPr>
            <a:r>
              <a:rPr lang="zh-CN" altLang="en-US" dirty="0"/>
              <a:t>又称为：哈希函数、数字指纹（</a:t>
            </a:r>
            <a:r>
              <a:rPr lang="en-US" altLang="zh-CN" dirty="0"/>
              <a:t>Digital finger print)</a:t>
            </a:r>
            <a:r>
              <a:rPr lang="zh-CN" altLang="en-US" dirty="0"/>
              <a:t>、压缩（</a:t>
            </a:r>
            <a:r>
              <a:rPr lang="en-US" altLang="zh-CN" dirty="0"/>
              <a:t>Compression)</a:t>
            </a:r>
            <a:r>
              <a:rPr lang="zh-CN" altLang="en-US" dirty="0"/>
              <a:t>函数、紧缩（</a:t>
            </a:r>
            <a:r>
              <a:rPr lang="en-US" altLang="zh-CN" dirty="0"/>
              <a:t>Contraction </a:t>
            </a:r>
            <a:r>
              <a:rPr lang="zh-CN" altLang="en-US" dirty="0"/>
              <a:t>）函数、数据鉴别码</a:t>
            </a:r>
            <a:r>
              <a:rPr lang="en-US" altLang="zh-CN" dirty="0"/>
              <a:t>DAC</a:t>
            </a:r>
            <a:r>
              <a:rPr lang="zh-CN" altLang="en-US" dirty="0"/>
              <a:t>（</a:t>
            </a:r>
            <a:r>
              <a:rPr lang="en-US" altLang="zh-CN" dirty="0"/>
              <a:t>Data authentication code</a:t>
            </a:r>
            <a:r>
              <a:rPr lang="zh-CN" altLang="en-US" dirty="0"/>
              <a:t>）、篡改检验码</a:t>
            </a:r>
            <a:r>
              <a:rPr lang="en-US" altLang="zh-CN" dirty="0"/>
              <a:t>MDC(Manipulation detection code)</a:t>
            </a:r>
            <a:endParaRPr lang="en-US" altLang="zh-CN" dirty="0"/>
          </a:p>
          <a:p>
            <a:pPr>
              <a:lnSpc>
                <a:spcPct val="150000"/>
              </a:lnSpc>
            </a:pPr>
            <a:endParaRPr lang="zh-CN" altLang="en-US" dirty="0"/>
          </a:p>
          <a:p>
            <a:pPr>
              <a:lnSpc>
                <a:spcPct val="150000"/>
              </a:lnSpc>
            </a:pPr>
            <a:endParaRPr lang="zh-CN" altLang="en-US" dirty="0"/>
          </a:p>
        </p:txBody>
      </p:sp>
      <p:sp>
        <p:nvSpPr>
          <p:cNvPr id="4" name="灯片编号占位符 3"/>
          <p:cNvSpPr>
            <a:spLocks noGrp="1"/>
          </p:cNvSpPr>
          <p:nvPr>
            <p:ph type="sldNum" sz="quarter" idx="12"/>
          </p:nvPr>
        </p:nvSpPr>
        <p:spPr/>
        <p:txBody>
          <a:bodyPr/>
          <a:lstStyle/>
          <a:p>
            <a:fld id="{8D4D1E41-7A09-AB4A-A4E1-09765ADA2698}" type="slidenum">
              <a:rPr kumimoji="1" lang="zh-CN" altLang="en-US" smtClean="0"/>
            </a:fld>
            <a:endParaRPr kumimoji="1" lang="zh-CN" altLang="en-US"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t>6.1.2 </a:t>
            </a:r>
            <a:r>
              <a:rPr kumimoji="1" lang="zh-CN" altLang="en-US" dirty="0">
                <a:solidFill>
                  <a:prstClr val="black"/>
                </a:solidFill>
              </a:rPr>
              <a:t>非</a:t>
            </a:r>
            <a:r>
              <a:rPr kumimoji="1" lang="zh-CN" altLang="zh-CN" dirty="0">
                <a:solidFill>
                  <a:prstClr val="black"/>
                </a:solidFill>
              </a:rPr>
              <a:t>加密的消息</a:t>
            </a:r>
            <a:r>
              <a:rPr kumimoji="1" lang="zh-CN" altLang="en-US" dirty="0">
                <a:solidFill>
                  <a:prstClr val="black"/>
                </a:solidFill>
              </a:rPr>
              <a:t>认证</a:t>
            </a:r>
            <a:endParaRPr lang="zh-CN" altLang="en-US" dirty="0"/>
          </a:p>
        </p:txBody>
      </p:sp>
      <p:sp>
        <p:nvSpPr>
          <p:cNvPr id="3" name="内容占位符 2"/>
          <p:cNvSpPr>
            <a:spLocks noGrp="1"/>
          </p:cNvSpPr>
          <p:nvPr>
            <p:ph idx="1"/>
          </p:nvPr>
        </p:nvSpPr>
        <p:spPr>
          <a:xfrm>
            <a:off x="838200" y="1368254"/>
            <a:ext cx="10515600" cy="4925668"/>
          </a:xfrm>
        </p:spPr>
        <p:txBody>
          <a:bodyPr>
            <a:normAutofit/>
          </a:bodyPr>
          <a:lstStyle/>
          <a:p>
            <a:pPr>
              <a:lnSpc>
                <a:spcPct val="150000"/>
              </a:lnSpc>
            </a:pPr>
            <a:r>
              <a:rPr lang="zh-CN" altLang="en-US" dirty="0"/>
              <a:t>散列函数的基本用法（</a:t>
            </a:r>
            <a:r>
              <a:rPr lang="en-US" altLang="zh-CN" dirty="0"/>
              <a:t>a</a:t>
            </a:r>
            <a:r>
              <a:rPr lang="zh-CN" altLang="en-US" dirty="0"/>
              <a:t>、</a:t>
            </a:r>
            <a:r>
              <a:rPr lang="en-US" altLang="zh-CN" dirty="0"/>
              <a:t>b)</a:t>
            </a:r>
            <a:endParaRPr lang="zh-CN" altLang="en-US" dirty="0"/>
          </a:p>
          <a:p>
            <a:pPr>
              <a:lnSpc>
                <a:spcPct val="150000"/>
              </a:lnSpc>
            </a:pPr>
            <a:endParaRPr lang="zh-CN" altLang="en-US" dirty="0"/>
          </a:p>
        </p:txBody>
      </p:sp>
      <p:sp>
        <p:nvSpPr>
          <p:cNvPr id="4" name="灯片编号占位符 3"/>
          <p:cNvSpPr>
            <a:spLocks noGrp="1"/>
          </p:cNvSpPr>
          <p:nvPr>
            <p:ph type="sldNum" sz="quarter" idx="12"/>
          </p:nvPr>
        </p:nvSpPr>
        <p:spPr/>
        <p:txBody>
          <a:bodyPr/>
          <a:lstStyle/>
          <a:p>
            <a:fld id="{8D4D1E41-7A09-AB4A-A4E1-09765ADA2698}" type="slidenum">
              <a:rPr kumimoji="1" lang="zh-CN" altLang="en-US" smtClean="0"/>
            </a:fld>
            <a:endParaRPr kumimoji="1" lang="zh-CN" altLang="en-US" dirty="0"/>
          </a:p>
        </p:txBody>
      </p:sp>
      <p:pic>
        <p:nvPicPr>
          <p:cNvPr id="5" name="Picture 3"/>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a:xfrm>
            <a:off x="1307508" y="1965040"/>
            <a:ext cx="7096847" cy="4452924"/>
          </a:xfrm>
          <a:prstGeom prst="rect">
            <a:avLst/>
          </a:prstGeom>
        </p:spPr>
      </p:pic>
      <p:sp>
        <p:nvSpPr>
          <p:cNvPr id="6" name="Text Box 5"/>
          <p:cNvSpPr txBox="1">
            <a:spLocks noChangeArrowheads="1"/>
          </p:cNvSpPr>
          <p:nvPr/>
        </p:nvSpPr>
        <p:spPr bwMode="ltGray">
          <a:xfrm>
            <a:off x="4032394" y="3840664"/>
            <a:ext cx="7037387" cy="7016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kumimoji="1" sz="3200" b="1">
                <a:solidFill>
                  <a:srgbClr val="000066"/>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b="1">
                <a:solidFill>
                  <a:srgbClr val="000066"/>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b="1">
                <a:solidFill>
                  <a:srgbClr val="000066"/>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b="1">
                <a:solidFill>
                  <a:srgbClr val="000066"/>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b="1">
                <a:solidFill>
                  <a:srgbClr val="000066"/>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b="1">
                <a:solidFill>
                  <a:srgbClr val="000066"/>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b="1">
                <a:solidFill>
                  <a:srgbClr val="000066"/>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b="1">
                <a:solidFill>
                  <a:srgbClr val="000066"/>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b="1">
                <a:solidFill>
                  <a:srgbClr val="000066"/>
                </a:solidFill>
                <a:latin typeface="Times New Roman" panose="02020603050405020304" pitchFamily="18" charset="0"/>
                <a:ea typeface="宋体" panose="02010600030101010101" pitchFamily="2" charset="-122"/>
              </a:defRPr>
            </a:lvl9pPr>
          </a:lstStyle>
          <a:p>
            <a:pPr>
              <a:spcBef>
                <a:spcPct val="0"/>
              </a:spcBef>
              <a:buFontTx/>
              <a:buNone/>
            </a:pPr>
            <a:r>
              <a:rPr lang="en-US" altLang="zh-CN" sz="2000" dirty="0"/>
              <a:t>Provides confidentiality -- only A and B share K</a:t>
            </a:r>
            <a:endParaRPr lang="en-US" altLang="zh-CN" sz="2000" dirty="0"/>
          </a:p>
          <a:p>
            <a:pPr>
              <a:spcBef>
                <a:spcPct val="0"/>
              </a:spcBef>
              <a:buFontTx/>
              <a:buNone/>
            </a:pPr>
            <a:r>
              <a:rPr lang="en-US" altLang="zh-CN" sz="2000" dirty="0"/>
              <a:t>Provides authentication  -- H(M) is cryptographically protected</a:t>
            </a:r>
            <a:endParaRPr lang="en-US" altLang="zh-CN" sz="2000" dirty="0"/>
          </a:p>
        </p:txBody>
      </p:sp>
      <p:sp>
        <p:nvSpPr>
          <p:cNvPr id="7" name="Rectangle 7"/>
          <p:cNvSpPr>
            <a:spLocks noChangeArrowheads="1"/>
          </p:cNvSpPr>
          <p:nvPr/>
        </p:nvSpPr>
        <p:spPr bwMode="auto">
          <a:xfrm>
            <a:off x="3953389" y="6021089"/>
            <a:ext cx="7099300"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kumimoji="1" sz="3200" b="1">
                <a:solidFill>
                  <a:srgbClr val="000066"/>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b="1">
                <a:solidFill>
                  <a:srgbClr val="000066"/>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b="1">
                <a:solidFill>
                  <a:srgbClr val="000066"/>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b="1">
                <a:solidFill>
                  <a:srgbClr val="000066"/>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b="1">
                <a:solidFill>
                  <a:srgbClr val="000066"/>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b="1">
                <a:solidFill>
                  <a:srgbClr val="000066"/>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b="1">
                <a:solidFill>
                  <a:srgbClr val="000066"/>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b="1">
                <a:solidFill>
                  <a:srgbClr val="000066"/>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b="1">
                <a:solidFill>
                  <a:srgbClr val="000066"/>
                </a:solidFill>
                <a:latin typeface="Times New Roman" panose="02020603050405020304" pitchFamily="18" charset="0"/>
                <a:ea typeface="宋体" panose="02010600030101010101" pitchFamily="2" charset="-122"/>
              </a:defRPr>
            </a:lvl9pPr>
          </a:lstStyle>
          <a:p>
            <a:pPr>
              <a:spcBef>
                <a:spcPct val="0"/>
              </a:spcBef>
              <a:buFontTx/>
              <a:buNone/>
            </a:pPr>
            <a:r>
              <a:rPr lang="en-US" altLang="zh-CN" sz="2000" dirty="0"/>
              <a:t>Provides authentication  -- H(M) is cryptographically protected</a:t>
            </a:r>
            <a:endParaRPr lang="en-US" altLang="zh-CN" sz="2000" dirty="0"/>
          </a:p>
        </p:txBody>
      </p:sp>
      <p:sp>
        <p:nvSpPr>
          <p:cNvPr id="9" name="文本框 8"/>
          <p:cNvSpPr txBox="1"/>
          <p:nvPr/>
        </p:nvSpPr>
        <p:spPr>
          <a:xfrm>
            <a:off x="125095" y="3601085"/>
            <a:ext cx="9462135" cy="706755"/>
          </a:xfrm>
          <a:prstGeom prst="rect">
            <a:avLst/>
          </a:prstGeom>
        </p:spPr>
        <p:txBody>
          <a:bodyPr wrap="square">
            <a:spAutoFit/>
          </a:bodyPr>
          <a:lstStyle/>
          <a:p>
            <a:r>
              <a:rPr lang="zh-CN" altLang="en-US" sz="2000" b="1">
                <a:solidFill>
                  <a:srgbClr val="C00000"/>
                </a:solidFill>
              </a:rPr>
              <a:t>通过哈希算法</a:t>
            </a:r>
            <a:r>
              <a:rPr lang="en-US" altLang="zh-CN" sz="2000" b="1">
                <a:solidFill>
                  <a:srgbClr val="C00000"/>
                </a:solidFill>
              </a:rPr>
              <a:t> H</a:t>
            </a:r>
            <a:r>
              <a:rPr lang="zh-CN" altLang="en-US" sz="2000" b="1">
                <a:solidFill>
                  <a:srgbClr val="C00000"/>
                </a:solidFill>
              </a:rPr>
              <a:t>，生成消息摘要</a:t>
            </a:r>
            <a:r>
              <a:rPr lang="en-US" altLang="zh-CN" sz="2000" b="1">
                <a:solidFill>
                  <a:srgbClr val="C00000"/>
                </a:solidFill>
              </a:rPr>
              <a:t> H(M)</a:t>
            </a:r>
            <a:endParaRPr lang="en-US" altLang="zh-CN" sz="2000" b="1">
              <a:solidFill>
                <a:srgbClr val="C00000"/>
              </a:solidFill>
            </a:endParaRPr>
          </a:p>
          <a:p>
            <a:endParaRPr lang="en-US" altLang="zh-CN" sz="2000" b="1">
              <a:solidFill>
                <a:srgbClr val="C00000"/>
              </a:solidFill>
            </a:endParaRPr>
          </a:p>
        </p:txBody>
      </p:sp>
      <p:sp>
        <p:nvSpPr>
          <p:cNvPr id="11" name="文本框 10"/>
          <p:cNvSpPr txBox="1"/>
          <p:nvPr/>
        </p:nvSpPr>
        <p:spPr>
          <a:xfrm>
            <a:off x="4448175" y="2172018"/>
            <a:ext cx="5080000" cy="337185"/>
          </a:xfrm>
          <a:prstGeom prst="rect">
            <a:avLst/>
          </a:prstGeom>
        </p:spPr>
        <p:txBody>
          <a:bodyPr>
            <a:spAutoFit/>
          </a:bodyPr>
          <a:lstStyle/>
          <a:p>
            <a:r>
              <a:rPr lang="zh-CN" altLang="en-US" sz="1600" b="1">
                <a:solidFill>
                  <a:srgbClr val="C00000"/>
                </a:solidFill>
              </a:rPr>
              <a:t>对称加密、解密</a:t>
            </a:r>
            <a:endParaRPr lang="en-US" altLang="zh-CN" sz="1600" b="1">
              <a:solidFill>
                <a:srgbClr val="C00000"/>
              </a:solidFill>
            </a:endParaRPr>
          </a:p>
        </p:txBody>
      </p:sp>
      <p:sp>
        <p:nvSpPr>
          <p:cNvPr id="12" name="文本框 11"/>
          <p:cNvSpPr txBox="1"/>
          <p:nvPr/>
        </p:nvSpPr>
        <p:spPr>
          <a:xfrm>
            <a:off x="8052435" y="2636203"/>
            <a:ext cx="5080000" cy="337185"/>
          </a:xfrm>
          <a:prstGeom prst="rect">
            <a:avLst/>
          </a:prstGeom>
        </p:spPr>
        <p:txBody>
          <a:bodyPr>
            <a:spAutoFit/>
          </a:bodyPr>
          <a:lstStyle/>
          <a:p>
            <a:r>
              <a:rPr lang="zh-CN" altLang="en-US" sz="1600" b="1">
                <a:solidFill>
                  <a:srgbClr val="C00000"/>
                </a:solidFill>
              </a:rPr>
              <a:t>重新计算哈希</a:t>
            </a:r>
            <a:r>
              <a:rPr lang="en-US" altLang="zh-CN" sz="1600" b="1">
                <a:solidFill>
                  <a:srgbClr val="C00000"/>
                </a:solidFill>
              </a:rPr>
              <a:t>+</a:t>
            </a:r>
            <a:r>
              <a:rPr lang="zh-CN" altLang="en-US" sz="1600" b="1">
                <a:solidFill>
                  <a:srgbClr val="C00000"/>
                </a:solidFill>
              </a:rPr>
              <a:t>比对</a:t>
            </a:r>
            <a:endParaRPr lang="zh-CN" altLang="en-US" sz="1600" b="1">
              <a:solidFill>
                <a:srgbClr val="C00000"/>
              </a:solidFill>
            </a:endParaRPr>
          </a:p>
        </p:txBody>
      </p:sp>
      <p:sp>
        <p:nvSpPr>
          <p:cNvPr id="13" name="文本框 12"/>
          <p:cNvSpPr txBox="1"/>
          <p:nvPr/>
        </p:nvSpPr>
        <p:spPr>
          <a:xfrm>
            <a:off x="3181350" y="6418263"/>
            <a:ext cx="5080000" cy="337185"/>
          </a:xfrm>
          <a:prstGeom prst="rect">
            <a:avLst/>
          </a:prstGeom>
        </p:spPr>
        <p:txBody>
          <a:bodyPr>
            <a:spAutoFit/>
          </a:bodyPr>
          <a:lstStyle/>
          <a:p>
            <a:r>
              <a:rPr lang="zh-CN" altLang="en-US" sz="1600" b="1">
                <a:solidFill>
                  <a:srgbClr val="C00000"/>
                </a:solidFill>
              </a:rPr>
              <a:t>只用对称密钥加密哈希的消息摘要</a:t>
            </a:r>
            <a:endParaRPr lang="zh-CN" altLang="en-US" sz="1600" b="1">
              <a:solidFill>
                <a:srgbClr val="C00000"/>
              </a:solidFill>
            </a:endParaRPr>
          </a:p>
        </p:txBody>
      </p:sp>
      <p:sp>
        <p:nvSpPr>
          <p:cNvPr id="14" name="文本框 13"/>
          <p:cNvSpPr txBox="1"/>
          <p:nvPr/>
        </p:nvSpPr>
        <p:spPr>
          <a:xfrm>
            <a:off x="6694805" y="6492558"/>
            <a:ext cx="5080000" cy="368300"/>
          </a:xfrm>
          <a:prstGeom prst="rect">
            <a:avLst/>
          </a:prstGeom>
        </p:spPr>
        <p:txBody>
          <a:bodyPr>
            <a:spAutoFit/>
          </a:bodyPr>
          <a:lstStyle/>
          <a:p>
            <a:r>
              <a:rPr lang="zh-CN" altLang="en-US" b="1">
                <a:solidFill>
                  <a:srgbClr val="C00000"/>
                </a:solidFill>
              </a:rPr>
              <a:t>不保密</a:t>
            </a:r>
            <a:endParaRPr lang="zh-CN" altLang="en-US" b="1">
              <a:solidFill>
                <a:srgbClr val="C00000"/>
              </a:solidFill>
            </a:endParaRP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t>6.1.2 </a:t>
            </a:r>
            <a:r>
              <a:rPr kumimoji="1" lang="zh-CN" altLang="en-US" dirty="0">
                <a:solidFill>
                  <a:prstClr val="black"/>
                </a:solidFill>
              </a:rPr>
              <a:t>非</a:t>
            </a:r>
            <a:r>
              <a:rPr kumimoji="1" lang="zh-CN" altLang="zh-CN" dirty="0">
                <a:solidFill>
                  <a:prstClr val="black"/>
                </a:solidFill>
              </a:rPr>
              <a:t>加密的消息</a:t>
            </a:r>
            <a:r>
              <a:rPr kumimoji="1" lang="zh-CN" altLang="en-US" dirty="0">
                <a:solidFill>
                  <a:prstClr val="black"/>
                </a:solidFill>
              </a:rPr>
              <a:t>认证</a:t>
            </a:r>
            <a:endParaRPr lang="zh-CN" altLang="en-US" dirty="0"/>
          </a:p>
        </p:txBody>
      </p:sp>
      <p:sp>
        <p:nvSpPr>
          <p:cNvPr id="3" name="内容占位符 2"/>
          <p:cNvSpPr>
            <a:spLocks noGrp="1"/>
          </p:cNvSpPr>
          <p:nvPr>
            <p:ph idx="1"/>
          </p:nvPr>
        </p:nvSpPr>
        <p:spPr>
          <a:xfrm>
            <a:off x="838200" y="1368254"/>
            <a:ext cx="10515600" cy="4925668"/>
          </a:xfrm>
        </p:spPr>
        <p:txBody>
          <a:bodyPr>
            <a:normAutofit/>
          </a:bodyPr>
          <a:lstStyle/>
          <a:p>
            <a:pPr>
              <a:lnSpc>
                <a:spcPct val="150000"/>
              </a:lnSpc>
            </a:pPr>
            <a:r>
              <a:rPr lang="zh-CN" altLang="en-US" dirty="0"/>
              <a:t>散列函数的基本用法（</a:t>
            </a:r>
            <a:r>
              <a:rPr lang="en-US" altLang="zh-CN" dirty="0"/>
              <a:t>c</a:t>
            </a:r>
            <a:r>
              <a:rPr lang="zh-CN" altLang="en-US" dirty="0"/>
              <a:t>）</a:t>
            </a:r>
            <a:endParaRPr lang="en-US" altLang="zh-CN" dirty="0"/>
          </a:p>
          <a:p>
            <a:pPr>
              <a:lnSpc>
                <a:spcPct val="150000"/>
              </a:lnSpc>
            </a:pPr>
            <a:endParaRPr lang="en-US" altLang="zh-CN" dirty="0"/>
          </a:p>
          <a:p>
            <a:pPr>
              <a:lnSpc>
                <a:spcPct val="150000"/>
              </a:lnSpc>
            </a:pPr>
            <a:endParaRPr lang="en-US" altLang="zh-CN" dirty="0"/>
          </a:p>
          <a:p>
            <a:pPr>
              <a:lnSpc>
                <a:spcPct val="150000"/>
              </a:lnSpc>
            </a:pPr>
            <a:endParaRPr lang="en-US" altLang="zh-CN" dirty="0"/>
          </a:p>
          <a:p>
            <a:pPr lvl="1">
              <a:spcBef>
                <a:spcPct val="0"/>
              </a:spcBef>
              <a:buFontTx/>
              <a:buNone/>
            </a:pPr>
            <a:endParaRPr lang="en-US" altLang="zh-CN" dirty="0"/>
          </a:p>
          <a:p>
            <a:pPr lvl="1">
              <a:spcBef>
                <a:spcPct val="0"/>
              </a:spcBef>
              <a:buFontTx/>
              <a:buNone/>
            </a:pPr>
            <a:r>
              <a:rPr lang="en-US" altLang="zh-CN" dirty="0"/>
              <a:t>Provides authentication and digital signature</a:t>
            </a:r>
            <a:endParaRPr lang="en-US" altLang="zh-CN" dirty="0"/>
          </a:p>
          <a:p>
            <a:pPr lvl="1">
              <a:spcBef>
                <a:spcPct val="0"/>
              </a:spcBef>
              <a:buFontTx/>
              <a:buNone/>
            </a:pPr>
            <a:r>
              <a:rPr lang="en-US" altLang="zh-CN" dirty="0"/>
              <a:t>        -- H(M) is cryptographically protected</a:t>
            </a:r>
            <a:endParaRPr lang="en-US" altLang="zh-CN" dirty="0"/>
          </a:p>
          <a:p>
            <a:pPr lvl="1">
              <a:spcBef>
                <a:spcPct val="0"/>
              </a:spcBef>
              <a:buFontTx/>
              <a:buNone/>
            </a:pPr>
            <a:r>
              <a:rPr lang="en-US" altLang="zh-CN" dirty="0"/>
              <a:t>        -- only A could create </a:t>
            </a:r>
            <a:r>
              <a:rPr lang="en-US" altLang="zh-CN" dirty="0" err="1"/>
              <a:t>E</a:t>
            </a:r>
            <a:r>
              <a:rPr lang="en-US" altLang="zh-CN" baseline="-25000" dirty="0" err="1"/>
              <a:t>KRa</a:t>
            </a:r>
            <a:r>
              <a:rPr lang="en-US" altLang="zh-CN" dirty="0"/>
              <a:t>[H(M)]</a:t>
            </a:r>
            <a:endParaRPr lang="en-US" altLang="zh-CN" dirty="0"/>
          </a:p>
          <a:p>
            <a:pPr>
              <a:lnSpc>
                <a:spcPct val="150000"/>
              </a:lnSpc>
            </a:pPr>
            <a:endParaRPr lang="zh-CN" altLang="en-US" dirty="0"/>
          </a:p>
          <a:p>
            <a:pPr>
              <a:lnSpc>
                <a:spcPct val="150000"/>
              </a:lnSpc>
            </a:pPr>
            <a:endParaRPr lang="zh-CN" altLang="en-US" dirty="0"/>
          </a:p>
        </p:txBody>
      </p:sp>
      <p:sp>
        <p:nvSpPr>
          <p:cNvPr id="4" name="灯片编号占位符 3"/>
          <p:cNvSpPr>
            <a:spLocks noGrp="1"/>
          </p:cNvSpPr>
          <p:nvPr>
            <p:ph type="sldNum" sz="quarter" idx="12"/>
          </p:nvPr>
        </p:nvSpPr>
        <p:spPr/>
        <p:txBody>
          <a:bodyPr/>
          <a:lstStyle/>
          <a:p>
            <a:fld id="{8D4D1E41-7A09-AB4A-A4E1-09765ADA2698}" type="slidenum">
              <a:rPr kumimoji="1" lang="zh-CN" altLang="en-US" smtClean="0"/>
            </a:fld>
            <a:endParaRPr kumimoji="1" lang="zh-CN" altLang="en-US" dirty="0"/>
          </a:p>
        </p:txBody>
      </p:sp>
      <p:pic>
        <p:nvPicPr>
          <p:cNvPr id="8" name="Picture 3"/>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a:xfrm>
            <a:off x="2209800" y="2100943"/>
            <a:ext cx="7772400" cy="2057400"/>
          </a:xfrm>
          <a:prstGeom prst="rect">
            <a:avLst/>
          </a:prstGeom>
        </p:spPr>
      </p:pic>
      <p:sp>
        <p:nvSpPr>
          <p:cNvPr id="11" name="文本框 10"/>
          <p:cNvSpPr txBox="1"/>
          <p:nvPr/>
        </p:nvSpPr>
        <p:spPr>
          <a:xfrm>
            <a:off x="5523230" y="1368108"/>
            <a:ext cx="5080000" cy="922020"/>
          </a:xfrm>
          <a:prstGeom prst="rect">
            <a:avLst/>
          </a:prstGeom>
        </p:spPr>
        <p:txBody>
          <a:bodyPr>
            <a:spAutoFit/>
          </a:bodyPr>
          <a:lstStyle/>
          <a:p>
            <a:r>
              <a:rPr lang="zh-CN" altLang="en-US" b="1">
                <a:solidFill>
                  <a:srgbClr val="C00000"/>
                </a:solidFill>
              </a:rPr>
              <a:t>非对称加密、解密消息摘要</a:t>
            </a:r>
            <a:endParaRPr lang="zh-CN" altLang="en-US" b="1">
              <a:solidFill>
                <a:srgbClr val="C00000"/>
              </a:solidFill>
            </a:endParaRPr>
          </a:p>
          <a:p>
            <a:r>
              <a:rPr lang="zh-CN" altLang="en-US" b="1">
                <a:solidFill>
                  <a:srgbClr val="C00000"/>
                </a:solidFill>
                <a:sym typeface="+mn-ea"/>
              </a:rPr>
              <a:t>有私钥</a:t>
            </a:r>
            <a:r>
              <a:rPr lang="en-US" altLang="zh-CN" b="1">
                <a:solidFill>
                  <a:srgbClr val="C00000"/>
                </a:solidFill>
                <a:sym typeface="+mn-ea"/>
              </a:rPr>
              <a:t>-&gt;</a:t>
            </a:r>
            <a:r>
              <a:rPr lang="zh-CN" altLang="en-US" b="1">
                <a:solidFill>
                  <a:srgbClr val="C00000"/>
                </a:solidFill>
                <a:sym typeface="+mn-ea"/>
              </a:rPr>
              <a:t>数字签名</a:t>
            </a:r>
            <a:endParaRPr lang="zh-CN" altLang="en-US" b="1">
              <a:solidFill>
                <a:srgbClr val="C00000"/>
              </a:solidFill>
            </a:endParaRPr>
          </a:p>
          <a:p>
            <a:endParaRPr lang="zh-CN" altLang="en-US" b="1">
              <a:solidFill>
                <a:srgbClr val="C00000"/>
              </a:solidFill>
            </a:endParaRPr>
          </a:p>
        </p:txBody>
      </p:sp>
      <p:sp>
        <p:nvSpPr>
          <p:cNvPr id="5" name="文本框 4"/>
          <p:cNvSpPr txBox="1"/>
          <p:nvPr/>
        </p:nvSpPr>
        <p:spPr>
          <a:xfrm>
            <a:off x="3102610" y="5925503"/>
            <a:ext cx="5080000" cy="368300"/>
          </a:xfrm>
          <a:prstGeom prst="rect">
            <a:avLst/>
          </a:prstGeom>
        </p:spPr>
        <p:txBody>
          <a:bodyPr>
            <a:spAutoFit/>
          </a:bodyPr>
          <a:lstStyle/>
          <a:p>
            <a:r>
              <a:rPr lang="zh-CN" altLang="en-US" b="1">
                <a:solidFill>
                  <a:srgbClr val="C00000"/>
                </a:solidFill>
              </a:rPr>
              <a:t>不保密</a:t>
            </a:r>
            <a:endParaRPr lang="zh-CN" altLang="en-US" b="1">
              <a:solidFill>
                <a:srgbClr val="C00000"/>
              </a:solidFill>
            </a:endParaRP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t>6.1.2 </a:t>
            </a:r>
            <a:r>
              <a:rPr kumimoji="1" lang="zh-CN" altLang="en-US" dirty="0">
                <a:solidFill>
                  <a:prstClr val="black"/>
                </a:solidFill>
              </a:rPr>
              <a:t>非</a:t>
            </a:r>
            <a:r>
              <a:rPr kumimoji="1" lang="zh-CN" altLang="zh-CN" dirty="0">
                <a:solidFill>
                  <a:prstClr val="black"/>
                </a:solidFill>
              </a:rPr>
              <a:t>加密的消息</a:t>
            </a:r>
            <a:r>
              <a:rPr kumimoji="1" lang="zh-CN" altLang="en-US" dirty="0">
                <a:solidFill>
                  <a:prstClr val="black"/>
                </a:solidFill>
              </a:rPr>
              <a:t>认证</a:t>
            </a:r>
            <a:endParaRPr lang="zh-CN" altLang="en-US" dirty="0"/>
          </a:p>
        </p:txBody>
      </p:sp>
      <p:sp>
        <p:nvSpPr>
          <p:cNvPr id="3" name="内容占位符 2"/>
          <p:cNvSpPr>
            <a:spLocks noGrp="1"/>
          </p:cNvSpPr>
          <p:nvPr>
            <p:ph idx="1"/>
          </p:nvPr>
        </p:nvSpPr>
        <p:spPr>
          <a:xfrm>
            <a:off x="838200" y="1368254"/>
            <a:ext cx="10515600" cy="4925668"/>
          </a:xfrm>
        </p:spPr>
        <p:txBody>
          <a:bodyPr>
            <a:normAutofit/>
          </a:bodyPr>
          <a:lstStyle/>
          <a:p>
            <a:pPr>
              <a:lnSpc>
                <a:spcPct val="150000"/>
              </a:lnSpc>
            </a:pPr>
            <a:r>
              <a:rPr lang="zh-CN" altLang="en-US" dirty="0"/>
              <a:t>散列函数的基本用法（</a:t>
            </a:r>
            <a:r>
              <a:rPr lang="en-US" altLang="zh-CN" dirty="0"/>
              <a:t>d</a:t>
            </a:r>
            <a:r>
              <a:rPr lang="zh-CN" altLang="en-US" dirty="0"/>
              <a:t>）</a:t>
            </a:r>
            <a:endParaRPr lang="en-US" altLang="zh-CN" dirty="0"/>
          </a:p>
          <a:p>
            <a:pPr>
              <a:lnSpc>
                <a:spcPct val="150000"/>
              </a:lnSpc>
            </a:pPr>
            <a:endParaRPr lang="en-US" altLang="zh-CN" dirty="0"/>
          </a:p>
          <a:p>
            <a:pPr>
              <a:lnSpc>
                <a:spcPct val="150000"/>
              </a:lnSpc>
            </a:pPr>
            <a:endParaRPr lang="en-US" altLang="zh-CN" dirty="0"/>
          </a:p>
          <a:p>
            <a:pPr>
              <a:lnSpc>
                <a:spcPct val="150000"/>
              </a:lnSpc>
            </a:pPr>
            <a:endParaRPr lang="en-US" altLang="zh-CN" dirty="0"/>
          </a:p>
          <a:p>
            <a:pPr lvl="1">
              <a:spcBef>
                <a:spcPct val="0"/>
              </a:spcBef>
              <a:buFontTx/>
              <a:buNone/>
            </a:pPr>
            <a:endParaRPr lang="en-US" altLang="zh-CN" dirty="0"/>
          </a:p>
          <a:p>
            <a:pPr>
              <a:spcBef>
                <a:spcPct val="0"/>
              </a:spcBef>
              <a:buFontTx/>
              <a:buNone/>
            </a:pPr>
            <a:r>
              <a:rPr lang="en-US" altLang="zh-CN" sz="2400" dirty="0"/>
              <a:t>	(d) A</a:t>
            </a:r>
            <a:r>
              <a:rPr lang="en-US" altLang="zh-CN" sz="2400" dirty="0">
                <a:sym typeface="Symbol" panose="05050102010706020507" pitchFamily="18" charset="2"/>
              </a:rPr>
              <a:t></a:t>
            </a:r>
            <a:r>
              <a:rPr lang="en-US" altLang="zh-CN" sz="2400" dirty="0"/>
              <a:t>B: E</a:t>
            </a:r>
            <a:r>
              <a:rPr lang="en-US" altLang="zh-CN" sz="2400" baseline="-25000" dirty="0"/>
              <a:t>K</a:t>
            </a:r>
            <a:r>
              <a:rPr lang="en-US" altLang="zh-CN" sz="2400" dirty="0"/>
              <a:t>[M||</a:t>
            </a:r>
            <a:r>
              <a:rPr lang="en-US" altLang="zh-CN" sz="2400" dirty="0" err="1"/>
              <a:t>E</a:t>
            </a:r>
            <a:r>
              <a:rPr lang="en-US" altLang="zh-CN" sz="2400" baseline="-25000" dirty="0" err="1"/>
              <a:t>KRa</a:t>
            </a:r>
            <a:r>
              <a:rPr lang="en-US" altLang="zh-CN" sz="2400" dirty="0"/>
              <a:t>[H(M)]]</a:t>
            </a:r>
            <a:endParaRPr lang="en-US" altLang="zh-CN" sz="2400" dirty="0"/>
          </a:p>
          <a:p>
            <a:pPr lvl="1">
              <a:spcBef>
                <a:spcPct val="0"/>
              </a:spcBef>
              <a:buFontTx/>
              <a:buNone/>
            </a:pPr>
            <a:r>
              <a:rPr lang="en-US" altLang="zh-CN" sz="2000" dirty="0"/>
              <a:t>	</a:t>
            </a:r>
            <a:r>
              <a:rPr lang="en-US" altLang="zh-CN" sz="2200" dirty="0"/>
              <a:t>Provides authentication and digital signature</a:t>
            </a:r>
            <a:endParaRPr lang="en-US" altLang="zh-CN" sz="2200" dirty="0"/>
          </a:p>
          <a:p>
            <a:pPr lvl="1">
              <a:spcBef>
                <a:spcPct val="0"/>
              </a:spcBef>
              <a:buFontTx/>
              <a:buNone/>
            </a:pPr>
            <a:r>
              <a:rPr lang="en-US" altLang="zh-CN" sz="2200" dirty="0"/>
              <a:t>	Provides confidentiality</a:t>
            </a:r>
            <a:endParaRPr lang="en-US" altLang="zh-CN" sz="2200" dirty="0"/>
          </a:p>
          <a:p>
            <a:pPr>
              <a:spcBef>
                <a:spcPct val="0"/>
              </a:spcBef>
              <a:buFontTx/>
              <a:buNone/>
            </a:pPr>
            <a:endParaRPr lang="en-US" altLang="zh-CN" sz="2400" dirty="0"/>
          </a:p>
          <a:p>
            <a:pPr>
              <a:lnSpc>
                <a:spcPct val="150000"/>
              </a:lnSpc>
            </a:pPr>
            <a:endParaRPr lang="zh-CN" altLang="en-US" dirty="0"/>
          </a:p>
          <a:p>
            <a:pPr>
              <a:lnSpc>
                <a:spcPct val="150000"/>
              </a:lnSpc>
            </a:pPr>
            <a:endParaRPr lang="zh-CN" altLang="en-US" dirty="0"/>
          </a:p>
        </p:txBody>
      </p:sp>
      <p:sp>
        <p:nvSpPr>
          <p:cNvPr id="4" name="灯片编号占位符 3"/>
          <p:cNvSpPr>
            <a:spLocks noGrp="1"/>
          </p:cNvSpPr>
          <p:nvPr>
            <p:ph type="sldNum" sz="quarter" idx="12"/>
          </p:nvPr>
        </p:nvSpPr>
        <p:spPr/>
        <p:txBody>
          <a:bodyPr/>
          <a:lstStyle/>
          <a:p>
            <a:fld id="{8D4D1E41-7A09-AB4A-A4E1-09765ADA2698}" type="slidenum">
              <a:rPr kumimoji="1" lang="zh-CN" altLang="en-US" smtClean="0"/>
            </a:fld>
            <a:endParaRPr kumimoji="1" lang="zh-CN" altLang="en-US" dirty="0"/>
          </a:p>
        </p:txBody>
      </p:sp>
      <p:pic>
        <p:nvPicPr>
          <p:cNvPr id="6" name="Picture 4"/>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1790700" y="2058390"/>
            <a:ext cx="8610600" cy="22764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1" name="文本框 10"/>
          <p:cNvSpPr txBox="1"/>
          <p:nvPr/>
        </p:nvSpPr>
        <p:spPr>
          <a:xfrm>
            <a:off x="5321300" y="4296728"/>
            <a:ext cx="5080000" cy="645160"/>
          </a:xfrm>
          <a:prstGeom prst="rect">
            <a:avLst/>
          </a:prstGeom>
        </p:spPr>
        <p:txBody>
          <a:bodyPr>
            <a:spAutoFit/>
          </a:bodyPr>
          <a:lstStyle/>
          <a:p>
            <a:r>
              <a:rPr lang="zh-CN" altLang="en-US" b="1">
                <a:solidFill>
                  <a:srgbClr val="C00000"/>
                </a:solidFill>
              </a:rPr>
              <a:t>非对称加密消息摘要、对称加密整体</a:t>
            </a:r>
            <a:endParaRPr lang="zh-CN" altLang="en-US" b="1">
              <a:solidFill>
                <a:srgbClr val="C00000"/>
              </a:solidFill>
            </a:endParaRPr>
          </a:p>
          <a:p>
            <a:r>
              <a:rPr lang="zh-CN" altLang="en-US" b="1">
                <a:solidFill>
                  <a:srgbClr val="C00000"/>
                </a:solidFill>
              </a:rPr>
              <a:t>有私钥</a:t>
            </a:r>
            <a:r>
              <a:rPr lang="en-US" altLang="zh-CN" b="1">
                <a:solidFill>
                  <a:srgbClr val="C00000"/>
                </a:solidFill>
              </a:rPr>
              <a:t>-&gt;</a:t>
            </a:r>
            <a:r>
              <a:rPr lang="zh-CN" altLang="en-US" b="1">
                <a:solidFill>
                  <a:srgbClr val="C00000"/>
                </a:solidFill>
              </a:rPr>
              <a:t>数字签名</a:t>
            </a:r>
            <a:endParaRPr lang="zh-CN" altLang="en-US" b="1">
              <a:solidFill>
                <a:srgbClr val="C00000"/>
              </a:solidFill>
            </a:endParaRP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 name="Picture 3"/>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a:xfrm>
            <a:off x="1307508" y="2079388"/>
            <a:ext cx="8077200" cy="4338576"/>
          </a:xfrm>
          <a:prstGeom prst="rect">
            <a:avLst/>
          </a:prstGeom>
        </p:spPr>
      </p:pic>
      <p:sp>
        <p:nvSpPr>
          <p:cNvPr id="2" name="标题 1"/>
          <p:cNvSpPr>
            <a:spLocks noGrp="1"/>
          </p:cNvSpPr>
          <p:nvPr>
            <p:ph type="title"/>
          </p:nvPr>
        </p:nvSpPr>
        <p:spPr/>
        <p:txBody>
          <a:bodyPr/>
          <a:lstStyle/>
          <a:p>
            <a:r>
              <a:rPr lang="en-US" altLang="zh-CN" dirty="0"/>
              <a:t>6.1.2 </a:t>
            </a:r>
            <a:r>
              <a:rPr kumimoji="1" lang="zh-CN" altLang="en-US" dirty="0">
                <a:solidFill>
                  <a:prstClr val="black"/>
                </a:solidFill>
              </a:rPr>
              <a:t>非</a:t>
            </a:r>
            <a:r>
              <a:rPr kumimoji="1" lang="zh-CN" altLang="zh-CN" dirty="0">
                <a:solidFill>
                  <a:prstClr val="black"/>
                </a:solidFill>
              </a:rPr>
              <a:t>加密的消息</a:t>
            </a:r>
            <a:r>
              <a:rPr kumimoji="1" lang="zh-CN" altLang="en-US" dirty="0">
                <a:solidFill>
                  <a:prstClr val="black"/>
                </a:solidFill>
              </a:rPr>
              <a:t>认证</a:t>
            </a:r>
            <a:endParaRPr lang="zh-CN" altLang="en-US" dirty="0"/>
          </a:p>
        </p:txBody>
      </p:sp>
      <p:sp>
        <p:nvSpPr>
          <p:cNvPr id="3" name="内容占位符 2"/>
          <p:cNvSpPr>
            <a:spLocks noGrp="1"/>
          </p:cNvSpPr>
          <p:nvPr>
            <p:ph idx="1"/>
          </p:nvPr>
        </p:nvSpPr>
        <p:spPr>
          <a:xfrm>
            <a:off x="838200" y="1368254"/>
            <a:ext cx="10515600" cy="4925668"/>
          </a:xfrm>
        </p:spPr>
        <p:txBody>
          <a:bodyPr>
            <a:normAutofit/>
          </a:bodyPr>
          <a:lstStyle/>
          <a:p>
            <a:pPr>
              <a:lnSpc>
                <a:spcPct val="150000"/>
              </a:lnSpc>
            </a:pPr>
            <a:r>
              <a:rPr lang="zh-CN" altLang="en-US" dirty="0"/>
              <a:t>散列函数的基本用法（</a:t>
            </a:r>
            <a:r>
              <a:rPr lang="en-US" altLang="zh-CN" dirty="0"/>
              <a:t>e</a:t>
            </a:r>
            <a:r>
              <a:rPr lang="zh-CN" altLang="en-US" dirty="0"/>
              <a:t>、</a:t>
            </a:r>
            <a:r>
              <a:rPr lang="en-US" altLang="zh-CN" dirty="0"/>
              <a:t>f)</a:t>
            </a:r>
            <a:endParaRPr lang="zh-CN" altLang="en-US" dirty="0"/>
          </a:p>
          <a:p>
            <a:pPr>
              <a:lnSpc>
                <a:spcPct val="150000"/>
              </a:lnSpc>
            </a:pPr>
            <a:endParaRPr lang="zh-CN" altLang="en-US" dirty="0"/>
          </a:p>
        </p:txBody>
      </p:sp>
      <p:sp>
        <p:nvSpPr>
          <p:cNvPr id="4" name="灯片编号占位符 3"/>
          <p:cNvSpPr>
            <a:spLocks noGrp="1"/>
          </p:cNvSpPr>
          <p:nvPr>
            <p:ph type="sldNum" sz="quarter" idx="12"/>
          </p:nvPr>
        </p:nvSpPr>
        <p:spPr/>
        <p:txBody>
          <a:bodyPr/>
          <a:lstStyle/>
          <a:p>
            <a:fld id="{8D4D1E41-7A09-AB4A-A4E1-09765ADA2698}" type="slidenum">
              <a:rPr kumimoji="1" lang="zh-CN" altLang="en-US" smtClean="0"/>
            </a:fld>
            <a:endParaRPr kumimoji="1" lang="zh-CN" altLang="en-US" dirty="0"/>
          </a:p>
        </p:txBody>
      </p:sp>
      <p:sp>
        <p:nvSpPr>
          <p:cNvPr id="6" name="Text Box 5"/>
          <p:cNvSpPr txBox="1">
            <a:spLocks noChangeArrowheads="1"/>
          </p:cNvSpPr>
          <p:nvPr/>
        </p:nvSpPr>
        <p:spPr bwMode="ltGray">
          <a:xfrm>
            <a:off x="4032394" y="3840664"/>
            <a:ext cx="5344027"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kumimoji="1" sz="3200" b="1">
                <a:solidFill>
                  <a:srgbClr val="000066"/>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b="1">
                <a:solidFill>
                  <a:srgbClr val="000066"/>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b="1">
                <a:solidFill>
                  <a:srgbClr val="000066"/>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b="1">
                <a:solidFill>
                  <a:srgbClr val="000066"/>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b="1">
                <a:solidFill>
                  <a:srgbClr val="000066"/>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b="1">
                <a:solidFill>
                  <a:srgbClr val="000066"/>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b="1">
                <a:solidFill>
                  <a:srgbClr val="000066"/>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b="1">
                <a:solidFill>
                  <a:srgbClr val="000066"/>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b="1">
                <a:solidFill>
                  <a:srgbClr val="000066"/>
                </a:solidFill>
                <a:latin typeface="Times New Roman" panose="02020603050405020304" pitchFamily="18" charset="0"/>
                <a:ea typeface="宋体" panose="02010600030101010101" pitchFamily="2" charset="-122"/>
              </a:defRPr>
            </a:lvl9pPr>
          </a:lstStyle>
          <a:p>
            <a:pPr>
              <a:spcBef>
                <a:spcPct val="0"/>
              </a:spcBef>
              <a:buFontTx/>
              <a:buNone/>
            </a:pPr>
            <a:r>
              <a:rPr lang="en-US" altLang="zh-CN" sz="2000" dirty="0"/>
              <a:t>Provides authentication -- only A and B share S</a:t>
            </a:r>
            <a:endParaRPr lang="en-US" altLang="zh-CN" sz="2000" dirty="0"/>
          </a:p>
        </p:txBody>
      </p:sp>
      <p:sp>
        <p:nvSpPr>
          <p:cNvPr id="7" name="Rectangle 7"/>
          <p:cNvSpPr>
            <a:spLocks noChangeArrowheads="1"/>
          </p:cNvSpPr>
          <p:nvPr/>
        </p:nvSpPr>
        <p:spPr bwMode="auto">
          <a:xfrm>
            <a:off x="3953389" y="6021089"/>
            <a:ext cx="7099300" cy="73866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kumimoji="1" sz="3200" b="1">
                <a:solidFill>
                  <a:srgbClr val="000066"/>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b="1">
                <a:solidFill>
                  <a:srgbClr val="000066"/>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b="1">
                <a:solidFill>
                  <a:srgbClr val="000066"/>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b="1">
                <a:solidFill>
                  <a:srgbClr val="000066"/>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b="1">
                <a:solidFill>
                  <a:srgbClr val="000066"/>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b="1">
                <a:solidFill>
                  <a:srgbClr val="000066"/>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b="1">
                <a:solidFill>
                  <a:srgbClr val="000066"/>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b="1">
                <a:solidFill>
                  <a:srgbClr val="000066"/>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b="1">
                <a:solidFill>
                  <a:srgbClr val="000066"/>
                </a:solidFill>
                <a:latin typeface="Times New Roman" panose="02020603050405020304" pitchFamily="18" charset="0"/>
                <a:ea typeface="宋体" panose="02010600030101010101" pitchFamily="2" charset="-122"/>
              </a:defRPr>
            </a:lvl9pPr>
          </a:lstStyle>
          <a:p>
            <a:pPr>
              <a:spcBef>
                <a:spcPct val="10000"/>
              </a:spcBef>
              <a:buFontTx/>
              <a:buNone/>
            </a:pPr>
            <a:r>
              <a:rPr lang="en-US" altLang="zh-CN" sz="2000" dirty="0"/>
              <a:t>Provides authentication -- only A and B share S</a:t>
            </a:r>
            <a:endParaRPr lang="en-US" altLang="zh-CN" sz="2000" dirty="0"/>
          </a:p>
          <a:p>
            <a:pPr>
              <a:spcBef>
                <a:spcPct val="10000"/>
              </a:spcBef>
              <a:buFontTx/>
              <a:buNone/>
            </a:pPr>
            <a:r>
              <a:rPr lang="en-US" altLang="zh-CN" sz="2000" dirty="0"/>
              <a:t>Provides confidentiality -- only A and B share K</a:t>
            </a:r>
            <a:endParaRPr lang="en-US" altLang="zh-CN" sz="2000" dirty="0"/>
          </a:p>
        </p:txBody>
      </p:sp>
      <p:sp>
        <p:nvSpPr>
          <p:cNvPr id="5" name="文本框 4"/>
          <p:cNvSpPr txBox="1"/>
          <p:nvPr/>
        </p:nvSpPr>
        <p:spPr>
          <a:xfrm>
            <a:off x="6059805" y="1462405"/>
            <a:ext cx="5896610" cy="398780"/>
          </a:xfrm>
          <a:prstGeom prst="rect">
            <a:avLst/>
          </a:prstGeom>
        </p:spPr>
        <p:txBody>
          <a:bodyPr wrap="square">
            <a:spAutoFit/>
          </a:bodyPr>
          <a:lstStyle/>
          <a:p>
            <a:r>
              <a:rPr lang="zh-CN" altLang="en-US" sz="2000">
                <a:highlight>
                  <a:srgbClr val="FFFF00"/>
                </a:highlight>
              </a:rPr>
              <a:t>共享秘密值 </a:t>
            </a:r>
            <a:r>
              <a:rPr lang="en-US" altLang="zh-CN" sz="2000">
                <a:highlight>
                  <a:srgbClr val="FFFF00"/>
                </a:highlight>
                <a:latin typeface="Google Sans Text"/>
                <a:ea typeface="Google Sans Text"/>
              </a:rPr>
              <a:t>S</a:t>
            </a:r>
            <a:endParaRPr lang="en-US" altLang="zh-CN" sz="2000">
              <a:highlight>
                <a:srgbClr val="FFFF00"/>
              </a:highlight>
              <a:latin typeface="Google Sans Text"/>
              <a:ea typeface="Google Sans Text"/>
            </a:endParaRPr>
          </a:p>
        </p:txBody>
      </p:sp>
      <p:sp>
        <p:nvSpPr>
          <p:cNvPr id="11" name="文本框 10"/>
          <p:cNvSpPr txBox="1"/>
          <p:nvPr/>
        </p:nvSpPr>
        <p:spPr>
          <a:xfrm>
            <a:off x="5778500" y="3175318"/>
            <a:ext cx="5080000" cy="368300"/>
          </a:xfrm>
          <a:prstGeom prst="rect">
            <a:avLst/>
          </a:prstGeom>
        </p:spPr>
        <p:txBody>
          <a:bodyPr>
            <a:spAutoFit/>
          </a:bodyPr>
          <a:lstStyle/>
          <a:p>
            <a:r>
              <a:rPr lang="en-US" altLang="zh-CN" b="1">
                <a:solidFill>
                  <a:srgbClr val="C00000"/>
                </a:solidFill>
              </a:rPr>
              <a:t>M</a:t>
            </a:r>
            <a:r>
              <a:rPr lang="zh-CN" altLang="en-US" b="1">
                <a:solidFill>
                  <a:srgbClr val="C00000"/>
                </a:solidFill>
              </a:rPr>
              <a:t>和</a:t>
            </a:r>
            <a:r>
              <a:rPr lang="en-US" altLang="zh-CN" b="1">
                <a:solidFill>
                  <a:srgbClr val="C00000"/>
                </a:solidFill>
              </a:rPr>
              <a:t>S</a:t>
            </a:r>
            <a:r>
              <a:rPr lang="zh-CN" altLang="en-US" b="1">
                <a:solidFill>
                  <a:srgbClr val="C00000"/>
                </a:solidFill>
              </a:rPr>
              <a:t>一起输入给</a:t>
            </a:r>
            <a:r>
              <a:rPr lang="en-US" altLang="zh-CN" b="1">
                <a:solidFill>
                  <a:srgbClr val="C00000"/>
                </a:solidFill>
              </a:rPr>
              <a:t>H</a:t>
            </a:r>
            <a:r>
              <a:rPr lang="zh-CN" altLang="en-US" b="1">
                <a:solidFill>
                  <a:srgbClr val="C00000"/>
                </a:solidFill>
              </a:rPr>
              <a:t>生成消息摘要</a:t>
            </a:r>
            <a:r>
              <a:rPr lang="en-US" altLang="zh-CN" b="1">
                <a:solidFill>
                  <a:srgbClr val="C00000"/>
                </a:solidFill>
              </a:rPr>
              <a:t> </a:t>
            </a:r>
            <a:r>
              <a:rPr lang="zh-CN" altLang="en-US" b="1">
                <a:solidFill>
                  <a:srgbClr val="C00000"/>
                </a:solidFill>
              </a:rPr>
              <a:t>不保密</a:t>
            </a:r>
            <a:endParaRPr lang="zh-CN" altLang="en-US" b="1">
              <a:solidFill>
                <a:srgbClr val="C00000"/>
              </a:solidFill>
            </a:endParaRPr>
          </a:p>
        </p:txBody>
      </p:sp>
      <p:sp>
        <p:nvSpPr>
          <p:cNvPr id="9" name="文本框 8"/>
          <p:cNvSpPr txBox="1"/>
          <p:nvPr/>
        </p:nvSpPr>
        <p:spPr>
          <a:xfrm>
            <a:off x="7026910" y="5566093"/>
            <a:ext cx="5080000" cy="368300"/>
          </a:xfrm>
          <a:prstGeom prst="rect">
            <a:avLst/>
          </a:prstGeom>
        </p:spPr>
        <p:txBody>
          <a:bodyPr>
            <a:spAutoFit/>
          </a:bodyPr>
          <a:lstStyle/>
          <a:p>
            <a:r>
              <a:rPr lang="zh-CN" b="1">
                <a:solidFill>
                  <a:srgbClr val="C00000"/>
                </a:solidFill>
              </a:rPr>
              <a:t>加一步对称密钥加密</a:t>
            </a:r>
            <a:endParaRPr lang="zh-CN" b="1">
              <a:solidFill>
                <a:srgbClr val="C00000"/>
              </a:solidFill>
            </a:endParaRP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t>6.1.2 </a:t>
            </a:r>
            <a:r>
              <a:rPr kumimoji="1" lang="zh-CN" altLang="en-US" dirty="0">
                <a:solidFill>
                  <a:prstClr val="black"/>
                </a:solidFill>
              </a:rPr>
              <a:t>非</a:t>
            </a:r>
            <a:r>
              <a:rPr kumimoji="1" lang="zh-CN" altLang="zh-CN" dirty="0">
                <a:solidFill>
                  <a:prstClr val="black"/>
                </a:solidFill>
              </a:rPr>
              <a:t>加密的消息</a:t>
            </a:r>
            <a:r>
              <a:rPr kumimoji="1" lang="zh-CN" altLang="en-US" dirty="0">
                <a:solidFill>
                  <a:prstClr val="black"/>
                </a:solidFill>
              </a:rPr>
              <a:t>认证</a:t>
            </a:r>
            <a:endParaRPr lang="zh-CN" altLang="en-US" dirty="0"/>
          </a:p>
        </p:txBody>
      </p:sp>
      <p:sp>
        <p:nvSpPr>
          <p:cNvPr id="3" name="内容占位符 2"/>
          <p:cNvSpPr>
            <a:spLocks noGrp="1"/>
          </p:cNvSpPr>
          <p:nvPr>
            <p:ph idx="1"/>
          </p:nvPr>
        </p:nvSpPr>
        <p:spPr>
          <a:xfrm>
            <a:off x="838200" y="1368254"/>
            <a:ext cx="10515600" cy="4925668"/>
          </a:xfrm>
        </p:spPr>
        <p:txBody>
          <a:bodyPr>
            <a:normAutofit/>
          </a:bodyPr>
          <a:lstStyle/>
          <a:p>
            <a:pPr>
              <a:lnSpc>
                <a:spcPct val="150000"/>
              </a:lnSpc>
            </a:pPr>
            <a:r>
              <a:rPr lang="zh-CN" altLang="en-US" dirty="0"/>
              <a:t>方法</a:t>
            </a:r>
            <a:r>
              <a:rPr lang="en-US" altLang="zh-CN" dirty="0"/>
              <a:t>e</a:t>
            </a:r>
            <a:r>
              <a:rPr lang="zh-CN" altLang="en-US" dirty="0"/>
              <a:t>的优点</a:t>
            </a:r>
            <a:r>
              <a:rPr lang="en-US" altLang="zh-CN" dirty="0"/>
              <a:t>:</a:t>
            </a:r>
            <a:r>
              <a:rPr lang="zh-CN" altLang="en-US" dirty="0">
                <a:highlight>
                  <a:srgbClr val="FFFF00"/>
                </a:highlight>
              </a:rPr>
              <a:t>看后面的性质理解</a:t>
            </a:r>
            <a:endParaRPr lang="en-US" altLang="zh-CN" dirty="0"/>
          </a:p>
          <a:p>
            <a:pPr lvl="1">
              <a:lnSpc>
                <a:spcPct val="150000"/>
              </a:lnSpc>
            </a:pPr>
            <a:r>
              <a:rPr lang="zh-CN" altLang="en-US" dirty="0"/>
              <a:t>加密软件很慢</a:t>
            </a:r>
            <a:r>
              <a:rPr lang="en-US" altLang="zh-CN" dirty="0"/>
              <a:t>    </a:t>
            </a:r>
            <a:endParaRPr lang="zh-CN" altLang="en-US" dirty="0"/>
          </a:p>
          <a:p>
            <a:pPr lvl="1">
              <a:lnSpc>
                <a:spcPct val="150000"/>
              </a:lnSpc>
            </a:pPr>
            <a:r>
              <a:rPr lang="zh-CN" altLang="en-US" dirty="0"/>
              <a:t>加密硬件的开销很大</a:t>
            </a:r>
            <a:endParaRPr lang="zh-CN" altLang="en-US" dirty="0"/>
          </a:p>
          <a:p>
            <a:pPr lvl="1">
              <a:lnSpc>
                <a:spcPct val="150000"/>
              </a:lnSpc>
            </a:pPr>
            <a:r>
              <a:rPr lang="zh-CN" altLang="en-US" dirty="0"/>
              <a:t>加密是对大长度数据进行优化的</a:t>
            </a:r>
            <a:endParaRPr lang="zh-CN" altLang="en-US" dirty="0"/>
          </a:p>
          <a:p>
            <a:pPr lvl="1">
              <a:lnSpc>
                <a:spcPct val="150000"/>
              </a:lnSpc>
            </a:pPr>
            <a:r>
              <a:rPr lang="zh-CN" altLang="en-US" dirty="0"/>
              <a:t>加密算法可能受专利保护</a:t>
            </a:r>
            <a:endParaRPr lang="zh-CN" altLang="en-US" dirty="0"/>
          </a:p>
          <a:p>
            <a:pPr lvl="1">
              <a:lnSpc>
                <a:spcPct val="150000"/>
              </a:lnSpc>
            </a:pPr>
            <a:r>
              <a:rPr lang="zh-CN" altLang="en-US" dirty="0"/>
              <a:t>加密算法可能受出口的限制</a:t>
            </a:r>
            <a:endParaRPr lang="en-US" altLang="zh-CN" dirty="0"/>
          </a:p>
          <a:p>
            <a:pPr>
              <a:lnSpc>
                <a:spcPct val="150000"/>
              </a:lnSpc>
            </a:pPr>
            <a:endParaRPr lang="zh-CN" altLang="en-US" dirty="0"/>
          </a:p>
        </p:txBody>
      </p:sp>
      <p:sp>
        <p:nvSpPr>
          <p:cNvPr id="4" name="灯片编号占位符 3"/>
          <p:cNvSpPr>
            <a:spLocks noGrp="1"/>
          </p:cNvSpPr>
          <p:nvPr>
            <p:ph type="sldNum" sz="quarter" idx="12"/>
          </p:nvPr>
        </p:nvSpPr>
        <p:spPr/>
        <p:txBody>
          <a:bodyPr/>
          <a:lstStyle/>
          <a:p>
            <a:fld id="{8D4D1E41-7A09-AB4A-A4E1-09765ADA2698}" type="slidenum">
              <a:rPr kumimoji="1" lang="zh-CN" altLang="en-US" smtClean="0"/>
            </a:fld>
            <a:endParaRPr kumimoji="1" lang="zh-CN" altLang="en-US" dirty="0"/>
          </a:p>
        </p:txBody>
      </p:sp>
      <p:sp>
        <p:nvSpPr>
          <p:cNvPr id="5" name="文本框 4"/>
          <p:cNvSpPr txBox="1"/>
          <p:nvPr/>
        </p:nvSpPr>
        <p:spPr>
          <a:xfrm>
            <a:off x="4089400" y="2161540"/>
            <a:ext cx="6096000" cy="553085"/>
          </a:xfrm>
          <a:prstGeom prst="rect">
            <a:avLst/>
          </a:prstGeom>
          <a:noFill/>
        </p:spPr>
        <p:txBody>
          <a:bodyPr wrap="square" rtlCol="0" anchor="t">
            <a:spAutoFit/>
          </a:bodyPr>
          <a:lstStyle/>
          <a:p>
            <a:pPr lvl="1">
              <a:lnSpc>
                <a:spcPct val="150000"/>
              </a:lnSpc>
            </a:pPr>
            <a:r>
              <a:rPr lang="en-US" altLang="zh-CN" sz="2000" dirty="0">
                <a:highlight>
                  <a:srgbClr val="FFFF00"/>
                </a:highlight>
                <a:sym typeface="+mn-ea"/>
              </a:rPr>
              <a:t> </a:t>
            </a:r>
            <a:r>
              <a:rPr lang="zh-CN" altLang="en-US" sz="2000" dirty="0">
                <a:highlight>
                  <a:srgbClr val="FFFF00"/>
                </a:highlight>
                <a:sym typeface="+mn-ea"/>
              </a:rPr>
              <a:t>（哈希算的简单）</a:t>
            </a:r>
            <a:endParaRPr lang="zh-CN" altLang="en-US" sz="2000" dirty="0">
              <a:highlight>
                <a:srgbClr val="FFFF00"/>
              </a:highlight>
              <a:sym typeface="+mn-ea"/>
            </a:endParaRPr>
          </a:p>
        </p:txBody>
      </p:sp>
      <p:sp>
        <p:nvSpPr>
          <p:cNvPr id="7" name="文本框 6"/>
          <p:cNvSpPr txBox="1"/>
          <p:nvPr/>
        </p:nvSpPr>
        <p:spPr>
          <a:xfrm>
            <a:off x="5779135" y="3429000"/>
            <a:ext cx="6096000" cy="553085"/>
          </a:xfrm>
          <a:prstGeom prst="rect">
            <a:avLst/>
          </a:prstGeom>
          <a:noFill/>
        </p:spPr>
        <p:txBody>
          <a:bodyPr wrap="square" rtlCol="0" anchor="t">
            <a:spAutoFit/>
          </a:bodyPr>
          <a:lstStyle/>
          <a:p>
            <a:pPr lvl="1">
              <a:lnSpc>
                <a:spcPct val="150000"/>
              </a:lnSpc>
            </a:pPr>
            <a:r>
              <a:rPr lang="en-US" altLang="zh-CN" sz="2000" dirty="0">
                <a:highlight>
                  <a:srgbClr val="FFFF00"/>
                </a:highlight>
                <a:sym typeface="+mn-ea"/>
              </a:rPr>
              <a:t> </a:t>
            </a:r>
            <a:r>
              <a:rPr lang="zh-CN" altLang="en-US" sz="2000" dirty="0">
                <a:highlight>
                  <a:srgbClr val="FFFF00"/>
                </a:highlight>
                <a:sym typeface="+mn-ea"/>
              </a:rPr>
              <a:t>（散列函数输入长度任意长，摘要长度固定）</a:t>
            </a:r>
            <a:endParaRPr lang="zh-CN" altLang="en-US" sz="2000" dirty="0">
              <a:highlight>
                <a:srgbClr val="FFFF00"/>
              </a:highlight>
              <a:sym typeface="+mn-ea"/>
            </a:endParaRPr>
          </a:p>
        </p:txBody>
      </p:sp>
      <p:sp>
        <p:nvSpPr>
          <p:cNvPr id="8" name="文本框 7"/>
          <p:cNvSpPr txBox="1"/>
          <p:nvPr/>
        </p:nvSpPr>
        <p:spPr>
          <a:xfrm>
            <a:off x="6096000" y="4391025"/>
            <a:ext cx="6096000" cy="553085"/>
          </a:xfrm>
          <a:prstGeom prst="rect">
            <a:avLst/>
          </a:prstGeom>
          <a:noFill/>
        </p:spPr>
        <p:txBody>
          <a:bodyPr wrap="square" rtlCol="0" anchor="t">
            <a:spAutoFit/>
          </a:bodyPr>
          <a:lstStyle/>
          <a:p>
            <a:pPr lvl="1">
              <a:lnSpc>
                <a:spcPct val="150000"/>
              </a:lnSpc>
            </a:pPr>
            <a:r>
              <a:rPr lang="en-US" altLang="zh-CN" sz="2000" dirty="0">
                <a:highlight>
                  <a:srgbClr val="FFFF00"/>
                </a:highlight>
                <a:sym typeface="+mn-ea"/>
              </a:rPr>
              <a:t> </a:t>
            </a:r>
            <a:r>
              <a:rPr lang="zh-CN" altLang="en-US" sz="2000" dirty="0">
                <a:highlight>
                  <a:srgbClr val="FFFF00"/>
                </a:highlight>
                <a:sym typeface="+mn-ea"/>
              </a:rPr>
              <a:t>（散列算法大部分开源）</a:t>
            </a:r>
            <a:endParaRPr lang="zh-CN" altLang="en-US" sz="2000" dirty="0">
              <a:highlight>
                <a:srgbClr val="FFFF00"/>
              </a:highlight>
              <a:sym typeface="+mn-ea"/>
            </a:endParaRPr>
          </a:p>
        </p:txBody>
      </p:sp>
      <p:sp>
        <p:nvSpPr>
          <p:cNvPr id="9" name="文本框 8"/>
          <p:cNvSpPr txBox="1"/>
          <p:nvPr/>
        </p:nvSpPr>
        <p:spPr>
          <a:xfrm>
            <a:off x="5666740" y="5353050"/>
            <a:ext cx="6096000" cy="1014730"/>
          </a:xfrm>
          <a:prstGeom prst="rect">
            <a:avLst/>
          </a:prstGeom>
          <a:noFill/>
        </p:spPr>
        <p:txBody>
          <a:bodyPr wrap="square" rtlCol="0" anchor="t">
            <a:spAutoFit/>
          </a:bodyPr>
          <a:lstStyle/>
          <a:p>
            <a:pPr lvl="1">
              <a:lnSpc>
                <a:spcPct val="150000"/>
              </a:lnSpc>
            </a:pPr>
            <a:r>
              <a:rPr lang="en-US" altLang="zh-CN" sz="2000" dirty="0">
                <a:highlight>
                  <a:srgbClr val="FFFF00"/>
                </a:highlight>
                <a:sym typeface="+mn-ea"/>
              </a:rPr>
              <a:t> </a:t>
            </a:r>
            <a:r>
              <a:rPr lang="zh-CN" altLang="en-US" sz="2000" dirty="0">
                <a:highlight>
                  <a:srgbClr val="FFFF00"/>
                </a:highlight>
                <a:sym typeface="+mn-ea"/>
              </a:rPr>
              <a:t>（散列函数由于其单向性（无法解密还原出原文）不会受到任何国家进出口条例的卡脖子限制）</a:t>
            </a:r>
            <a:endParaRPr lang="zh-CN" altLang="en-US" sz="2000" dirty="0">
              <a:highlight>
                <a:srgbClr val="FFFF00"/>
              </a:highlight>
              <a:sym typeface="+mn-ea"/>
            </a:endParaRP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kumimoji="1" lang="zh-CN" altLang="en-US" dirty="0"/>
              <a:t>本章内容</a:t>
            </a:r>
            <a:endParaRPr kumimoji="1" lang="zh-CN" altLang="en-US" dirty="0"/>
          </a:p>
        </p:txBody>
      </p:sp>
      <p:sp>
        <p:nvSpPr>
          <p:cNvPr id="3" name="内容占位符 2"/>
          <p:cNvSpPr>
            <a:spLocks noGrp="1"/>
          </p:cNvSpPr>
          <p:nvPr>
            <p:ph idx="1"/>
          </p:nvPr>
        </p:nvSpPr>
        <p:spPr>
          <a:xfrm>
            <a:off x="1167384" y="1303493"/>
            <a:ext cx="10515600" cy="5456971"/>
          </a:xfrm>
        </p:spPr>
        <p:txBody>
          <a:bodyPr>
            <a:normAutofit/>
          </a:bodyPr>
          <a:lstStyle/>
          <a:p>
            <a:pPr>
              <a:lnSpc>
                <a:spcPct val="130000"/>
              </a:lnSpc>
              <a:buNone/>
            </a:pPr>
            <a:r>
              <a:rPr kumimoji="1" lang="en-US" altLang="zh-CN" sz="3000" dirty="0"/>
              <a:t>6.1 </a:t>
            </a:r>
            <a:r>
              <a:rPr kumimoji="1" lang="zh-CN" altLang="zh-CN" sz="3000" dirty="0"/>
              <a:t>消息认证方法</a:t>
            </a:r>
            <a:endParaRPr kumimoji="1" lang="en-US" altLang="zh-CN" sz="3000" dirty="0"/>
          </a:p>
          <a:p>
            <a:pPr>
              <a:lnSpc>
                <a:spcPct val="130000"/>
              </a:lnSpc>
              <a:buNone/>
            </a:pPr>
            <a:r>
              <a:rPr kumimoji="1" lang="en-US" altLang="zh-CN" sz="3000" dirty="0">
                <a:solidFill>
                  <a:srgbClr val="C00000"/>
                </a:solidFill>
              </a:rPr>
              <a:t>6.2 </a:t>
            </a:r>
            <a:r>
              <a:rPr kumimoji="1" lang="zh-CN" altLang="zh-CN" sz="3000" dirty="0">
                <a:solidFill>
                  <a:srgbClr val="C00000"/>
                </a:solidFill>
              </a:rPr>
              <a:t>安全散列函数</a:t>
            </a:r>
            <a:endParaRPr kumimoji="1" lang="en-US" altLang="zh-CN" sz="2400" dirty="0">
              <a:solidFill>
                <a:prstClr val="black"/>
              </a:solidFill>
            </a:endParaRPr>
          </a:p>
          <a:p>
            <a:pPr>
              <a:lnSpc>
                <a:spcPct val="130000"/>
              </a:lnSpc>
              <a:buNone/>
            </a:pPr>
            <a:r>
              <a:rPr kumimoji="1" lang="en-US" altLang="zh-CN" sz="3000" dirty="0"/>
              <a:t>6.3 </a:t>
            </a:r>
            <a:r>
              <a:rPr kumimoji="1" lang="zh-CN" altLang="zh-CN" sz="3000" dirty="0"/>
              <a:t>消息认证码</a:t>
            </a:r>
            <a:endParaRPr kumimoji="1" lang="en-US" altLang="zh-CN" sz="2400" dirty="0">
              <a:solidFill>
                <a:prstClr val="black"/>
              </a:solidFill>
            </a:endParaRPr>
          </a:p>
          <a:p>
            <a:pPr>
              <a:lnSpc>
                <a:spcPct val="130000"/>
              </a:lnSpc>
              <a:buNone/>
            </a:pPr>
            <a:endParaRPr kumimoji="1" lang="zh-CN" altLang="en-US" dirty="0"/>
          </a:p>
          <a:p>
            <a:pPr>
              <a:lnSpc>
                <a:spcPct val="130000"/>
              </a:lnSpc>
              <a:buNone/>
            </a:pPr>
            <a:endParaRPr kumimoji="1" lang="en-US" altLang="zh-CN" dirty="0"/>
          </a:p>
          <a:p>
            <a:pPr>
              <a:lnSpc>
                <a:spcPct val="130000"/>
              </a:lnSpc>
              <a:buNone/>
            </a:pPr>
            <a:endParaRPr kumimoji="1" lang="zh-CN" altLang="en-US" dirty="0"/>
          </a:p>
        </p:txBody>
      </p:sp>
      <p:sp>
        <p:nvSpPr>
          <p:cNvPr id="4" name="灯片编号占位符 3"/>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defRPr/>
            </a:pPr>
            <a:fld id="{8D4D1E41-7A09-AB4A-A4E1-09765ADA2698}" type="slidenum">
              <a:rPr kumimoji="1" lang="zh-CN" altLang="en-US" sz="1200" b="0" i="0" u="none" strike="noStrike" kern="1200" cap="none" spc="0" normalizeH="0" baseline="0" noProof="0" smtClean="0">
                <a:ln>
                  <a:noFill/>
                </a:ln>
                <a:solidFill>
                  <a:prstClr val="black">
                    <a:tint val="75000"/>
                  </a:prstClr>
                </a:solidFill>
                <a:effectLst/>
                <a:uLnTx/>
                <a:uFillTx/>
                <a:latin typeface="微软雅黑" panose="020B0503020204020204" pitchFamily="34" charset="-122"/>
                <a:ea typeface="微软雅黑" panose="020B0503020204020204" pitchFamily="34" charset="-122"/>
                <a:cs typeface="+mn-cs"/>
              </a:rPr>
            </a:fld>
            <a:endParaRPr kumimoji="1" lang="zh-CN" altLang="en-US" sz="1200" b="0" i="0" u="none" strike="noStrike" kern="1200" cap="none" spc="0" normalizeH="0" baseline="0" noProof="0" dirty="0">
              <a:ln>
                <a:noFill/>
              </a:ln>
              <a:solidFill>
                <a:prstClr val="black">
                  <a:tint val="75000"/>
                </a:prstClr>
              </a:solidFill>
              <a:effectLst/>
              <a:uLnTx/>
              <a:uFillTx/>
              <a:latin typeface="微软雅黑" panose="020B0503020204020204" pitchFamily="34" charset="-122"/>
              <a:ea typeface="微软雅黑" panose="020B0503020204020204" pitchFamily="34" charset="-122"/>
              <a:cs typeface="+mn-cs"/>
            </a:endParaRPr>
          </a:p>
        </p:txBody>
      </p:sp>
      <p:sp>
        <p:nvSpPr>
          <p:cNvPr id="7" name="矩形标注 6"/>
          <p:cNvSpPr/>
          <p:nvPr/>
        </p:nvSpPr>
        <p:spPr>
          <a:xfrm>
            <a:off x="6316392" y="1443436"/>
            <a:ext cx="4504008" cy="2454748"/>
          </a:xfrm>
          <a:prstGeom prst="wedgeRectCallout">
            <a:avLst>
              <a:gd name="adj1" fmla="val -94459"/>
              <a:gd name="adj2" fmla="val -11565"/>
            </a:avLst>
          </a:prstGeom>
          <a:noFill/>
          <a:ln>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587375" indent="-438150">
              <a:lnSpc>
                <a:spcPct val="130000"/>
              </a:lnSpc>
              <a:spcBef>
                <a:spcPts val="600"/>
              </a:spcBef>
              <a:buFont typeface="+mj-lt"/>
              <a:buAutoNum type="arabicPeriod"/>
            </a:pPr>
            <a:r>
              <a:rPr kumimoji="1" lang="zh-CN" altLang="zh-CN" sz="2400" dirty="0">
                <a:solidFill>
                  <a:prstClr val="black"/>
                </a:solidFill>
                <a:latin typeface="微软雅黑" panose="020B0503020204020204" pitchFamily="34" charset="-122"/>
                <a:ea typeface="微软雅黑" panose="020B0503020204020204" pitchFamily="34" charset="-122"/>
              </a:rPr>
              <a:t>散列函数的要求</a:t>
            </a:r>
            <a:endParaRPr kumimoji="1" lang="zh-CN" altLang="en-US" sz="2400" dirty="0">
              <a:solidFill>
                <a:prstClr val="black"/>
              </a:solidFill>
              <a:latin typeface="微软雅黑" panose="020B0503020204020204" pitchFamily="34" charset="-122"/>
              <a:ea typeface="微软雅黑" panose="020B0503020204020204" pitchFamily="34" charset="-122"/>
            </a:endParaRPr>
          </a:p>
          <a:p>
            <a:pPr marL="587375" indent="-438150">
              <a:lnSpc>
                <a:spcPct val="130000"/>
              </a:lnSpc>
              <a:spcBef>
                <a:spcPts val="600"/>
              </a:spcBef>
              <a:buFont typeface="+mj-lt"/>
              <a:buAutoNum type="arabicPeriod"/>
            </a:pPr>
            <a:r>
              <a:rPr kumimoji="1" lang="zh-CN" altLang="zh-CN" sz="2400" dirty="0">
                <a:solidFill>
                  <a:prstClr val="black"/>
                </a:solidFill>
                <a:latin typeface="微软雅黑" panose="020B0503020204020204" pitchFamily="34" charset="-122"/>
                <a:ea typeface="微软雅黑" panose="020B0503020204020204" pitchFamily="34" charset="-122"/>
              </a:rPr>
              <a:t>散列函数的安全性</a:t>
            </a:r>
            <a:endParaRPr kumimoji="1" lang="en-US" altLang="zh-CN" sz="2400" dirty="0">
              <a:solidFill>
                <a:prstClr val="black"/>
              </a:solidFill>
              <a:latin typeface="微软雅黑" panose="020B0503020204020204" pitchFamily="34" charset="-122"/>
              <a:ea typeface="微软雅黑" panose="020B0503020204020204" pitchFamily="34" charset="-122"/>
            </a:endParaRPr>
          </a:p>
          <a:p>
            <a:pPr marL="587375" indent="-438150">
              <a:lnSpc>
                <a:spcPct val="130000"/>
              </a:lnSpc>
              <a:spcBef>
                <a:spcPts val="600"/>
              </a:spcBef>
              <a:buFont typeface="+mj-lt"/>
              <a:buAutoNum type="arabicPeriod"/>
            </a:pPr>
            <a:r>
              <a:rPr kumimoji="1" lang="zh-CN" altLang="zh-CN" sz="2400" dirty="0">
                <a:solidFill>
                  <a:prstClr val="black"/>
                </a:solidFill>
                <a:latin typeface="微软雅黑" panose="020B0503020204020204" pitchFamily="34" charset="-122"/>
                <a:ea typeface="微软雅黑" panose="020B0503020204020204" pitchFamily="34" charset="-122"/>
              </a:rPr>
              <a:t>简单散列函数</a:t>
            </a:r>
            <a:endParaRPr kumimoji="1" lang="en-US" altLang="zh-CN" sz="2400" dirty="0">
              <a:solidFill>
                <a:prstClr val="black"/>
              </a:solidFill>
              <a:latin typeface="微软雅黑" panose="020B0503020204020204" pitchFamily="34" charset="-122"/>
              <a:ea typeface="微软雅黑" panose="020B0503020204020204" pitchFamily="34" charset="-122"/>
            </a:endParaRPr>
          </a:p>
          <a:p>
            <a:pPr marL="587375" indent="-438150">
              <a:lnSpc>
                <a:spcPct val="130000"/>
              </a:lnSpc>
              <a:spcBef>
                <a:spcPts val="600"/>
              </a:spcBef>
              <a:buFont typeface="+mj-lt"/>
              <a:buAutoNum type="arabicPeriod"/>
            </a:pPr>
            <a:r>
              <a:rPr kumimoji="1" lang="en-US" altLang="zh-CN" sz="2400" dirty="0">
                <a:solidFill>
                  <a:prstClr val="black"/>
                </a:solidFill>
                <a:latin typeface="微软雅黑" panose="020B0503020204020204" pitchFamily="34" charset="-122"/>
                <a:ea typeface="微软雅黑" panose="020B0503020204020204" pitchFamily="34" charset="-122"/>
              </a:rPr>
              <a:t>SHA</a:t>
            </a:r>
            <a:r>
              <a:rPr kumimoji="1" lang="zh-CN" altLang="zh-CN" sz="2400" dirty="0">
                <a:solidFill>
                  <a:prstClr val="black"/>
                </a:solidFill>
                <a:latin typeface="微软雅黑" panose="020B0503020204020204" pitchFamily="34" charset="-122"/>
                <a:ea typeface="微软雅黑" panose="020B0503020204020204" pitchFamily="34" charset="-122"/>
              </a:rPr>
              <a:t>安全散列函数</a:t>
            </a:r>
            <a:endParaRPr kumimoji="1" lang="zh-CN" altLang="en-US" sz="2400" dirty="0">
              <a:solidFill>
                <a:prstClr val="black"/>
              </a:solidFill>
              <a:latin typeface="微软雅黑" panose="020B0503020204020204" pitchFamily="34" charset="-122"/>
              <a:ea typeface="微软雅黑" panose="020B0503020204020204" pitchFamily="34" charset="-122"/>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3" presetClass="entr" presetSubtype="10" fill="hold" grpId="0" nodeType="afterEffect">
                                  <p:stCondLst>
                                    <p:cond delay="0"/>
                                  </p:stCondLst>
                                  <p:childTnLst>
                                    <p:set>
                                      <p:cBhvr>
                                        <p:cTn id="6" dur="1" fill="hold">
                                          <p:stCondLst>
                                            <p:cond delay="0"/>
                                          </p:stCondLst>
                                        </p:cTn>
                                        <p:tgtEl>
                                          <p:spTgt spid="7"/>
                                        </p:tgtEl>
                                        <p:attrNameLst>
                                          <p:attrName>style.visibility</p:attrName>
                                        </p:attrNameLst>
                                      </p:cBhvr>
                                      <p:to>
                                        <p:strVal val="visible"/>
                                      </p:to>
                                    </p:set>
                                    <p:animEffect transition="in" filter="blinds(horizontal)">
                                      <p:cBhvr>
                                        <p:cTn id="7" dur="50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animBg="1"/>
    </p:bld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t>6.2.1 </a:t>
            </a:r>
            <a:r>
              <a:rPr kumimoji="1" lang="zh-CN" altLang="zh-CN" dirty="0">
                <a:solidFill>
                  <a:prstClr val="black"/>
                </a:solidFill>
              </a:rPr>
              <a:t>散列函数的要求</a:t>
            </a:r>
            <a:endParaRPr lang="zh-CN" altLang="en-US" dirty="0"/>
          </a:p>
        </p:txBody>
      </p:sp>
      <p:sp>
        <p:nvSpPr>
          <p:cNvPr id="3" name="内容占位符 2"/>
          <p:cNvSpPr>
            <a:spLocks noGrp="1"/>
          </p:cNvSpPr>
          <p:nvPr>
            <p:ph idx="1"/>
          </p:nvPr>
        </p:nvSpPr>
        <p:spPr>
          <a:xfrm>
            <a:off x="838200" y="1510758"/>
            <a:ext cx="10585862" cy="4586694"/>
          </a:xfrm>
        </p:spPr>
        <p:txBody>
          <a:bodyPr>
            <a:normAutofit fontScale="92500" lnSpcReduction="20000"/>
          </a:bodyPr>
          <a:lstStyle/>
          <a:p>
            <a:pPr>
              <a:lnSpc>
                <a:spcPct val="150000"/>
              </a:lnSpc>
            </a:pPr>
            <a:r>
              <a:rPr lang="zh-CN" altLang="en-US" dirty="0"/>
              <a:t>散列函数</a:t>
            </a:r>
            <a:r>
              <a:rPr lang="en-US" altLang="zh-CN" dirty="0"/>
              <a:t>H</a:t>
            </a:r>
            <a:r>
              <a:rPr lang="zh-CN" altLang="en-US" dirty="0"/>
              <a:t>必须具备下列性质：</a:t>
            </a:r>
            <a:endParaRPr lang="en-US" altLang="zh-CN" dirty="0"/>
          </a:p>
          <a:p>
            <a:pPr lvl="1">
              <a:lnSpc>
                <a:spcPct val="150000"/>
              </a:lnSpc>
              <a:spcBef>
                <a:spcPct val="0"/>
              </a:spcBef>
              <a:buFontTx/>
              <a:buNone/>
            </a:pPr>
            <a:r>
              <a:rPr lang="en-US" altLang="zh-CN" dirty="0"/>
              <a:t>1</a:t>
            </a:r>
            <a:r>
              <a:rPr lang="zh-CN" altLang="en-US" dirty="0"/>
              <a:t>、</a:t>
            </a:r>
            <a:r>
              <a:rPr lang="en-US" altLang="zh-CN" dirty="0"/>
              <a:t>H</a:t>
            </a:r>
            <a:r>
              <a:rPr lang="zh-CN" altLang="en-US" dirty="0"/>
              <a:t>可以作用于一个任意长度的数据块；</a:t>
            </a:r>
            <a:endParaRPr lang="zh-CN" altLang="en-US" dirty="0"/>
          </a:p>
          <a:p>
            <a:pPr lvl="1">
              <a:lnSpc>
                <a:spcPct val="150000"/>
              </a:lnSpc>
              <a:spcBef>
                <a:spcPct val="0"/>
              </a:spcBef>
              <a:buFontTx/>
              <a:buNone/>
            </a:pPr>
            <a:r>
              <a:rPr lang="en-US" altLang="zh-CN" dirty="0"/>
              <a:t>2</a:t>
            </a:r>
            <a:r>
              <a:rPr lang="zh-CN" altLang="en-US" dirty="0"/>
              <a:t>、</a:t>
            </a:r>
            <a:r>
              <a:rPr lang="en-US" altLang="zh-CN" dirty="0"/>
              <a:t>H</a:t>
            </a:r>
            <a:r>
              <a:rPr lang="zh-CN" altLang="en-US" dirty="0"/>
              <a:t>产生一个固定长度的输出；</a:t>
            </a:r>
            <a:endParaRPr lang="zh-CN" altLang="en-US" dirty="0"/>
          </a:p>
          <a:p>
            <a:pPr lvl="1">
              <a:lnSpc>
                <a:spcPct val="150000"/>
              </a:lnSpc>
              <a:spcBef>
                <a:spcPct val="0"/>
              </a:spcBef>
              <a:buFontTx/>
              <a:buNone/>
            </a:pPr>
            <a:r>
              <a:rPr lang="en-US" altLang="zh-CN" dirty="0"/>
              <a:t>3</a:t>
            </a:r>
            <a:r>
              <a:rPr lang="zh-CN" altLang="en-US" dirty="0"/>
              <a:t>、对任意给定的</a:t>
            </a:r>
            <a:r>
              <a:rPr lang="en-US" altLang="zh-CN" dirty="0"/>
              <a:t>x ,H(x) </a:t>
            </a:r>
            <a:r>
              <a:rPr lang="zh-CN" altLang="en-US" dirty="0"/>
              <a:t>计算相对容易，无论是软件还是硬件实现。</a:t>
            </a:r>
            <a:endParaRPr lang="zh-CN" altLang="en-US" dirty="0"/>
          </a:p>
          <a:p>
            <a:pPr lvl="1">
              <a:lnSpc>
                <a:spcPct val="150000"/>
              </a:lnSpc>
              <a:spcBef>
                <a:spcPct val="0"/>
              </a:spcBef>
              <a:buFontTx/>
              <a:buNone/>
            </a:pPr>
            <a:r>
              <a:rPr lang="en-US" altLang="zh-CN" dirty="0"/>
              <a:t>4</a:t>
            </a:r>
            <a:r>
              <a:rPr lang="zh-CN" altLang="en-US" dirty="0"/>
              <a:t>、对任意给定码</a:t>
            </a:r>
            <a:r>
              <a:rPr lang="en-US" altLang="zh-CN" dirty="0"/>
              <a:t>h</a:t>
            </a:r>
            <a:r>
              <a:rPr lang="zh-CN" altLang="en-US" dirty="0"/>
              <a:t>，找到</a:t>
            </a:r>
            <a:r>
              <a:rPr lang="en-US" altLang="zh-CN" dirty="0"/>
              <a:t>x</a:t>
            </a:r>
            <a:r>
              <a:rPr lang="zh-CN" altLang="en-US" dirty="0"/>
              <a:t>满足</a:t>
            </a:r>
            <a:r>
              <a:rPr lang="en-US" altLang="zh-CN" dirty="0"/>
              <a:t>H(x)=h</a:t>
            </a:r>
            <a:r>
              <a:rPr lang="zh-CN" altLang="en-US" dirty="0"/>
              <a:t>具有计算不可行性（</a:t>
            </a:r>
            <a:r>
              <a:rPr lang="zh-CN" altLang="en-US" dirty="0">
                <a:solidFill>
                  <a:srgbClr val="C00000"/>
                </a:solidFill>
              </a:rPr>
              <a:t>单向性，抗原像攻击性</a:t>
            </a:r>
            <a:r>
              <a:rPr lang="zh-CN" altLang="en-US" dirty="0"/>
              <a:t>）</a:t>
            </a:r>
            <a:endParaRPr lang="zh-CN" altLang="en-US" dirty="0"/>
          </a:p>
          <a:p>
            <a:pPr lvl="1">
              <a:lnSpc>
                <a:spcPct val="150000"/>
              </a:lnSpc>
              <a:spcBef>
                <a:spcPct val="0"/>
              </a:spcBef>
              <a:buFontTx/>
              <a:buNone/>
            </a:pPr>
            <a:r>
              <a:rPr lang="en-US" altLang="zh-CN" dirty="0"/>
              <a:t>5</a:t>
            </a:r>
            <a:r>
              <a:rPr lang="zh-CN" altLang="en-US" dirty="0"/>
              <a:t>、对任意给定的数据块</a:t>
            </a:r>
            <a:r>
              <a:rPr lang="en-US" altLang="zh-CN" dirty="0"/>
              <a:t>x</a:t>
            </a:r>
            <a:r>
              <a:rPr lang="zh-CN" altLang="en-US" dirty="0"/>
              <a:t>，找到满足</a:t>
            </a:r>
            <a:r>
              <a:rPr lang="en-US" altLang="zh-CN" dirty="0"/>
              <a:t>H(y)=H(x)</a:t>
            </a:r>
            <a:r>
              <a:rPr lang="zh-CN" altLang="en-US" dirty="0"/>
              <a:t>的</a:t>
            </a:r>
            <a:r>
              <a:rPr lang="en-US" altLang="zh-CN" dirty="0" err="1"/>
              <a:t>y</a:t>
            </a:r>
            <a:r>
              <a:rPr lang="en-US" altLang="zh-CN" dirty="0" err="1">
                <a:sym typeface="Symbol" panose="05050102010706020507" pitchFamily="18" charset="2"/>
              </a:rPr>
              <a:t>x</a:t>
            </a:r>
            <a:r>
              <a:rPr lang="zh-CN" altLang="en-US" dirty="0">
                <a:sym typeface="Symbol" panose="05050102010706020507" pitchFamily="18" charset="2"/>
              </a:rPr>
              <a:t>具有计算不可行性（</a:t>
            </a:r>
            <a:r>
              <a:rPr lang="zh-CN" altLang="en-US" dirty="0">
                <a:solidFill>
                  <a:srgbClr val="C00000"/>
                </a:solidFill>
                <a:sym typeface="Symbol" panose="05050102010706020507" pitchFamily="18" charset="2"/>
              </a:rPr>
              <a:t>抗第二原像攻击性，抗弱碰撞攻击性</a:t>
            </a:r>
            <a:r>
              <a:rPr lang="zh-CN" altLang="en-US" dirty="0">
                <a:sym typeface="Symbol" panose="05050102010706020507" pitchFamily="18" charset="2"/>
              </a:rPr>
              <a:t>）。</a:t>
            </a:r>
            <a:endParaRPr lang="zh-CN" altLang="en-US" dirty="0">
              <a:sym typeface="Symbol" panose="05050102010706020507" pitchFamily="18" charset="2"/>
            </a:endParaRPr>
          </a:p>
          <a:p>
            <a:pPr lvl="1">
              <a:lnSpc>
                <a:spcPct val="150000"/>
              </a:lnSpc>
              <a:spcBef>
                <a:spcPct val="0"/>
              </a:spcBef>
              <a:buFontTx/>
              <a:buNone/>
            </a:pPr>
            <a:r>
              <a:rPr lang="en-US" altLang="zh-CN" dirty="0">
                <a:sym typeface="Symbol" panose="05050102010706020507" pitchFamily="18" charset="2"/>
              </a:rPr>
              <a:t>6</a:t>
            </a:r>
            <a:r>
              <a:rPr lang="zh-CN" altLang="en-US" dirty="0">
                <a:sym typeface="Symbol" panose="05050102010706020507" pitchFamily="18" charset="2"/>
              </a:rPr>
              <a:t>、找到任意数据对</a:t>
            </a:r>
            <a:r>
              <a:rPr lang="en-US" altLang="zh-CN" dirty="0">
                <a:sym typeface="Symbol" panose="05050102010706020507" pitchFamily="18" charset="2"/>
              </a:rPr>
              <a:t>(</a:t>
            </a:r>
            <a:r>
              <a:rPr lang="en-US" altLang="zh-CN" dirty="0" err="1">
                <a:sym typeface="Symbol" panose="05050102010706020507" pitchFamily="18" charset="2"/>
              </a:rPr>
              <a:t>x,y</a:t>
            </a:r>
            <a:r>
              <a:rPr lang="en-US" altLang="zh-CN" dirty="0">
                <a:sym typeface="Symbol" panose="05050102010706020507" pitchFamily="18" charset="2"/>
              </a:rPr>
              <a:t>)</a:t>
            </a:r>
            <a:r>
              <a:rPr lang="zh-CN" altLang="en-US" dirty="0">
                <a:sym typeface="Symbol" panose="05050102010706020507" pitchFamily="18" charset="2"/>
              </a:rPr>
              <a:t>，满足</a:t>
            </a:r>
            <a:r>
              <a:rPr lang="en-US" altLang="zh-CN" dirty="0">
                <a:sym typeface="Symbol" panose="05050102010706020507" pitchFamily="18" charset="2"/>
              </a:rPr>
              <a:t>H(x) = H(y)</a:t>
            </a:r>
            <a:r>
              <a:rPr lang="zh-CN" altLang="en-US" dirty="0">
                <a:sym typeface="Symbol" panose="05050102010706020507" pitchFamily="18" charset="2"/>
              </a:rPr>
              <a:t>是计算不可行的（</a:t>
            </a:r>
            <a:r>
              <a:rPr lang="zh-CN" altLang="en-US" dirty="0">
                <a:solidFill>
                  <a:srgbClr val="C00000"/>
                </a:solidFill>
                <a:sym typeface="Symbol" panose="05050102010706020507" pitchFamily="18" charset="2"/>
              </a:rPr>
              <a:t>抗碰撞性，抗强碰撞性</a:t>
            </a:r>
            <a:r>
              <a:rPr lang="zh-CN" altLang="en-US" dirty="0">
                <a:sym typeface="Symbol" panose="05050102010706020507" pitchFamily="18" charset="2"/>
              </a:rPr>
              <a:t>） 。</a:t>
            </a:r>
            <a:endParaRPr lang="zh-CN" altLang="en-US" dirty="0">
              <a:sym typeface="Symbol" panose="05050102010706020507" pitchFamily="18" charset="2"/>
            </a:endParaRPr>
          </a:p>
          <a:p>
            <a:endParaRPr lang="en-US" altLang="zh-CN" dirty="0"/>
          </a:p>
        </p:txBody>
      </p:sp>
      <p:sp>
        <p:nvSpPr>
          <p:cNvPr id="4" name="灯片编号占位符 3"/>
          <p:cNvSpPr>
            <a:spLocks noGrp="1"/>
          </p:cNvSpPr>
          <p:nvPr>
            <p:ph type="sldNum" sz="quarter" idx="12"/>
          </p:nvPr>
        </p:nvSpPr>
        <p:spPr/>
        <p:txBody>
          <a:bodyPr/>
          <a:lstStyle/>
          <a:p>
            <a:fld id="{8D4D1E41-7A09-AB4A-A4E1-09765ADA2698}" type="slidenum">
              <a:rPr kumimoji="1" lang="zh-CN" altLang="en-US" smtClean="0"/>
            </a:fld>
            <a:endParaRPr kumimoji="1" lang="zh-CN" altLang="en-US"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t>6.2.1 </a:t>
            </a:r>
            <a:r>
              <a:rPr kumimoji="1" lang="zh-CN" altLang="zh-CN" dirty="0">
                <a:solidFill>
                  <a:prstClr val="black"/>
                </a:solidFill>
              </a:rPr>
              <a:t>散列函数的要求</a:t>
            </a:r>
            <a:endParaRPr lang="zh-CN" altLang="en-US" dirty="0"/>
          </a:p>
        </p:txBody>
      </p:sp>
      <p:sp>
        <p:nvSpPr>
          <p:cNvPr id="3" name="内容占位符 2"/>
          <p:cNvSpPr>
            <a:spLocks noGrp="1"/>
          </p:cNvSpPr>
          <p:nvPr>
            <p:ph idx="1"/>
          </p:nvPr>
        </p:nvSpPr>
        <p:spPr/>
        <p:txBody>
          <a:bodyPr>
            <a:normAutofit/>
          </a:bodyPr>
          <a:lstStyle/>
          <a:p>
            <a:pPr>
              <a:lnSpc>
                <a:spcPct val="150000"/>
              </a:lnSpc>
            </a:pPr>
            <a:r>
              <a:rPr lang="zh-CN" altLang="en-US" dirty="0"/>
              <a:t>散列函数</a:t>
            </a:r>
            <a:r>
              <a:rPr lang="en-US" altLang="zh-CN" dirty="0"/>
              <a:t>H</a:t>
            </a:r>
            <a:r>
              <a:rPr lang="zh-CN" altLang="en-US" dirty="0"/>
              <a:t>必须具备下列性质：</a:t>
            </a:r>
            <a:endParaRPr lang="en-US" altLang="zh-CN" dirty="0"/>
          </a:p>
          <a:p>
            <a:pPr lvl="1">
              <a:lnSpc>
                <a:spcPct val="150000"/>
              </a:lnSpc>
            </a:pPr>
            <a:r>
              <a:rPr lang="zh-CN" altLang="en-US" dirty="0"/>
              <a:t>前三条要求具有实用性，</a:t>
            </a:r>
            <a:r>
              <a:rPr lang="zh-CN" altLang="en-US" dirty="0">
                <a:highlight>
                  <a:srgbClr val="FFFF00"/>
                </a:highlight>
              </a:rPr>
              <a:t>第</a:t>
            </a:r>
            <a:r>
              <a:rPr lang="en-US" altLang="zh-CN" dirty="0">
                <a:highlight>
                  <a:srgbClr val="FFFF00"/>
                </a:highlight>
              </a:rPr>
              <a:t>4</a:t>
            </a:r>
            <a:r>
              <a:rPr lang="zh-CN" altLang="en-US" dirty="0">
                <a:highlight>
                  <a:srgbClr val="FFFF00"/>
                </a:highlight>
              </a:rPr>
              <a:t>条是单向性质</a:t>
            </a:r>
            <a:r>
              <a:rPr lang="zh-CN" altLang="en-US" dirty="0"/>
              <a:t>，即给定消息可以产生一个散列码，而</a:t>
            </a:r>
            <a:r>
              <a:rPr lang="zh-CN" altLang="en-US" dirty="0">
                <a:solidFill>
                  <a:srgbClr val="C00000"/>
                </a:solidFill>
              </a:rPr>
              <a:t>给定散列码不可能产生对应的消息</a:t>
            </a:r>
            <a:r>
              <a:rPr lang="zh-CN" altLang="en-US" dirty="0"/>
              <a:t>。</a:t>
            </a:r>
            <a:endParaRPr lang="en-US" altLang="zh-CN" dirty="0"/>
          </a:p>
          <a:p>
            <a:pPr lvl="1">
              <a:lnSpc>
                <a:spcPct val="150000"/>
              </a:lnSpc>
            </a:pPr>
            <a:r>
              <a:rPr lang="zh-CN" altLang="en-US" dirty="0"/>
              <a:t>第</a:t>
            </a:r>
            <a:r>
              <a:rPr lang="en-US" altLang="zh-CN" dirty="0"/>
              <a:t>5</a:t>
            </a:r>
            <a:r>
              <a:rPr lang="zh-CN" altLang="en-US" dirty="0"/>
              <a:t>条性质是保证一个给定的消息的散列码不能找到与之相同的另外的消息。即</a:t>
            </a:r>
            <a:r>
              <a:rPr lang="zh-CN" altLang="en-US" dirty="0">
                <a:solidFill>
                  <a:srgbClr val="C00000"/>
                </a:solidFill>
                <a:highlight>
                  <a:srgbClr val="FFFF00"/>
                </a:highlight>
              </a:rPr>
              <a:t>防止伪造</a:t>
            </a:r>
            <a:r>
              <a:rPr lang="zh-CN" altLang="en-US" dirty="0"/>
              <a:t>。</a:t>
            </a:r>
            <a:endParaRPr lang="zh-CN" altLang="en-US" dirty="0"/>
          </a:p>
          <a:p>
            <a:pPr lvl="1">
              <a:lnSpc>
                <a:spcPct val="150000"/>
              </a:lnSpc>
            </a:pPr>
            <a:r>
              <a:rPr lang="zh-CN" altLang="en-US" dirty="0"/>
              <a:t>第</a:t>
            </a:r>
            <a:r>
              <a:rPr lang="en-US" altLang="zh-CN" dirty="0"/>
              <a:t>6</a:t>
            </a:r>
            <a:r>
              <a:rPr lang="zh-CN" altLang="en-US" dirty="0"/>
              <a:t>条是对已知的</a:t>
            </a:r>
            <a:r>
              <a:rPr lang="zh-CN" altLang="en-US" dirty="0">
                <a:solidFill>
                  <a:srgbClr val="C00000"/>
                </a:solidFill>
                <a:highlight>
                  <a:srgbClr val="FFFF00"/>
                </a:highlight>
              </a:rPr>
              <a:t>生日攻击</a:t>
            </a:r>
            <a:r>
              <a:rPr lang="zh-CN" altLang="en-US" dirty="0">
                <a:highlight>
                  <a:srgbClr val="FFFF00"/>
                </a:highlight>
              </a:rPr>
              <a:t>方法的防御能力（散列函数输出的位数必须足够长）</a:t>
            </a:r>
            <a:endParaRPr lang="zh-CN" altLang="en-US" dirty="0">
              <a:highlight>
                <a:srgbClr val="FFFF00"/>
              </a:highlight>
            </a:endParaRPr>
          </a:p>
        </p:txBody>
      </p:sp>
      <p:sp>
        <p:nvSpPr>
          <p:cNvPr id="4" name="灯片编号占位符 3"/>
          <p:cNvSpPr>
            <a:spLocks noGrp="1"/>
          </p:cNvSpPr>
          <p:nvPr>
            <p:ph type="sldNum" sz="quarter" idx="12"/>
          </p:nvPr>
        </p:nvSpPr>
        <p:spPr/>
        <p:txBody>
          <a:bodyPr/>
          <a:lstStyle/>
          <a:p>
            <a:fld id="{8D4D1E41-7A09-AB4A-A4E1-09765ADA2698}" type="slidenum">
              <a:rPr kumimoji="1" lang="zh-CN" altLang="en-US" smtClean="0"/>
            </a:fld>
            <a:endParaRPr kumimoji="1" lang="zh-CN" altLang="en-US"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t>6.2.1 </a:t>
            </a:r>
            <a:r>
              <a:rPr kumimoji="1" lang="zh-CN" altLang="zh-CN" dirty="0">
                <a:solidFill>
                  <a:prstClr val="black"/>
                </a:solidFill>
              </a:rPr>
              <a:t>散列函数的要求</a:t>
            </a:r>
            <a:endParaRPr lang="zh-CN" altLang="en-US" dirty="0"/>
          </a:p>
        </p:txBody>
      </p:sp>
      <p:sp>
        <p:nvSpPr>
          <p:cNvPr id="3" name="内容占位符 2"/>
          <p:cNvSpPr>
            <a:spLocks noGrp="1"/>
          </p:cNvSpPr>
          <p:nvPr>
            <p:ph idx="1"/>
          </p:nvPr>
        </p:nvSpPr>
        <p:spPr/>
        <p:txBody>
          <a:bodyPr>
            <a:normAutofit/>
          </a:bodyPr>
          <a:lstStyle/>
          <a:p>
            <a:pPr>
              <a:lnSpc>
                <a:spcPct val="150000"/>
              </a:lnSpc>
            </a:pPr>
            <a:r>
              <a:rPr lang="zh-CN" altLang="en-US" dirty="0"/>
              <a:t>散列函数</a:t>
            </a:r>
            <a:r>
              <a:rPr lang="en-US" altLang="zh-CN" dirty="0"/>
              <a:t>H</a:t>
            </a:r>
            <a:r>
              <a:rPr lang="zh-CN" altLang="en-US" dirty="0"/>
              <a:t>必须具备下列性质：</a:t>
            </a:r>
            <a:endParaRPr lang="en-US" altLang="zh-CN" dirty="0"/>
          </a:p>
          <a:p>
            <a:pPr lvl="1">
              <a:lnSpc>
                <a:spcPct val="150000"/>
              </a:lnSpc>
            </a:pPr>
            <a:r>
              <a:rPr lang="zh-CN" altLang="en-US" dirty="0">
                <a:solidFill>
                  <a:srgbClr val="0000CC"/>
                </a:solidFill>
                <a:effectLst>
                  <a:outerShdw blurRad="38100" dist="38100" dir="2700000" algn="tl">
                    <a:srgbClr val="C0C0C0"/>
                  </a:outerShdw>
                </a:effectLst>
              </a:rPr>
              <a:t>定义</a:t>
            </a:r>
            <a:r>
              <a:rPr lang="en-US" altLang="zh-CN" dirty="0">
                <a:solidFill>
                  <a:srgbClr val="0000CC"/>
                </a:solidFill>
                <a:effectLst>
                  <a:outerShdw blurRad="38100" dist="38100" dir="2700000" algn="tl">
                    <a:srgbClr val="C0C0C0"/>
                  </a:outerShdw>
                </a:effectLst>
              </a:rPr>
              <a:t>1(</a:t>
            </a:r>
            <a:r>
              <a:rPr lang="zh-CN" altLang="en-US" dirty="0">
                <a:solidFill>
                  <a:srgbClr val="0000CC"/>
                </a:solidFill>
                <a:effectLst>
                  <a:outerShdw blurRad="38100" dist="38100" dir="2700000" algn="tl">
                    <a:srgbClr val="C0C0C0"/>
                  </a:outerShdw>
                </a:effectLst>
              </a:rPr>
              <a:t>弱无碰撞</a:t>
            </a:r>
            <a:r>
              <a:rPr lang="en-US" altLang="zh-CN" dirty="0">
                <a:solidFill>
                  <a:srgbClr val="0000CC"/>
                </a:solidFill>
                <a:effectLst>
                  <a:outerShdw blurRad="38100" dist="38100" dir="2700000" algn="tl">
                    <a:srgbClr val="C0C0C0"/>
                  </a:outerShdw>
                </a:effectLst>
              </a:rPr>
              <a:t>)</a:t>
            </a:r>
            <a:r>
              <a:rPr lang="zh-CN" altLang="en-US" dirty="0">
                <a:solidFill>
                  <a:srgbClr val="0000CC"/>
                </a:solidFill>
                <a:effectLst>
                  <a:outerShdw blurRad="38100" dist="38100" dir="2700000" algn="tl">
                    <a:srgbClr val="C0C0C0"/>
                  </a:outerShdw>
                </a:effectLst>
              </a:rPr>
              <a:t>，</a:t>
            </a:r>
            <a:r>
              <a:rPr lang="zh-CN" altLang="en-US" dirty="0"/>
              <a:t>散列函数</a:t>
            </a:r>
            <a:r>
              <a:rPr lang="en-US" altLang="zh-CN" dirty="0"/>
              <a:t>h</a:t>
            </a:r>
            <a:r>
              <a:rPr lang="zh-CN" altLang="en-US" dirty="0"/>
              <a:t>称为是弱无碰撞的，是指对给定消息</a:t>
            </a:r>
            <a:r>
              <a:rPr lang="en-US" altLang="zh-CN" dirty="0"/>
              <a:t>x ∈ X</a:t>
            </a:r>
            <a:r>
              <a:rPr lang="zh-CN" altLang="en-US" dirty="0"/>
              <a:t>，在计算上几乎找不到异于</a:t>
            </a:r>
            <a:r>
              <a:rPr lang="en-US" altLang="zh-CN" dirty="0"/>
              <a:t>x</a:t>
            </a:r>
            <a:r>
              <a:rPr lang="zh-CN" altLang="en-US" dirty="0"/>
              <a:t>的</a:t>
            </a:r>
            <a:r>
              <a:rPr lang="en-US" altLang="zh-CN" dirty="0"/>
              <a:t>x' ∈ X</a:t>
            </a:r>
            <a:r>
              <a:rPr lang="zh-CN" altLang="en-US" dirty="0"/>
              <a:t>使</a:t>
            </a:r>
            <a:r>
              <a:rPr lang="en-US" altLang="zh-CN" dirty="0"/>
              <a:t>h(x)=h(x')</a:t>
            </a:r>
            <a:r>
              <a:rPr lang="zh-CN" altLang="en-US" dirty="0"/>
              <a:t>。</a:t>
            </a:r>
            <a:endParaRPr lang="en-US" altLang="zh-CN" dirty="0"/>
          </a:p>
          <a:p>
            <a:pPr lvl="1">
              <a:lnSpc>
                <a:spcPct val="150000"/>
              </a:lnSpc>
            </a:pPr>
            <a:r>
              <a:rPr lang="zh-CN" altLang="en-US" dirty="0">
                <a:solidFill>
                  <a:srgbClr val="0000CC"/>
                </a:solidFill>
                <a:effectLst>
                  <a:outerShdw blurRad="38100" dist="38100" dir="2700000" algn="tl">
                    <a:srgbClr val="C0C0C0"/>
                  </a:outerShdw>
                </a:effectLst>
              </a:rPr>
              <a:t>定义</a:t>
            </a:r>
            <a:r>
              <a:rPr lang="en-US" altLang="zh-CN" dirty="0">
                <a:solidFill>
                  <a:srgbClr val="0000CC"/>
                </a:solidFill>
                <a:effectLst>
                  <a:outerShdw blurRad="38100" dist="38100" dir="2700000" algn="tl">
                    <a:srgbClr val="C0C0C0"/>
                  </a:outerShdw>
                </a:effectLst>
              </a:rPr>
              <a:t>2(</a:t>
            </a:r>
            <a:r>
              <a:rPr lang="zh-CN" altLang="en-US" dirty="0">
                <a:solidFill>
                  <a:srgbClr val="0000CC"/>
                </a:solidFill>
                <a:effectLst>
                  <a:outerShdw blurRad="38100" dist="38100" dir="2700000" algn="tl">
                    <a:srgbClr val="C0C0C0"/>
                  </a:outerShdw>
                </a:effectLst>
              </a:rPr>
              <a:t>强无碰撞</a:t>
            </a:r>
            <a:r>
              <a:rPr lang="en-US" altLang="zh-CN" dirty="0">
                <a:solidFill>
                  <a:srgbClr val="0000CC"/>
                </a:solidFill>
                <a:effectLst>
                  <a:outerShdw blurRad="38100" dist="38100" dir="2700000" algn="tl">
                    <a:srgbClr val="C0C0C0"/>
                  </a:outerShdw>
                </a:effectLst>
              </a:rPr>
              <a:t>)</a:t>
            </a:r>
            <a:r>
              <a:rPr lang="zh-CN" altLang="en-US" dirty="0">
                <a:solidFill>
                  <a:srgbClr val="0000CC"/>
                </a:solidFill>
                <a:effectLst>
                  <a:outerShdw blurRad="38100" dist="38100" dir="2700000" algn="tl">
                    <a:srgbClr val="C0C0C0"/>
                  </a:outerShdw>
                </a:effectLst>
              </a:rPr>
              <a:t>，</a:t>
            </a:r>
            <a:r>
              <a:rPr lang="zh-CN" altLang="en-US" dirty="0"/>
              <a:t>散列函数</a:t>
            </a:r>
            <a:r>
              <a:rPr lang="en-US" altLang="zh-CN" dirty="0"/>
              <a:t>h</a:t>
            </a:r>
            <a:r>
              <a:rPr lang="zh-CN" altLang="en-US" dirty="0"/>
              <a:t>被称为是强无碰撞的</a:t>
            </a:r>
            <a:r>
              <a:rPr lang="en-US" altLang="zh-CN" dirty="0"/>
              <a:t>,</a:t>
            </a:r>
            <a:r>
              <a:rPr lang="zh-CN" altLang="en-US" dirty="0"/>
              <a:t>是指在计算上几乎不可能找到相异的</a:t>
            </a:r>
            <a:r>
              <a:rPr lang="en-US" altLang="zh-CN" dirty="0"/>
              <a:t>x</a:t>
            </a:r>
            <a:r>
              <a:rPr lang="zh-CN" altLang="en-US" dirty="0"/>
              <a:t>，</a:t>
            </a:r>
            <a:r>
              <a:rPr lang="en-US" altLang="zh-CN" dirty="0"/>
              <a:t>x'</a:t>
            </a:r>
            <a:r>
              <a:rPr lang="zh-CN" altLang="en-US" dirty="0"/>
              <a:t>使得</a:t>
            </a:r>
            <a:r>
              <a:rPr lang="en-US" altLang="zh-CN" dirty="0"/>
              <a:t>h(x)=h(x')</a:t>
            </a:r>
            <a:r>
              <a:rPr lang="zh-CN" altLang="en-US" dirty="0"/>
              <a:t>。</a:t>
            </a:r>
            <a:endParaRPr lang="zh-CN" altLang="en-US" dirty="0"/>
          </a:p>
          <a:p>
            <a:pPr lvl="1">
              <a:lnSpc>
                <a:spcPct val="150000"/>
              </a:lnSpc>
            </a:pPr>
            <a:r>
              <a:rPr lang="zh-CN" altLang="en-US" dirty="0">
                <a:solidFill>
                  <a:srgbClr val="FF0000"/>
                </a:solidFill>
                <a:effectLst>
                  <a:outerShdw blurRad="38100" dist="38100" dir="2700000" algn="tl">
                    <a:srgbClr val="C0C0C0"/>
                  </a:outerShdw>
                </a:effectLst>
              </a:rPr>
              <a:t>强无碰撞自然含弱无碰撞！</a:t>
            </a:r>
            <a:endParaRPr lang="en-US" altLang="zh-CN" dirty="0"/>
          </a:p>
        </p:txBody>
      </p:sp>
      <p:sp>
        <p:nvSpPr>
          <p:cNvPr id="4" name="灯片编号占位符 3"/>
          <p:cNvSpPr>
            <a:spLocks noGrp="1"/>
          </p:cNvSpPr>
          <p:nvPr>
            <p:ph type="sldNum" sz="quarter" idx="12"/>
          </p:nvPr>
        </p:nvSpPr>
        <p:spPr/>
        <p:txBody>
          <a:bodyPr/>
          <a:lstStyle/>
          <a:p>
            <a:fld id="{8D4D1E41-7A09-AB4A-A4E1-09765ADA2698}" type="slidenum">
              <a:rPr kumimoji="1" lang="zh-CN" altLang="en-US" smtClean="0"/>
            </a:fld>
            <a:endParaRPr kumimoji="1" lang="zh-CN" altLang="en-US"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t>6.2.2 </a:t>
            </a:r>
            <a:r>
              <a:rPr kumimoji="1" lang="zh-CN" altLang="zh-CN" dirty="0">
                <a:solidFill>
                  <a:prstClr val="black"/>
                </a:solidFill>
              </a:rPr>
              <a:t>散列函数的安全性</a:t>
            </a:r>
            <a:endParaRPr lang="zh-CN" altLang="en-US" dirty="0"/>
          </a:p>
        </p:txBody>
      </p:sp>
      <p:sp>
        <p:nvSpPr>
          <p:cNvPr id="3" name="内容占位符 2"/>
          <p:cNvSpPr>
            <a:spLocks noGrp="1"/>
          </p:cNvSpPr>
          <p:nvPr>
            <p:ph idx="1"/>
          </p:nvPr>
        </p:nvSpPr>
        <p:spPr/>
        <p:txBody>
          <a:bodyPr>
            <a:normAutofit/>
          </a:bodyPr>
          <a:lstStyle/>
          <a:p>
            <a:r>
              <a:rPr lang="zh-CN" altLang="en-US" dirty="0"/>
              <a:t>攻击安全散列函数的两种方法：分析法和蛮力攻击法</a:t>
            </a:r>
            <a:endParaRPr lang="en-US" altLang="zh-CN" dirty="0"/>
          </a:p>
          <a:p>
            <a:r>
              <a:rPr lang="zh-CN" altLang="en-US" dirty="0"/>
              <a:t>散列函数抵抗蛮力攻击的强度完全依赖散列码的长度：</a:t>
            </a:r>
            <a:endParaRPr lang="en-US" altLang="zh-CN" dirty="0"/>
          </a:p>
          <a:p>
            <a:endParaRPr lang="en-US" altLang="zh-CN" dirty="0"/>
          </a:p>
          <a:p>
            <a:endParaRPr lang="en-US" altLang="zh-CN" dirty="0"/>
          </a:p>
          <a:p>
            <a:endParaRPr lang="en-US" altLang="zh-CN" dirty="0"/>
          </a:p>
          <a:p>
            <a:endParaRPr lang="en-US" altLang="zh-CN" dirty="0"/>
          </a:p>
          <a:p>
            <a:endParaRPr lang="en-US" altLang="zh-CN" dirty="0"/>
          </a:p>
          <a:p>
            <a:r>
              <a:rPr lang="en-US" altLang="zh-CN" dirty="0"/>
              <a:t>MD5   128</a:t>
            </a:r>
            <a:r>
              <a:rPr lang="zh-CN" altLang="en-US" dirty="0"/>
              <a:t>位， </a:t>
            </a:r>
            <a:r>
              <a:rPr lang="en-US" altLang="zh-CN" dirty="0"/>
              <a:t>24</a:t>
            </a:r>
            <a:r>
              <a:rPr lang="zh-CN" altLang="en-US" dirty="0"/>
              <a:t>小时找到一个冲突</a:t>
            </a:r>
            <a:endParaRPr lang="zh-CN" altLang="en-US" dirty="0"/>
          </a:p>
          <a:p>
            <a:endParaRPr lang="en-US" altLang="zh-CN" dirty="0"/>
          </a:p>
        </p:txBody>
      </p:sp>
      <p:sp>
        <p:nvSpPr>
          <p:cNvPr id="4" name="灯片编号占位符 3"/>
          <p:cNvSpPr>
            <a:spLocks noGrp="1"/>
          </p:cNvSpPr>
          <p:nvPr>
            <p:ph type="sldNum" sz="quarter" idx="12"/>
          </p:nvPr>
        </p:nvSpPr>
        <p:spPr/>
        <p:txBody>
          <a:bodyPr/>
          <a:lstStyle/>
          <a:p>
            <a:fld id="{8D4D1E41-7A09-AB4A-A4E1-09765ADA2698}" type="slidenum">
              <a:rPr kumimoji="1" lang="zh-CN" altLang="en-US" smtClean="0"/>
            </a:fld>
            <a:endParaRPr kumimoji="1" lang="zh-CN" altLang="en-US" dirty="0"/>
          </a:p>
        </p:txBody>
      </p:sp>
      <p:graphicFrame>
        <p:nvGraphicFramePr>
          <p:cNvPr id="5" name="Group 20"/>
          <p:cNvGraphicFramePr>
            <a:graphicFrameLocks noGrp="1"/>
          </p:cNvGraphicFramePr>
          <p:nvPr/>
        </p:nvGraphicFramePr>
        <p:xfrm>
          <a:off x="2018805" y="2794659"/>
          <a:ext cx="7303324" cy="1828800"/>
        </p:xfrm>
        <a:graphic>
          <a:graphicData uri="http://schemas.openxmlformats.org/drawingml/2006/table">
            <a:tbl>
              <a:tblPr/>
              <a:tblGrid>
                <a:gridCol w="4702629"/>
                <a:gridCol w="2600695"/>
              </a:tblGrid>
              <a:tr h="609600">
                <a:tc>
                  <a:txBody>
                    <a:bodyPr/>
                    <a:lstStyle/>
                    <a:p>
                      <a:pPr marL="0" marR="0" lvl="0" indent="0" algn="ctr" defTabSz="914400" rtl="0" eaLnBrk="1" fontAlgn="base" latinLnBrk="0" hangingPunct="1">
                        <a:lnSpc>
                          <a:spcPct val="100000"/>
                        </a:lnSpc>
                        <a:spcBef>
                          <a:spcPct val="20000"/>
                        </a:spcBef>
                        <a:spcAft>
                          <a:spcPct val="0"/>
                        </a:spcAft>
                        <a:buClrTx/>
                        <a:buSzTx/>
                        <a:buFontTx/>
                        <a:buNone/>
                      </a:pPr>
                      <a:r>
                        <a:rPr kumimoji="1" lang="zh-CN" altLang="en-US" sz="2800" b="1" i="0" u="none" strike="noStrike" cap="none" normalizeH="0" baseline="0" dirty="0">
                          <a:ln>
                            <a:noFill/>
                          </a:ln>
                          <a:solidFill>
                            <a:srgbClr val="000066"/>
                          </a:solidFill>
                          <a:effectLst/>
                          <a:latin typeface="Times New Roman" panose="02020603050405020304" pitchFamily="18" charset="0"/>
                          <a:ea typeface="宋体" panose="02010600030101010101" pitchFamily="2" charset="-122"/>
                        </a:rPr>
                        <a:t>单向（抗原像）</a:t>
                      </a:r>
                      <a:endParaRPr kumimoji="1" lang="zh-CN" altLang="en-US" sz="2800" b="1" i="0" u="none" strike="noStrike" cap="none" normalizeH="0" baseline="0" dirty="0">
                        <a:ln>
                          <a:noFill/>
                        </a:ln>
                        <a:solidFill>
                          <a:srgbClr val="000066"/>
                        </a:solidFill>
                        <a:effectLst/>
                        <a:latin typeface="Times New Roman" panose="02020603050405020304" pitchFamily="18" charset="0"/>
                        <a:ea typeface="宋体" panose="02010600030101010101" pitchFamily="2" charset="-122"/>
                      </a:endParaRP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pPr>
                      <a:r>
                        <a:rPr kumimoji="1" lang="en-US" altLang="zh-CN" sz="2800" b="1" i="0" u="none" strike="noStrike" cap="none" normalizeH="0" baseline="0" dirty="0">
                          <a:ln>
                            <a:noFill/>
                          </a:ln>
                          <a:solidFill>
                            <a:srgbClr val="000066"/>
                          </a:solidFill>
                          <a:effectLst/>
                          <a:latin typeface="Times New Roman" panose="02020603050405020304" pitchFamily="18" charset="0"/>
                          <a:ea typeface="宋体" panose="02010600030101010101" pitchFamily="2" charset="-122"/>
                        </a:rPr>
                        <a:t>2</a:t>
                      </a:r>
                      <a:r>
                        <a:rPr kumimoji="1" lang="en-US" altLang="zh-CN" sz="2800" b="1" i="0" u="none" strike="noStrike" cap="none" normalizeH="0" baseline="30000" dirty="0">
                          <a:ln>
                            <a:noFill/>
                          </a:ln>
                          <a:solidFill>
                            <a:srgbClr val="000066"/>
                          </a:solidFill>
                          <a:effectLst/>
                          <a:latin typeface="Times New Roman" panose="02020603050405020304" pitchFamily="18" charset="0"/>
                          <a:ea typeface="宋体" panose="02010600030101010101" pitchFamily="2" charset="-122"/>
                        </a:rPr>
                        <a:t>n</a:t>
                      </a:r>
                      <a:endParaRPr kumimoji="1" lang="en-US" altLang="zh-CN" sz="2800" b="1" i="0" u="none" strike="noStrike" cap="none" normalizeH="0" baseline="30000" dirty="0">
                        <a:ln>
                          <a:noFill/>
                        </a:ln>
                        <a:solidFill>
                          <a:srgbClr val="000066"/>
                        </a:solidFill>
                        <a:effectLst/>
                        <a:latin typeface="Times New Roman" panose="02020603050405020304" pitchFamily="18" charset="0"/>
                        <a:ea typeface="宋体" panose="02010600030101010101" pitchFamily="2" charset="-122"/>
                      </a:endParaRP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r h="609600">
                <a:tc>
                  <a:txBody>
                    <a:bodyPr/>
                    <a:lstStyle/>
                    <a:p>
                      <a:pPr marL="0" marR="0" lvl="0" indent="0" algn="ctr" defTabSz="914400" rtl="0" eaLnBrk="1" fontAlgn="base" latinLnBrk="0" hangingPunct="1">
                        <a:lnSpc>
                          <a:spcPct val="100000"/>
                        </a:lnSpc>
                        <a:spcBef>
                          <a:spcPct val="20000"/>
                        </a:spcBef>
                        <a:spcAft>
                          <a:spcPct val="0"/>
                        </a:spcAft>
                        <a:buClrTx/>
                        <a:buSzTx/>
                        <a:buFontTx/>
                        <a:buNone/>
                      </a:pPr>
                      <a:r>
                        <a:rPr kumimoji="1" lang="zh-CN" altLang="en-US" sz="2800" b="1" i="0" u="none" strike="noStrike" cap="none" normalizeH="0" baseline="0" dirty="0">
                          <a:ln>
                            <a:noFill/>
                          </a:ln>
                          <a:solidFill>
                            <a:srgbClr val="000066"/>
                          </a:solidFill>
                          <a:effectLst/>
                          <a:latin typeface="Times New Roman" panose="02020603050405020304" pitchFamily="18" charset="0"/>
                          <a:ea typeface="宋体" panose="02010600030101010101" pitchFamily="2" charset="-122"/>
                        </a:rPr>
                        <a:t>弱无碰撞（抗第二原像）</a:t>
                      </a:r>
                      <a:endParaRPr kumimoji="1" lang="zh-CN" altLang="en-US" sz="2800" b="1" i="0" u="none" strike="noStrike" cap="none" normalizeH="0" baseline="0" dirty="0">
                        <a:ln>
                          <a:noFill/>
                        </a:ln>
                        <a:solidFill>
                          <a:srgbClr val="000066"/>
                        </a:solidFill>
                        <a:effectLst/>
                        <a:latin typeface="Times New Roman" panose="02020603050405020304" pitchFamily="18" charset="0"/>
                        <a:ea typeface="宋体" panose="02010600030101010101" pitchFamily="2" charset="-122"/>
                      </a:endParaRP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pPr>
                      <a:r>
                        <a:rPr kumimoji="1" lang="en-US" altLang="zh-CN" sz="2800" b="1" i="0" u="none" strike="noStrike" cap="none" normalizeH="0" baseline="0">
                          <a:ln>
                            <a:noFill/>
                          </a:ln>
                          <a:solidFill>
                            <a:srgbClr val="000066"/>
                          </a:solidFill>
                          <a:effectLst/>
                          <a:latin typeface="Times New Roman" panose="02020603050405020304" pitchFamily="18" charset="0"/>
                          <a:ea typeface="宋体" panose="02010600030101010101" pitchFamily="2" charset="-122"/>
                        </a:rPr>
                        <a:t>2</a:t>
                      </a:r>
                      <a:r>
                        <a:rPr kumimoji="1" lang="en-US" altLang="zh-CN" sz="2800" b="1" i="0" u="none" strike="noStrike" cap="none" normalizeH="0" baseline="30000">
                          <a:ln>
                            <a:noFill/>
                          </a:ln>
                          <a:solidFill>
                            <a:srgbClr val="000066"/>
                          </a:solidFill>
                          <a:effectLst/>
                          <a:latin typeface="Times New Roman" panose="02020603050405020304" pitchFamily="18" charset="0"/>
                          <a:ea typeface="宋体" panose="02010600030101010101" pitchFamily="2" charset="-122"/>
                        </a:rPr>
                        <a:t>n</a:t>
                      </a:r>
                      <a:endParaRPr kumimoji="1" lang="en-US" altLang="zh-CN" sz="2800" b="1" i="0" u="none" strike="noStrike" cap="none" normalizeH="0" baseline="30000">
                        <a:ln>
                          <a:noFill/>
                        </a:ln>
                        <a:solidFill>
                          <a:srgbClr val="000066"/>
                        </a:solidFill>
                        <a:effectLst/>
                        <a:latin typeface="Times New Roman" panose="02020603050405020304" pitchFamily="18" charset="0"/>
                        <a:ea typeface="宋体" panose="02010600030101010101" pitchFamily="2" charset="-122"/>
                      </a:endParaRP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r h="609600">
                <a:tc>
                  <a:txBody>
                    <a:bodyPr/>
                    <a:lstStyle/>
                    <a:p>
                      <a:pPr marL="0" marR="0" lvl="0" indent="0" algn="ctr" defTabSz="914400" rtl="0" eaLnBrk="1" fontAlgn="base" latinLnBrk="0" hangingPunct="1">
                        <a:lnSpc>
                          <a:spcPct val="100000"/>
                        </a:lnSpc>
                        <a:spcBef>
                          <a:spcPct val="20000"/>
                        </a:spcBef>
                        <a:spcAft>
                          <a:spcPct val="0"/>
                        </a:spcAft>
                        <a:buClrTx/>
                        <a:buSzTx/>
                        <a:buFontTx/>
                        <a:buNone/>
                      </a:pPr>
                      <a:r>
                        <a:rPr kumimoji="1" lang="zh-CN" altLang="en-US" sz="2800" b="1" i="0" u="none" strike="noStrike" cap="none" normalizeH="0" baseline="0" dirty="0">
                          <a:ln>
                            <a:noFill/>
                          </a:ln>
                          <a:solidFill>
                            <a:srgbClr val="000066"/>
                          </a:solidFill>
                          <a:effectLst/>
                          <a:latin typeface="Times New Roman" panose="02020603050405020304" pitchFamily="18" charset="0"/>
                          <a:ea typeface="宋体" panose="02010600030101010101" pitchFamily="2" charset="-122"/>
                        </a:rPr>
                        <a:t>强无碰撞</a:t>
                      </a:r>
                      <a:endParaRPr kumimoji="1" lang="zh-CN" altLang="en-US" sz="2800" b="1" i="0" u="none" strike="noStrike" cap="none" normalizeH="0" baseline="0" dirty="0">
                        <a:ln>
                          <a:noFill/>
                        </a:ln>
                        <a:solidFill>
                          <a:srgbClr val="000066"/>
                        </a:solidFill>
                        <a:effectLst/>
                        <a:latin typeface="Times New Roman" panose="02020603050405020304" pitchFamily="18" charset="0"/>
                        <a:ea typeface="宋体" panose="02010600030101010101" pitchFamily="2" charset="-122"/>
                      </a:endParaRP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pPr>
                      <a:r>
                        <a:rPr kumimoji="1" lang="en-US" altLang="zh-CN" sz="2800" b="1" i="0" u="none" strike="noStrike" cap="none" normalizeH="0" baseline="0" dirty="0">
                          <a:ln>
                            <a:noFill/>
                          </a:ln>
                          <a:solidFill>
                            <a:srgbClr val="000066"/>
                          </a:solidFill>
                          <a:effectLst/>
                          <a:latin typeface="Times New Roman" panose="02020603050405020304" pitchFamily="18" charset="0"/>
                          <a:ea typeface="宋体" panose="02010600030101010101" pitchFamily="2" charset="-122"/>
                        </a:rPr>
                        <a:t>2</a:t>
                      </a:r>
                      <a:r>
                        <a:rPr kumimoji="1" lang="en-US" altLang="zh-CN" sz="2800" b="1" i="0" u="none" strike="noStrike" cap="none" normalizeH="0" baseline="30000" dirty="0">
                          <a:ln>
                            <a:noFill/>
                          </a:ln>
                          <a:solidFill>
                            <a:srgbClr val="000066"/>
                          </a:solidFill>
                          <a:effectLst/>
                          <a:latin typeface="Times New Roman" panose="02020603050405020304" pitchFamily="18" charset="0"/>
                          <a:ea typeface="宋体" panose="02010600030101010101" pitchFamily="2" charset="-122"/>
                        </a:rPr>
                        <a:t>n/2</a:t>
                      </a:r>
                      <a:endParaRPr kumimoji="1" lang="en-US" altLang="zh-CN" sz="2800" b="1" i="0" u="none" strike="noStrike" cap="none" normalizeH="0" baseline="30000" dirty="0">
                        <a:ln>
                          <a:noFill/>
                        </a:ln>
                        <a:solidFill>
                          <a:srgbClr val="000066"/>
                        </a:solidFill>
                        <a:effectLst/>
                        <a:latin typeface="Times New Roman" panose="02020603050405020304" pitchFamily="18" charset="0"/>
                        <a:ea typeface="宋体" panose="02010600030101010101" pitchFamily="2" charset="-122"/>
                      </a:endParaRP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r>
            </a:tbl>
          </a:graphicData>
        </a:graphic>
      </p:graphicFrame>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t>6.2.2 </a:t>
            </a:r>
            <a:r>
              <a:rPr kumimoji="1" lang="zh-CN" altLang="zh-CN" dirty="0">
                <a:solidFill>
                  <a:prstClr val="black"/>
                </a:solidFill>
              </a:rPr>
              <a:t>散列函数的安全性</a:t>
            </a:r>
            <a:endParaRPr lang="zh-CN" altLang="en-US" dirty="0"/>
          </a:p>
        </p:txBody>
      </p:sp>
      <p:sp>
        <p:nvSpPr>
          <p:cNvPr id="3" name="内容占位符 2"/>
          <p:cNvSpPr>
            <a:spLocks noGrp="1"/>
          </p:cNvSpPr>
          <p:nvPr>
            <p:ph idx="1"/>
          </p:nvPr>
        </p:nvSpPr>
        <p:spPr/>
        <p:txBody>
          <a:bodyPr>
            <a:normAutofit/>
          </a:bodyPr>
          <a:lstStyle/>
          <a:p>
            <a:pPr>
              <a:lnSpc>
                <a:spcPct val="150000"/>
              </a:lnSpc>
            </a:pPr>
            <a:r>
              <a:rPr lang="zh-CN" altLang="en-US" dirty="0"/>
              <a:t>生日攻击</a:t>
            </a:r>
            <a:endParaRPr lang="en-US" altLang="zh-CN" dirty="0"/>
          </a:p>
          <a:p>
            <a:pPr lvl="1">
              <a:lnSpc>
                <a:spcPct val="150000"/>
              </a:lnSpc>
            </a:pPr>
            <a:r>
              <a:rPr lang="zh-CN" altLang="en-US" dirty="0"/>
              <a:t>假定使用</a:t>
            </a:r>
            <a:r>
              <a:rPr lang="en-US" altLang="zh-CN" dirty="0"/>
              <a:t>64</a:t>
            </a:r>
            <a:r>
              <a:rPr lang="zh-CN" altLang="en-US" dirty="0"/>
              <a:t>位的散列码</a:t>
            </a:r>
            <a:r>
              <a:rPr lang="en-US" altLang="zh-CN" dirty="0"/>
              <a:t>,</a:t>
            </a:r>
            <a:r>
              <a:rPr lang="zh-CN" altLang="en-US" dirty="0"/>
              <a:t>是否安全</a:t>
            </a:r>
            <a:r>
              <a:rPr lang="en-US" altLang="zh-CN" dirty="0"/>
              <a:t>?</a:t>
            </a:r>
            <a:endParaRPr lang="en-US" altLang="zh-CN" dirty="0"/>
          </a:p>
          <a:p>
            <a:pPr lvl="1">
              <a:lnSpc>
                <a:spcPct val="150000"/>
              </a:lnSpc>
            </a:pPr>
            <a:r>
              <a:rPr lang="zh-CN" altLang="en-US" dirty="0"/>
              <a:t>如果采用传输加密的散列码和不加密的报文</a:t>
            </a:r>
            <a:r>
              <a:rPr lang="en-US" altLang="zh-CN" dirty="0"/>
              <a:t>M</a:t>
            </a:r>
            <a:r>
              <a:rPr lang="zh-CN" altLang="en-US" dirty="0"/>
              <a:t>，对手需要找到</a:t>
            </a:r>
            <a:r>
              <a:rPr lang="en-US" altLang="zh-CN" dirty="0"/>
              <a:t>M </a:t>
            </a:r>
            <a:r>
              <a:rPr lang="en-US" altLang="zh-CN" dirty="0">
                <a:sym typeface="Symbol" panose="05050102010706020507" pitchFamily="18" charset="2"/>
              </a:rPr>
              <a:t></a:t>
            </a:r>
            <a:r>
              <a:rPr lang="zh-CN" altLang="en-US" dirty="0"/>
              <a:t>，使得</a:t>
            </a:r>
            <a:r>
              <a:rPr lang="en-US" altLang="zh-CN" dirty="0"/>
              <a:t>H(M</a:t>
            </a:r>
            <a:r>
              <a:rPr lang="en-US" altLang="zh-CN" dirty="0">
                <a:sym typeface="Symbol" panose="05050102010706020507" pitchFamily="18" charset="2"/>
              </a:rPr>
              <a:t></a:t>
            </a:r>
            <a:r>
              <a:rPr lang="en-US" altLang="zh-CN" dirty="0"/>
              <a:t>)=H(M)</a:t>
            </a:r>
            <a:r>
              <a:rPr lang="zh-CN" altLang="en-US" dirty="0"/>
              <a:t>，以便使用替代报文来欺骗接收者。</a:t>
            </a:r>
            <a:endParaRPr lang="en-US" altLang="zh-CN" dirty="0"/>
          </a:p>
          <a:p>
            <a:pPr lvl="1">
              <a:lnSpc>
                <a:spcPct val="150000"/>
              </a:lnSpc>
            </a:pPr>
            <a:r>
              <a:rPr lang="zh-CN" altLang="en-US" dirty="0"/>
              <a:t>一种基于生日悖论的攻击可能做到这一点</a:t>
            </a:r>
            <a:endParaRPr lang="en-US" altLang="zh-CN" dirty="0"/>
          </a:p>
          <a:p>
            <a:pPr>
              <a:lnSpc>
                <a:spcPct val="150000"/>
              </a:lnSpc>
            </a:pPr>
            <a:endParaRPr lang="en-US" altLang="zh-CN" dirty="0"/>
          </a:p>
          <a:p>
            <a:endParaRPr lang="en-US" altLang="zh-CN" dirty="0"/>
          </a:p>
        </p:txBody>
      </p:sp>
      <p:sp>
        <p:nvSpPr>
          <p:cNvPr id="4" name="灯片编号占位符 3"/>
          <p:cNvSpPr>
            <a:spLocks noGrp="1"/>
          </p:cNvSpPr>
          <p:nvPr>
            <p:ph type="sldNum" sz="quarter" idx="12"/>
          </p:nvPr>
        </p:nvSpPr>
        <p:spPr/>
        <p:txBody>
          <a:bodyPr/>
          <a:lstStyle/>
          <a:p>
            <a:fld id="{8D4D1E41-7A09-AB4A-A4E1-09765ADA2698}" type="slidenum">
              <a:rPr kumimoji="1" lang="zh-CN" altLang="en-US" smtClean="0"/>
            </a:fld>
            <a:endParaRPr kumimoji="1" lang="zh-CN" altLang="en-US"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t>6.2.2 </a:t>
            </a:r>
            <a:r>
              <a:rPr kumimoji="1" lang="zh-CN" altLang="zh-CN" dirty="0">
                <a:solidFill>
                  <a:prstClr val="black"/>
                </a:solidFill>
              </a:rPr>
              <a:t>散列函数的安全性</a:t>
            </a:r>
            <a:endParaRPr lang="zh-CN" altLang="en-US" dirty="0"/>
          </a:p>
        </p:txBody>
      </p:sp>
      <p:sp>
        <p:nvSpPr>
          <p:cNvPr id="3" name="内容占位符 2"/>
          <p:cNvSpPr>
            <a:spLocks noGrp="1"/>
          </p:cNvSpPr>
          <p:nvPr>
            <p:ph idx="1"/>
          </p:nvPr>
        </p:nvSpPr>
        <p:spPr>
          <a:xfrm>
            <a:off x="838199" y="1510758"/>
            <a:ext cx="6453249" cy="4586694"/>
          </a:xfrm>
        </p:spPr>
        <p:txBody>
          <a:bodyPr>
            <a:normAutofit/>
          </a:bodyPr>
          <a:lstStyle/>
          <a:p>
            <a:pPr>
              <a:lnSpc>
                <a:spcPct val="150000"/>
              </a:lnSpc>
            </a:pPr>
            <a:r>
              <a:rPr lang="zh-CN" altLang="en-US" dirty="0"/>
              <a:t>生日攻击</a:t>
            </a:r>
            <a:endParaRPr lang="en-US" altLang="zh-CN" dirty="0"/>
          </a:p>
          <a:p>
            <a:pPr lvl="1">
              <a:lnSpc>
                <a:spcPct val="150000"/>
              </a:lnSpc>
            </a:pPr>
            <a:r>
              <a:rPr lang="zh-CN" altLang="en-US" dirty="0"/>
              <a:t>生日问题：一个教室中，最少应有多少学生，才使至少有两人具有相同生日的概率不小于</a:t>
            </a:r>
            <a:r>
              <a:rPr lang="en-US" altLang="zh-CN" dirty="0"/>
              <a:t>1/2</a:t>
            </a:r>
            <a:r>
              <a:rPr lang="zh-CN" altLang="en-US" dirty="0"/>
              <a:t>？</a:t>
            </a:r>
            <a:endParaRPr lang="zh-CN" altLang="en-US" dirty="0"/>
          </a:p>
          <a:p>
            <a:pPr lvl="1">
              <a:lnSpc>
                <a:spcPct val="150000"/>
              </a:lnSpc>
            </a:pPr>
            <a:r>
              <a:rPr lang="zh-CN" altLang="en-US" dirty="0"/>
              <a:t>概率结果与人的直觉是相违背的</a:t>
            </a:r>
            <a:r>
              <a:rPr lang="en-US" altLang="zh-CN" dirty="0"/>
              <a:t>.</a:t>
            </a:r>
            <a:endParaRPr lang="en-US" altLang="zh-CN" dirty="0"/>
          </a:p>
          <a:p>
            <a:pPr lvl="1">
              <a:lnSpc>
                <a:spcPct val="150000"/>
              </a:lnSpc>
            </a:pPr>
            <a:r>
              <a:rPr lang="zh-CN" altLang="en-US" dirty="0"/>
              <a:t>实际上只需</a:t>
            </a:r>
            <a:r>
              <a:rPr lang="en-US" altLang="zh-CN" dirty="0"/>
              <a:t>23</a:t>
            </a:r>
            <a:r>
              <a:rPr lang="zh-CN" altLang="en-US" dirty="0"/>
              <a:t>人</a:t>
            </a:r>
            <a:r>
              <a:rPr lang="en-US" altLang="zh-CN" dirty="0"/>
              <a:t>,</a:t>
            </a:r>
            <a:r>
              <a:rPr lang="zh-CN" altLang="en-US" dirty="0"/>
              <a:t>即任找</a:t>
            </a:r>
            <a:r>
              <a:rPr lang="en-US" altLang="zh-CN" dirty="0"/>
              <a:t>23</a:t>
            </a:r>
            <a:r>
              <a:rPr lang="zh-CN" altLang="en-US" dirty="0"/>
              <a:t>人，从中总能选出两人具有相同生日的概率至少为</a:t>
            </a:r>
            <a:r>
              <a:rPr lang="en-US" altLang="zh-CN" dirty="0"/>
              <a:t>1/2</a:t>
            </a:r>
            <a:r>
              <a:rPr lang="zh-CN" altLang="en-US" dirty="0"/>
              <a:t>。</a:t>
            </a:r>
            <a:endParaRPr lang="en-US" altLang="zh-CN" dirty="0"/>
          </a:p>
          <a:p>
            <a:endParaRPr lang="en-US" altLang="zh-CN" dirty="0"/>
          </a:p>
        </p:txBody>
      </p:sp>
      <p:sp>
        <p:nvSpPr>
          <p:cNvPr id="4" name="灯片编号占位符 3"/>
          <p:cNvSpPr>
            <a:spLocks noGrp="1"/>
          </p:cNvSpPr>
          <p:nvPr>
            <p:ph type="sldNum" sz="quarter" idx="12"/>
          </p:nvPr>
        </p:nvSpPr>
        <p:spPr/>
        <p:txBody>
          <a:bodyPr/>
          <a:lstStyle/>
          <a:p>
            <a:fld id="{8D4D1E41-7A09-AB4A-A4E1-09765ADA2698}" type="slidenum">
              <a:rPr kumimoji="1" lang="zh-CN" altLang="en-US" smtClean="0"/>
            </a:fld>
            <a:endParaRPr kumimoji="1" lang="zh-CN" altLang="en-US" dirty="0"/>
          </a:p>
        </p:txBody>
      </p:sp>
      <p:pic>
        <p:nvPicPr>
          <p:cNvPr id="5" name="Picture 4"/>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7608248" y="1075192"/>
            <a:ext cx="3305175" cy="54578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t>6.2.3 </a:t>
            </a:r>
            <a:r>
              <a:rPr kumimoji="1" lang="zh-CN" altLang="zh-CN" dirty="0">
                <a:solidFill>
                  <a:prstClr val="black"/>
                </a:solidFill>
              </a:rPr>
              <a:t>简单散列函数</a:t>
            </a:r>
            <a:endParaRPr lang="zh-CN" altLang="en-US" dirty="0"/>
          </a:p>
        </p:txBody>
      </p:sp>
      <p:sp>
        <p:nvSpPr>
          <p:cNvPr id="3" name="内容占位符 2"/>
          <p:cNvSpPr>
            <a:spLocks noGrp="1"/>
          </p:cNvSpPr>
          <p:nvPr>
            <p:ph idx="1"/>
          </p:nvPr>
        </p:nvSpPr>
        <p:spPr>
          <a:xfrm>
            <a:off x="838200" y="1353787"/>
            <a:ext cx="10515600" cy="5139087"/>
          </a:xfrm>
        </p:spPr>
        <p:txBody>
          <a:bodyPr>
            <a:normAutofit fontScale="92500" lnSpcReduction="20000"/>
          </a:bodyPr>
          <a:lstStyle/>
          <a:p>
            <a:pPr>
              <a:lnSpc>
                <a:spcPct val="150000"/>
              </a:lnSpc>
              <a:spcBef>
                <a:spcPct val="0"/>
              </a:spcBef>
              <a:buClr>
                <a:srgbClr val="000066"/>
              </a:buClr>
              <a:buSzPct val="80000"/>
            </a:pPr>
            <a:r>
              <a:rPr lang="zh-CN" altLang="en-US" dirty="0"/>
              <a:t>用对称加密算法构造</a:t>
            </a:r>
            <a:r>
              <a:rPr lang="en-US" altLang="zh-CN" dirty="0"/>
              <a:t>hash</a:t>
            </a:r>
            <a:r>
              <a:rPr lang="zh-CN" altLang="en-US" dirty="0"/>
              <a:t>函数 </a:t>
            </a:r>
            <a:endParaRPr lang="zh-CN" altLang="en-US" dirty="0"/>
          </a:p>
          <a:p>
            <a:pPr lvl="1">
              <a:lnSpc>
                <a:spcPct val="150000"/>
              </a:lnSpc>
              <a:spcBef>
                <a:spcPct val="0"/>
              </a:spcBef>
              <a:buClr>
                <a:srgbClr val="000066"/>
              </a:buClr>
              <a:buSzPct val="80000"/>
            </a:pPr>
            <a:r>
              <a:rPr lang="en-US" altLang="zh-CN" dirty="0"/>
              <a:t>M=(M</a:t>
            </a:r>
            <a:r>
              <a:rPr lang="en-US" altLang="zh-CN" baseline="-25000" dirty="0"/>
              <a:t>1</a:t>
            </a:r>
            <a:r>
              <a:rPr lang="en-US" altLang="zh-CN" dirty="0"/>
              <a:t>,M</a:t>
            </a:r>
            <a:r>
              <a:rPr lang="en-US" altLang="zh-CN" baseline="-25000" dirty="0"/>
              <a:t>2</a:t>
            </a:r>
            <a:r>
              <a:rPr lang="en-US" altLang="zh-CN" dirty="0"/>
              <a:t>,…,M</a:t>
            </a:r>
            <a:r>
              <a:rPr lang="en-US" altLang="zh-CN" baseline="-25000" dirty="0"/>
              <a:t>t</a:t>
            </a:r>
            <a:r>
              <a:rPr lang="en-US" altLang="zh-CN" dirty="0"/>
              <a:t>),  H</a:t>
            </a:r>
            <a:r>
              <a:rPr lang="en-US" altLang="zh-CN" baseline="-25000" dirty="0"/>
              <a:t>0</a:t>
            </a:r>
            <a:r>
              <a:rPr lang="en-US" altLang="zh-CN" dirty="0"/>
              <a:t>=Initial value </a:t>
            </a:r>
            <a:endParaRPr lang="en-US" altLang="zh-CN" dirty="0"/>
          </a:p>
          <a:p>
            <a:pPr lvl="1">
              <a:lnSpc>
                <a:spcPct val="150000"/>
              </a:lnSpc>
              <a:spcBef>
                <a:spcPct val="0"/>
              </a:spcBef>
              <a:buClr>
                <a:srgbClr val="000066"/>
              </a:buClr>
              <a:buSzPct val="80000"/>
              <a:buNone/>
            </a:pPr>
            <a:r>
              <a:rPr lang="en-US" altLang="zh-CN" dirty="0"/>
              <a:t>	H</a:t>
            </a:r>
            <a:r>
              <a:rPr lang="en-US" altLang="zh-CN" baseline="-25000" dirty="0"/>
              <a:t>i</a:t>
            </a:r>
            <a:r>
              <a:rPr lang="en-US" altLang="zh-CN" dirty="0"/>
              <a:t>=f(M</a:t>
            </a:r>
            <a:r>
              <a:rPr lang="en-US" altLang="zh-CN" baseline="-25000" dirty="0"/>
              <a:t>i</a:t>
            </a:r>
            <a:r>
              <a:rPr lang="en-US" altLang="zh-CN" dirty="0"/>
              <a:t>,H</a:t>
            </a:r>
            <a:r>
              <a:rPr lang="en-US" altLang="zh-CN" baseline="-25000" dirty="0"/>
              <a:t>i-1</a:t>
            </a:r>
            <a:r>
              <a:rPr lang="en-US" altLang="zh-CN" dirty="0"/>
              <a:t>), </a:t>
            </a:r>
            <a:r>
              <a:rPr lang="zh-CN" altLang="en-US" dirty="0"/>
              <a:t>例如</a:t>
            </a:r>
            <a:r>
              <a:rPr lang="en-US" altLang="zh-CN" dirty="0"/>
              <a:t>H</a:t>
            </a:r>
            <a:r>
              <a:rPr lang="en-US" altLang="zh-CN" baseline="-25000" dirty="0"/>
              <a:t>i</a:t>
            </a:r>
            <a:r>
              <a:rPr lang="en-US" altLang="zh-CN" dirty="0"/>
              <a:t>=</a:t>
            </a:r>
            <a:r>
              <a:rPr lang="en-US" altLang="zh-CN" dirty="0" err="1"/>
              <a:t>E</a:t>
            </a:r>
            <a:r>
              <a:rPr lang="en-US" altLang="zh-CN" baseline="-25000" dirty="0" err="1"/>
              <a:t>Mi</a:t>
            </a:r>
            <a:r>
              <a:rPr lang="en-US" altLang="zh-CN" dirty="0"/>
              <a:t>(H</a:t>
            </a:r>
            <a:r>
              <a:rPr lang="en-US" altLang="zh-CN" baseline="-25000" dirty="0"/>
              <a:t>i-1</a:t>
            </a:r>
            <a:r>
              <a:rPr lang="en-US" altLang="zh-CN" dirty="0"/>
              <a:t>)</a:t>
            </a:r>
            <a:endParaRPr lang="en-US" altLang="zh-CN" dirty="0"/>
          </a:p>
          <a:p>
            <a:pPr lvl="1">
              <a:lnSpc>
                <a:spcPct val="150000"/>
              </a:lnSpc>
              <a:spcBef>
                <a:spcPct val="0"/>
              </a:spcBef>
              <a:buClr>
                <a:srgbClr val="000066"/>
              </a:buClr>
              <a:buSzPct val="80000"/>
              <a:buNone/>
            </a:pPr>
            <a:r>
              <a:rPr lang="en-US" altLang="zh-CN" dirty="0"/>
              <a:t> 	hash: </a:t>
            </a:r>
            <a:r>
              <a:rPr lang="en-US" altLang="zh-CN" dirty="0" err="1"/>
              <a:t>H</a:t>
            </a:r>
            <a:r>
              <a:rPr lang="en-US" altLang="zh-CN" baseline="-25000" dirty="0" err="1"/>
              <a:t>t</a:t>
            </a:r>
            <a:endParaRPr lang="en-US" altLang="zh-CN" dirty="0"/>
          </a:p>
          <a:p>
            <a:pPr lvl="1">
              <a:lnSpc>
                <a:spcPct val="150000"/>
              </a:lnSpc>
              <a:spcBef>
                <a:spcPct val="0"/>
              </a:spcBef>
              <a:buClr>
                <a:srgbClr val="000066"/>
              </a:buClr>
            </a:pPr>
            <a:r>
              <a:rPr lang="zh-CN" altLang="en-US" dirty="0"/>
              <a:t>速度慢</a:t>
            </a:r>
            <a:r>
              <a:rPr lang="en-US" altLang="zh-CN" dirty="0"/>
              <a:t>,</a:t>
            </a:r>
            <a:r>
              <a:rPr lang="zh-CN" altLang="en-US" dirty="0"/>
              <a:t>且许多这样的</a:t>
            </a:r>
            <a:r>
              <a:rPr lang="en-US" altLang="zh-CN" dirty="0"/>
              <a:t>hash</a:t>
            </a:r>
            <a:r>
              <a:rPr lang="zh-CN" altLang="en-US" dirty="0"/>
              <a:t>函数被证明不安全</a:t>
            </a:r>
            <a:r>
              <a:rPr lang="en-US" altLang="zh-CN" dirty="0"/>
              <a:t>(</a:t>
            </a:r>
            <a:r>
              <a:rPr lang="zh-CN" altLang="en-US" dirty="0"/>
              <a:t>与</a:t>
            </a:r>
            <a:r>
              <a:rPr lang="en-US" altLang="zh-CN" dirty="0"/>
              <a:t>E</a:t>
            </a:r>
            <a:r>
              <a:rPr lang="zh-CN" altLang="en-US" dirty="0"/>
              <a:t>的安全性无关</a:t>
            </a:r>
            <a:r>
              <a:rPr lang="en-US" altLang="zh-CN" dirty="0"/>
              <a:t>) </a:t>
            </a:r>
            <a:r>
              <a:rPr lang="zh-CN" altLang="en-US" dirty="0">
                <a:highlight>
                  <a:srgbClr val="FFFF00"/>
                </a:highlight>
              </a:rPr>
              <a:t>可逆性</a:t>
            </a:r>
            <a:endParaRPr lang="en-US" altLang="zh-CN" dirty="0">
              <a:highlight>
                <a:srgbClr val="FFFF00"/>
              </a:highlight>
            </a:endParaRPr>
          </a:p>
          <a:p>
            <a:pPr>
              <a:lnSpc>
                <a:spcPct val="150000"/>
              </a:lnSpc>
              <a:spcBef>
                <a:spcPct val="0"/>
              </a:spcBef>
              <a:buClr>
                <a:srgbClr val="000066"/>
              </a:buClr>
              <a:buSzPct val="80000"/>
            </a:pPr>
            <a:r>
              <a:rPr lang="zh-CN" altLang="en-US" dirty="0"/>
              <a:t>下面的四种可能是安全的</a:t>
            </a:r>
            <a:r>
              <a:rPr lang="en-US" altLang="zh-CN" dirty="0"/>
              <a:t>:</a:t>
            </a:r>
            <a:endParaRPr lang="en-US" altLang="zh-CN" dirty="0"/>
          </a:p>
          <a:p>
            <a:pPr lvl="1">
              <a:lnSpc>
                <a:spcPct val="150000"/>
              </a:lnSpc>
              <a:spcBef>
                <a:spcPct val="0"/>
              </a:spcBef>
              <a:buClr>
                <a:schemeClr val="folHlink"/>
              </a:buClr>
              <a:buSzPct val="80000"/>
              <a:buNone/>
            </a:pPr>
            <a:r>
              <a:rPr lang="en-US" altLang="zh-CN" dirty="0">
                <a:sym typeface="Wingdings" panose="05000000000000000000" pitchFamily="2" charset="2"/>
              </a:rPr>
              <a:t></a:t>
            </a:r>
            <a:r>
              <a:rPr lang="en-US" altLang="zh-CN" dirty="0"/>
              <a:t>H</a:t>
            </a:r>
            <a:r>
              <a:rPr lang="en-US" altLang="zh-CN" baseline="-25000" dirty="0"/>
              <a:t>i</a:t>
            </a:r>
            <a:r>
              <a:rPr lang="en-US" altLang="zh-CN" dirty="0"/>
              <a:t>=E</a:t>
            </a:r>
            <a:r>
              <a:rPr lang="en-US" altLang="zh-CN" baseline="-25000" dirty="0"/>
              <a:t>Hi-1</a:t>
            </a:r>
            <a:r>
              <a:rPr lang="en-US" altLang="zh-CN" dirty="0"/>
              <a:t>(M</a:t>
            </a:r>
            <a:r>
              <a:rPr lang="en-US" altLang="zh-CN" baseline="-25000" dirty="0"/>
              <a:t>i</a:t>
            </a:r>
            <a:r>
              <a:rPr lang="en-US" altLang="zh-CN" dirty="0"/>
              <a:t>)</a:t>
            </a:r>
            <a:r>
              <a:rPr lang="en-US" altLang="zh-CN" dirty="0">
                <a:sym typeface="Symbol" panose="05050102010706020507" pitchFamily="18" charset="2"/>
              </a:rPr>
              <a:t></a:t>
            </a:r>
            <a:r>
              <a:rPr lang="en-US" altLang="zh-CN" dirty="0"/>
              <a:t>M</a:t>
            </a:r>
            <a:r>
              <a:rPr lang="en-US" altLang="zh-CN" baseline="-25000" dirty="0"/>
              <a:t>i      </a:t>
            </a:r>
            <a:endParaRPr lang="en-US" altLang="zh-CN" baseline="-25000" dirty="0"/>
          </a:p>
          <a:p>
            <a:pPr lvl="1">
              <a:lnSpc>
                <a:spcPct val="150000"/>
              </a:lnSpc>
              <a:spcBef>
                <a:spcPct val="0"/>
              </a:spcBef>
              <a:buClr>
                <a:schemeClr val="folHlink"/>
              </a:buClr>
              <a:buSzPct val="80000"/>
              <a:buNone/>
            </a:pPr>
            <a:r>
              <a:rPr lang="en-US" altLang="zh-CN" dirty="0">
                <a:sym typeface="Wingdings" panose="05000000000000000000" pitchFamily="2" charset="2"/>
              </a:rPr>
              <a:t></a:t>
            </a:r>
            <a:r>
              <a:rPr lang="en-US" altLang="zh-CN" dirty="0"/>
              <a:t>H</a:t>
            </a:r>
            <a:r>
              <a:rPr lang="en-US" altLang="zh-CN" baseline="-25000" dirty="0"/>
              <a:t>i</a:t>
            </a:r>
            <a:r>
              <a:rPr lang="en-US" altLang="zh-CN" dirty="0"/>
              <a:t>=E</a:t>
            </a:r>
            <a:r>
              <a:rPr lang="en-US" altLang="zh-CN" baseline="-25000" dirty="0"/>
              <a:t>Hi-1</a:t>
            </a:r>
            <a:r>
              <a:rPr lang="en-US" altLang="zh-CN" dirty="0"/>
              <a:t>(</a:t>
            </a:r>
            <a:r>
              <a:rPr lang="en-US" altLang="zh-CN" dirty="0" err="1"/>
              <a:t>M</a:t>
            </a:r>
            <a:r>
              <a:rPr lang="en-US" altLang="zh-CN" baseline="-25000" dirty="0" err="1"/>
              <a:t>i</a:t>
            </a:r>
            <a:r>
              <a:rPr lang="en-US" altLang="zh-CN" dirty="0"/>
              <a:t>)</a:t>
            </a:r>
            <a:r>
              <a:rPr lang="en-US" altLang="zh-CN" dirty="0">
                <a:sym typeface="Symbol" panose="05050102010706020507" pitchFamily="18" charset="2"/>
              </a:rPr>
              <a:t></a:t>
            </a:r>
            <a:r>
              <a:rPr lang="en-US" altLang="zh-CN" dirty="0"/>
              <a:t>M</a:t>
            </a:r>
            <a:r>
              <a:rPr lang="en-US" altLang="zh-CN" baseline="-25000" dirty="0"/>
              <a:t>i</a:t>
            </a:r>
            <a:r>
              <a:rPr lang="en-US" altLang="zh-CN" dirty="0">
                <a:sym typeface="Symbol" panose="05050102010706020507" pitchFamily="18" charset="2"/>
              </a:rPr>
              <a:t></a:t>
            </a:r>
            <a:r>
              <a:rPr lang="en-US" altLang="zh-CN" dirty="0"/>
              <a:t>H</a:t>
            </a:r>
            <a:r>
              <a:rPr lang="en-US" altLang="zh-CN" baseline="-25000" dirty="0"/>
              <a:t>i-1</a:t>
            </a:r>
            <a:endParaRPr lang="en-US" altLang="zh-CN" dirty="0"/>
          </a:p>
          <a:p>
            <a:pPr lvl="1">
              <a:lnSpc>
                <a:spcPct val="150000"/>
              </a:lnSpc>
              <a:spcBef>
                <a:spcPct val="0"/>
              </a:spcBef>
              <a:buClr>
                <a:schemeClr val="folHlink"/>
              </a:buClr>
              <a:buSzPct val="80000"/>
              <a:buNone/>
            </a:pPr>
            <a:r>
              <a:rPr lang="en-US" altLang="zh-CN" dirty="0">
                <a:sym typeface="Wingdings" panose="05000000000000000000" pitchFamily="2" charset="2"/>
              </a:rPr>
              <a:t></a:t>
            </a:r>
            <a:r>
              <a:rPr lang="en-US" altLang="zh-CN" dirty="0"/>
              <a:t>H</a:t>
            </a:r>
            <a:r>
              <a:rPr lang="en-US" altLang="zh-CN" baseline="-25000" dirty="0"/>
              <a:t>i</a:t>
            </a:r>
            <a:r>
              <a:rPr lang="en-US" altLang="zh-CN" dirty="0"/>
              <a:t>=E</a:t>
            </a:r>
            <a:r>
              <a:rPr lang="en-US" altLang="zh-CN" baseline="-25000" dirty="0"/>
              <a:t>Hi-1</a:t>
            </a:r>
            <a:r>
              <a:rPr lang="en-US" altLang="zh-CN" dirty="0"/>
              <a:t>(M</a:t>
            </a:r>
            <a:r>
              <a:rPr lang="en-US" altLang="zh-CN" baseline="-25000" dirty="0"/>
              <a:t>i</a:t>
            </a:r>
            <a:r>
              <a:rPr lang="en-US" altLang="zh-CN" dirty="0">
                <a:sym typeface="Symbol" panose="05050102010706020507" pitchFamily="18" charset="2"/>
              </a:rPr>
              <a:t></a:t>
            </a:r>
            <a:r>
              <a:rPr lang="en-US" altLang="zh-CN" dirty="0"/>
              <a:t>H</a:t>
            </a:r>
            <a:r>
              <a:rPr lang="en-US" altLang="zh-CN" baseline="-25000" dirty="0"/>
              <a:t>i-1</a:t>
            </a:r>
            <a:r>
              <a:rPr lang="en-US" altLang="zh-CN" dirty="0"/>
              <a:t>)</a:t>
            </a:r>
            <a:r>
              <a:rPr lang="en-US" altLang="zh-CN" dirty="0">
                <a:sym typeface="Symbol" panose="05050102010706020507" pitchFamily="18" charset="2"/>
              </a:rPr>
              <a:t></a:t>
            </a:r>
            <a:r>
              <a:rPr lang="en-US" altLang="zh-CN" dirty="0" err="1"/>
              <a:t>M</a:t>
            </a:r>
            <a:r>
              <a:rPr lang="en-US" altLang="zh-CN" baseline="-25000" dirty="0" err="1"/>
              <a:t>i</a:t>
            </a:r>
            <a:endParaRPr lang="en-US" altLang="zh-CN" dirty="0"/>
          </a:p>
          <a:p>
            <a:pPr lvl="1">
              <a:lnSpc>
                <a:spcPct val="150000"/>
              </a:lnSpc>
              <a:spcBef>
                <a:spcPct val="0"/>
              </a:spcBef>
              <a:buClr>
                <a:schemeClr val="folHlink"/>
              </a:buClr>
              <a:buSzPct val="80000"/>
              <a:buNone/>
            </a:pPr>
            <a:r>
              <a:rPr lang="en-US" altLang="zh-CN" dirty="0">
                <a:sym typeface="Wingdings" panose="05000000000000000000" pitchFamily="2" charset="2"/>
              </a:rPr>
              <a:t></a:t>
            </a:r>
            <a:r>
              <a:rPr lang="en-US" altLang="zh-CN" dirty="0"/>
              <a:t>H</a:t>
            </a:r>
            <a:r>
              <a:rPr lang="en-US" altLang="zh-CN" baseline="-25000" dirty="0"/>
              <a:t>i</a:t>
            </a:r>
            <a:r>
              <a:rPr lang="en-US" altLang="zh-CN" dirty="0"/>
              <a:t>=E</a:t>
            </a:r>
            <a:r>
              <a:rPr lang="en-US" altLang="zh-CN" baseline="-25000" dirty="0"/>
              <a:t>Hi-1</a:t>
            </a:r>
            <a:r>
              <a:rPr lang="en-US" altLang="zh-CN" dirty="0"/>
              <a:t>(M</a:t>
            </a:r>
            <a:r>
              <a:rPr lang="en-US" altLang="zh-CN" baseline="-25000" dirty="0"/>
              <a:t>i</a:t>
            </a:r>
            <a:r>
              <a:rPr lang="en-US" altLang="zh-CN" dirty="0">
                <a:sym typeface="Symbol" panose="05050102010706020507" pitchFamily="18" charset="2"/>
              </a:rPr>
              <a:t></a:t>
            </a:r>
            <a:r>
              <a:rPr lang="en-US" altLang="zh-CN" dirty="0"/>
              <a:t>H</a:t>
            </a:r>
            <a:r>
              <a:rPr lang="en-US" altLang="zh-CN" baseline="-25000" dirty="0"/>
              <a:t>i-1</a:t>
            </a:r>
            <a:r>
              <a:rPr lang="en-US" altLang="zh-CN" dirty="0"/>
              <a:t>)</a:t>
            </a:r>
            <a:r>
              <a:rPr lang="en-US" altLang="zh-CN" dirty="0">
                <a:sym typeface="Symbol" panose="05050102010706020507" pitchFamily="18" charset="2"/>
              </a:rPr>
              <a:t></a:t>
            </a:r>
            <a:r>
              <a:rPr lang="en-US" altLang="zh-CN" dirty="0"/>
              <a:t>M</a:t>
            </a:r>
            <a:r>
              <a:rPr lang="en-US" altLang="zh-CN" baseline="-25000" dirty="0"/>
              <a:t>i</a:t>
            </a:r>
            <a:r>
              <a:rPr lang="en-US" altLang="zh-CN" dirty="0">
                <a:sym typeface="Symbol" panose="05050102010706020507" pitchFamily="18" charset="2"/>
              </a:rPr>
              <a:t></a:t>
            </a:r>
            <a:r>
              <a:rPr lang="en-US" altLang="zh-CN" dirty="0"/>
              <a:t>H</a:t>
            </a:r>
            <a:r>
              <a:rPr lang="en-US" altLang="zh-CN" baseline="-25000" dirty="0"/>
              <a:t>i-1</a:t>
            </a:r>
            <a:endParaRPr lang="en-US" altLang="zh-CN" baseline="-25000" dirty="0"/>
          </a:p>
          <a:p>
            <a:pPr>
              <a:lnSpc>
                <a:spcPct val="150000"/>
              </a:lnSpc>
              <a:spcBef>
                <a:spcPct val="0"/>
              </a:spcBef>
              <a:buClr>
                <a:srgbClr val="000066"/>
              </a:buClr>
            </a:pPr>
            <a:r>
              <a:rPr lang="zh-CN" altLang="en-US" dirty="0"/>
              <a:t>现在很少使用</a:t>
            </a:r>
            <a:endParaRPr lang="zh-CN" altLang="en-US" dirty="0"/>
          </a:p>
          <a:p>
            <a:endParaRPr lang="en-US" altLang="zh-CN" dirty="0"/>
          </a:p>
        </p:txBody>
      </p:sp>
      <p:sp>
        <p:nvSpPr>
          <p:cNvPr id="4" name="灯片编号占位符 3"/>
          <p:cNvSpPr>
            <a:spLocks noGrp="1"/>
          </p:cNvSpPr>
          <p:nvPr>
            <p:ph type="sldNum" sz="quarter" idx="12"/>
          </p:nvPr>
        </p:nvSpPr>
        <p:spPr/>
        <p:txBody>
          <a:bodyPr/>
          <a:lstStyle/>
          <a:p>
            <a:fld id="{8D4D1E41-7A09-AB4A-A4E1-09765ADA2698}" type="slidenum">
              <a:rPr kumimoji="1" lang="zh-CN" altLang="en-US" smtClean="0"/>
            </a:fld>
            <a:endParaRPr kumimoji="1" lang="zh-CN" altLang="en-US" dirty="0"/>
          </a:p>
        </p:txBody>
      </p:sp>
      <mc:AlternateContent xmlns:mc="http://schemas.openxmlformats.org/markup-compatibility/2006">
        <mc:Choice xmlns:a14="http://schemas.microsoft.com/office/drawing/2010/main" Requires="a14">
          <p:sp>
            <p:nvSpPr>
              <p:cNvPr id="7" name="文本框 6"/>
              <p:cNvSpPr txBox="1"/>
              <p:nvPr/>
            </p:nvSpPr>
            <p:spPr>
              <a:xfrm>
                <a:off x="5676900" y="3909054"/>
                <a:ext cx="6096000" cy="2368341"/>
              </a:xfrm>
              <a:prstGeom prst="rect">
                <a:avLst/>
              </a:prstGeom>
              <a:noFill/>
            </p:spPr>
            <p:txBody>
              <a:bodyPr wrap="square">
                <a:spAutoFit/>
              </a:bodyPr>
              <a:lstStyle/>
              <a:p>
                <a:r>
                  <a:rPr lang="en-US" altLang="zh-CN" dirty="0"/>
                  <a:t>1.</a:t>
                </a:r>
                <a:r>
                  <a:rPr lang="zh-CN" altLang="en-US" dirty="0"/>
                  <a:t>用上一轮的哈希</a:t>
                </a:r>
                <a14:m>
                  <m:oMath xmlns:m="http://schemas.openxmlformats.org/officeDocument/2006/math">
                    <m:r>
                      <a:rPr lang="zh-CN" altLang="en-US" i="1" dirty="0" smtClean="0">
                        <a:latin typeface="Cambria Math" panose="02040503050406030204" pitchFamily="18" charset="0"/>
                      </a:rPr>
                      <m:t>值</m:t>
                    </m:r>
                    <m:r>
                      <a:rPr lang="zh-CN" altLang="en-US" i="1" dirty="0" smtClean="0">
                        <a:latin typeface="Cambria Math" panose="02040503050406030204" pitchFamily="18" charset="0"/>
                      </a:rPr>
                      <m:t> </m:t>
                    </m:r>
                    <m:sSub>
                      <m:sSubPr>
                        <m:ctrlPr>
                          <a:rPr lang="en-US" altLang="zh-CN" i="1" dirty="0" smtClean="0">
                            <a:effectLst/>
                            <a:latin typeface="Cambria Math" panose="02040503050406030204" pitchFamily="18" charset="0"/>
                          </a:rPr>
                        </m:ctrlPr>
                      </m:sSubPr>
                      <m:e>
                        <m:r>
                          <a:rPr lang="en-US" altLang="zh-CN" i="1" dirty="0" smtClean="0">
                            <a:effectLst/>
                            <a:latin typeface="Cambria Math" panose="02040503050406030204" pitchFamily="18" charset="0"/>
                          </a:rPr>
                          <m:t>𝐻</m:t>
                        </m:r>
                      </m:e>
                      <m:sub>
                        <m:d>
                          <m:dPr>
                            <m:begChr m:val="{"/>
                            <m:endChr m:val="}"/>
                            <m:ctrlPr>
                              <a:rPr lang="en-US" altLang="zh-CN" i="1" dirty="0" smtClean="0">
                                <a:effectLst/>
                                <a:latin typeface="Cambria Math" panose="02040503050406030204" pitchFamily="18" charset="0"/>
                              </a:rPr>
                            </m:ctrlPr>
                          </m:dPr>
                          <m:e>
                            <m:r>
                              <a:rPr lang="en-US" altLang="zh-CN" i="1" dirty="0" smtClean="0">
                                <a:effectLst/>
                                <a:latin typeface="Cambria Math" panose="02040503050406030204" pitchFamily="18" charset="0"/>
                              </a:rPr>
                              <m:t>𝑖</m:t>
                            </m:r>
                            <m:r>
                              <a:rPr lang="en-US" altLang="zh-CN" i="1" dirty="0" smtClean="0">
                                <a:effectLst/>
                                <a:latin typeface="Cambria Math" panose="02040503050406030204" pitchFamily="18" charset="0"/>
                              </a:rPr>
                              <m:t>−</m:t>
                            </m:r>
                            <m:r>
                              <a:rPr lang="en-US" altLang="zh-CN" i="1" dirty="0" smtClean="0">
                                <a:effectLst/>
                                <a:latin typeface="Cambria Math" panose="02040503050406030204" pitchFamily="18" charset="0"/>
                              </a:rPr>
                              <m:t>1</m:t>
                            </m:r>
                          </m:e>
                        </m:d>
                      </m:sub>
                    </m:sSub>
                  </m:oMath>
                </a14:m>
                <a:r>
                  <a:rPr lang="zh-CN" altLang="en-US" dirty="0"/>
                  <a:t>作为密钥，去加密当前消息块 </a:t>
                </a:r>
                <a14:m>
                  <m:oMath xmlns:m="http://schemas.openxmlformats.org/officeDocument/2006/math">
                    <m:sSub>
                      <m:sSubPr>
                        <m:ctrlPr>
                          <a:rPr lang="en-US" altLang="zh-CN" i="1" dirty="0" smtClean="0">
                            <a:effectLst/>
                            <a:latin typeface="Cambria Math" panose="02040503050406030204" pitchFamily="18" charset="0"/>
                          </a:rPr>
                        </m:ctrlPr>
                      </m:sSubPr>
                      <m:e>
                        <m:r>
                          <a:rPr lang="en-US" altLang="zh-CN" i="1" dirty="0" err="1" smtClean="0">
                            <a:effectLst/>
                            <a:latin typeface="Cambria Math" panose="02040503050406030204" pitchFamily="18" charset="0"/>
                          </a:rPr>
                          <m:t>𝑀</m:t>
                        </m:r>
                      </m:e>
                      <m:sub>
                        <m:r>
                          <a:rPr lang="en-US" altLang="zh-CN" i="1" dirty="0" err="1" smtClean="0">
                            <a:effectLst/>
                            <a:latin typeface="Cambria Math" panose="02040503050406030204" pitchFamily="18" charset="0"/>
                          </a:rPr>
                          <m:t>𝑖</m:t>
                        </m:r>
                      </m:sub>
                    </m:sSub>
                  </m:oMath>
                </a14:m>
                <a:r>
                  <a:rPr lang="zh-CN" altLang="en-US" dirty="0"/>
                  <a:t>，最后再把密文与明文 </a:t>
                </a:r>
                <a14:m>
                  <m:oMath xmlns:m="http://schemas.openxmlformats.org/officeDocument/2006/math">
                    <m:sSub>
                      <m:sSubPr>
                        <m:ctrlPr>
                          <a:rPr lang="en-US" altLang="zh-CN" i="1" dirty="0" smtClean="0">
                            <a:effectLst/>
                            <a:latin typeface="Cambria Math" panose="02040503050406030204" pitchFamily="18" charset="0"/>
                          </a:rPr>
                        </m:ctrlPr>
                      </m:sSubPr>
                      <m:e>
                        <m:r>
                          <a:rPr lang="en-US" altLang="zh-CN" i="1" dirty="0" err="1" smtClean="0">
                            <a:effectLst/>
                            <a:latin typeface="Cambria Math" panose="02040503050406030204" pitchFamily="18" charset="0"/>
                          </a:rPr>
                          <m:t>𝑀</m:t>
                        </m:r>
                      </m:e>
                      <m:sub>
                        <m:r>
                          <a:rPr lang="en-US" altLang="zh-CN" i="1" dirty="0" err="1" smtClean="0">
                            <a:effectLst/>
                            <a:latin typeface="Cambria Math" panose="02040503050406030204" pitchFamily="18" charset="0"/>
                          </a:rPr>
                          <m:t>𝑖</m:t>
                        </m:r>
                      </m:sub>
                    </m:sSub>
                  </m:oMath>
                </a14:m>
                <a:r>
                  <a:rPr lang="en-US" altLang="zh-CN" dirty="0"/>
                  <a:t> </a:t>
                </a:r>
                <a:r>
                  <a:rPr lang="zh-CN" altLang="en-US" dirty="0"/>
                  <a:t>实施</a:t>
                </a:r>
                <a:r>
                  <a:rPr lang="zh-CN" altLang="en-US" b="1" dirty="0">
                    <a:effectLst/>
                    <a:latin typeface="Google Sans Text"/>
                  </a:rPr>
                  <a:t>异或</a:t>
                </a:r>
                <a:endParaRPr lang="en-US" altLang="zh-CN" b="1" dirty="0">
                  <a:effectLst/>
                  <a:latin typeface="Google Sans Text"/>
                </a:endParaRPr>
              </a:p>
              <a:p>
                <a:r>
                  <a:rPr lang="en-US" altLang="zh-CN" b="1" dirty="0">
                    <a:effectLst/>
                    <a:latin typeface="Google Sans Text"/>
                  </a:rPr>
                  <a:t>2.</a:t>
                </a:r>
                <a:r>
                  <a:rPr lang="zh-CN" altLang="en-US" dirty="0"/>
                  <a:t>加密完后，不仅要异或明文 </a:t>
                </a:r>
                <a14:m>
                  <m:oMath xmlns:m="http://schemas.openxmlformats.org/officeDocument/2006/math">
                    <m:sSub>
                      <m:sSubPr>
                        <m:ctrlPr>
                          <a:rPr lang="en-US" altLang="zh-CN" i="1" dirty="0" smtClean="0">
                            <a:effectLst/>
                            <a:latin typeface="Cambria Math" panose="02040503050406030204" pitchFamily="18" charset="0"/>
                          </a:rPr>
                        </m:ctrlPr>
                      </m:sSubPr>
                      <m:e>
                        <m:r>
                          <a:rPr lang="en-US" altLang="zh-CN" i="1" dirty="0" err="1" smtClean="0">
                            <a:effectLst/>
                            <a:latin typeface="Cambria Math" panose="02040503050406030204" pitchFamily="18" charset="0"/>
                          </a:rPr>
                          <m:t>𝑀</m:t>
                        </m:r>
                      </m:e>
                      <m:sub>
                        <m:r>
                          <a:rPr lang="en-US" altLang="zh-CN" i="1" dirty="0" err="1" smtClean="0">
                            <a:effectLst/>
                            <a:latin typeface="Cambria Math" panose="02040503050406030204" pitchFamily="18" charset="0"/>
                          </a:rPr>
                          <m:t>𝑖</m:t>
                        </m:r>
                      </m:sub>
                    </m:sSub>
                  </m:oMath>
                </a14:m>
                <a:r>
                  <a:rPr lang="zh-CN" altLang="en-US" dirty="0"/>
                  <a:t>，还要把作为密钥的 </a:t>
                </a:r>
                <a14:m>
                  <m:oMath xmlns:m="http://schemas.openxmlformats.org/officeDocument/2006/math">
                    <m:sSub>
                      <m:sSubPr>
                        <m:ctrlPr>
                          <a:rPr lang="en-US" altLang="zh-CN" i="1" dirty="0" smtClean="0">
                            <a:effectLst/>
                            <a:latin typeface="Cambria Math" panose="02040503050406030204" pitchFamily="18" charset="0"/>
                          </a:rPr>
                        </m:ctrlPr>
                      </m:sSubPr>
                      <m:e>
                        <m:r>
                          <a:rPr lang="en-US" altLang="zh-CN" i="1" dirty="0" smtClean="0">
                            <a:effectLst/>
                            <a:latin typeface="Cambria Math" panose="02040503050406030204" pitchFamily="18" charset="0"/>
                          </a:rPr>
                          <m:t>𝐻</m:t>
                        </m:r>
                      </m:e>
                      <m:sub>
                        <m:d>
                          <m:dPr>
                            <m:begChr m:val="{"/>
                            <m:endChr m:val="}"/>
                            <m:ctrlPr>
                              <a:rPr lang="en-US" altLang="zh-CN" i="1" dirty="0" smtClean="0">
                                <a:effectLst/>
                                <a:latin typeface="Cambria Math" panose="02040503050406030204" pitchFamily="18" charset="0"/>
                              </a:rPr>
                            </m:ctrlPr>
                          </m:dPr>
                          <m:e>
                            <m:r>
                              <a:rPr lang="en-US" altLang="zh-CN" i="1" dirty="0" smtClean="0">
                                <a:effectLst/>
                                <a:latin typeface="Cambria Math" panose="02040503050406030204" pitchFamily="18" charset="0"/>
                              </a:rPr>
                              <m:t>𝑖</m:t>
                            </m:r>
                            <m:r>
                              <a:rPr lang="en-US" altLang="zh-CN" i="1" dirty="0" smtClean="0">
                                <a:effectLst/>
                                <a:latin typeface="Cambria Math" panose="02040503050406030204" pitchFamily="18" charset="0"/>
                              </a:rPr>
                              <m:t>−</m:t>
                            </m:r>
                            <m:r>
                              <a:rPr lang="en-US" altLang="zh-CN" i="1" dirty="0" smtClean="0">
                                <a:effectLst/>
                                <a:latin typeface="Cambria Math" panose="02040503050406030204" pitchFamily="18" charset="0"/>
                              </a:rPr>
                              <m:t>1</m:t>
                            </m:r>
                          </m:e>
                        </m:d>
                      </m:sub>
                    </m:sSub>
                  </m:oMath>
                </a14:m>
                <a:r>
                  <a:rPr lang="zh-CN" altLang="en-US" dirty="0"/>
                  <a:t>也一起异或进来。</a:t>
                </a:r>
                <a:endParaRPr lang="en-US" altLang="zh-CN" dirty="0"/>
              </a:p>
              <a:p>
                <a:r>
                  <a:rPr lang="en-US" altLang="zh-CN" dirty="0"/>
                  <a:t>3.</a:t>
                </a:r>
                <a:r>
                  <a:rPr lang="zh-CN" altLang="en-US" dirty="0"/>
                  <a:t>将消息块与前一轮哈希值异或后作为明文输入，用 </a:t>
                </a:r>
                <a14:m>
                  <m:oMath xmlns:m="http://schemas.openxmlformats.org/officeDocument/2006/math">
                    <m:sSub>
                      <m:sSubPr>
                        <m:ctrlPr>
                          <a:rPr lang="en-US" altLang="zh-CN" i="1" dirty="0" smtClean="0">
                            <a:effectLst/>
                            <a:latin typeface="Cambria Math" panose="02040503050406030204" pitchFamily="18" charset="0"/>
                          </a:rPr>
                        </m:ctrlPr>
                      </m:sSubPr>
                      <m:e>
                        <m:r>
                          <a:rPr lang="en-US" altLang="zh-CN" i="1" dirty="0" smtClean="0">
                            <a:effectLst/>
                            <a:latin typeface="Cambria Math" panose="02040503050406030204" pitchFamily="18" charset="0"/>
                          </a:rPr>
                          <m:t>𝐻</m:t>
                        </m:r>
                      </m:e>
                      <m:sub>
                        <m:d>
                          <m:dPr>
                            <m:begChr m:val="{"/>
                            <m:endChr m:val="}"/>
                            <m:ctrlPr>
                              <a:rPr lang="en-US" altLang="zh-CN" i="1" dirty="0" smtClean="0">
                                <a:effectLst/>
                                <a:latin typeface="Cambria Math" panose="02040503050406030204" pitchFamily="18" charset="0"/>
                              </a:rPr>
                            </m:ctrlPr>
                          </m:dPr>
                          <m:e>
                            <m:r>
                              <a:rPr lang="en-US" altLang="zh-CN" i="1" dirty="0" smtClean="0">
                                <a:effectLst/>
                                <a:latin typeface="Cambria Math" panose="02040503050406030204" pitchFamily="18" charset="0"/>
                              </a:rPr>
                              <m:t>𝑖</m:t>
                            </m:r>
                            <m:r>
                              <a:rPr lang="en-US" altLang="zh-CN" i="1" dirty="0" smtClean="0">
                                <a:effectLst/>
                                <a:latin typeface="Cambria Math" panose="02040503050406030204" pitchFamily="18" charset="0"/>
                              </a:rPr>
                              <m:t>−</m:t>
                            </m:r>
                            <m:r>
                              <a:rPr lang="en-US" altLang="zh-CN" i="1" dirty="0" smtClean="0">
                                <a:effectLst/>
                                <a:latin typeface="Cambria Math" panose="02040503050406030204" pitchFamily="18" charset="0"/>
                              </a:rPr>
                              <m:t>1</m:t>
                            </m:r>
                          </m:e>
                        </m:d>
                      </m:sub>
                    </m:sSub>
                  </m:oMath>
                </a14:m>
                <a:r>
                  <a:rPr lang="zh-CN" altLang="en-US" dirty="0"/>
                  <a:t>作为密钥进行加密，最后将结果与</a:t>
                </a:r>
                <a14:m>
                  <m:oMath xmlns:m="http://schemas.openxmlformats.org/officeDocument/2006/math">
                    <m:sSub>
                      <m:sSubPr>
                        <m:ctrlPr>
                          <a:rPr lang="en-US" altLang="zh-CN" i="1" dirty="0" smtClean="0">
                            <a:effectLst/>
                            <a:latin typeface="Cambria Math" panose="02040503050406030204" pitchFamily="18" charset="0"/>
                          </a:rPr>
                        </m:ctrlPr>
                      </m:sSubPr>
                      <m:e>
                        <m:r>
                          <a:rPr lang="en-US" altLang="zh-CN" i="1" dirty="0" err="1" smtClean="0">
                            <a:effectLst/>
                            <a:latin typeface="Cambria Math" panose="02040503050406030204" pitchFamily="18" charset="0"/>
                          </a:rPr>
                          <m:t>𝑀</m:t>
                        </m:r>
                      </m:e>
                      <m:sub>
                        <m:r>
                          <a:rPr lang="en-US" altLang="zh-CN" i="1" dirty="0" err="1" smtClean="0">
                            <a:effectLst/>
                            <a:latin typeface="Cambria Math" panose="02040503050406030204" pitchFamily="18" charset="0"/>
                          </a:rPr>
                          <m:t>𝑖</m:t>
                        </m:r>
                      </m:sub>
                    </m:sSub>
                  </m:oMath>
                </a14:m>
                <a:r>
                  <a:rPr lang="zh-CN" altLang="en-US" dirty="0"/>
                  <a:t>异或。</a:t>
                </a:r>
                <a:endParaRPr lang="en-US" altLang="zh-CN" dirty="0"/>
              </a:p>
              <a:p>
                <a:r>
                  <a:rPr lang="en-US" altLang="zh-CN" dirty="0"/>
                  <a:t>4.</a:t>
                </a:r>
                <a:r>
                  <a:rPr lang="zh-CN" altLang="en-US" dirty="0"/>
                  <a:t>将上述防御机制叠加，在密文输出端将明文、前级状态、前级密钥全部通过异或混合在一起。</a:t>
                </a:r>
                <a:endParaRPr lang="zh-CN" altLang="en-US" dirty="0"/>
              </a:p>
            </p:txBody>
          </p:sp>
        </mc:Choice>
        <mc:Fallback>
          <p:sp>
            <p:nvSpPr>
              <p:cNvPr id="7" name="文本框 6"/>
              <p:cNvSpPr txBox="1">
                <a:spLocks noRot="1" noChangeAspect="1" noMove="1" noResize="1" noEditPoints="1" noAdjustHandles="1" noChangeArrowheads="1" noChangeShapeType="1" noTextEdit="1"/>
              </p:cNvSpPr>
              <p:nvPr/>
            </p:nvSpPr>
            <p:spPr>
              <a:xfrm>
                <a:off x="5676900" y="3909054"/>
                <a:ext cx="6096000" cy="2368341"/>
              </a:xfrm>
              <a:prstGeom prst="rect">
                <a:avLst/>
              </a:prstGeom>
              <a:blipFill rotWithShape="1">
                <a:blip r:embed="rId1"/>
                <a:stretch>
                  <a:fillRect t="-27" b="18"/>
                </a:stretch>
              </a:blipFill>
            </p:spPr>
            <p:txBody>
              <a:bodyPr/>
              <a:lstStyle/>
              <a:p>
                <a:r>
                  <a:rPr lang="zh-CN" altLang="en-US">
                    <a:noFill/>
                  </a:rPr>
                  <a:t> </a:t>
                </a:r>
              </a:p>
            </p:txBody>
          </p:sp>
        </mc:Fallback>
      </mc:AlternateContent>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t>6.2.4 </a:t>
            </a:r>
            <a:r>
              <a:rPr kumimoji="1" lang="en-US" altLang="zh-CN" dirty="0">
                <a:solidFill>
                  <a:prstClr val="black"/>
                </a:solidFill>
              </a:rPr>
              <a:t>SHA</a:t>
            </a:r>
            <a:r>
              <a:rPr kumimoji="1" lang="zh-CN" altLang="zh-CN" dirty="0">
                <a:solidFill>
                  <a:prstClr val="black"/>
                </a:solidFill>
              </a:rPr>
              <a:t>安全散列函数</a:t>
            </a:r>
            <a:endParaRPr lang="zh-CN" altLang="en-US" dirty="0"/>
          </a:p>
        </p:txBody>
      </p:sp>
      <p:sp>
        <p:nvSpPr>
          <p:cNvPr id="3" name="内容占位符 2"/>
          <p:cNvSpPr>
            <a:spLocks noGrp="1"/>
          </p:cNvSpPr>
          <p:nvPr>
            <p:ph idx="1"/>
          </p:nvPr>
        </p:nvSpPr>
        <p:spPr/>
        <p:txBody>
          <a:bodyPr>
            <a:normAutofit/>
          </a:bodyPr>
          <a:lstStyle/>
          <a:p>
            <a:pPr>
              <a:lnSpc>
                <a:spcPct val="150000"/>
              </a:lnSpc>
              <a:spcBef>
                <a:spcPct val="0"/>
              </a:spcBef>
              <a:buClr>
                <a:srgbClr val="000066"/>
              </a:buClr>
            </a:pPr>
            <a:r>
              <a:rPr lang="en-US" altLang="zh-CN" dirty="0">
                <a:sym typeface="Symbol" panose="05050102010706020507" pitchFamily="18" charset="2"/>
              </a:rPr>
              <a:t>1992</a:t>
            </a:r>
            <a:r>
              <a:rPr lang="zh-CN" altLang="en-US" dirty="0">
                <a:sym typeface="Symbol" panose="05050102010706020507" pitchFamily="18" charset="2"/>
              </a:rPr>
              <a:t>年</a:t>
            </a:r>
            <a:r>
              <a:rPr lang="en-US" altLang="zh-CN" dirty="0">
                <a:sym typeface="Symbol" panose="05050102010706020507" pitchFamily="18" charset="2"/>
              </a:rPr>
              <a:t>NIST</a:t>
            </a:r>
            <a:r>
              <a:rPr lang="zh-CN" altLang="en-US" dirty="0">
                <a:sym typeface="Symbol" panose="05050102010706020507" pitchFamily="18" charset="2"/>
              </a:rPr>
              <a:t>制定了</a:t>
            </a:r>
            <a:r>
              <a:rPr lang="en-US" altLang="zh-CN" dirty="0">
                <a:sym typeface="Symbol" panose="05050102010706020507" pitchFamily="18" charset="2"/>
              </a:rPr>
              <a:t>SHA(128</a:t>
            </a:r>
            <a:r>
              <a:rPr lang="zh-CN" altLang="en-US" dirty="0">
                <a:sym typeface="Symbol" panose="05050102010706020507" pitchFamily="18" charset="2"/>
              </a:rPr>
              <a:t>位</a:t>
            </a:r>
            <a:r>
              <a:rPr lang="en-US" altLang="zh-CN" dirty="0">
                <a:sym typeface="Symbol" panose="05050102010706020507" pitchFamily="18" charset="2"/>
              </a:rPr>
              <a:t>)</a:t>
            </a:r>
            <a:endParaRPr lang="en-US" altLang="zh-CN" dirty="0">
              <a:sym typeface="Symbol" panose="05050102010706020507" pitchFamily="18" charset="2"/>
            </a:endParaRPr>
          </a:p>
          <a:p>
            <a:pPr>
              <a:lnSpc>
                <a:spcPct val="150000"/>
              </a:lnSpc>
              <a:spcBef>
                <a:spcPct val="0"/>
              </a:spcBef>
              <a:buClr>
                <a:srgbClr val="000066"/>
              </a:buClr>
            </a:pPr>
            <a:r>
              <a:rPr lang="en-US" altLang="zh-CN" dirty="0">
                <a:sym typeface="Symbol" panose="05050102010706020507" pitchFamily="18" charset="2"/>
              </a:rPr>
              <a:t>1993</a:t>
            </a:r>
            <a:r>
              <a:rPr lang="zh-CN" altLang="en-US" dirty="0">
                <a:sym typeface="Symbol" panose="05050102010706020507" pitchFamily="18" charset="2"/>
              </a:rPr>
              <a:t>年</a:t>
            </a:r>
            <a:r>
              <a:rPr lang="en-US" altLang="zh-CN" dirty="0">
                <a:sym typeface="Symbol" panose="05050102010706020507" pitchFamily="18" charset="2"/>
              </a:rPr>
              <a:t>SHA</a:t>
            </a:r>
            <a:r>
              <a:rPr lang="zh-CN" altLang="en-US" dirty="0">
                <a:sym typeface="Symbol" panose="05050102010706020507" pitchFamily="18" charset="2"/>
              </a:rPr>
              <a:t>成为标准</a:t>
            </a:r>
            <a:r>
              <a:rPr lang="zh-CN" altLang="en-US" dirty="0"/>
              <a:t>（</a:t>
            </a:r>
            <a:r>
              <a:rPr lang="en-US" altLang="zh-CN" dirty="0"/>
              <a:t>FIPS PUB 180</a:t>
            </a:r>
            <a:r>
              <a:rPr lang="zh-CN" altLang="en-US" dirty="0"/>
              <a:t>）</a:t>
            </a:r>
            <a:endParaRPr lang="zh-CN" altLang="en-US" dirty="0">
              <a:sym typeface="Symbol" panose="05050102010706020507" pitchFamily="18" charset="2"/>
            </a:endParaRPr>
          </a:p>
          <a:p>
            <a:pPr>
              <a:lnSpc>
                <a:spcPct val="150000"/>
              </a:lnSpc>
              <a:spcBef>
                <a:spcPct val="0"/>
              </a:spcBef>
              <a:buClr>
                <a:srgbClr val="000066"/>
              </a:buClr>
            </a:pPr>
            <a:r>
              <a:rPr lang="en-US" altLang="zh-CN" dirty="0">
                <a:sym typeface="Symbol" panose="05050102010706020507" pitchFamily="18" charset="2"/>
              </a:rPr>
              <a:t>1994</a:t>
            </a:r>
            <a:r>
              <a:rPr lang="zh-CN" altLang="en-US" dirty="0">
                <a:sym typeface="Symbol" panose="05050102010706020507" pitchFamily="18" charset="2"/>
              </a:rPr>
              <a:t>年修改产生</a:t>
            </a:r>
            <a:r>
              <a:rPr lang="en-US" altLang="zh-CN" dirty="0">
                <a:sym typeface="Symbol" panose="05050102010706020507" pitchFamily="18" charset="2"/>
              </a:rPr>
              <a:t>SHA-1(160</a:t>
            </a:r>
            <a:r>
              <a:rPr lang="zh-CN" altLang="en-US" dirty="0">
                <a:sym typeface="Symbol" panose="05050102010706020507" pitchFamily="18" charset="2"/>
              </a:rPr>
              <a:t>位</a:t>
            </a:r>
            <a:r>
              <a:rPr lang="en-US" altLang="zh-CN" dirty="0">
                <a:sym typeface="Symbol" panose="05050102010706020507" pitchFamily="18" charset="2"/>
              </a:rPr>
              <a:t>)</a:t>
            </a:r>
            <a:endParaRPr lang="en-US" altLang="zh-CN" dirty="0">
              <a:sym typeface="Symbol" panose="05050102010706020507" pitchFamily="18" charset="2"/>
            </a:endParaRPr>
          </a:p>
          <a:p>
            <a:pPr>
              <a:lnSpc>
                <a:spcPct val="150000"/>
              </a:lnSpc>
              <a:spcBef>
                <a:spcPct val="0"/>
              </a:spcBef>
              <a:buClr>
                <a:srgbClr val="000066"/>
              </a:buClr>
            </a:pPr>
            <a:r>
              <a:rPr lang="en-US" altLang="zh-CN" dirty="0">
                <a:sym typeface="Symbol" panose="05050102010706020507" pitchFamily="18" charset="2"/>
              </a:rPr>
              <a:t>1995</a:t>
            </a:r>
            <a:r>
              <a:rPr lang="zh-CN" altLang="en-US" dirty="0">
                <a:sym typeface="Symbol" panose="05050102010706020507" pitchFamily="18" charset="2"/>
              </a:rPr>
              <a:t>年</a:t>
            </a:r>
            <a:r>
              <a:rPr lang="en-US" altLang="zh-CN" dirty="0">
                <a:sym typeface="Symbol" panose="05050102010706020507" pitchFamily="18" charset="2"/>
              </a:rPr>
              <a:t>SHA-1</a:t>
            </a:r>
            <a:r>
              <a:rPr lang="zh-CN" altLang="en-US" dirty="0">
                <a:sym typeface="Symbol" panose="05050102010706020507" pitchFamily="18" charset="2"/>
              </a:rPr>
              <a:t>成为新的标准</a:t>
            </a:r>
            <a:r>
              <a:rPr lang="en-US" altLang="zh-CN" dirty="0">
                <a:sym typeface="Symbol" panose="05050102010706020507" pitchFamily="18" charset="2"/>
              </a:rPr>
              <a:t>,</a:t>
            </a:r>
            <a:r>
              <a:rPr lang="zh-CN" altLang="en-US" dirty="0"/>
              <a:t>作为</a:t>
            </a:r>
            <a:r>
              <a:rPr lang="en-US" altLang="zh-CN" dirty="0"/>
              <a:t>SHA-1(FIPS PUB 180-1)</a:t>
            </a:r>
            <a:endParaRPr lang="en-US" altLang="zh-CN" dirty="0">
              <a:sym typeface="Symbol" panose="05050102010706020507" pitchFamily="18" charset="2"/>
            </a:endParaRPr>
          </a:p>
          <a:p>
            <a:pPr>
              <a:lnSpc>
                <a:spcPct val="150000"/>
              </a:lnSpc>
              <a:spcBef>
                <a:spcPct val="0"/>
              </a:spcBef>
              <a:buClr>
                <a:srgbClr val="000066"/>
              </a:buClr>
            </a:pPr>
            <a:r>
              <a:rPr lang="en-US" altLang="zh-CN" dirty="0">
                <a:sym typeface="Symbol" panose="05050102010706020507" pitchFamily="18" charset="2"/>
              </a:rPr>
              <a:t>SHA-1</a:t>
            </a:r>
            <a:r>
              <a:rPr lang="zh-CN" altLang="en-US" dirty="0">
                <a:sym typeface="Symbol" panose="05050102010706020507" pitchFamily="18" charset="2"/>
              </a:rPr>
              <a:t>要求输入消息长度</a:t>
            </a:r>
            <a:r>
              <a:rPr lang="en-US" altLang="zh-CN" dirty="0">
                <a:sym typeface="Symbol" panose="05050102010706020507" pitchFamily="18" charset="2"/>
              </a:rPr>
              <a:t>&lt;2</a:t>
            </a:r>
            <a:r>
              <a:rPr lang="en-US" altLang="zh-CN" baseline="30000" dirty="0">
                <a:sym typeface="Symbol" panose="05050102010706020507" pitchFamily="18" charset="2"/>
              </a:rPr>
              <a:t>64</a:t>
            </a:r>
            <a:endParaRPr lang="en-US" altLang="zh-CN" baseline="30000" dirty="0">
              <a:sym typeface="Symbol" panose="05050102010706020507" pitchFamily="18" charset="2"/>
            </a:endParaRPr>
          </a:p>
          <a:p>
            <a:pPr>
              <a:lnSpc>
                <a:spcPct val="150000"/>
              </a:lnSpc>
              <a:spcBef>
                <a:spcPct val="0"/>
              </a:spcBef>
              <a:buClr>
                <a:srgbClr val="000066"/>
              </a:buClr>
            </a:pPr>
            <a:r>
              <a:rPr lang="zh-CN" altLang="en-US" dirty="0">
                <a:sym typeface="Symbol" panose="05050102010706020507" pitchFamily="18" charset="2"/>
              </a:rPr>
              <a:t>输入按</a:t>
            </a:r>
            <a:r>
              <a:rPr lang="en-US" altLang="zh-CN" dirty="0">
                <a:sym typeface="Symbol" panose="05050102010706020507" pitchFamily="18" charset="2"/>
              </a:rPr>
              <a:t>512</a:t>
            </a:r>
            <a:r>
              <a:rPr lang="zh-CN" altLang="en-US" dirty="0">
                <a:sym typeface="Symbol" panose="05050102010706020507" pitchFamily="18" charset="2"/>
              </a:rPr>
              <a:t>位的分组进行处理的</a:t>
            </a:r>
            <a:endParaRPr lang="zh-CN" altLang="en-US" dirty="0">
              <a:sym typeface="Symbol" panose="05050102010706020507" pitchFamily="18" charset="2"/>
            </a:endParaRPr>
          </a:p>
          <a:p>
            <a:pPr>
              <a:lnSpc>
                <a:spcPct val="150000"/>
              </a:lnSpc>
              <a:spcBef>
                <a:spcPct val="0"/>
              </a:spcBef>
              <a:buClr>
                <a:srgbClr val="000066"/>
              </a:buClr>
            </a:pPr>
            <a:r>
              <a:rPr lang="en-US" altLang="zh-CN" dirty="0">
                <a:sym typeface="Symbol" panose="05050102010706020507" pitchFamily="18" charset="2"/>
              </a:rPr>
              <a:t>SHA-1</a:t>
            </a:r>
            <a:r>
              <a:rPr lang="zh-CN" altLang="en-US" dirty="0">
                <a:sym typeface="Symbol" panose="05050102010706020507" pitchFamily="18" charset="2"/>
              </a:rPr>
              <a:t>的摘要长度为</a:t>
            </a:r>
            <a:r>
              <a:rPr lang="en-US" altLang="zh-CN" dirty="0">
                <a:sym typeface="Symbol" panose="05050102010706020507" pitchFamily="18" charset="2"/>
              </a:rPr>
              <a:t>160</a:t>
            </a:r>
            <a:r>
              <a:rPr lang="zh-CN" altLang="en-US" dirty="0">
                <a:sym typeface="Symbol" panose="05050102010706020507" pitchFamily="18" charset="2"/>
              </a:rPr>
              <a:t>位</a:t>
            </a:r>
            <a:endParaRPr lang="zh-CN" altLang="en-US" dirty="0">
              <a:sym typeface="Symbol" panose="05050102010706020507" pitchFamily="18" charset="2"/>
            </a:endParaRPr>
          </a:p>
        </p:txBody>
      </p:sp>
      <p:sp>
        <p:nvSpPr>
          <p:cNvPr id="4" name="灯片编号占位符 3"/>
          <p:cNvSpPr>
            <a:spLocks noGrp="1"/>
          </p:cNvSpPr>
          <p:nvPr>
            <p:ph type="sldNum" sz="quarter" idx="12"/>
          </p:nvPr>
        </p:nvSpPr>
        <p:spPr/>
        <p:txBody>
          <a:bodyPr/>
          <a:lstStyle/>
          <a:p>
            <a:fld id="{8D4D1E41-7A09-AB4A-A4E1-09765ADA2698}" type="slidenum">
              <a:rPr kumimoji="1" lang="zh-CN" altLang="en-US" smtClean="0"/>
            </a:fld>
            <a:endParaRPr kumimoji="1" lang="zh-CN" altLang="en-US" dirty="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t>6.2.4 </a:t>
            </a:r>
            <a:r>
              <a:rPr kumimoji="1" lang="en-US" altLang="zh-CN" dirty="0">
                <a:solidFill>
                  <a:prstClr val="black"/>
                </a:solidFill>
              </a:rPr>
              <a:t>SHA</a:t>
            </a:r>
            <a:r>
              <a:rPr kumimoji="1" lang="zh-CN" altLang="zh-CN" dirty="0">
                <a:solidFill>
                  <a:prstClr val="black"/>
                </a:solidFill>
              </a:rPr>
              <a:t>安全散列函数</a:t>
            </a:r>
            <a:endParaRPr lang="zh-CN" altLang="en-US" dirty="0"/>
          </a:p>
        </p:txBody>
      </p:sp>
      <p:sp>
        <p:nvSpPr>
          <p:cNvPr id="3" name="内容占位符 2"/>
          <p:cNvSpPr>
            <a:spLocks noGrp="1"/>
          </p:cNvSpPr>
          <p:nvPr>
            <p:ph idx="1"/>
          </p:nvPr>
        </p:nvSpPr>
        <p:spPr/>
        <p:txBody>
          <a:bodyPr>
            <a:normAutofit fontScale="80000" lnSpcReduction="10000"/>
          </a:bodyPr>
          <a:lstStyle/>
          <a:p>
            <a:r>
              <a:rPr lang="en-US" altLang="zh-CN" dirty="0">
                <a:ea typeface="华文新魏" panose="02010800040101010101" pitchFamily="2" charset="-122"/>
              </a:rPr>
              <a:t>SHA-1: padding</a:t>
            </a:r>
            <a:endParaRPr lang="en-US" altLang="zh-CN" dirty="0">
              <a:ea typeface="华文新魏" panose="02010800040101010101" pitchFamily="2" charset="-122"/>
            </a:endParaRPr>
          </a:p>
          <a:p>
            <a:pPr lvl="1">
              <a:lnSpc>
                <a:spcPct val="130000"/>
              </a:lnSpc>
              <a:spcBef>
                <a:spcPct val="0"/>
              </a:spcBef>
              <a:buClr>
                <a:srgbClr val="000066"/>
              </a:buClr>
              <a:buSzPct val="95000"/>
            </a:pPr>
            <a:r>
              <a:rPr lang="en-US" altLang="zh-CN" dirty="0">
                <a:ea typeface="楷体_GB2312" pitchFamily="49" charset="-122"/>
                <a:sym typeface="Symbol" panose="05050102010706020507" pitchFamily="18" charset="2"/>
              </a:rPr>
              <a:t>Step 1: Padding M </a:t>
            </a:r>
            <a:r>
              <a:rPr lang="en-US" altLang="zh-CN" dirty="0">
                <a:ea typeface="楷体_GB2312" pitchFamily="49" charset="-122"/>
                <a:sym typeface="Wingdings" panose="05000000000000000000" pitchFamily="2" charset="2"/>
              </a:rPr>
              <a:t></a:t>
            </a:r>
            <a:r>
              <a:rPr lang="en-US" altLang="zh-CN" dirty="0">
                <a:ea typeface="楷体_GB2312" pitchFamily="49" charset="-122"/>
                <a:sym typeface="Symbol" panose="05050102010706020507" pitchFamily="18" charset="2"/>
              </a:rPr>
              <a:t> M</a:t>
            </a:r>
            <a:r>
              <a:rPr lang="en-US" altLang="zh-CN" baseline="-25000" dirty="0">
                <a:ea typeface="楷体_GB2312" pitchFamily="49" charset="-122"/>
                <a:sym typeface="Symbol" panose="05050102010706020507" pitchFamily="18" charset="2"/>
              </a:rPr>
              <a:t>1</a:t>
            </a:r>
            <a:endParaRPr lang="en-US" altLang="zh-CN" baseline="-25000" dirty="0">
              <a:ea typeface="楷体_GB2312" pitchFamily="49" charset="-122"/>
              <a:sym typeface="Symbol" panose="05050102010706020507" pitchFamily="18" charset="2"/>
            </a:endParaRPr>
          </a:p>
          <a:p>
            <a:pPr lvl="2">
              <a:lnSpc>
                <a:spcPct val="130000"/>
              </a:lnSpc>
              <a:spcBef>
                <a:spcPct val="0"/>
              </a:spcBef>
              <a:buClr>
                <a:srgbClr val="000066"/>
              </a:buClr>
              <a:buSzPct val="80000"/>
            </a:pPr>
            <a:r>
              <a:rPr lang="en-US" altLang="zh-CN" sz="2800" dirty="0">
                <a:ea typeface="楷体_GB2312" pitchFamily="49" charset="-122"/>
                <a:sym typeface="Symbol" panose="05050102010706020507" pitchFamily="18" charset="2"/>
              </a:rPr>
              <a:t>|M</a:t>
            </a:r>
            <a:r>
              <a:rPr lang="en-US" altLang="zh-CN" sz="2800" baseline="-25000" dirty="0">
                <a:ea typeface="楷体_GB2312" pitchFamily="49" charset="-122"/>
                <a:sym typeface="Symbol" panose="05050102010706020507" pitchFamily="18" charset="2"/>
              </a:rPr>
              <a:t>1</a:t>
            </a:r>
            <a:r>
              <a:rPr lang="en-US" altLang="zh-CN" sz="2800" dirty="0">
                <a:ea typeface="楷体_GB2312" pitchFamily="49" charset="-122"/>
                <a:sym typeface="Symbol" panose="05050102010706020507" pitchFamily="18" charset="2"/>
              </a:rPr>
              <a:t>|  448 mod 512</a:t>
            </a:r>
            <a:endParaRPr lang="en-US" altLang="zh-CN" sz="2800" baseline="-25000" dirty="0">
              <a:ea typeface="楷体_GB2312" pitchFamily="49" charset="-122"/>
              <a:sym typeface="Symbol" panose="05050102010706020507" pitchFamily="18" charset="2"/>
            </a:endParaRPr>
          </a:p>
          <a:p>
            <a:pPr lvl="2">
              <a:lnSpc>
                <a:spcPct val="130000"/>
              </a:lnSpc>
              <a:spcBef>
                <a:spcPct val="0"/>
              </a:spcBef>
              <a:buClr>
                <a:srgbClr val="000066"/>
              </a:buClr>
              <a:buSzPct val="80000"/>
            </a:pPr>
            <a:r>
              <a:rPr lang="en-US" altLang="zh-CN" sz="2800" dirty="0">
                <a:ea typeface="楷体_GB2312" pitchFamily="49" charset="-122"/>
                <a:sym typeface="Symbol" panose="05050102010706020507" pitchFamily="18" charset="2"/>
              </a:rPr>
              <a:t>|M</a:t>
            </a:r>
            <a:r>
              <a:rPr lang="en-US" altLang="zh-CN" sz="2800" baseline="-25000" dirty="0">
                <a:ea typeface="楷体_GB2312" pitchFamily="49" charset="-122"/>
                <a:sym typeface="Symbol" panose="05050102010706020507" pitchFamily="18" charset="2"/>
              </a:rPr>
              <a:t>1</a:t>
            </a:r>
            <a:r>
              <a:rPr lang="en-US" altLang="zh-CN" sz="2800" dirty="0">
                <a:ea typeface="楷体_GB2312" pitchFamily="49" charset="-122"/>
                <a:sym typeface="Symbol" panose="05050102010706020507" pitchFamily="18" charset="2"/>
              </a:rPr>
              <a:t>| &gt; |M| </a:t>
            </a:r>
            <a:r>
              <a:rPr lang="en-US" altLang="zh-CN" sz="2800" dirty="0">
                <a:ea typeface="楷体_GB2312" pitchFamily="49" charset="-122"/>
                <a:sym typeface="Wingdings 3" panose="05040102010807070707" pitchFamily="18" charset="2"/>
              </a:rPr>
              <a:t></a:t>
            </a:r>
            <a:endParaRPr lang="en-US" altLang="zh-CN" sz="2800" dirty="0">
              <a:ea typeface="楷体_GB2312" pitchFamily="49" charset="-122"/>
              <a:sym typeface="Wingdings 3" panose="05040102010807070707" pitchFamily="18" charset="2"/>
            </a:endParaRPr>
          </a:p>
          <a:p>
            <a:pPr lvl="2">
              <a:lnSpc>
                <a:spcPct val="130000"/>
              </a:lnSpc>
              <a:spcBef>
                <a:spcPct val="0"/>
              </a:spcBef>
              <a:buClr>
                <a:srgbClr val="000066"/>
              </a:buClr>
              <a:buSzPct val="80000"/>
            </a:pPr>
            <a:r>
              <a:rPr lang="en-US" altLang="zh-CN" sz="2800" dirty="0">
                <a:ea typeface="楷体_GB2312" pitchFamily="49" charset="-122"/>
                <a:sym typeface="Symbol" panose="05050102010706020507" pitchFamily="18" charset="2"/>
              </a:rPr>
              <a:t>	</a:t>
            </a:r>
            <a:r>
              <a:rPr lang="zh-CN" altLang="en-US" sz="2800" dirty="0">
                <a:highlight>
                  <a:srgbClr val="FFFF00"/>
                </a:highlight>
                <a:ea typeface="楷体_GB2312" pitchFamily="49" charset="-122"/>
                <a:sym typeface="Symbol" panose="05050102010706020507" pitchFamily="18" charset="2"/>
              </a:rPr>
              <a:t>如果</a:t>
            </a:r>
            <a:r>
              <a:rPr lang="en-US" altLang="zh-CN" sz="2800" dirty="0">
                <a:highlight>
                  <a:srgbClr val="FFFF00"/>
                </a:highlight>
                <a:ea typeface="楷体_GB2312" pitchFamily="49" charset="-122"/>
                <a:sym typeface="Symbol" panose="05050102010706020507" pitchFamily="18" charset="2"/>
              </a:rPr>
              <a:t>|M|  448 mod 512,</a:t>
            </a:r>
            <a:r>
              <a:rPr lang="zh-CN" altLang="en-US" sz="2800" dirty="0">
                <a:highlight>
                  <a:srgbClr val="FFFF00"/>
                </a:highlight>
                <a:ea typeface="楷体_GB2312" pitchFamily="49" charset="-122"/>
                <a:sym typeface="Symbol" panose="05050102010706020507" pitchFamily="18" charset="2"/>
              </a:rPr>
              <a:t>则</a:t>
            </a:r>
            <a:r>
              <a:rPr lang="en-US" altLang="zh-CN" sz="2800" dirty="0">
                <a:highlight>
                  <a:srgbClr val="FFFF00"/>
                </a:highlight>
                <a:ea typeface="楷体_GB2312" pitchFamily="49" charset="-122"/>
                <a:sym typeface="Symbol" panose="05050102010706020507" pitchFamily="18" charset="2"/>
              </a:rPr>
              <a:t>|M</a:t>
            </a:r>
            <a:r>
              <a:rPr lang="en-US" altLang="zh-CN" sz="2800" baseline="-25000" dirty="0">
                <a:highlight>
                  <a:srgbClr val="FFFF00"/>
                </a:highlight>
                <a:ea typeface="楷体_GB2312" pitchFamily="49" charset="-122"/>
                <a:sym typeface="Symbol" panose="05050102010706020507" pitchFamily="18" charset="2"/>
              </a:rPr>
              <a:t>1</a:t>
            </a:r>
            <a:r>
              <a:rPr lang="en-US" altLang="zh-CN" sz="2800" dirty="0">
                <a:highlight>
                  <a:srgbClr val="FFFF00"/>
                </a:highlight>
                <a:ea typeface="楷体_GB2312" pitchFamily="49" charset="-122"/>
                <a:sym typeface="Symbol" panose="05050102010706020507" pitchFamily="18" charset="2"/>
              </a:rPr>
              <a:t>| = |M|+512</a:t>
            </a:r>
            <a:endParaRPr lang="en-US" altLang="zh-CN" sz="2800" dirty="0">
              <a:highlight>
                <a:srgbClr val="FFFF00"/>
              </a:highlight>
              <a:ea typeface="楷体_GB2312" pitchFamily="49" charset="-122"/>
              <a:sym typeface="Symbol" panose="05050102010706020507" pitchFamily="18" charset="2"/>
            </a:endParaRPr>
          </a:p>
          <a:p>
            <a:pPr lvl="2">
              <a:lnSpc>
                <a:spcPct val="130000"/>
              </a:lnSpc>
              <a:spcBef>
                <a:spcPct val="0"/>
              </a:spcBef>
              <a:buClr>
                <a:srgbClr val="000066"/>
              </a:buClr>
              <a:buSzPct val="80000"/>
            </a:pPr>
            <a:r>
              <a:rPr lang="en-US" altLang="zh-CN" sz="2800" dirty="0">
                <a:ea typeface="楷体_GB2312" pitchFamily="49" charset="-122"/>
                <a:sym typeface="Symbol" panose="05050102010706020507" pitchFamily="18" charset="2"/>
              </a:rPr>
              <a:t>Padding</a:t>
            </a:r>
            <a:r>
              <a:rPr lang="zh-CN" altLang="en-US" sz="2800" dirty="0">
                <a:ea typeface="楷体_GB2312" pitchFamily="49" charset="-122"/>
                <a:sym typeface="Symbol" panose="05050102010706020507" pitchFamily="18" charset="2"/>
              </a:rPr>
              <a:t>内容</a:t>
            </a:r>
            <a:r>
              <a:rPr lang="en-US" altLang="zh-CN" sz="2800" dirty="0">
                <a:ea typeface="楷体_GB2312" pitchFamily="49" charset="-122"/>
                <a:sym typeface="Symbol" panose="05050102010706020507" pitchFamily="18" charset="2"/>
              </a:rPr>
              <a:t>: 100…0</a:t>
            </a:r>
            <a:endParaRPr lang="en-US" altLang="zh-CN" sz="2800" baseline="-25000" dirty="0">
              <a:ea typeface="楷体_GB2312" pitchFamily="49" charset="-122"/>
              <a:sym typeface="Symbol" panose="05050102010706020507" pitchFamily="18" charset="2"/>
            </a:endParaRPr>
          </a:p>
          <a:p>
            <a:pPr lvl="1">
              <a:lnSpc>
                <a:spcPct val="130000"/>
              </a:lnSpc>
              <a:spcBef>
                <a:spcPct val="0"/>
              </a:spcBef>
              <a:buClr>
                <a:srgbClr val="000066"/>
              </a:buClr>
              <a:buSzPct val="95000"/>
            </a:pPr>
            <a:r>
              <a:rPr lang="en-US" altLang="zh-CN" dirty="0">
                <a:ea typeface="楷体_GB2312" pitchFamily="49" charset="-122"/>
                <a:sym typeface="Symbol" panose="05050102010706020507" pitchFamily="18" charset="2"/>
              </a:rPr>
              <a:t>Step 2: Append 64-bit length M</a:t>
            </a:r>
            <a:r>
              <a:rPr lang="en-US" altLang="zh-CN" baseline="-25000" dirty="0">
                <a:ea typeface="楷体_GB2312" pitchFamily="49" charset="-122"/>
                <a:sym typeface="Symbol" panose="05050102010706020507" pitchFamily="18" charset="2"/>
              </a:rPr>
              <a:t>1 </a:t>
            </a:r>
            <a:r>
              <a:rPr lang="en-US" altLang="zh-CN" dirty="0">
                <a:ea typeface="楷体_GB2312" pitchFamily="49" charset="-122"/>
                <a:sym typeface="Wingdings" panose="05000000000000000000" pitchFamily="2" charset="2"/>
              </a:rPr>
              <a:t></a:t>
            </a:r>
            <a:r>
              <a:rPr lang="en-US" altLang="zh-CN" dirty="0">
                <a:ea typeface="楷体_GB2312" pitchFamily="49" charset="-122"/>
                <a:sym typeface="Symbol" panose="05050102010706020507" pitchFamily="18" charset="2"/>
              </a:rPr>
              <a:t> M</a:t>
            </a:r>
            <a:r>
              <a:rPr lang="en-US" altLang="zh-CN" baseline="-25000" dirty="0">
                <a:ea typeface="楷体_GB2312" pitchFamily="49" charset="-122"/>
                <a:sym typeface="Symbol" panose="05050102010706020507" pitchFamily="18" charset="2"/>
              </a:rPr>
              <a:t>2</a:t>
            </a:r>
            <a:endParaRPr lang="en-US" altLang="zh-CN" dirty="0">
              <a:ea typeface="楷体_GB2312" pitchFamily="49" charset="-122"/>
              <a:sym typeface="Symbol" panose="05050102010706020507" pitchFamily="18" charset="2"/>
            </a:endParaRPr>
          </a:p>
          <a:p>
            <a:pPr lvl="2">
              <a:lnSpc>
                <a:spcPct val="130000"/>
              </a:lnSpc>
              <a:spcBef>
                <a:spcPct val="0"/>
              </a:spcBef>
              <a:buClr>
                <a:schemeClr val="folHlink"/>
              </a:buClr>
              <a:buSzPct val="80000"/>
            </a:pPr>
            <a:r>
              <a:rPr lang="en-US" altLang="zh-CN" sz="2800" dirty="0">
                <a:highlight>
                  <a:srgbClr val="FFFF00"/>
                </a:highlight>
                <a:ea typeface="楷体_GB2312" pitchFamily="49" charset="-122"/>
                <a:sym typeface="Symbol" panose="05050102010706020507" pitchFamily="18" charset="2"/>
              </a:rPr>
              <a:t>|M| &lt; 2</a:t>
            </a:r>
            <a:r>
              <a:rPr lang="en-US" altLang="zh-CN" sz="2800" baseline="30000" dirty="0">
                <a:highlight>
                  <a:srgbClr val="FFFF00"/>
                </a:highlight>
                <a:ea typeface="楷体_GB2312" pitchFamily="49" charset="-122"/>
                <a:sym typeface="Symbol" panose="05050102010706020507" pitchFamily="18" charset="2"/>
              </a:rPr>
              <a:t>64       </a:t>
            </a:r>
            <a:r>
              <a:rPr lang="en-US" altLang="zh-CN" sz="2800" baseline="30000" dirty="0">
                <a:ea typeface="楷体_GB2312" pitchFamily="49" charset="-122"/>
                <a:sym typeface="Symbol" panose="05050102010706020507" pitchFamily="18" charset="2"/>
              </a:rPr>
              <a:t> </a:t>
            </a:r>
            <a:r>
              <a:rPr lang="zh-CN" altLang="en-US" sz="2800" b="1" baseline="30000" dirty="0">
                <a:solidFill>
                  <a:schemeClr val="tx2"/>
                </a:solidFill>
                <a:ea typeface="楷体_GB2312" pitchFamily="49" charset="-122"/>
                <a:sym typeface="Symbol" panose="05050102010706020507" pitchFamily="18" charset="2"/>
              </a:rPr>
              <a:t>长度要求</a:t>
            </a:r>
            <a:endParaRPr lang="en-US" altLang="zh-CN" sz="2800" b="1" baseline="30000" dirty="0">
              <a:solidFill>
                <a:schemeClr val="tx2"/>
              </a:solidFill>
              <a:highlight>
                <a:srgbClr val="FFFF00"/>
              </a:highlight>
              <a:ea typeface="楷体_GB2312" pitchFamily="49" charset="-122"/>
              <a:sym typeface="Symbol" panose="05050102010706020507" pitchFamily="18" charset="2"/>
            </a:endParaRPr>
          </a:p>
          <a:p>
            <a:pPr lvl="2">
              <a:lnSpc>
                <a:spcPct val="130000"/>
              </a:lnSpc>
              <a:spcBef>
                <a:spcPct val="0"/>
              </a:spcBef>
              <a:buClr>
                <a:schemeClr val="folHlink"/>
              </a:buClr>
              <a:buSzPct val="80000"/>
            </a:pPr>
            <a:r>
              <a:rPr lang="zh-CN" altLang="en-US" sz="2800" dirty="0">
                <a:ea typeface="楷体_GB2312" pitchFamily="49" charset="-122"/>
                <a:sym typeface="Symbol" panose="05050102010706020507" pitchFamily="18" charset="2"/>
              </a:rPr>
              <a:t>高字节在前 </a:t>
            </a:r>
            <a:r>
              <a:rPr lang="en-US" altLang="zh-CN" sz="2800" dirty="0">
                <a:ea typeface="楷体_GB2312" pitchFamily="49" charset="-122"/>
                <a:sym typeface="Symbol" panose="05050102010706020507" pitchFamily="18" charset="2"/>
              </a:rPr>
              <a:t>(big-endian)    |M|</a:t>
            </a:r>
            <a:r>
              <a:rPr lang="zh-CN" altLang="en-US" sz="2800" dirty="0">
                <a:ea typeface="楷体_GB2312" pitchFamily="49" charset="-122"/>
                <a:sym typeface="Symbol" panose="05050102010706020507" pitchFamily="18" charset="2"/>
              </a:rPr>
              <a:t>用</a:t>
            </a:r>
            <a:r>
              <a:rPr lang="zh-CN" altLang="en-US" sz="2800" b="1" dirty="0">
                <a:solidFill>
                  <a:schemeClr val="tx2"/>
                </a:solidFill>
                <a:ea typeface="楷体_GB2312" pitchFamily="49" charset="-122"/>
                <a:sym typeface="Symbol" panose="05050102010706020507" pitchFamily="18" charset="2"/>
              </a:rPr>
              <a:t>大端序表示，高位字节在前，低位字节在后</a:t>
            </a:r>
            <a:endParaRPr lang="zh-CN" altLang="en-US" sz="2800" b="1" dirty="0">
              <a:solidFill>
                <a:schemeClr val="tx2"/>
              </a:solidFill>
              <a:ea typeface="楷体_GB2312" pitchFamily="49" charset="-122"/>
              <a:sym typeface="Symbol" panose="05050102010706020507" pitchFamily="18" charset="2"/>
            </a:endParaRPr>
          </a:p>
          <a:p>
            <a:pPr lvl="2">
              <a:lnSpc>
                <a:spcPct val="130000"/>
              </a:lnSpc>
              <a:spcBef>
                <a:spcPct val="0"/>
              </a:spcBef>
              <a:buClr>
                <a:schemeClr val="folHlink"/>
              </a:buClr>
              <a:buSzPct val="80000"/>
            </a:pPr>
            <a:r>
              <a:rPr lang="en-US" altLang="zh-CN" sz="2800" dirty="0">
                <a:ea typeface="楷体_GB2312" pitchFamily="49" charset="-122"/>
                <a:sym typeface="Symbol" panose="05050102010706020507" pitchFamily="18" charset="2"/>
              </a:rPr>
              <a:t>|M</a:t>
            </a:r>
            <a:r>
              <a:rPr lang="en-US" altLang="zh-CN" sz="2800" baseline="-25000" dirty="0">
                <a:ea typeface="楷体_GB2312" pitchFamily="49" charset="-122"/>
                <a:sym typeface="Symbol" panose="05050102010706020507" pitchFamily="18" charset="2"/>
              </a:rPr>
              <a:t>2</a:t>
            </a:r>
            <a:r>
              <a:rPr lang="en-US" altLang="zh-CN" sz="2800" dirty="0">
                <a:ea typeface="楷体_GB2312" pitchFamily="49" charset="-122"/>
                <a:sym typeface="Symbol" panose="05050102010706020507" pitchFamily="18" charset="2"/>
              </a:rPr>
              <a:t>|</a:t>
            </a:r>
            <a:r>
              <a:rPr lang="zh-CN" altLang="en-US" sz="2800" dirty="0">
                <a:ea typeface="楷体_GB2312" pitchFamily="49" charset="-122"/>
                <a:sym typeface="Symbol" panose="05050102010706020507" pitchFamily="18" charset="2"/>
              </a:rPr>
              <a:t>为</a:t>
            </a:r>
            <a:r>
              <a:rPr lang="en-US" altLang="zh-CN" sz="2800" dirty="0">
                <a:ea typeface="楷体_GB2312" pitchFamily="49" charset="-122"/>
                <a:sym typeface="Symbol" panose="05050102010706020507" pitchFamily="18" charset="2"/>
              </a:rPr>
              <a:t>512</a:t>
            </a:r>
            <a:r>
              <a:rPr lang="zh-CN" altLang="en-US" sz="2800" dirty="0">
                <a:ea typeface="楷体_GB2312" pitchFamily="49" charset="-122"/>
                <a:sym typeface="Symbol" panose="05050102010706020507" pitchFamily="18" charset="2"/>
              </a:rPr>
              <a:t>的倍数</a:t>
            </a:r>
            <a:r>
              <a:rPr lang="en-US" altLang="zh-CN" sz="2800" dirty="0">
                <a:ea typeface="楷体_GB2312" pitchFamily="49" charset="-122"/>
                <a:sym typeface="Symbol" panose="05050102010706020507" pitchFamily="18" charset="2"/>
              </a:rPr>
              <a:t>: Y</a:t>
            </a:r>
            <a:r>
              <a:rPr lang="en-US" altLang="zh-CN" sz="2800" baseline="-25000" dirty="0">
                <a:ea typeface="楷体_GB2312" pitchFamily="49" charset="-122"/>
                <a:sym typeface="Symbol" panose="05050102010706020507" pitchFamily="18" charset="2"/>
              </a:rPr>
              <a:t>0</a:t>
            </a:r>
            <a:r>
              <a:rPr lang="en-US" altLang="zh-CN" sz="2800" dirty="0">
                <a:ea typeface="楷体_GB2312" pitchFamily="49" charset="-122"/>
                <a:sym typeface="Symbol" panose="05050102010706020507" pitchFamily="18" charset="2"/>
              </a:rPr>
              <a:t>,Y</a:t>
            </a:r>
            <a:r>
              <a:rPr lang="en-US" altLang="zh-CN" sz="2800" baseline="-25000" dirty="0">
                <a:ea typeface="楷体_GB2312" pitchFamily="49" charset="-122"/>
                <a:sym typeface="Symbol" panose="05050102010706020507" pitchFamily="18" charset="2"/>
              </a:rPr>
              <a:t>1</a:t>
            </a:r>
            <a:r>
              <a:rPr lang="en-US" altLang="zh-CN" sz="2800" dirty="0">
                <a:ea typeface="楷体_GB2312" pitchFamily="49" charset="-122"/>
                <a:sym typeface="Symbol" panose="05050102010706020507" pitchFamily="18" charset="2"/>
              </a:rPr>
              <a:t>,…,Y</a:t>
            </a:r>
            <a:r>
              <a:rPr lang="en-US" altLang="zh-CN" sz="2800" baseline="-25000" dirty="0">
                <a:ea typeface="楷体_GB2312" pitchFamily="49" charset="-122"/>
                <a:sym typeface="Symbol" panose="05050102010706020507" pitchFamily="18" charset="2"/>
              </a:rPr>
              <a:t>L-1     </a:t>
            </a:r>
            <a:r>
              <a:rPr lang="zh-CN" altLang="en-US" sz="4800" b="1" baseline="-25000" dirty="0">
                <a:solidFill>
                  <a:schemeClr val="tx2"/>
                </a:solidFill>
                <a:ea typeface="楷体_GB2312" pitchFamily="49" charset="-122"/>
                <a:sym typeface="Symbol" panose="05050102010706020507" pitchFamily="18" charset="2"/>
              </a:rPr>
              <a:t>分割数据块</a:t>
            </a:r>
            <a:endParaRPr lang="zh-CN" altLang="en-US" sz="4800" b="1" baseline="-25000" dirty="0">
              <a:solidFill>
                <a:schemeClr val="tx2"/>
              </a:solidFill>
              <a:ea typeface="楷体_GB2312" pitchFamily="49" charset="-122"/>
              <a:sym typeface="Symbol" panose="05050102010706020507" pitchFamily="18" charset="2"/>
            </a:endParaRPr>
          </a:p>
        </p:txBody>
      </p:sp>
      <p:sp>
        <p:nvSpPr>
          <p:cNvPr id="4" name="灯片编号占位符 3"/>
          <p:cNvSpPr>
            <a:spLocks noGrp="1"/>
          </p:cNvSpPr>
          <p:nvPr>
            <p:ph type="sldNum" sz="quarter" idx="12"/>
          </p:nvPr>
        </p:nvSpPr>
        <p:spPr/>
        <p:txBody>
          <a:bodyPr/>
          <a:lstStyle/>
          <a:p>
            <a:fld id="{8D4D1E41-7A09-AB4A-A4E1-09765ADA2698}" type="slidenum">
              <a:rPr kumimoji="1" lang="zh-CN" altLang="en-US" smtClean="0"/>
            </a:fld>
            <a:endParaRPr kumimoji="1" lang="zh-CN" altLang="en-US" dirty="0"/>
          </a:p>
        </p:txBody>
      </p:sp>
      <p:sp>
        <p:nvSpPr>
          <p:cNvPr id="5" name="文本框 4"/>
          <p:cNvSpPr txBox="1"/>
          <p:nvPr/>
        </p:nvSpPr>
        <p:spPr>
          <a:xfrm>
            <a:off x="6273800" y="1666557"/>
            <a:ext cx="5080000" cy="337185"/>
          </a:xfrm>
          <a:prstGeom prst="rect">
            <a:avLst/>
          </a:prstGeom>
        </p:spPr>
        <p:txBody>
          <a:bodyPr>
            <a:spAutoFit/>
          </a:bodyPr>
          <a:lstStyle/>
          <a:p>
            <a:r>
              <a:rPr lang="zh-CN" altLang="en-US" sz="1600" b="1">
                <a:solidFill>
                  <a:srgbClr val="C00000"/>
                </a:solidFill>
                <a:latin typeface="微软雅黑" panose="020B0503020204020204" pitchFamily="34" charset="-122"/>
                <a:ea typeface="微软雅黑" panose="020B0503020204020204" pitchFamily="34" charset="-122"/>
                <a:cs typeface="微软雅黑" panose="020B0503020204020204" pitchFamily="34" charset="-122"/>
              </a:rPr>
              <a:t>将原始消息 </a:t>
            </a:r>
            <a:r>
              <a:rPr lang="en-US" altLang="zh-CN" sz="1600" b="1">
                <a:solidFill>
                  <a:srgbClr val="C00000"/>
                </a:solidFill>
                <a:latin typeface="微软雅黑" panose="020B0503020204020204" pitchFamily="34" charset="-122"/>
                <a:ea typeface="微软雅黑" panose="020B0503020204020204" pitchFamily="34" charset="-122"/>
                <a:cs typeface="微软雅黑" panose="020B0503020204020204" pitchFamily="34" charset="-122"/>
              </a:rPr>
              <a:t>M </a:t>
            </a:r>
            <a:r>
              <a:rPr lang="zh-CN" altLang="en-US" sz="1600" b="1">
                <a:solidFill>
                  <a:srgbClr val="C00000"/>
                </a:solidFill>
                <a:latin typeface="微软雅黑" panose="020B0503020204020204" pitchFamily="34" charset="-122"/>
                <a:ea typeface="微软雅黑" panose="020B0503020204020204" pitchFamily="34" charset="-122"/>
                <a:cs typeface="微软雅黑" panose="020B0503020204020204" pitchFamily="34" charset="-122"/>
              </a:rPr>
              <a:t>填充到指定的长度</a:t>
            </a:r>
            <a:endParaRPr lang="zh-CN" altLang="en-US" sz="1600" b="1">
              <a:solidFill>
                <a:srgbClr val="C00000"/>
              </a:solidFill>
              <a:latin typeface="微软雅黑" panose="020B0503020204020204" pitchFamily="34" charset="-122"/>
              <a:ea typeface="微软雅黑" panose="020B0503020204020204" pitchFamily="34" charset="-122"/>
              <a:cs typeface="微软雅黑" panose="020B0503020204020204" pitchFamily="34" charset="-122"/>
            </a:endParaRPr>
          </a:p>
        </p:txBody>
      </p:sp>
      <p:sp>
        <p:nvSpPr>
          <p:cNvPr id="6" name="文本框 5"/>
          <p:cNvSpPr txBox="1"/>
          <p:nvPr/>
        </p:nvSpPr>
        <p:spPr>
          <a:xfrm>
            <a:off x="6273800" y="2173287"/>
            <a:ext cx="5080000" cy="337185"/>
          </a:xfrm>
          <a:prstGeom prst="rect">
            <a:avLst/>
          </a:prstGeom>
        </p:spPr>
        <p:txBody>
          <a:bodyPr>
            <a:spAutoFit/>
          </a:bodyPr>
          <a:lstStyle/>
          <a:p>
            <a:r>
              <a:rPr lang="zh-CN" altLang="en-US" sz="1600" b="1">
                <a:solidFill>
                  <a:srgbClr val="C00000"/>
                </a:solidFill>
                <a:latin typeface="微软雅黑" panose="020B0503020204020204" pitchFamily="34" charset="-122"/>
                <a:ea typeface="微软雅黑" panose="020B0503020204020204" pitchFamily="34" charset="-122"/>
                <a:cs typeface="微软雅黑" panose="020B0503020204020204" pitchFamily="34" charset="-122"/>
              </a:rPr>
              <a:t>填充后的消息长度</a:t>
            </a:r>
            <a:r>
              <a:rPr lang="en-US" altLang="zh-CN" sz="1600" b="1">
                <a:solidFill>
                  <a:srgbClr val="C00000"/>
                </a:solidFill>
                <a:latin typeface="微软雅黑" panose="020B0503020204020204" pitchFamily="34" charset="-122"/>
                <a:ea typeface="微软雅黑" panose="020B0503020204020204" pitchFamily="34" charset="-122"/>
                <a:cs typeface="微软雅黑" panose="020B0503020204020204" pitchFamily="34" charset="-122"/>
              </a:rPr>
              <a:t> M_1</a:t>
            </a:r>
            <a:r>
              <a:rPr lang="zh-CN" altLang="en-US" sz="1600" b="1">
                <a:solidFill>
                  <a:srgbClr val="C00000"/>
                </a:solidFill>
                <a:latin typeface="微软雅黑" panose="020B0503020204020204" pitchFamily="34" charset="-122"/>
                <a:ea typeface="微软雅黑" panose="020B0503020204020204" pitchFamily="34" charset="-122"/>
                <a:cs typeface="微软雅黑" panose="020B0503020204020204" pitchFamily="34" charset="-122"/>
              </a:rPr>
              <a:t>模</a:t>
            </a:r>
            <a:r>
              <a:rPr lang="en-US" altLang="zh-CN" sz="1600" b="1">
                <a:solidFill>
                  <a:srgbClr val="C00000"/>
                </a:solidFill>
                <a:latin typeface="微软雅黑" panose="020B0503020204020204" pitchFamily="34" charset="-122"/>
                <a:ea typeface="微软雅黑" panose="020B0503020204020204" pitchFamily="34" charset="-122"/>
                <a:cs typeface="微软雅黑" panose="020B0503020204020204" pitchFamily="34" charset="-122"/>
              </a:rPr>
              <a:t> 512 </a:t>
            </a:r>
            <a:r>
              <a:rPr lang="zh-CN" altLang="en-US" sz="1600" b="1">
                <a:solidFill>
                  <a:srgbClr val="C00000"/>
                </a:solidFill>
                <a:latin typeface="微软雅黑" panose="020B0503020204020204" pitchFamily="34" charset="-122"/>
                <a:ea typeface="微软雅黑" panose="020B0503020204020204" pitchFamily="34" charset="-122"/>
                <a:cs typeface="微软雅黑" panose="020B0503020204020204" pitchFamily="34" charset="-122"/>
              </a:rPr>
              <a:t>必须余</a:t>
            </a:r>
            <a:r>
              <a:rPr lang="en-US" altLang="zh-CN" sz="1600" b="1">
                <a:solidFill>
                  <a:srgbClr val="C00000"/>
                </a:solidFill>
                <a:latin typeface="微软雅黑" panose="020B0503020204020204" pitchFamily="34" charset="-122"/>
                <a:ea typeface="微软雅黑" panose="020B0503020204020204" pitchFamily="34" charset="-122"/>
                <a:cs typeface="微软雅黑" panose="020B0503020204020204" pitchFamily="34" charset="-122"/>
              </a:rPr>
              <a:t> 448</a:t>
            </a:r>
            <a:endParaRPr lang="en-US" altLang="zh-CN" sz="1600" b="1">
              <a:solidFill>
                <a:srgbClr val="C00000"/>
              </a:solidFill>
              <a:latin typeface="微软雅黑" panose="020B0503020204020204" pitchFamily="34" charset="-122"/>
              <a:ea typeface="微软雅黑" panose="020B0503020204020204" pitchFamily="34" charset="-122"/>
              <a:cs typeface="微软雅黑" panose="020B0503020204020204" pitchFamily="34" charset="-122"/>
            </a:endParaRPr>
          </a:p>
        </p:txBody>
      </p:sp>
      <p:sp>
        <p:nvSpPr>
          <p:cNvPr id="7" name="文本框 6"/>
          <p:cNvSpPr txBox="1"/>
          <p:nvPr/>
        </p:nvSpPr>
        <p:spPr>
          <a:xfrm>
            <a:off x="5553710" y="3635375"/>
            <a:ext cx="6847205" cy="337185"/>
          </a:xfrm>
          <a:prstGeom prst="rect">
            <a:avLst/>
          </a:prstGeom>
        </p:spPr>
        <p:txBody>
          <a:bodyPr wrap="square">
            <a:spAutoFit/>
          </a:bodyPr>
          <a:lstStyle/>
          <a:p>
            <a:r>
              <a:rPr lang="zh-CN" altLang="en-US" sz="1600" b="1">
                <a:solidFill>
                  <a:srgbClr val="C00000"/>
                </a:solidFill>
                <a:latin typeface="微软雅黑" panose="020B0503020204020204" pitchFamily="34" charset="-122"/>
                <a:ea typeface="微软雅黑" panose="020B0503020204020204" pitchFamily="34" charset="-122"/>
                <a:cs typeface="微软雅黑" panose="020B0503020204020204" pitchFamily="34" charset="-122"/>
              </a:rPr>
              <a:t>填充的具体二进制比特流格式为：先填一个最高位的</a:t>
            </a:r>
            <a:r>
              <a:rPr lang="en-US" altLang="zh-CN" sz="1600" b="1">
                <a:solidFill>
                  <a:srgbClr val="C00000"/>
                </a:solidFill>
                <a:latin typeface="微软雅黑" panose="020B0503020204020204" pitchFamily="34" charset="-122"/>
                <a:ea typeface="微软雅黑" panose="020B0503020204020204" pitchFamily="34" charset="-122"/>
                <a:cs typeface="微软雅黑" panose="020B0503020204020204" pitchFamily="34" charset="-122"/>
              </a:rPr>
              <a:t> 1</a:t>
            </a:r>
            <a:r>
              <a:rPr lang="zh-CN" altLang="en-US" sz="1600" b="1">
                <a:solidFill>
                  <a:srgbClr val="C00000"/>
                </a:solidFill>
                <a:latin typeface="微软雅黑" panose="020B0503020204020204" pitchFamily="34" charset="-122"/>
                <a:ea typeface="微软雅黑" panose="020B0503020204020204" pitchFamily="34" charset="-122"/>
                <a:cs typeface="微软雅黑" panose="020B0503020204020204" pitchFamily="34" charset="-122"/>
              </a:rPr>
              <a:t>，后面全部补</a:t>
            </a:r>
            <a:r>
              <a:rPr lang="en-US" altLang="zh-CN" sz="1600" b="1">
                <a:solidFill>
                  <a:srgbClr val="C00000"/>
                </a:solidFill>
                <a:latin typeface="微软雅黑" panose="020B0503020204020204" pitchFamily="34" charset="-122"/>
                <a:ea typeface="微软雅黑" panose="020B0503020204020204" pitchFamily="34" charset="-122"/>
                <a:cs typeface="微软雅黑" panose="020B0503020204020204" pitchFamily="34" charset="-122"/>
              </a:rPr>
              <a:t> 0</a:t>
            </a:r>
            <a:endParaRPr lang="en-US" altLang="zh-CN" sz="1600" b="1">
              <a:solidFill>
                <a:srgbClr val="C00000"/>
              </a:solidFill>
              <a:latin typeface="微软雅黑" panose="020B0503020204020204" pitchFamily="34" charset="-122"/>
              <a:ea typeface="微软雅黑" panose="020B0503020204020204" pitchFamily="34" charset="-122"/>
              <a:cs typeface="微软雅黑" panose="020B0503020204020204" pitchFamily="34" charset="-122"/>
            </a:endParaRPr>
          </a:p>
        </p:txBody>
      </p:sp>
      <p:sp>
        <p:nvSpPr>
          <p:cNvPr id="8" name="文本框 7"/>
          <p:cNvSpPr txBox="1"/>
          <p:nvPr/>
        </p:nvSpPr>
        <p:spPr>
          <a:xfrm>
            <a:off x="6822440" y="4107498"/>
            <a:ext cx="5080000" cy="398780"/>
          </a:xfrm>
          <a:prstGeom prst="rect">
            <a:avLst/>
          </a:prstGeom>
        </p:spPr>
        <p:txBody>
          <a:bodyPr>
            <a:spAutoFit/>
          </a:bodyPr>
          <a:lstStyle/>
          <a:p>
            <a:r>
              <a:rPr lang="zh-CN" altLang="en-US" sz="2000" b="1">
                <a:solidFill>
                  <a:schemeClr val="tx2"/>
                </a:solidFill>
                <a:latin typeface="微软雅黑" panose="020B0503020204020204" pitchFamily="34" charset="-122"/>
                <a:ea typeface="微软雅黑" panose="020B0503020204020204" pitchFamily="34" charset="-122"/>
                <a:cs typeface="微软雅黑" panose="020B0503020204020204" pitchFamily="34" charset="-122"/>
              </a:rPr>
              <a:t>用</a:t>
            </a:r>
            <a:r>
              <a:rPr lang="en-US" altLang="zh-CN" sz="2000" dirty="0">
                <a:ea typeface="楷体_GB2312" pitchFamily="49" charset="-122"/>
                <a:sym typeface="Symbol" panose="05050102010706020507" pitchFamily="18" charset="2"/>
              </a:rPr>
              <a:t>|M|</a:t>
            </a:r>
            <a:r>
              <a:rPr lang="zh-CN" altLang="en-US" sz="2000" b="1">
                <a:solidFill>
                  <a:schemeClr val="tx2"/>
                </a:solidFill>
                <a:latin typeface="微软雅黑" panose="020B0503020204020204" pitchFamily="34" charset="-122"/>
                <a:ea typeface="微软雅黑" panose="020B0503020204020204" pitchFamily="34" charset="-122"/>
                <a:cs typeface="微软雅黑" panose="020B0503020204020204" pitchFamily="34" charset="-122"/>
              </a:rPr>
              <a:t>将第一步留出来的 </a:t>
            </a:r>
            <a:r>
              <a:rPr lang="en-US" altLang="zh-CN" sz="2000" b="1">
                <a:solidFill>
                  <a:schemeClr val="tx2"/>
                </a:solidFill>
                <a:latin typeface="微软雅黑" panose="020B0503020204020204" pitchFamily="34" charset="-122"/>
                <a:ea typeface="微软雅黑" panose="020B0503020204020204" pitchFamily="34" charset="-122"/>
                <a:cs typeface="微软雅黑" panose="020B0503020204020204" pitchFamily="34" charset="-122"/>
              </a:rPr>
              <a:t>64 bits </a:t>
            </a:r>
            <a:r>
              <a:rPr lang="zh-CN" altLang="en-US" sz="2000" b="1">
                <a:solidFill>
                  <a:schemeClr val="tx2"/>
                </a:solidFill>
                <a:latin typeface="微软雅黑" panose="020B0503020204020204" pitchFamily="34" charset="-122"/>
                <a:ea typeface="微软雅黑" panose="020B0503020204020204" pitchFamily="34" charset="-122"/>
                <a:cs typeface="微软雅黑" panose="020B0503020204020204" pitchFamily="34" charset="-122"/>
              </a:rPr>
              <a:t>空间填满</a:t>
            </a:r>
            <a:endParaRPr lang="zh-CN" altLang="en-US" sz="2000" b="1">
              <a:solidFill>
                <a:schemeClr val="tx2"/>
              </a:solidFill>
              <a:latin typeface="微软雅黑" panose="020B0503020204020204" pitchFamily="34" charset="-122"/>
              <a:ea typeface="微软雅黑" panose="020B0503020204020204" pitchFamily="34" charset="-122"/>
              <a:cs typeface="微软雅黑" panose="020B0503020204020204" pitchFamily="34" charset="-122"/>
            </a:endParaRPr>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t>6.2.4 </a:t>
            </a:r>
            <a:r>
              <a:rPr kumimoji="1" lang="en-US" altLang="zh-CN" dirty="0">
                <a:solidFill>
                  <a:prstClr val="black"/>
                </a:solidFill>
              </a:rPr>
              <a:t>SHA</a:t>
            </a:r>
            <a:r>
              <a:rPr kumimoji="1" lang="zh-CN" altLang="zh-CN" dirty="0">
                <a:solidFill>
                  <a:prstClr val="black"/>
                </a:solidFill>
              </a:rPr>
              <a:t>安全散列函数</a:t>
            </a:r>
            <a:endParaRPr lang="zh-CN" altLang="en-US" dirty="0"/>
          </a:p>
        </p:txBody>
      </p:sp>
      <p:sp>
        <p:nvSpPr>
          <p:cNvPr id="3" name="内容占位符 2"/>
          <p:cNvSpPr>
            <a:spLocks noGrp="1"/>
          </p:cNvSpPr>
          <p:nvPr>
            <p:ph idx="1"/>
          </p:nvPr>
        </p:nvSpPr>
        <p:spPr/>
        <p:txBody>
          <a:bodyPr>
            <a:normAutofit fontScale="92500" lnSpcReduction="10000"/>
          </a:bodyPr>
          <a:lstStyle/>
          <a:p>
            <a:r>
              <a:rPr lang="en-US" altLang="zh-CN" dirty="0">
                <a:ea typeface="华文新魏" panose="02010800040101010101" pitchFamily="2" charset="-122"/>
              </a:rPr>
              <a:t>SHA-1: compress</a:t>
            </a:r>
            <a:endParaRPr lang="en-US" altLang="zh-CN" dirty="0">
              <a:ea typeface="华文新魏" panose="02010800040101010101" pitchFamily="2" charset="-122"/>
            </a:endParaRPr>
          </a:p>
          <a:p>
            <a:pPr lvl="1">
              <a:lnSpc>
                <a:spcPct val="120000"/>
              </a:lnSpc>
              <a:spcBef>
                <a:spcPct val="0"/>
              </a:spcBef>
              <a:buClr>
                <a:srgbClr val="000066"/>
              </a:buClr>
              <a:buSzPct val="95000"/>
            </a:pPr>
            <a:r>
              <a:rPr lang="en-US" altLang="zh-CN" dirty="0">
                <a:ea typeface="楷体_GB2312" pitchFamily="49" charset="-122"/>
                <a:sym typeface="Symbol" panose="05050102010706020507" pitchFamily="18" charset="2"/>
              </a:rPr>
              <a:t>Step 3: </a:t>
            </a:r>
            <a:r>
              <a:rPr lang="en-US" altLang="zh-CN" dirty="0">
                <a:highlight>
                  <a:srgbClr val="FFFF00"/>
                </a:highlight>
                <a:ea typeface="楷体_GB2312" pitchFamily="49" charset="-122"/>
                <a:sym typeface="Symbol" panose="05050102010706020507" pitchFamily="18" charset="2"/>
              </a:rPr>
              <a:t>Initialize MD buffer </a:t>
            </a:r>
            <a:r>
              <a:rPr lang="en-US" altLang="zh-CN" dirty="0">
                <a:ea typeface="楷体_GB2312" pitchFamily="49" charset="-122"/>
                <a:sym typeface="Symbol" panose="05050102010706020507" pitchFamily="18" charset="2"/>
              </a:rPr>
              <a:t> (big-endian)</a:t>
            </a:r>
            <a:endParaRPr lang="en-US" altLang="zh-CN" dirty="0">
              <a:ea typeface="楷体_GB2312" pitchFamily="49" charset="-122"/>
              <a:sym typeface="Symbol" panose="05050102010706020507" pitchFamily="18" charset="2"/>
            </a:endParaRPr>
          </a:p>
          <a:p>
            <a:pPr lvl="1">
              <a:lnSpc>
                <a:spcPct val="120000"/>
              </a:lnSpc>
              <a:spcBef>
                <a:spcPct val="0"/>
              </a:spcBef>
              <a:buClr>
                <a:schemeClr val="folHlink"/>
              </a:buClr>
              <a:buSzPct val="80000"/>
              <a:buNone/>
            </a:pPr>
            <a:r>
              <a:rPr lang="en-US" altLang="zh-CN" dirty="0">
                <a:latin typeface="Courier New" panose="02070309020205020404" pitchFamily="49" charset="0"/>
                <a:ea typeface="楷体_GB2312" pitchFamily="49" charset="-122"/>
                <a:sym typeface="Symbol" panose="05050102010706020507" pitchFamily="18" charset="2"/>
              </a:rPr>
              <a:t>	A = 67 45 23 01 (0x67452301)</a:t>
            </a:r>
            <a:endParaRPr lang="en-US" altLang="zh-CN" dirty="0">
              <a:latin typeface="Courier New" panose="02070309020205020404" pitchFamily="49" charset="0"/>
              <a:ea typeface="楷体_GB2312" pitchFamily="49" charset="-122"/>
              <a:sym typeface="Symbol" panose="05050102010706020507" pitchFamily="18" charset="2"/>
            </a:endParaRPr>
          </a:p>
          <a:p>
            <a:pPr lvl="1">
              <a:lnSpc>
                <a:spcPct val="120000"/>
              </a:lnSpc>
              <a:spcBef>
                <a:spcPct val="0"/>
              </a:spcBef>
              <a:buClr>
                <a:schemeClr val="folHlink"/>
              </a:buClr>
              <a:buSzPct val="80000"/>
              <a:buNone/>
            </a:pPr>
            <a:r>
              <a:rPr lang="en-US" altLang="zh-CN" dirty="0">
                <a:latin typeface="Courier New" panose="02070309020205020404" pitchFamily="49" charset="0"/>
                <a:ea typeface="楷体_GB2312" pitchFamily="49" charset="-122"/>
                <a:sym typeface="Symbol" panose="05050102010706020507" pitchFamily="18" charset="2"/>
              </a:rPr>
              <a:t>	B = EF CD AB 89 (0xEFCDAB89)</a:t>
            </a:r>
            <a:endParaRPr lang="en-US" altLang="zh-CN" dirty="0">
              <a:latin typeface="Courier New" panose="02070309020205020404" pitchFamily="49" charset="0"/>
              <a:ea typeface="楷体_GB2312" pitchFamily="49" charset="-122"/>
              <a:sym typeface="Symbol" panose="05050102010706020507" pitchFamily="18" charset="2"/>
            </a:endParaRPr>
          </a:p>
          <a:p>
            <a:pPr lvl="1">
              <a:lnSpc>
                <a:spcPct val="120000"/>
              </a:lnSpc>
              <a:spcBef>
                <a:spcPct val="0"/>
              </a:spcBef>
              <a:buClr>
                <a:schemeClr val="folHlink"/>
              </a:buClr>
              <a:buSzPct val="80000"/>
              <a:buNone/>
            </a:pPr>
            <a:r>
              <a:rPr lang="en-US" altLang="zh-CN" dirty="0">
                <a:latin typeface="Courier New" panose="02070309020205020404" pitchFamily="49" charset="0"/>
                <a:ea typeface="楷体_GB2312" pitchFamily="49" charset="-122"/>
                <a:sym typeface="Symbol" panose="05050102010706020507" pitchFamily="18" charset="2"/>
              </a:rPr>
              <a:t>	C = 98 BA DC FE (0x98BADCFE)</a:t>
            </a:r>
            <a:endParaRPr lang="en-US" altLang="zh-CN" dirty="0">
              <a:latin typeface="Courier New" panose="02070309020205020404" pitchFamily="49" charset="0"/>
              <a:ea typeface="楷体_GB2312" pitchFamily="49" charset="-122"/>
              <a:sym typeface="Symbol" panose="05050102010706020507" pitchFamily="18" charset="2"/>
            </a:endParaRPr>
          </a:p>
          <a:p>
            <a:pPr lvl="1">
              <a:lnSpc>
                <a:spcPct val="120000"/>
              </a:lnSpc>
              <a:spcBef>
                <a:spcPct val="0"/>
              </a:spcBef>
              <a:buClr>
                <a:schemeClr val="folHlink"/>
              </a:buClr>
              <a:buSzPct val="80000"/>
              <a:buNone/>
            </a:pPr>
            <a:r>
              <a:rPr lang="en-US" altLang="zh-CN" dirty="0">
                <a:latin typeface="Courier New" panose="02070309020205020404" pitchFamily="49" charset="0"/>
                <a:ea typeface="楷体_GB2312" pitchFamily="49" charset="-122"/>
                <a:sym typeface="Symbol" panose="05050102010706020507" pitchFamily="18" charset="2"/>
              </a:rPr>
              <a:t>	D = 10 32 54 76 (0x10325476)</a:t>
            </a:r>
            <a:endParaRPr lang="en-US" altLang="zh-CN" dirty="0">
              <a:latin typeface="Courier New" panose="02070309020205020404" pitchFamily="49" charset="0"/>
              <a:ea typeface="楷体_GB2312" pitchFamily="49" charset="-122"/>
              <a:sym typeface="Symbol" panose="05050102010706020507" pitchFamily="18" charset="2"/>
            </a:endParaRPr>
          </a:p>
          <a:p>
            <a:pPr lvl="1">
              <a:lnSpc>
                <a:spcPct val="120000"/>
              </a:lnSpc>
              <a:spcBef>
                <a:spcPct val="0"/>
              </a:spcBef>
              <a:buClr>
                <a:schemeClr val="folHlink"/>
              </a:buClr>
              <a:buSzPct val="80000"/>
              <a:buNone/>
            </a:pPr>
            <a:r>
              <a:rPr lang="en-US" altLang="zh-CN" dirty="0">
                <a:latin typeface="Courier New" panose="02070309020205020404" pitchFamily="49" charset="0"/>
                <a:ea typeface="楷体_GB2312" pitchFamily="49" charset="-122"/>
                <a:sym typeface="Symbol" panose="05050102010706020507" pitchFamily="18" charset="2"/>
              </a:rPr>
              <a:t>	E = C3 D2 E1 F0 (0xC3D2E1F0)</a:t>
            </a:r>
            <a:endParaRPr lang="en-US" altLang="zh-CN" dirty="0">
              <a:ea typeface="楷体_GB2312" pitchFamily="49" charset="-122"/>
              <a:sym typeface="Symbol" panose="05050102010706020507" pitchFamily="18" charset="2"/>
            </a:endParaRPr>
          </a:p>
          <a:p>
            <a:pPr lvl="1">
              <a:lnSpc>
                <a:spcPct val="120000"/>
              </a:lnSpc>
              <a:spcBef>
                <a:spcPct val="0"/>
              </a:spcBef>
              <a:buClr>
                <a:srgbClr val="000066"/>
              </a:buClr>
              <a:buSzPct val="95000"/>
            </a:pPr>
            <a:r>
              <a:rPr lang="en-US" altLang="zh-CN" dirty="0">
                <a:ea typeface="楷体_GB2312" pitchFamily="49" charset="-122"/>
                <a:sym typeface="Symbol" panose="05050102010706020507" pitchFamily="18" charset="2"/>
              </a:rPr>
              <a:t>Step 4: Compression  </a:t>
            </a:r>
            <a:r>
              <a:rPr lang="zh-CN" altLang="en-US" dirty="0">
                <a:highlight>
                  <a:srgbClr val="FFFF00"/>
                </a:highlight>
                <a:ea typeface="楷体_GB2312" pitchFamily="49" charset="-122"/>
                <a:sym typeface="Symbol" panose="05050102010706020507" pitchFamily="18" charset="2"/>
              </a:rPr>
              <a:t>压缩迭代</a:t>
            </a:r>
            <a:endParaRPr lang="en-US" altLang="zh-CN" baseline="-25000" dirty="0">
              <a:highlight>
                <a:srgbClr val="FFFF00"/>
              </a:highlight>
              <a:ea typeface="楷体_GB2312" pitchFamily="49" charset="-122"/>
              <a:sym typeface="Symbol" panose="05050102010706020507" pitchFamily="18" charset="2"/>
            </a:endParaRPr>
          </a:p>
          <a:p>
            <a:pPr lvl="1">
              <a:lnSpc>
                <a:spcPct val="120000"/>
              </a:lnSpc>
              <a:spcBef>
                <a:spcPct val="0"/>
              </a:spcBef>
              <a:buClr>
                <a:schemeClr val="folHlink"/>
              </a:buClr>
              <a:buSzPct val="80000"/>
              <a:buNone/>
            </a:pPr>
            <a:r>
              <a:rPr lang="en-US" altLang="zh-CN" dirty="0">
                <a:ea typeface="楷体_GB2312" pitchFamily="49" charset="-122"/>
                <a:sym typeface="Symbol" panose="05050102010706020507" pitchFamily="18" charset="2"/>
              </a:rPr>
              <a:t>	CV</a:t>
            </a:r>
            <a:r>
              <a:rPr lang="en-US" altLang="zh-CN" baseline="-25000" dirty="0">
                <a:ea typeface="楷体_GB2312" pitchFamily="49" charset="-122"/>
                <a:sym typeface="Symbol" panose="05050102010706020507" pitchFamily="18" charset="2"/>
              </a:rPr>
              <a:t>0</a:t>
            </a:r>
            <a:r>
              <a:rPr lang="en-US" altLang="zh-CN" dirty="0">
                <a:ea typeface="楷体_GB2312" pitchFamily="49" charset="-122"/>
                <a:sym typeface="Symbol" panose="05050102010706020507" pitchFamily="18" charset="2"/>
              </a:rPr>
              <a:t>=IV</a:t>
            </a:r>
            <a:endParaRPr lang="en-US" altLang="zh-CN" dirty="0">
              <a:ea typeface="楷体_GB2312" pitchFamily="49" charset="-122"/>
              <a:sym typeface="Symbol" panose="05050102010706020507" pitchFamily="18" charset="2"/>
            </a:endParaRPr>
          </a:p>
          <a:p>
            <a:pPr lvl="1">
              <a:lnSpc>
                <a:spcPct val="120000"/>
              </a:lnSpc>
              <a:spcBef>
                <a:spcPct val="0"/>
              </a:spcBef>
              <a:buClr>
                <a:schemeClr val="folHlink"/>
              </a:buClr>
              <a:buSzPct val="80000"/>
              <a:buNone/>
            </a:pPr>
            <a:r>
              <a:rPr lang="en-US" altLang="zh-CN" dirty="0">
                <a:ea typeface="楷体_GB2312" pitchFamily="49" charset="-122"/>
                <a:sym typeface="Symbol" panose="05050102010706020507" pitchFamily="18" charset="2"/>
              </a:rPr>
              <a:t>	</a:t>
            </a:r>
            <a:r>
              <a:rPr lang="en-US" altLang="zh-CN" dirty="0" err="1">
                <a:solidFill>
                  <a:srgbClr val="FF9933"/>
                </a:solidFill>
                <a:ea typeface="楷体_GB2312" pitchFamily="49" charset="-122"/>
                <a:sym typeface="Symbol" panose="05050102010706020507" pitchFamily="18" charset="2"/>
              </a:rPr>
              <a:t>CV</a:t>
            </a:r>
            <a:r>
              <a:rPr lang="en-US" altLang="zh-CN" baseline="-25000" dirty="0" err="1">
                <a:solidFill>
                  <a:srgbClr val="FF9933"/>
                </a:solidFill>
                <a:ea typeface="楷体_GB2312" pitchFamily="49" charset="-122"/>
                <a:sym typeface="Symbol" panose="05050102010706020507" pitchFamily="18" charset="2"/>
              </a:rPr>
              <a:t>i</a:t>
            </a:r>
            <a:r>
              <a:rPr lang="en-US" altLang="zh-CN" dirty="0">
                <a:solidFill>
                  <a:srgbClr val="FF9933"/>
                </a:solidFill>
                <a:ea typeface="楷体_GB2312" pitchFamily="49" charset="-122"/>
                <a:sym typeface="Symbol" panose="05050102010706020507" pitchFamily="18" charset="2"/>
              </a:rPr>
              <a:t>=H</a:t>
            </a:r>
            <a:r>
              <a:rPr lang="en-US" altLang="zh-CN" baseline="-25000" dirty="0">
                <a:solidFill>
                  <a:srgbClr val="FF9933"/>
                </a:solidFill>
                <a:ea typeface="楷体_GB2312" pitchFamily="49" charset="-122"/>
                <a:sym typeface="Symbol" panose="05050102010706020507" pitchFamily="18" charset="2"/>
              </a:rPr>
              <a:t>SHA-1</a:t>
            </a:r>
            <a:r>
              <a:rPr lang="en-US" altLang="zh-CN" dirty="0">
                <a:solidFill>
                  <a:srgbClr val="FF9933"/>
                </a:solidFill>
                <a:ea typeface="楷体_GB2312" pitchFamily="49" charset="-122"/>
                <a:sym typeface="Symbol" panose="05050102010706020507" pitchFamily="18" charset="2"/>
              </a:rPr>
              <a:t>(CV</a:t>
            </a:r>
            <a:r>
              <a:rPr lang="en-US" altLang="zh-CN" baseline="-25000" dirty="0">
                <a:solidFill>
                  <a:srgbClr val="FF9933"/>
                </a:solidFill>
                <a:ea typeface="楷体_GB2312" pitchFamily="49" charset="-122"/>
                <a:sym typeface="Symbol" panose="05050102010706020507" pitchFamily="18" charset="2"/>
              </a:rPr>
              <a:t>i-1</a:t>
            </a:r>
            <a:r>
              <a:rPr lang="en-US" altLang="zh-CN" dirty="0">
                <a:solidFill>
                  <a:srgbClr val="FF9933"/>
                </a:solidFill>
                <a:ea typeface="楷体_GB2312" pitchFamily="49" charset="-122"/>
                <a:sym typeface="Symbol" panose="05050102010706020507" pitchFamily="18" charset="2"/>
              </a:rPr>
              <a:t>,Y</a:t>
            </a:r>
            <a:r>
              <a:rPr lang="en-US" altLang="zh-CN" baseline="-25000" dirty="0">
                <a:solidFill>
                  <a:srgbClr val="FF9933"/>
                </a:solidFill>
                <a:ea typeface="楷体_GB2312" pitchFamily="49" charset="-122"/>
                <a:sym typeface="Symbol" panose="05050102010706020507" pitchFamily="18" charset="2"/>
              </a:rPr>
              <a:t>i</a:t>
            </a:r>
            <a:r>
              <a:rPr lang="en-US" altLang="zh-CN" dirty="0">
                <a:solidFill>
                  <a:srgbClr val="FF9933"/>
                </a:solidFill>
                <a:ea typeface="楷体_GB2312" pitchFamily="49" charset="-122"/>
                <a:sym typeface="Symbol" panose="05050102010706020507" pitchFamily="18" charset="2"/>
              </a:rPr>
              <a:t>)</a:t>
            </a:r>
            <a:endParaRPr lang="en-US" altLang="zh-CN" baseline="-25000" dirty="0">
              <a:solidFill>
                <a:srgbClr val="FF9933"/>
              </a:solidFill>
              <a:ea typeface="楷体_GB2312" pitchFamily="49" charset="-122"/>
              <a:sym typeface="Symbol" panose="05050102010706020507" pitchFamily="18" charset="2"/>
            </a:endParaRPr>
          </a:p>
          <a:p>
            <a:pPr lvl="1">
              <a:lnSpc>
                <a:spcPct val="120000"/>
              </a:lnSpc>
              <a:spcBef>
                <a:spcPct val="0"/>
              </a:spcBef>
              <a:buClr>
                <a:srgbClr val="000066"/>
              </a:buClr>
              <a:buSzPct val="95000"/>
            </a:pPr>
            <a:r>
              <a:rPr lang="en-US" altLang="zh-CN" dirty="0">
                <a:ea typeface="楷体_GB2312" pitchFamily="49" charset="-122"/>
                <a:sym typeface="Symbol" panose="05050102010706020507" pitchFamily="18" charset="2"/>
              </a:rPr>
              <a:t>Step 5: Output</a:t>
            </a:r>
            <a:endParaRPr lang="en-US" altLang="zh-CN" dirty="0">
              <a:ea typeface="楷体_GB2312" pitchFamily="49" charset="-122"/>
              <a:sym typeface="Symbol" panose="05050102010706020507" pitchFamily="18" charset="2"/>
            </a:endParaRPr>
          </a:p>
          <a:p>
            <a:pPr lvl="1">
              <a:lnSpc>
                <a:spcPct val="120000"/>
              </a:lnSpc>
              <a:spcBef>
                <a:spcPct val="0"/>
              </a:spcBef>
              <a:buClr>
                <a:schemeClr val="folHlink"/>
              </a:buClr>
              <a:buSzPct val="80000"/>
              <a:buNone/>
            </a:pPr>
            <a:r>
              <a:rPr lang="en-US" altLang="zh-CN" dirty="0">
                <a:ea typeface="楷体_GB2312" pitchFamily="49" charset="-122"/>
                <a:sym typeface="Symbol" panose="05050102010706020507" pitchFamily="18" charset="2"/>
              </a:rPr>
              <a:t>	MD = CV</a:t>
            </a:r>
            <a:r>
              <a:rPr lang="en-US" altLang="zh-CN" baseline="-25000" dirty="0">
                <a:ea typeface="楷体_GB2312" pitchFamily="49" charset="-122"/>
                <a:sym typeface="Symbol" panose="05050102010706020507" pitchFamily="18" charset="2"/>
              </a:rPr>
              <a:t>L </a:t>
            </a:r>
            <a:r>
              <a:rPr lang="zh-CN" altLang="en-US" baseline="-25000" dirty="0">
                <a:highlight>
                  <a:srgbClr val="FFFF00"/>
                </a:highlight>
                <a:ea typeface="楷体_GB2312" pitchFamily="49" charset="-122"/>
                <a:sym typeface="Symbol" panose="05050102010706020507" pitchFamily="18" charset="2"/>
              </a:rPr>
              <a:t>最终结果就是消息摘要</a:t>
            </a:r>
            <a:endParaRPr lang="en-US" altLang="zh-CN" baseline="-25000" dirty="0">
              <a:ea typeface="楷体_GB2312" pitchFamily="49" charset="-122"/>
              <a:sym typeface="Symbol" panose="05050102010706020507" pitchFamily="18" charset="2"/>
            </a:endParaRPr>
          </a:p>
          <a:p>
            <a:endParaRPr lang="en-US" altLang="zh-CN" dirty="0"/>
          </a:p>
        </p:txBody>
      </p:sp>
      <p:sp>
        <p:nvSpPr>
          <p:cNvPr id="4" name="灯片编号占位符 3"/>
          <p:cNvSpPr>
            <a:spLocks noGrp="1"/>
          </p:cNvSpPr>
          <p:nvPr>
            <p:ph type="sldNum" sz="quarter" idx="12"/>
          </p:nvPr>
        </p:nvSpPr>
        <p:spPr/>
        <p:txBody>
          <a:bodyPr/>
          <a:lstStyle/>
          <a:p>
            <a:fld id="{8D4D1E41-7A09-AB4A-A4E1-09765ADA2698}" type="slidenum">
              <a:rPr kumimoji="1" lang="zh-CN" altLang="en-US" smtClean="0"/>
            </a:fld>
            <a:endParaRPr kumimoji="1" lang="zh-CN" altLang="en-US" dirty="0"/>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t>6.2.4 </a:t>
            </a:r>
            <a:r>
              <a:rPr kumimoji="1" lang="en-US" altLang="zh-CN" dirty="0">
                <a:solidFill>
                  <a:prstClr val="black"/>
                </a:solidFill>
              </a:rPr>
              <a:t>SHA</a:t>
            </a:r>
            <a:r>
              <a:rPr kumimoji="1" lang="zh-CN" altLang="zh-CN" dirty="0">
                <a:solidFill>
                  <a:prstClr val="black"/>
                </a:solidFill>
              </a:rPr>
              <a:t>安全散列函数</a:t>
            </a:r>
            <a:endParaRPr lang="zh-CN" altLang="en-US" dirty="0"/>
          </a:p>
        </p:txBody>
      </p:sp>
      <p:sp>
        <p:nvSpPr>
          <p:cNvPr id="3" name="内容占位符 2"/>
          <p:cNvSpPr>
            <a:spLocks noGrp="1"/>
          </p:cNvSpPr>
          <p:nvPr>
            <p:ph idx="1"/>
          </p:nvPr>
        </p:nvSpPr>
        <p:spPr/>
        <p:txBody>
          <a:bodyPr>
            <a:normAutofit/>
          </a:bodyPr>
          <a:lstStyle/>
          <a:p>
            <a:r>
              <a:rPr lang="en-US" altLang="zh-CN" dirty="0">
                <a:latin typeface="微软雅黑" panose="020B0503020204020204" pitchFamily="34" charset="-122"/>
                <a:ea typeface="微软雅黑" panose="020B0503020204020204" pitchFamily="34" charset="-122"/>
              </a:rPr>
              <a:t>SHA-1: </a:t>
            </a:r>
            <a:r>
              <a:rPr lang="zh-CN" altLang="en-US" dirty="0">
                <a:latin typeface="微软雅黑" panose="020B0503020204020204" pitchFamily="34" charset="-122"/>
                <a:ea typeface="微软雅黑" panose="020B0503020204020204" pitchFamily="34" charset="-122"/>
              </a:rPr>
              <a:t>示意图</a:t>
            </a:r>
            <a:endParaRPr lang="en-US" altLang="zh-CN" dirty="0">
              <a:latin typeface="微软雅黑" panose="020B0503020204020204" pitchFamily="34" charset="-122"/>
              <a:ea typeface="微软雅黑" panose="020B0503020204020204" pitchFamily="34" charset="-122"/>
            </a:endParaRPr>
          </a:p>
          <a:p>
            <a:endParaRPr lang="en-US" altLang="zh-CN" dirty="0"/>
          </a:p>
        </p:txBody>
      </p:sp>
      <p:sp>
        <p:nvSpPr>
          <p:cNvPr id="4" name="灯片编号占位符 3"/>
          <p:cNvSpPr>
            <a:spLocks noGrp="1"/>
          </p:cNvSpPr>
          <p:nvPr>
            <p:ph type="sldNum" sz="quarter" idx="12"/>
          </p:nvPr>
        </p:nvSpPr>
        <p:spPr/>
        <p:txBody>
          <a:bodyPr/>
          <a:lstStyle/>
          <a:p>
            <a:fld id="{8D4D1E41-7A09-AB4A-A4E1-09765ADA2698}" type="slidenum">
              <a:rPr kumimoji="1" lang="zh-CN" altLang="en-US" smtClean="0"/>
            </a:fld>
            <a:endParaRPr kumimoji="1" lang="zh-CN" altLang="en-US" dirty="0"/>
          </a:p>
        </p:txBody>
      </p:sp>
      <p:pic>
        <p:nvPicPr>
          <p:cNvPr id="5" name="Picture 3" descr="D:\YOUNG\Course\CryptoCourse\Figures\f95.jpg"/>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3932555" y="526415"/>
            <a:ext cx="6544310" cy="596646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t>6.24 </a:t>
            </a:r>
            <a:r>
              <a:rPr kumimoji="1" lang="en-US" altLang="zh-CN" dirty="0">
                <a:solidFill>
                  <a:prstClr val="black"/>
                </a:solidFill>
              </a:rPr>
              <a:t>SHA</a:t>
            </a:r>
            <a:r>
              <a:rPr kumimoji="1" lang="zh-CN" altLang="zh-CN" dirty="0">
                <a:solidFill>
                  <a:prstClr val="black"/>
                </a:solidFill>
              </a:rPr>
              <a:t>安全散列函数</a:t>
            </a:r>
            <a:endParaRPr lang="zh-CN" altLang="en-US" dirty="0"/>
          </a:p>
        </p:txBody>
      </p:sp>
      <p:sp>
        <p:nvSpPr>
          <p:cNvPr id="3" name="内容占位符 2"/>
          <p:cNvSpPr>
            <a:spLocks noGrp="1"/>
          </p:cNvSpPr>
          <p:nvPr>
            <p:ph idx="1"/>
          </p:nvPr>
        </p:nvSpPr>
        <p:spPr/>
        <p:txBody>
          <a:bodyPr>
            <a:normAutofit fontScale="92500" lnSpcReduction="20000"/>
          </a:bodyPr>
          <a:lstStyle/>
          <a:p>
            <a:r>
              <a:rPr lang="en-US" altLang="zh-CN" dirty="0">
                <a:ea typeface="华文新魏" panose="02010800040101010101" pitchFamily="2" charset="-122"/>
              </a:rPr>
              <a:t>SHA-1 step 4: overview</a:t>
            </a:r>
            <a:endParaRPr lang="en-US" altLang="zh-CN" dirty="0">
              <a:ea typeface="华文新魏" panose="02010800040101010101" pitchFamily="2" charset="-122"/>
            </a:endParaRPr>
          </a:p>
          <a:p>
            <a:pPr lvl="1">
              <a:lnSpc>
                <a:spcPct val="150000"/>
              </a:lnSpc>
              <a:spcBef>
                <a:spcPct val="0"/>
              </a:spcBef>
              <a:buClr>
                <a:srgbClr val="000066"/>
              </a:buClr>
              <a:buSzPct val="80000"/>
            </a:pPr>
            <a:r>
              <a:rPr lang="en-US" altLang="zh-CN" dirty="0">
                <a:ea typeface="楷体_GB2312" pitchFamily="49" charset="-122"/>
                <a:sym typeface="Symbol" panose="05050102010706020507" pitchFamily="18" charset="2"/>
              </a:rPr>
              <a:t>Step 4: CV</a:t>
            </a:r>
            <a:r>
              <a:rPr lang="en-US" altLang="zh-CN" baseline="-25000" dirty="0">
                <a:ea typeface="楷体_GB2312" pitchFamily="49" charset="-122"/>
                <a:sym typeface="Symbol" panose="05050102010706020507" pitchFamily="18" charset="2"/>
              </a:rPr>
              <a:t>0</a:t>
            </a:r>
            <a:r>
              <a:rPr lang="en-US" altLang="zh-CN" dirty="0">
                <a:ea typeface="楷体_GB2312" pitchFamily="49" charset="-122"/>
                <a:sym typeface="Symbol" panose="05050102010706020507" pitchFamily="18" charset="2"/>
              </a:rPr>
              <a:t>=IV, 	</a:t>
            </a:r>
            <a:r>
              <a:rPr lang="en-US" altLang="zh-CN" dirty="0" err="1">
                <a:solidFill>
                  <a:srgbClr val="FF9933"/>
                </a:solidFill>
                <a:ea typeface="楷体_GB2312" pitchFamily="49" charset="-122"/>
                <a:sym typeface="Symbol" panose="05050102010706020507" pitchFamily="18" charset="2"/>
              </a:rPr>
              <a:t>CV</a:t>
            </a:r>
            <a:r>
              <a:rPr lang="en-US" altLang="zh-CN" baseline="-25000" dirty="0" err="1">
                <a:solidFill>
                  <a:srgbClr val="FF9933"/>
                </a:solidFill>
                <a:ea typeface="楷体_GB2312" pitchFamily="49" charset="-122"/>
                <a:sym typeface="Symbol" panose="05050102010706020507" pitchFamily="18" charset="2"/>
              </a:rPr>
              <a:t>i</a:t>
            </a:r>
            <a:r>
              <a:rPr lang="en-US" altLang="zh-CN" dirty="0">
                <a:solidFill>
                  <a:srgbClr val="FF9933"/>
                </a:solidFill>
                <a:ea typeface="楷体_GB2312" pitchFamily="49" charset="-122"/>
                <a:sym typeface="Symbol" panose="05050102010706020507" pitchFamily="18" charset="2"/>
              </a:rPr>
              <a:t>=H</a:t>
            </a:r>
            <a:r>
              <a:rPr lang="en-US" altLang="zh-CN" baseline="-25000" dirty="0">
                <a:solidFill>
                  <a:srgbClr val="FF9933"/>
                </a:solidFill>
                <a:ea typeface="楷体_GB2312" pitchFamily="49" charset="-122"/>
                <a:sym typeface="Symbol" panose="05050102010706020507" pitchFamily="18" charset="2"/>
              </a:rPr>
              <a:t>SHA-1</a:t>
            </a:r>
            <a:r>
              <a:rPr lang="en-US" altLang="zh-CN" dirty="0">
                <a:solidFill>
                  <a:srgbClr val="FF9933"/>
                </a:solidFill>
                <a:ea typeface="楷体_GB2312" pitchFamily="49" charset="-122"/>
                <a:sym typeface="Symbol" panose="05050102010706020507" pitchFamily="18" charset="2"/>
              </a:rPr>
              <a:t>(CV</a:t>
            </a:r>
            <a:r>
              <a:rPr lang="en-US" altLang="zh-CN" baseline="-25000" dirty="0">
                <a:solidFill>
                  <a:srgbClr val="FF9933"/>
                </a:solidFill>
                <a:ea typeface="楷体_GB2312" pitchFamily="49" charset="-122"/>
                <a:sym typeface="Symbol" panose="05050102010706020507" pitchFamily="18" charset="2"/>
              </a:rPr>
              <a:t>i-1</a:t>
            </a:r>
            <a:r>
              <a:rPr lang="en-US" altLang="zh-CN" dirty="0">
                <a:solidFill>
                  <a:srgbClr val="FF9933"/>
                </a:solidFill>
                <a:ea typeface="楷体_GB2312" pitchFamily="49" charset="-122"/>
                <a:sym typeface="Symbol" panose="05050102010706020507" pitchFamily="18" charset="2"/>
              </a:rPr>
              <a:t>,Y</a:t>
            </a:r>
            <a:r>
              <a:rPr lang="en-US" altLang="zh-CN" baseline="-25000" dirty="0">
                <a:solidFill>
                  <a:srgbClr val="FF9933"/>
                </a:solidFill>
                <a:ea typeface="楷体_GB2312" pitchFamily="49" charset="-122"/>
                <a:sym typeface="Symbol" panose="05050102010706020507" pitchFamily="18" charset="2"/>
              </a:rPr>
              <a:t>i</a:t>
            </a:r>
            <a:r>
              <a:rPr lang="en-US" altLang="zh-CN" dirty="0">
                <a:solidFill>
                  <a:srgbClr val="FF9933"/>
                </a:solidFill>
                <a:ea typeface="楷体_GB2312" pitchFamily="49" charset="-122"/>
                <a:sym typeface="Symbol" panose="05050102010706020507" pitchFamily="18" charset="2"/>
              </a:rPr>
              <a:t>)</a:t>
            </a:r>
            <a:endParaRPr lang="en-US" altLang="zh-CN" baseline="-25000" dirty="0">
              <a:solidFill>
                <a:srgbClr val="FF9933"/>
              </a:solidFill>
              <a:ea typeface="楷体_GB2312" pitchFamily="49" charset="-122"/>
              <a:sym typeface="Symbol" panose="05050102010706020507" pitchFamily="18" charset="2"/>
            </a:endParaRPr>
          </a:p>
          <a:p>
            <a:pPr lvl="1">
              <a:lnSpc>
                <a:spcPct val="150000"/>
              </a:lnSpc>
              <a:spcBef>
                <a:spcPct val="0"/>
              </a:spcBef>
              <a:buClr>
                <a:schemeClr val="folHlink"/>
              </a:buClr>
              <a:buSzPct val="80000"/>
              <a:buNone/>
            </a:pPr>
            <a:r>
              <a:rPr lang="en-US" altLang="zh-CN" dirty="0">
                <a:ea typeface="楷体_GB2312" pitchFamily="49" charset="-122"/>
                <a:sym typeface="Symbol" panose="05050102010706020507" pitchFamily="18" charset="2"/>
              </a:rPr>
              <a:t>    (A0,B0,C0,D0,E0)(A,B,C,D,E), t  0</a:t>
            </a:r>
            <a:endParaRPr lang="en-US" altLang="zh-CN" dirty="0">
              <a:ea typeface="楷体_GB2312" pitchFamily="49" charset="-122"/>
              <a:sym typeface="Symbol" panose="05050102010706020507" pitchFamily="18" charset="2"/>
            </a:endParaRPr>
          </a:p>
          <a:p>
            <a:pPr lvl="1">
              <a:lnSpc>
                <a:spcPct val="150000"/>
              </a:lnSpc>
              <a:spcBef>
                <a:spcPct val="0"/>
              </a:spcBef>
              <a:buClr>
                <a:schemeClr val="folHlink"/>
              </a:buClr>
              <a:buSzPct val="80000"/>
              <a:buNone/>
            </a:pPr>
            <a:r>
              <a:rPr lang="en-US" altLang="zh-CN" dirty="0">
                <a:ea typeface="楷体_GB2312" pitchFamily="49" charset="-122"/>
                <a:sym typeface="Symbol" panose="05050102010706020507" pitchFamily="18" charset="2"/>
              </a:rPr>
              <a:t>    Round(A,B,C,D,E,K[t],W[t]) 	0  t &lt; 80</a:t>
            </a:r>
            <a:endParaRPr lang="en-US" altLang="zh-CN" dirty="0">
              <a:ea typeface="楷体_GB2312" pitchFamily="49" charset="-122"/>
              <a:sym typeface="Symbol" panose="05050102010706020507" pitchFamily="18" charset="2"/>
            </a:endParaRPr>
          </a:p>
          <a:p>
            <a:pPr lvl="1">
              <a:lnSpc>
                <a:spcPct val="150000"/>
              </a:lnSpc>
              <a:spcBef>
                <a:spcPct val="0"/>
              </a:spcBef>
              <a:buClr>
                <a:schemeClr val="folHlink"/>
              </a:buClr>
              <a:buSzPct val="80000"/>
              <a:buNone/>
            </a:pPr>
            <a:r>
              <a:rPr lang="en-US" altLang="zh-CN" dirty="0">
                <a:ea typeface="楷体_GB2312" pitchFamily="49" charset="-122"/>
                <a:sym typeface="Symbol" panose="05050102010706020507" pitchFamily="18" charset="2"/>
              </a:rPr>
              <a:t>    (A,B,C,D,E)(A+A0,B+B0,C+C0,D+D0,E+E0)</a:t>
            </a:r>
            <a:endParaRPr lang="en-US" altLang="zh-CN" dirty="0">
              <a:ea typeface="楷体_GB2312" pitchFamily="49" charset="-122"/>
              <a:sym typeface="Symbol" panose="05050102010706020507" pitchFamily="18" charset="2"/>
            </a:endParaRPr>
          </a:p>
          <a:p>
            <a:pPr lvl="1">
              <a:lnSpc>
                <a:spcPct val="150000"/>
              </a:lnSpc>
              <a:spcBef>
                <a:spcPct val="0"/>
              </a:spcBef>
              <a:buClr>
                <a:srgbClr val="000066"/>
              </a:buClr>
              <a:buSzPct val="80000"/>
            </a:pPr>
            <a:r>
              <a:rPr lang="zh-CN" altLang="en-US" dirty="0">
                <a:ea typeface="楷体_GB2312" pitchFamily="49" charset="-122"/>
                <a:sym typeface="Symbol" panose="05050102010706020507" pitchFamily="18" charset="2"/>
              </a:rPr>
              <a:t>整个</a:t>
            </a:r>
            <a:r>
              <a:rPr lang="en-US" altLang="zh-CN" dirty="0">
                <a:ea typeface="楷体_GB2312" pitchFamily="49" charset="-122"/>
                <a:sym typeface="Symbol" panose="05050102010706020507" pitchFamily="18" charset="2"/>
              </a:rPr>
              <a:t>Round</a:t>
            </a:r>
            <a:r>
              <a:rPr lang="zh-CN" altLang="en-US" dirty="0">
                <a:ea typeface="楷体_GB2312" pitchFamily="49" charset="-122"/>
                <a:sym typeface="Symbol" panose="05050102010706020507" pitchFamily="18" charset="2"/>
              </a:rPr>
              <a:t>包含</a:t>
            </a:r>
            <a:r>
              <a:rPr lang="en-US" altLang="zh-CN" dirty="0">
                <a:solidFill>
                  <a:srgbClr val="FF9933"/>
                </a:solidFill>
                <a:ea typeface="楷体_GB2312" pitchFamily="49" charset="-122"/>
                <a:sym typeface="Symbol" panose="05050102010706020507" pitchFamily="18" charset="2"/>
              </a:rPr>
              <a:t>80</a:t>
            </a:r>
            <a:r>
              <a:rPr lang="zh-CN" altLang="en-US" dirty="0">
                <a:ea typeface="楷体_GB2312" pitchFamily="49" charset="-122"/>
                <a:sym typeface="Symbol" panose="05050102010706020507" pitchFamily="18" charset="2"/>
              </a:rPr>
              <a:t>次循环</a:t>
            </a:r>
            <a:r>
              <a:rPr lang="en-US" altLang="zh-CN" dirty="0">
                <a:ea typeface="楷体_GB2312" pitchFamily="49" charset="-122"/>
                <a:sym typeface="Symbol" panose="05050102010706020507" pitchFamily="18" charset="2"/>
              </a:rPr>
              <a:t>,</a:t>
            </a:r>
            <a:r>
              <a:rPr lang="zh-CN" altLang="en-US" dirty="0">
                <a:ea typeface="楷体_GB2312" pitchFamily="49" charset="-122"/>
                <a:sym typeface="Symbol" panose="05050102010706020507" pitchFamily="18" charset="2"/>
              </a:rPr>
              <a:t>每次处理一个</a:t>
            </a:r>
            <a:r>
              <a:rPr lang="en-US" altLang="zh-CN" dirty="0">
                <a:ea typeface="楷体_GB2312" pitchFamily="49" charset="-122"/>
                <a:sym typeface="Symbol" panose="05050102010706020507" pitchFamily="18" charset="2"/>
              </a:rPr>
              <a:t>32-bit</a:t>
            </a:r>
            <a:endParaRPr lang="en-US" altLang="zh-CN" dirty="0">
              <a:ea typeface="楷体_GB2312" pitchFamily="49" charset="-122"/>
              <a:sym typeface="Symbol" panose="05050102010706020507" pitchFamily="18" charset="2"/>
            </a:endParaRPr>
          </a:p>
          <a:p>
            <a:pPr lvl="1">
              <a:lnSpc>
                <a:spcPct val="150000"/>
              </a:lnSpc>
              <a:spcBef>
                <a:spcPct val="0"/>
              </a:spcBef>
              <a:buClr>
                <a:schemeClr val="folHlink"/>
              </a:buClr>
              <a:buSzPct val="80000"/>
              <a:buFontTx/>
              <a:buChar char="–"/>
            </a:pPr>
            <a:r>
              <a:rPr lang="en-US" altLang="zh-CN" dirty="0">
                <a:ea typeface="楷体_GB2312" pitchFamily="49" charset="-122"/>
                <a:sym typeface="Symbol" panose="05050102010706020507" pitchFamily="18" charset="2"/>
              </a:rPr>
              <a:t>W[t] = Y</a:t>
            </a:r>
            <a:r>
              <a:rPr lang="en-US" altLang="zh-CN" baseline="-25000" dirty="0">
                <a:ea typeface="楷体_GB2312" pitchFamily="49" charset="-122"/>
                <a:sym typeface="Symbol" panose="05050102010706020507" pitchFamily="18" charset="2"/>
              </a:rPr>
              <a:t>i</a:t>
            </a:r>
            <a:r>
              <a:rPr lang="en-US" altLang="zh-CN" dirty="0">
                <a:ea typeface="楷体_GB2312" pitchFamily="49" charset="-122"/>
                <a:sym typeface="Symbol" panose="05050102010706020507" pitchFamily="18" charset="2"/>
              </a:rPr>
              <a:t>[t]			0  t &lt; 16</a:t>
            </a:r>
            <a:endParaRPr lang="en-US" altLang="zh-CN" dirty="0">
              <a:ea typeface="楷体_GB2312" pitchFamily="49" charset="-122"/>
              <a:sym typeface="Symbol" panose="05050102010706020507" pitchFamily="18" charset="2"/>
            </a:endParaRPr>
          </a:p>
          <a:p>
            <a:pPr lvl="1">
              <a:lnSpc>
                <a:spcPct val="150000"/>
              </a:lnSpc>
              <a:spcBef>
                <a:spcPct val="0"/>
              </a:spcBef>
              <a:buClr>
                <a:schemeClr val="folHlink"/>
              </a:buClr>
              <a:buSzPct val="80000"/>
              <a:buNone/>
            </a:pPr>
            <a:r>
              <a:rPr lang="en-US" altLang="zh-CN" dirty="0">
                <a:ea typeface="楷体_GB2312" pitchFamily="49" charset="-122"/>
                <a:sym typeface="Symbol" panose="05050102010706020507" pitchFamily="18" charset="2"/>
              </a:rPr>
              <a:t>   W[t] =(W[t-16]W[t-14]W[t-8]W[t-3])&lt;&lt;&lt;1</a:t>
            </a:r>
            <a:endParaRPr lang="en-US" altLang="zh-CN" dirty="0">
              <a:ea typeface="楷体_GB2312" pitchFamily="49" charset="-122"/>
              <a:sym typeface="Symbol" panose="05050102010706020507" pitchFamily="18" charset="2"/>
            </a:endParaRPr>
          </a:p>
          <a:p>
            <a:pPr lvl="1">
              <a:lnSpc>
                <a:spcPct val="150000"/>
              </a:lnSpc>
              <a:spcBef>
                <a:spcPct val="0"/>
              </a:spcBef>
              <a:buClr>
                <a:schemeClr val="folHlink"/>
              </a:buClr>
              <a:buSzPct val="80000"/>
              <a:buNone/>
            </a:pPr>
            <a:r>
              <a:rPr lang="en-US" altLang="zh-CN" dirty="0">
                <a:ea typeface="楷体_GB2312" pitchFamily="49" charset="-122"/>
                <a:sym typeface="Symbol" panose="05050102010706020507" pitchFamily="18" charset="2"/>
              </a:rPr>
              <a:t>	16  t &lt; 80</a:t>
            </a:r>
            <a:endParaRPr lang="en-US" altLang="zh-CN" dirty="0">
              <a:ea typeface="楷体_GB2312" pitchFamily="49" charset="-122"/>
              <a:sym typeface="Symbol" panose="05050102010706020507" pitchFamily="18" charset="2"/>
            </a:endParaRPr>
          </a:p>
          <a:p>
            <a:pPr lvl="1">
              <a:lnSpc>
                <a:spcPct val="150000"/>
              </a:lnSpc>
              <a:spcBef>
                <a:spcPct val="0"/>
              </a:spcBef>
              <a:buClr>
                <a:schemeClr val="folHlink"/>
              </a:buClr>
              <a:buSzPct val="80000"/>
              <a:buFontTx/>
              <a:buChar char="–"/>
            </a:pPr>
            <a:r>
              <a:rPr lang="zh-CN" altLang="en-US" dirty="0">
                <a:ea typeface="楷体_GB2312" pitchFamily="49" charset="-122"/>
                <a:sym typeface="Symbol" panose="05050102010706020507" pitchFamily="18" charset="2"/>
              </a:rPr>
              <a:t>每组</a:t>
            </a:r>
            <a:r>
              <a:rPr lang="en-US" altLang="zh-CN" dirty="0">
                <a:ea typeface="楷体_GB2312" pitchFamily="49" charset="-122"/>
                <a:sym typeface="Symbol" panose="05050102010706020507" pitchFamily="18" charset="2"/>
              </a:rPr>
              <a:t>(16</a:t>
            </a:r>
            <a:r>
              <a:rPr lang="zh-CN" altLang="en-US" dirty="0">
                <a:ea typeface="楷体_GB2312" pitchFamily="49" charset="-122"/>
                <a:sym typeface="Symbol" panose="05050102010706020507" pitchFamily="18" charset="2"/>
              </a:rPr>
              <a:t>个</a:t>
            </a:r>
            <a:r>
              <a:rPr lang="en-US" altLang="zh-CN" dirty="0">
                <a:ea typeface="楷体_GB2312" pitchFamily="49" charset="-122"/>
                <a:sym typeface="Symbol" panose="05050102010706020507" pitchFamily="18" charset="2"/>
              </a:rPr>
              <a:t>)W[t]</a:t>
            </a:r>
            <a:r>
              <a:rPr lang="zh-CN" altLang="en-US" dirty="0">
                <a:ea typeface="楷体_GB2312" pitchFamily="49" charset="-122"/>
                <a:sym typeface="Symbol" panose="05050102010706020507" pitchFamily="18" charset="2"/>
              </a:rPr>
              <a:t>可由前一组</a:t>
            </a:r>
            <a:r>
              <a:rPr lang="en-US" altLang="zh-CN" dirty="0">
                <a:ea typeface="楷体_GB2312" pitchFamily="49" charset="-122"/>
                <a:sym typeface="Symbol" panose="05050102010706020507" pitchFamily="18" charset="2"/>
              </a:rPr>
              <a:t>W[t]</a:t>
            </a:r>
            <a:r>
              <a:rPr lang="zh-CN" altLang="en-US" dirty="0">
                <a:ea typeface="楷体_GB2312" pitchFamily="49" charset="-122"/>
                <a:sym typeface="Symbol" panose="05050102010706020507" pitchFamily="18" charset="2"/>
              </a:rPr>
              <a:t>直接计算</a:t>
            </a:r>
            <a:endParaRPr lang="zh-CN" altLang="en-US" dirty="0">
              <a:ea typeface="楷体_GB2312" pitchFamily="49" charset="-122"/>
              <a:sym typeface="Symbol" panose="05050102010706020507" pitchFamily="18" charset="2"/>
            </a:endParaRPr>
          </a:p>
          <a:p>
            <a:endParaRPr lang="en-US" altLang="zh-CN" dirty="0">
              <a:latin typeface="微软雅黑" panose="020B0503020204020204" pitchFamily="34" charset="-122"/>
              <a:ea typeface="微软雅黑" panose="020B0503020204020204" pitchFamily="34" charset="-122"/>
            </a:endParaRPr>
          </a:p>
          <a:p>
            <a:endParaRPr lang="en-US" altLang="zh-CN" dirty="0"/>
          </a:p>
        </p:txBody>
      </p:sp>
      <p:sp>
        <p:nvSpPr>
          <p:cNvPr id="4" name="灯片编号占位符 3"/>
          <p:cNvSpPr>
            <a:spLocks noGrp="1"/>
          </p:cNvSpPr>
          <p:nvPr>
            <p:ph type="sldNum" sz="quarter" idx="12"/>
          </p:nvPr>
        </p:nvSpPr>
        <p:spPr/>
        <p:txBody>
          <a:bodyPr/>
          <a:lstStyle/>
          <a:p>
            <a:fld id="{8D4D1E41-7A09-AB4A-A4E1-09765ADA2698}" type="slidenum">
              <a:rPr kumimoji="1" lang="zh-CN" altLang="en-US" smtClean="0"/>
            </a:fld>
            <a:endParaRPr kumimoji="1" lang="zh-CN" altLang="en-US" dirty="0"/>
          </a:p>
        </p:txBody>
      </p:sp>
      <p:sp>
        <p:nvSpPr>
          <p:cNvPr id="5" name="文本框 4"/>
          <p:cNvSpPr txBox="1"/>
          <p:nvPr/>
        </p:nvSpPr>
        <p:spPr>
          <a:xfrm>
            <a:off x="6896735" y="2528570"/>
            <a:ext cx="5493385" cy="337185"/>
          </a:xfrm>
          <a:prstGeom prst="rect">
            <a:avLst/>
          </a:prstGeom>
        </p:spPr>
        <p:txBody>
          <a:bodyPr wrap="square">
            <a:spAutoFit/>
          </a:bodyPr>
          <a:lstStyle/>
          <a:p>
            <a:r>
              <a:rPr lang="zh-CN" altLang="en-US" sz="1600"/>
              <a:t>状态备份</a:t>
            </a:r>
            <a:r>
              <a:rPr lang="en-US" altLang="zh-CN" sz="1600"/>
              <a:t>-&gt;</a:t>
            </a:r>
            <a:r>
              <a:rPr lang="zh-CN" altLang="en-US" sz="1600"/>
              <a:t>消息调度扩展</a:t>
            </a:r>
            <a:r>
              <a:rPr lang="en-US" altLang="zh-CN" sz="1600"/>
              <a:t>-&gt;80 </a:t>
            </a:r>
            <a:r>
              <a:rPr lang="zh-CN" altLang="en-US" sz="1600"/>
              <a:t>轮步函数迭代</a:t>
            </a:r>
            <a:r>
              <a:rPr lang="en-US" altLang="zh-CN" sz="1600"/>
              <a:t>-&gt;</a:t>
            </a:r>
            <a:r>
              <a:rPr lang="zh-CN" altLang="en-US" sz="1600"/>
              <a:t>级联相加</a:t>
            </a:r>
            <a:endParaRPr lang="zh-CN" altLang="en-US" sz="1600"/>
          </a:p>
        </p:txBody>
      </p:sp>
      <p:sp>
        <p:nvSpPr>
          <p:cNvPr id="6" name="文本框 5"/>
          <p:cNvSpPr txBox="1"/>
          <p:nvPr/>
        </p:nvSpPr>
        <p:spPr>
          <a:xfrm>
            <a:off x="6788785" y="5880417"/>
            <a:ext cx="5080000" cy="829945"/>
          </a:xfrm>
          <a:prstGeom prst="rect">
            <a:avLst/>
          </a:prstGeom>
        </p:spPr>
        <p:txBody>
          <a:bodyPr>
            <a:spAutoFit/>
          </a:bodyPr>
          <a:lstStyle/>
          <a:p>
            <a:r>
              <a:rPr lang="zh-CN" altLang="en-US" sz="1600">
                <a:highlight>
                  <a:srgbClr val="FFFF00"/>
                </a:highlight>
              </a:rPr>
              <a:t>把</a:t>
            </a:r>
            <a:r>
              <a:rPr lang="en-US" altLang="zh-CN" sz="1600">
                <a:highlight>
                  <a:srgbClr val="FFFF00"/>
                </a:highlight>
              </a:rPr>
              <a:t>512</a:t>
            </a:r>
            <a:r>
              <a:rPr lang="zh-CN" altLang="en-US" sz="1600">
                <a:highlight>
                  <a:srgbClr val="FFFF00"/>
                </a:highlight>
              </a:rPr>
              <a:t>位数据切分并扩充为</a:t>
            </a:r>
            <a:r>
              <a:rPr lang="en-US" altLang="zh-CN" sz="1600">
                <a:highlight>
                  <a:srgbClr val="FFFF00"/>
                </a:highlight>
              </a:rPr>
              <a:t>80</a:t>
            </a:r>
            <a:r>
              <a:rPr lang="zh-CN" altLang="en-US" sz="1600">
                <a:highlight>
                  <a:srgbClr val="FFFF00"/>
                </a:highlight>
              </a:rPr>
              <a:t>个字；五个初始寄存器以此为输入，历经</a:t>
            </a:r>
            <a:r>
              <a:rPr lang="en-US" altLang="zh-CN" sz="1600">
                <a:highlight>
                  <a:srgbClr val="FFFF00"/>
                </a:highlight>
              </a:rPr>
              <a:t>80</a:t>
            </a:r>
            <a:r>
              <a:rPr lang="zh-CN" altLang="en-US" sz="1600">
                <a:highlight>
                  <a:srgbClr val="FFFF00"/>
                </a:highlight>
              </a:rPr>
              <a:t>轮位运算深度混淆；最终混淆值与初始快照模加求和，输出单块哈希结果。</a:t>
            </a:r>
            <a:endParaRPr lang="zh-CN" altLang="en-US" sz="1600">
              <a:highlight>
                <a:srgbClr val="FFFF00"/>
              </a:highlight>
            </a:endParaRPr>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t>6.2.4 </a:t>
            </a:r>
            <a:r>
              <a:rPr kumimoji="1" lang="en-US" altLang="zh-CN" dirty="0">
                <a:solidFill>
                  <a:prstClr val="black"/>
                </a:solidFill>
              </a:rPr>
              <a:t>SHA</a:t>
            </a:r>
            <a:r>
              <a:rPr kumimoji="1" lang="zh-CN" altLang="zh-CN" dirty="0">
                <a:solidFill>
                  <a:prstClr val="black"/>
                </a:solidFill>
              </a:rPr>
              <a:t>安全散列函数</a:t>
            </a:r>
            <a:endParaRPr lang="zh-CN" altLang="en-US" dirty="0"/>
          </a:p>
        </p:txBody>
      </p:sp>
      <p:sp>
        <p:nvSpPr>
          <p:cNvPr id="3" name="内容占位符 2"/>
          <p:cNvSpPr>
            <a:spLocks noGrp="1"/>
          </p:cNvSpPr>
          <p:nvPr>
            <p:ph idx="1"/>
          </p:nvPr>
        </p:nvSpPr>
        <p:spPr/>
        <p:txBody>
          <a:bodyPr>
            <a:normAutofit fontScale="85000" lnSpcReduction="20000"/>
          </a:bodyPr>
          <a:lstStyle/>
          <a:p>
            <a:r>
              <a:rPr lang="en-US" altLang="zh-CN" dirty="0">
                <a:ea typeface="华文新魏" panose="02010800040101010101" pitchFamily="2" charset="-122"/>
              </a:rPr>
              <a:t>SHA-1: compression function</a:t>
            </a:r>
            <a:endParaRPr lang="en-US" altLang="zh-CN" dirty="0">
              <a:ea typeface="华文新魏" panose="02010800040101010101" pitchFamily="2" charset="-122"/>
            </a:endParaRPr>
          </a:p>
          <a:p>
            <a:pPr lvl="1">
              <a:lnSpc>
                <a:spcPct val="130000"/>
              </a:lnSpc>
              <a:spcBef>
                <a:spcPct val="0"/>
              </a:spcBef>
              <a:buClr>
                <a:srgbClr val="000066"/>
              </a:buClr>
              <a:buSzPct val="80000"/>
            </a:pPr>
            <a:r>
              <a:rPr lang="en-US" altLang="zh-CN" dirty="0">
                <a:solidFill>
                  <a:srgbClr val="FF9933"/>
                </a:solidFill>
                <a:ea typeface="楷体_GB2312" pitchFamily="49" charset="-122"/>
                <a:sym typeface="Symbol" panose="05050102010706020507" pitchFamily="18" charset="2"/>
              </a:rPr>
              <a:t>Four rounds:	0  t &lt; 80</a:t>
            </a:r>
            <a:endParaRPr lang="en-US" altLang="zh-CN" dirty="0">
              <a:solidFill>
                <a:srgbClr val="FF9933"/>
              </a:solidFill>
              <a:ea typeface="楷体_GB2312" pitchFamily="49" charset="-122"/>
              <a:sym typeface="Symbol" panose="05050102010706020507" pitchFamily="18" charset="2"/>
            </a:endParaRPr>
          </a:p>
          <a:p>
            <a:pPr lvl="1">
              <a:lnSpc>
                <a:spcPct val="130000"/>
              </a:lnSpc>
              <a:spcBef>
                <a:spcPct val="0"/>
              </a:spcBef>
              <a:buClr>
                <a:schemeClr val="folHlink"/>
              </a:buClr>
              <a:buSzPct val="80000"/>
              <a:buNone/>
            </a:pPr>
            <a:r>
              <a:rPr lang="en-US" altLang="zh-CN" dirty="0">
                <a:ea typeface="楷体_GB2312" pitchFamily="49" charset="-122"/>
                <a:sym typeface="Symbol" panose="05050102010706020507" pitchFamily="18" charset="2"/>
              </a:rPr>
              <a:t>	E  </a:t>
            </a:r>
            <a:r>
              <a:rPr lang="en-US" altLang="zh-CN" dirty="0" err="1">
                <a:ea typeface="楷体_GB2312" pitchFamily="49" charset="-122"/>
                <a:sym typeface="Symbol" panose="05050102010706020507" pitchFamily="18" charset="2"/>
              </a:rPr>
              <a:t>E+f</a:t>
            </a:r>
            <a:r>
              <a:rPr lang="en-US" altLang="zh-CN" dirty="0">
                <a:ea typeface="楷体_GB2312" pitchFamily="49" charset="-122"/>
                <a:sym typeface="Symbol" panose="05050102010706020507" pitchFamily="18" charset="2"/>
              </a:rPr>
              <a:t>(</a:t>
            </a:r>
            <a:r>
              <a:rPr lang="en-US" altLang="zh-CN" dirty="0" err="1">
                <a:ea typeface="楷体_GB2312" pitchFamily="49" charset="-122"/>
                <a:sym typeface="Symbol" panose="05050102010706020507" pitchFamily="18" charset="2"/>
              </a:rPr>
              <a:t>t,B,C,D</a:t>
            </a:r>
            <a:r>
              <a:rPr lang="en-US" altLang="zh-CN" dirty="0">
                <a:ea typeface="楷体_GB2312" pitchFamily="49" charset="-122"/>
                <a:sym typeface="Symbol" panose="05050102010706020507" pitchFamily="18" charset="2"/>
              </a:rPr>
              <a:t>)+(A&lt;&lt;&lt;5)+W[t]+K[t]</a:t>
            </a:r>
            <a:endParaRPr lang="en-US" altLang="zh-CN" dirty="0">
              <a:ea typeface="楷体_GB2312" pitchFamily="49" charset="-122"/>
              <a:sym typeface="Symbol" panose="05050102010706020507" pitchFamily="18" charset="2"/>
            </a:endParaRPr>
          </a:p>
          <a:p>
            <a:pPr lvl="1">
              <a:lnSpc>
                <a:spcPct val="130000"/>
              </a:lnSpc>
              <a:spcBef>
                <a:spcPct val="0"/>
              </a:spcBef>
              <a:buClr>
                <a:schemeClr val="folHlink"/>
              </a:buClr>
              <a:buSzPct val="80000"/>
              <a:buNone/>
            </a:pPr>
            <a:r>
              <a:rPr lang="en-US" altLang="zh-CN" dirty="0">
                <a:ea typeface="楷体_GB2312" pitchFamily="49" charset="-122"/>
                <a:sym typeface="Symbol" panose="05050102010706020507" pitchFamily="18" charset="2"/>
              </a:rPr>
              <a:t>	B  B&lt;&lt;&lt;30</a:t>
            </a:r>
            <a:endParaRPr lang="en-US" altLang="zh-CN" dirty="0">
              <a:ea typeface="楷体_GB2312" pitchFamily="49" charset="-122"/>
              <a:sym typeface="Symbol" panose="05050102010706020507" pitchFamily="18" charset="2"/>
            </a:endParaRPr>
          </a:p>
          <a:p>
            <a:pPr lvl="1">
              <a:lnSpc>
                <a:spcPct val="130000"/>
              </a:lnSpc>
              <a:spcBef>
                <a:spcPct val="0"/>
              </a:spcBef>
              <a:buClr>
                <a:schemeClr val="folHlink"/>
              </a:buClr>
              <a:buSzPct val="80000"/>
              <a:buNone/>
            </a:pPr>
            <a:r>
              <a:rPr lang="en-US" altLang="zh-CN" dirty="0">
                <a:ea typeface="楷体_GB2312" pitchFamily="49" charset="-122"/>
                <a:sym typeface="Symbol" panose="05050102010706020507" pitchFamily="18" charset="2"/>
              </a:rPr>
              <a:t>	(A,B,C,D,E)(A,B,C,D,E)&gt;&gt;&gt;32</a:t>
            </a:r>
            <a:endParaRPr lang="en-US" altLang="zh-CN" dirty="0">
              <a:ea typeface="楷体_GB2312" pitchFamily="49" charset="-122"/>
              <a:sym typeface="Symbol" panose="05050102010706020507" pitchFamily="18" charset="2"/>
            </a:endParaRPr>
          </a:p>
          <a:p>
            <a:pPr lvl="1">
              <a:lnSpc>
                <a:spcPct val="130000"/>
              </a:lnSpc>
              <a:spcBef>
                <a:spcPct val="0"/>
              </a:spcBef>
              <a:buClr>
                <a:schemeClr val="folHlink"/>
              </a:buClr>
              <a:buSzPct val="80000"/>
              <a:buFontTx/>
              <a:buChar char="–"/>
            </a:pPr>
            <a:r>
              <a:rPr lang="en-US" altLang="zh-CN" dirty="0">
                <a:ea typeface="楷体_GB2312" pitchFamily="49" charset="-122"/>
                <a:sym typeface="Symbol" panose="05050102010706020507" pitchFamily="18" charset="2"/>
              </a:rPr>
              <a:t>f(</a:t>
            </a:r>
            <a:r>
              <a:rPr lang="en-US" altLang="zh-CN" dirty="0" err="1">
                <a:ea typeface="楷体_GB2312" pitchFamily="49" charset="-122"/>
                <a:sym typeface="Symbol" panose="05050102010706020507" pitchFamily="18" charset="2"/>
              </a:rPr>
              <a:t>t,B,C,D</a:t>
            </a:r>
            <a:r>
              <a:rPr lang="en-US" altLang="zh-CN" dirty="0">
                <a:ea typeface="楷体_GB2312" pitchFamily="49" charset="-122"/>
                <a:sym typeface="Symbol" panose="05050102010706020507" pitchFamily="18" charset="2"/>
              </a:rPr>
              <a:t>) = (B&amp;C)|(B&amp;D)		 0  t &lt; 20</a:t>
            </a:r>
            <a:endParaRPr lang="en-US" altLang="zh-CN" dirty="0">
              <a:ea typeface="楷体_GB2312" pitchFamily="49" charset="-122"/>
              <a:sym typeface="Symbol" panose="05050102010706020507" pitchFamily="18" charset="2"/>
            </a:endParaRPr>
          </a:p>
          <a:p>
            <a:pPr lvl="1">
              <a:lnSpc>
                <a:spcPct val="130000"/>
              </a:lnSpc>
              <a:spcBef>
                <a:spcPct val="0"/>
              </a:spcBef>
              <a:buClr>
                <a:schemeClr val="folHlink"/>
              </a:buClr>
              <a:buSzPct val="80000"/>
              <a:buNone/>
            </a:pPr>
            <a:r>
              <a:rPr lang="en-US" altLang="zh-CN" dirty="0">
                <a:ea typeface="楷体_GB2312" pitchFamily="49" charset="-122"/>
                <a:sym typeface="Symbol" panose="05050102010706020507" pitchFamily="18" charset="2"/>
              </a:rPr>
              <a:t>   K[t] = 5a827999 </a:t>
            </a:r>
            <a:endParaRPr lang="en-US" altLang="zh-CN" dirty="0">
              <a:ea typeface="楷体_GB2312" pitchFamily="49" charset="-122"/>
              <a:sym typeface="Symbol" panose="05050102010706020507" pitchFamily="18" charset="2"/>
            </a:endParaRPr>
          </a:p>
          <a:p>
            <a:pPr lvl="1">
              <a:lnSpc>
                <a:spcPct val="130000"/>
              </a:lnSpc>
              <a:spcBef>
                <a:spcPct val="0"/>
              </a:spcBef>
              <a:buClr>
                <a:schemeClr val="folHlink"/>
              </a:buClr>
              <a:buSzPct val="80000"/>
              <a:buNone/>
            </a:pPr>
            <a:r>
              <a:rPr lang="en-US" altLang="zh-CN" dirty="0">
                <a:ea typeface="楷体_GB2312" pitchFamily="49" charset="-122"/>
                <a:sym typeface="Symbol" panose="05050102010706020507" pitchFamily="18" charset="2"/>
              </a:rPr>
              <a:t>f(</a:t>
            </a:r>
            <a:r>
              <a:rPr lang="en-US" altLang="zh-CN" dirty="0" err="1">
                <a:ea typeface="楷体_GB2312" pitchFamily="49" charset="-122"/>
                <a:sym typeface="Symbol" panose="05050102010706020507" pitchFamily="18" charset="2"/>
              </a:rPr>
              <a:t>t,B,C,D</a:t>
            </a:r>
            <a:r>
              <a:rPr lang="en-US" altLang="zh-CN" dirty="0">
                <a:ea typeface="楷体_GB2312" pitchFamily="49" charset="-122"/>
                <a:sym typeface="Symbol" panose="05050102010706020507" pitchFamily="18" charset="2"/>
              </a:rPr>
              <a:t>) = B  C  D		20  t &lt; 40</a:t>
            </a:r>
            <a:endParaRPr lang="en-US" altLang="zh-CN" dirty="0">
              <a:ea typeface="楷体_GB2312" pitchFamily="49" charset="-122"/>
              <a:sym typeface="Symbol" panose="05050102010706020507" pitchFamily="18" charset="2"/>
            </a:endParaRPr>
          </a:p>
          <a:p>
            <a:pPr lvl="1">
              <a:lnSpc>
                <a:spcPct val="130000"/>
              </a:lnSpc>
              <a:spcBef>
                <a:spcPct val="0"/>
              </a:spcBef>
              <a:buClr>
                <a:schemeClr val="folHlink"/>
              </a:buClr>
              <a:buSzPct val="80000"/>
              <a:buNone/>
            </a:pPr>
            <a:r>
              <a:rPr lang="en-US" altLang="zh-CN" dirty="0">
                <a:ea typeface="楷体_GB2312" pitchFamily="49" charset="-122"/>
                <a:sym typeface="Symbol" panose="05050102010706020507" pitchFamily="18" charset="2"/>
              </a:rPr>
              <a:t>   K[t] = 6ed9eba1</a:t>
            </a:r>
            <a:endParaRPr lang="en-US" altLang="zh-CN" dirty="0">
              <a:ea typeface="楷体_GB2312" pitchFamily="49" charset="-122"/>
              <a:sym typeface="Symbol" panose="05050102010706020507" pitchFamily="18" charset="2"/>
            </a:endParaRPr>
          </a:p>
          <a:p>
            <a:pPr lvl="1">
              <a:lnSpc>
                <a:spcPct val="130000"/>
              </a:lnSpc>
              <a:spcBef>
                <a:spcPct val="0"/>
              </a:spcBef>
              <a:buClr>
                <a:schemeClr val="folHlink"/>
              </a:buClr>
              <a:buSzPct val="80000"/>
              <a:buNone/>
            </a:pPr>
            <a:r>
              <a:rPr lang="en-US" altLang="zh-CN" dirty="0">
                <a:ea typeface="楷体_GB2312" pitchFamily="49" charset="-122"/>
                <a:sym typeface="Symbol" panose="05050102010706020507" pitchFamily="18" charset="2"/>
              </a:rPr>
              <a:t>f(</a:t>
            </a:r>
            <a:r>
              <a:rPr lang="en-US" altLang="zh-CN" dirty="0" err="1">
                <a:ea typeface="楷体_GB2312" pitchFamily="49" charset="-122"/>
                <a:sym typeface="Symbol" panose="05050102010706020507" pitchFamily="18" charset="2"/>
              </a:rPr>
              <a:t>t,B,C,D</a:t>
            </a:r>
            <a:r>
              <a:rPr lang="en-US" altLang="zh-CN" dirty="0">
                <a:ea typeface="楷体_GB2312" pitchFamily="49" charset="-122"/>
                <a:sym typeface="Symbol" panose="05050102010706020507" pitchFamily="18" charset="2"/>
              </a:rPr>
              <a:t>) = (B&amp;C)|(B&amp;D)|(C&amp;D)	40  t &lt; 60</a:t>
            </a:r>
            <a:endParaRPr lang="en-US" altLang="zh-CN" dirty="0">
              <a:ea typeface="楷体_GB2312" pitchFamily="49" charset="-122"/>
              <a:sym typeface="Symbol" panose="05050102010706020507" pitchFamily="18" charset="2"/>
            </a:endParaRPr>
          </a:p>
          <a:p>
            <a:pPr lvl="1">
              <a:lnSpc>
                <a:spcPct val="130000"/>
              </a:lnSpc>
              <a:spcBef>
                <a:spcPct val="0"/>
              </a:spcBef>
              <a:buClr>
                <a:schemeClr val="folHlink"/>
              </a:buClr>
              <a:buSzPct val="80000"/>
              <a:buNone/>
            </a:pPr>
            <a:r>
              <a:rPr lang="en-US" altLang="zh-CN" dirty="0">
                <a:ea typeface="楷体_GB2312" pitchFamily="49" charset="-122"/>
                <a:sym typeface="Symbol" panose="05050102010706020507" pitchFamily="18" charset="2"/>
              </a:rPr>
              <a:t> K[t] = 8f1bbcdc</a:t>
            </a:r>
            <a:endParaRPr lang="en-US" altLang="zh-CN" dirty="0">
              <a:ea typeface="楷体_GB2312" pitchFamily="49" charset="-122"/>
              <a:sym typeface="Symbol" panose="05050102010706020507" pitchFamily="18" charset="2"/>
            </a:endParaRPr>
          </a:p>
          <a:p>
            <a:pPr lvl="1">
              <a:lnSpc>
                <a:spcPct val="130000"/>
              </a:lnSpc>
              <a:spcBef>
                <a:spcPct val="0"/>
              </a:spcBef>
              <a:buClr>
                <a:schemeClr val="folHlink"/>
              </a:buClr>
              <a:buSzPct val="80000"/>
              <a:buNone/>
            </a:pPr>
            <a:r>
              <a:rPr lang="en-US" altLang="zh-CN" dirty="0">
                <a:ea typeface="楷体_GB2312" pitchFamily="49" charset="-122"/>
                <a:sym typeface="Symbol" panose="05050102010706020507" pitchFamily="18" charset="2"/>
              </a:rPr>
              <a:t>f(</a:t>
            </a:r>
            <a:r>
              <a:rPr lang="en-US" altLang="zh-CN" dirty="0" err="1">
                <a:ea typeface="楷体_GB2312" pitchFamily="49" charset="-122"/>
                <a:sym typeface="Symbol" panose="05050102010706020507" pitchFamily="18" charset="2"/>
              </a:rPr>
              <a:t>t,B,C,D</a:t>
            </a:r>
            <a:r>
              <a:rPr lang="en-US" altLang="zh-CN" dirty="0">
                <a:ea typeface="楷体_GB2312" pitchFamily="49" charset="-122"/>
                <a:sym typeface="Symbol" panose="05050102010706020507" pitchFamily="18" charset="2"/>
              </a:rPr>
              <a:t>) = B  C  D 		60  t &lt; 80</a:t>
            </a:r>
            <a:endParaRPr lang="en-US" altLang="zh-CN" dirty="0">
              <a:ea typeface="楷体_GB2312" pitchFamily="49" charset="-122"/>
              <a:sym typeface="Symbol" panose="05050102010706020507" pitchFamily="18" charset="2"/>
            </a:endParaRPr>
          </a:p>
          <a:p>
            <a:pPr lvl="1">
              <a:lnSpc>
                <a:spcPct val="130000"/>
              </a:lnSpc>
              <a:spcBef>
                <a:spcPct val="0"/>
              </a:spcBef>
              <a:buClr>
                <a:schemeClr val="folHlink"/>
              </a:buClr>
              <a:buSzPct val="80000"/>
              <a:buNone/>
            </a:pPr>
            <a:r>
              <a:rPr lang="en-US" altLang="zh-CN" dirty="0">
                <a:ea typeface="楷体_GB2312" pitchFamily="49" charset="-122"/>
                <a:sym typeface="Symbol" panose="05050102010706020507" pitchFamily="18" charset="2"/>
              </a:rPr>
              <a:t> K[t] = ca62c1d6 </a:t>
            </a:r>
            <a:endParaRPr lang="en-US" altLang="zh-CN" dirty="0">
              <a:latin typeface="微软雅黑" panose="020B0503020204020204" pitchFamily="34" charset="-122"/>
              <a:ea typeface="微软雅黑" panose="020B0503020204020204" pitchFamily="34" charset="-122"/>
            </a:endParaRPr>
          </a:p>
          <a:p>
            <a:endParaRPr lang="en-US" altLang="zh-CN" dirty="0"/>
          </a:p>
        </p:txBody>
      </p:sp>
      <p:sp>
        <p:nvSpPr>
          <p:cNvPr id="4" name="灯片编号占位符 3"/>
          <p:cNvSpPr>
            <a:spLocks noGrp="1"/>
          </p:cNvSpPr>
          <p:nvPr>
            <p:ph type="sldNum" sz="quarter" idx="12"/>
          </p:nvPr>
        </p:nvSpPr>
        <p:spPr/>
        <p:txBody>
          <a:bodyPr/>
          <a:lstStyle/>
          <a:p>
            <a:fld id="{8D4D1E41-7A09-AB4A-A4E1-09765ADA2698}" type="slidenum">
              <a:rPr kumimoji="1" lang="zh-CN" altLang="en-US" smtClean="0"/>
            </a:fld>
            <a:endParaRPr kumimoji="1" lang="zh-CN" altLang="en-US" dirty="0"/>
          </a:p>
        </p:txBody>
      </p:sp>
      <p:sp>
        <p:nvSpPr>
          <p:cNvPr id="5" name="文本框 4"/>
          <p:cNvSpPr txBox="1"/>
          <p:nvPr/>
        </p:nvSpPr>
        <p:spPr>
          <a:xfrm>
            <a:off x="7066915" y="1757363"/>
            <a:ext cx="5080000" cy="337185"/>
          </a:xfrm>
          <a:prstGeom prst="rect">
            <a:avLst/>
          </a:prstGeom>
        </p:spPr>
        <p:txBody>
          <a:bodyPr>
            <a:spAutoFit/>
          </a:bodyPr>
          <a:lstStyle/>
          <a:p>
            <a:r>
              <a:rPr lang="zh-CN" altLang="en-US" sz="1600"/>
              <a:t>步函数运算细节</a:t>
            </a:r>
            <a:endParaRPr lang="zh-CN" altLang="en-US" sz="1600"/>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t>6.2.4 </a:t>
            </a:r>
            <a:r>
              <a:rPr kumimoji="1" lang="en-US" altLang="zh-CN" dirty="0">
                <a:solidFill>
                  <a:prstClr val="black"/>
                </a:solidFill>
              </a:rPr>
              <a:t>SHA</a:t>
            </a:r>
            <a:r>
              <a:rPr kumimoji="1" lang="zh-CN" altLang="zh-CN" dirty="0">
                <a:solidFill>
                  <a:prstClr val="black"/>
                </a:solidFill>
              </a:rPr>
              <a:t>安全散列函数</a:t>
            </a:r>
            <a:endParaRPr lang="zh-CN" altLang="en-US" dirty="0"/>
          </a:p>
        </p:txBody>
      </p:sp>
      <p:sp>
        <p:nvSpPr>
          <p:cNvPr id="3" name="内容占位符 2"/>
          <p:cNvSpPr>
            <a:spLocks noGrp="1"/>
          </p:cNvSpPr>
          <p:nvPr>
            <p:ph idx="1"/>
          </p:nvPr>
        </p:nvSpPr>
        <p:spPr/>
        <p:txBody>
          <a:bodyPr>
            <a:normAutofit fontScale="92500" lnSpcReduction="10000"/>
          </a:bodyPr>
          <a:lstStyle/>
          <a:p>
            <a:pPr>
              <a:lnSpc>
                <a:spcPct val="150000"/>
              </a:lnSpc>
            </a:pPr>
            <a:r>
              <a:rPr lang="en-US" altLang="zh-CN" dirty="0">
                <a:ea typeface="华文新魏" panose="02010800040101010101" pitchFamily="2" charset="-122"/>
              </a:rPr>
              <a:t>SHA-1: compression function</a:t>
            </a:r>
            <a:endParaRPr lang="en-US" altLang="zh-CN" dirty="0">
              <a:ea typeface="华文新魏" panose="02010800040101010101" pitchFamily="2" charset="-122"/>
            </a:endParaRPr>
          </a:p>
          <a:p>
            <a:pPr>
              <a:lnSpc>
                <a:spcPct val="150000"/>
              </a:lnSpc>
              <a:spcBef>
                <a:spcPct val="0"/>
              </a:spcBef>
              <a:buFontTx/>
              <a:buNone/>
            </a:pPr>
            <a:r>
              <a:rPr lang="en-US" altLang="zh-CN" sz="2000" dirty="0"/>
              <a:t>		</a:t>
            </a:r>
            <a:r>
              <a:rPr lang="en-US" altLang="zh-CN" sz="2400" dirty="0"/>
              <a:t>A,B,C,D,E  </a:t>
            </a:r>
            <a:r>
              <a:rPr lang="en-US" altLang="zh-CN" sz="2400" dirty="0">
                <a:sym typeface="Symbol" panose="05050102010706020507" pitchFamily="18" charset="2"/>
              </a:rPr>
              <a:t> (E + f(</a:t>
            </a:r>
            <a:r>
              <a:rPr lang="en-US" altLang="zh-CN" sz="2400" dirty="0" err="1">
                <a:sym typeface="Symbol" panose="05050102010706020507" pitchFamily="18" charset="2"/>
              </a:rPr>
              <a:t>t,B,C,D</a:t>
            </a:r>
            <a:r>
              <a:rPr lang="en-US" altLang="zh-CN" sz="2400" dirty="0">
                <a:sym typeface="Symbol" panose="05050102010706020507" pitchFamily="18" charset="2"/>
              </a:rPr>
              <a:t>)+S</a:t>
            </a:r>
            <a:r>
              <a:rPr lang="en-US" altLang="zh-CN" sz="2400" baseline="30000" dirty="0">
                <a:sym typeface="Symbol" panose="05050102010706020507" pitchFamily="18" charset="2"/>
              </a:rPr>
              <a:t>5</a:t>
            </a:r>
            <a:r>
              <a:rPr lang="en-US" altLang="zh-CN" sz="2400" dirty="0">
                <a:sym typeface="Symbol" panose="05050102010706020507" pitchFamily="18" charset="2"/>
              </a:rPr>
              <a:t>(A) +</a:t>
            </a:r>
            <a:r>
              <a:rPr lang="en-US" altLang="zh-CN" sz="2400" dirty="0" err="1">
                <a:sym typeface="Symbol" panose="05050102010706020507" pitchFamily="18" charset="2"/>
              </a:rPr>
              <a:t>Wt</a:t>
            </a:r>
            <a:r>
              <a:rPr lang="en-US" altLang="zh-CN" sz="2400" dirty="0">
                <a:sym typeface="Symbol" panose="05050102010706020507" pitchFamily="18" charset="2"/>
              </a:rPr>
              <a:t> + </a:t>
            </a:r>
            <a:r>
              <a:rPr lang="en-US" altLang="zh-CN" sz="2400" dirty="0" err="1">
                <a:sym typeface="Symbol" panose="05050102010706020507" pitchFamily="18" charset="2"/>
              </a:rPr>
              <a:t>Kt</a:t>
            </a:r>
            <a:r>
              <a:rPr lang="en-US" altLang="zh-CN" sz="2400" dirty="0">
                <a:sym typeface="Symbol" panose="05050102010706020507" pitchFamily="18" charset="2"/>
              </a:rPr>
              <a:t>),A,S</a:t>
            </a:r>
            <a:r>
              <a:rPr lang="en-US" altLang="zh-CN" sz="2400" baseline="30000" dirty="0">
                <a:sym typeface="Symbol" panose="05050102010706020507" pitchFamily="18" charset="2"/>
              </a:rPr>
              <a:t>30</a:t>
            </a:r>
            <a:r>
              <a:rPr lang="en-US" altLang="zh-CN" sz="2400" dirty="0">
                <a:sym typeface="Symbol" panose="05050102010706020507" pitchFamily="18" charset="2"/>
              </a:rPr>
              <a:t>(B),C,D</a:t>
            </a:r>
            <a:endParaRPr lang="en-US" altLang="zh-CN" sz="2400" dirty="0">
              <a:sym typeface="Symbol" panose="05050102010706020507" pitchFamily="18" charset="2"/>
            </a:endParaRPr>
          </a:p>
          <a:p>
            <a:pPr lvl="1">
              <a:lnSpc>
                <a:spcPct val="150000"/>
              </a:lnSpc>
              <a:spcBef>
                <a:spcPct val="0"/>
              </a:spcBef>
              <a:buFontTx/>
              <a:buNone/>
            </a:pPr>
            <a:r>
              <a:rPr lang="zh-CN" altLang="en-US" sz="2200" dirty="0"/>
              <a:t>其中，</a:t>
            </a:r>
            <a:endParaRPr lang="zh-CN" altLang="en-US" sz="2200" dirty="0"/>
          </a:p>
          <a:p>
            <a:pPr lvl="1">
              <a:lnSpc>
                <a:spcPct val="150000"/>
              </a:lnSpc>
              <a:spcBef>
                <a:spcPct val="0"/>
              </a:spcBef>
              <a:buFontTx/>
              <a:buNone/>
            </a:pPr>
            <a:r>
              <a:rPr lang="zh-CN" altLang="en-US" sz="2200" dirty="0"/>
              <a:t>	</a:t>
            </a:r>
            <a:r>
              <a:rPr lang="en-US" altLang="zh-CN" sz="2200" dirty="0"/>
              <a:t>A,B,C,D,E = </a:t>
            </a:r>
            <a:r>
              <a:rPr lang="zh-CN" altLang="en-US" sz="2200" dirty="0"/>
              <a:t>缓冲区的</a:t>
            </a:r>
            <a:r>
              <a:rPr lang="en-US" altLang="zh-CN" sz="2200" dirty="0"/>
              <a:t>5</a:t>
            </a:r>
            <a:r>
              <a:rPr lang="zh-CN" altLang="en-US" sz="2200" dirty="0"/>
              <a:t>个字；</a:t>
            </a:r>
            <a:endParaRPr lang="zh-CN" altLang="en-US" sz="2200" dirty="0"/>
          </a:p>
          <a:p>
            <a:pPr lvl="1">
              <a:lnSpc>
                <a:spcPct val="150000"/>
              </a:lnSpc>
              <a:spcBef>
                <a:spcPct val="0"/>
              </a:spcBef>
              <a:buFontTx/>
              <a:buNone/>
            </a:pPr>
            <a:r>
              <a:rPr lang="zh-CN" altLang="en-US" sz="2200" dirty="0"/>
              <a:t>	</a:t>
            </a:r>
            <a:r>
              <a:rPr lang="en-US" altLang="zh-CN" sz="2200" dirty="0"/>
              <a:t>t = </a:t>
            </a:r>
            <a:r>
              <a:rPr lang="zh-CN" altLang="en-US" sz="2200" dirty="0"/>
              <a:t>步数，</a:t>
            </a:r>
            <a:r>
              <a:rPr lang="en-US" altLang="zh-CN" sz="2200" dirty="0"/>
              <a:t>0&lt;= t &lt;= 79</a:t>
            </a:r>
            <a:r>
              <a:rPr lang="zh-CN" altLang="en-US" sz="2200" dirty="0"/>
              <a:t>；</a:t>
            </a:r>
            <a:endParaRPr lang="zh-CN" altLang="en-US" sz="2200" dirty="0"/>
          </a:p>
          <a:p>
            <a:pPr lvl="1">
              <a:lnSpc>
                <a:spcPct val="150000"/>
              </a:lnSpc>
              <a:spcBef>
                <a:spcPct val="0"/>
              </a:spcBef>
              <a:buFontTx/>
              <a:buNone/>
            </a:pPr>
            <a:r>
              <a:rPr lang="zh-CN" altLang="en-US" sz="2200" dirty="0"/>
              <a:t>	</a:t>
            </a:r>
            <a:r>
              <a:rPr lang="en-US" altLang="zh-CN" sz="2200" dirty="0"/>
              <a:t>f(</a:t>
            </a:r>
            <a:r>
              <a:rPr lang="en-US" altLang="zh-CN" sz="2200" dirty="0" err="1"/>
              <a:t>t,B,C,D</a:t>
            </a:r>
            <a:r>
              <a:rPr lang="en-US" altLang="zh-CN" sz="2200" dirty="0"/>
              <a:t>) =  </a:t>
            </a:r>
            <a:r>
              <a:rPr lang="zh-CN" altLang="zh-CN" sz="2200" dirty="0"/>
              <a:t>步</a:t>
            </a:r>
            <a:r>
              <a:rPr lang="en-US" altLang="zh-CN" sz="2200" dirty="0"/>
              <a:t>t</a:t>
            </a:r>
            <a:r>
              <a:rPr lang="zh-CN" altLang="en-US" sz="2200" dirty="0"/>
              <a:t>的基本逻辑函数；</a:t>
            </a:r>
            <a:endParaRPr lang="zh-CN" altLang="en-US" sz="2200" dirty="0"/>
          </a:p>
          <a:p>
            <a:pPr lvl="1">
              <a:lnSpc>
                <a:spcPct val="150000"/>
              </a:lnSpc>
              <a:spcBef>
                <a:spcPct val="0"/>
              </a:spcBef>
              <a:buFontTx/>
              <a:buNone/>
            </a:pPr>
            <a:r>
              <a:rPr lang="zh-CN" altLang="en-US" sz="2200" dirty="0"/>
              <a:t>	</a:t>
            </a:r>
            <a:r>
              <a:rPr lang="en-US" altLang="zh-CN" sz="2200" dirty="0" err="1"/>
              <a:t>S</a:t>
            </a:r>
            <a:r>
              <a:rPr lang="en-US" altLang="zh-CN" sz="2200" baseline="30000" dirty="0" err="1"/>
              <a:t>k</a:t>
            </a:r>
            <a:r>
              <a:rPr lang="en-US" altLang="zh-CN" sz="2200" dirty="0"/>
              <a:t> = </a:t>
            </a:r>
            <a:r>
              <a:rPr lang="zh-CN" altLang="en-US" sz="2200" dirty="0"/>
              <a:t>循环左移</a:t>
            </a:r>
            <a:r>
              <a:rPr lang="en-US" altLang="zh-CN" sz="2200" dirty="0"/>
              <a:t>k</a:t>
            </a:r>
            <a:r>
              <a:rPr lang="zh-CN" altLang="en-US" sz="2200" dirty="0"/>
              <a:t>位给定的</a:t>
            </a:r>
            <a:r>
              <a:rPr lang="en-US" altLang="zh-CN" sz="2200" dirty="0"/>
              <a:t>32</a:t>
            </a:r>
            <a:r>
              <a:rPr lang="zh-CN" altLang="en-US" sz="2200" dirty="0"/>
              <a:t>位字；</a:t>
            </a:r>
            <a:endParaRPr lang="zh-CN" altLang="en-US" sz="2200" dirty="0"/>
          </a:p>
          <a:p>
            <a:pPr lvl="1">
              <a:lnSpc>
                <a:spcPct val="150000"/>
              </a:lnSpc>
              <a:spcBef>
                <a:spcPct val="0"/>
              </a:spcBef>
              <a:buFontTx/>
              <a:buNone/>
            </a:pPr>
            <a:r>
              <a:rPr lang="zh-CN" altLang="en-US" sz="2200" dirty="0"/>
              <a:t>	</a:t>
            </a:r>
            <a:r>
              <a:rPr lang="en-US" altLang="zh-CN" sz="2200" dirty="0" err="1"/>
              <a:t>Wt</a:t>
            </a:r>
            <a:r>
              <a:rPr lang="en-US" altLang="zh-CN" sz="2200" dirty="0"/>
              <a:t>  = </a:t>
            </a:r>
            <a:r>
              <a:rPr lang="zh-CN" altLang="en-US" sz="2200" dirty="0"/>
              <a:t>一个从当前</a:t>
            </a:r>
            <a:r>
              <a:rPr lang="en-US" altLang="zh-CN" sz="2200" dirty="0"/>
              <a:t>512</a:t>
            </a:r>
            <a:r>
              <a:rPr lang="zh-CN" altLang="en-US" sz="2200" dirty="0"/>
              <a:t>数据块导出的</a:t>
            </a:r>
            <a:r>
              <a:rPr lang="en-US" altLang="zh-CN" sz="2200" dirty="0"/>
              <a:t>32</a:t>
            </a:r>
            <a:r>
              <a:rPr lang="zh-CN" altLang="en-US" sz="2200" dirty="0"/>
              <a:t>位字；</a:t>
            </a:r>
            <a:endParaRPr lang="zh-CN" altLang="en-US" sz="2200" dirty="0"/>
          </a:p>
          <a:p>
            <a:pPr lvl="1">
              <a:lnSpc>
                <a:spcPct val="150000"/>
              </a:lnSpc>
              <a:spcBef>
                <a:spcPct val="0"/>
              </a:spcBef>
              <a:buFontTx/>
              <a:buNone/>
            </a:pPr>
            <a:r>
              <a:rPr lang="zh-CN" altLang="en-US" sz="2200" dirty="0"/>
              <a:t>	</a:t>
            </a:r>
            <a:r>
              <a:rPr lang="en-US" altLang="zh-CN" sz="2200" dirty="0" err="1"/>
              <a:t>Kt</a:t>
            </a:r>
            <a:r>
              <a:rPr lang="en-US" altLang="zh-CN" sz="2200" dirty="0"/>
              <a:t> = </a:t>
            </a:r>
            <a:r>
              <a:rPr lang="zh-CN" altLang="en-US" sz="2200" dirty="0"/>
              <a:t>一个用于加法的常量，四个不同的值，如前所述</a:t>
            </a:r>
            <a:endParaRPr lang="zh-CN" altLang="en-US" sz="2200" dirty="0"/>
          </a:p>
          <a:p>
            <a:pPr lvl="1">
              <a:lnSpc>
                <a:spcPct val="150000"/>
              </a:lnSpc>
              <a:spcBef>
                <a:spcPct val="0"/>
              </a:spcBef>
              <a:buFontTx/>
              <a:buNone/>
            </a:pPr>
            <a:r>
              <a:rPr lang="zh-CN" altLang="en-US" sz="2200" dirty="0"/>
              <a:t>	</a:t>
            </a:r>
            <a:r>
              <a:rPr lang="en-US" altLang="zh-CN" sz="2200" dirty="0"/>
              <a:t>+	 = </a:t>
            </a:r>
            <a:r>
              <a:rPr lang="zh-CN" altLang="en-US" sz="2200" dirty="0"/>
              <a:t>加模</a:t>
            </a:r>
            <a:r>
              <a:rPr lang="en-US" altLang="zh-CN" sz="2200" dirty="0"/>
              <a:t>2</a:t>
            </a:r>
            <a:r>
              <a:rPr lang="en-US" altLang="zh-CN" sz="2200" baseline="30000" dirty="0"/>
              <a:t>32</a:t>
            </a:r>
            <a:r>
              <a:rPr lang="zh-CN" altLang="en-US" sz="2200" dirty="0"/>
              <a:t>。</a:t>
            </a:r>
            <a:endParaRPr lang="zh-CN" altLang="en-US" sz="2200" dirty="0"/>
          </a:p>
          <a:p>
            <a:pPr>
              <a:spcBef>
                <a:spcPct val="0"/>
              </a:spcBef>
              <a:buFontTx/>
              <a:buNone/>
            </a:pPr>
            <a:endParaRPr lang="en-US" altLang="zh-CN" sz="2000" dirty="0"/>
          </a:p>
          <a:p>
            <a:endParaRPr lang="en-US" altLang="zh-CN" dirty="0">
              <a:latin typeface="微软雅黑" panose="020B0503020204020204" pitchFamily="34" charset="-122"/>
              <a:ea typeface="微软雅黑" panose="020B0503020204020204" pitchFamily="34" charset="-122"/>
            </a:endParaRPr>
          </a:p>
          <a:p>
            <a:endParaRPr lang="en-US" altLang="zh-CN" dirty="0"/>
          </a:p>
        </p:txBody>
      </p:sp>
      <p:sp>
        <p:nvSpPr>
          <p:cNvPr id="4" name="灯片编号占位符 3"/>
          <p:cNvSpPr>
            <a:spLocks noGrp="1"/>
          </p:cNvSpPr>
          <p:nvPr>
            <p:ph type="sldNum" sz="quarter" idx="12"/>
          </p:nvPr>
        </p:nvSpPr>
        <p:spPr/>
        <p:txBody>
          <a:bodyPr/>
          <a:lstStyle/>
          <a:p>
            <a:fld id="{8D4D1E41-7A09-AB4A-A4E1-09765ADA2698}" type="slidenum">
              <a:rPr kumimoji="1" lang="zh-CN" altLang="en-US" smtClean="0"/>
            </a:fld>
            <a:endParaRPr kumimoji="1" lang="zh-CN" altLang="en-US" dirty="0"/>
          </a:p>
        </p:txBody>
      </p:sp>
      <p:sp>
        <p:nvSpPr>
          <p:cNvPr id="5" name="文本框 4"/>
          <p:cNvSpPr txBox="1"/>
          <p:nvPr/>
        </p:nvSpPr>
        <p:spPr>
          <a:xfrm>
            <a:off x="6497320" y="2957830"/>
            <a:ext cx="5080000" cy="1076325"/>
          </a:xfrm>
          <a:prstGeom prst="rect">
            <a:avLst/>
          </a:prstGeom>
        </p:spPr>
        <p:txBody>
          <a:bodyPr>
            <a:spAutoFit/>
          </a:bodyPr>
          <a:lstStyle/>
          <a:p>
            <a:r>
              <a:rPr lang="zh-CN" altLang="en-US" sz="1600"/>
              <a:t>把 </a:t>
            </a:r>
            <a:r>
              <a:rPr lang="en-US" altLang="zh-CN" sz="1600">
                <a:latin typeface="Google Sans Text"/>
                <a:ea typeface="Google Sans Text"/>
              </a:rPr>
              <a:t>E</a:t>
            </a:r>
            <a:r>
              <a:rPr lang="zh-CN" altLang="en-US" sz="1600"/>
              <a:t>、移位后的 </a:t>
            </a:r>
            <a:r>
              <a:rPr lang="en-US" altLang="zh-CN" sz="1600">
                <a:latin typeface="Google Sans Text"/>
                <a:ea typeface="Google Sans Text"/>
              </a:rPr>
              <a:t>A</a:t>
            </a:r>
            <a:r>
              <a:rPr lang="zh-CN" altLang="en-US" sz="1600"/>
              <a:t>、扩展字、常数及 </a:t>
            </a:r>
            <a:r>
              <a:rPr lang="en-US" altLang="zh-CN" sz="1600">
                <a:latin typeface="Google Sans Text"/>
                <a:ea typeface="Google Sans Text"/>
              </a:rPr>
              <a:t>B C D</a:t>
            </a:r>
            <a:r>
              <a:rPr lang="en-US" altLang="zh-CN" sz="1600"/>
              <a:t> </a:t>
            </a:r>
            <a:r>
              <a:rPr lang="zh-CN" altLang="en-US" sz="1600"/>
              <a:t>的非线性结果相加作为新 </a:t>
            </a:r>
            <a:r>
              <a:rPr lang="en-US" altLang="zh-CN" sz="1600">
                <a:latin typeface="Google Sans Text"/>
                <a:ea typeface="Google Sans Text"/>
              </a:rPr>
              <a:t>A</a:t>
            </a:r>
            <a:r>
              <a:rPr lang="zh-CN" altLang="en-US" sz="1600"/>
              <a:t>；其余寄存器依次右移错位更新（其中 </a:t>
            </a:r>
            <a:r>
              <a:rPr lang="en-US" altLang="zh-CN" sz="1600">
                <a:latin typeface="Google Sans Text"/>
                <a:ea typeface="Google Sans Text"/>
              </a:rPr>
              <a:t>B</a:t>
            </a:r>
            <a:r>
              <a:rPr lang="zh-CN" altLang="en-US" sz="1600"/>
              <a:t>需循环左移 </a:t>
            </a:r>
            <a:r>
              <a:rPr lang="en-US" altLang="zh-CN" sz="1600"/>
              <a:t>30 </a:t>
            </a:r>
            <a:r>
              <a:rPr lang="zh-CN" altLang="en-US" sz="1600"/>
              <a:t>位）；全过程按每 </a:t>
            </a:r>
            <a:r>
              <a:rPr lang="en-US" altLang="zh-CN" sz="1600"/>
              <a:t>20 </a:t>
            </a:r>
            <a:r>
              <a:rPr lang="zh-CN" altLang="en-US" sz="1600"/>
              <a:t>步平分为四轮，更替不同的逻辑函数与常数。</a:t>
            </a:r>
            <a:endParaRPr lang="zh-CN" altLang="en-US" sz="1600"/>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t>6.2.4 </a:t>
            </a:r>
            <a:r>
              <a:rPr kumimoji="1" lang="en-US" altLang="zh-CN" dirty="0">
                <a:solidFill>
                  <a:prstClr val="black"/>
                </a:solidFill>
              </a:rPr>
              <a:t>SHA</a:t>
            </a:r>
            <a:r>
              <a:rPr kumimoji="1" lang="zh-CN" altLang="zh-CN" dirty="0">
                <a:solidFill>
                  <a:prstClr val="black"/>
                </a:solidFill>
              </a:rPr>
              <a:t>安全散列函数</a:t>
            </a:r>
            <a:endParaRPr lang="zh-CN" altLang="en-US" dirty="0"/>
          </a:p>
        </p:txBody>
      </p:sp>
      <p:sp>
        <p:nvSpPr>
          <p:cNvPr id="3" name="内容占位符 2"/>
          <p:cNvSpPr>
            <a:spLocks noGrp="1"/>
          </p:cNvSpPr>
          <p:nvPr>
            <p:ph idx="1"/>
          </p:nvPr>
        </p:nvSpPr>
        <p:spPr/>
        <p:txBody>
          <a:bodyPr>
            <a:normAutofit/>
          </a:bodyPr>
          <a:lstStyle/>
          <a:p>
            <a:pPr>
              <a:lnSpc>
                <a:spcPct val="150000"/>
              </a:lnSpc>
            </a:pPr>
            <a:r>
              <a:rPr lang="en-US" altLang="zh-CN" dirty="0">
                <a:ea typeface="华文新魏" panose="02010800040101010101" pitchFamily="2" charset="-122"/>
              </a:rPr>
              <a:t>SHA-1: compression function</a:t>
            </a:r>
            <a:endParaRPr lang="en-US" altLang="zh-CN" dirty="0">
              <a:ea typeface="华文新魏" panose="02010800040101010101" pitchFamily="2" charset="-122"/>
            </a:endParaRPr>
          </a:p>
          <a:p>
            <a:pPr>
              <a:lnSpc>
                <a:spcPct val="150000"/>
              </a:lnSpc>
              <a:spcBef>
                <a:spcPct val="0"/>
              </a:spcBef>
              <a:buFontTx/>
              <a:buNone/>
            </a:pPr>
            <a:r>
              <a:rPr lang="en-US" altLang="zh-CN" sz="2000" dirty="0"/>
              <a:t>		</a:t>
            </a:r>
            <a:endParaRPr lang="en-US" altLang="zh-CN" sz="2000" dirty="0"/>
          </a:p>
          <a:p>
            <a:endParaRPr lang="en-US" altLang="zh-CN" dirty="0">
              <a:latin typeface="微软雅黑" panose="020B0503020204020204" pitchFamily="34" charset="-122"/>
              <a:ea typeface="微软雅黑" panose="020B0503020204020204" pitchFamily="34" charset="-122"/>
            </a:endParaRPr>
          </a:p>
          <a:p>
            <a:endParaRPr lang="en-US" altLang="zh-CN" dirty="0"/>
          </a:p>
        </p:txBody>
      </p:sp>
      <p:sp>
        <p:nvSpPr>
          <p:cNvPr id="4" name="灯片编号占位符 3"/>
          <p:cNvSpPr>
            <a:spLocks noGrp="1"/>
          </p:cNvSpPr>
          <p:nvPr>
            <p:ph type="sldNum" sz="quarter" idx="12"/>
          </p:nvPr>
        </p:nvSpPr>
        <p:spPr/>
        <p:txBody>
          <a:bodyPr/>
          <a:lstStyle/>
          <a:p>
            <a:fld id="{8D4D1E41-7A09-AB4A-A4E1-09765ADA2698}" type="slidenum">
              <a:rPr kumimoji="1" lang="zh-CN" altLang="en-US" smtClean="0"/>
            </a:fld>
            <a:endParaRPr kumimoji="1" lang="zh-CN" altLang="en-US" dirty="0"/>
          </a:p>
        </p:txBody>
      </p:sp>
      <p:grpSp>
        <p:nvGrpSpPr>
          <p:cNvPr id="5" name="组合 4"/>
          <p:cNvGrpSpPr/>
          <p:nvPr/>
        </p:nvGrpSpPr>
        <p:grpSpPr>
          <a:xfrm>
            <a:off x="3942556" y="2203905"/>
            <a:ext cx="4690639" cy="4160093"/>
            <a:chOff x="1209675" y="533400"/>
            <a:chExt cx="5875338" cy="5638800"/>
          </a:xfrm>
        </p:grpSpPr>
        <p:sp>
          <p:nvSpPr>
            <p:cNvPr id="6" name="Rectangle 2"/>
            <p:cNvSpPr>
              <a:spLocks noChangeArrowheads="1"/>
            </p:cNvSpPr>
            <p:nvPr/>
          </p:nvSpPr>
          <p:spPr bwMode="ltGray">
            <a:xfrm>
              <a:off x="1209675" y="533400"/>
              <a:ext cx="985838" cy="457200"/>
            </a:xfrm>
            <a:prstGeom prst="rect">
              <a:avLst/>
            </a:prstGeom>
            <a:solidFill>
              <a:srgbClr val="B2B2B2"/>
            </a:solidFill>
            <a:ln w="9525" cap="rnd">
              <a:solidFill>
                <a:srgbClr val="000000"/>
              </a:solidFill>
              <a:miter lim="800000"/>
            </a:ln>
          </p:spPr>
          <p:txBody>
            <a:bodyPr wrap="none" anchor="ctr"/>
            <a:lstStyle>
              <a:lvl1pPr>
                <a:spcBef>
                  <a:spcPct val="20000"/>
                </a:spcBef>
                <a:buChar char="•"/>
                <a:defRPr kumimoji="1" sz="3200" b="1">
                  <a:solidFill>
                    <a:srgbClr val="000066"/>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b="1">
                  <a:solidFill>
                    <a:srgbClr val="000066"/>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b="1">
                  <a:solidFill>
                    <a:srgbClr val="000066"/>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b="1">
                  <a:solidFill>
                    <a:srgbClr val="000066"/>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b="1">
                  <a:solidFill>
                    <a:srgbClr val="000066"/>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b="1">
                  <a:solidFill>
                    <a:srgbClr val="000066"/>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b="1">
                  <a:solidFill>
                    <a:srgbClr val="000066"/>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b="1">
                  <a:solidFill>
                    <a:srgbClr val="000066"/>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b="1">
                  <a:solidFill>
                    <a:srgbClr val="000066"/>
                  </a:solidFill>
                  <a:latin typeface="Times New Roman" panose="02020603050405020304" pitchFamily="18" charset="0"/>
                  <a:ea typeface="宋体" panose="02010600030101010101" pitchFamily="2" charset="-122"/>
                </a:defRPr>
              </a:lvl9pPr>
            </a:lstStyle>
            <a:p>
              <a:pPr marL="0" marR="0" lvl="0" indent="0" algn="ctr" defTabSz="914400" eaLnBrk="0" fontAlgn="base" latinLnBrk="0" hangingPunct="0">
                <a:lnSpc>
                  <a:spcPct val="100000"/>
                </a:lnSpc>
                <a:spcBef>
                  <a:spcPct val="0"/>
                </a:spcBef>
                <a:spcAft>
                  <a:spcPct val="0"/>
                </a:spcAft>
                <a:buClrTx/>
                <a:buSzTx/>
                <a:buFontTx/>
                <a:buNone/>
                <a:defRPr/>
              </a:pPr>
              <a:r>
                <a:rPr kumimoji="1" lang="en-US" altLang="zh-CN" sz="2400" b="0" i="0" u="none" strike="noStrike" kern="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rPr>
                <a:t>A</a:t>
              </a:r>
              <a:endParaRPr kumimoji="1" lang="en-US" altLang="zh-CN" sz="2400" b="0" i="0" u="none" strike="noStrike" kern="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endParaRPr>
            </a:p>
          </p:txBody>
        </p:sp>
        <p:sp>
          <p:nvSpPr>
            <p:cNvPr id="7" name="Rectangle 3"/>
            <p:cNvSpPr>
              <a:spLocks noChangeArrowheads="1"/>
            </p:cNvSpPr>
            <p:nvPr/>
          </p:nvSpPr>
          <p:spPr bwMode="ltGray">
            <a:xfrm>
              <a:off x="2195513" y="533400"/>
              <a:ext cx="984250" cy="457200"/>
            </a:xfrm>
            <a:prstGeom prst="rect">
              <a:avLst/>
            </a:prstGeom>
            <a:solidFill>
              <a:srgbClr val="B2B2B2"/>
            </a:solidFill>
            <a:ln w="9525" cap="rnd">
              <a:solidFill>
                <a:srgbClr val="000000"/>
              </a:solidFill>
              <a:miter lim="800000"/>
            </a:ln>
          </p:spPr>
          <p:txBody>
            <a:bodyPr wrap="none" anchor="ctr"/>
            <a:lstStyle>
              <a:lvl1pPr>
                <a:spcBef>
                  <a:spcPct val="20000"/>
                </a:spcBef>
                <a:buChar char="•"/>
                <a:defRPr kumimoji="1" sz="3200" b="1">
                  <a:solidFill>
                    <a:srgbClr val="000066"/>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b="1">
                  <a:solidFill>
                    <a:srgbClr val="000066"/>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b="1">
                  <a:solidFill>
                    <a:srgbClr val="000066"/>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b="1">
                  <a:solidFill>
                    <a:srgbClr val="000066"/>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b="1">
                  <a:solidFill>
                    <a:srgbClr val="000066"/>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b="1">
                  <a:solidFill>
                    <a:srgbClr val="000066"/>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b="1">
                  <a:solidFill>
                    <a:srgbClr val="000066"/>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b="1">
                  <a:solidFill>
                    <a:srgbClr val="000066"/>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b="1">
                  <a:solidFill>
                    <a:srgbClr val="000066"/>
                  </a:solidFill>
                  <a:latin typeface="Times New Roman" panose="02020603050405020304" pitchFamily="18" charset="0"/>
                  <a:ea typeface="宋体" panose="02010600030101010101" pitchFamily="2" charset="-122"/>
                </a:defRPr>
              </a:lvl9pPr>
            </a:lstStyle>
            <a:p>
              <a:pPr marL="0" marR="0" lvl="0" indent="0" algn="ctr" defTabSz="914400" eaLnBrk="0" fontAlgn="base" latinLnBrk="0" hangingPunct="0">
                <a:lnSpc>
                  <a:spcPct val="100000"/>
                </a:lnSpc>
                <a:spcBef>
                  <a:spcPct val="0"/>
                </a:spcBef>
                <a:spcAft>
                  <a:spcPct val="0"/>
                </a:spcAft>
                <a:buClrTx/>
                <a:buSzTx/>
                <a:buFontTx/>
                <a:buNone/>
                <a:defRPr/>
              </a:pPr>
              <a:r>
                <a:rPr kumimoji="1" lang="en-US" altLang="zh-CN" sz="2400" b="0" i="0" u="none" strike="noStrike" kern="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rPr>
                <a:t>B</a:t>
              </a:r>
              <a:endParaRPr kumimoji="1" lang="en-US" altLang="zh-CN" sz="2400" b="0" i="0" u="none" strike="noStrike" kern="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endParaRPr>
            </a:p>
          </p:txBody>
        </p:sp>
        <p:sp>
          <p:nvSpPr>
            <p:cNvPr id="8" name="Rectangle 4"/>
            <p:cNvSpPr>
              <a:spLocks noChangeArrowheads="1"/>
            </p:cNvSpPr>
            <p:nvPr/>
          </p:nvSpPr>
          <p:spPr bwMode="ltGray">
            <a:xfrm>
              <a:off x="3179763" y="533400"/>
              <a:ext cx="984250" cy="457200"/>
            </a:xfrm>
            <a:prstGeom prst="rect">
              <a:avLst/>
            </a:prstGeom>
            <a:solidFill>
              <a:srgbClr val="B2B2B2"/>
            </a:solidFill>
            <a:ln w="9525" cap="rnd">
              <a:solidFill>
                <a:srgbClr val="000000"/>
              </a:solidFill>
              <a:miter lim="800000"/>
            </a:ln>
          </p:spPr>
          <p:txBody>
            <a:bodyPr wrap="none" anchor="ctr"/>
            <a:lstStyle>
              <a:lvl1pPr>
                <a:spcBef>
                  <a:spcPct val="20000"/>
                </a:spcBef>
                <a:buChar char="•"/>
                <a:defRPr kumimoji="1" sz="3200" b="1">
                  <a:solidFill>
                    <a:srgbClr val="000066"/>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b="1">
                  <a:solidFill>
                    <a:srgbClr val="000066"/>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b="1">
                  <a:solidFill>
                    <a:srgbClr val="000066"/>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b="1">
                  <a:solidFill>
                    <a:srgbClr val="000066"/>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b="1">
                  <a:solidFill>
                    <a:srgbClr val="000066"/>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b="1">
                  <a:solidFill>
                    <a:srgbClr val="000066"/>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b="1">
                  <a:solidFill>
                    <a:srgbClr val="000066"/>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b="1">
                  <a:solidFill>
                    <a:srgbClr val="000066"/>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b="1">
                  <a:solidFill>
                    <a:srgbClr val="000066"/>
                  </a:solidFill>
                  <a:latin typeface="Times New Roman" panose="02020603050405020304" pitchFamily="18" charset="0"/>
                  <a:ea typeface="宋体" panose="02010600030101010101" pitchFamily="2" charset="-122"/>
                </a:defRPr>
              </a:lvl9pPr>
            </a:lstStyle>
            <a:p>
              <a:pPr marL="0" marR="0" lvl="0" indent="0" algn="ctr" defTabSz="914400" eaLnBrk="0" fontAlgn="base" latinLnBrk="0" hangingPunct="0">
                <a:lnSpc>
                  <a:spcPct val="100000"/>
                </a:lnSpc>
                <a:spcBef>
                  <a:spcPct val="0"/>
                </a:spcBef>
                <a:spcAft>
                  <a:spcPct val="0"/>
                </a:spcAft>
                <a:buClrTx/>
                <a:buSzTx/>
                <a:buFontTx/>
                <a:buNone/>
                <a:defRPr/>
              </a:pPr>
              <a:r>
                <a:rPr kumimoji="1" lang="en-US" altLang="zh-CN" sz="2400" b="0" i="0" u="none" strike="noStrike" kern="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rPr>
                <a:t>C</a:t>
              </a:r>
              <a:endParaRPr kumimoji="1" lang="en-US" altLang="zh-CN" sz="2400" b="0" i="0" u="none" strike="noStrike" kern="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endParaRPr>
            </a:p>
          </p:txBody>
        </p:sp>
        <p:sp>
          <p:nvSpPr>
            <p:cNvPr id="9" name="Rectangle 5"/>
            <p:cNvSpPr>
              <a:spLocks noChangeArrowheads="1"/>
            </p:cNvSpPr>
            <p:nvPr/>
          </p:nvSpPr>
          <p:spPr bwMode="ltGray">
            <a:xfrm>
              <a:off x="4164013" y="533400"/>
              <a:ext cx="985837" cy="457200"/>
            </a:xfrm>
            <a:prstGeom prst="rect">
              <a:avLst/>
            </a:prstGeom>
            <a:solidFill>
              <a:srgbClr val="B2B2B2"/>
            </a:solidFill>
            <a:ln w="9525" cap="rnd">
              <a:solidFill>
                <a:srgbClr val="000000"/>
              </a:solidFill>
              <a:miter lim="800000"/>
            </a:ln>
          </p:spPr>
          <p:txBody>
            <a:bodyPr wrap="none" anchor="ctr"/>
            <a:lstStyle>
              <a:lvl1pPr>
                <a:spcBef>
                  <a:spcPct val="20000"/>
                </a:spcBef>
                <a:buChar char="•"/>
                <a:defRPr kumimoji="1" sz="3200" b="1">
                  <a:solidFill>
                    <a:srgbClr val="000066"/>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b="1">
                  <a:solidFill>
                    <a:srgbClr val="000066"/>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b="1">
                  <a:solidFill>
                    <a:srgbClr val="000066"/>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b="1">
                  <a:solidFill>
                    <a:srgbClr val="000066"/>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b="1">
                  <a:solidFill>
                    <a:srgbClr val="000066"/>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b="1">
                  <a:solidFill>
                    <a:srgbClr val="000066"/>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b="1">
                  <a:solidFill>
                    <a:srgbClr val="000066"/>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b="1">
                  <a:solidFill>
                    <a:srgbClr val="000066"/>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b="1">
                  <a:solidFill>
                    <a:srgbClr val="000066"/>
                  </a:solidFill>
                  <a:latin typeface="Times New Roman" panose="02020603050405020304" pitchFamily="18" charset="0"/>
                  <a:ea typeface="宋体" panose="02010600030101010101" pitchFamily="2" charset="-122"/>
                </a:defRPr>
              </a:lvl9pPr>
            </a:lstStyle>
            <a:p>
              <a:pPr marL="0" marR="0" lvl="0" indent="0" algn="ctr" defTabSz="914400" eaLnBrk="0" fontAlgn="base" latinLnBrk="0" hangingPunct="0">
                <a:lnSpc>
                  <a:spcPct val="100000"/>
                </a:lnSpc>
                <a:spcBef>
                  <a:spcPct val="0"/>
                </a:spcBef>
                <a:spcAft>
                  <a:spcPct val="0"/>
                </a:spcAft>
                <a:buClrTx/>
                <a:buSzTx/>
                <a:buFontTx/>
                <a:buNone/>
                <a:defRPr/>
              </a:pPr>
              <a:r>
                <a:rPr kumimoji="1" lang="en-US" altLang="zh-CN" sz="2400" b="0" i="0" u="none" strike="noStrike" kern="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rPr>
                <a:t>D</a:t>
              </a:r>
              <a:endParaRPr kumimoji="1" lang="en-US" altLang="zh-CN" sz="2400" b="0" i="0" u="none" strike="noStrike" kern="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endParaRPr>
            </a:p>
          </p:txBody>
        </p:sp>
        <p:sp>
          <p:nvSpPr>
            <p:cNvPr id="10" name="Rectangle 6"/>
            <p:cNvSpPr>
              <a:spLocks noChangeArrowheads="1"/>
            </p:cNvSpPr>
            <p:nvPr/>
          </p:nvSpPr>
          <p:spPr bwMode="ltGray">
            <a:xfrm>
              <a:off x="1209675" y="5715000"/>
              <a:ext cx="985838" cy="457200"/>
            </a:xfrm>
            <a:prstGeom prst="rect">
              <a:avLst/>
            </a:prstGeom>
            <a:solidFill>
              <a:srgbClr val="B2B2B2"/>
            </a:solidFill>
            <a:ln w="9525" cap="rnd">
              <a:solidFill>
                <a:srgbClr val="000000"/>
              </a:solidFill>
              <a:miter lim="800000"/>
            </a:ln>
          </p:spPr>
          <p:txBody>
            <a:bodyPr wrap="none" anchor="ctr"/>
            <a:lstStyle>
              <a:lvl1pPr>
                <a:spcBef>
                  <a:spcPct val="20000"/>
                </a:spcBef>
                <a:buChar char="•"/>
                <a:defRPr kumimoji="1" sz="3200" b="1">
                  <a:solidFill>
                    <a:srgbClr val="000066"/>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b="1">
                  <a:solidFill>
                    <a:srgbClr val="000066"/>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b="1">
                  <a:solidFill>
                    <a:srgbClr val="000066"/>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b="1">
                  <a:solidFill>
                    <a:srgbClr val="000066"/>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b="1">
                  <a:solidFill>
                    <a:srgbClr val="000066"/>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b="1">
                  <a:solidFill>
                    <a:srgbClr val="000066"/>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b="1">
                  <a:solidFill>
                    <a:srgbClr val="000066"/>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b="1">
                  <a:solidFill>
                    <a:srgbClr val="000066"/>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b="1">
                  <a:solidFill>
                    <a:srgbClr val="000066"/>
                  </a:solidFill>
                  <a:latin typeface="Times New Roman" panose="02020603050405020304" pitchFamily="18" charset="0"/>
                  <a:ea typeface="宋体" panose="02010600030101010101" pitchFamily="2" charset="-122"/>
                </a:defRPr>
              </a:lvl9pPr>
            </a:lstStyle>
            <a:p>
              <a:pPr marL="0" marR="0" lvl="0" indent="0" algn="ctr" defTabSz="914400" eaLnBrk="0" fontAlgn="base" latinLnBrk="0" hangingPunct="0">
                <a:lnSpc>
                  <a:spcPct val="100000"/>
                </a:lnSpc>
                <a:spcBef>
                  <a:spcPct val="0"/>
                </a:spcBef>
                <a:spcAft>
                  <a:spcPct val="0"/>
                </a:spcAft>
                <a:buClrTx/>
                <a:buSzTx/>
                <a:buFontTx/>
                <a:buNone/>
                <a:defRPr/>
              </a:pPr>
              <a:r>
                <a:rPr kumimoji="1" lang="en-US" altLang="zh-CN" sz="2400" b="0" i="0" u="none" strike="noStrike" kern="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rPr>
                <a:t>A</a:t>
              </a:r>
              <a:endParaRPr kumimoji="1" lang="en-US" altLang="zh-CN" sz="2400" b="0" i="0" u="none" strike="noStrike" kern="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endParaRPr>
            </a:p>
          </p:txBody>
        </p:sp>
        <p:sp>
          <p:nvSpPr>
            <p:cNvPr id="11" name="Rectangle 7"/>
            <p:cNvSpPr>
              <a:spLocks noChangeArrowheads="1"/>
            </p:cNvSpPr>
            <p:nvPr/>
          </p:nvSpPr>
          <p:spPr bwMode="ltGray">
            <a:xfrm>
              <a:off x="2195513" y="5715000"/>
              <a:ext cx="984250" cy="457200"/>
            </a:xfrm>
            <a:prstGeom prst="rect">
              <a:avLst/>
            </a:prstGeom>
            <a:solidFill>
              <a:srgbClr val="B2B2B2"/>
            </a:solidFill>
            <a:ln w="9525" cap="rnd">
              <a:solidFill>
                <a:srgbClr val="000000"/>
              </a:solidFill>
              <a:miter lim="800000"/>
            </a:ln>
          </p:spPr>
          <p:txBody>
            <a:bodyPr wrap="none" anchor="ctr"/>
            <a:lstStyle>
              <a:lvl1pPr>
                <a:spcBef>
                  <a:spcPct val="20000"/>
                </a:spcBef>
                <a:buChar char="•"/>
                <a:defRPr kumimoji="1" sz="3200" b="1">
                  <a:solidFill>
                    <a:srgbClr val="000066"/>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b="1">
                  <a:solidFill>
                    <a:srgbClr val="000066"/>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b="1">
                  <a:solidFill>
                    <a:srgbClr val="000066"/>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b="1">
                  <a:solidFill>
                    <a:srgbClr val="000066"/>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b="1">
                  <a:solidFill>
                    <a:srgbClr val="000066"/>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b="1">
                  <a:solidFill>
                    <a:srgbClr val="000066"/>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b="1">
                  <a:solidFill>
                    <a:srgbClr val="000066"/>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b="1">
                  <a:solidFill>
                    <a:srgbClr val="000066"/>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b="1">
                  <a:solidFill>
                    <a:srgbClr val="000066"/>
                  </a:solidFill>
                  <a:latin typeface="Times New Roman" panose="02020603050405020304" pitchFamily="18" charset="0"/>
                  <a:ea typeface="宋体" panose="02010600030101010101" pitchFamily="2" charset="-122"/>
                </a:defRPr>
              </a:lvl9pPr>
            </a:lstStyle>
            <a:p>
              <a:pPr marL="0" marR="0" lvl="0" indent="0" algn="ctr" defTabSz="914400" eaLnBrk="0" fontAlgn="base" latinLnBrk="0" hangingPunct="0">
                <a:lnSpc>
                  <a:spcPct val="100000"/>
                </a:lnSpc>
                <a:spcBef>
                  <a:spcPct val="0"/>
                </a:spcBef>
                <a:spcAft>
                  <a:spcPct val="0"/>
                </a:spcAft>
                <a:buClrTx/>
                <a:buSzTx/>
                <a:buFontTx/>
                <a:buNone/>
                <a:defRPr/>
              </a:pPr>
              <a:r>
                <a:rPr kumimoji="1" lang="en-US" altLang="zh-CN" sz="2400" b="0" i="0" u="none" strike="noStrike" kern="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rPr>
                <a:t>B</a:t>
              </a:r>
              <a:endParaRPr kumimoji="1" lang="en-US" altLang="zh-CN" sz="2400" b="0" i="0" u="none" strike="noStrike" kern="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endParaRPr>
            </a:p>
          </p:txBody>
        </p:sp>
        <p:sp>
          <p:nvSpPr>
            <p:cNvPr id="12" name="Rectangle 8"/>
            <p:cNvSpPr>
              <a:spLocks noChangeArrowheads="1"/>
            </p:cNvSpPr>
            <p:nvPr/>
          </p:nvSpPr>
          <p:spPr bwMode="ltGray">
            <a:xfrm>
              <a:off x="3179763" y="5715000"/>
              <a:ext cx="984250" cy="457200"/>
            </a:xfrm>
            <a:prstGeom prst="rect">
              <a:avLst/>
            </a:prstGeom>
            <a:solidFill>
              <a:srgbClr val="B2B2B2"/>
            </a:solidFill>
            <a:ln w="9525" cap="rnd">
              <a:solidFill>
                <a:srgbClr val="000000"/>
              </a:solidFill>
              <a:miter lim="800000"/>
            </a:ln>
          </p:spPr>
          <p:txBody>
            <a:bodyPr wrap="none" anchor="ctr"/>
            <a:lstStyle>
              <a:lvl1pPr>
                <a:spcBef>
                  <a:spcPct val="20000"/>
                </a:spcBef>
                <a:buChar char="•"/>
                <a:defRPr kumimoji="1" sz="3200" b="1">
                  <a:solidFill>
                    <a:srgbClr val="000066"/>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b="1">
                  <a:solidFill>
                    <a:srgbClr val="000066"/>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b="1">
                  <a:solidFill>
                    <a:srgbClr val="000066"/>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b="1">
                  <a:solidFill>
                    <a:srgbClr val="000066"/>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b="1">
                  <a:solidFill>
                    <a:srgbClr val="000066"/>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b="1">
                  <a:solidFill>
                    <a:srgbClr val="000066"/>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b="1">
                  <a:solidFill>
                    <a:srgbClr val="000066"/>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b="1">
                  <a:solidFill>
                    <a:srgbClr val="000066"/>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b="1">
                  <a:solidFill>
                    <a:srgbClr val="000066"/>
                  </a:solidFill>
                  <a:latin typeface="Times New Roman" panose="02020603050405020304" pitchFamily="18" charset="0"/>
                  <a:ea typeface="宋体" panose="02010600030101010101" pitchFamily="2" charset="-122"/>
                </a:defRPr>
              </a:lvl9pPr>
            </a:lstStyle>
            <a:p>
              <a:pPr marL="0" marR="0" lvl="0" indent="0" algn="ctr" defTabSz="914400" eaLnBrk="0" fontAlgn="base" latinLnBrk="0" hangingPunct="0">
                <a:lnSpc>
                  <a:spcPct val="100000"/>
                </a:lnSpc>
                <a:spcBef>
                  <a:spcPct val="0"/>
                </a:spcBef>
                <a:spcAft>
                  <a:spcPct val="0"/>
                </a:spcAft>
                <a:buClrTx/>
                <a:buSzTx/>
                <a:buFontTx/>
                <a:buNone/>
                <a:defRPr/>
              </a:pPr>
              <a:r>
                <a:rPr kumimoji="1" lang="en-US" altLang="zh-CN" sz="2400" b="0" i="0" u="none" strike="noStrike" kern="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rPr>
                <a:t>C</a:t>
              </a:r>
              <a:endParaRPr kumimoji="1" lang="en-US" altLang="zh-CN" sz="2400" b="0" i="0" u="none" strike="noStrike" kern="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endParaRPr>
            </a:p>
          </p:txBody>
        </p:sp>
        <p:sp>
          <p:nvSpPr>
            <p:cNvPr id="13" name="Rectangle 9"/>
            <p:cNvSpPr>
              <a:spLocks noChangeArrowheads="1"/>
            </p:cNvSpPr>
            <p:nvPr/>
          </p:nvSpPr>
          <p:spPr bwMode="ltGray">
            <a:xfrm>
              <a:off x="4164013" y="5715000"/>
              <a:ext cx="985837" cy="457200"/>
            </a:xfrm>
            <a:prstGeom prst="rect">
              <a:avLst/>
            </a:prstGeom>
            <a:solidFill>
              <a:srgbClr val="B2B2B2"/>
            </a:solidFill>
            <a:ln w="9525" cap="rnd">
              <a:solidFill>
                <a:srgbClr val="000000"/>
              </a:solidFill>
              <a:miter lim="800000"/>
            </a:ln>
          </p:spPr>
          <p:txBody>
            <a:bodyPr wrap="none" anchor="ctr"/>
            <a:lstStyle>
              <a:lvl1pPr>
                <a:spcBef>
                  <a:spcPct val="20000"/>
                </a:spcBef>
                <a:buChar char="•"/>
                <a:defRPr kumimoji="1" sz="3200" b="1">
                  <a:solidFill>
                    <a:srgbClr val="000066"/>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b="1">
                  <a:solidFill>
                    <a:srgbClr val="000066"/>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b="1">
                  <a:solidFill>
                    <a:srgbClr val="000066"/>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b="1">
                  <a:solidFill>
                    <a:srgbClr val="000066"/>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b="1">
                  <a:solidFill>
                    <a:srgbClr val="000066"/>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b="1">
                  <a:solidFill>
                    <a:srgbClr val="000066"/>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b="1">
                  <a:solidFill>
                    <a:srgbClr val="000066"/>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b="1">
                  <a:solidFill>
                    <a:srgbClr val="000066"/>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b="1">
                  <a:solidFill>
                    <a:srgbClr val="000066"/>
                  </a:solidFill>
                  <a:latin typeface="Times New Roman" panose="02020603050405020304" pitchFamily="18" charset="0"/>
                  <a:ea typeface="宋体" panose="02010600030101010101" pitchFamily="2" charset="-122"/>
                </a:defRPr>
              </a:lvl9pPr>
            </a:lstStyle>
            <a:p>
              <a:pPr marL="0" marR="0" lvl="0" indent="0" algn="ctr" defTabSz="914400" eaLnBrk="0" fontAlgn="base" latinLnBrk="0" hangingPunct="0">
                <a:lnSpc>
                  <a:spcPct val="100000"/>
                </a:lnSpc>
                <a:spcBef>
                  <a:spcPct val="0"/>
                </a:spcBef>
                <a:spcAft>
                  <a:spcPct val="0"/>
                </a:spcAft>
                <a:buClrTx/>
                <a:buSzTx/>
                <a:buFontTx/>
                <a:buNone/>
                <a:defRPr/>
              </a:pPr>
              <a:r>
                <a:rPr kumimoji="1" lang="en-US" altLang="zh-CN" sz="2400" b="0" i="0" u="none" strike="noStrike" kern="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rPr>
                <a:t>D</a:t>
              </a:r>
              <a:endParaRPr kumimoji="1" lang="en-US" altLang="zh-CN" sz="2400" b="0" i="0" u="none" strike="noStrike" kern="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endParaRPr>
            </a:p>
          </p:txBody>
        </p:sp>
        <p:sp>
          <p:nvSpPr>
            <p:cNvPr id="14" name="AutoShape 10"/>
            <p:cNvSpPr>
              <a:spLocks noChangeArrowheads="1"/>
            </p:cNvSpPr>
            <p:nvPr/>
          </p:nvSpPr>
          <p:spPr bwMode="ltGray">
            <a:xfrm>
              <a:off x="5360988" y="1524000"/>
              <a:ext cx="561975" cy="457200"/>
            </a:xfrm>
            <a:prstGeom prst="roundRect">
              <a:avLst>
                <a:gd name="adj" fmla="val 16667"/>
              </a:avLst>
            </a:prstGeom>
            <a:solidFill>
              <a:srgbClr val="B2B2B2"/>
            </a:solidFill>
            <a:ln w="9525" cap="rnd">
              <a:solidFill>
                <a:srgbClr val="000000"/>
              </a:solidFill>
              <a:round/>
            </a:ln>
          </p:spPr>
          <p:txBody>
            <a:bodyPr wrap="none" anchor="ctr"/>
            <a:lstStyle>
              <a:lvl1pPr>
                <a:spcBef>
                  <a:spcPct val="20000"/>
                </a:spcBef>
                <a:buChar char="•"/>
                <a:defRPr kumimoji="1" sz="3200" b="1">
                  <a:solidFill>
                    <a:srgbClr val="000066"/>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b="1">
                  <a:solidFill>
                    <a:srgbClr val="000066"/>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b="1">
                  <a:solidFill>
                    <a:srgbClr val="000066"/>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b="1">
                  <a:solidFill>
                    <a:srgbClr val="000066"/>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b="1">
                  <a:solidFill>
                    <a:srgbClr val="000066"/>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b="1">
                  <a:solidFill>
                    <a:srgbClr val="000066"/>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b="1">
                  <a:solidFill>
                    <a:srgbClr val="000066"/>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b="1">
                  <a:solidFill>
                    <a:srgbClr val="000066"/>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b="1">
                  <a:solidFill>
                    <a:srgbClr val="000066"/>
                  </a:solidFill>
                  <a:latin typeface="Times New Roman" panose="02020603050405020304" pitchFamily="18" charset="0"/>
                  <a:ea typeface="宋体" panose="02010600030101010101" pitchFamily="2" charset="-122"/>
                </a:defRPr>
              </a:lvl9pPr>
            </a:lstStyle>
            <a:p>
              <a:pPr marL="0" marR="0" lvl="0" indent="0" algn="ctr" defTabSz="914400" eaLnBrk="0" fontAlgn="base" latinLnBrk="0" hangingPunct="0">
                <a:lnSpc>
                  <a:spcPct val="100000"/>
                </a:lnSpc>
                <a:spcBef>
                  <a:spcPct val="0"/>
                </a:spcBef>
                <a:spcAft>
                  <a:spcPct val="0"/>
                </a:spcAft>
                <a:buClrTx/>
                <a:buSzTx/>
                <a:buFontTx/>
                <a:buNone/>
                <a:defRPr/>
              </a:pPr>
              <a:r>
                <a:rPr kumimoji="1" lang="en-US" altLang="zh-CN" sz="2400" b="0" i="0" u="none" strike="noStrike" kern="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rPr>
                <a:t>+</a:t>
              </a:r>
              <a:endParaRPr kumimoji="1" lang="en-US" altLang="zh-CN" sz="2400" b="0" i="0" u="none" strike="noStrike" kern="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endParaRPr>
            </a:p>
          </p:txBody>
        </p:sp>
        <p:sp>
          <p:nvSpPr>
            <p:cNvPr id="15" name="AutoShape 11"/>
            <p:cNvSpPr>
              <a:spLocks noChangeArrowheads="1"/>
            </p:cNvSpPr>
            <p:nvPr/>
          </p:nvSpPr>
          <p:spPr bwMode="ltGray">
            <a:xfrm>
              <a:off x="5360988" y="2209800"/>
              <a:ext cx="561975" cy="457200"/>
            </a:xfrm>
            <a:prstGeom prst="roundRect">
              <a:avLst>
                <a:gd name="adj" fmla="val 16667"/>
              </a:avLst>
            </a:prstGeom>
            <a:solidFill>
              <a:srgbClr val="B2B2B2"/>
            </a:solidFill>
            <a:ln w="9525" cap="rnd">
              <a:solidFill>
                <a:srgbClr val="000000"/>
              </a:solidFill>
              <a:round/>
            </a:ln>
          </p:spPr>
          <p:txBody>
            <a:bodyPr wrap="none" anchor="ctr"/>
            <a:lstStyle>
              <a:lvl1pPr>
                <a:spcBef>
                  <a:spcPct val="20000"/>
                </a:spcBef>
                <a:buChar char="•"/>
                <a:defRPr kumimoji="1" sz="3200" b="1">
                  <a:solidFill>
                    <a:srgbClr val="000066"/>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b="1">
                  <a:solidFill>
                    <a:srgbClr val="000066"/>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b="1">
                  <a:solidFill>
                    <a:srgbClr val="000066"/>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b="1">
                  <a:solidFill>
                    <a:srgbClr val="000066"/>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b="1">
                  <a:solidFill>
                    <a:srgbClr val="000066"/>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b="1">
                  <a:solidFill>
                    <a:srgbClr val="000066"/>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b="1">
                  <a:solidFill>
                    <a:srgbClr val="000066"/>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b="1">
                  <a:solidFill>
                    <a:srgbClr val="000066"/>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b="1">
                  <a:solidFill>
                    <a:srgbClr val="000066"/>
                  </a:solidFill>
                  <a:latin typeface="Times New Roman" panose="02020603050405020304" pitchFamily="18" charset="0"/>
                  <a:ea typeface="宋体" panose="02010600030101010101" pitchFamily="2" charset="-122"/>
                </a:defRPr>
              </a:lvl9pPr>
            </a:lstStyle>
            <a:p>
              <a:pPr marL="0" marR="0" lvl="0" indent="0" algn="ctr" defTabSz="914400" eaLnBrk="0" fontAlgn="base" latinLnBrk="0" hangingPunct="0">
                <a:lnSpc>
                  <a:spcPct val="100000"/>
                </a:lnSpc>
                <a:spcBef>
                  <a:spcPct val="0"/>
                </a:spcBef>
                <a:spcAft>
                  <a:spcPct val="0"/>
                </a:spcAft>
                <a:buClrTx/>
                <a:buSzTx/>
                <a:buFontTx/>
                <a:buNone/>
                <a:defRPr/>
              </a:pPr>
              <a:r>
                <a:rPr kumimoji="1" lang="en-US" altLang="zh-CN" sz="2400" b="0" i="0" u="none" strike="noStrike" kern="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rPr>
                <a:t>+</a:t>
              </a:r>
              <a:endParaRPr kumimoji="1" lang="en-US" altLang="zh-CN" sz="2400" b="0" i="0" u="none" strike="noStrike" kern="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endParaRPr>
            </a:p>
          </p:txBody>
        </p:sp>
        <p:sp>
          <p:nvSpPr>
            <p:cNvPr id="16" name="AutoShape 12"/>
            <p:cNvSpPr>
              <a:spLocks noChangeArrowheads="1"/>
            </p:cNvSpPr>
            <p:nvPr/>
          </p:nvSpPr>
          <p:spPr bwMode="ltGray">
            <a:xfrm>
              <a:off x="5360988" y="2895600"/>
              <a:ext cx="561975" cy="457200"/>
            </a:xfrm>
            <a:prstGeom prst="roundRect">
              <a:avLst>
                <a:gd name="adj" fmla="val 16667"/>
              </a:avLst>
            </a:prstGeom>
            <a:solidFill>
              <a:srgbClr val="B2B2B2"/>
            </a:solidFill>
            <a:ln w="9525" cap="rnd">
              <a:solidFill>
                <a:srgbClr val="000000"/>
              </a:solidFill>
              <a:round/>
            </a:ln>
          </p:spPr>
          <p:txBody>
            <a:bodyPr wrap="none" anchor="ctr"/>
            <a:lstStyle>
              <a:lvl1pPr>
                <a:spcBef>
                  <a:spcPct val="20000"/>
                </a:spcBef>
                <a:buChar char="•"/>
                <a:defRPr kumimoji="1" sz="3200" b="1">
                  <a:solidFill>
                    <a:srgbClr val="000066"/>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b="1">
                  <a:solidFill>
                    <a:srgbClr val="000066"/>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b="1">
                  <a:solidFill>
                    <a:srgbClr val="000066"/>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b="1">
                  <a:solidFill>
                    <a:srgbClr val="000066"/>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b="1">
                  <a:solidFill>
                    <a:srgbClr val="000066"/>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b="1">
                  <a:solidFill>
                    <a:srgbClr val="000066"/>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b="1">
                  <a:solidFill>
                    <a:srgbClr val="000066"/>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b="1">
                  <a:solidFill>
                    <a:srgbClr val="000066"/>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b="1">
                  <a:solidFill>
                    <a:srgbClr val="000066"/>
                  </a:solidFill>
                  <a:latin typeface="Times New Roman" panose="02020603050405020304" pitchFamily="18" charset="0"/>
                  <a:ea typeface="宋体" panose="02010600030101010101" pitchFamily="2" charset="-122"/>
                </a:defRPr>
              </a:lvl9pPr>
            </a:lstStyle>
            <a:p>
              <a:pPr marL="0" marR="0" lvl="0" indent="0" algn="ctr" defTabSz="914400" eaLnBrk="0" fontAlgn="base" latinLnBrk="0" hangingPunct="0">
                <a:lnSpc>
                  <a:spcPct val="100000"/>
                </a:lnSpc>
                <a:spcBef>
                  <a:spcPct val="0"/>
                </a:spcBef>
                <a:spcAft>
                  <a:spcPct val="0"/>
                </a:spcAft>
                <a:buClrTx/>
                <a:buSzTx/>
                <a:buFontTx/>
                <a:buNone/>
                <a:defRPr/>
              </a:pPr>
              <a:r>
                <a:rPr kumimoji="1" lang="en-US" altLang="zh-CN" sz="2400" b="0" i="0" u="none" strike="noStrike" kern="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rPr>
                <a:t>+</a:t>
              </a:r>
              <a:endParaRPr kumimoji="1" lang="en-US" altLang="zh-CN" sz="2400" b="0" i="0" u="none" strike="noStrike" kern="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endParaRPr>
            </a:p>
          </p:txBody>
        </p:sp>
        <p:sp>
          <p:nvSpPr>
            <p:cNvPr id="17" name="AutoShape 13"/>
            <p:cNvSpPr>
              <a:spLocks noChangeArrowheads="1"/>
            </p:cNvSpPr>
            <p:nvPr/>
          </p:nvSpPr>
          <p:spPr bwMode="ltGray">
            <a:xfrm>
              <a:off x="5345113" y="3581400"/>
              <a:ext cx="563562" cy="457200"/>
            </a:xfrm>
            <a:prstGeom prst="roundRect">
              <a:avLst>
                <a:gd name="adj" fmla="val 16667"/>
              </a:avLst>
            </a:prstGeom>
            <a:solidFill>
              <a:srgbClr val="B2B2B2"/>
            </a:solidFill>
            <a:ln w="9525" cap="rnd">
              <a:solidFill>
                <a:srgbClr val="000000"/>
              </a:solidFill>
              <a:round/>
            </a:ln>
          </p:spPr>
          <p:txBody>
            <a:bodyPr wrap="none" anchor="ctr"/>
            <a:lstStyle>
              <a:lvl1pPr>
                <a:spcBef>
                  <a:spcPct val="20000"/>
                </a:spcBef>
                <a:buChar char="•"/>
                <a:defRPr kumimoji="1" sz="3200" b="1">
                  <a:solidFill>
                    <a:srgbClr val="000066"/>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b="1">
                  <a:solidFill>
                    <a:srgbClr val="000066"/>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b="1">
                  <a:solidFill>
                    <a:srgbClr val="000066"/>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b="1">
                  <a:solidFill>
                    <a:srgbClr val="000066"/>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b="1">
                  <a:solidFill>
                    <a:srgbClr val="000066"/>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b="1">
                  <a:solidFill>
                    <a:srgbClr val="000066"/>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b="1">
                  <a:solidFill>
                    <a:srgbClr val="000066"/>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b="1">
                  <a:solidFill>
                    <a:srgbClr val="000066"/>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b="1">
                  <a:solidFill>
                    <a:srgbClr val="000066"/>
                  </a:solidFill>
                  <a:latin typeface="Times New Roman" panose="02020603050405020304" pitchFamily="18" charset="0"/>
                  <a:ea typeface="宋体" panose="02010600030101010101" pitchFamily="2" charset="-122"/>
                </a:defRPr>
              </a:lvl9pPr>
            </a:lstStyle>
            <a:p>
              <a:pPr marL="0" marR="0" lvl="0" indent="0" algn="ctr" defTabSz="914400" eaLnBrk="0" fontAlgn="base" latinLnBrk="0" hangingPunct="0">
                <a:lnSpc>
                  <a:spcPct val="100000"/>
                </a:lnSpc>
                <a:spcBef>
                  <a:spcPct val="0"/>
                </a:spcBef>
                <a:spcAft>
                  <a:spcPct val="0"/>
                </a:spcAft>
                <a:buClrTx/>
                <a:buSzTx/>
                <a:buFontTx/>
                <a:buNone/>
                <a:defRPr/>
              </a:pPr>
              <a:r>
                <a:rPr kumimoji="1" lang="en-US" altLang="zh-CN" sz="2400" b="0" i="0" u="none" strike="noStrike" kern="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rPr>
                <a:t>+</a:t>
              </a:r>
              <a:endParaRPr kumimoji="1" lang="en-US" altLang="zh-CN" sz="2400" b="0" i="0" u="none" strike="noStrike" kern="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endParaRPr>
            </a:p>
          </p:txBody>
        </p:sp>
        <p:sp>
          <p:nvSpPr>
            <p:cNvPr id="18" name="Line 14"/>
            <p:cNvSpPr>
              <a:spLocks noChangeShapeType="1"/>
            </p:cNvSpPr>
            <p:nvPr/>
          </p:nvSpPr>
          <p:spPr bwMode="ltGray">
            <a:xfrm flipH="1">
              <a:off x="1533525" y="990600"/>
              <a:ext cx="14288" cy="3886200"/>
            </a:xfrm>
            <a:prstGeom prst="line">
              <a:avLst/>
            </a:prstGeom>
            <a:noFill/>
            <a:ln w="9525" cap="rnd">
              <a:solidFill>
                <a:srgbClr val="00CC99"/>
              </a:solidFill>
              <a:round/>
            </a:ln>
            <a:extLst>
              <a:ext uri="{909E8E84-426E-40DD-AFC4-6F175D3DCCD1}">
                <a14:hiddenFill xmlns:a14="http://schemas.microsoft.com/office/drawing/2010/main">
                  <a:noFill/>
                </a14:hiddenFill>
              </a:ext>
            </a:extLst>
          </p:spPr>
          <p:txBody>
            <a:bodyPr wrap="none" anchor="ctr"/>
            <a:lstStyle/>
            <a:p>
              <a:pPr marL="0" marR="0" lvl="0" indent="0" defTabSz="914400" eaLnBrk="0" fontAlgn="base" latinLnBrk="0" hangingPunct="0">
                <a:lnSpc>
                  <a:spcPct val="100000"/>
                </a:lnSpc>
                <a:spcBef>
                  <a:spcPct val="0"/>
                </a:spcBef>
                <a:spcAft>
                  <a:spcPct val="0"/>
                </a:spcAft>
                <a:buClrTx/>
                <a:buSzTx/>
                <a:buFontTx/>
                <a:buNone/>
                <a:defRPr/>
              </a:pPr>
              <a:endParaRPr kumimoji="1" lang="zh-CN" altLang="en-US" sz="2400" b="1" i="0" u="none" strike="noStrike" kern="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endParaRPr>
            </a:p>
          </p:txBody>
        </p:sp>
        <p:sp>
          <p:nvSpPr>
            <p:cNvPr id="19" name="AutoShape 15"/>
            <p:cNvSpPr>
              <a:spLocks noChangeArrowheads="1"/>
            </p:cNvSpPr>
            <p:nvPr/>
          </p:nvSpPr>
          <p:spPr bwMode="ltGray">
            <a:xfrm>
              <a:off x="3321050" y="1524000"/>
              <a:ext cx="561975" cy="457200"/>
            </a:xfrm>
            <a:prstGeom prst="roundRect">
              <a:avLst>
                <a:gd name="adj" fmla="val 16667"/>
              </a:avLst>
            </a:prstGeom>
            <a:solidFill>
              <a:srgbClr val="B2B2B2"/>
            </a:solidFill>
            <a:ln w="9525" cap="rnd">
              <a:solidFill>
                <a:srgbClr val="000000"/>
              </a:solidFill>
              <a:round/>
            </a:ln>
          </p:spPr>
          <p:txBody>
            <a:bodyPr wrap="none" anchor="ctr"/>
            <a:lstStyle>
              <a:lvl1pPr>
                <a:spcBef>
                  <a:spcPct val="20000"/>
                </a:spcBef>
                <a:buChar char="•"/>
                <a:defRPr kumimoji="1" sz="3200" b="1">
                  <a:solidFill>
                    <a:srgbClr val="000066"/>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b="1">
                  <a:solidFill>
                    <a:srgbClr val="000066"/>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b="1">
                  <a:solidFill>
                    <a:srgbClr val="000066"/>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b="1">
                  <a:solidFill>
                    <a:srgbClr val="000066"/>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b="1">
                  <a:solidFill>
                    <a:srgbClr val="000066"/>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b="1">
                  <a:solidFill>
                    <a:srgbClr val="000066"/>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b="1">
                  <a:solidFill>
                    <a:srgbClr val="000066"/>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b="1">
                  <a:solidFill>
                    <a:srgbClr val="000066"/>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b="1">
                  <a:solidFill>
                    <a:srgbClr val="000066"/>
                  </a:solidFill>
                  <a:latin typeface="Times New Roman" panose="02020603050405020304" pitchFamily="18" charset="0"/>
                  <a:ea typeface="宋体" panose="02010600030101010101" pitchFamily="2" charset="-122"/>
                </a:defRPr>
              </a:lvl9pPr>
            </a:lstStyle>
            <a:p>
              <a:pPr marL="0" marR="0" lvl="0" indent="0" algn="ctr" defTabSz="914400" eaLnBrk="0" fontAlgn="base" latinLnBrk="0" hangingPunct="0">
                <a:lnSpc>
                  <a:spcPct val="100000"/>
                </a:lnSpc>
                <a:spcBef>
                  <a:spcPct val="0"/>
                </a:spcBef>
                <a:spcAft>
                  <a:spcPct val="0"/>
                </a:spcAft>
                <a:buClrTx/>
                <a:buSzTx/>
                <a:buFontTx/>
                <a:buNone/>
                <a:defRPr/>
              </a:pPr>
              <a:r>
                <a:rPr kumimoji="1" lang="en-US" altLang="zh-CN" sz="2400" b="0" i="0" u="none" strike="noStrike" kern="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rPr>
                <a:t>f</a:t>
              </a:r>
              <a:r>
                <a:rPr kumimoji="1" lang="en-US" altLang="zh-CN" sz="2400" b="0" i="0" u="none" strike="noStrike" kern="0" cap="none" spc="0" normalizeH="0" baseline="-25000" noProof="0">
                  <a:ln>
                    <a:noFill/>
                  </a:ln>
                  <a:solidFill>
                    <a:srgbClr val="000000"/>
                  </a:solidFill>
                  <a:effectLst/>
                  <a:uLnTx/>
                  <a:uFillTx/>
                  <a:latin typeface="Times New Roman" panose="02020603050405020304" pitchFamily="18" charset="0"/>
                  <a:ea typeface="宋体" panose="02010600030101010101" pitchFamily="2" charset="-122"/>
                </a:rPr>
                <a:t>t</a:t>
              </a:r>
              <a:endParaRPr kumimoji="1" lang="en-US" altLang="zh-CN" sz="2400" b="0" i="0" u="none" strike="noStrike" kern="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endParaRPr>
            </a:p>
          </p:txBody>
        </p:sp>
        <p:sp>
          <p:nvSpPr>
            <p:cNvPr id="20" name="Line 16"/>
            <p:cNvSpPr>
              <a:spLocks noChangeShapeType="1"/>
            </p:cNvSpPr>
            <p:nvPr/>
          </p:nvSpPr>
          <p:spPr bwMode="ltGray">
            <a:xfrm flipH="1">
              <a:off x="5978525" y="3124200"/>
              <a:ext cx="563563" cy="0"/>
            </a:xfrm>
            <a:prstGeom prst="line">
              <a:avLst/>
            </a:prstGeom>
            <a:noFill/>
            <a:ln w="9525" cap="rnd">
              <a:solidFill>
                <a:srgbClr val="00CC99"/>
              </a:solidFill>
              <a:round/>
              <a:tailEnd type="triangle" w="med" len="med"/>
            </a:ln>
            <a:extLst>
              <a:ext uri="{909E8E84-426E-40DD-AFC4-6F175D3DCCD1}">
                <a14:hiddenFill xmlns:a14="http://schemas.microsoft.com/office/drawing/2010/main">
                  <a:noFill/>
                </a14:hiddenFill>
              </a:ext>
            </a:extLst>
          </p:spPr>
          <p:txBody>
            <a:bodyPr wrap="none" anchor="ctr"/>
            <a:lstStyle/>
            <a:p>
              <a:pPr marL="0" marR="0" lvl="0" indent="0" defTabSz="914400" eaLnBrk="0" fontAlgn="base" latinLnBrk="0" hangingPunct="0">
                <a:lnSpc>
                  <a:spcPct val="100000"/>
                </a:lnSpc>
                <a:spcBef>
                  <a:spcPct val="0"/>
                </a:spcBef>
                <a:spcAft>
                  <a:spcPct val="0"/>
                </a:spcAft>
                <a:buClrTx/>
                <a:buSzTx/>
                <a:buFontTx/>
                <a:buNone/>
                <a:defRPr/>
              </a:pPr>
              <a:endParaRPr kumimoji="1" lang="zh-CN" altLang="en-US" sz="2400" b="1" i="0" u="none" strike="noStrike" kern="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endParaRPr>
            </a:p>
          </p:txBody>
        </p:sp>
        <p:sp>
          <p:nvSpPr>
            <p:cNvPr id="21" name="Line 17"/>
            <p:cNvSpPr>
              <a:spLocks noChangeShapeType="1"/>
            </p:cNvSpPr>
            <p:nvPr/>
          </p:nvSpPr>
          <p:spPr bwMode="ltGray">
            <a:xfrm>
              <a:off x="3602038" y="990600"/>
              <a:ext cx="0" cy="533400"/>
            </a:xfrm>
            <a:prstGeom prst="line">
              <a:avLst/>
            </a:prstGeom>
            <a:noFill/>
            <a:ln w="9525" cap="rnd">
              <a:solidFill>
                <a:srgbClr val="00CC99"/>
              </a:solidFill>
              <a:round/>
              <a:tailEnd type="triangle" w="med" len="med"/>
            </a:ln>
            <a:extLst>
              <a:ext uri="{909E8E84-426E-40DD-AFC4-6F175D3DCCD1}">
                <a14:hiddenFill xmlns:a14="http://schemas.microsoft.com/office/drawing/2010/main">
                  <a:noFill/>
                </a14:hiddenFill>
              </a:ext>
            </a:extLst>
          </p:spPr>
          <p:txBody>
            <a:bodyPr wrap="none" anchor="ctr"/>
            <a:lstStyle/>
            <a:p>
              <a:pPr marL="0" marR="0" lvl="0" indent="0" defTabSz="914400" eaLnBrk="0" fontAlgn="base" latinLnBrk="0" hangingPunct="0">
                <a:lnSpc>
                  <a:spcPct val="100000"/>
                </a:lnSpc>
                <a:spcBef>
                  <a:spcPct val="0"/>
                </a:spcBef>
                <a:spcAft>
                  <a:spcPct val="0"/>
                </a:spcAft>
                <a:buClrTx/>
                <a:buSzTx/>
                <a:buFontTx/>
                <a:buNone/>
                <a:defRPr/>
              </a:pPr>
              <a:endParaRPr kumimoji="1" lang="zh-CN" altLang="en-US" sz="2400" b="1" i="0" u="none" strike="noStrike" kern="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endParaRPr>
            </a:p>
          </p:txBody>
        </p:sp>
        <p:sp>
          <p:nvSpPr>
            <p:cNvPr id="22" name="Line 18"/>
            <p:cNvSpPr>
              <a:spLocks noChangeShapeType="1"/>
            </p:cNvSpPr>
            <p:nvPr/>
          </p:nvSpPr>
          <p:spPr bwMode="ltGray">
            <a:xfrm flipH="1">
              <a:off x="3883025" y="990600"/>
              <a:ext cx="563563" cy="609600"/>
            </a:xfrm>
            <a:prstGeom prst="line">
              <a:avLst/>
            </a:prstGeom>
            <a:noFill/>
            <a:ln w="9525" cap="rnd">
              <a:solidFill>
                <a:srgbClr val="00CC99"/>
              </a:solidFill>
              <a:round/>
              <a:tailEnd type="triangle" w="med" len="med"/>
            </a:ln>
            <a:extLst>
              <a:ext uri="{909E8E84-426E-40DD-AFC4-6F175D3DCCD1}">
                <a14:hiddenFill xmlns:a14="http://schemas.microsoft.com/office/drawing/2010/main">
                  <a:noFill/>
                </a14:hiddenFill>
              </a:ext>
            </a:extLst>
          </p:spPr>
          <p:txBody>
            <a:bodyPr wrap="none" anchor="ctr"/>
            <a:lstStyle/>
            <a:p>
              <a:pPr marL="0" marR="0" lvl="0" indent="0" defTabSz="914400" eaLnBrk="0" fontAlgn="base" latinLnBrk="0" hangingPunct="0">
                <a:lnSpc>
                  <a:spcPct val="100000"/>
                </a:lnSpc>
                <a:spcBef>
                  <a:spcPct val="0"/>
                </a:spcBef>
                <a:spcAft>
                  <a:spcPct val="0"/>
                </a:spcAft>
                <a:buClrTx/>
                <a:buSzTx/>
                <a:buFontTx/>
                <a:buNone/>
                <a:defRPr/>
              </a:pPr>
              <a:endParaRPr kumimoji="1" lang="zh-CN" altLang="en-US" sz="2400" b="1" i="0" u="none" strike="noStrike" kern="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endParaRPr>
            </a:p>
          </p:txBody>
        </p:sp>
        <p:sp>
          <p:nvSpPr>
            <p:cNvPr id="23" name="Line 19"/>
            <p:cNvSpPr>
              <a:spLocks noChangeShapeType="1"/>
            </p:cNvSpPr>
            <p:nvPr/>
          </p:nvSpPr>
          <p:spPr bwMode="ltGray">
            <a:xfrm>
              <a:off x="2757488" y="990600"/>
              <a:ext cx="563562" cy="609600"/>
            </a:xfrm>
            <a:prstGeom prst="line">
              <a:avLst/>
            </a:prstGeom>
            <a:noFill/>
            <a:ln w="9525" cap="rnd">
              <a:solidFill>
                <a:srgbClr val="00CC99"/>
              </a:solidFill>
              <a:round/>
              <a:tailEnd type="triangle" w="med" len="med"/>
            </a:ln>
            <a:extLst>
              <a:ext uri="{909E8E84-426E-40DD-AFC4-6F175D3DCCD1}">
                <a14:hiddenFill xmlns:a14="http://schemas.microsoft.com/office/drawing/2010/main">
                  <a:noFill/>
                </a14:hiddenFill>
              </a:ext>
            </a:extLst>
          </p:spPr>
          <p:txBody>
            <a:bodyPr wrap="none" anchor="ctr"/>
            <a:lstStyle/>
            <a:p>
              <a:pPr marL="0" marR="0" lvl="0" indent="0" defTabSz="914400" eaLnBrk="0" fontAlgn="base" latinLnBrk="0" hangingPunct="0">
                <a:lnSpc>
                  <a:spcPct val="100000"/>
                </a:lnSpc>
                <a:spcBef>
                  <a:spcPct val="0"/>
                </a:spcBef>
                <a:spcAft>
                  <a:spcPct val="0"/>
                </a:spcAft>
                <a:buClrTx/>
                <a:buSzTx/>
                <a:buFontTx/>
                <a:buNone/>
                <a:defRPr/>
              </a:pPr>
              <a:endParaRPr kumimoji="1" lang="zh-CN" altLang="en-US" sz="2400" b="1" i="0" u="none" strike="noStrike" kern="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endParaRPr>
            </a:p>
          </p:txBody>
        </p:sp>
        <p:sp>
          <p:nvSpPr>
            <p:cNvPr id="24" name="Line 20"/>
            <p:cNvSpPr>
              <a:spLocks noChangeShapeType="1"/>
            </p:cNvSpPr>
            <p:nvPr/>
          </p:nvSpPr>
          <p:spPr bwMode="ltGray">
            <a:xfrm>
              <a:off x="2546350" y="990600"/>
              <a:ext cx="0" cy="3962400"/>
            </a:xfrm>
            <a:prstGeom prst="line">
              <a:avLst/>
            </a:prstGeom>
            <a:noFill/>
            <a:ln w="9525" cap="rnd">
              <a:solidFill>
                <a:srgbClr val="00CC99"/>
              </a:solidFill>
              <a:round/>
            </a:ln>
            <a:extLst>
              <a:ext uri="{909E8E84-426E-40DD-AFC4-6F175D3DCCD1}">
                <a14:hiddenFill xmlns:a14="http://schemas.microsoft.com/office/drawing/2010/main">
                  <a:noFill/>
                </a14:hiddenFill>
              </a:ext>
            </a:extLst>
          </p:spPr>
          <p:txBody>
            <a:bodyPr wrap="none" anchor="ctr"/>
            <a:lstStyle/>
            <a:p>
              <a:pPr marL="0" marR="0" lvl="0" indent="0" defTabSz="914400" eaLnBrk="0" fontAlgn="base" latinLnBrk="0" hangingPunct="0">
                <a:lnSpc>
                  <a:spcPct val="100000"/>
                </a:lnSpc>
                <a:spcBef>
                  <a:spcPct val="0"/>
                </a:spcBef>
                <a:spcAft>
                  <a:spcPct val="0"/>
                </a:spcAft>
                <a:buClrTx/>
                <a:buSzTx/>
                <a:buFontTx/>
                <a:buNone/>
                <a:defRPr/>
              </a:pPr>
              <a:endParaRPr kumimoji="1" lang="zh-CN" altLang="en-US" sz="2400" b="1" i="0" u="none" strike="noStrike" kern="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endParaRPr>
            </a:p>
          </p:txBody>
        </p:sp>
        <p:sp>
          <p:nvSpPr>
            <p:cNvPr id="25" name="Line 21"/>
            <p:cNvSpPr>
              <a:spLocks noChangeShapeType="1"/>
            </p:cNvSpPr>
            <p:nvPr/>
          </p:nvSpPr>
          <p:spPr bwMode="ltGray">
            <a:xfrm>
              <a:off x="4024313" y="990600"/>
              <a:ext cx="0" cy="3962400"/>
            </a:xfrm>
            <a:prstGeom prst="line">
              <a:avLst/>
            </a:prstGeom>
            <a:noFill/>
            <a:ln w="9525" cap="rnd">
              <a:solidFill>
                <a:srgbClr val="00CC99"/>
              </a:solidFill>
              <a:round/>
            </a:ln>
            <a:extLst>
              <a:ext uri="{909E8E84-426E-40DD-AFC4-6F175D3DCCD1}">
                <a14:hiddenFill xmlns:a14="http://schemas.microsoft.com/office/drawing/2010/main">
                  <a:noFill/>
                </a14:hiddenFill>
              </a:ext>
            </a:extLst>
          </p:spPr>
          <p:txBody>
            <a:bodyPr wrap="none" anchor="ctr"/>
            <a:lstStyle/>
            <a:p>
              <a:pPr marL="0" marR="0" lvl="0" indent="0" defTabSz="914400" eaLnBrk="0" fontAlgn="base" latinLnBrk="0" hangingPunct="0">
                <a:lnSpc>
                  <a:spcPct val="100000"/>
                </a:lnSpc>
                <a:spcBef>
                  <a:spcPct val="0"/>
                </a:spcBef>
                <a:spcAft>
                  <a:spcPct val="0"/>
                </a:spcAft>
                <a:buClrTx/>
                <a:buSzTx/>
                <a:buFontTx/>
                <a:buNone/>
                <a:defRPr/>
              </a:pPr>
              <a:endParaRPr kumimoji="1" lang="zh-CN" altLang="en-US" sz="2400" b="1" i="0" u="none" strike="noStrike" kern="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endParaRPr>
            </a:p>
          </p:txBody>
        </p:sp>
        <p:sp>
          <p:nvSpPr>
            <p:cNvPr id="26" name="Line 22"/>
            <p:cNvSpPr>
              <a:spLocks noChangeShapeType="1"/>
            </p:cNvSpPr>
            <p:nvPr/>
          </p:nvSpPr>
          <p:spPr bwMode="ltGray">
            <a:xfrm>
              <a:off x="4867275" y="990600"/>
              <a:ext cx="0" cy="3962400"/>
            </a:xfrm>
            <a:prstGeom prst="line">
              <a:avLst/>
            </a:prstGeom>
            <a:noFill/>
            <a:ln w="9525" cap="rnd">
              <a:solidFill>
                <a:srgbClr val="00CC99"/>
              </a:solidFill>
              <a:round/>
            </a:ln>
            <a:extLst>
              <a:ext uri="{909E8E84-426E-40DD-AFC4-6F175D3DCCD1}">
                <a14:hiddenFill xmlns:a14="http://schemas.microsoft.com/office/drawing/2010/main">
                  <a:noFill/>
                </a14:hiddenFill>
              </a:ext>
            </a:extLst>
          </p:spPr>
          <p:txBody>
            <a:bodyPr wrap="none" anchor="ctr"/>
            <a:lstStyle/>
            <a:p>
              <a:pPr marL="0" marR="0" lvl="0" indent="0" defTabSz="914400" eaLnBrk="0" fontAlgn="base" latinLnBrk="0" hangingPunct="0">
                <a:lnSpc>
                  <a:spcPct val="100000"/>
                </a:lnSpc>
                <a:spcBef>
                  <a:spcPct val="0"/>
                </a:spcBef>
                <a:spcAft>
                  <a:spcPct val="0"/>
                </a:spcAft>
                <a:buClrTx/>
                <a:buSzTx/>
                <a:buFontTx/>
                <a:buNone/>
                <a:defRPr/>
              </a:pPr>
              <a:endParaRPr kumimoji="1" lang="zh-CN" altLang="en-US" sz="2400" b="1" i="0" u="none" strike="noStrike" kern="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endParaRPr>
            </a:p>
          </p:txBody>
        </p:sp>
        <p:sp>
          <p:nvSpPr>
            <p:cNvPr id="27" name="Line 23"/>
            <p:cNvSpPr>
              <a:spLocks noChangeShapeType="1"/>
            </p:cNvSpPr>
            <p:nvPr/>
          </p:nvSpPr>
          <p:spPr bwMode="ltGray">
            <a:xfrm>
              <a:off x="1631950" y="5410200"/>
              <a:ext cx="0" cy="304800"/>
            </a:xfrm>
            <a:prstGeom prst="line">
              <a:avLst/>
            </a:prstGeom>
            <a:noFill/>
            <a:ln w="9525" cap="rnd">
              <a:solidFill>
                <a:srgbClr val="00CC99"/>
              </a:solidFill>
              <a:round/>
              <a:tailEnd type="triangle" w="med" len="med"/>
            </a:ln>
            <a:extLst>
              <a:ext uri="{909E8E84-426E-40DD-AFC4-6F175D3DCCD1}">
                <a14:hiddenFill xmlns:a14="http://schemas.microsoft.com/office/drawing/2010/main">
                  <a:noFill/>
                </a14:hiddenFill>
              </a:ext>
            </a:extLst>
          </p:spPr>
          <p:txBody>
            <a:bodyPr wrap="none" anchor="ctr"/>
            <a:lstStyle/>
            <a:p>
              <a:pPr marL="0" marR="0" lvl="0" indent="0" defTabSz="914400" eaLnBrk="0" fontAlgn="base" latinLnBrk="0" hangingPunct="0">
                <a:lnSpc>
                  <a:spcPct val="100000"/>
                </a:lnSpc>
                <a:spcBef>
                  <a:spcPct val="0"/>
                </a:spcBef>
                <a:spcAft>
                  <a:spcPct val="0"/>
                </a:spcAft>
                <a:buClrTx/>
                <a:buSzTx/>
                <a:buFontTx/>
                <a:buNone/>
                <a:defRPr/>
              </a:pPr>
              <a:endParaRPr kumimoji="1" lang="zh-CN" altLang="en-US" sz="2400" b="1" i="0" u="none" strike="noStrike" kern="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endParaRPr>
            </a:p>
          </p:txBody>
        </p:sp>
        <p:sp>
          <p:nvSpPr>
            <p:cNvPr id="28" name="Line 24"/>
            <p:cNvSpPr>
              <a:spLocks noChangeShapeType="1"/>
            </p:cNvSpPr>
            <p:nvPr/>
          </p:nvSpPr>
          <p:spPr bwMode="ltGray">
            <a:xfrm>
              <a:off x="4657725" y="5410200"/>
              <a:ext cx="0" cy="304800"/>
            </a:xfrm>
            <a:prstGeom prst="line">
              <a:avLst/>
            </a:prstGeom>
            <a:noFill/>
            <a:ln w="9525" cap="rnd">
              <a:solidFill>
                <a:srgbClr val="00CC99"/>
              </a:solidFill>
              <a:round/>
              <a:tailEnd type="triangle" w="med" len="med"/>
            </a:ln>
            <a:extLst>
              <a:ext uri="{909E8E84-426E-40DD-AFC4-6F175D3DCCD1}">
                <a14:hiddenFill xmlns:a14="http://schemas.microsoft.com/office/drawing/2010/main">
                  <a:noFill/>
                </a14:hiddenFill>
              </a:ext>
            </a:extLst>
          </p:spPr>
          <p:txBody>
            <a:bodyPr wrap="none" anchor="ctr"/>
            <a:lstStyle/>
            <a:p>
              <a:pPr marL="0" marR="0" lvl="0" indent="0" defTabSz="914400" eaLnBrk="0" fontAlgn="base" latinLnBrk="0" hangingPunct="0">
                <a:lnSpc>
                  <a:spcPct val="100000"/>
                </a:lnSpc>
                <a:spcBef>
                  <a:spcPct val="0"/>
                </a:spcBef>
                <a:spcAft>
                  <a:spcPct val="0"/>
                </a:spcAft>
                <a:buClrTx/>
                <a:buSzTx/>
                <a:buFontTx/>
                <a:buNone/>
                <a:defRPr/>
              </a:pPr>
              <a:endParaRPr kumimoji="1" lang="zh-CN" altLang="en-US" sz="2400" b="1" i="0" u="none" strike="noStrike" kern="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endParaRPr>
            </a:p>
          </p:txBody>
        </p:sp>
        <p:sp>
          <p:nvSpPr>
            <p:cNvPr id="29" name="Line 25"/>
            <p:cNvSpPr>
              <a:spLocks noChangeShapeType="1"/>
            </p:cNvSpPr>
            <p:nvPr/>
          </p:nvSpPr>
          <p:spPr bwMode="ltGray">
            <a:xfrm>
              <a:off x="3671888" y="5410200"/>
              <a:ext cx="0" cy="304800"/>
            </a:xfrm>
            <a:prstGeom prst="line">
              <a:avLst/>
            </a:prstGeom>
            <a:noFill/>
            <a:ln w="9525" cap="rnd">
              <a:solidFill>
                <a:srgbClr val="00CC99"/>
              </a:solidFill>
              <a:round/>
              <a:tailEnd type="triangle" w="med" len="med"/>
            </a:ln>
            <a:extLst>
              <a:ext uri="{909E8E84-426E-40DD-AFC4-6F175D3DCCD1}">
                <a14:hiddenFill xmlns:a14="http://schemas.microsoft.com/office/drawing/2010/main">
                  <a:noFill/>
                </a14:hiddenFill>
              </a:ext>
            </a:extLst>
          </p:spPr>
          <p:txBody>
            <a:bodyPr wrap="none" anchor="ctr"/>
            <a:lstStyle/>
            <a:p>
              <a:pPr marL="0" marR="0" lvl="0" indent="0" defTabSz="914400" eaLnBrk="0" fontAlgn="base" latinLnBrk="0" hangingPunct="0">
                <a:lnSpc>
                  <a:spcPct val="100000"/>
                </a:lnSpc>
                <a:spcBef>
                  <a:spcPct val="0"/>
                </a:spcBef>
                <a:spcAft>
                  <a:spcPct val="0"/>
                </a:spcAft>
                <a:buClrTx/>
                <a:buSzTx/>
                <a:buFontTx/>
                <a:buNone/>
                <a:defRPr/>
              </a:pPr>
              <a:endParaRPr kumimoji="1" lang="zh-CN" altLang="en-US" sz="2400" b="1" i="0" u="none" strike="noStrike" kern="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endParaRPr>
            </a:p>
          </p:txBody>
        </p:sp>
        <p:sp>
          <p:nvSpPr>
            <p:cNvPr id="30" name="Line 26"/>
            <p:cNvSpPr>
              <a:spLocks noChangeShapeType="1"/>
            </p:cNvSpPr>
            <p:nvPr/>
          </p:nvSpPr>
          <p:spPr bwMode="ltGray">
            <a:xfrm>
              <a:off x="2687638" y="5410200"/>
              <a:ext cx="0" cy="304800"/>
            </a:xfrm>
            <a:prstGeom prst="line">
              <a:avLst/>
            </a:prstGeom>
            <a:noFill/>
            <a:ln w="9525" cap="rnd">
              <a:solidFill>
                <a:srgbClr val="00CC99"/>
              </a:solidFill>
              <a:round/>
              <a:tailEnd type="triangle" w="med" len="med"/>
            </a:ln>
            <a:extLst>
              <a:ext uri="{909E8E84-426E-40DD-AFC4-6F175D3DCCD1}">
                <a14:hiddenFill xmlns:a14="http://schemas.microsoft.com/office/drawing/2010/main">
                  <a:noFill/>
                </a14:hiddenFill>
              </a:ext>
            </a:extLst>
          </p:spPr>
          <p:txBody>
            <a:bodyPr wrap="none" anchor="ctr"/>
            <a:lstStyle/>
            <a:p>
              <a:pPr marL="0" marR="0" lvl="0" indent="0" defTabSz="914400" eaLnBrk="0" fontAlgn="base" latinLnBrk="0" hangingPunct="0">
                <a:lnSpc>
                  <a:spcPct val="100000"/>
                </a:lnSpc>
                <a:spcBef>
                  <a:spcPct val="0"/>
                </a:spcBef>
                <a:spcAft>
                  <a:spcPct val="0"/>
                </a:spcAft>
                <a:buClrTx/>
                <a:buSzTx/>
                <a:buFontTx/>
                <a:buNone/>
                <a:defRPr/>
              </a:pPr>
              <a:endParaRPr kumimoji="1" lang="zh-CN" altLang="en-US" sz="2400" b="1" i="0" u="none" strike="noStrike" kern="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endParaRPr>
            </a:p>
          </p:txBody>
        </p:sp>
        <p:sp>
          <p:nvSpPr>
            <p:cNvPr id="31" name="Line 27"/>
            <p:cNvSpPr>
              <a:spLocks noChangeShapeType="1"/>
            </p:cNvSpPr>
            <p:nvPr/>
          </p:nvSpPr>
          <p:spPr bwMode="ltGray">
            <a:xfrm>
              <a:off x="2546350" y="4953000"/>
              <a:ext cx="1125538" cy="457200"/>
            </a:xfrm>
            <a:prstGeom prst="line">
              <a:avLst/>
            </a:prstGeom>
            <a:noFill/>
            <a:ln w="9525" cap="rnd">
              <a:solidFill>
                <a:srgbClr val="00CC99"/>
              </a:solidFill>
              <a:round/>
            </a:ln>
            <a:extLst>
              <a:ext uri="{909E8E84-426E-40DD-AFC4-6F175D3DCCD1}">
                <a14:hiddenFill xmlns:a14="http://schemas.microsoft.com/office/drawing/2010/main">
                  <a:noFill/>
                </a14:hiddenFill>
              </a:ext>
            </a:extLst>
          </p:spPr>
          <p:txBody>
            <a:bodyPr wrap="none" anchor="ctr"/>
            <a:lstStyle/>
            <a:p>
              <a:pPr marL="0" marR="0" lvl="0" indent="0" defTabSz="914400" eaLnBrk="0" fontAlgn="base" latinLnBrk="0" hangingPunct="0">
                <a:lnSpc>
                  <a:spcPct val="100000"/>
                </a:lnSpc>
                <a:spcBef>
                  <a:spcPct val="0"/>
                </a:spcBef>
                <a:spcAft>
                  <a:spcPct val="0"/>
                </a:spcAft>
                <a:buClrTx/>
                <a:buSzTx/>
                <a:buFontTx/>
                <a:buNone/>
                <a:defRPr/>
              </a:pPr>
              <a:endParaRPr kumimoji="1" lang="zh-CN" altLang="en-US" sz="2400" b="1" i="0" u="none" strike="noStrike" kern="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endParaRPr>
            </a:p>
          </p:txBody>
        </p:sp>
        <p:sp>
          <p:nvSpPr>
            <p:cNvPr id="32" name="Line 28"/>
            <p:cNvSpPr>
              <a:spLocks noChangeShapeType="1"/>
            </p:cNvSpPr>
            <p:nvPr/>
          </p:nvSpPr>
          <p:spPr bwMode="ltGray">
            <a:xfrm>
              <a:off x="4024313" y="4953000"/>
              <a:ext cx="633412" cy="457200"/>
            </a:xfrm>
            <a:prstGeom prst="line">
              <a:avLst/>
            </a:prstGeom>
            <a:noFill/>
            <a:ln w="9525" cap="rnd">
              <a:solidFill>
                <a:srgbClr val="00CC99"/>
              </a:solidFill>
              <a:round/>
            </a:ln>
            <a:extLst>
              <a:ext uri="{909E8E84-426E-40DD-AFC4-6F175D3DCCD1}">
                <a14:hiddenFill xmlns:a14="http://schemas.microsoft.com/office/drawing/2010/main">
                  <a:noFill/>
                </a14:hiddenFill>
              </a:ext>
            </a:extLst>
          </p:spPr>
          <p:txBody>
            <a:bodyPr wrap="none" anchor="ctr"/>
            <a:lstStyle/>
            <a:p>
              <a:pPr marL="0" marR="0" lvl="0" indent="0" defTabSz="914400" eaLnBrk="0" fontAlgn="base" latinLnBrk="0" hangingPunct="0">
                <a:lnSpc>
                  <a:spcPct val="100000"/>
                </a:lnSpc>
                <a:spcBef>
                  <a:spcPct val="0"/>
                </a:spcBef>
                <a:spcAft>
                  <a:spcPct val="0"/>
                </a:spcAft>
                <a:buClrTx/>
                <a:buSzTx/>
                <a:buFontTx/>
                <a:buNone/>
                <a:defRPr/>
              </a:pPr>
              <a:endParaRPr kumimoji="1" lang="zh-CN" altLang="en-US" sz="2400" b="1" i="0" u="none" strike="noStrike" kern="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endParaRPr>
            </a:p>
          </p:txBody>
        </p:sp>
        <p:sp>
          <p:nvSpPr>
            <p:cNvPr id="33" name="Line 29"/>
            <p:cNvSpPr>
              <a:spLocks noChangeShapeType="1"/>
            </p:cNvSpPr>
            <p:nvPr/>
          </p:nvSpPr>
          <p:spPr bwMode="ltGray">
            <a:xfrm flipV="1">
              <a:off x="1631950" y="4953000"/>
              <a:ext cx="4065588" cy="457200"/>
            </a:xfrm>
            <a:prstGeom prst="line">
              <a:avLst/>
            </a:prstGeom>
            <a:noFill/>
            <a:ln w="9525" cap="rnd">
              <a:solidFill>
                <a:srgbClr val="00CC99"/>
              </a:solidFill>
              <a:round/>
            </a:ln>
            <a:extLst>
              <a:ext uri="{909E8E84-426E-40DD-AFC4-6F175D3DCCD1}">
                <a14:hiddenFill xmlns:a14="http://schemas.microsoft.com/office/drawing/2010/main">
                  <a:noFill/>
                </a14:hiddenFill>
              </a:ext>
            </a:extLst>
          </p:spPr>
          <p:txBody>
            <a:bodyPr wrap="none" anchor="ctr"/>
            <a:lstStyle/>
            <a:p>
              <a:pPr marL="0" marR="0" lvl="0" indent="0" defTabSz="914400" eaLnBrk="0" fontAlgn="base" latinLnBrk="0" hangingPunct="0">
                <a:lnSpc>
                  <a:spcPct val="100000"/>
                </a:lnSpc>
                <a:spcBef>
                  <a:spcPct val="0"/>
                </a:spcBef>
                <a:spcAft>
                  <a:spcPct val="0"/>
                </a:spcAft>
                <a:buClrTx/>
                <a:buSzTx/>
                <a:buFontTx/>
                <a:buNone/>
                <a:defRPr/>
              </a:pPr>
              <a:endParaRPr kumimoji="1" lang="zh-CN" altLang="en-US" sz="2400" b="1" i="0" u="none" strike="noStrike" kern="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endParaRPr>
            </a:p>
          </p:txBody>
        </p:sp>
        <p:sp>
          <p:nvSpPr>
            <p:cNvPr id="34" name="Line 30"/>
            <p:cNvSpPr>
              <a:spLocks noChangeShapeType="1"/>
            </p:cNvSpPr>
            <p:nvPr/>
          </p:nvSpPr>
          <p:spPr bwMode="ltGray">
            <a:xfrm>
              <a:off x="1547813" y="4876800"/>
              <a:ext cx="1139825" cy="533400"/>
            </a:xfrm>
            <a:prstGeom prst="line">
              <a:avLst/>
            </a:prstGeom>
            <a:noFill/>
            <a:ln w="9525" cap="rnd">
              <a:solidFill>
                <a:srgbClr val="00CC99"/>
              </a:solidFill>
              <a:round/>
            </a:ln>
            <a:extLst>
              <a:ext uri="{909E8E84-426E-40DD-AFC4-6F175D3DCCD1}">
                <a14:hiddenFill xmlns:a14="http://schemas.microsoft.com/office/drawing/2010/main">
                  <a:noFill/>
                </a14:hiddenFill>
              </a:ext>
            </a:extLst>
          </p:spPr>
          <p:txBody>
            <a:bodyPr wrap="none" anchor="ctr"/>
            <a:lstStyle/>
            <a:p>
              <a:pPr marL="0" marR="0" lvl="0" indent="0" defTabSz="914400" eaLnBrk="0" fontAlgn="base" latinLnBrk="0" hangingPunct="0">
                <a:lnSpc>
                  <a:spcPct val="100000"/>
                </a:lnSpc>
                <a:spcBef>
                  <a:spcPct val="0"/>
                </a:spcBef>
                <a:spcAft>
                  <a:spcPct val="0"/>
                </a:spcAft>
                <a:buClrTx/>
                <a:buSzTx/>
                <a:buFontTx/>
                <a:buNone/>
                <a:defRPr/>
              </a:pPr>
              <a:endParaRPr kumimoji="1" lang="zh-CN" altLang="en-US" sz="2400" b="1" i="0" u="none" strike="noStrike" kern="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endParaRPr>
            </a:p>
          </p:txBody>
        </p:sp>
        <p:sp>
          <p:nvSpPr>
            <p:cNvPr id="35" name="Line 31"/>
            <p:cNvSpPr>
              <a:spLocks noChangeShapeType="1"/>
            </p:cNvSpPr>
            <p:nvPr/>
          </p:nvSpPr>
          <p:spPr bwMode="ltGray">
            <a:xfrm>
              <a:off x="2251075" y="2438400"/>
              <a:ext cx="3109913" cy="0"/>
            </a:xfrm>
            <a:prstGeom prst="line">
              <a:avLst/>
            </a:prstGeom>
            <a:noFill/>
            <a:ln w="9525" cap="rnd">
              <a:solidFill>
                <a:srgbClr val="00CC99"/>
              </a:solidFill>
              <a:round/>
              <a:tailEnd type="triangle" w="med" len="med"/>
            </a:ln>
            <a:extLst>
              <a:ext uri="{909E8E84-426E-40DD-AFC4-6F175D3DCCD1}">
                <a14:hiddenFill xmlns:a14="http://schemas.microsoft.com/office/drawing/2010/main">
                  <a:noFill/>
                </a14:hiddenFill>
              </a:ext>
            </a:extLst>
          </p:spPr>
          <p:txBody>
            <a:bodyPr wrap="none" anchor="ctr"/>
            <a:lstStyle/>
            <a:p>
              <a:pPr marL="0" marR="0" lvl="0" indent="0" defTabSz="914400" eaLnBrk="0" fontAlgn="base" latinLnBrk="0" hangingPunct="0">
                <a:lnSpc>
                  <a:spcPct val="100000"/>
                </a:lnSpc>
                <a:spcBef>
                  <a:spcPct val="0"/>
                </a:spcBef>
                <a:spcAft>
                  <a:spcPct val="0"/>
                </a:spcAft>
                <a:buClrTx/>
                <a:buSzTx/>
                <a:buFontTx/>
                <a:buNone/>
                <a:defRPr/>
              </a:pPr>
              <a:endParaRPr kumimoji="1" lang="zh-CN" altLang="en-US" sz="2400" b="1" i="0" u="none" strike="noStrike" kern="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endParaRPr>
            </a:p>
          </p:txBody>
        </p:sp>
        <p:sp>
          <p:nvSpPr>
            <p:cNvPr id="38" name="Line 34"/>
            <p:cNvSpPr>
              <a:spLocks noChangeShapeType="1"/>
            </p:cNvSpPr>
            <p:nvPr/>
          </p:nvSpPr>
          <p:spPr bwMode="ltGray">
            <a:xfrm>
              <a:off x="5641975" y="1981200"/>
              <a:ext cx="0" cy="228600"/>
            </a:xfrm>
            <a:prstGeom prst="line">
              <a:avLst/>
            </a:prstGeom>
            <a:noFill/>
            <a:ln w="9525" cap="rnd">
              <a:solidFill>
                <a:srgbClr val="00CC99"/>
              </a:solidFill>
              <a:round/>
              <a:tailEnd type="triangle" w="med" len="med"/>
            </a:ln>
            <a:extLst>
              <a:ext uri="{909E8E84-426E-40DD-AFC4-6F175D3DCCD1}">
                <a14:hiddenFill xmlns:a14="http://schemas.microsoft.com/office/drawing/2010/main">
                  <a:noFill/>
                </a14:hiddenFill>
              </a:ext>
            </a:extLst>
          </p:spPr>
          <p:txBody>
            <a:bodyPr wrap="none" anchor="ctr"/>
            <a:lstStyle/>
            <a:p>
              <a:pPr marL="0" marR="0" lvl="0" indent="0" defTabSz="914400" eaLnBrk="0" fontAlgn="base" latinLnBrk="0" hangingPunct="0">
                <a:lnSpc>
                  <a:spcPct val="100000"/>
                </a:lnSpc>
                <a:spcBef>
                  <a:spcPct val="0"/>
                </a:spcBef>
                <a:spcAft>
                  <a:spcPct val="0"/>
                </a:spcAft>
                <a:buClrTx/>
                <a:buSzTx/>
                <a:buFontTx/>
                <a:buNone/>
                <a:defRPr/>
              </a:pPr>
              <a:endParaRPr kumimoji="1" lang="zh-CN" altLang="en-US" sz="2400" b="1" i="0" u="none" strike="noStrike" kern="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endParaRPr>
            </a:p>
          </p:txBody>
        </p:sp>
        <p:sp>
          <p:nvSpPr>
            <p:cNvPr id="39" name="Line 35"/>
            <p:cNvSpPr>
              <a:spLocks noChangeShapeType="1"/>
            </p:cNvSpPr>
            <p:nvPr/>
          </p:nvSpPr>
          <p:spPr bwMode="ltGray">
            <a:xfrm>
              <a:off x="5641975" y="2667000"/>
              <a:ext cx="0" cy="228600"/>
            </a:xfrm>
            <a:prstGeom prst="line">
              <a:avLst/>
            </a:prstGeom>
            <a:noFill/>
            <a:ln w="9525" cap="rnd">
              <a:solidFill>
                <a:srgbClr val="00CC99"/>
              </a:solidFill>
              <a:round/>
              <a:tailEnd type="triangle" w="med" len="med"/>
            </a:ln>
            <a:extLst>
              <a:ext uri="{909E8E84-426E-40DD-AFC4-6F175D3DCCD1}">
                <a14:hiddenFill xmlns:a14="http://schemas.microsoft.com/office/drawing/2010/main">
                  <a:noFill/>
                </a14:hiddenFill>
              </a:ext>
            </a:extLst>
          </p:spPr>
          <p:txBody>
            <a:bodyPr wrap="none" anchor="ctr"/>
            <a:lstStyle/>
            <a:p>
              <a:pPr marL="0" marR="0" lvl="0" indent="0" defTabSz="914400" eaLnBrk="0" fontAlgn="base" latinLnBrk="0" hangingPunct="0">
                <a:lnSpc>
                  <a:spcPct val="100000"/>
                </a:lnSpc>
                <a:spcBef>
                  <a:spcPct val="0"/>
                </a:spcBef>
                <a:spcAft>
                  <a:spcPct val="0"/>
                </a:spcAft>
                <a:buClrTx/>
                <a:buSzTx/>
                <a:buFontTx/>
                <a:buNone/>
                <a:defRPr/>
              </a:pPr>
              <a:endParaRPr kumimoji="1" lang="zh-CN" altLang="en-US" sz="2400" b="1" i="0" u="none" strike="noStrike" kern="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endParaRPr>
            </a:p>
          </p:txBody>
        </p:sp>
        <p:sp>
          <p:nvSpPr>
            <p:cNvPr id="40" name="Line 36"/>
            <p:cNvSpPr>
              <a:spLocks noChangeShapeType="1"/>
            </p:cNvSpPr>
            <p:nvPr/>
          </p:nvSpPr>
          <p:spPr bwMode="ltGray">
            <a:xfrm>
              <a:off x="5641975" y="3352800"/>
              <a:ext cx="0" cy="228600"/>
            </a:xfrm>
            <a:prstGeom prst="line">
              <a:avLst/>
            </a:prstGeom>
            <a:noFill/>
            <a:ln w="9525" cap="rnd">
              <a:solidFill>
                <a:srgbClr val="00CC99"/>
              </a:solidFill>
              <a:round/>
              <a:tailEnd type="triangle" w="med" len="med"/>
            </a:ln>
            <a:extLst>
              <a:ext uri="{909E8E84-426E-40DD-AFC4-6F175D3DCCD1}">
                <a14:hiddenFill xmlns:a14="http://schemas.microsoft.com/office/drawing/2010/main">
                  <a:noFill/>
                </a14:hiddenFill>
              </a:ext>
            </a:extLst>
          </p:spPr>
          <p:txBody>
            <a:bodyPr wrap="none" anchor="ctr"/>
            <a:lstStyle/>
            <a:p>
              <a:pPr marL="0" marR="0" lvl="0" indent="0" defTabSz="914400" eaLnBrk="0" fontAlgn="base" latinLnBrk="0" hangingPunct="0">
                <a:lnSpc>
                  <a:spcPct val="100000"/>
                </a:lnSpc>
                <a:spcBef>
                  <a:spcPct val="0"/>
                </a:spcBef>
                <a:spcAft>
                  <a:spcPct val="0"/>
                </a:spcAft>
                <a:buClrTx/>
                <a:buSzTx/>
                <a:buFontTx/>
                <a:buNone/>
                <a:defRPr/>
              </a:pPr>
              <a:endParaRPr kumimoji="1" lang="zh-CN" altLang="en-US" sz="2400" b="1" i="0" u="none" strike="noStrike" kern="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endParaRPr>
            </a:p>
          </p:txBody>
        </p:sp>
        <p:sp>
          <p:nvSpPr>
            <p:cNvPr id="41" name="Line 37"/>
            <p:cNvSpPr>
              <a:spLocks noChangeShapeType="1"/>
            </p:cNvSpPr>
            <p:nvPr/>
          </p:nvSpPr>
          <p:spPr bwMode="ltGray">
            <a:xfrm flipH="1">
              <a:off x="5627688" y="4038600"/>
              <a:ext cx="14287" cy="914400"/>
            </a:xfrm>
            <a:prstGeom prst="line">
              <a:avLst/>
            </a:prstGeom>
            <a:noFill/>
            <a:ln w="9525" cap="rnd">
              <a:solidFill>
                <a:srgbClr val="00CC99"/>
              </a:solidFill>
              <a:round/>
            </a:ln>
            <a:extLst>
              <a:ext uri="{909E8E84-426E-40DD-AFC4-6F175D3DCCD1}">
                <a14:hiddenFill xmlns:a14="http://schemas.microsoft.com/office/drawing/2010/main">
                  <a:noFill/>
                </a14:hiddenFill>
              </a:ext>
            </a:extLst>
          </p:spPr>
          <p:txBody>
            <a:bodyPr wrap="none" anchor="ctr"/>
            <a:lstStyle/>
            <a:p>
              <a:pPr marL="0" marR="0" lvl="0" indent="0" defTabSz="914400" eaLnBrk="0" fontAlgn="base" latinLnBrk="0" hangingPunct="0">
                <a:lnSpc>
                  <a:spcPct val="100000"/>
                </a:lnSpc>
                <a:spcBef>
                  <a:spcPct val="0"/>
                </a:spcBef>
                <a:spcAft>
                  <a:spcPct val="0"/>
                </a:spcAft>
                <a:buClrTx/>
                <a:buSzTx/>
                <a:buFontTx/>
                <a:buNone/>
                <a:defRPr/>
              </a:pPr>
              <a:endParaRPr kumimoji="1" lang="zh-CN" altLang="en-US" sz="2400" b="1" i="0" u="none" strike="noStrike" kern="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endParaRPr>
            </a:p>
          </p:txBody>
        </p:sp>
        <p:sp>
          <p:nvSpPr>
            <p:cNvPr id="42" name="Rectangle 38"/>
            <p:cNvSpPr>
              <a:spLocks noChangeArrowheads="1"/>
            </p:cNvSpPr>
            <p:nvPr/>
          </p:nvSpPr>
          <p:spPr bwMode="ltGray">
            <a:xfrm>
              <a:off x="5133975" y="533400"/>
              <a:ext cx="985838" cy="457200"/>
            </a:xfrm>
            <a:prstGeom prst="rect">
              <a:avLst/>
            </a:prstGeom>
            <a:solidFill>
              <a:srgbClr val="B2B2B2"/>
            </a:solidFill>
            <a:ln w="9525" cap="rnd">
              <a:solidFill>
                <a:srgbClr val="000000"/>
              </a:solidFill>
              <a:miter lim="800000"/>
            </a:ln>
          </p:spPr>
          <p:txBody>
            <a:bodyPr wrap="none" anchor="ctr"/>
            <a:lstStyle>
              <a:lvl1pPr>
                <a:spcBef>
                  <a:spcPct val="20000"/>
                </a:spcBef>
                <a:buChar char="•"/>
                <a:defRPr kumimoji="1" sz="3200" b="1">
                  <a:solidFill>
                    <a:srgbClr val="000066"/>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b="1">
                  <a:solidFill>
                    <a:srgbClr val="000066"/>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b="1">
                  <a:solidFill>
                    <a:srgbClr val="000066"/>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b="1">
                  <a:solidFill>
                    <a:srgbClr val="000066"/>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b="1">
                  <a:solidFill>
                    <a:srgbClr val="000066"/>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b="1">
                  <a:solidFill>
                    <a:srgbClr val="000066"/>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b="1">
                  <a:solidFill>
                    <a:srgbClr val="000066"/>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b="1">
                  <a:solidFill>
                    <a:srgbClr val="000066"/>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b="1">
                  <a:solidFill>
                    <a:srgbClr val="000066"/>
                  </a:solidFill>
                  <a:latin typeface="Times New Roman" panose="02020603050405020304" pitchFamily="18" charset="0"/>
                  <a:ea typeface="宋体" panose="02010600030101010101" pitchFamily="2" charset="-122"/>
                </a:defRPr>
              </a:lvl9pPr>
            </a:lstStyle>
            <a:p>
              <a:pPr marL="0" marR="0" lvl="0" indent="0" algn="ctr" defTabSz="914400" eaLnBrk="0" fontAlgn="base" latinLnBrk="0" hangingPunct="0">
                <a:lnSpc>
                  <a:spcPct val="100000"/>
                </a:lnSpc>
                <a:spcBef>
                  <a:spcPct val="0"/>
                </a:spcBef>
                <a:spcAft>
                  <a:spcPct val="0"/>
                </a:spcAft>
                <a:buClrTx/>
                <a:buSzTx/>
                <a:buFontTx/>
                <a:buNone/>
                <a:defRPr/>
              </a:pPr>
              <a:r>
                <a:rPr kumimoji="1" lang="en-US" altLang="zh-CN" sz="2400" b="0" i="0" u="none" strike="noStrike" kern="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rPr>
                <a:t>E</a:t>
              </a:r>
              <a:endParaRPr kumimoji="1" lang="en-US" altLang="zh-CN" sz="2400" b="0" i="0" u="none" strike="noStrike" kern="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endParaRPr>
            </a:p>
          </p:txBody>
        </p:sp>
        <p:sp>
          <p:nvSpPr>
            <p:cNvPr id="43" name="Rectangle 39"/>
            <p:cNvSpPr>
              <a:spLocks noChangeArrowheads="1"/>
            </p:cNvSpPr>
            <p:nvPr/>
          </p:nvSpPr>
          <p:spPr bwMode="ltGray">
            <a:xfrm>
              <a:off x="5133975" y="5715000"/>
              <a:ext cx="985838" cy="457200"/>
            </a:xfrm>
            <a:prstGeom prst="rect">
              <a:avLst/>
            </a:prstGeom>
            <a:solidFill>
              <a:srgbClr val="B2B2B2"/>
            </a:solidFill>
            <a:ln w="9525" cap="rnd">
              <a:solidFill>
                <a:srgbClr val="000000"/>
              </a:solidFill>
              <a:miter lim="800000"/>
            </a:ln>
          </p:spPr>
          <p:txBody>
            <a:bodyPr wrap="none" anchor="ctr"/>
            <a:lstStyle>
              <a:lvl1pPr>
                <a:spcBef>
                  <a:spcPct val="20000"/>
                </a:spcBef>
                <a:buChar char="•"/>
                <a:defRPr kumimoji="1" sz="3200" b="1">
                  <a:solidFill>
                    <a:srgbClr val="000066"/>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b="1">
                  <a:solidFill>
                    <a:srgbClr val="000066"/>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b="1">
                  <a:solidFill>
                    <a:srgbClr val="000066"/>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b="1">
                  <a:solidFill>
                    <a:srgbClr val="000066"/>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b="1">
                  <a:solidFill>
                    <a:srgbClr val="000066"/>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b="1">
                  <a:solidFill>
                    <a:srgbClr val="000066"/>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b="1">
                  <a:solidFill>
                    <a:srgbClr val="000066"/>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b="1">
                  <a:solidFill>
                    <a:srgbClr val="000066"/>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b="1">
                  <a:solidFill>
                    <a:srgbClr val="000066"/>
                  </a:solidFill>
                  <a:latin typeface="Times New Roman" panose="02020603050405020304" pitchFamily="18" charset="0"/>
                  <a:ea typeface="宋体" panose="02010600030101010101" pitchFamily="2" charset="-122"/>
                </a:defRPr>
              </a:lvl9pPr>
            </a:lstStyle>
            <a:p>
              <a:pPr marL="0" marR="0" lvl="0" indent="0" algn="ctr" defTabSz="914400" eaLnBrk="0" fontAlgn="base" latinLnBrk="0" hangingPunct="0">
                <a:lnSpc>
                  <a:spcPct val="100000"/>
                </a:lnSpc>
                <a:spcBef>
                  <a:spcPct val="0"/>
                </a:spcBef>
                <a:spcAft>
                  <a:spcPct val="0"/>
                </a:spcAft>
                <a:buClrTx/>
                <a:buSzTx/>
                <a:buFontTx/>
                <a:buNone/>
                <a:defRPr/>
              </a:pPr>
              <a:r>
                <a:rPr kumimoji="1" lang="en-US" altLang="zh-CN" sz="2400" b="0" i="0" u="none" strike="noStrike" kern="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rPr>
                <a:t>E</a:t>
              </a:r>
              <a:endParaRPr kumimoji="1" lang="en-US" altLang="zh-CN" sz="2400" b="0" i="0" u="none" strike="noStrike" kern="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endParaRPr>
            </a:p>
          </p:txBody>
        </p:sp>
        <p:sp>
          <p:nvSpPr>
            <p:cNvPr id="44" name="AutoShape 40"/>
            <p:cNvSpPr>
              <a:spLocks noChangeArrowheads="1"/>
            </p:cNvSpPr>
            <p:nvPr/>
          </p:nvSpPr>
          <p:spPr bwMode="ltGray">
            <a:xfrm>
              <a:off x="1687513" y="2209800"/>
              <a:ext cx="563562" cy="457200"/>
            </a:xfrm>
            <a:prstGeom prst="roundRect">
              <a:avLst>
                <a:gd name="adj" fmla="val 16667"/>
              </a:avLst>
            </a:prstGeom>
            <a:solidFill>
              <a:srgbClr val="B2B2B2"/>
            </a:solidFill>
            <a:ln w="9525" cap="rnd">
              <a:solidFill>
                <a:srgbClr val="000000"/>
              </a:solidFill>
              <a:round/>
            </a:ln>
          </p:spPr>
          <p:txBody>
            <a:bodyPr wrap="none" anchor="ctr"/>
            <a:lstStyle>
              <a:lvl1pPr>
                <a:spcBef>
                  <a:spcPct val="20000"/>
                </a:spcBef>
                <a:buChar char="•"/>
                <a:defRPr kumimoji="1" sz="3200" b="1">
                  <a:solidFill>
                    <a:srgbClr val="000066"/>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b="1">
                  <a:solidFill>
                    <a:srgbClr val="000066"/>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b="1">
                  <a:solidFill>
                    <a:srgbClr val="000066"/>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b="1">
                  <a:solidFill>
                    <a:srgbClr val="000066"/>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b="1">
                  <a:solidFill>
                    <a:srgbClr val="000066"/>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b="1">
                  <a:solidFill>
                    <a:srgbClr val="000066"/>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b="1">
                  <a:solidFill>
                    <a:srgbClr val="000066"/>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b="1">
                  <a:solidFill>
                    <a:srgbClr val="000066"/>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b="1">
                  <a:solidFill>
                    <a:srgbClr val="000066"/>
                  </a:solidFill>
                  <a:latin typeface="Times New Roman" panose="02020603050405020304" pitchFamily="18" charset="0"/>
                  <a:ea typeface="宋体" panose="02010600030101010101" pitchFamily="2" charset="-122"/>
                </a:defRPr>
              </a:lvl9pPr>
            </a:lstStyle>
            <a:p>
              <a:pPr marL="0" marR="0" lvl="0" indent="0" algn="ctr" defTabSz="914400" eaLnBrk="0" fontAlgn="base" latinLnBrk="0" hangingPunct="0">
                <a:lnSpc>
                  <a:spcPct val="100000"/>
                </a:lnSpc>
                <a:spcBef>
                  <a:spcPct val="0"/>
                </a:spcBef>
                <a:spcAft>
                  <a:spcPct val="0"/>
                </a:spcAft>
                <a:buClrTx/>
                <a:buSzTx/>
                <a:buFontTx/>
                <a:buNone/>
                <a:defRPr/>
              </a:pPr>
              <a:r>
                <a:rPr kumimoji="1" lang="en-US" altLang="zh-CN" sz="2400" b="0" i="0" u="none" strike="noStrike" kern="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rPr>
                <a:t>S</a:t>
              </a:r>
              <a:r>
                <a:rPr kumimoji="1" lang="en-US" altLang="zh-CN" sz="2400" b="0" i="0" u="none" strike="noStrike" kern="0" cap="none" spc="0" normalizeH="0" baseline="30000" noProof="0">
                  <a:ln>
                    <a:noFill/>
                  </a:ln>
                  <a:solidFill>
                    <a:srgbClr val="000000"/>
                  </a:solidFill>
                  <a:effectLst/>
                  <a:uLnTx/>
                  <a:uFillTx/>
                  <a:latin typeface="Times New Roman" panose="02020603050405020304" pitchFamily="18" charset="0"/>
                  <a:ea typeface="宋体" panose="02010600030101010101" pitchFamily="2" charset="-122"/>
                </a:rPr>
                <a:t>5</a:t>
              </a:r>
              <a:endParaRPr kumimoji="1" lang="en-US" altLang="zh-CN" sz="2400" b="0" i="0" u="none" strike="noStrike" kern="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endParaRPr>
            </a:p>
          </p:txBody>
        </p:sp>
        <p:sp>
          <p:nvSpPr>
            <p:cNvPr id="45" name="Line 41"/>
            <p:cNvSpPr>
              <a:spLocks noChangeShapeType="1"/>
            </p:cNvSpPr>
            <p:nvPr/>
          </p:nvSpPr>
          <p:spPr bwMode="ltGray">
            <a:xfrm>
              <a:off x="1970088" y="990600"/>
              <a:ext cx="0" cy="1219200"/>
            </a:xfrm>
            <a:prstGeom prst="line">
              <a:avLst/>
            </a:prstGeom>
            <a:noFill/>
            <a:ln w="9525" cap="rnd">
              <a:solidFill>
                <a:srgbClr val="00CC99"/>
              </a:solidFill>
              <a:round/>
              <a:tailEnd type="triangle" w="med" len="med"/>
            </a:ln>
            <a:extLst>
              <a:ext uri="{909E8E84-426E-40DD-AFC4-6F175D3DCCD1}">
                <a14:hiddenFill xmlns:a14="http://schemas.microsoft.com/office/drawing/2010/main">
                  <a:noFill/>
                </a14:hiddenFill>
              </a:ext>
            </a:extLst>
          </p:spPr>
          <p:txBody>
            <a:bodyPr wrap="none" anchor="ctr"/>
            <a:lstStyle/>
            <a:p>
              <a:pPr marL="0" marR="0" lvl="0" indent="0" defTabSz="914400" eaLnBrk="0" fontAlgn="base" latinLnBrk="0" hangingPunct="0">
                <a:lnSpc>
                  <a:spcPct val="100000"/>
                </a:lnSpc>
                <a:spcBef>
                  <a:spcPct val="0"/>
                </a:spcBef>
                <a:spcAft>
                  <a:spcPct val="0"/>
                </a:spcAft>
                <a:buClrTx/>
                <a:buSzTx/>
                <a:buFontTx/>
                <a:buNone/>
                <a:defRPr/>
              </a:pPr>
              <a:endParaRPr kumimoji="1" lang="zh-CN" altLang="en-US" sz="2400" b="1" i="0" u="none" strike="noStrike" kern="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endParaRPr>
            </a:p>
          </p:txBody>
        </p:sp>
        <p:sp>
          <p:nvSpPr>
            <p:cNvPr id="46" name="Line 42"/>
            <p:cNvSpPr>
              <a:spLocks noChangeShapeType="1"/>
            </p:cNvSpPr>
            <p:nvPr/>
          </p:nvSpPr>
          <p:spPr bwMode="ltGray">
            <a:xfrm>
              <a:off x="3868738" y="1752600"/>
              <a:ext cx="1476375" cy="0"/>
            </a:xfrm>
            <a:prstGeom prst="line">
              <a:avLst/>
            </a:prstGeom>
            <a:noFill/>
            <a:ln w="9525" cap="rnd">
              <a:solidFill>
                <a:srgbClr val="00CC99"/>
              </a:solidFill>
              <a:round/>
              <a:tailEnd type="triangle" w="med" len="med"/>
            </a:ln>
            <a:extLst>
              <a:ext uri="{909E8E84-426E-40DD-AFC4-6F175D3DCCD1}">
                <a14:hiddenFill xmlns:a14="http://schemas.microsoft.com/office/drawing/2010/main">
                  <a:noFill/>
                </a14:hiddenFill>
              </a:ext>
            </a:extLst>
          </p:spPr>
          <p:txBody>
            <a:bodyPr wrap="none" anchor="ctr"/>
            <a:lstStyle/>
            <a:p>
              <a:pPr marL="0" marR="0" lvl="0" indent="0" defTabSz="914400" eaLnBrk="0" fontAlgn="base" latinLnBrk="0" hangingPunct="0">
                <a:lnSpc>
                  <a:spcPct val="100000"/>
                </a:lnSpc>
                <a:spcBef>
                  <a:spcPct val="0"/>
                </a:spcBef>
                <a:spcAft>
                  <a:spcPct val="0"/>
                </a:spcAft>
                <a:buClrTx/>
                <a:buSzTx/>
                <a:buFontTx/>
                <a:buNone/>
                <a:defRPr/>
              </a:pPr>
              <a:endParaRPr kumimoji="1" lang="zh-CN" altLang="en-US" sz="2400" b="1" i="0" u="none" strike="noStrike" kern="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endParaRPr>
            </a:p>
          </p:txBody>
        </p:sp>
        <p:sp>
          <p:nvSpPr>
            <p:cNvPr id="47" name="Line 43"/>
            <p:cNvSpPr>
              <a:spLocks noChangeShapeType="1"/>
            </p:cNvSpPr>
            <p:nvPr/>
          </p:nvSpPr>
          <p:spPr bwMode="ltGray">
            <a:xfrm>
              <a:off x="5627688" y="990600"/>
              <a:ext cx="0" cy="533400"/>
            </a:xfrm>
            <a:prstGeom prst="line">
              <a:avLst/>
            </a:prstGeom>
            <a:noFill/>
            <a:ln w="9525" cap="rnd">
              <a:solidFill>
                <a:srgbClr val="00CC99"/>
              </a:solidFill>
              <a:round/>
              <a:tailEnd type="triangle" w="med" len="med"/>
            </a:ln>
            <a:extLst>
              <a:ext uri="{909E8E84-426E-40DD-AFC4-6F175D3DCCD1}">
                <a14:hiddenFill xmlns:a14="http://schemas.microsoft.com/office/drawing/2010/main">
                  <a:noFill/>
                </a14:hiddenFill>
              </a:ext>
            </a:extLst>
          </p:spPr>
          <p:txBody>
            <a:bodyPr wrap="none" anchor="ctr"/>
            <a:lstStyle/>
            <a:p>
              <a:pPr marL="0" marR="0" lvl="0" indent="0" defTabSz="914400" eaLnBrk="0" fontAlgn="base" latinLnBrk="0" hangingPunct="0">
                <a:lnSpc>
                  <a:spcPct val="100000"/>
                </a:lnSpc>
                <a:spcBef>
                  <a:spcPct val="0"/>
                </a:spcBef>
                <a:spcAft>
                  <a:spcPct val="0"/>
                </a:spcAft>
                <a:buClrTx/>
                <a:buSzTx/>
                <a:buFontTx/>
                <a:buNone/>
                <a:defRPr/>
              </a:pPr>
              <a:endParaRPr kumimoji="1" lang="zh-CN" altLang="en-US" sz="2400" b="1" i="0" u="none" strike="noStrike" kern="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endParaRPr>
            </a:p>
          </p:txBody>
        </p:sp>
        <p:sp>
          <p:nvSpPr>
            <p:cNvPr id="48" name="Line 44"/>
            <p:cNvSpPr>
              <a:spLocks noChangeShapeType="1"/>
            </p:cNvSpPr>
            <p:nvPr/>
          </p:nvSpPr>
          <p:spPr bwMode="ltGray">
            <a:xfrm flipH="1">
              <a:off x="5978525" y="3810000"/>
              <a:ext cx="563563" cy="0"/>
            </a:xfrm>
            <a:prstGeom prst="line">
              <a:avLst/>
            </a:prstGeom>
            <a:noFill/>
            <a:ln w="9525" cap="rnd">
              <a:solidFill>
                <a:srgbClr val="00CC99"/>
              </a:solidFill>
              <a:round/>
              <a:tailEnd type="triangle" w="med" len="med"/>
            </a:ln>
            <a:extLst>
              <a:ext uri="{909E8E84-426E-40DD-AFC4-6F175D3DCCD1}">
                <a14:hiddenFill xmlns:a14="http://schemas.microsoft.com/office/drawing/2010/main">
                  <a:noFill/>
                </a14:hiddenFill>
              </a:ext>
            </a:extLst>
          </p:spPr>
          <p:txBody>
            <a:bodyPr wrap="none" anchor="ctr"/>
            <a:lstStyle/>
            <a:p>
              <a:pPr marL="0" marR="0" lvl="0" indent="0" defTabSz="914400" eaLnBrk="0" fontAlgn="base" latinLnBrk="0" hangingPunct="0">
                <a:lnSpc>
                  <a:spcPct val="100000"/>
                </a:lnSpc>
                <a:spcBef>
                  <a:spcPct val="0"/>
                </a:spcBef>
                <a:spcAft>
                  <a:spcPct val="0"/>
                </a:spcAft>
                <a:buClrTx/>
                <a:buSzTx/>
                <a:buFontTx/>
                <a:buNone/>
                <a:defRPr/>
              </a:pPr>
              <a:endParaRPr kumimoji="1" lang="zh-CN" altLang="en-US" sz="2400" b="1" i="0" u="none" strike="noStrike" kern="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endParaRPr>
            </a:p>
          </p:txBody>
        </p:sp>
        <p:sp>
          <p:nvSpPr>
            <p:cNvPr id="49" name="Text Box 45"/>
            <p:cNvSpPr txBox="1">
              <a:spLocks noChangeArrowheads="1"/>
            </p:cNvSpPr>
            <p:nvPr/>
          </p:nvSpPr>
          <p:spPr bwMode="ltGray">
            <a:xfrm>
              <a:off x="6597650" y="2860675"/>
              <a:ext cx="487363"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kumimoji="1" sz="3200" b="1">
                  <a:solidFill>
                    <a:srgbClr val="000066"/>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b="1">
                  <a:solidFill>
                    <a:srgbClr val="000066"/>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b="1">
                  <a:solidFill>
                    <a:srgbClr val="000066"/>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b="1">
                  <a:solidFill>
                    <a:srgbClr val="000066"/>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b="1">
                  <a:solidFill>
                    <a:srgbClr val="000066"/>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b="1">
                  <a:solidFill>
                    <a:srgbClr val="000066"/>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b="1">
                  <a:solidFill>
                    <a:srgbClr val="000066"/>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b="1">
                  <a:solidFill>
                    <a:srgbClr val="000066"/>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b="1">
                  <a:solidFill>
                    <a:srgbClr val="000066"/>
                  </a:solidFill>
                  <a:latin typeface="Times New Roman" panose="02020603050405020304" pitchFamily="18" charset="0"/>
                  <a:ea typeface="宋体" panose="02010600030101010101" pitchFamily="2" charset="-122"/>
                </a:defRPr>
              </a:lvl9pPr>
            </a:lstStyle>
            <a:p>
              <a:pPr marL="0" marR="0" lvl="0" indent="0" defTabSz="914400" eaLnBrk="0" fontAlgn="base" latinLnBrk="0" hangingPunct="0">
                <a:lnSpc>
                  <a:spcPct val="100000"/>
                </a:lnSpc>
                <a:spcBef>
                  <a:spcPct val="0"/>
                </a:spcBef>
                <a:spcAft>
                  <a:spcPct val="0"/>
                </a:spcAft>
                <a:buClrTx/>
                <a:buSzTx/>
                <a:buFontTx/>
                <a:buNone/>
                <a:defRPr/>
              </a:pPr>
              <a:r>
                <a:rPr kumimoji="1" lang="en-US" altLang="zh-CN" sz="2400" b="0" i="0" u="none" strike="noStrike" kern="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rPr>
                <a:t>W</a:t>
              </a:r>
              <a:r>
                <a:rPr kumimoji="1" lang="en-US" altLang="zh-CN" sz="2400" b="0" i="0" u="none" strike="noStrike" kern="0" cap="none" spc="0" normalizeH="0" baseline="-25000" noProof="0">
                  <a:ln>
                    <a:noFill/>
                  </a:ln>
                  <a:solidFill>
                    <a:srgbClr val="000000"/>
                  </a:solidFill>
                  <a:effectLst/>
                  <a:uLnTx/>
                  <a:uFillTx/>
                  <a:latin typeface="Times New Roman" panose="02020603050405020304" pitchFamily="18" charset="0"/>
                  <a:ea typeface="宋体" panose="02010600030101010101" pitchFamily="2" charset="-122"/>
                </a:rPr>
                <a:t>t</a:t>
              </a:r>
              <a:endParaRPr kumimoji="1" lang="en-US" altLang="zh-CN" sz="2400" b="0" i="0" u="none" strike="noStrike" kern="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endParaRPr>
            </a:p>
          </p:txBody>
        </p:sp>
        <p:sp>
          <p:nvSpPr>
            <p:cNvPr id="50" name="Text Box 46"/>
            <p:cNvSpPr txBox="1">
              <a:spLocks noChangeArrowheads="1"/>
            </p:cNvSpPr>
            <p:nvPr/>
          </p:nvSpPr>
          <p:spPr bwMode="ltGray">
            <a:xfrm>
              <a:off x="6597650" y="3622675"/>
              <a:ext cx="42545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kumimoji="1" sz="3200" b="1">
                  <a:solidFill>
                    <a:srgbClr val="000066"/>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b="1">
                  <a:solidFill>
                    <a:srgbClr val="000066"/>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b="1">
                  <a:solidFill>
                    <a:srgbClr val="000066"/>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b="1">
                  <a:solidFill>
                    <a:srgbClr val="000066"/>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b="1">
                  <a:solidFill>
                    <a:srgbClr val="000066"/>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b="1">
                  <a:solidFill>
                    <a:srgbClr val="000066"/>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b="1">
                  <a:solidFill>
                    <a:srgbClr val="000066"/>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b="1">
                  <a:solidFill>
                    <a:srgbClr val="000066"/>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b="1">
                  <a:solidFill>
                    <a:srgbClr val="000066"/>
                  </a:solidFill>
                  <a:latin typeface="Times New Roman" panose="02020603050405020304" pitchFamily="18" charset="0"/>
                  <a:ea typeface="宋体" panose="02010600030101010101" pitchFamily="2" charset="-122"/>
                </a:defRPr>
              </a:lvl9pPr>
            </a:lstStyle>
            <a:p>
              <a:pPr marL="0" marR="0" lvl="0" indent="0" defTabSz="914400" eaLnBrk="0" fontAlgn="base" latinLnBrk="0" hangingPunct="0">
                <a:lnSpc>
                  <a:spcPct val="100000"/>
                </a:lnSpc>
                <a:spcBef>
                  <a:spcPct val="0"/>
                </a:spcBef>
                <a:spcAft>
                  <a:spcPct val="0"/>
                </a:spcAft>
                <a:buClrTx/>
                <a:buSzTx/>
                <a:buFontTx/>
                <a:buNone/>
                <a:defRPr/>
              </a:pPr>
              <a:r>
                <a:rPr kumimoji="1" lang="en-US" altLang="zh-CN" sz="2400" b="0" i="0" u="none" strike="noStrike" kern="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rPr>
                <a:t>K</a:t>
              </a:r>
              <a:r>
                <a:rPr kumimoji="1" lang="en-US" altLang="zh-CN" sz="2400" b="0" i="0" u="none" strike="noStrike" kern="0" cap="none" spc="0" normalizeH="0" baseline="-25000" noProof="0">
                  <a:ln>
                    <a:noFill/>
                  </a:ln>
                  <a:solidFill>
                    <a:srgbClr val="000000"/>
                  </a:solidFill>
                  <a:effectLst/>
                  <a:uLnTx/>
                  <a:uFillTx/>
                  <a:latin typeface="Times New Roman" panose="02020603050405020304" pitchFamily="18" charset="0"/>
                  <a:ea typeface="宋体" panose="02010600030101010101" pitchFamily="2" charset="-122"/>
                </a:rPr>
                <a:t>t</a:t>
              </a:r>
              <a:endParaRPr kumimoji="1" lang="en-US" altLang="zh-CN" sz="2400" b="0" i="0" u="none" strike="noStrike" kern="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endParaRPr>
            </a:p>
          </p:txBody>
        </p:sp>
        <p:sp>
          <p:nvSpPr>
            <p:cNvPr id="51" name="Line 47"/>
            <p:cNvSpPr>
              <a:spLocks noChangeShapeType="1"/>
            </p:cNvSpPr>
            <p:nvPr/>
          </p:nvSpPr>
          <p:spPr bwMode="ltGray">
            <a:xfrm>
              <a:off x="4852988" y="4876800"/>
              <a:ext cx="844550" cy="533400"/>
            </a:xfrm>
            <a:prstGeom prst="line">
              <a:avLst/>
            </a:prstGeom>
            <a:noFill/>
            <a:ln w="9525" cap="rnd">
              <a:solidFill>
                <a:srgbClr val="00CC99"/>
              </a:solidFill>
              <a:round/>
            </a:ln>
            <a:extLst>
              <a:ext uri="{909E8E84-426E-40DD-AFC4-6F175D3DCCD1}">
                <a14:hiddenFill xmlns:a14="http://schemas.microsoft.com/office/drawing/2010/main">
                  <a:noFill/>
                </a14:hiddenFill>
              </a:ext>
            </a:extLst>
          </p:spPr>
          <p:txBody>
            <a:bodyPr wrap="none" anchor="ctr"/>
            <a:lstStyle/>
            <a:p>
              <a:pPr marL="0" marR="0" lvl="0" indent="0" defTabSz="914400" eaLnBrk="0" fontAlgn="base" latinLnBrk="0" hangingPunct="0">
                <a:lnSpc>
                  <a:spcPct val="100000"/>
                </a:lnSpc>
                <a:spcBef>
                  <a:spcPct val="0"/>
                </a:spcBef>
                <a:spcAft>
                  <a:spcPct val="0"/>
                </a:spcAft>
                <a:buClrTx/>
                <a:buSzTx/>
                <a:buFontTx/>
                <a:buNone/>
                <a:defRPr/>
              </a:pPr>
              <a:endParaRPr kumimoji="1" lang="zh-CN" altLang="en-US" sz="2400" b="1" i="0" u="none" strike="noStrike" kern="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endParaRPr>
            </a:p>
          </p:txBody>
        </p:sp>
        <p:sp>
          <p:nvSpPr>
            <p:cNvPr id="52" name="Line 48"/>
            <p:cNvSpPr>
              <a:spLocks noChangeShapeType="1"/>
            </p:cNvSpPr>
            <p:nvPr/>
          </p:nvSpPr>
          <p:spPr bwMode="ltGray">
            <a:xfrm>
              <a:off x="5697538" y="5410200"/>
              <a:ext cx="0" cy="304800"/>
            </a:xfrm>
            <a:prstGeom prst="line">
              <a:avLst/>
            </a:prstGeom>
            <a:noFill/>
            <a:ln w="9525" cap="rnd">
              <a:solidFill>
                <a:srgbClr val="00CC99"/>
              </a:solidFill>
              <a:round/>
              <a:tailEnd type="triangle" w="med" len="med"/>
            </a:ln>
            <a:extLst>
              <a:ext uri="{909E8E84-426E-40DD-AFC4-6F175D3DCCD1}">
                <a14:hiddenFill xmlns:a14="http://schemas.microsoft.com/office/drawing/2010/main">
                  <a:noFill/>
                </a14:hiddenFill>
              </a:ext>
            </a:extLst>
          </p:spPr>
          <p:txBody>
            <a:bodyPr wrap="none" anchor="ctr"/>
            <a:lstStyle/>
            <a:p>
              <a:pPr marL="0" marR="0" lvl="0" indent="0" defTabSz="914400" eaLnBrk="0" fontAlgn="base" latinLnBrk="0" hangingPunct="0">
                <a:lnSpc>
                  <a:spcPct val="100000"/>
                </a:lnSpc>
                <a:spcBef>
                  <a:spcPct val="0"/>
                </a:spcBef>
                <a:spcAft>
                  <a:spcPct val="0"/>
                </a:spcAft>
                <a:buClrTx/>
                <a:buSzTx/>
                <a:buFontTx/>
                <a:buNone/>
                <a:defRPr/>
              </a:pPr>
              <a:endParaRPr kumimoji="1" lang="zh-CN" altLang="en-US" sz="2400" b="1" i="0" u="none" strike="noStrike" kern="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endParaRPr>
            </a:p>
          </p:txBody>
        </p:sp>
        <p:sp>
          <p:nvSpPr>
            <p:cNvPr id="53" name="AutoShape 49"/>
            <p:cNvSpPr>
              <a:spLocks noChangeArrowheads="1"/>
            </p:cNvSpPr>
            <p:nvPr/>
          </p:nvSpPr>
          <p:spPr bwMode="ltGray">
            <a:xfrm>
              <a:off x="2251075" y="3505200"/>
              <a:ext cx="561975" cy="457200"/>
            </a:xfrm>
            <a:prstGeom prst="roundRect">
              <a:avLst>
                <a:gd name="adj" fmla="val 16667"/>
              </a:avLst>
            </a:prstGeom>
            <a:solidFill>
              <a:srgbClr val="B2B2B2"/>
            </a:solidFill>
            <a:ln w="9525" cap="rnd">
              <a:solidFill>
                <a:srgbClr val="000000"/>
              </a:solidFill>
              <a:round/>
            </a:ln>
          </p:spPr>
          <p:txBody>
            <a:bodyPr wrap="none" anchor="ctr"/>
            <a:lstStyle>
              <a:lvl1pPr>
                <a:spcBef>
                  <a:spcPct val="20000"/>
                </a:spcBef>
                <a:buChar char="•"/>
                <a:defRPr kumimoji="1" sz="3200" b="1">
                  <a:solidFill>
                    <a:srgbClr val="000066"/>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b="1">
                  <a:solidFill>
                    <a:srgbClr val="000066"/>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b="1">
                  <a:solidFill>
                    <a:srgbClr val="000066"/>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b="1">
                  <a:solidFill>
                    <a:srgbClr val="000066"/>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b="1">
                  <a:solidFill>
                    <a:srgbClr val="000066"/>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b="1">
                  <a:solidFill>
                    <a:srgbClr val="000066"/>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b="1">
                  <a:solidFill>
                    <a:srgbClr val="000066"/>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b="1">
                  <a:solidFill>
                    <a:srgbClr val="000066"/>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b="1">
                  <a:solidFill>
                    <a:srgbClr val="000066"/>
                  </a:solidFill>
                  <a:latin typeface="Times New Roman" panose="02020603050405020304" pitchFamily="18" charset="0"/>
                  <a:ea typeface="宋体" panose="02010600030101010101" pitchFamily="2" charset="-122"/>
                </a:defRPr>
              </a:lvl9pPr>
            </a:lstStyle>
            <a:p>
              <a:pPr marL="0" marR="0" lvl="0" indent="0" algn="ctr" defTabSz="914400" eaLnBrk="0" fontAlgn="base" latinLnBrk="0" hangingPunct="0">
                <a:lnSpc>
                  <a:spcPct val="100000"/>
                </a:lnSpc>
                <a:spcBef>
                  <a:spcPct val="0"/>
                </a:spcBef>
                <a:spcAft>
                  <a:spcPct val="0"/>
                </a:spcAft>
                <a:buClrTx/>
                <a:buSzTx/>
                <a:buFontTx/>
                <a:buNone/>
                <a:defRPr/>
              </a:pPr>
              <a:r>
                <a:rPr kumimoji="1" lang="en-US" altLang="zh-CN" sz="2400" b="0" i="0" u="none" strike="noStrike" kern="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rPr>
                <a:t>S</a:t>
              </a:r>
              <a:r>
                <a:rPr kumimoji="1" lang="en-US" altLang="zh-CN" sz="2400" b="0" i="0" u="none" strike="noStrike" kern="0" cap="none" spc="0" normalizeH="0" baseline="30000" noProof="0">
                  <a:ln>
                    <a:noFill/>
                  </a:ln>
                  <a:solidFill>
                    <a:srgbClr val="000000"/>
                  </a:solidFill>
                  <a:effectLst/>
                  <a:uLnTx/>
                  <a:uFillTx/>
                  <a:latin typeface="Times New Roman" panose="02020603050405020304" pitchFamily="18" charset="0"/>
                  <a:ea typeface="宋体" panose="02010600030101010101" pitchFamily="2" charset="-122"/>
                </a:rPr>
                <a:t>30</a:t>
              </a:r>
              <a:endParaRPr kumimoji="1" lang="en-US" altLang="zh-CN" sz="2400" b="0" i="0" u="none" strike="noStrike" kern="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endParaRPr>
            </a:p>
          </p:txBody>
        </p:sp>
      </p:gr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t>6.2.4 </a:t>
            </a:r>
            <a:r>
              <a:rPr kumimoji="1" lang="en-US" altLang="zh-CN" dirty="0">
                <a:solidFill>
                  <a:prstClr val="black"/>
                </a:solidFill>
              </a:rPr>
              <a:t>SHA</a:t>
            </a:r>
            <a:r>
              <a:rPr kumimoji="1" lang="zh-CN" altLang="zh-CN" dirty="0">
                <a:solidFill>
                  <a:prstClr val="black"/>
                </a:solidFill>
              </a:rPr>
              <a:t>安全散列函数</a:t>
            </a:r>
            <a:endParaRPr lang="zh-CN" altLang="en-US" dirty="0"/>
          </a:p>
        </p:txBody>
      </p:sp>
      <p:sp>
        <p:nvSpPr>
          <p:cNvPr id="3" name="内容占位符 2"/>
          <p:cNvSpPr>
            <a:spLocks noGrp="1"/>
          </p:cNvSpPr>
          <p:nvPr>
            <p:ph idx="1"/>
          </p:nvPr>
        </p:nvSpPr>
        <p:spPr>
          <a:xfrm>
            <a:off x="838200" y="1427631"/>
            <a:ext cx="10515600" cy="4586694"/>
          </a:xfrm>
        </p:spPr>
        <p:txBody>
          <a:bodyPr>
            <a:normAutofit lnSpcReduction="10000"/>
          </a:bodyPr>
          <a:lstStyle/>
          <a:p>
            <a:pPr>
              <a:lnSpc>
                <a:spcPct val="150000"/>
              </a:lnSpc>
            </a:pPr>
            <a:r>
              <a:rPr lang="en-US" altLang="zh-CN" dirty="0">
                <a:latin typeface="微软雅黑" panose="020B0503020204020204" pitchFamily="34" charset="-122"/>
                <a:ea typeface="微软雅黑" panose="020B0503020204020204" pitchFamily="34" charset="-122"/>
              </a:rPr>
              <a:t>SHA-1</a:t>
            </a:r>
            <a:r>
              <a:rPr lang="zh-CN" altLang="en-US" dirty="0">
                <a:latin typeface="微软雅黑" panose="020B0503020204020204" pitchFamily="34" charset="-122"/>
                <a:ea typeface="微软雅黑" panose="020B0503020204020204" pitchFamily="34" charset="-122"/>
              </a:rPr>
              <a:t>总结</a:t>
            </a:r>
            <a:endParaRPr lang="en-US" altLang="zh-CN" dirty="0">
              <a:latin typeface="微软雅黑" panose="020B0503020204020204" pitchFamily="34" charset="-122"/>
              <a:ea typeface="微软雅黑" panose="020B0503020204020204" pitchFamily="34" charset="-122"/>
            </a:endParaRPr>
          </a:p>
          <a:p>
            <a:pPr lvl="1">
              <a:lnSpc>
                <a:spcPct val="150000"/>
              </a:lnSpc>
              <a:spcBef>
                <a:spcPct val="0"/>
              </a:spcBef>
              <a:buClr>
                <a:srgbClr val="000066"/>
              </a:buClr>
            </a:pPr>
            <a:r>
              <a:rPr lang="en-US" altLang="zh-CN" dirty="0">
                <a:latin typeface="微软雅黑" panose="020B0503020204020204" pitchFamily="34" charset="-122"/>
                <a:ea typeface="微软雅黑" panose="020B0503020204020204" pitchFamily="34" charset="-122"/>
                <a:sym typeface="Symbol" panose="05050102010706020507" pitchFamily="18" charset="2"/>
              </a:rPr>
              <a:t>SHA-1</a:t>
            </a:r>
            <a:r>
              <a:rPr lang="zh-CN" altLang="en-US" dirty="0">
                <a:latin typeface="微软雅黑" panose="020B0503020204020204" pitchFamily="34" charset="-122"/>
                <a:ea typeface="微软雅黑" panose="020B0503020204020204" pitchFamily="34" charset="-122"/>
                <a:sym typeface="Symbol" panose="05050102010706020507" pitchFamily="18" charset="2"/>
              </a:rPr>
              <a:t>使用</a:t>
            </a:r>
            <a:r>
              <a:rPr lang="en-US" altLang="zh-CN" dirty="0">
                <a:latin typeface="微软雅黑" panose="020B0503020204020204" pitchFamily="34" charset="-122"/>
                <a:ea typeface="微软雅黑" panose="020B0503020204020204" pitchFamily="34" charset="-122"/>
                <a:sym typeface="Symbol" panose="05050102010706020507" pitchFamily="18" charset="2"/>
              </a:rPr>
              <a:t>big-endian</a:t>
            </a:r>
            <a:endParaRPr lang="en-US" altLang="zh-CN" dirty="0">
              <a:latin typeface="微软雅黑" panose="020B0503020204020204" pitchFamily="34" charset="-122"/>
              <a:ea typeface="微软雅黑" panose="020B0503020204020204" pitchFamily="34" charset="-122"/>
              <a:sym typeface="Symbol" panose="05050102010706020507" pitchFamily="18" charset="2"/>
            </a:endParaRPr>
          </a:p>
          <a:p>
            <a:pPr lvl="1">
              <a:lnSpc>
                <a:spcPct val="150000"/>
              </a:lnSpc>
              <a:spcBef>
                <a:spcPct val="0"/>
              </a:spcBef>
              <a:buClr>
                <a:srgbClr val="000066"/>
              </a:buClr>
            </a:pPr>
            <a:r>
              <a:rPr lang="zh-CN" altLang="en-US" dirty="0">
                <a:latin typeface="微软雅黑" panose="020B0503020204020204" pitchFamily="34" charset="-122"/>
                <a:ea typeface="微软雅黑" panose="020B0503020204020204" pitchFamily="34" charset="-122"/>
                <a:sym typeface="Symbol" panose="05050102010706020507" pitchFamily="18" charset="2"/>
              </a:rPr>
              <a:t>抵抗生日攻击</a:t>
            </a:r>
            <a:r>
              <a:rPr lang="en-US" altLang="zh-CN" dirty="0">
                <a:latin typeface="微软雅黑" panose="020B0503020204020204" pitchFamily="34" charset="-122"/>
                <a:ea typeface="微软雅黑" panose="020B0503020204020204" pitchFamily="34" charset="-122"/>
                <a:sym typeface="Symbol" panose="05050102010706020507" pitchFamily="18" charset="2"/>
              </a:rPr>
              <a:t>: 160</a:t>
            </a:r>
            <a:r>
              <a:rPr lang="zh-CN" altLang="en-US" dirty="0">
                <a:latin typeface="微软雅黑" panose="020B0503020204020204" pitchFamily="34" charset="-122"/>
                <a:ea typeface="微软雅黑" panose="020B0503020204020204" pitchFamily="34" charset="-122"/>
                <a:sym typeface="Symbol" panose="05050102010706020507" pitchFamily="18" charset="2"/>
              </a:rPr>
              <a:t>位</a:t>
            </a:r>
            <a:r>
              <a:rPr lang="en-US" altLang="zh-CN" dirty="0">
                <a:latin typeface="微软雅黑" panose="020B0503020204020204" pitchFamily="34" charset="-122"/>
                <a:ea typeface="微软雅黑" panose="020B0503020204020204" pitchFamily="34" charset="-122"/>
                <a:sym typeface="Symbol" panose="05050102010706020507" pitchFamily="18" charset="2"/>
              </a:rPr>
              <a:t>hash</a:t>
            </a:r>
            <a:r>
              <a:rPr lang="zh-CN" altLang="en-US" dirty="0">
                <a:latin typeface="微软雅黑" panose="020B0503020204020204" pitchFamily="34" charset="-122"/>
                <a:ea typeface="微软雅黑" panose="020B0503020204020204" pitchFamily="34" charset="-122"/>
                <a:sym typeface="Symbol" panose="05050102010706020507" pitchFamily="18" charset="2"/>
              </a:rPr>
              <a:t>值</a:t>
            </a:r>
            <a:endParaRPr lang="zh-CN" altLang="en-US" dirty="0">
              <a:latin typeface="微软雅黑" panose="020B0503020204020204" pitchFamily="34" charset="-122"/>
              <a:ea typeface="微软雅黑" panose="020B0503020204020204" pitchFamily="34" charset="-122"/>
              <a:sym typeface="Symbol" panose="05050102010706020507" pitchFamily="18" charset="2"/>
            </a:endParaRPr>
          </a:p>
          <a:p>
            <a:pPr lvl="1">
              <a:lnSpc>
                <a:spcPct val="150000"/>
              </a:lnSpc>
              <a:spcBef>
                <a:spcPct val="0"/>
              </a:spcBef>
              <a:buClr>
                <a:srgbClr val="000066"/>
              </a:buClr>
            </a:pPr>
            <a:r>
              <a:rPr lang="zh-CN" altLang="en-US" dirty="0">
                <a:latin typeface="微软雅黑" panose="020B0503020204020204" pitchFamily="34" charset="-122"/>
                <a:ea typeface="微软雅黑" panose="020B0503020204020204" pitchFamily="34" charset="-122"/>
                <a:sym typeface="Symbol" panose="05050102010706020507" pitchFamily="18" charset="2"/>
              </a:rPr>
              <a:t>没有发现两个不同的</a:t>
            </a:r>
            <a:r>
              <a:rPr lang="en-US" altLang="zh-CN" dirty="0">
                <a:latin typeface="微软雅黑" panose="020B0503020204020204" pitchFamily="34" charset="-122"/>
                <a:ea typeface="微软雅黑" panose="020B0503020204020204" pitchFamily="34" charset="-122"/>
                <a:sym typeface="Symbol" panose="05050102010706020507" pitchFamily="18" charset="2"/>
              </a:rPr>
              <a:t>512-bit</a:t>
            </a:r>
            <a:r>
              <a:rPr lang="zh-CN" altLang="en-US" dirty="0">
                <a:latin typeface="微软雅黑" panose="020B0503020204020204" pitchFamily="34" charset="-122"/>
                <a:ea typeface="微软雅黑" panose="020B0503020204020204" pitchFamily="34" charset="-122"/>
                <a:sym typeface="Symbol" panose="05050102010706020507" pitchFamily="18" charset="2"/>
              </a:rPr>
              <a:t>块</a:t>
            </a:r>
            <a:r>
              <a:rPr lang="en-US" altLang="zh-CN" dirty="0">
                <a:latin typeface="微软雅黑" panose="020B0503020204020204" pitchFamily="34" charset="-122"/>
                <a:ea typeface="微软雅黑" panose="020B0503020204020204" pitchFamily="34" charset="-122"/>
                <a:sym typeface="Symbol" panose="05050102010706020507" pitchFamily="18" charset="2"/>
              </a:rPr>
              <a:t>,</a:t>
            </a:r>
            <a:r>
              <a:rPr lang="zh-CN" altLang="en-US" dirty="0">
                <a:latin typeface="微软雅黑" panose="020B0503020204020204" pitchFamily="34" charset="-122"/>
                <a:ea typeface="微软雅黑" panose="020B0503020204020204" pitchFamily="34" charset="-122"/>
                <a:sym typeface="Symbol" panose="05050102010706020507" pitchFamily="18" charset="2"/>
              </a:rPr>
              <a:t>它们在</a:t>
            </a:r>
            <a:r>
              <a:rPr lang="en-US" altLang="zh-CN" dirty="0">
                <a:latin typeface="微软雅黑" panose="020B0503020204020204" pitchFamily="34" charset="-122"/>
                <a:ea typeface="微软雅黑" panose="020B0503020204020204" pitchFamily="34" charset="-122"/>
                <a:sym typeface="Symbol" panose="05050102010706020507" pitchFamily="18" charset="2"/>
              </a:rPr>
              <a:t>SHA-1</a:t>
            </a:r>
            <a:r>
              <a:rPr lang="zh-CN" altLang="en-US" dirty="0">
                <a:latin typeface="微软雅黑" panose="020B0503020204020204" pitchFamily="34" charset="-122"/>
                <a:ea typeface="微软雅黑" panose="020B0503020204020204" pitchFamily="34" charset="-122"/>
                <a:sym typeface="Symbol" panose="05050102010706020507" pitchFamily="18" charset="2"/>
              </a:rPr>
              <a:t>计算下产生相同的“</a:t>
            </a:r>
            <a:r>
              <a:rPr lang="en-US" altLang="zh-CN" dirty="0">
                <a:latin typeface="微软雅黑" panose="020B0503020204020204" pitchFamily="34" charset="-122"/>
                <a:ea typeface="微软雅黑" panose="020B0503020204020204" pitchFamily="34" charset="-122"/>
                <a:sym typeface="Symbol" panose="05050102010706020507" pitchFamily="18" charset="2"/>
              </a:rPr>
              <a:t>hash”</a:t>
            </a:r>
            <a:endParaRPr lang="en-US" altLang="zh-CN" dirty="0">
              <a:latin typeface="微软雅黑" panose="020B0503020204020204" pitchFamily="34" charset="-122"/>
              <a:ea typeface="微软雅黑" panose="020B0503020204020204" pitchFamily="34" charset="-122"/>
              <a:sym typeface="Symbol" panose="05050102010706020507" pitchFamily="18" charset="2"/>
            </a:endParaRPr>
          </a:p>
          <a:p>
            <a:pPr lvl="1">
              <a:lnSpc>
                <a:spcPct val="150000"/>
              </a:lnSpc>
              <a:spcBef>
                <a:spcPct val="0"/>
              </a:spcBef>
              <a:buClr>
                <a:srgbClr val="000066"/>
              </a:buClr>
            </a:pPr>
            <a:r>
              <a:rPr lang="zh-CN" altLang="en-US" dirty="0">
                <a:latin typeface="微软雅黑" panose="020B0503020204020204" pitchFamily="34" charset="-122"/>
                <a:ea typeface="微软雅黑" panose="020B0503020204020204" pitchFamily="34" charset="-122"/>
                <a:sym typeface="Symbol" panose="05050102010706020507" pitchFamily="18" charset="2"/>
              </a:rPr>
              <a:t>速度慢于</a:t>
            </a:r>
            <a:r>
              <a:rPr lang="en-US" altLang="zh-CN" dirty="0">
                <a:latin typeface="微软雅黑" panose="020B0503020204020204" pitchFamily="34" charset="-122"/>
                <a:ea typeface="微软雅黑" panose="020B0503020204020204" pitchFamily="34" charset="-122"/>
                <a:sym typeface="Symbol" panose="05050102010706020507" pitchFamily="18" charset="2"/>
              </a:rPr>
              <a:t>MD5</a:t>
            </a:r>
            <a:endParaRPr lang="en-US" altLang="zh-CN" dirty="0">
              <a:latin typeface="微软雅黑" panose="020B0503020204020204" pitchFamily="34" charset="-122"/>
              <a:ea typeface="微软雅黑" panose="020B0503020204020204" pitchFamily="34" charset="-122"/>
              <a:sym typeface="Symbol" panose="05050102010706020507" pitchFamily="18" charset="2"/>
            </a:endParaRPr>
          </a:p>
          <a:p>
            <a:pPr lvl="1">
              <a:lnSpc>
                <a:spcPct val="150000"/>
              </a:lnSpc>
              <a:spcBef>
                <a:spcPct val="0"/>
              </a:spcBef>
              <a:buClr>
                <a:srgbClr val="000066"/>
              </a:buClr>
            </a:pPr>
            <a:r>
              <a:rPr lang="zh-CN" altLang="en-US" dirty="0">
                <a:latin typeface="微软雅黑" panose="020B0503020204020204" pitchFamily="34" charset="-122"/>
                <a:ea typeface="微软雅黑" panose="020B0503020204020204" pitchFamily="34" charset="-122"/>
                <a:sym typeface="Symbol" panose="05050102010706020507" pitchFamily="18" charset="2"/>
              </a:rPr>
              <a:t>安全性优于</a:t>
            </a:r>
            <a:r>
              <a:rPr lang="en-US" altLang="zh-CN" dirty="0">
                <a:latin typeface="微软雅黑" panose="020B0503020204020204" pitchFamily="34" charset="-122"/>
                <a:ea typeface="微软雅黑" panose="020B0503020204020204" pitchFamily="34" charset="-122"/>
                <a:sym typeface="Symbol" panose="05050102010706020507" pitchFamily="18" charset="2"/>
              </a:rPr>
              <a:t>MD5</a:t>
            </a:r>
            <a:endParaRPr lang="en-US" altLang="zh-CN" dirty="0">
              <a:latin typeface="微软雅黑" panose="020B0503020204020204" pitchFamily="34" charset="-122"/>
              <a:ea typeface="微软雅黑" panose="020B0503020204020204" pitchFamily="34" charset="-122"/>
              <a:sym typeface="Symbol" panose="05050102010706020507" pitchFamily="18" charset="2"/>
            </a:endParaRPr>
          </a:p>
          <a:p>
            <a:pPr>
              <a:lnSpc>
                <a:spcPct val="150000"/>
              </a:lnSpc>
            </a:pPr>
            <a:endParaRPr lang="en-US" altLang="zh-CN" dirty="0">
              <a:ea typeface="华文新魏" panose="02010800040101010101" pitchFamily="2" charset="-122"/>
            </a:endParaRPr>
          </a:p>
          <a:p>
            <a:pPr>
              <a:lnSpc>
                <a:spcPct val="150000"/>
              </a:lnSpc>
              <a:spcBef>
                <a:spcPct val="0"/>
              </a:spcBef>
              <a:buFontTx/>
              <a:buNone/>
            </a:pPr>
            <a:r>
              <a:rPr lang="en-US" altLang="zh-CN" sz="2000" dirty="0"/>
              <a:t>		</a:t>
            </a:r>
            <a:endParaRPr lang="en-US" altLang="zh-CN" sz="2000" dirty="0"/>
          </a:p>
          <a:p>
            <a:endParaRPr lang="en-US" altLang="zh-CN" dirty="0">
              <a:latin typeface="微软雅黑" panose="020B0503020204020204" pitchFamily="34" charset="-122"/>
              <a:ea typeface="微软雅黑" panose="020B0503020204020204" pitchFamily="34" charset="-122"/>
            </a:endParaRPr>
          </a:p>
          <a:p>
            <a:endParaRPr lang="en-US" altLang="zh-CN" dirty="0"/>
          </a:p>
        </p:txBody>
      </p:sp>
      <p:sp>
        <p:nvSpPr>
          <p:cNvPr id="4" name="灯片编号占位符 3"/>
          <p:cNvSpPr>
            <a:spLocks noGrp="1"/>
          </p:cNvSpPr>
          <p:nvPr>
            <p:ph type="sldNum" sz="quarter" idx="12"/>
          </p:nvPr>
        </p:nvSpPr>
        <p:spPr/>
        <p:txBody>
          <a:bodyPr/>
          <a:lstStyle/>
          <a:p>
            <a:fld id="{8D4D1E41-7A09-AB4A-A4E1-09765ADA2698}" type="slidenum">
              <a:rPr kumimoji="1" lang="zh-CN" altLang="en-US" smtClean="0"/>
            </a:fld>
            <a:endParaRPr kumimoji="1" lang="zh-CN" altLang="en-US" dirty="0"/>
          </a:p>
        </p:txBody>
      </p:sp>
      <mc:AlternateContent xmlns:mc="http://schemas.openxmlformats.org/markup-compatibility/2006">
        <mc:Choice xmlns:a14="http://schemas.microsoft.com/office/drawing/2010/main" Requires="a14">
          <p:sp>
            <p:nvSpPr>
              <p:cNvPr id="5" name="文本框 4"/>
              <p:cNvSpPr txBox="1"/>
              <p:nvPr/>
            </p:nvSpPr>
            <p:spPr>
              <a:xfrm>
                <a:off x="5740400" y="2395537"/>
                <a:ext cx="5080000" cy="594009"/>
              </a:xfrm>
              <a:prstGeom prst="rect">
                <a:avLst/>
              </a:prstGeom>
            </p:spPr>
            <p:txBody>
              <a:bodyPr>
                <a:spAutoFit/>
              </a:bodyPr>
              <a:lstStyle/>
              <a:p>
                <a:r>
                  <a:rPr lang="zh-CN" altLang="en-US" sz="1600" dirty="0"/>
                  <a:t>时间复杂度为 </a:t>
                </a:r>
                <a:endParaRPr lang="zh-CN" altLang="en-US" sz="1600" dirty="0"/>
              </a:p>
              <a:p>
                <a:pPr>
                  <a:spcBef>
                    <a:spcPct val="0"/>
                  </a:spcBef>
                </a:pPr>
                <a14:m>
                  <m:oMathPara xmlns:m="http://schemas.openxmlformats.org/officeDocument/2006/math">
                    <m:oMathParaPr>
                      <m:jc m:val="centerGroup"/>
                    </m:oMathParaPr>
                    <m:oMath xmlns:m="http://schemas.openxmlformats.org/officeDocument/2006/math">
                      <m:sSup>
                        <m:sSupPr>
                          <m:ctrlPr>
                            <a:rPr lang="en-US" altLang="zh-CN" sz="1600" smtClean="0">
                              <a:latin typeface="Cambria Math" panose="02040503050406030204" pitchFamily="18" charset="0"/>
                              <a:ea typeface="Google Sans Text"/>
                              <a:cs typeface="Cambria Math" panose="02040503050406030204" pitchFamily="18" charset="0"/>
                            </a:rPr>
                          </m:ctrlPr>
                        </m:sSupPr>
                        <m:e>
                          <m:r>
                            <a:rPr lang="en-US" altLang="zh-CN" sz="1600">
                              <a:latin typeface="Cambria Math" panose="02040503050406030204" pitchFamily="18" charset="0"/>
                              <a:ea typeface="Google Sans Text"/>
                              <a:cs typeface="Cambria Math" panose="02040503050406030204" pitchFamily="18" charset="0"/>
                            </a:rPr>
                            <m:t>2</m:t>
                          </m:r>
                        </m:e>
                        <m:sup>
                          <m:r>
                            <a:rPr lang="en-US" altLang="zh-CN" sz="1600">
                              <a:latin typeface="Cambria Math" panose="02040503050406030204" pitchFamily="18" charset="0"/>
                              <a:ea typeface="Google Sans Text"/>
                              <a:cs typeface="Cambria Math" panose="02040503050406030204" pitchFamily="18" charset="0"/>
                            </a:rPr>
                            <m:t>160</m:t>
                          </m:r>
                          <m:r>
                            <m:rPr>
                              <m:lit/>
                            </m:rPr>
                            <a:rPr lang="en-US" altLang="zh-CN" sz="1600">
                              <a:latin typeface="Cambria Math" panose="02040503050406030204" pitchFamily="18" charset="0"/>
                              <a:ea typeface="Google Sans Text"/>
                              <a:cs typeface="Cambria Math" panose="02040503050406030204" pitchFamily="18" charset="0"/>
                            </a:rPr>
                            <m:t>/</m:t>
                          </m:r>
                          <m:r>
                            <a:rPr lang="en-US" altLang="zh-CN" sz="1600">
                              <a:latin typeface="Cambria Math" panose="02040503050406030204" pitchFamily="18" charset="0"/>
                              <a:ea typeface="Google Sans Text"/>
                              <a:cs typeface="Cambria Math" panose="02040503050406030204" pitchFamily="18" charset="0"/>
                            </a:rPr>
                            <m:t>2</m:t>
                          </m:r>
                        </m:sup>
                      </m:sSup>
                      <m:r>
                        <a:rPr lang="en-US" altLang="zh-CN" sz="1600">
                          <a:latin typeface="Cambria Math" panose="02040503050406030204" pitchFamily="18" charset="0"/>
                          <a:ea typeface="Google Sans Text"/>
                          <a:cs typeface="Cambria Math" panose="02040503050406030204" pitchFamily="18" charset="0"/>
                        </a:rPr>
                        <m:t>=</m:t>
                      </m:r>
                      <m:sSup>
                        <m:sSupPr>
                          <m:ctrlPr>
                            <a:rPr lang="en-US" altLang="zh-CN" sz="1600" i="1">
                              <a:latin typeface="Cambria Math" panose="02040503050406030204" pitchFamily="18" charset="0"/>
                              <a:ea typeface="Google Sans Text"/>
                              <a:cs typeface="Cambria Math" panose="02040503050406030204" pitchFamily="18" charset="0"/>
                            </a:rPr>
                          </m:ctrlPr>
                        </m:sSupPr>
                        <m:e>
                          <m:r>
                            <a:rPr lang="en-US" altLang="zh-CN" sz="1600">
                              <a:latin typeface="Cambria Math" panose="02040503050406030204" pitchFamily="18" charset="0"/>
                              <a:ea typeface="Google Sans Text"/>
                              <a:cs typeface="Cambria Math" panose="02040503050406030204" pitchFamily="18" charset="0"/>
                            </a:rPr>
                            <m:t>2</m:t>
                          </m:r>
                        </m:e>
                        <m:sup>
                          <m:r>
                            <a:rPr lang="en-US" altLang="zh-CN" sz="1600">
                              <a:latin typeface="Cambria Math" panose="02040503050406030204" pitchFamily="18" charset="0"/>
                              <a:ea typeface="Google Sans Text"/>
                              <a:cs typeface="Cambria Math" panose="02040503050406030204" pitchFamily="18" charset="0"/>
                            </a:rPr>
                            <m:t>80</m:t>
                          </m:r>
                        </m:sup>
                      </m:sSup>
                    </m:oMath>
                  </m:oMathPara>
                </a14:m>
                <a:endParaRPr lang="en-US" altLang="zh-CN" sz="1600" dirty="0">
                  <a:latin typeface="Google Sans Text"/>
                  <a:ea typeface="Google Sans Text"/>
                </a:endParaRPr>
              </a:p>
            </p:txBody>
          </p:sp>
        </mc:Choice>
        <mc:Fallback>
          <p:sp>
            <p:nvSpPr>
              <p:cNvPr id="5" name="文本框 4"/>
              <p:cNvSpPr txBox="1">
                <a:spLocks noRot="1" noChangeAspect="1" noMove="1" noResize="1" noEditPoints="1" noAdjustHandles="1" noChangeArrowheads="1" noChangeShapeType="1" noTextEdit="1"/>
              </p:cNvSpPr>
              <p:nvPr/>
            </p:nvSpPr>
            <p:spPr>
              <a:xfrm>
                <a:off x="5740400" y="2395537"/>
                <a:ext cx="5080000" cy="594009"/>
              </a:xfrm>
              <a:prstGeom prst="rect">
                <a:avLst/>
              </a:prstGeom>
              <a:blipFill rotWithShape="1">
                <a:blip r:embed="rId1"/>
                <a:stretch>
                  <a:fillRect t="-53" b="101"/>
                </a:stretch>
              </a:blipFill>
            </p:spPr>
            <p:txBody>
              <a:bodyPr/>
              <a:lstStyle/>
              <a:p>
                <a:r>
                  <a:rPr lang="zh-CN" altLang="en-US">
                    <a:noFill/>
                  </a:rPr>
                  <a:t> </a:t>
                </a:r>
              </a:p>
            </p:txBody>
          </p:sp>
        </mc:Fallback>
      </mc:AlternateContent>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kumimoji="1" lang="zh-CN" altLang="en-US" dirty="0"/>
              <a:t>本章内容</a:t>
            </a:r>
            <a:endParaRPr kumimoji="1" lang="zh-CN" altLang="en-US" dirty="0"/>
          </a:p>
        </p:txBody>
      </p:sp>
      <p:sp>
        <p:nvSpPr>
          <p:cNvPr id="3" name="内容占位符 2"/>
          <p:cNvSpPr>
            <a:spLocks noGrp="1"/>
          </p:cNvSpPr>
          <p:nvPr>
            <p:ph idx="1"/>
          </p:nvPr>
        </p:nvSpPr>
        <p:spPr>
          <a:xfrm>
            <a:off x="1167384" y="1303493"/>
            <a:ext cx="10515600" cy="5456971"/>
          </a:xfrm>
        </p:spPr>
        <p:txBody>
          <a:bodyPr>
            <a:normAutofit/>
          </a:bodyPr>
          <a:lstStyle/>
          <a:p>
            <a:pPr>
              <a:lnSpc>
                <a:spcPct val="130000"/>
              </a:lnSpc>
              <a:buNone/>
            </a:pPr>
            <a:r>
              <a:rPr kumimoji="1" lang="en-US" altLang="zh-CN" sz="3000" dirty="0"/>
              <a:t>6.1 </a:t>
            </a:r>
            <a:r>
              <a:rPr kumimoji="1" lang="zh-CN" altLang="zh-CN" sz="3000" dirty="0"/>
              <a:t>消息认证方法</a:t>
            </a:r>
            <a:endParaRPr kumimoji="1" lang="en-US" altLang="zh-CN" sz="3000" dirty="0"/>
          </a:p>
          <a:p>
            <a:pPr>
              <a:lnSpc>
                <a:spcPct val="130000"/>
              </a:lnSpc>
              <a:buNone/>
            </a:pPr>
            <a:r>
              <a:rPr kumimoji="1" lang="en-US" altLang="zh-CN" sz="3000" dirty="0"/>
              <a:t>6.2 </a:t>
            </a:r>
            <a:r>
              <a:rPr kumimoji="1" lang="zh-CN" altLang="zh-CN" sz="3000" dirty="0"/>
              <a:t>安全散列函数</a:t>
            </a:r>
            <a:endParaRPr kumimoji="1" lang="en-US" altLang="zh-CN" sz="3000" dirty="0"/>
          </a:p>
          <a:p>
            <a:pPr>
              <a:lnSpc>
                <a:spcPct val="130000"/>
              </a:lnSpc>
              <a:buNone/>
            </a:pPr>
            <a:r>
              <a:rPr kumimoji="1" lang="en-US" altLang="zh-CN" sz="3000" dirty="0">
                <a:solidFill>
                  <a:srgbClr val="C00000"/>
                </a:solidFill>
              </a:rPr>
              <a:t>6.3 </a:t>
            </a:r>
            <a:r>
              <a:rPr kumimoji="1" lang="zh-CN" altLang="zh-CN" sz="3000" dirty="0">
                <a:solidFill>
                  <a:srgbClr val="C00000"/>
                </a:solidFill>
              </a:rPr>
              <a:t>消息认证码</a:t>
            </a:r>
            <a:endParaRPr kumimoji="1" lang="en-US" altLang="zh-CN" sz="3000" dirty="0">
              <a:solidFill>
                <a:srgbClr val="C00000"/>
              </a:solidFill>
            </a:endParaRPr>
          </a:p>
          <a:p>
            <a:pPr>
              <a:lnSpc>
                <a:spcPct val="130000"/>
              </a:lnSpc>
              <a:buNone/>
            </a:pPr>
            <a:endParaRPr kumimoji="1" lang="zh-CN" altLang="en-US" dirty="0"/>
          </a:p>
          <a:p>
            <a:pPr>
              <a:lnSpc>
                <a:spcPct val="130000"/>
              </a:lnSpc>
              <a:buNone/>
            </a:pPr>
            <a:endParaRPr kumimoji="1" lang="en-US" altLang="zh-CN" dirty="0"/>
          </a:p>
          <a:p>
            <a:pPr>
              <a:lnSpc>
                <a:spcPct val="130000"/>
              </a:lnSpc>
              <a:buNone/>
            </a:pPr>
            <a:endParaRPr kumimoji="1" lang="zh-CN" altLang="en-US" dirty="0"/>
          </a:p>
        </p:txBody>
      </p:sp>
      <p:sp>
        <p:nvSpPr>
          <p:cNvPr id="4" name="灯片编号占位符 3"/>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defRPr/>
            </a:pPr>
            <a:fld id="{8D4D1E41-7A09-AB4A-A4E1-09765ADA2698}" type="slidenum">
              <a:rPr kumimoji="1" lang="zh-CN" altLang="en-US" sz="1200" b="0" i="0" u="none" strike="noStrike" kern="1200" cap="none" spc="0" normalizeH="0" baseline="0" noProof="0" smtClean="0">
                <a:ln>
                  <a:noFill/>
                </a:ln>
                <a:solidFill>
                  <a:prstClr val="black">
                    <a:tint val="75000"/>
                  </a:prstClr>
                </a:solidFill>
                <a:effectLst/>
                <a:uLnTx/>
                <a:uFillTx/>
                <a:latin typeface="微软雅黑" panose="020B0503020204020204" pitchFamily="34" charset="-122"/>
                <a:ea typeface="微软雅黑" panose="020B0503020204020204" pitchFamily="34" charset="-122"/>
                <a:cs typeface="+mn-cs"/>
              </a:rPr>
            </a:fld>
            <a:endParaRPr kumimoji="1" lang="zh-CN" altLang="en-US" sz="1200" b="0" i="0" u="none" strike="noStrike" kern="1200" cap="none" spc="0" normalizeH="0" baseline="0" noProof="0" dirty="0">
              <a:ln>
                <a:noFill/>
              </a:ln>
              <a:solidFill>
                <a:prstClr val="black">
                  <a:tint val="75000"/>
                </a:prstClr>
              </a:solidFill>
              <a:effectLst/>
              <a:uLnTx/>
              <a:uFillTx/>
              <a:latin typeface="微软雅黑" panose="020B0503020204020204" pitchFamily="34" charset="-122"/>
              <a:ea typeface="微软雅黑" panose="020B0503020204020204" pitchFamily="34" charset="-122"/>
              <a:cs typeface="+mn-cs"/>
            </a:endParaRPr>
          </a:p>
        </p:txBody>
      </p:sp>
      <p:sp>
        <p:nvSpPr>
          <p:cNvPr id="7" name="矩形标注 6"/>
          <p:cNvSpPr/>
          <p:nvPr/>
        </p:nvSpPr>
        <p:spPr>
          <a:xfrm>
            <a:off x="6102636" y="2060953"/>
            <a:ext cx="4504008" cy="2454748"/>
          </a:xfrm>
          <a:prstGeom prst="wedgeRectCallout">
            <a:avLst>
              <a:gd name="adj1" fmla="val -94459"/>
              <a:gd name="adj2" fmla="val -11565"/>
            </a:avLst>
          </a:prstGeom>
          <a:noFill/>
          <a:ln>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587375" indent="-438150">
              <a:lnSpc>
                <a:spcPct val="130000"/>
              </a:lnSpc>
              <a:spcBef>
                <a:spcPts val="600"/>
              </a:spcBef>
              <a:buFont typeface="+mj-lt"/>
              <a:buAutoNum type="arabicPeriod"/>
            </a:pPr>
            <a:r>
              <a:rPr kumimoji="1" lang="en-US" altLang="zh-CN" sz="2400" dirty="0">
                <a:solidFill>
                  <a:prstClr val="black"/>
                </a:solidFill>
                <a:latin typeface="微软雅黑" panose="020B0503020204020204" pitchFamily="34" charset="-122"/>
                <a:ea typeface="微软雅黑" panose="020B0503020204020204" pitchFamily="34" charset="-122"/>
              </a:rPr>
              <a:t>HMAC</a:t>
            </a:r>
            <a:endParaRPr kumimoji="1" lang="zh-CN" altLang="en-US" sz="2400" dirty="0">
              <a:solidFill>
                <a:prstClr val="black"/>
              </a:solidFill>
              <a:latin typeface="微软雅黑" panose="020B0503020204020204" pitchFamily="34" charset="-122"/>
              <a:ea typeface="微软雅黑" panose="020B0503020204020204" pitchFamily="34" charset="-122"/>
            </a:endParaRPr>
          </a:p>
          <a:p>
            <a:pPr marL="587375" indent="-438150">
              <a:lnSpc>
                <a:spcPct val="130000"/>
              </a:lnSpc>
              <a:spcBef>
                <a:spcPts val="600"/>
              </a:spcBef>
              <a:buFont typeface="+mj-lt"/>
              <a:buAutoNum type="arabicPeriod"/>
            </a:pPr>
            <a:r>
              <a:rPr kumimoji="1" lang="zh-CN" altLang="zh-CN" sz="2400" dirty="0">
                <a:solidFill>
                  <a:prstClr val="black"/>
                </a:solidFill>
                <a:latin typeface="微软雅黑" panose="020B0503020204020204" pitchFamily="34" charset="-122"/>
                <a:ea typeface="微软雅黑" panose="020B0503020204020204" pitchFamily="34" charset="-122"/>
              </a:rPr>
              <a:t>基于分组密码的</a:t>
            </a:r>
            <a:r>
              <a:rPr kumimoji="1" lang="en-US" altLang="zh-CN" sz="2400" dirty="0">
                <a:solidFill>
                  <a:prstClr val="black"/>
                </a:solidFill>
                <a:latin typeface="微软雅黑" panose="020B0503020204020204" pitchFamily="34" charset="-122"/>
                <a:ea typeface="微软雅黑" panose="020B0503020204020204" pitchFamily="34" charset="-122"/>
              </a:rPr>
              <a:t>MAC</a:t>
            </a:r>
            <a:endParaRPr kumimoji="1" lang="en-US" altLang="zh-CN" sz="2400" dirty="0">
              <a:solidFill>
                <a:prstClr val="black"/>
              </a:solidFill>
              <a:latin typeface="微软雅黑" panose="020B0503020204020204" pitchFamily="34" charset="-122"/>
              <a:ea typeface="微软雅黑" panose="020B0503020204020204" pitchFamily="34" charset="-122"/>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3" presetClass="entr" presetSubtype="10" fill="hold" grpId="0" nodeType="afterEffect">
                                  <p:stCondLst>
                                    <p:cond delay="0"/>
                                  </p:stCondLst>
                                  <p:childTnLst>
                                    <p:set>
                                      <p:cBhvr>
                                        <p:cTn id="6" dur="1" fill="hold">
                                          <p:stCondLst>
                                            <p:cond delay="0"/>
                                          </p:stCondLst>
                                        </p:cTn>
                                        <p:tgtEl>
                                          <p:spTgt spid="7"/>
                                        </p:tgtEl>
                                        <p:attrNameLst>
                                          <p:attrName>style.visibility</p:attrName>
                                        </p:attrNameLst>
                                      </p:cBhvr>
                                      <p:to>
                                        <p:strVal val="visible"/>
                                      </p:to>
                                    </p:set>
                                    <p:animEffect transition="in" filter="blinds(horizontal)">
                                      <p:cBhvr>
                                        <p:cTn id="7" dur="50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animBg="1"/>
    </p:bld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t>6.3.1 HMAC</a:t>
            </a:r>
            <a:endParaRPr lang="zh-CN" altLang="en-US" dirty="0"/>
          </a:p>
        </p:txBody>
      </p:sp>
      <p:sp>
        <p:nvSpPr>
          <p:cNvPr id="3" name="内容占位符 2"/>
          <p:cNvSpPr>
            <a:spLocks noGrp="1"/>
          </p:cNvSpPr>
          <p:nvPr>
            <p:ph idx="1"/>
          </p:nvPr>
        </p:nvSpPr>
        <p:spPr/>
        <p:txBody>
          <a:bodyPr>
            <a:normAutofit lnSpcReduction="10000"/>
          </a:bodyPr>
          <a:lstStyle/>
          <a:p>
            <a:pPr>
              <a:lnSpc>
                <a:spcPct val="150000"/>
              </a:lnSpc>
              <a:spcBef>
                <a:spcPct val="0"/>
              </a:spcBef>
              <a:buClr>
                <a:srgbClr val="000066"/>
              </a:buClr>
              <a:buSzPct val="80000"/>
            </a:pPr>
            <a:r>
              <a:rPr lang="en-US" altLang="zh-CN" dirty="0"/>
              <a:t>MAC</a:t>
            </a:r>
            <a:r>
              <a:rPr lang="zh-CN" altLang="en-US" dirty="0"/>
              <a:t>可用分组加密算法产生</a:t>
            </a:r>
            <a:endParaRPr lang="zh-CN" altLang="en-US" dirty="0"/>
          </a:p>
          <a:p>
            <a:pPr>
              <a:lnSpc>
                <a:spcPct val="150000"/>
              </a:lnSpc>
              <a:spcBef>
                <a:spcPct val="0"/>
              </a:spcBef>
              <a:buClr>
                <a:srgbClr val="000066"/>
              </a:buClr>
              <a:buSzPct val="80000"/>
            </a:pPr>
            <a:r>
              <a:rPr lang="en-US" altLang="zh-CN" dirty="0"/>
              <a:t>ANSI</a:t>
            </a:r>
            <a:r>
              <a:rPr lang="zh-CN" altLang="en-US" dirty="0"/>
              <a:t>标准</a:t>
            </a:r>
            <a:r>
              <a:rPr lang="en-US" altLang="zh-CN" dirty="0"/>
              <a:t>(X9.17): M=(X</a:t>
            </a:r>
            <a:r>
              <a:rPr lang="en-US" altLang="zh-CN" baseline="-25000" dirty="0"/>
              <a:t>1</a:t>
            </a:r>
            <a:r>
              <a:rPr lang="en-US" altLang="zh-CN" dirty="0"/>
              <a:t>,X</a:t>
            </a:r>
            <a:r>
              <a:rPr lang="en-US" altLang="zh-CN" baseline="-25000" dirty="0"/>
              <a:t>2</a:t>
            </a:r>
            <a:r>
              <a:rPr lang="en-US" altLang="zh-CN" dirty="0"/>
              <a:t>,…,</a:t>
            </a:r>
            <a:r>
              <a:rPr lang="en-US" altLang="zh-CN" dirty="0" err="1"/>
              <a:t>X</a:t>
            </a:r>
            <a:r>
              <a:rPr lang="en-US" altLang="zh-CN" baseline="-25000" dirty="0" err="1"/>
              <a:t>t</a:t>
            </a:r>
            <a:r>
              <a:rPr lang="en-US" altLang="zh-CN" dirty="0"/>
              <a:t>)</a:t>
            </a:r>
            <a:endParaRPr lang="en-US" altLang="zh-CN" dirty="0"/>
          </a:p>
          <a:p>
            <a:pPr>
              <a:lnSpc>
                <a:spcPct val="150000"/>
              </a:lnSpc>
              <a:spcBef>
                <a:spcPct val="0"/>
              </a:spcBef>
              <a:buClr>
                <a:srgbClr val="000066"/>
              </a:buClr>
              <a:buSzPct val="80000"/>
            </a:pPr>
            <a:r>
              <a:rPr lang="en-US" altLang="zh-CN" dirty="0">
                <a:sym typeface="Symbol" panose="05050102010706020507" pitchFamily="18" charset="2"/>
              </a:rPr>
              <a:t>    </a:t>
            </a:r>
            <a:r>
              <a:rPr lang="en-US" altLang="zh-CN" dirty="0"/>
              <a:t>M</a:t>
            </a:r>
            <a:r>
              <a:rPr lang="en-US" altLang="zh-CN" baseline="-25000" dirty="0"/>
              <a:t>1</a:t>
            </a:r>
            <a:r>
              <a:rPr lang="en-US" altLang="zh-CN" dirty="0"/>
              <a:t>=E</a:t>
            </a:r>
            <a:r>
              <a:rPr lang="en-US" altLang="zh-CN" baseline="-25000" dirty="0"/>
              <a:t>K</a:t>
            </a:r>
            <a:r>
              <a:rPr lang="en-US" altLang="zh-CN" dirty="0"/>
              <a:t>(X</a:t>
            </a:r>
            <a:r>
              <a:rPr lang="en-US" altLang="zh-CN" baseline="-25000" dirty="0"/>
              <a:t>1</a:t>
            </a:r>
            <a:r>
              <a:rPr lang="en-US" altLang="zh-CN" dirty="0"/>
              <a:t>), </a:t>
            </a:r>
            <a:r>
              <a:rPr lang="en-US" altLang="zh-CN" dirty="0">
                <a:sym typeface="Symbol" panose="05050102010706020507" pitchFamily="18" charset="2"/>
              </a:rPr>
              <a:t></a:t>
            </a:r>
            <a:r>
              <a:rPr lang="en-US" altLang="zh-CN" dirty="0"/>
              <a:t>M</a:t>
            </a:r>
            <a:r>
              <a:rPr lang="en-US" altLang="zh-CN" baseline="-25000" dirty="0"/>
              <a:t>j+1</a:t>
            </a:r>
            <a:r>
              <a:rPr lang="en-US" altLang="zh-CN" dirty="0"/>
              <a:t>=E</a:t>
            </a:r>
            <a:r>
              <a:rPr lang="en-US" altLang="zh-CN" baseline="-25000" dirty="0"/>
              <a:t>K</a:t>
            </a:r>
            <a:r>
              <a:rPr lang="en-US" altLang="zh-CN" dirty="0"/>
              <a:t>(X</a:t>
            </a:r>
            <a:r>
              <a:rPr lang="en-US" altLang="zh-CN" baseline="-25000" dirty="0"/>
              <a:t>j+1</a:t>
            </a:r>
            <a:r>
              <a:rPr lang="en-US" altLang="zh-CN" dirty="0">
                <a:sym typeface="Symbol" panose="05050102010706020507" pitchFamily="18" charset="2"/>
              </a:rPr>
              <a:t></a:t>
            </a:r>
            <a:r>
              <a:rPr lang="en-US" altLang="zh-CN" dirty="0" err="1"/>
              <a:t>M</a:t>
            </a:r>
            <a:r>
              <a:rPr lang="en-US" altLang="zh-CN" baseline="-25000" dirty="0" err="1"/>
              <a:t>j</a:t>
            </a:r>
            <a:r>
              <a:rPr lang="en-US" altLang="zh-CN" dirty="0"/>
              <a:t>), 1</a:t>
            </a:r>
            <a:r>
              <a:rPr lang="en-US" altLang="zh-CN" dirty="0">
                <a:sym typeface="Symbol" panose="05050102010706020507" pitchFamily="18" charset="2"/>
              </a:rPr>
              <a:t>j&lt;t</a:t>
            </a:r>
            <a:endParaRPr lang="en-US" altLang="zh-CN" dirty="0"/>
          </a:p>
          <a:p>
            <a:pPr lvl="1">
              <a:lnSpc>
                <a:spcPct val="150000"/>
              </a:lnSpc>
              <a:spcBef>
                <a:spcPct val="0"/>
              </a:spcBef>
              <a:buClr>
                <a:schemeClr val="folHlink"/>
              </a:buClr>
              <a:buSzPct val="80000"/>
            </a:pPr>
            <a:r>
              <a:rPr lang="zh-CN" altLang="en-US" sz="3200" dirty="0"/>
              <a:t>速度慢</a:t>
            </a:r>
            <a:endParaRPr lang="zh-CN" altLang="en-US" sz="3200" dirty="0"/>
          </a:p>
          <a:p>
            <a:pPr lvl="1">
              <a:lnSpc>
                <a:spcPct val="150000"/>
              </a:lnSpc>
              <a:spcBef>
                <a:spcPct val="0"/>
              </a:spcBef>
              <a:buClr>
                <a:schemeClr val="folHlink"/>
              </a:buClr>
              <a:buSzPct val="80000"/>
            </a:pPr>
            <a:r>
              <a:rPr lang="zh-CN" altLang="en-US" sz="3200" dirty="0"/>
              <a:t>加密算法出口受限制</a:t>
            </a:r>
            <a:endParaRPr lang="zh-CN" altLang="en-US" sz="3200" dirty="0">
              <a:sym typeface="Symbol" panose="05050102010706020507" pitchFamily="18" charset="2"/>
            </a:endParaRPr>
          </a:p>
          <a:p>
            <a:pPr>
              <a:lnSpc>
                <a:spcPct val="150000"/>
              </a:lnSpc>
              <a:spcBef>
                <a:spcPct val="0"/>
              </a:spcBef>
              <a:buClr>
                <a:srgbClr val="000066"/>
              </a:buClr>
              <a:buSzPct val="80000"/>
            </a:pPr>
            <a:r>
              <a:rPr lang="en-US" altLang="zh-CN" dirty="0">
                <a:sym typeface="Symbol" panose="05050102010706020507" pitchFamily="18" charset="2"/>
              </a:rPr>
              <a:t>hash</a:t>
            </a:r>
            <a:r>
              <a:rPr lang="zh-CN" altLang="en-US" dirty="0">
                <a:sym typeface="Symbol" panose="05050102010706020507" pitchFamily="18" charset="2"/>
              </a:rPr>
              <a:t>函数可用来构造</a:t>
            </a:r>
            <a:r>
              <a:rPr lang="en-US" altLang="zh-CN" dirty="0">
                <a:sym typeface="Symbol" panose="05050102010706020507" pitchFamily="18" charset="2"/>
              </a:rPr>
              <a:t>MAC: HMAC</a:t>
            </a:r>
            <a:r>
              <a:rPr lang="zh-CN" altLang="en-US" dirty="0">
                <a:sym typeface="Symbol" panose="05050102010706020507" pitchFamily="18" charset="2"/>
              </a:rPr>
              <a:t>为其中之一</a:t>
            </a:r>
            <a:endParaRPr lang="zh-CN" altLang="en-US" dirty="0">
              <a:sym typeface="Symbol" panose="05050102010706020507" pitchFamily="18" charset="2"/>
            </a:endParaRPr>
          </a:p>
          <a:p>
            <a:pPr>
              <a:lnSpc>
                <a:spcPct val="150000"/>
              </a:lnSpc>
              <a:spcBef>
                <a:spcPct val="0"/>
              </a:spcBef>
              <a:buClr>
                <a:srgbClr val="000066"/>
              </a:buClr>
              <a:buSzPct val="80000"/>
            </a:pPr>
            <a:r>
              <a:rPr lang="en-US" altLang="zh-CN" dirty="0">
                <a:sym typeface="Symbol" panose="05050102010706020507" pitchFamily="18" charset="2"/>
              </a:rPr>
              <a:t>HMAC</a:t>
            </a:r>
            <a:r>
              <a:rPr lang="zh-CN" altLang="en-US" dirty="0">
                <a:sym typeface="Symbol" panose="05050102010706020507" pitchFamily="18" charset="2"/>
              </a:rPr>
              <a:t>作为</a:t>
            </a:r>
            <a:r>
              <a:rPr lang="en-US" altLang="zh-CN" dirty="0">
                <a:sym typeface="Symbol" panose="05050102010706020507" pitchFamily="18" charset="2"/>
              </a:rPr>
              <a:t>RFC2104</a:t>
            </a:r>
            <a:r>
              <a:rPr lang="zh-CN" altLang="en-US" dirty="0">
                <a:sym typeface="Symbol" panose="05050102010706020507" pitchFamily="18" charset="2"/>
              </a:rPr>
              <a:t>并在</a:t>
            </a:r>
            <a:r>
              <a:rPr lang="en-US" altLang="zh-CN" dirty="0">
                <a:sym typeface="Symbol" panose="05050102010706020507" pitchFamily="18" charset="2"/>
              </a:rPr>
              <a:t>SSL</a:t>
            </a:r>
            <a:r>
              <a:rPr lang="zh-CN" altLang="en-US" dirty="0">
                <a:sym typeface="Symbol" panose="05050102010706020507" pitchFamily="18" charset="2"/>
              </a:rPr>
              <a:t>中使用</a:t>
            </a:r>
            <a:endParaRPr lang="zh-CN" altLang="en-US" dirty="0">
              <a:sym typeface="Wingdings" panose="05000000000000000000" pitchFamily="2" charset="2"/>
            </a:endParaRPr>
          </a:p>
          <a:p>
            <a:endParaRPr lang="en-US" altLang="zh-CN" dirty="0"/>
          </a:p>
        </p:txBody>
      </p:sp>
      <p:sp>
        <p:nvSpPr>
          <p:cNvPr id="4" name="灯片编号占位符 3"/>
          <p:cNvSpPr>
            <a:spLocks noGrp="1"/>
          </p:cNvSpPr>
          <p:nvPr>
            <p:ph type="sldNum" sz="quarter" idx="12"/>
          </p:nvPr>
        </p:nvSpPr>
        <p:spPr/>
        <p:txBody>
          <a:bodyPr/>
          <a:lstStyle/>
          <a:p>
            <a:fld id="{8D4D1E41-7A09-AB4A-A4E1-09765ADA2698}" type="slidenum">
              <a:rPr kumimoji="1" lang="zh-CN" altLang="en-US" smtClean="0"/>
            </a:fld>
            <a:endParaRPr kumimoji="1" lang="zh-CN" altLang="en-US" dirty="0"/>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t>6.3.1 HMAC</a:t>
            </a:r>
            <a:endParaRPr lang="zh-CN" altLang="en-US" dirty="0"/>
          </a:p>
        </p:txBody>
      </p:sp>
      <p:sp>
        <p:nvSpPr>
          <p:cNvPr id="3" name="内容占位符 2"/>
          <p:cNvSpPr>
            <a:spLocks noGrp="1"/>
          </p:cNvSpPr>
          <p:nvPr>
            <p:ph idx="1"/>
          </p:nvPr>
        </p:nvSpPr>
        <p:spPr/>
        <p:txBody>
          <a:bodyPr>
            <a:normAutofit/>
          </a:bodyPr>
          <a:lstStyle/>
          <a:p>
            <a:pPr>
              <a:lnSpc>
                <a:spcPct val="150000"/>
              </a:lnSpc>
            </a:pPr>
            <a:r>
              <a:rPr lang="en-US" altLang="zh-CN" dirty="0"/>
              <a:t>HMAC</a:t>
            </a:r>
            <a:r>
              <a:rPr lang="zh-CN" altLang="en-US" dirty="0"/>
              <a:t>设计目标</a:t>
            </a:r>
            <a:endParaRPr lang="en-US" altLang="zh-CN" dirty="0"/>
          </a:p>
          <a:p>
            <a:pPr lvl="1">
              <a:lnSpc>
                <a:spcPct val="150000"/>
              </a:lnSpc>
            </a:pPr>
            <a:r>
              <a:rPr lang="zh-CN" altLang="en-US" dirty="0"/>
              <a:t>无需修改地使用现有的散列函数</a:t>
            </a:r>
            <a:endParaRPr lang="zh-CN" altLang="en-US" dirty="0"/>
          </a:p>
          <a:p>
            <a:pPr lvl="1">
              <a:lnSpc>
                <a:spcPct val="150000"/>
              </a:lnSpc>
            </a:pPr>
            <a:r>
              <a:rPr lang="zh-CN" altLang="en-US" dirty="0"/>
              <a:t>当出现新的散列函数时</a:t>
            </a:r>
            <a:r>
              <a:rPr lang="en-US" altLang="zh-CN" dirty="0"/>
              <a:t>,</a:t>
            </a:r>
            <a:r>
              <a:rPr lang="zh-CN" altLang="en-US" dirty="0"/>
              <a:t>要能轻易地替换</a:t>
            </a:r>
            <a:endParaRPr lang="zh-CN" altLang="en-US" dirty="0"/>
          </a:p>
          <a:p>
            <a:pPr lvl="1">
              <a:lnSpc>
                <a:spcPct val="150000"/>
              </a:lnSpc>
            </a:pPr>
            <a:r>
              <a:rPr lang="zh-CN" altLang="en-US" dirty="0"/>
              <a:t>保持散列函数的原有性能不会导致算法性能的降低</a:t>
            </a:r>
            <a:endParaRPr lang="zh-CN" altLang="en-US" dirty="0"/>
          </a:p>
          <a:p>
            <a:pPr lvl="1">
              <a:lnSpc>
                <a:spcPct val="150000"/>
              </a:lnSpc>
            </a:pPr>
            <a:r>
              <a:rPr lang="zh-CN" altLang="en-US" dirty="0"/>
              <a:t>使用和处理密钥的方式简单</a:t>
            </a:r>
            <a:endParaRPr lang="zh-CN" altLang="en-US" dirty="0"/>
          </a:p>
          <a:p>
            <a:pPr lvl="1">
              <a:lnSpc>
                <a:spcPct val="150000"/>
              </a:lnSpc>
            </a:pPr>
            <a:r>
              <a:rPr lang="zh-CN" altLang="en-US" dirty="0"/>
              <a:t>对鉴别机制的安全强度容易分析</a:t>
            </a:r>
            <a:r>
              <a:rPr lang="en-US" altLang="zh-CN" dirty="0"/>
              <a:t>,</a:t>
            </a:r>
            <a:r>
              <a:rPr lang="zh-CN" altLang="en-US" dirty="0">
                <a:sym typeface="Wingdings" panose="05000000000000000000" pitchFamily="2" charset="2"/>
              </a:rPr>
              <a:t>与</a:t>
            </a:r>
            <a:r>
              <a:rPr lang="en-US" altLang="zh-CN" dirty="0">
                <a:sym typeface="Wingdings" panose="05000000000000000000" pitchFamily="2" charset="2"/>
              </a:rPr>
              <a:t>hash</a:t>
            </a:r>
            <a:r>
              <a:rPr lang="zh-CN" altLang="en-US" dirty="0">
                <a:sym typeface="Wingdings" panose="05000000000000000000" pitchFamily="2" charset="2"/>
              </a:rPr>
              <a:t>函数有同等的安全性</a:t>
            </a:r>
            <a:endParaRPr lang="zh-CN" altLang="en-US" dirty="0">
              <a:sym typeface="Wingdings" panose="05000000000000000000" pitchFamily="2" charset="2"/>
            </a:endParaRPr>
          </a:p>
          <a:p>
            <a:endParaRPr lang="en-US" altLang="zh-CN" dirty="0"/>
          </a:p>
        </p:txBody>
      </p:sp>
      <p:sp>
        <p:nvSpPr>
          <p:cNvPr id="4" name="灯片编号占位符 3"/>
          <p:cNvSpPr>
            <a:spLocks noGrp="1"/>
          </p:cNvSpPr>
          <p:nvPr>
            <p:ph type="sldNum" sz="quarter" idx="12"/>
          </p:nvPr>
        </p:nvSpPr>
        <p:spPr/>
        <p:txBody>
          <a:bodyPr/>
          <a:lstStyle/>
          <a:p>
            <a:fld id="{8D4D1E41-7A09-AB4A-A4E1-09765ADA2698}" type="slidenum">
              <a:rPr kumimoji="1" lang="zh-CN" altLang="en-US" smtClean="0"/>
            </a:fld>
            <a:endParaRPr kumimoji="1" lang="zh-CN" altLang="en-US" dirty="0"/>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t>6.3.1 HMAC</a:t>
            </a:r>
            <a:endParaRPr lang="zh-CN" altLang="en-US" dirty="0"/>
          </a:p>
        </p:txBody>
      </p:sp>
      <p:sp>
        <p:nvSpPr>
          <p:cNvPr id="3" name="内容占位符 2"/>
          <p:cNvSpPr>
            <a:spLocks noGrp="1"/>
          </p:cNvSpPr>
          <p:nvPr>
            <p:ph idx="1"/>
          </p:nvPr>
        </p:nvSpPr>
        <p:spPr/>
        <p:txBody>
          <a:bodyPr>
            <a:normAutofit/>
          </a:bodyPr>
          <a:lstStyle/>
          <a:p>
            <a:pPr>
              <a:lnSpc>
                <a:spcPct val="150000"/>
              </a:lnSpc>
            </a:pPr>
            <a:r>
              <a:rPr lang="en-US" altLang="zh-CN" dirty="0"/>
              <a:t>HMAC</a:t>
            </a:r>
            <a:r>
              <a:rPr lang="zh-CN" altLang="en-US" dirty="0"/>
              <a:t>示意图</a:t>
            </a:r>
            <a:endParaRPr lang="en-US" altLang="zh-CN" dirty="0"/>
          </a:p>
          <a:p>
            <a:endParaRPr lang="en-US" altLang="zh-CN" dirty="0"/>
          </a:p>
        </p:txBody>
      </p:sp>
      <p:sp>
        <p:nvSpPr>
          <p:cNvPr id="4" name="灯片编号占位符 3"/>
          <p:cNvSpPr>
            <a:spLocks noGrp="1"/>
          </p:cNvSpPr>
          <p:nvPr>
            <p:ph type="sldNum" sz="quarter" idx="12"/>
          </p:nvPr>
        </p:nvSpPr>
        <p:spPr/>
        <p:txBody>
          <a:bodyPr/>
          <a:lstStyle/>
          <a:p>
            <a:fld id="{8D4D1E41-7A09-AB4A-A4E1-09765ADA2698}" type="slidenum">
              <a:rPr kumimoji="1" lang="zh-CN" altLang="en-US" smtClean="0"/>
            </a:fld>
            <a:endParaRPr kumimoji="1" lang="zh-CN" altLang="en-US" dirty="0"/>
          </a:p>
        </p:txBody>
      </p:sp>
      <p:pic>
        <p:nvPicPr>
          <p:cNvPr id="5" name="Picture 3" descr="D:\YOUNG\Course\CryptoCourse\Figures\f910.jpg"/>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3580765" y="1524635"/>
            <a:ext cx="5868035" cy="53333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6" name="文本框 5"/>
          <p:cNvSpPr txBox="1"/>
          <p:nvPr/>
        </p:nvSpPr>
        <p:spPr>
          <a:xfrm>
            <a:off x="7596505" y="1510348"/>
            <a:ext cx="5080000" cy="429895"/>
          </a:xfrm>
          <a:prstGeom prst="rect">
            <a:avLst/>
          </a:prstGeom>
        </p:spPr>
        <p:txBody>
          <a:bodyPr>
            <a:spAutoFit/>
          </a:bodyPr>
          <a:lstStyle/>
          <a:p>
            <a:r>
              <a:rPr lang="zh-CN" altLang="en-US" sz="2200" b="1">
                <a:solidFill>
                  <a:srgbClr val="C00000"/>
                </a:solidFill>
              </a:rPr>
              <a:t>双层嵌套加密</a:t>
            </a:r>
            <a:endParaRPr lang="zh-CN" altLang="en-US" sz="2200" b="1">
              <a:solidFill>
                <a:srgbClr val="C00000"/>
              </a:solidFill>
            </a:endParaRPr>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t>6.3.1 HMAC</a:t>
            </a:r>
            <a:endParaRPr lang="zh-CN" altLang="en-US" dirty="0"/>
          </a:p>
        </p:txBody>
      </p:sp>
      <p:sp>
        <p:nvSpPr>
          <p:cNvPr id="3" name="内容占位符 2"/>
          <p:cNvSpPr>
            <a:spLocks noGrp="1"/>
          </p:cNvSpPr>
          <p:nvPr>
            <p:ph idx="1"/>
          </p:nvPr>
        </p:nvSpPr>
        <p:spPr/>
        <p:txBody>
          <a:bodyPr>
            <a:normAutofit/>
          </a:bodyPr>
          <a:lstStyle/>
          <a:p>
            <a:pPr>
              <a:lnSpc>
                <a:spcPct val="150000"/>
              </a:lnSpc>
            </a:pPr>
            <a:r>
              <a:rPr lang="en-US" altLang="zh-CN" dirty="0"/>
              <a:t>HMAC</a:t>
            </a:r>
            <a:r>
              <a:rPr lang="zh-CN" altLang="en-US" dirty="0"/>
              <a:t>的定义与特征</a:t>
            </a:r>
            <a:endParaRPr lang="en-US" altLang="zh-CN" dirty="0"/>
          </a:p>
          <a:p>
            <a:pPr lvl="1">
              <a:lnSpc>
                <a:spcPct val="150000"/>
              </a:lnSpc>
              <a:spcBef>
                <a:spcPct val="0"/>
              </a:spcBef>
              <a:buClr>
                <a:schemeClr val="folHlink"/>
              </a:buClr>
              <a:buSzPct val="80000"/>
              <a:buNone/>
            </a:pPr>
            <a:r>
              <a:rPr lang="en-US" altLang="zh-CN" dirty="0">
                <a:sym typeface="Wingdings" panose="05000000000000000000" pitchFamily="2" charset="2"/>
              </a:rPr>
              <a:t></a:t>
            </a:r>
            <a:r>
              <a:rPr lang="zh-CN" altLang="en-US" dirty="0"/>
              <a:t>对密钥</a:t>
            </a:r>
            <a:r>
              <a:rPr lang="en-US" altLang="zh-CN" dirty="0"/>
              <a:t>K</a:t>
            </a:r>
            <a:r>
              <a:rPr lang="zh-CN" altLang="en-US" dirty="0"/>
              <a:t>左边补</a:t>
            </a:r>
            <a:r>
              <a:rPr lang="en-US" altLang="zh-CN" dirty="0"/>
              <a:t>0</a:t>
            </a:r>
            <a:r>
              <a:rPr lang="zh-CN" altLang="en-US" dirty="0"/>
              <a:t>以产生一个</a:t>
            </a:r>
            <a:r>
              <a:rPr lang="en-US" altLang="zh-CN" dirty="0"/>
              <a:t>hash</a:t>
            </a:r>
            <a:r>
              <a:rPr lang="zh-CN" altLang="en-US" dirty="0"/>
              <a:t>用块</a:t>
            </a:r>
            <a:r>
              <a:rPr lang="en-US" altLang="zh-CN" dirty="0"/>
              <a:t>K</a:t>
            </a:r>
            <a:r>
              <a:rPr lang="en-US" altLang="zh-CN" baseline="30000" dirty="0"/>
              <a:t>+</a:t>
            </a:r>
            <a:endParaRPr lang="en-US" altLang="zh-CN" baseline="30000" dirty="0"/>
          </a:p>
          <a:p>
            <a:pPr lvl="1">
              <a:lnSpc>
                <a:spcPct val="150000"/>
              </a:lnSpc>
              <a:spcBef>
                <a:spcPct val="0"/>
              </a:spcBef>
              <a:buClr>
                <a:schemeClr val="folHlink"/>
              </a:buClr>
              <a:buSzPct val="80000"/>
              <a:buNone/>
            </a:pPr>
            <a:r>
              <a:rPr lang="en-US" altLang="zh-CN" dirty="0">
                <a:sym typeface="Wingdings" panose="05000000000000000000" pitchFamily="2" charset="2"/>
              </a:rPr>
              <a:t></a:t>
            </a:r>
            <a:r>
              <a:rPr lang="en-US" altLang="zh-CN" dirty="0"/>
              <a:t>K</a:t>
            </a:r>
            <a:r>
              <a:rPr lang="en-US" altLang="zh-CN" baseline="30000" dirty="0"/>
              <a:t>+</a:t>
            </a:r>
            <a:r>
              <a:rPr lang="zh-CN" altLang="en-US" dirty="0"/>
              <a:t>每个字节与</a:t>
            </a:r>
            <a:r>
              <a:rPr lang="en-US" altLang="zh-CN" dirty="0" err="1"/>
              <a:t>ipad</a:t>
            </a:r>
            <a:r>
              <a:rPr lang="en-US" altLang="zh-CN" dirty="0"/>
              <a:t>(00110110)</a:t>
            </a:r>
            <a:r>
              <a:rPr lang="zh-CN" altLang="en-US" dirty="0"/>
              <a:t>作</a:t>
            </a:r>
            <a:r>
              <a:rPr lang="en-US" altLang="zh-CN" dirty="0"/>
              <a:t>XOR</a:t>
            </a:r>
            <a:r>
              <a:rPr lang="zh-CN" altLang="en-US" dirty="0"/>
              <a:t>以产生</a:t>
            </a:r>
            <a:r>
              <a:rPr lang="en-US" altLang="zh-CN" dirty="0"/>
              <a:t>S</a:t>
            </a:r>
            <a:r>
              <a:rPr lang="en-US" altLang="zh-CN" baseline="-25000" dirty="0"/>
              <a:t>i</a:t>
            </a:r>
            <a:endParaRPr lang="en-US" altLang="zh-CN" baseline="-25000" dirty="0"/>
          </a:p>
          <a:p>
            <a:pPr lvl="1">
              <a:lnSpc>
                <a:spcPct val="150000"/>
              </a:lnSpc>
              <a:spcBef>
                <a:spcPct val="0"/>
              </a:spcBef>
              <a:buClr>
                <a:schemeClr val="folHlink"/>
              </a:buClr>
              <a:buSzPct val="80000"/>
              <a:buNone/>
            </a:pPr>
            <a:r>
              <a:rPr lang="en-US" altLang="zh-CN" dirty="0">
                <a:sym typeface="Wingdings" panose="05000000000000000000" pitchFamily="2" charset="2"/>
              </a:rPr>
              <a:t></a:t>
            </a:r>
            <a:r>
              <a:rPr lang="zh-CN" altLang="en-US" dirty="0"/>
              <a:t>对</a:t>
            </a:r>
            <a:r>
              <a:rPr lang="en-US" altLang="zh-CN" dirty="0"/>
              <a:t>(S</a:t>
            </a:r>
            <a:r>
              <a:rPr lang="en-US" altLang="zh-CN" baseline="-25000" dirty="0"/>
              <a:t>i</a:t>
            </a:r>
            <a:r>
              <a:rPr lang="en-US" altLang="zh-CN" dirty="0"/>
              <a:t>||M)</a:t>
            </a:r>
            <a:r>
              <a:rPr lang="zh-CN" altLang="en-US" dirty="0"/>
              <a:t>进行</a:t>
            </a:r>
            <a:r>
              <a:rPr lang="en-US" altLang="zh-CN" dirty="0"/>
              <a:t>hash,</a:t>
            </a:r>
            <a:r>
              <a:rPr lang="zh-CN" altLang="en-US" dirty="0"/>
              <a:t>填充到</a:t>
            </a:r>
            <a:r>
              <a:rPr lang="en-US" altLang="zh-CN" dirty="0"/>
              <a:t>b</a:t>
            </a:r>
            <a:r>
              <a:rPr lang="zh-CN" altLang="en-US" dirty="0"/>
              <a:t>比特</a:t>
            </a:r>
            <a:r>
              <a:rPr lang="en-US" altLang="zh-CN" dirty="0"/>
              <a:t>0…0H(</a:t>
            </a:r>
            <a:r>
              <a:rPr lang="en-US" altLang="zh-CN" dirty="0" err="1"/>
              <a:t>IV,Si</a:t>
            </a:r>
            <a:r>
              <a:rPr lang="en-US" altLang="zh-CN" dirty="0"/>
              <a:t>||M)</a:t>
            </a:r>
            <a:endParaRPr lang="en-US" altLang="zh-CN" dirty="0"/>
          </a:p>
          <a:p>
            <a:pPr lvl="1">
              <a:lnSpc>
                <a:spcPct val="150000"/>
              </a:lnSpc>
              <a:spcBef>
                <a:spcPct val="0"/>
              </a:spcBef>
              <a:buClr>
                <a:schemeClr val="folHlink"/>
              </a:buClr>
              <a:buSzPct val="80000"/>
              <a:buNone/>
            </a:pPr>
            <a:r>
              <a:rPr lang="en-US" altLang="zh-CN" dirty="0">
                <a:sym typeface="Wingdings" panose="05000000000000000000" pitchFamily="2" charset="2"/>
              </a:rPr>
              <a:t></a:t>
            </a:r>
            <a:r>
              <a:rPr lang="en-US" altLang="zh-CN" dirty="0"/>
              <a:t>K</a:t>
            </a:r>
            <a:r>
              <a:rPr lang="en-US" altLang="zh-CN" baseline="30000" dirty="0"/>
              <a:t>+</a:t>
            </a:r>
            <a:r>
              <a:rPr lang="zh-CN" altLang="en-US" dirty="0"/>
              <a:t>每个字节与</a:t>
            </a:r>
            <a:r>
              <a:rPr lang="en-US" altLang="zh-CN" dirty="0" err="1"/>
              <a:t>opad</a:t>
            </a:r>
            <a:r>
              <a:rPr lang="en-US" altLang="zh-CN" dirty="0"/>
              <a:t>(01011010)</a:t>
            </a:r>
            <a:r>
              <a:rPr lang="zh-CN" altLang="en-US" dirty="0"/>
              <a:t>作</a:t>
            </a:r>
            <a:r>
              <a:rPr lang="en-US" altLang="zh-CN" dirty="0"/>
              <a:t>XOR</a:t>
            </a:r>
            <a:r>
              <a:rPr lang="zh-CN" altLang="en-US" dirty="0"/>
              <a:t>以产生</a:t>
            </a:r>
            <a:r>
              <a:rPr lang="en-US" altLang="zh-CN" dirty="0"/>
              <a:t>S</a:t>
            </a:r>
            <a:r>
              <a:rPr lang="en-US" altLang="zh-CN" baseline="-25000" dirty="0"/>
              <a:t>o</a:t>
            </a:r>
            <a:endParaRPr lang="en-US" altLang="zh-CN" dirty="0"/>
          </a:p>
          <a:p>
            <a:pPr lvl="1">
              <a:lnSpc>
                <a:spcPct val="150000"/>
              </a:lnSpc>
              <a:spcBef>
                <a:spcPct val="0"/>
              </a:spcBef>
              <a:buClr>
                <a:schemeClr val="folHlink"/>
              </a:buClr>
              <a:buSzPct val="80000"/>
              <a:buNone/>
            </a:pPr>
            <a:r>
              <a:rPr lang="en-US" altLang="zh-CN" dirty="0">
                <a:sym typeface="Wingdings" panose="05000000000000000000" pitchFamily="2" charset="2"/>
              </a:rPr>
              <a:t></a:t>
            </a:r>
            <a:r>
              <a:rPr lang="en-US" altLang="zh-CN" dirty="0"/>
              <a:t>HMAC=H[</a:t>
            </a:r>
            <a:r>
              <a:rPr lang="en-US" altLang="zh-CN" dirty="0" err="1"/>
              <a:t>IV,S</a:t>
            </a:r>
            <a:r>
              <a:rPr lang="en-US" altLang="zh-CN" baseline="-25000" dirty="0" err="1"/>
              <a:t>o</a:t>
            </a:r>
            <a:r>
              <a:rPr lang="en-US" altLang="zh-CN" dirty="0"/>
              <a:t>||0…0H(</a:t>
            </a:r>
            <a:r>
              <a:rPr lang="en-US" altLang="zh-CN" dirty="0" err="1"/>
              <a:t>IV,S</a:t>
            </a:r>
            <a:r>
              <a:rPr lang="en-US" altLang="zh-CN" baseline="-25000" dirty="0" err="1"/>
              <a:t>i</a:t>
            </a:r>
            <a:r>
              <a:rPr lang="en-US" altLang="zh-CN" dirty="0"/>
              <a:t>||M)]</a:t>
            </a:r>
            <a:endParaRPr lang="en-US" altLang="zh-CN" dirty="0"/>
          </a:p>
          <a:p>
            <a:pPr>
              <a:lnSpc>
                <a:spcPct val="150000"/>
              </a:lnSpc>
            </a:pPr>
            <a:endParaRPr lang="en-US" altLang="zh-CN" dirty="0"/>
          </a:p>
          <a:p>
            <a:endParaRPr lang="en-US" altLang="zh-CN" dirty="0"/>
          </a:p>
        </p:txBody>
      </p:sp>
      <p:sp>
        <p:nvSpPr>
          <p:cNvPr id="4" name="灯片编号占位符 3"/>
          <p:cNvSpPr>
            <a:spLocks noGrp="1"/>
          </p:cNvSpPr>
          <p:nvPr>
            <p:ph type="sldNum" sz="quarter" idx="12"/>
          </p:nvPr>
        </p:nvSpPr>
        <p:spPr/>
        <p:txBody>
          <a:bodyPr/>
          <a:lstStyle/>
          <a:p>
            <a:fld id="{8D4D1E41-7A09-AB4A-A4E1-09765ADA2698}" type="slidenum">
              <a:rPr kumimoji="1" lang="zh-CN" altLang="en-US" smtClean="0"/>
            </a:fld>
            <a:endParaRPr kumimoji="1" lang="zh-CN" altLang="en-US" dirty="0"/>
          </a:p>
        </p:txBody>
      </p:sp>
      <mc:AlternateContent xmlns:mc="http://schemas.openxmlformats.org/markup-compatibility/2006">
        <mc:Choice xmlns:a14="http://schemas.microsoft.com/office/drawing/2010/main" Requires="a14">
          <p:sp>
            <p:nvSpPr>
              <p:cNvPr id="6" name="文本框 5"/>
              <p:cNvSpPr txBox="1"/>
              <p:nvPr/>
            </p:nvSpPr>
            <p:spPr>
              <a:xfrm>
                <a:off x="5417914" y="1639634"/>
                <a:ext cx="6096000" cy="646331"/>
              </a:xfrm>
              <a:prstGeom prst="rect">
                <a:avLst/>
              </a:prstGeom>
              <a:noFill/>
            </p:spPr>
            <p:txBody>
              <a:bodyPr wrap="square">
                <a:spAutoFit/>
              </a:bodyPr>
              <a:lstStyle/>
              <a:p>
                <a:r>
                  <a:rPr lang="zh-CN" altLang="en-US" b="0" i="0" dirty="0">
                    <a:solidFill>
                      <a:srgbClr val="C00000"/>
                    </a:solidFill>
                    <a:effectLst/>
                    <a:latin typeface="微软雅黑" panose="020B0503020204020204" pitchFamily="34" charset="-122"/>
                    <a:ea typeface="微软雅黑" panose="020B0503020204020204" pitchFamily="34" charset="-122"/>
                  </a:rPr>
                  <a:t>如果 </a:t>
                </a:r>
                <a14:m>
                  <m:oMath xmlns:m="http://schemas.openxmlformats.org/officeDocument/2006/math">
                    <m:r>
                      <a:rPr lang="en-US" altLang="zh-CN" b="0" i="1" dirty="0" smtClean="0">
                        <a:solidFill>
                          <a:srgbClr val="C00000"/>
                        </a:solidFill>
                        <a:effectLst/>
                        <a:latin typeface="Cambria Math" panose="02040503050406030204" pitchFamily="18" charset="0"/>
                      </a:rPr>
                      <m:t>𝐾</m:t>
                    </m:r>
                  </m:oMath>
                </a14:m>
                <a:r>
                  <a:rPr lang="en-US" altLang="zh-CN" b="0" i="0" dirty="0">
                    <a:solidFill>
                      <a:srgbClr val="C00000"/>
                    </a:solidFill>
                    <a:effectLst/>
                    <a:latin typeface="微软雅黑" panose="020B0503020204020204" pitchFamily="34" charset="-122"/>
                    <a:ea typeface="微软雅黑" panose="020B0503020204020204" pitchFamily="34" charset="-122"/>
                  </a:rPr>
                  <a:t> </a:t>
                </a:r>
                <a:r>
                  <a:rPr lang="zh-CN" altLang="en-US" b="0" i="0" dirty="0">
                    <a:solidFill>
                      <a:srgbClr val="C00000"/>
                    </a:solidFill>
                    <a:effectLst/>
                    <a:latin typeface="微软雅黑" panose="020B0503020204020204" pitchFamily="34" charset="-122"/>
                    <a:ea typeface="微软雅黑" panose="020B0503020204020204" pitchFamily="34" charset="-122"/>
                  </a:rPr>
                  <a:t>本身长于 </a:t>
                </a:r>
                <a:r>
                  <a:rPr lang="en-US" altLang="zh-CN" b="0" i="0" dirty="0">
                    <a:solidFill>
                      <a:srgbClr val="C00000"/>
                    </a:solidFill>
                    <a:effectLst/>
                    <a:latin typeface="微软雅黑" panose="020B0503020204020204" pitchFamily="34" charset="-122"/>
                    <a:ea typeface="微软雅黑" panose="020B0503020204020204" pitchFamily="34" charset="-122"/>
                  </a:rPr>
                  <a:t>b</a:t>
                </a:r>
                <a:r>
                  <a:rPr lang="zh-CN" altLang="en-US" b="0" i="0" dirty="0">
                    <a:solidFill>
                      <a:srgbClr val="C00000"/>
                    </a:solidFill>
                    <a:effectLst/>
                    <a:latin typeface="微软雅黑" panose="020B0503020204020204" pitchFamily="34" charset="-122"/>
                    <a:ea typeface="微软雅黑" panose="020B0503020204020204" pitchFamily="34" charset="-122"/>
                  </a:rPr>
                  <a:t>，则先对 </a:t>
                </a:r>
                <a:r>
                  <a:rPr lang="en-US" altLang="zh-CN" b="0" i="0" dirty="0">
                    <a:solidFill>
                      <a:srgbClr val="C00000"/>
                    </a:solidFill>
                    <a:effectLst/>
                    <a:latin typeface="微软雅黑" panose="020B0503020204020204" pitchFamily="34" charset="-122"/>
                    <a:ea typeface="微软雅黑" panose="020B0503020204020204" pitchFamily="34" charset="-122"/>
                  </a:rPr>
                  <a:t>K </a:t>
                </a:r>
                <a:r>
                  <a:rPr lang="zh-CN" altLang="en-US" b="0" i="0" dirty="0">
                    <a:solidFill>
                      <a:srgbClr val="C00000"/>
                    </a:solidFill>
                    <a:effectLst/>
                    <a:latin typeface="微软雅黑" panose="020B0503020204020204" pitchFamily="34" charset="-122"/>
                    <a:ea typeface="微软雅黑" panose="020B0503020204020204" pitchFamily="34" charset="-122"/>
                  </a:rPr>
                  <a:t>进行一次哈希，再在其右侧或特定规则下补 </a:t>
                </a:r>
                <a:r>
                  <a:rPr lang="en-US" altLang="zh-CN" b="0" i="0" dirty="0">
                    <a:solidFill>
                      <a:srgbClr val="C00000"/>
                    </a:solidFill>
                    <a:effectLst/>
                    <a:latin typeface="微软雅黑" panose="020B0503020204020204" pitchFamily="34" charset="-122"/>
                    <a:ea typeface="微软雅黑" panose="020B0503020204020204" pitchFamily="34" charset="-122"/>
                  </a:rPr>
                  <a:t>0 </a:t>
                </a:r>
                <a:r>
                  <a:rPr lang="zh-CN" altLang="en-US" b="0" i="0" dirty="0">
                    <a:solidFill>
                      <a:srgbClr val="C00000"/>
                    </a:solidFill>
                    <a:effectLst/>
                    <a:latin typeface="微软雅黑" panose="020B0503020204020204" pitchFamily="34" charset="-122"/>
                    <a:ea typeface="微软雅黑" panose="020B0503020204020204" pitchFamily="34" charset="-122"/>
                  </a:rPr>
                  <a:t>凑齐 </a:t>
                </a:r>
                <a:r>
                  <a:rPr lang="en-US" altLang="zh-CN" b="0" i="0" dirty="0">
                    <a:solidFill>
                      <a:srgbClr val="C00000"/>
                    </a:solidFill>
                    <a:effectLst/>
                    <a:latin typeface="微软雅黑" panose="020B0503020204020204" pitchFamily="34" charset="-122"/>
                    <a:ea typeface="微软雅黑" panose="020B0503020204020204" pitchFamily="34" charset="-122"/>
                  </a:rPr>
                  <a:t>b </a:t>
                </a:r>
                <a:r>
                  <a:rPr lang="zh-CN" altLang="en-US" b="0" i="0" dirty="0">
                    <a:solidFill>
                      <a:srgbClr val="C00000"/>
                    </a:solidFill>
                    <a:effectLst/>
                    <a:latin typeface="微软雅黑" panose="020B0503020204020204" pitchFamily="34" charset="-122"/>
                    <a:ea typeface="微软雅黑" panose="020B0503020204020204" pitchFamily="34" charset="-122"/>
                  </a:rPr>
                  <a:t>比特</a:t>
                </a:r>
                <a:endParaRPr lang="zh-CN" altLang="en-US" dirty="0">
                  <a:solidFill>
                    <a:srgbClr val="C00000"/>
                  </a:solidFill>
                  <a:latin typeface="微软雅黑" panose="020B0503020204020204" pitchFamily="34" charset="-122"/>
                  <a:ea typeface="微软雅黑" panose="020B0503020204020204" pitchFamily="34" charset="-122"/>
                </a:endParaRPr>
              </a:p>
            </p:txBody>
          </p:sp>
        </mc:Choice>
        <mc:Fallback>
          <p:sp>
            <p:nvSpPr>
              <p:cNvPr id="6" name="文本框 5"/>
              <p:cNvSpPr txBox="1">
                <a:spLocks noRot="1" noChangeAspect="1" noMove="1" noResize="1" noEditPoints="1" noAdjustHandles="1" noChangeArrowheads="1" noChangeShapeType="1" noTextEdit="1"/>
              </p:cNvSpPr>
              <p:nvPr/>
            </p:nvSpPr>
            <p:spPr>
              <a:xfrm>
                <a:off x="5417914" y="1639634"/>
                <a:ext cx="6096000" cy="646331"/>
              </a:xfrm>
              <a:prstGeom prst="rect">
                <a:avLst/>
              </a:prstGeom>
              <a:blipFill rotWithShape="1">
                <a:blip r:embed="rId1"/>
                <a:stretch>
                  <a:fillRect l="-2" t="-10" r="2" b="93"/>
                </a:stretch>
              </a:blipFill>
            </p:spPr>
            <p:txBody>
              <a:bodyPr/>
              <a:lstStyle/>
              <a:p>
                <a:r>
                  <a:rPr lang="zh-CN" altLang="en-US">
                    <a:noFill/>
                  </a:rPr>
                  <a:t> </a:t>
                </a:r>
              </a:p>
            </p:txBody>
          </p:sp>
        </mc:Fallback>
      </mc:AlternateContent>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t>6.3.1 HMAC</a:t>
            </a:r>
            <a:endParaRPr lang="zh-CN" altLang="en-US" dirty="0"/>
          </a:p>
        </p:txBody>
      </p:sp>
      <p:sp>
        <p:nvSpPr>
          <p:cNvPr id="3" name="内容占位符 2"/>
          <p:cNvSpPr>
            <a:spLocks noGrp="1"/>
          </p:cNvSpPr>
          <p:nvPr>
            <p:ph idx="1"/>
          </p:nvPr>
        </p:nvSpPr>
        <p:spPr/>
        <p:txBody>
          <a:bodyPr>
            <a:normAutofit/>
          </a:bodyPr>
          <a:lstStyle/>
          <a:p>
            <a:pPr>
              <a:lnSpc>
                <a:spcPct val="150000"/>
              </a:lnSpc>
            </a:pPr>
            <a:r>
              <a:rPr lang="en-US" altLang="zh-CN" dirty="0"/>
              <a:t>HMAC</a:t>
            </a:r>
            <a:r>
              <a:rPr lang="zh-CN" altLang="en-US" dirty="0"/>
              <a:t>的定义与特征</a:t>
            </a:r>
            <a:endParaRPr lang="en-US" altLang="zh-CN" dirty="0"/>
          </a:p>
          <a:p>
            <a:pPr lvl="1">
              <a:lnSpc>
                <a:spcPct val="150000"/>
              </a:lnSpc>
              <a:spcBef>
                <a:spcPct val="0"/>
              </a:spcBef>
              <a:buClr>
                <a:schemeClr val="folHlink"/>
              </a:buClr>
              <a:buSzPct val="80000"/>
              <a:buNone/>
            </a:pPr>
            <a:r>
              <a:rPr lang="en-US" altLang="zh-CN" dirty="0">
                <a:sym typeface="Wingdings" panose="05000000000000000000" pitchFamily="2" charset="2"/>
              </a:rPr>
              <a:t></a:t>
            </a:r>
            <a:r>
              <a:rPr lang="zh-CN" altLang="en-US" dirty="0"/>
              <a:t>对密钥</a:t>
            </a:r>
            <a:r>
              <a:rPr lang="en-US" altLang="zh-CN" dirty="0"/>
              <a:t>K</a:t>
            </a:r>
            <a:r>
              <a:rPr lang="zh-CN" altLang="en-US" dirty="0"/>
              <a:t>左边补</a:t>
            </a:r>
            <a:r>
              <a:rPr lang="en-US" altLang="zh-CN" dirty="0"/>
              <a:t>0</a:t>
            </a:r>
            <a:r>
              <a:rPr lang="zh-CN" altLang="en-US" dirty="0"/>
              <a:t>以产生一个</a:t>
            </a:r>
            <a:r>
              <a:rPr lang="en-US" altLang="zh-CN" dirty="0"/>
              <a:t>hash</a:t>
            </a:r>
            <a:r>
              <a:rPr lang="zh-CN" altLang="en-US" dirty="0"/>
              <a:t>用块</a:t>
            </a:r>
            <a:r>
              <a:rPr lang="en-US" altLang="zh-CN" dirty="0"/>
              <a:t>K</a:t>
            </a:r>
            <a:r>
              <a:rPr lang="en-US" altLang="zh-CN" baseline="30000" dirty="0"/>
              <a:t>+</a:t>
            </a:r>
            <a:endParaRPr lang="en-US" altLang="zh-CN" baseline="30000" dirty="0"/>
          </a:p>
          <a:p>
            <a:pPr lvl="1">
              <a:lnSpc>
                <a:spcPct val="150000"/>
              </a:lnSpc>
              <a:spcBef>
                <a:spcPct val="0"/>
              </a:spcBef>
              <a:buClr>
                <a:schemeClr val="folHlink"/>
              </a:buClr>
              <a:buSzPct val="80000"/>
              <a:buNone/>
            </a:pPr>
            <a:r>
              <a:rPr lang="en-US" altLang="zh-CN" dirty="0">
                <a:sym typeface="Wingdings" panose="05000000000000000000" pitchFamily="2" charset="2"/>
              </a:rPr>
              <a:t></a:t>
            </a:r>
            <a:r>
              <a:rPr lang="en-US" altLang="zh-CN" dirty="0"/>
              <a:t>K</a:t>
            </a:r>
            <a:r>
              <a:rPr lang="en-US" altLang="zh-CN" baseline="30000" dirty="0"/>
              <a:t>+</a:t>
            </a:r>
            <a:r>
              <a:rPr lang="zh-CN" altLang="en-US" dirty="0"/>
              <a:t>每个字节与</a:t>
            </a:r>
            <a:r>
              <a:rPr lang="en-US" altLang="zh-CN" dirty="0" err="1"/>
              <a:t>ipad</a:t>
            </a:r>
            <a:r>
              <a:rPr lang="en-US" altLang="zh-CN" dirty="0"/>
              <a:t>(00110110)</a:t>
            </a:r>
            <a:r>
              <a:rPr lang="zh-CN" altLang="en-US" dirty="0"/>
              <a:t>作</a:t>
            </a:r>
            <a:r>
              <a:rPr lang="en-US" altLang="zh-CN" dirty="0"/>
              <a:t>XOR</a:t>
            </a:r>
            <a:r>
              <a:rPr lang="zh-CN" altLang="en-US" dirty="0"/>
              <a:t>以产生</a:t>
            </a:r>
            <a:r>
              <a:rPr lang="en-US" altLang="zh-CN" dirty="0"/>
              <a:t>S</a:t>
            </a:r>
            <a:r>
              <a:rPr lang="en-US" altLang="zh-CN" baseline="-25000" dirty="0"/>
              <a:t>i</a:t>
            </a:r>
            <a:endParaRPr lang="en-US" altLang="zh-CN" baseline="-25000" dirty="0"/>
          </a:p>
          <a:p>
            <a:pPr lvl="1">
              <a:lnSpc>
                <a:spcPct val="150000"/>
              </a:lnSpc>
              <a:spcBef>
                <a:spcPct val="0"/>
              </a:spcBef>
              <a:buClr>
                <a:schemeClr val="folHlink"/>
              </a:buClr>
              <a:buSzPct val="80000"/>
              <a:buNone/>
            </a:pPr>
            <a:r>
              <a:rPr lang="en-US" altLang="zh-CN" dirty="0">
                <a:sym typeface="Wingdings" panose="05000000000000000000" pitchFamily="2" charset="2"/>
              </a:rPr>
              <a:t></a:t>
            </a:r>
            <a:r>
              <a:rPr lang="zh-CN" altLang="en-US" dirty="0"/>
              <a:t>对</a:t>
            </a:r>
            <a:r>
              <a:rPr lang="en-US" altLang="zh-CN" dirty="0"/>
              <a:t>(S</a:t>
            </a:r>
            <a:r>
              <a:rPr lang="en-US" altLang="zh-CN" baseline="-25000" dirty="0"/>
              <a:t>i</a:t>
            </a:r>
            <a:r>
              <a:rPr lang="en-US" altLang="zh-CN" dirty="0"/>
              <a:t>||M)</a:t>
            </a:r>
            <a:r>
              <a:rPr lang="zh-CN" altLang="en-US" dirty="0"/>
              <a:t>进行</a:t>
            </a:r>
            <a:r>
              <a:rPr lang="en-US" altLang="zh-CN" dirty="0"/>
              <a:t>hash</a:t>
            </a:r>
            <a:endParaRPr lang="en-US" altLang="zh-CN" dirty="0"/>
          </a:p>
          <a:p>
            <a:pPr lvl="1">
              <a:lnSpc>
                <a:spcPct val="150000"/>
              </a:lnSpc>
              <a:spcBef>
                <a:spcPct val="0"/>
              </a:spcBef>
              <a:buClr>
                <a:schemeClr val="folHlink"/>
              </a:buClr>
              <a:buSzPct val="80000"/>
              <a:buNone/>
            </a:pPr>
            <a:r>
              <a:rPr lang="en-US" altLang="zh-CN" dirty="0">
                <a:sym typeface="Wingdings" panose="05000000000000000000" pitchFamily="2" charset="2"/>
              </a:rPr>
              <a:t></a:t>
            </a:r>
            <a:r>
              <a:rPr lang="en-US" altLang="zh-CN" dirty="0"/>
              <a:t>K</a:t>
            </a:r>
            <a:r>
              <a:rPr lang="en-US" altLang="zh-CN" baseline="30000" dirty="0"/>
              <a:t>+</a:t>
            </a:r>
            <a:r>
              <a:rPr lang="zh-CN" altLang="en-US" dirty="0"/>
              <a:t>每个字节与</a:t>
            </a:r>
            <a:r>
              <a:rPr lang="en-US" altLang="zh-CN" dirty="0" err="1"/>
              <a:t>opad</a:t>
            </a:r>
            <a:r>
              <a:rPr lang="en-US" altLang="zh-CN" dirty="0"/>
              <a:t>(01011010)</a:t>
            </a:r>
            <a:r>
              <a:rPr lang="zh-CN" altLang="en-US" dirty="0"/>
              <a:t>作</a:t>
            </a:r>
            <a:r>
              <a:rPr lang="en-US" altLang="zh-CN" dirty="0"/>
              <a:t>XOR</a:t>
            </a:r>
            <a:r>
              <a:rPr lang="zh-CN" altLang="en-US" dirty="0"/>
              <a:t>以产生</a:t>
            </a:r>
            <a:r>
              <a:rPr lang="en-US" altLang="zh-CN" dirty="0"/>
              <a:t>S</a:t>
            </a:r>
            <a:r>
              <a:rPr lang="en-US" altLang="zh-CN" baseline="-25000" dirty="0"/>
              <a:t>o</a:t>
            </a:r>
            <a:endParaRPr lang="en-US" altLang="zh-CN" dirty="0"/>
          </a:p>
          <a:p>
            <a:pPr lvl="1">
              <a:lnSpc>
                <a:spcPct val="150000"/>
              </a:lnSpc>
              <a:spcBef>
                <a:spcPct val="0"/>
              </a:spcBef>
              <a:buClr>
                <a:schemeClr val="folHlink"/>
              </a:buClr>
              <a:buSzPct val="80000"/>
              <a:buNone/>
            </a:pPr>
            <a:r>
              <a:rPr lang="en-US" altLang="zh-CN" dirty="0">
                <a:sym typeface="Wingdings" panose="05000000000000000000" pitchFamily="2" charset="2"/>
              </a:rPr>
              <a:t></a:t>
            </a:r>
            <a:r>
              <a:rPr lang="en-US" altLang="zh-CN" dirty="0"/>
              <a:t>HMAC=f[</a:t>
            </a:r>
            <a:r>
              <a:rPr lang="en-US" altLang="zh-CN" dirty="0" err="1"/>
              <a:t>IV,S</a:t>
            </a:r>
            <a:r>
              <a:rPr lang="en-US" altLang="zh-CN" baseline="-25000" dirty="0" err="1"/>
              <a:t>o</a:t>
            </a:r>
            <a:r>
              <a:rPr lang="en-US" altLang="zh-CN" dirty="0"/>
              <a:t>||f(</a:t>
            </a:r>
            <a:r>
              <a:rPr lang="en-US" altLang="zh-CN" dirty="0" err="1"/>
              <a:t>IV,S</a:t>
            </a:r>
            <a:r>
              <a:rPr lang="en-US" altLang="zh-CN" baseline="-25000" dirty="0" err="1"/>
              <a:t>i</a:t>
            </a:r>
            <a:r>
              <a:rPr lang="en-US" altLang="zh-CN" dirty="0"/>
              <a:t>||M)]</a:t>
            </a:r>
            <a:endParaRPr lang="en-US" altLang="zh-CN" dirty="0"/>
          </a:p>
          <a:p>
            <a:pPr>
              <a:lnSpc>
                <a:spcPct val="150000"/>
              </a:lnSpc>
            </a:pPr>
            <a:endParaRPr lang="en-US" altLang="zh-CN" dirty="0"/>
          </a:p>
          <a:p>
            <a:endParaRPr lang="en-US" altLang="zh-CN" dirty="0"/>
          </a:p>
        </p:txBody>
      </p:sp>
      <p:sp>
        <p:nvSpPr>
          <p:cNvPr id="4" name="灯片编号占位符 3"/>
          <p:cNvSpPr>
            <a:spLocks noGrp="1"/>
          </p:cNvSpPr>
          <p:nvPr>
            <p:ph type="sldNum" sz="quarter" idx="12"/>
          </p:nvPr>
        </p:nvSpPr>
        <p:spPr/>
        <p:txBody>
          <a:bodyPr/>
          <a:lstStyle/>
          <a:p>
            <a:fld id="{8D4D1E41-7A09-AB4A-A4E1-09765ADA2698}" type="slidenum">
              <a:rPr kumimoji="1" lang="zh-CN" altLang="en-US" smtClean="0"/>
            </a:fld>
            <a:endParaRPr kumimoji="1" lang="zh-CN" altLang="en-US" dirty="0"/>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a:bodyPr>
          <a:lstStyle/>
          <a:p>
            <a:r>
              <a:rPr lang="en-US" altLang="zh-CN" dirty="0"/>
              <a:t>6.3.2 </a:t>
            </a:r>
            <a:r>
              <a:rPr kumimoji="1" lang="zh-CN" altLang="zh-CN" dirty="0">
                <a:solidFill>
                  <a:prstClr val="black"/>
                </a:solidFill>
              </a:rPr>
              <a:t>基于分组密码的</a:t>
            </a:r>
            <a:r>
              <a:rPr kumimoji="1" lang="en-US" altLang="zh-CN" dirty="0">
                <a:solidFill>
                  <a:prstClr val="black"/>
                </a:solidFill>
              </a:rPr>
              <a:t>MAC</a:t>
            </a:r>
            <a:endParaRPr lang="zh-CN" altLang="en-US" dirty="0"/>
          </a:p>
        </p:txBody>
      </p:sp>
      <p:sp>
        <p:nvSpPr>
          <p:cNvPr id="3" name="内容占位符 2"/>
          <p:cNvSpPr>
            <a:spLocks noGrp="1"/>
          </p:cNvSpPr>
          <p:nvPr>
            <p:ph idx="1"/>
          </p:nvPr>
        </p:nvSpPr>
        <p:spPr/>
        <p:txBody>
          <a:bodyPr>
            <a:normAutofit/>
          </a:bodyPr>
          <a:lstStyle/>
          <a:p>
            <a:pPr>
              <a:lnSpc>
                <a:spcPct val="150000"/>
              </a:lnSpc>
            </a:pPr>
            <a:r>
              <a:rPr lang="en-US" altLang="zh-CN" dirty="0"/>
              <a:t>Data Authentication Algorithm</a:t>
            </a:r>
            <a:endParaRPr lang="en-US" altLang="zh-CN" dirty="0"/>
          </a:p>
          <a:p>
            <a:pPr lvl="1">
              <a:lnSpc>
                <a:spcPct val="150000"/>
              </a:lnSpc>
            </a:pPr>
            <a:r>
              <a:rPr lang="en-US" altLang="zh-CN" dirty="0"/>
              <a:t>FIPS publication (FIPS PUB 113)</a:t>
            </a:r>
            <a:endParaRPr lang="en-US" altLang="zh-CN" dirty="0"/>
          </a:p>
          <a:p>
            <a:pPr lvl="1">
              <a:lnSpc>
                <a:spcPct val="150000"/>
              </a:lnSpc>
            </a:pPr>
            <a:r>
              <a:rPr lang="en-US" altLang="zh-CN" dirty="0"/>
              <a:t>ANSI standard (X9.17)</a:t>
            </a:r>
            <a:endParaRPr lang="en-US" altLang="zh-CN" dirty="0"/>
          </a:p>
          <a:p>
            <a:pPr>
              <a:lnSpc>
                <a:spcPct val="150000"/>
              </a:lnSpc>
            </a:pPr>
            <a:r>
              <a:rPr lang="zh-CN" altLang="en-US" dirty="0"/>
              <a:t>使用</a:t>
            </a:r>
            <a:r>
              <a:rPr lang="en-US" altLang="zh-CN" dirty="0"/>
              <a:t>CBC(Cipher Block Chaining)</a:t>
            </a:r>
            <a:r>
              <a:rPr lang="zh-CN" altLang="en-US" dirty="0"/>
              <a:t>方式，初始向量为</a:t>
            </a:r>
            <a:r>
              <a:rPr lang="en-US" altLang="zh-CN" dirty="0"/>
              <a:t>0</a:t>
            </a:r>
            <a:r>
              <a:rPr lang="zh-CN" altLang="en-US" dirty="0"/>
              <a:t>。</a:t>
            </a:r>
            <a:endParaRPr lang="zh-CN" altLang="en-US" dirty="0"/>
          </a:p>
          <a:p>
            <a:pPr>
              <a:lnSpc>
                <a:spcPct val="150000"/>
              </a:lnSpc>
            </a:pPr>
            <a:r>
              <a:rPr lang="zh-CN" altLang="en-US" dirty="0"/>
              <a:t>最广泛的用法</a:t>
            </a:r>
            <a:endParaRPr lang="zh-CN" altLang="en-US" dirty="0"/>
          </a:p>
          <a:p>
            <a:endParaRPr lang="en-US" altLang="zh-CN" dirty="0"/>
          </a:p>
        </p:txBody>
      </p:sp>
      <p:sp>
        <p:nvSpPr>
          <p:cNvPr id="4" name="灯片编号占位符 3"/>
          <p:cNvSpPr>
            <a:spLocks noGrp="1"/>
          </p:cNvSpPr>
          <p:nvPr>
            <p:ph type="sldNum" sz="quarter" idx="12"/>
          </p:nvPr>
        </p:nvSpPr>
        <p:spPr/>
        <p:txBody>
          <a:bodyPr/>
          <a:lstStyle/>
          <a:p>
            <a:fld id="{8D4D1E41-7A09-AB4A-A4E1-09765ADA2698}" type="slidenum">
              <a:rPr kumimoji="1" lang="zh-CN" altLang="en-US" smtClean="0"/>
            </a:fld>
            <a:endParaRPr kumimoji="1" lang="zh-CN" altLang="en-US" dirty="0"/>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a:bodyPr>
          <a:lstStyle/>
          <a:p>
            <a:r>
              <a:rPr lang="en-US" altLang="zh-CN" dirty="0"/>
              <a:t>6.3.2 </a:t>
            </a:r>
            <a:r>
              <a:rPr kumimoji="1" lang="zh-CN" altLang="zh-CN" dirty="0">
                <a:solidFill>
                  <a:prstClr val="black"/>
                </a:solidFill>
              </a:rPr>
              <a:t>基于分组密码的</a:t>
            </a:r>
            <a:r>
              <a:rPr kumimoji="1" lang="en-US" altLang="zh-CN" dirty="0">
                <a:solidFill>
                  <a:prstClr val="black"/>
                </a:solidFill>
              </a:rPr>
              <a:t>MAC</a:t>
            </a:r>
            <a:endParaRPr lang="zh-CN" altLang="en-US" dirty="0"/>
          </a:p>
        </p:txBody>
      </p:sp>
      <p:sp>
        <p:nvSpPr>
          <p:cNvPr id="3" name="内容占位符 2"/>
          <p:cNvSpPr>
            <a:spLocks noGrp="1"/>
          </p:cNvSpPr>
          <p:nvPr>
            <p:ph idx="1"/>
          </p:nvPr>
        </p:nvSpPr>
        <p:spPr/>
        <p:txBody>
          <a:bodyPr>
            <a:normAutofit fontScale="92500" lnSpcReduction="20000"/>
          </a:bodyPr>
          <a:lstStyle/>
          <a:p>
            <a:pPr>
              <a:lnSpc>
                <a:spcPct val="150000"/>
              </a:lnSpc>
            </a:pPr>
            <a:r>
              <a:rPr lang="zh-CN" altLang="en-US" dirty="0"/>
              <a:t>将数据按</a:t>
            </a:r>
            <a:r>
              <a:rPr lang="en-US" altLang="zh-CN" dirty="0">
                <a:highlight>
                  <a:srgbClr val="FFFF00"/>
                </a:highlight>
              </a:rPr>
              <a:t>64</a:t>
            </a:r>
            <a:r>
              <a:rPr lang="zh-CN" altLang="en-US" dirty="0">
                <a:highlight>
                  <a:srgbClr val="FFFF00"/>
                </a:highlight>
              </a:rPr>
              <a:t>位分组</a:t>
            </a:r>
            <a:r>
              <a:rPr lang="zh-CN" altLang="en-US" dirty="0"/>
              <a:t>，</a:t>
            </a:r>
            <a:r>
              <a:rPr lang="en-US" altLang="zh-CN" dirty="0"/>
              <a:t>D</a:t>
            </a:r>
            <a:r>
              <a:rPr lang="en-US" altLang="zh-CN" sz="2000" dirty="0"/>
              <a:t>1</a:t>
            </a:r>
            <a:r>
              <a:rPr lang="en-US" altLang="zh-CN" dirty="0"/>
              <a:t>, D</a:t>
            </a:r>
            <a:r>
              <a:rPr lang="en-US" altLang="zh-CN" sz="2000" dirty="0"/>
              <a:t>2</a:t>
            </a:r>
            <a:r>
              <a:rPr lang="en-US" altLang="zh-CN" dirty="0"/>
              <a:t>, … , D</a:t>
            </a:r>
            <a:r>
              <a:rPr lang="en-US" altLang="zh-CN" sz="1400" dirty="0"/>
              <a:t>N</a:t>
            </a:r>
            <a:r>
              <a:rPr lang="zh-CN" altLang="en-US" dirty="0"/>
              <a:t>，必要时最后一个数据块</a:t>
            </a:r>
            <a:r>
              <a:rPr lang="zh-CN" altLang="en-US" dirty="0">
                <a:highlight>
                  <a:srgbClr val="FFFF00"/>
                </a:highlight>
              </a:rPr>
              <a:t>用</a:t>
            </a:r>
            <a:r>
              <a:rPr lang="en-US" altLang="zh-CN" dirty="0">
                <a:highlight>
                  <a:srgbClr val="FFFF00"/>
                </a:highlight>
              </a:rPr>
              <a:t>0</a:t>
            </a:r>
            <a:r>
              <a:rPr lang="zh-CN" altLang="en-US" dirty="0">
                <a:highlight>
                  <a:srgbClr val="FFFF00"/>
                </a:highlight>
              </a:rPr>
              <a:t>向右填充</a:t>
            </a:r>
            <a:r>
              <a:rPr lang="zh-CN" altLang="en-US" dirty="0"/>
              <a:t>。</a:t>
            </a:r>
            <a:endParaRPr lang="en-US" altLang="zh-CN" dirty="0"/>
          </a:p>
          <a:p>
            <a:pPr>
              <a:lnSpc>
                <a:spcPct val="150000"/>
              </a:lnSpc>
            </a:pPr>
            <a:r>
              <a:rPr lang="zh-CN" altLang="en-US" dirty="0"/>
              <a:t>运用</a:t>
            </a:r>
            <a:r>
              <a:rPr lang="en-US" altLang="zh-CN" dirty="0"/>
              <a:t>DES</a:t>
            </a:r>
            <a:r>
              <a:rPr lang="zh-CN" altLang="en-US" dirty="0"/>
              <a:t>算法</a:t>
            </a:r>
            <a:r>
              <a:rPr lang="en-US" altLang="zh-CN" dirty="0"/>
              <a:t>E</a:t>
            </a:r>
            <a:r>
              <a:rPr lang="zh-CN" altLang="en-US" dirty="0"/>
              <a:t>，密钥</a:t>
            </a:r>
            <a:r>
              <a:rPr lang="en-US" altLang="zh-CN" dirty="0"/>
              <a:t>K</a:t>
            </a:r>
            <a:r>
              <a:rPr lang="zh-CN" altLang="en-US" dirty="0"/>
              <a:t>，数据鉴别码</a:t>
            </a:r>
            <a:r>
              <a:rPr lang="en-US" altLang="zh-CN" dirty="0"/>
              <a:t>(DAC)</a:t>
            </a:r>
            <a:r>
              <a:rPr lang="zh-CN" altLang="en-US" dirty="0"/>
              <a:t>的计算如下：</a:t>
            </a:r>
            <a:endParaRPr lang="en-US" altLang="zh-CN" dirty="0"/>
          </a:p>
          <a:p>
            <a:pPr>
              <a:spcBef>
                <a:spcPct val="0"/>
              </a:spcBef>
              <a:buFontTx/>
              <a:buNone/>
            </a:pPr>
            <a:r>
              <a:rPr lang="en-US" altLang="zh-CN" dirty="0"/>
              <a:t>		O</a:t>
            </a:r>
            <a:r>
              <a:rPr lang="en-US" altLang="zh-CN" sz="1600" dirty="0"/>
              <a:t>1</a:t>
            </a:r>
            <a:r>
              <a:rPr lang="en-US" altLang="zh-CN" dirty="0"/>
              <a:t> = E</a:t>
            </a:r>
            <a:r>
              <a:rPr lang="en-US" altLang="zh-CN" baseline="-25000" dirty="0"/>
              <a:t>K</a:t>
            </a:r>
            <a:r>
              <a:rPr lang="en-US" altLang="zh-CN" dirty="0"/>
              <a:t>(D</a:t>
            </a:r>
            <a:r>
              <a:rPr lang="en-US" altLang="zh-CN" sz="1600" dirty="0"/>
              <a:t>1</a:t>
            </a:r>
            <a:r>
              <a:rPr lang="en-US" altLang="zh-CN" dirty="0"/>
              <a:t>)</a:t>
            </a:r>
            <a:endParaRPr lang="en-US" altLang="zh-CN" dirty="0"/>
          </a:p>
          <a:p>
            <a:pPr>
              <a:spcBef>
                <a:spcPct val="0"/>
              </a:spcBef>
              <a:buFontTx/>
              <a:buNone/>
            </a:pPr>
            <a:r>
              <a:rPr lang="en-US" altLang="zh-CN" dirty="0"/>
              <a:t>		O</a:t>
            </a:r>
            <a:r>
              <a:rPr lang="en-US" altLang="zh-CN" sz="1800" dirty="0"/>
              <a:t>2</a:t>
            </a:r>
            <a:r>
              <a:rPr lang="en-US" altLang="zh-CN" dirty="0"/>
              <a:t> = E</a:t>
            </a:r>
            <a:r>
              <a:rPr lang="en-US" altLang="zh-CN" baseline="-25000" dirty="0"/>
              <a:t>K</a:t>
            </a:r>
            <a:r>
              <a:rPr lang="en-US" altLang="zh-CN" dirty="0"/>
              <a:t>(D</a:t>
            </a:r>
            <a:r>
              <a:rPr lang="en-US" altLang="zh-CN" sz="1800" dirty="0"/>
              <a:t>2</a:t>
            </a:r>
            <a:r>
              <a:rPr lang="en-US" altLang="zh-CN" dirty="0">
                <a:sym typeface="Symbol" panose="05050102010706020507" pitchFamily="18" charset="2"/>
              </a:rPr>
              <a:t></a:t>
            </a:r>
            <a:r>
              <a:rPr lang="en-US" altLang="zh-CN" dirty="0"/>
              <a:t>O</a:t>
            </a:r>
            <a:r>
              <a:rPr lang="en-US" altLang="zh-CN" sz="1800" dirty="0"/>
              <a:t>1</a:t>
            </a:r>
            <a:r>
              <a:rPr lang="en-US" altLang="zh-CN" dirty="0"/>
              <a:t>)</a:t>
            </a:r>
            <a:endParaRPr lang="en-US" altLang="zh-CN" dirty="0"/>
          </a:p>
          <a:p>
            <a:pPr>
              <a:spcBef>
                <a:spcPct val="0"/>
              </a:spcBef>
              <a:buFontTx/>
              <a:buNone/>
            </a:pPr>
            <a:r>
              <a:rPr lang="en-US" altLang="zh-CN" dirty="0"/>
              <a:t>		O</a:t>
            </a:r>
            <a:r>
              <a:rPr lang="en-US" altLang="zh-CN" sz="1800" dirty="0"/>
              <a:t>3 </a:t>
            </a:r>
            <a:r>
              <a:rPr lang="en-US" altLang="zh-CN" dirty="0"/>
              <a:t>= E</a:t>
            </a:r>
            <a:r>
              <a:rPr lang="en-US" altLang="zh-CN" baseline="-25000" dirty="0"/>
              <a:t>K</a:t>
            </a:r>
            <a:r>
              <a:rPr lang="en-US" altLang="zh-CN" dirty="0"/>
              <a:t>(D</a:t>
            </a:r>
            <a:r>
              <a:rPr lang="en-US" altLang="zh-CN" sz="1800" dirty="0"/>
              <a:t>3</a:t>
            </a:r>
            <a:r>
              <a:rPr lang="en-US" altLang="zh-CN" dirty="0">
                <a:sym typeface="Symbol" panose="05050102010706020507" pitchFamily="18" charset="2"/>
              </a:rPr>
              <a:t></a:t>
            </a:r>
            <a:r>
              <a:rPr lang="en-US" altLang="zh-CN" dirty="0"/>
              <a:t>O</a:t>
            </a:r>
            <a:r>
              <a:rPr lang="en-US" altLang="zh-CN" sz="1800" dirty="0"/>
              <a:t>2</a:t>
            </a:r>
            <a:r>
              <a:rPr lang="en-US" altLang="zh-CN" dirty="0"/>
              <a:t>)</a:t>
            </a:r>
            <a:endParaRPr lang="en-US" altLang="zh-CN" dirty="0"/>
          </a:p>
          <a:p>
            <a:pPr>
              <a:spcBef>
                <a:spcPct val="0"/>
              </a:spcBef>
              <a:buFontTx/>
              <a:buNone/>
            </a:pPr>
            <a:r>
              <a:rPr lang="en-US" altLang="zh-CN" dirty="0"/>
              <a:t>		…</a:t>
            </a:r>
            <a:endParaRPr lang="en-US" altLang="zh-CN" dirty="0"/>
          </a:p>
          <a:p>
            <a:pPr>
              <a:spcBef>
                <a:spcPct val="0"/>
              </a:spcBef>
              <a:buFontTx/>
              <a:buNone/>
            </a:pPr>
            <a:r>
              <a:rPr lang="en-US" altLang="zh-CN" dirty="0"/>
              <a:t>		O</a:t>
            </a:r>
            <a:r>
              <a:rPr lang="en-US" altLang="zh-CN" sz="1800" dirty="0"/>
              <a:t>N</a:t>
            </a:r>
            <a:r>
              <a:rPr lang="en-US" altLang="zh-CN" dirty="0"/>
              <a:t> = E</a:t>
            </a:r>
            <a:r>
              <a:rPr lang="en-US" altLang="zh-CN" baseline="-25000" dirty="0"/>
              <a:t>K</a:t>
            </a:r>
            <a:r>
              <a:rPr lang="en-US" altLang="zh-CN" dirty="0"/>
              <a:t>(D</a:t>
            </a:r>
            <a:r>
              <a:rPr lang="en-US" altLang="zh-CN" sz="1400" dirty="0"/>
              <a:t>N</a:t>
            </a:r>
            <a:r>
              <a:rPr lang="en-US" altLang="zh-CN" dirty="0">
                <a:sym typeface="Symbol" panose="05050102010706020507" pitchFamily="18" charset="2"/>
              </a:rPr>
              <a:t></a:t>
            </a:r>
            <a:r>
              <a:rPr lang="en-US" altLang="zh-CN" dirty="0"/>
              <a:t>O</a:t>
            </a:r>
            <a:r>
              <a:rPr lang="en-US" altLang="zh-CN" sz="1400" dirty="0"/>
              <a:t>N-1</a:t>
            </a:r>
            <a:r>
              <a:rPr lang="en-US" altLang="zh-CN" dirty="0"/>
              <a:t>)</a:t>
            </a:r>
            <a:endParaRPr lang="en-US" altLang="zh-CN" dirty="0"/>
          </a:p>
          <a:p>
            <a:pPr>
              <a:lnSpc>
                <a:spcPct val="150000"/>
              </a:lnSpc>
            </a:pPr>
            <a:r>
              <a:rPr lang="en-US" altLang="zh-CN" dirty="0"/>
              <a:t>M</a:t>
            </a:r>
            <a:r>
              <a:rPr lang="zh-CN" altLang="en-US" dirty="0"/>
              <a:t>的大小可由通信双方约定。美国联邦电信建议采用</a:t>
            </a:r>
            <a:r>
              <a:rPr lang="en-US" altLang="zh-CN" dirty="0"/>
              <a:t>24bit[</a:t>
            </a:r>
            <a:r>
              <a:rPr lang="zh-CN" altLang="en-US" dirty="0"/>
              <a:t>见</a:t>
            </a:r>
            <a:r>
              <a:rPr lang="en-US" altLang="zh-CN" dirty="0"/>
              <a:t>FTSC-1026],</a:t>
            </a:r>
            <a:r>
              <a:rPr lang="zh-CN" altLang="en-US" dirty="0"/>
              <a:t>而美国金融系统采用</a:t>
            </a:r>
            <a:r>
              <a:rPr lang="en-US" altLang="zh-CN" dirty="0"/>
              <a:t>32bit [ABA,1986]</a:t>
            </a:r>
            <a:endParaRPr lang="en-US" altLang="zh-CN" dirty="0"/>
          </a:p>
        </p:txBody>
      </p:sp>
      <p:sp>
        <p:nvSpPr>
          <p:cNvPr id="4" name="灯片编号占位符 3"/>
          <p:cNvSpPr>
            <a:spLocks noGrp="1"/>
          </p:cNvSpPr>
          <p:nvPr>
            <p:ph type="sldNum" sz="quarter" idx="12"/>
          </p:nvPr>
        </p:nvSpPr>
        <p:spPr/>
        <p:txBody>
          <a:bodyPr/>
          <a:lstStyle/>
          <a:p>
            <a:fld id="{8D4D1E41-7A09-AB4A-A4E1-09765ADA2698}" type="slidenum">
              <a:rPr kumimoji="1" lang="zh-CN" altLang="en-US" smtClean="0"/>
            </a:fld>
            <a:endParaRPr kumimoji="1" lang="zh-CN" altLang="en-US" dirty="0"/>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a:bodyPr>
          <a:lstStyle/>
          <a:p>
            <a:r>
              <a:rPr lang="en-US" altLang="zh-CN" dirty="0"/>
              <a:t>6.3.2 </a:t>
            </a:r>
            <a:r>
              <a:rPr kumimoji="1" lang="zh-CN" altLang="zh-CN" dirty="0">
                <a:solidFill>
                  <a:prstClr val="black"/>
                </a:solidFill>
              </a:rPr>
              <a:t>基于分组密码的</a:t>
            </a:r>
            <a:r>
              <a:rPr kumimoji="1" lang="en-US" altLang="zh-CN" dirty="0">
                <a:solidFill>
                  <a:prstClr val="black"/>
                </a:solidFill>
              </a:rPr>
              <a:t>MAC</a:t>
            </a:r>
            <a:endParaRPr lang="zh-CN" altLang="en-US" dirty="0"/>
          </a:p>
        </p:txBody>
      </p:sp>
      <p:sp>
        <p:nvSpPr>
          <p:cNvPr id="4" name="灯片编号占位符 3"/>
          <p:cNvSpPr>
            <a:spLocks noGrp="1"/>
          </p:cNvSpPr>
          <p:nvPr>
            <p:ph type="sldNum" sz="quarter" idx="12"/>
          </p:nvPr>
        </p:nvSpPr>
        <p:spPr/>
        <p:txBody>
          <a:bodyPr/>
          <a:lstStyle/>
          <a:p>
            <a:fld id="{8D4D1E41-7A09-AB4A-A4E1-09765ADA2698}" type="slidenum">
              <a:rPr kumimoji="1" lang="zh-CN" altLang="en-US" smtClean="0"/>
            </a:fld>
            <a:endParaRPr kumimoji="1" lang="zh-CN" altLang="en-US" dirty="0"/>
          </a:p>
        </p:txBody>
      </p:sp>
      <p:grpSp>
        <p:nvGrpSpPr>
          <p:cNvPr id="5" name="组合 4"/>
          <p:cNvGrpSpPr/>
          <p:nvPr/>
        </p:nvGrpSpPr>
        <p:grpSpPr>
          <a:xfrm>
            <a:off x="834076" y="1506343"/>
            <a:ext cx="10395857" cy="4724400"/>
            <a:chOff x="0" y="727075"/>
            <a:chExt cx="8896350" cy="6019800"/>
          </a:xfrm>
        </p:grpSpPr>
        <p:sp>
          <p:nvSpPr>
            <p:cNvPr id="6" name="Rectangle 2"/>
            <p:cNvSpPr>
              <a:spLocks noChangeArrowheads="1"/>
            </p:cNvSpPr>
            <p:nvPr/>
          </p:nvSpPr>
          <p:spPr bwMode="ltGray">
            <a:xfrm>
              <a:off x="544513" y="1219200"/>
              <a:ext cx="1408112" cy="838200"/>
            </a:xfrm>
            <a:prstGeom prst="rect">
              <a:avLst/>
            </a:prstGeom>
            <a:solidFill>
              <a:srgbClr val="B2B2B2"/>
            </a:solidFill>
            <a:ln w="9525" cap="rnd">
              <a:solidFill>
                <a:srgbClr val="000000"/>
              </a:solidFill>
              <a:miter lim="800000"/>
            </a:ln>
          </p:spPr>
          <p:txBody>
            <a:bodyPr wrap="none" anchor="ctr"/>
            <a:lstStyle>
              <a:lvl1pPr>
                <a:spcBef>
                  <a:spcPct val="20000"/>
                </a:spcBef>
                <a:buChar char="•"/>
                <a:defRPr kumimoji="1" sz="3200" b="1">
                  <a:solidFill>
                    <a:srgbClr val="000066"/>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b="1">
                  <a:solidFill>
                    <a:srgbClr val="000066"/>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b="1">
                  <a:solidFill>
                    <a:srgbClr val="000066"/>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b="1">
                  <a:solidFill>
                    <a:srgbClr val="000066"/>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b="1">
                  <a:solidFill>
                    <a:srgbClr val="000066"/>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b="1">
                  <a:solidFill>
                    <a:srgbClr val="000066"/>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b="1">
                  <a:solidFill>
                    <a:srgbClr val="000066"/>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b="1">
                  <a:solidFill>
                    <a:srgbClr val="000066"/>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b="1">
                  <a:solidFill>
                    <a:srgbClr val="000066"/>
                  </a:solidFill>
                  <a:latin typeface="Times New Roman" panose="02020603050405020304" pitchFamily="18" charset="0"/>
                  <a:ea typeface="宋体" panose="02010600030101010101" pitchFamily="2" charset="-122"/>
                </a:defRPr>
              </a:lvl9pPr>
            </a:lstStyle>
            <a:p>
              <a:pPr marL="0" marR="0" lvl="0" indent="0" algn="ctr" defTabSz="914400" eaLnBrk="0" fontAlgn="base" latinLnBrk="0" hangingPunct="0">
                <a:lnSpc>
                  <a:spcPct val="100000"/>
                </a:lnSpc>
                <a:spcBef>
                  <a:spcPct val="0"/>
                </a:spcBef>
                <a:spcAft>
                  <a:spcPct val="0"/>
                </a:spcAft>
                <a:buClrTx/>
                <a:buSzTx/>
                <a:buFontTx/>
                <a:buNone/>
                <a:defRPr/>
              </a:pPr>
              <a:r>
                <a:rPr kumimoji="1" lang="en-US" altLang="zh-CN" sz="2400" b="1" i="0" u="none" strike="noStrike" kern="0" cap="none" spc="0" normalizeH="0" baseline="0" noProof="0">
                  <a:ln>
                    <a:noFill/>
                  </a:ln>
                  <a:solidFill>
                    <a:srgbClr val="000066"/>
                  </a:solidFill>
                  <a:effectLst/>
                  <a:uLnTx/>
                  <a:uFillTx/>
                  <a:latin typeface="Times New Roman" panose="02020603050405020304" pitchFamily="18" charset="0"/>
                  <a:ea typeface="宋体" panose="02010600030101010101" pitchFamily="2" charset="-122"/>
                </a:rPr>
                <a:t>D</a:t>
              </a:r>
              <a:r>
                <a:rPr kumimoji="1" lang="en-US" altLang="zh-CN" sz="1400" b="1" i="0" u="none" strike="noStrike" kern="0" cap="none" spc="0" normalizeH="0" baseline="0" noProof="0">
                  <a:ln>
                    <a:noFill/>
                  </a:ln>
                  <a:solidFill>
                    <a:srgbClr val="000066"/>
                  </a:solidFill>
                  <a:effectLst/>
                  <a:uLnTx/>
                  <a:uFillTx/>
                  <a:latin typeface="Times New Roman" panose="02020603050405020304" pitchFamily="18" charset="0"/>
                  <a:ea typeface="宋体" panose="02010600030101010101" pitchFamily="2" charset="-122"/>
                </a:rPr>
                <a:t>1</a:t>
              </a:r>
              <a:endParaRPr kumimoji="1" lang="en-US" altLang="zh-CN" sz="2400" b="1" i="0" u="none" strike="noStrike" kern="0" cap="none" spc="0" normalizeH="0" baseline="0" noProof="0">
                <a:ln>
                  <a:noFill/>
                </a:ln>
                <a:solidFill>
                  <a:srgbClr val="000066"/>
                </a:solidFill>
                <a:effectLst/>
                <a:uLnTx/>
                <a:uFillTx/>
                <a:latin typeface="Times New Roman" panose="02020603050405020304" pitchFamily="18" charset="0"/>
                <a:ea typeface="宋体" panose="02010600030101010101" pitchFamily="2" charset="-122"/>
              </a:endParaRPr>
            </a:p>
            <a:p>
              <a:pPr marL="0" marR="0" lvl="0" indent="0" algn="ctr" defTabSz="914400" eaLnBrk="0" fontAlgn="base" latinLnBrk="0" hangingPunct="0">
                <a:lnSpc>
                  <a:spcPct val="100000"/>
                </a:lnSpc>
                <a:spcBef>
                  <a:spcPct val="0"/>
                </a:spcBef>
                <a:spcAft>
                  <a:spcPct val="0"/>
                </a:spcAft>
                <a:buClrTx/>
                <a:buSzTx/>
                <a:buFontTx/>
                <a:buNone/>
                <a:defRPr/>
              </a:pPr>
              <a:r>
                <a:rPr kumimoji="1" lang="en-US" altLang="zh-CN" sz="2400" b="1" i="0" u="none" strike="noStrike" kern="0" cap="none" spc="0" normalizeH="0" baseline="0" noProof="0">
                  <a:ln>
                    <a:noFill/>
                  </a:ln>
                  <a:solidFill>
                    <a:srgbClr val="000066"/>
                  </a:solidFill>
                  <a:effectLst/>
                  <a:uLnTx/>
                  <a:uFillTx/>
                  <a:latin typeface="Times New Roman" panose="02020603050405020304" pitchFamily="18" charset="0"/>
                  <a:ea typeface="宋体" panose="02010600030101010101" pitchFamily="2" charset="-122"/>
                </a:rPr>
                <a:t>(64bits)</a:t>
              </a:r>
              <a:endParaRPr kumimoji="1" lang="en-US" altLang="zh-CN" sz="2400" b="1" i="0" u="none" strike="noStrike" kern="0" cap="none" spc="0" normalizeH="0" baseline="0" noProof="0">
                <a:ln>
                  <a:noFill/>
                </a:ln>
                <a:solidFill>
                  <a:srgbClr val="000066"/>
                </a:solidFill>
                <a:effectLst/>
                <a:uLnTx/>
                <a:uFillTx/>
                <a:latin typeface="Times New Roman" panose="02020603050405020304" pitchFamily="18" charset="0"/>
                <a:ea typeface="宋体" panose="02010600030101010101" pitchFamily="2" charset="-122"/>
              </a:endParaRPr>
            </a:p>
          </p:txBody>
        </p:sp>
        <p:sp>
          <p:nvSpPr>
            <p:cNvPr id="7" name="Text Box 3"/>
            <p:cNvSpPr txBox="1">
              <a:spLocks noChangeArrowheads="1"/>
            </p:cNvSpPr>
            <p:nvPr/>
          </p:nvSpPr>
          <p:spPr bwMode="ltGray">
            <a:xfrm>
              <a:off x="530225" y="727075"/>
              <a:ext cx="1338263"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kumimoji="1" sz="3200" b="1">
                  <a:solidFill>
                    <a:srgbClr val="000066"/>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b="1">
                  <a:solidFill>
                    <a:srgbClr val="000066"/>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b="1">
                  <a:solidFill>
                    <a:srgbClr val="000066"/>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b="1">
                  <a:solidFill>
                    <a:srgbClr val="000066"/>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b="1">
                  <a:solidFill>
                    <a:srgbClr val="000066"/>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b="1">
                  <a:solidFill>
                    <a:srgbClr val="000066"/>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b="1">
                  <a:solidFill>
                    <a:srgbClr val="000066"/>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b="1">
                  <a:solidFill>
                    <a:srgbClr val="000066"/>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b="1">
                  <a:solidFill>
                    <a:srgbClr val="000066"/>
                  </a:solidFill>
                  <a:latin typeface="Times New Roman" panose="02020603050405020304" pitchFamily="18" charset="0"/>
                  <a:ea typeface="宋体" panose="02010600030101010101" pitchFamily="2" charset="-122"/>
                </a:defRPr>
              </a:lvl9pPr>
            </a:lstStyle>
            <a:p>
              <a:pPr marL="0" marR="0" lvl="0" indent="0" defTabSz="914400" eaLnBrk="0" fontAlgn="base" latinLnBrk="0" hangingPunct="0">
                <a:lnSpc>
                  <a:spcPct val="100000"/>
                </a:lnSpc>
                <a:spcBef>
                  <a:spcPct val="0"/>
                </a:spcBef>
                <a:spcAft>
                  <a:spcPct val="0"/>
                </a:spcAft>
                <a:buClrTx/>
                <a:buSzTx/>
                <a:buFontTx/>
                <a:buNone/>
                <a:defRPr/>
              </a:pPr>
              <a:r>
                <a:rPr kumimoji="1" lang="en-US" altLang="zh-CN" sz="2400" b="1" i="0" u="none" strike="noStrike" kern="0" cap="none" spc="0" normalizeH="0" baseline="0" noProof="0" dirty="0">
                  <a:ln>
                    <a:noFill/>
                  </a:ln>
                  <a:solidFill>
                    <a:srgbClr val="000066"/>
                  </a:solidFill>
                  <a:effectLst/>
                  <a:uLnTx/>
                  <a:uFillTx/>
                  <a:latin typeface="Times New Roman" panose="02020603050405020304" pitchFamily="18" charset="0"/>
                  <a:ea typeface="宋体" panose="02010600030101010101" pitchFamily="2" charset="-122"/>
                </a:rPr>
                <a:t>Time = 1</a:t>
              </a:r>
              <a:endParaRPr kumimoji="1" lang="en-US" altLang="zh-CN" sz="2400" b="1" i="0" u="none" strike="noStrike" kern="0" cap="none" spc="0" normalizeH="0" baseline="0" noProof="0" dirty="0">
                <a:ln>
                  <a:noFill/>
                </a:ln>
                <a:solidFill>
                  <a:srgbClr val="000066"/>
                </a:solidFill>
                <a:effectLst/>
                <a:uLnTx/>
                <a:uFillTx/>
                <a:latin typeface="Times New Roman" panose="02020603050405020304" pitchFamily="18" charset="0"/>
                <a:ea typeface="宋体" panose="02010600030101010101" pitchFamily="2" charset="-122"/>
              </a:endParaRPr>
            </a:p>
          </p:txBody>
        </p:sp>
        <p:sp>
          <p:nvSpPr>
            <p:cNvPr id="8" name="Oval 4"/>
            <p:cNvSpPr>
              <a:spLocks noChangeArrowheads="1"/>
            </p:cNvSpPr>
            <p:nvPr/>
          </p:nvSpPr>
          <p:spPr bwMode="ltGray">
            <a:xfrm>
              <a:off x="615950" y="3048000"/>
              <a:ext cx="1265238" cy="685800"/>
            </a:xfrm>
            <a:prstGeom prst="ellipse">
              <a:avLst/>
            </a:prstGeom>
            <a:solidFill>
              <a:srgbClr val="B2B2B2"/>
            </a:solidFill>
            <a:ln w="9525" cap="rnd">
              <a:solidFill>
                <a:srgbClr val="000000"/>
              </a:solidFill>
              <a:round/>
            </a:ln>
          </p:spPr>
          <p:txBody>
            <a:bodyPr wrap="none" anchor="ctr"/>
            <a:lstStyle>
              <a:lvl1pPr>
                <a:spcBef>
                  <a:spcPct val="20000"/>
                </a:spcBef>
                <a:buChar char="•"/>
                <a:defRPr kumimoji="1" sz="3200" b="1">
                  <a:solidFill>
                    <a:srgbClr val="000066"/>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b="1">
                  <a:solidFill>
                    <a:srgbClr val="000066"/>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b="1">
                  <a:solidFill>
                    <a:srgbClr val="000066"/>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b="1">
                  <a:solidFill>
                    <a:srgbClr val="000066"/>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b="1">
                  <a:solidFill>
                    <a:srgbClr val="000066"/>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b="1">
                  <a:solidFill>
                    <a:srgbClr val="000066"/>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b="1">
                  <a:solidFill>
                    <a:srgbClr val="000066"/>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b="1">
                  <a:solidFill>
                    <a:srgbClr val="000066"/>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b="1">
                  <a:solidFill>
                    <a:srgbClr val="000066"/>
                  </a:solidFill>
                  <a:latin typeface="Times New Roman" panose="02020603050405020304" pitchFamily="18" charset="0"/>
                  <a:ea typeface="宋体" panose="02010600030101010101" pitchFamily="2" charset="-122"/>
                </a:defRPr>
              </a:lvl9pPr>
            </a:lstStyle>
            <a:p>
              <a:pPr marL="0" marR="0" lvl="0" indent="0" algn="ctr" defTabSz="914400" eaLnBrk="0" fontAlgn="base" latinLnBrk="0" hangingPunct="0">
                <a:lnSpc>
                  <a:spcPct val="100000"/>
                </a:lnSpc>
                <a:spcBef>
                  <a:spcPct val="0"/>
                </a:spcBef>
                <a:spcAft>
                  <a:spcPct val="0"/>
                </a:spcAft>
                <a:buClrTx/>
                <a:buSzTx/>
                <a:buFontTx/>
                <a:buNone/>
                <a:defRPr/>
              </a:pPr>
              <a:r>
                <a:rPr kumimoji="1" lang="en-US" altLang="zh-CN" sz="2000" b="1" i="0" u="none" strike="noStrike" kern="0" cap="none" spc="0" normalizeH="0" baseline="0" noProof="0">
                  <a:ln>
                    <a:noFill/>
                  </a:ln>
                  <a:solidFill>
                    <a:srgbClr val="000066"/>
                  </a:solidFill>
                  <a:effectLst/>
                  <a:uLnTx/>
                  <a:uFillTx/>
                  <a:latin typeface="Times New Roman" panose="02020603050405020304" pitchFamily="18" charset="0"/>
                  <a:ea typeface="宋体" panose="02010600030101010101" pitchFamily="2" charset="-122"/>
                </a:rPr>
                <a:t>DES</a:t>
              </a:r>
              <a:endParaRPr kumimoji="1" lang="en-US" altLang="zh-CN" sz="2000" b="1" i="0" u="none" strike="noStrike" kern="0" cap="none" spc="0" normalizeH="0" baseline="0" noProof="0">
                <a:ln>
                  <a:noFill/>
                </a:ln>
                <a:solidFill>
                  <a:srgbClr val="000066"/>
                </a:solidFill>
                <a:effectLst/>
                <a:uLnTx/>
                <a:uFillTx/>
                <a:latin typeface="Times New Roman" panose="02020603050405020304" pitchFamily="18" charset="0"/>
                <a:ea typeface="宋体" panose="02010600030101010101" pitchFamily="2" charset="-122"/>
              </a:endParaRPr>
            </a:p>
            <a:p>
              <a:pPr marL="0" marR="0" lvl="0" indent="0" algn="ctr" defTabSz="914400" eaLnBrk="0" fontAlgn="base" latinLnBrk="0" hangingPunct="0">
                <a:lnSpc>
                  <a:spcPct val="100000"/>
                </a:lnSpc>
                <a:spcBef>
                  <a:spcPct val="0"/>
                </a:spcBef>
                <a:spcAft>
                  <a:spcPct val="0"/>
                </a:spcAft>
                <a:buClrTx/>
                <a:buSzTx/>
                <a:buFontTx/>
                <a:buNone/>
                <a:defRPr/>
              </a:pPr>
              <a:r>
                <a:rPr kumimoji="1" lang="en-US" altLang="zh-CN" sz="2000" b="1" i="0" u="none" strike="noStrike" kern="0" cap="none" spc="0" normalizeH="0" baseline="0" noProof="0">
                  <a:ln>
                    <a:noFill/>
                  </a:ln>
                  <a:solidFill>
                    <a:srgbClr val="000066"/>
                  </a:solidFill>
                  <a:effectLst/>
                  <a:uLnTx/>
                  <a:uFillTx/>
                  <a:latin typeface="Times New Roman" panose="02020603050405020304" pitchFamily="18" charset="0"/>
                  <a:ea typeface="宋体" panose="02010600030101010101" pitchFamily="2" charset="-122"/>
                </a:rPr>
                <a:t>encrypt</a:t>
              </a:r>
              <a:endParaRPr kumimoji="1" lang="en-US" altLang="zh-CN" sz="2000" b="1" i="0" u="none" strike="noStrike" kern="0" cap="none" spc="0" normalizeH="0" baseline="0" noProof="0">
                <a:ln>
                  <a:noFill/>
                </a:ln>
                <a:solidFill>
                  <a:srgbClr val="000066"/>
                </a:solidFill>
                <a:effectLst/>
                <a:uLnTx/>
                <a:uFillTx/>
                <a:latin typeface="Times New Roman" panose="02020603050405020304" pitchFamily="18" charset="0"/>
                <a:ea typeface="宋体" panose="02010600030101010101" pitchFamily="2" charset="-122"/>
              </a:endParaRPr>
            </a:p>
          </p:txBody>
        </p:sp>
        <p:sp>
          <p:nvSpPr>
            <p:cNvPr id="9" name="Line 5"/>
            <p:cNvSpPr>
              <a:spLocks noChangeShapeType="1"/>
            </p:cNvSpPr>
            <p:nvPr/>
          </p:nvSpPr>
          <p:spPr bwMode="ltGray">
            <a:xfrm>
              <a:off x="263525" y="3352800"/>
              <a:ext cx="352425" cy="0"/>
            </a:xfrm>
            <a:prstGeom prst="line">
              <a:avLst/>
            </a:prstGeom>
            <a:noFill/>
            <a:ln w="9525" cap="rnd">
              <a:solidFill>
                <a:srgbClr val="00CC99"/>
              </a:solidFill>
              <a:round/>
              <a:tailEnd type="triangle" w="med" len="med"/>
            </a:ln>
            <a:extLst>
              <a:ext uri="{909E8E84-426E-40DD-AFC4-6F175D3DCCD1}">
                <a14:hiddenFill xmlns:a14="http://schemas.microsoft.com/office/drawing/2010/main">
                  <a:noFill/>
                </a14:hiddenFill>
              </a:ext>
            </a:extLst>
          </p:spPr>
          <p:txBody>
            <a:bodyPr wrap="none" anchor="ctr"/>
            <a:lstStyle/>
            <a:p>
              <a:pPr marL="0" marR="0" lvl="0" indent="0" defTabSz="914400" eaLnBrk="0" fontAlgn="base" latinLnBrk="0" hangingPunct="0">
                <a:lnSpc>
                  <a:spcPct val="100000"/>
                </a:lnSpc>
                <a:spcBef>
                  <a:spcPct val="0"/>
                </a:spcBef>
                <a:spcAft>
                  <a:spcPct val="0"/>
                </a:spcAft>
                <a:buClrTx/>
                <a:buSzTx/>
                <a:buFontTx/>
                <a:buNone/>
                <a:defRPr/>
              </a:pPr>
              <a:endParaRPr kumimoji="1" lang="zh-CN" altLang="en-US" sz="2400" b="1" i="0" u="none" strike="noStrike" kern="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endParaRPr>
            </a:p>
          </p:txBody>
        </p:sp>
        <p:sp>
          <p:nvSpPr>
            <p:cNvPr id="10" name="Text Box 6"/>
            <p:cNvSpPr txBox="1">
              <a:spLocks noChangeArrowheads="1"/>
            </p:cNvSpPr>
            <p:nvPr/>
          </p:nvSpPr>
          <p:spPr bwMode="ltGray">
            <a:xfrm>
              <a:off x="0" y="3184525"/>
              <a:ext cx="1000125" cy="7016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kumimoji="1" sz="3200" b="1">
                  <a:solidFill>
                    <a:srgbClr val="000066"/>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b="1">
                  <a:solidFill>
                    <a:srgbClr val="000066"/>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b="1">
                  <a:solidFill>
                    <a:srgbClr val="000066"/>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b="1">
                  <a:solidFill>
                    <a:srgbClr val="000066"/>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b="1">
                  <a:solidFill>
                    <a:srgbClr val="000066"/>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b="1">
                  <a:solidFill>
                    <a:srgbClr val="000066"/>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b="1">
                  <a:solidFill>
                    <a:srgbClr val="000066"/>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b="1">
                  <a:solidFill>
                    <a:srgbClr val="000066"/>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b="1">
                  <a:solidFill>
                    <a:srgbClr val="000066"/>
                  </a:solidFill>
                  <a:latin typeface="Times New Roman" panose="02020603050405020304" pitchFamily="18" charset="0"/>
                  <a:ea typeface="宋体" panose="02010600030101010101" pitchFamily="2" charset="-122"/>
                </a:defRPr>
              </a:lvl9pPr>
            </a:lstStyle>
            <a:p>
              <a:pPr marL="0" marR="0" lvl="0" indent="0" defTabSz="914400" eaLnBrk="0" fontAlgn="base" latinLnBrk="0" hangingPunct="0">
                <a:lnSpc>
                  <a:spcPct val="100000"/>
                </a:lnSpc>
                <a:spcBef>
                  <a:spcPct val="0"/>
                </a:spcBef>
                <a:spcAft>
                  <a:spcPct val="0"/>
                </a:spcAft>
                <a:buClrTx/>
                <a:buSzTx/>
                <a:buFontTx/>
                <a:buNone/>
                <a:defRPr/>
              </a:pPr>
              <a:r>
                <a:rPr kumimoji="1" lang="en-US" altLang="zh-CN" sz="2000" b="1" i="0" u="none" strike="noStrike" kern="0" cap="none" spc="0" normalizeH="0" baseline="0" noProof="0">
                  <a:ln>
                    <a:noFill/>
                  </a:ln>
                  <a:solidFill>
                    <a:srgbClr val="000066"/>
                  </a:solidFill>
                  <a:effectLst/>
                  <a:uLnTx/>
                  <a:uFillTx/>
                  <a:latin typeface="Times New Roman" panose="02020603050405020304" pitchFamily="18" charset="0"/>
                  <a:ea typeface="宋体" panose="02010600030101010101" pitchFamily="2" charset="-122"/>
                </a:rPr>
                <a:t>K</a:t>
              </a:r>
              <a:endParaRPr kumimoji="1" lang="en-US" altLang="zh-CN" sz="2000" b="1" i="0" u="none" strike="noStrike" kern="0" cap="none" spc="0" normalizeH="0" baseline="0" noProof="0">
                <a:ln>
                  <a:noFill/>
                </a:ln>
                <a:solidFill>
                  <a:srgbClr val="000066"/>
                </a:solidFill>
                <a:effectLst/>
                <a:uLnTx/>
                <a:uFillTx/>
                <a:latin typeface="Times New Roman" panose="02020603050405020304" pitchFamily="18" charset="0"/>
                <a:ea typeface="宋体" panose="02010600030101010101" pitchFamily="2" charset="-122"/>
              </a:endParaRPr>
            </a:p>
            <a:p>
              <a:pPr marL="0" marR="0" lvl="0" indent="0" defTabSz="914400" eaLnBrk="0" fontAlgn="base" latinLnBrk="0" hangingPunct="0">
                <a:lnSpc>
                  <a:spcPct val="100000"/>
                </a:lnSpc>
                <a:spcBef>
                  <a:spcPct val="0"/>
                </a:spcBef>
                <a:spcAft>
                  <a:spcPct val="0"/>
                </a:spcAft>
                <a:buClrTx/>
                <a:buSzTx/>
                <a:buFontTx/>
                <a:buNone/>
                <a:defRPr/>
              </a:pPr>
              <a:r>
                <a:rPr kumimoji="1" lang="en-US" altLang="zh-CN" sz="2000" b="1" i="0" u="none" strike="noStrike" kern="0" cap="none" spc="0" normalizeH="0" baseline="0" noProof="0">
                  <a:ln>
                    <a:noFill/>
                  </a:ln>
                  <a:solidFill>
                    <a:srgbClr val="000066"/>
                  </a:solidFill>
                  <a:effectLst/>
                  <a:uLnTx/>
                  <a:uFillTx/>
                  <a:latin typeface="Times New Roman" panose="02020603050405020304" pitchFamily="18" charset="0"/>
                  <a:ea typeface="宋体" panose="02010600030101010101" pitchFamily="2" charset="-122"/>
                </a:rPr>
                <a:t>(56bits)</a:t>
              </a:r>
              <a:endParaRPr kumimoji="1" lang="en-US" altLang="zh-CN" sz="2000" b="1" i="0" u="none" strike="noStrike" kern="0" cap="none" spc="0" normalizeH="0" baseline="0" noProof="0">
                <a:ln>
                  <a:noFill/>
                </a:ln>
                <a:solidFill>
                  <a:srgbClr val="000066"/>
                </a:solidFill>
                <a:effectLst/>
                <a:uLnTx/>
                <a:uFillTx/>
                <a:latin typeface="Times New Roman" panose="02020603050405020304" pitchFamily="18" charset="0"/>
                <a:ea typeface="宋体" panose="02010600030101010101" pitchFamily="2" charset="-122"/>
              </a:endParaRPr>
            </a:p>
          </p:txBody>
        </p:sp>
        <p:sp>
          <p:nvSpPr>
            <p:cNvPr id="11" name="Rectangle 7"/>
            <p:cNvSpPr>
              <a:spLocks noChangeArrowheads="1"/>
            </p:cNvSpPr>
            <p:nvPr/>
          </p:nvSpPr>
          <p:spPr bwMode="ltGray">
            <a:xfrm>
              <a:off x="544513" y="4953000"/>
              <a:ext cx="1408112" cy="838200"/>
            </a:xfrm>
            <a:prstGeom prst="rect">
              <a:avLst/>
            </a:prstGeom>
            <a:solidFill>
              <a:srgbClr val="B2B2B2"/>
            </a:solidFill>
            <a:ln w="9525" cap="rnd">
              <a:solidFill>
                <a:srgbClr val="000000"/>
              </a:solidFill>
              <a:miter lim="800000"/>
            </a:ln>
          </p:spPr>
          <p:txBody>
            <a:bodyPr wrap="none" anchor="ctr"/>
            <a:lstStyle>
              <a:lvl1pPr>
                <a:spcBef>
                  <a:spcPct val="20000"/>
                </a:spcBef>
                <a:buChar char="•"/>
                <a:defRPr kumimoji="1" sz="3200" b="1">
                  <a:solidFill>
                    <a:srgbClr val="000066"/>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b="1">
                  <a:solidFill>
                    <a:srgbClr val="000066"/>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b="1">
                  <a:solidFill>
                    <a:srgbClr val="000066"/>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b="1">
                  <a:solidFill>
                    <a:srgbClr val="000066"/>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b="1">
                  <a:solidFill>
                    <a:srgbClr val="000066"/>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b="1">
                  <a:solidFill>
                    <a:srgbClr val="000066"/>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b="1">
                  <a:solidFill>
                    <a:srgbClr val="000066"/>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b="1">
                  <a:solidFill>
                    <a:srgbClr val="000066"/>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b="1">
                  <a:solidFill>
                    <a:srgbClr val="000066"/>
                  </a:solidFill>
                  <a:latin typeface="Times New Roman" panose="02020603050405020304" pitchFamily="18" charset="0"/>
                  <a:ea typeface="宋体" panose="02010600030101010101" pitchFamily="2" charset="-122"/>
                </a:defRPr>
              </a:lvl9pPr>
            </a:lstStyle>
            <a:p>
              <a:pPr marL="0" marR="0" lvl="0" indent="0" algn="ctr" defTabSz="914400" eaLnBrk="0" fontAlgn="base" latinLnBrk="0" hangingPunct="0">
                <a:lnSpc>
                  <a:spcPct val="100000"/>
                </a:lnSpc>
                <a:spcBef>
                  <a:spcPct val="0"/>
                </a:spcBef>
                <a:spcAft>
                  <a:spcPct val="0"/>
                </a:spcAft>
                <a:buClrTx/>
                <a:buSzTx/>
                <a:buFontTx/>
                <a:buNone/>
                <a:defRPr/>
              </a:pPr>
              <a:r>
                <a:rPr kumimoji="1" lang="en-US" altLang="zh-CN" sz="2400" b="1" i="0" u="none" strike="noStrike" kern="0" cap="none" spc="0" normalizeH="0" baseline="0" noProof="0" dirty="0">
                  <a:ln>
                    <a:noFill/>
                  </a:ln>
                  <a:solidFill>
                    <a:srgbClr val="000066"/>
                  </a:solidFill>
                  <a:effectLst/>
                  <a:uLnTx/>
                  <a:uFillTx/>
                  <a:latin typeface="Times New Roman" panose="02020603050405020304" pitchFamily="18" charset="0"/>
                  <a:ea typeface="宋体" panose="02010600030101010101" pitchFamily="2" charset="-122"/>
                </a:rPr>
                <a:t>O</a:t>
              </a:r>
              <a:r>
                <a:rPr kumimoji="1" lang="en-US" altLang="zh-CN" sz="1400" b="1" i="0" u="none" strike="noStrike" kern="0" cap="none" spc="0" normalizeH="0" baseline="0" noProof="0" dirty="0">
                  <a:ln>
                    <a:noFill/>
                  </a:ln>
                  <a:solidFill>
                    <a:srgbClr val="000066"/>
                  </a:solidFill>
                  <a:effectLst/>
                  <a:uLnTx/>
                  <a:uFillTx/>
                  <a:latin typeface="Times New Roman" panose="02020603050405020304" pitchFamily="18" charset="0"/>
                  <a:ea typeface="宋体" panose="02010600030101010101" pitchFamily="2" charset="-122"/>
                </a:rPr>
                <a:t>1</a:t>
              </a:r>
              <a:endParaRPr kumimoji="1" lang="en-US" altLang="zh-CN" sz="2400" b="1" i="0" u="none" strike="noStrike" kern="0" cap="none" spc="0" normalizeH="0" baseline="0" noProof="0" dirty="0">
                <a:ln>
                  <a:noFill/>
                </a:ln>
                <a:solidFill>
                  <a:srgbClr val="000066"/>
                </a:solidFill>
                <a:effectLst/>
                <a:uLnTx/>
                <a:uFillTx/>
                <a:latin typeface="Times New Roman" panose="02020603050405020304" pitchFamily="18" charset="0"/>
                <a:ea typeface="宋体" panose="02010600030101010101" pitchFamily="2" charset="-122"/>
              </a:endParaRPr>
            </a:p>
            <a:p>
              <a:pPr marL="0" marR="0" lvl="0" indent="0" algn="ctr" defTabSz="914400" eaLnBrk="0" fontAlgn="base" latinLnBrk="0" hangingPunct="0">
                <a:lnSpc>
                  <a:spcPct val="100000"/>
                </a:lnSpc>
                <a:spcBef>
                  <a:spcPct val="0"/>
                </a:spcBef>
                <a:spcAft>
                  <a:spcPct val="0"/>
                </a:spcAft>
                <a:buClrTx/>
                <a:buSzTx/>
                <a:buFontTx/>
                <a:buNone/>
                <a:defRPr/>
              </a:pPr>
              <a:r>
                <a:rPr kumimoji="1" lang="en-US" altLang="zh-CN" sz="2400" b="1" i="0" u="none" strike="noStrike" kern="0" cap="none" spc="0" normalizeH="0" baseline="0" noProof="0" dirty="0">
                  <a:ln>
                    <a:noFill/>
                  </a:ln>
                  <a:solidFill>
                    <a:srgbClr val="000066"/>
                  </a:solidFill>
                  <a:effectLst/>
                  <a:uLnTx/>
                  <a:uFillTx/>
                  <a:latin typeface="Times New Roman" panose="02020603050405020304" pitchFamily="18" charset="0"/>
                  <a:ea typeface="宋体" panose="02010600030101010101" pitchFamily="2" charset="-122"/>
                </a:rPr>
                <a:t>(64bits)</a:t>
              </a:r>
              <a:endParaRPr kumimoji="1" lang="en-US" altLang="zh-CN" sz="2400" b="1" i="0" u="none" strike="noStrike" kern="0" cap="none" spc="0" normalizeH="0" baseline="0" noProof="0" dirty="0">
                <a:ln>
                  <a:noFill/>
                </a:ln>
                <a:solidFill>
                  <a:srgbClr val="000066"/>
                </a:solidFill>
                <a:effectLst/>
                <a:uLnTx/>
                <a:uFillTx/>
                <a:latin typeface="Times New Roman" panose="02020603050405020304" pitchFamily="18" charset="0"/>
                <a:ea typeface="宋体" panose="02010600030101010101" pitchFamily="2" charset="-122"/>
              </a:endParaRPr>
            </a:p>
          </p:txBody>
        </p:sp>
        <p:sp>
          <p:nvSpPr>
            <p:cNvPr id="12" name="Line 8"/>
            <p:cNvSpPr>
              <a:spLocks noChangeShapeType="1"/>
            </p:cNvSpPr>
            <p:nvPr/>
          </p:nvSpPr>
          <p:spPr bwMode="ltGray">
            <a:xfrm>
              <a:off x="1247775" y="2057400"/>
              <a:ext cx="0" cy="990600"/>
            </a:xfrm>
            <a:prstGeom prst="line">
              <a:avLst/>
            </a:prstGeom>
            <a:noFill/>
            <a:ln w="9525" cap="rnd">
              <a:solidFill>
                <a:srgbClr val="00CC99"/>
              </a:solidFill>
              <a:round/>
              <a:tailEnd type="triangle" w="med" len="med"/>
            </a:ln>
            <a:extLst>
              <a:ext uri="{909E8E84-426E-40DD-AFC4-6F175D3DCCD1}">
                <a14:hiddenFill xmlns:a14="http://schemas.microsoft.com/office/drawing/2010/main">
                  <a:noFill/>
                </a14:hiddenFill>
              </a:ext>
            </a:extLst>
          </p:spPr>
          <p:txBody>
            <a:bodyPr wrap="none" anchor="ctr"/>
            <a:lstStyle/>
            <a:p>
              <a:pPr marL="0" marR="0" lvl="0" indent="0" defTabSz="914400" eaLnBrk="0" fontAlgn="base" latinLnBrk="0" hangingPunct="0">
                <a:lnSpc>
                  <a:spcPct val="100000"/>
                </a:lnSpc>
                <a:spcBef>
                  <a:spcPct val="0"/>
                </a:spcBef>
                <a:spcAft>
                  <a:spcPct val="0"/>
                </a:spcAft>
                <a:buClrTx/>
                <a:buSzTx/>
                <a:buFontTx/>
                <a:buNone/>
                <a:defRPr/>
              </a:pPr>
              <a:endParaRPr kumimoji="1" lang="zh-CN" altLang="en-US" sz="2400" b="1" i="0" u="none" strike="noStrike" kern="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endParaRPr>
            </a:p>
          </p:txBody>
        </p:sp>
        <p:sp>
          <p:nvSpPr>
            <p:cNvPr id="13" name="Line 9"/>
            <p:cNvSpPr>
              <a:spLocks noChangeShapeType="1"/>
            </p:cNvSpPr>
            <p:nvPr/>
          </p:nvSpPr>
          <p:spPr bwMode="ltGray">
            <a:xfrm>
              <a:off x="1247775" y="3733800"/>
              <a:ext cx="0" cy="1219200"/>
            </a:xfrm>
            <a:prstGeom prst="line">
              <a:avLst/>
            </a:prstGeom>
            <a:noFill/>
            <a:ln w="9525" cap="rnd">
              <a:solidFill>
                <a:srgbClr val="00CC99"/>
              </a:solidFill>
              <a:round/>
              <a:tailEnd type="triangle" w="med" len="med"/>
            </a:ln>
            <a:extLst>
              <a:ext uri="{909E8E84-426E-40DD-AFC4-6F175D3DCCD1}">
                <a14:hiddenFill xmlns:a14="http://schemas.microsoft.com/office/drawing/2010/main">
                  <a:noFill/>
                </a14:hiddenFill>
              </a:ext>
            </a:extLst>
          </p:spPr>
          <p:txBody>
            <a:bodyPr wrap="none" anchor="ctr"/>
            <a:lstStyle/>
            <a:p>
              <a:pPr marL="0" marR="0" lvl="0" indent="0" defTabSz="914400" eaLnBrk="0" fontAlgn="base" latinLnBrk="0" hangingPunct="0">
                <a:lnSpc>
                  <a:spcPct val="100000"/>
                </a:lnSpc>
                <a:spcBef>
                  <a:spcPct val="0"/>
                </a:spcBef>
                <a:spcAft>
                  <a:spcPct val="0"/>
                </a:spcAft>
                <a:buClrTx/>
                <a:buSzTx/>
                <a:buFontTx/>
                <a:buNone/>
                <a:defRPr/>
              </a:pPr>
              <a:endParaRPr kumimoji="1" lang="zh-CN" altLang="en-US" sz="2400" b="1" i="0" u="none" strike="noStrike" kern="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endParaRPr>
            </a:p>
          </p:txBody>
        </p:sp>
        <p:sp>
          <p:nvSpPr>
            <p:cNvPr id="14" name="Rectangle 10"/>
            <p:cNvSpPr>
              <a:spLocks noChangeArrowheads="1"/>
            </p:cNvSpPr>
            <p:nvPr/>
          </p:nvSpPr>
          <p:spPr bwMode="ltGray">
            <a:xfrm>
              <a:off x="3359150" y="1219200"/>
              <a:ext cx="1406525" cy="838200"/>
            </a:xfrm>
            <a:prstGeom prst="rect">
              <a:avLst/>
            </a:prstGeom>
            <a:solidFill>
              <a:srgbClr val="B2B2B2"/>
            </a:solidFill>
            <a:ln w="9525" cap="rnd">
              <a:solidFill>
                <a:srgbClr val="000000"/>
              </a:solidFill>
              <a:miter lim="800000"/>
            </a:ln>
          </p:spPr>
          <p:txBody>
            <a:bodyPr wrap="none" anchor="ctr"/>
            <a:lstStyle>
              <a:lvl1pPr>
                <a:spcBef>
                  <a:spcPct val="20000"/>
                </a:spcBef>
                <a:buChar char="•"/>
                <a:defRPr kumimoji="1" sz="3200" b="1">
                  <a:solidFill>
                    <a:srgbClr val="000066"/>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b="1">
                  <a:solidFill>
                    <a:srgbClr val="000066"/>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b="1">
                  <a:solidFill>
                    <a:srgbClr val="000066"/>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b="1">
                  <a:solidFill>
                    <a:srgbClr val="000066"/>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b="1">
                  <a:solidFill>
                    <a:srgbClr val="000066"/>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b="1">
                  <a:solidFill>
                    <a:srgbClr val="000066"/>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b="1">
                  <a:solidFill>
                    <a:srgbClr val="000066"/>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b="1">
                  <a:solidFill>
                    <a:srgbClr val="000066"/>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b="1">
                  <a:solidFill>
                    <a:srgbClr val="000066"/>
                  </a:solidFill>
                  <a:latin typeface="Times New Roman" panose="02020603050405020304" pitchFamily="18" charset="0"/>
                  <a:ea typeface="宋体" panose="02010600030101010101" pitchFamily="2" charset="-122"/>
                </a:defRPr>
              </a:lvl9pPr>
            </a:lstStyle>
            <a:p>
              <a:pPr marL="0" marR="0" lvl="0" indent="0" algn="ctr" defTabSz="914400" eaLnBrk="0" fontAlgn="base" latinLnBrk="0" hangingPunct="0">
                <a:lnSpc>
                  <a:spcPct val="100000"/>
                </a:lnSpc>
                <a:spcBef>
                  <a:spcPct val="0"/>
                </a:spcBef>
                <a:spcAft>
                  <a:spcPct val="0"/>
                </a:spcAft>
                <a:buClrTx/>
                <a:buSzTx/>
                <a:buFontTx/>
                <a:buNone/>
                <a:defRPr/>
              </a:pPr>
              <a:r>
                <a:rPr kumimoji="1" lang="en-US" altLang="zh-CN" sz="2400" b="1" i="0" u="none" strike="noStrike" kern="0" cap="none" spc="0" normalizeH="0" baseline="0" noProof="0">
                  <a:ln>
                    <a:noFill/>
                  </a:ln>
                  <a:solidFill>
                    <a:srgbClr val="000066"/>
                  </a:solidFill>
                  <a:effectLst/>
                  <a:uLnTx/>
                  <a:uFillTx/>
                  <a:latin typeface="Times New Roman" panose="02020603050405020304" pitchFamily="18" charset="0"/>
                  <a:ea typeface="宋体" panose="02010600030101010101" pitchFamily="2" charset="-122"/>
                </a:rPr>
                <a:t>D</a:t>
              </a:r>
              <a:r>
                <a:rPr kumimoji="1" lang="en-US" altLang="zh-CN" sz="1400" b="1" i="0" u="none" strike="noStrike" kern="0" cap="none" spc="0" normalizeH="0" baseline="0" noProof="0">
                  <a:ln>
                    <a:noFill/>
                  </a:ln>
                  <a:solidFill>
                    <a:srgbClr val="000066"/>
                  </a:solidFill>
                  <a:effectLst/>
                  <a:uLnTx/>
                  <a:uFillTx/>
                  <a:latin typeface="Times New Roman" panose="02020603050405020304" pitchFamily="18" charset="0"/>
                  <a:ea typeface="宋体" panose="02010600030101010101" pitchFamily="2" charset="-122"/>
                </a:rPr>
                <a:t>2</a:t>
              </a:r>
              <a:endParaRPr kumimoji="1" lang="en-US" altLang="zh-CN" sz="2400" b="1" i="0" u="none" strike="noStrike" kern="0" cap="none" spc="0" normalizeH="0" baseline="0" noProof="0">
                <a:ln>
                  <a:noFill/>
                </a:ln>
                <a:solidFill>
                  <a:srgbClr val="000066"/>
                </a:solidFill>
                <a:effectLst/>
                <a:uLnTx/>
                <a:uFillTx/>
                <a:latin typeface="Times New Roman" panose="02020603050405020304" pitchFamily="18" charset="0"/>
                <a:ea typeface="宋体" panose="02010600030101010101" pitchFamily="2" charset="-122"/>
              </a:endParaRPr>
            </a:p>
            <a:p>
              <a:pPr marL="0" marR="0" lvl="0" indent="0" algn="ctr" defTabSz="914400" eaLnBrk="0" fontAlgn="base" latinLnBrk="0" hangingPunct="0">
                <a:lnSpc>
                  <a:spcPct val="100000"/>
                </a:lnSpc>
                <a:spcBef>
                  <a:spcPct val="0"/>
                </a:spcBef>
                <a:spcAft>
                  <a:spcPct val="0"/>
                </a:spcAft>
                <a:buClrTx/>
                <a:buSzTx/>
                <a:buFontTx/>
                <a:buNone/>
                <a:defRPr/>
              </a:pPr>
              <a:r>
                <a:rPr kumimoji="1" lang="en-US" altLang="zh-CN" sz="2400" b="1" i="0" u="none" strike="noStrike" kern="0" cap="none" spc="0" normalizeH="0" baseline="0" noProof="0">
                  <a:ln>
                    <a:noFill/>
                  </a:ln>
                  <a:solidFill>
                    <a:srgbClr val="000066"/>
                  </a:solidFill>
                  <a:effectLst/>
                  <a:uLnTx/>
                  <a:uFillTx/>
                  <a:latin typeface="Times New Roman" panose="02020603050405020304" pitchFamily="18" charset="0"/>
                  <a:ea typeface="宋体" panose="02010600030101010101" pitchFamily="2" charset="-122"/>
                </a:rPr>
                <a:t>(64bits)</a:t>
              </a:r>
              <a:endParaRPr kumimoji="1" lang="en-US" altLang="zh-CN" sz="2400" b="1" i="0" u="none" strike="noStrike" kern="0" cap="none" spc="0" normalizeH="0" baseline="0" noProof="0">
                <a:ln>
                  <a:noFill/>
                </a:ln>
                <a:solidFill>
                  <a:srgbClr val="000066"/>
                </a:solidFill>
                <a:effectLst/>
                <a:uLnTx/>
                <a:uFillTx/>
                <a:latin typeface="Times New Roman" panose="02020603050405020304" pitchFamily="18" charset="0"/>
                <a:ea typeface="宋体" panose="02010600030101010101" pitchFamily="2" charset="-122"/>
              </a:endParaRPr>
            </a:p>
          </p:txBody>
        </p:sp>
        <p:sp>
          <p:nvSpPr>
            <p:cNvPr id="15" name="Text Box 11"/>
            <p:cNvSpPr txBox="1">
              <a:spLocks noChangeArrowheads="1"/>
            </p:cNvSpPr>
            <p:nvPr/>
          </p:nvSpPr>
          <p:spPr bwMode="ltGray">
            <a:xfrm>
              <a:off x="3343275" y="727075"/>
              <a:ext cx="1338263"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kumimoji="1" sz="3200" b="1">
                  <a:solidFill>
                    <a:srgbClr val="000066"/>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b="1">
                  <a:solidFill>
                    <a:srgbClr val="000066"/>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b="1">
                  <a:solidFill>
                    <a:srgbClr val="000066"/>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b="1">
                  <a:solidFill>
                    <a:srgbClr val="000066"/>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b="1">
                  <a:solidFill>
                    <a:srgbClr val="000066"/>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b="1">
                  <a:solidFill>
                    <a:srgbClr val="000066"/>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b="1">
                  <a:solidFill>
                    <a:srgbClr val="000066"/>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b="1">
                  <a:solidFill>
                    <a:srgbClr val="000066"/>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b="1">
                  <a:solidFill>
                    <a:srgbClr val="000066"/>
                  </a:solidFill>
                  <a:latin typeface="Times New Roman" panose="02020603050405020304" pitchFamily="18" charset="0"/>
                  <a:ea typeface="宋体" panose="02010600030101010101" pitchFamily="2" charset="-122"/>
                </a:defRPr>
              </a:lvl9pPr>
            </a:lstStyle>
            <a:p>
              <a:pPr marL="0" marR="0" lvl="0" indent="0" defTabSz="914400" eaLnBrk="0" fontAlgn="base" latinLnBrk="0" hangingPunct="0">
                <a:lnSpc>
                  <a:spcPct val="100000"/>
                </a:lnSpc>
                <a:spcBef>
                  <a:spcPct val="0"/>
                </a:spcBef>
                <a:spcAft>
                  <a:spcPct val="0"/>
                </a:spcAft>
                <a:buClrTx/>
                <a:buSzTx/>
                <a:buFontTx/>
                <a:buNone/>
                <a:defRPr/>
              </a:pPr>
              <a:r>
                <a:rPr kumimoji="1" lang="en-US" altLang="zh-CN" sz="2400" b="1" i="0" u="none" strike="noStrike" kern="0" cap="none" spc="0" normalizeH="0" baseline="0" noProof="0">
                  <a:ln>
                    <a:noFill/>
                  </a:ln>
                  <a:solidFill>
                    <a:srgbClr val="000066"/>
                  </a:solidFill>
                  <a:effectLst/>
                  <a:uLnTx/>
                  <a:uFillTx/>
                  <a:latin typeface="Times New Roman" panose="02020603050405020304" pitchFamily="18" charset="0"/>
                  <a:ea typeface="宋体" panose="02010600030101010101" pitchFamily="2" charset="-122"/>
                </a:rPr>
                <a:t>Time = 2</a:t>
              </a:r>
              <a:endParaRPr kumimoji="1" lang="en-US" altLang="zh-CN" sz="2400" b="1" i="0" u="none" strike="noStrike" kern="0" cap="none" spc="0" normalizeH="0" baseline="0" noProof="0">
                <a:ln>
                  <a:noFill/>
                </a:ln>
                <a:solidFill>
                  <a:srgbClr val="000066"/>
                </a:solidFill>
                <a:effectLst/>
                <a:uLnTx/>
                <a:uFillTx/>
                <a:latin typeface="Times New Roman" panose="02020603050405020304" pitchFamily="18" charset="0"/>
                <a:ea typeface="宋体" panose="02010600030101010101" pitchFamily="2" charset="-122"/>
              </a:endParaRPr>
            </a:p>
          </p:txBody>
        </p:sp>
        <p:sp>
          <p:nvSpPr>
            <p:cNvPr id="16" name="Oval 12"/>
            <p:cNvSpPr>
              <a:spLocks noChangeArrowheads="1"/>
            </p:cNvSpPr>
            <p:nvPr/>
          </p:nvSpPr>
          <p:spPr bwMode="ltGray">
            <a:xfrm>
              <a:off x="3429000" y="3048000"/>
              <a:ext cx="1266825" cy="685800"/>
            </a:xfrm>
            <a:prstGeom prst="ellipse">
              <a:avLst/>
            </a:prstGeom>
            <a:solidFill>
              <a:srgbClr val="B2B2B2"/>
            </a:solidFill>
            <a:ln w="9525" cap="rnd">
              <a:solidFill>
                <a:srgbClr val="000000"/>
              </a:solidFill>
              <a:round/>
            </a:ln>
          </p:spPr>
          <p:txBody>
            <a:bodyPr wrap="none" anchor="ctr"/>
            <a:lstStyle>
              <a:lvl1pPr>
                <a:spcBef>
                  <a:spcPct val="20000"/>
                </a:spcBef>
                <a:buChar char="•"/>
                <a:defRPr kumimoji="1" sz="3200" b="1">
                  <a:solidFill>
                    <a:srgbClr val="000066"/>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b="1">
                  <a:solidFill>
                    <a:srgbClr val="000066"/>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b="1">
                  <a:solidFill>
                    <a:srgbClr val="000066"/>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b="1">
                  <a:solidFill>
                    <a:srgbClr val="000066"/>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b="1">
                  <a:solidFill>
                    <a:srgbClr val="000066"/>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b="1">
                  <a:solidFill>
                    <a:srgbClr val="000066"/>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b="1">
                  <a:solidFill>
                    <a:srgbClr val="000066"/>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b="1">
                  <a:solidFill>
                    <a:srgbClr val="000066"/>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b="1">
                  <a:solidFill>
                    <a:srgbClr val="000066"/>
                  </a:solidFill>
                  <a:latin typeface="Times New Roman" panose="02020603050405020304" pitchFamily="18" charset="0"/>
                  <a:ea typeface="宋体" panose="02010600030101010101" pitchFamily="2" charset="-122"/>
                </a:defRPr>
              </a:lvl9pPr>
            </a:lstStyle>
            <a:p>
              <a:pPr marL="0" marR="0" lvl="0" indent="0" algn="ctr" defTabSz="914400" eaLnBrk="0" fontAlgn="base" latinLnBrk="0" hangingPunct="0">
                <a:lnSpc>
                  <a:spcPct val="100000"/>
                </a:lnSpc>
                <a:spcBef>
                  <a:spcPct val="0"/>
                </a:spcBef>
                <a:spcAft>
                  <a:spcPct val="0"/>
                </a:spcAft>
                <a:buClrTx/>
                <a:buSzTx/>
                <a:buFontTx/>
                <a:buNone/>
                <a:defRPr/>
              </a:pPr>
              <a:r>
                <a:rPr kumimoji="1" lang="en-US" altLang="zh-CN" sz="2000" b="1" i="0" u="none" strike="noStrike" kern="0" cap="none" spc="0" normalizeH="0" baseline="0" noProof="0">
                  <a:ln>
                    <a:noFill/>
                  </a:ln>
                  <a:solidFill>
                    <a:srgbClr val="000066"/>
                  </a:solidFill>
                  <a:effectLst/>
                  <a:uLnTx/>
                  <a:uFillTx/>
                  <a:latin typeface="Times New Roman" panose="02020603050405020304" pitchFamily="18" charset="0"/>
                  <a:ea typeface="宋体" panose="02010600030101010101" pitchFamily="2" charset="-122"/>
                </a:rPr>
                <a:t>DES</a:t>
              </a:r>
              <a:endParaRPr kumimoji="1" lang="en-US" altLang="zh-CN" sz="2000" b="1" i="0" u="none" strike="noStrike" kern="0" cap="none" spc="0" normalizeH="0" baseline="0" noProof="0">
                <a:ln>
                  <a:noFill/>
                </a:ln>
                <a:solidFill>
                  <a:srgbClr val="000066"/>
                </a:solidFill>
                <a:effectLst/>
                <a:uLnTx/>
                <a:uFillTx/>
                <a:latin typeface="Times New Roman" panose="02020603050405020304" pitchFamily="18" charset="0"/>
                <a:ea typeface="宋体" panose="02010600030101010101" pitchFamily="2" charset="-122"/>
              </a:endParaRPr>
            </a:p>
            <a:p>
              <a:pPr marL="0" marR="0" lvl="0" indent="0" algn="ctr" defTabSz="914400" eaLnBrk="0" fontAlgn="base" latinLnBrk="0" hangingPunct="0">
                <a:lnSpc>
                  <a:spcPct val="100000"/>
                </a:lnSpc>
                <a:spcBef>
                  <a:spcPct val="0"/>
                </a:spcBef>
                <a:spcAft>
                  <a:spcPct val="0"/>
                </a:spcAft>
                <a:buClrTx/>
                <a:buSzTx/>
                <a:buFontTx/>
                <a:buNone/>
                <a:defRPr/>
              </a:pPr>
              <a:r>
                <a:rPr kumimoji="1" lang="en-US" altLang="zh-CN" sz="2000" b="1" i="0" u="none" strike="noStrike" kern="0" cap="none" spc="0" normalizeH="0" baseline="0" noProof="0">
                  <a:ln>
                    <a:noFill/>
                  </a:ln>
                  <a:solidFill>
                    <a:srgbClr val="000066"/>
                  </a:solidFill>
                  <a:effectLst/>
                  <a:uLnTx/>
                  <a:uFillTx/>
                  <a:latin typeface="Times New Roman" panose="02020603050405020304" pitchFamily="18" charset="0"/>
                  <a:ea typeface="宋体" panose="02010600030101010101" pitchFamily="2" charset="-122"/>
                </a:rPr>
                <a:t>encrypt</a:t>
              </a:r>
              <a:endParaRPr kumimoji="1" lang="en-US" altLang="zh-CN" sz="2000" b="1" i="0" u="none" strike="noStrike" kern="0" cap="none" spc="0" normalizeH="0" baseline="0" noProof="0">
                <a:ln>
                  <a:noFill/>
                </a:ln>
                <a:solidFill>
                  <a:srgbClr val="000066"/>
                </a:solidFill>
                <a:effectLst/>
                <a:uLnTx/>
                <a:uFillTx/>
                <a:latin typeface="Times New Roman" panose="02020603050405020304" pitchFamily="18" charset="0"/>
                <a:ea typeface="宋体" panose="02010600030101010101" pitchFamily="2" charset="-122"/>
              </a:endParaRPr>
            </a:p>
          </p:txBody>
        </p:sp>
        <p:sp>
          <p:nvSpPr>
            <p:cNvPr id="17" name="Line 13"/>
            <p:cNvSpPr>
              <a:spLocks noChangeShapeType="1"/>
            </p:cNvSpPr>
            <p:nvPr/>
          </p:nvSpPr>
          <p:spPr bwMode="ltGray">
            <a:xfrm>
              <a:off x="3076575" y="3352800"/>
              <a:ext cx="352425" cy="0"/>
            </a:xfrm>
            <a:prstGeom prst="line">
              <a:avLst/>
            </a:prstGeom>
            <a:noFill/>
            <a:ln w="9525" cap="rnd">
              <a:solidFill>
                <a:srgbClr val="00CC99"/>
              </a:solidFill>
              <a:round/>
              <a:tailEnd type="triangle" w="med" len="med"/>
            </a:ln>
            <a:extLst>
              <a:ext uri="{909E8E84-426E-40DD-AFC4-6F175D3DCCD1}">
                <a14:hiddenFill xmlns:a14="http://schemas.microsoft.com/office/drawing/2010/main">
                  <a:noFill/>
                </a14:hiddenFill>
              </a:ext>
            </a:extLst>
          </p:spPr>
          <p:txBody>
            <a:bodyPr wrap="none" anchor="ctr"/>
            <a:lstStyle/>
            <a:p>
              <a:pPr marL="0" marR="0" lvl="0" indent="0" defTabSz="914400" eaLnBrk="0" fontAlgn="base" latinLnBrk="0" hangingPunct="0">
                <a:lnSpc>
                  <a:spcPct val="100000"/>
                </a:lnSpc>
                <a:spcBef>
                  <a:spcPct val="0"/>
                </a:spcBef>
                <a:spcAft>
                  <a:spcPct val="0"/>
                </a:spcAft>
                <a:buClrTx/>
                <a:buSzTx/>
                <a:buFontTx/>
                <a:buNone/>
                <a:defRPr/>
              </a:pPr>
              <a:endParaRPr kumimoji="1" lang="zh-CN" altLang="en-US" sz="2400" b="1" i="0" u="none" strike="noStrike" kern="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endParaRPr>
            </a:p>
          </p:txBody>
        </p:sp>
        <p:sp>
          <p:nvSpPr>
            <p:cNvPr id="18" name="Text Box 14"/>
            <p:cNvSpPr txBox="1">
              <a:spLocks noChangeArrowheads="1"/>
            </p:cNvSpPr>
            <p:nvPr/>
          </p:nvSpPr>
          <p:spPr bwMode="ltGray">
            <a:xfrm>
              <a:off x="2813050" y="3184525"/>
              <a:ext cx="381000"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kumimoji="1" sz="3200" b="1">
                  <a:solidFill>
                    <a:srgbClr val="000066"/>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b="1">
                  <a:solidFill>
                    <a:srgbClr val="000066"/>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b="1">
                  <a:solidFill>
                    <a:srgbClr val="000066"/>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b="1">
                  <a:solidFill>
                    <a:srgbClr val="000066"/>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b="1">
                  <a:solidFill>
                    <a:srgbClr val="000066"/>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b="1">
                  <a:solidFill>
                    <a:srgbClr val="000066"/>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b="1">
                  <a:solidFill>
                    <a:srgbClr val="000066"/>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b="1">
                  <a:solidFill>
                    <a:srgbClr val="000066"/>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b="1">
                  <a:solidFill>
                    <a:srgbClr val="000066"/>
                  </a:solidFill>
                  <a:latin typeface="Times New Roman" panose="02020603050405020304" pitchFamily="18" charset="0"/>
                  <a:ea typeface="宋体" panose="02010600030101010101" pitchFamily="2" charset="-122"/>
                </a:defRPr>
              </a:lvl9pPr>
            </a:lstStyle>
            <a:p>
              <a:pPr marL="0" marR="0" lvl="0" indent="0" defTabSz="914400" eaLnBrk="0" fontAlgn="base" latinLnBrk="0" hangingPunct="0">
                <a:lnSpc>
                  <a:spcPct val="100000"/>
                </a:lnSpc>
                <a:spcBef>
                  <a:spcPct val="0"/>
                </a:spcBef>
                <a:spcAft>
                  <a:spcPct val="0"/>
                </a:spcAft>
                <a:buClrTx/>
                <a:buSzTx/>
                <a:buFontTx/>
                <a:buNone/>
                <a:defRPr/>
              </a:pPr>
              <a:r>
                <a:rPr kumimoji="1" lang="en-US" altLang="zh-CN" sz="2000" b="1" i="0" u="none" strike="noStrike" kern="0" cap="none" spc="0" normalizeH="0" baseline="0" noProof="0">
                  <a:ln>
                    <a:noFill/>
                  </a:ln>
                  <a:solidFill>
                    <a:srgbClr val="000066"/>
                  </a:solidFill>
                  <a:effectLst/>
                  <a:uLnTx/>
                  <a:uFillTx/>
                  <a:latin typeface="Times New Roman" panose="02020603050405020304" pitchFamily="18" charset="0"/>
                  <a:ea typeface="宋体" panose="02010600030101010101" pitchFamily="2" charset="-122"/>
                </a:rPr>
                <a:t>K</a:t>
              </a:r>
              <a:endParaRPr kumimoji="1" lang="en-US" altLang="zh-CN" sz="2000" b="1" i="0" u="none" strike="noStrike" kern="0" cap="none" spc="0" normalizeH="0" baseline="0" noProof="0">
                <a:ln>
                  <a:noFill/>
                </a:ln>
                <a:solidFill>
                  <a:srgbClr val="000066"/>
                </a:solidFill>
                <a:effectLst/>
                <a:uLnTx/>
                <a:uFillTx/>
                <a:latin typeface="Times New Roman" panose="02020603050405020304" pitchFamily="18" charset="0"/>
                <a:ea typeface="宋体" panose="02010600030101010101" pitchFamily="2" charset="-122"/>
              </a:endParaRPr>
            </a:p>
          </p:txBody>
        </p:sp>
        <p:sp>
          <p:nvSpPr>
            <p:cNvPr id="19" name="Rectangle 15"/>
            <p:cNvSpPr>
              <a:spLocks noChangeArrowheads="1"/>
            </p:cNvSpPr>
            <p:nvPr/>
          </p:nvSpPr>
          <p:spPr bwMode="ltGray">
            <a:xfrm>
              <a:off x="3359150" y="4953000"/>
              <a:ext cx="1406525" cy="838200"/>
            </a:xfrm>
            <a:prstGeom prst="rect">
              <a:avLst/>
            </a:prstGeom>
            <a:solidFill>
              <a:srgbClr val="B2B2B2"/>
            </a:solidFill>
            <a:ln w="9525" cap="rnd">
              <a:solidFill>
                <a:srgbClr val="000000"/>
              </a:solidFill>
              <a:miter lim="800000"/>
            </a:ln>
          </p:spPr>
          <p:txBody>
            <a:bodyPr wrap="none" anchor="ctr"/>
            <a:lstStyle>
              <a:lvl1pPr>
                <a:spcBef>
                  <a:spcPct val="20000"/>
                </a:spcBef>
                <a:buChar char="•"/>
                <a:defRPr kumimoji="1" sz="3200" b="1">
                  <a:solidFill>
                    <a:srgbClr val="000066"/>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b="1">
                  <a:solidFill>
                    <a:srgbClr val="000066"/>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b="1">
                  <a:solidFill>
                    <a:srgbClr val="000066"/>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b="1">
                  <a:solidFill>
                    <a:srgbClr val="000066"/>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b="1">
                  <a:solidFill>
                    <a:srgbClr val="000066"/>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b="1">
                  <a:solidFill>
                    <a:srgbClr val="000066"/>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b="1">
                  <a:solidFill>
                    <a:srgbClr val="000066"/>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b="1">
                  <a:solidFill>
                    <a:srgbClr val="000066"/>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b="1">
                  <a:solidFill>
                    <a:srgbClr val="000066"/>
                  </a:solidFill>
                  <a:latin typeface="Times New Roman" panose="02020603050405020304" pitchFamily="18" charset="0"/>
                  <a:ea typeface="宋体" panose="02010600030101010101" pitchFamily="2" charset="-122"/>
                </a:defRPr>
              </a:lvl9pPr>
            </a:lstStyle>
            <a:p>
              <a:pPr marL="0" marR="0" lvl="0" indent="0" algn="ctr" defTabSz="914400" eaLnBrk="0" fontAlgn="base" latinLnBrk="0" hangingPunct="0">
                <a:lnSpc>
                  <a:spcPct val="100000"/>
                </a:lnSpc>
                <a:spcBef>
                  <a:spcPct val="0"/>
                </a:spcBef>
                <a:spcAft>
                  <a:spcPct val="0"/>
                </a:spcAft>
                <a:buClrTx/>
                <a:buSzTx/>
                <a:buFontTx/>
                <a:buNone/>
                <a:defRPr/>
              </a:pPr>
              <a:r>
                <a:rPr kumimoji="1" lang="en-US" altLang="zh-CN" sz="2400" b="1" i="0" u="none" strike="noStrike" kern="0" cap="none" spc="0" normalizeH="0" baseline="0" noProof="0">
                  <a:ln>
                    <a:noFill/>
                  </a:ln>
                  <a:solidFill>
                    <a:srgbClr val="000066"/>
                  </a:solidFill>
                  <a:effectLst/>
                  <a:uLnTx/>
                  <a:uFillTx/>
                  <a:latin typeface="Times New Roman" panose="02020603050405020304" pitchFamily="18" charset="0"/>
                  <a:ea typeface="宋体" panose="02010600030101010101" pitchFamily="2" charset="-122"/>
                </a:rPr>
                <a:t>O</a:t>
              </a:r>
              <a:r>
                <a:rPr kumimoji="1" lang="en-US" altLang="zh-CN" sz="1400" b="1" i="0" u="none" strike="noStrike" kern="0" cap="none" spc="0" normalizeH="0" baseline="0" noProof="0">
                  <a:ln>
                    <a:noFill/>
                  </a:ln>
                  <a:solidFill>
                    <a:srgbClr val="000066"/>
                  </a:solidFill>
                  <a:effectLst/>
                  <a:uLnTx/>
                  <a:uFillTx/>
                  <a:latin typeface="Times New Roman" panose="02020603050405020304" pitchFamily="18" charset="0"/>
                  <a:ea typeface="宋体" panose="02010600030101010101" pitchFamily="2" charset="-122"/>
                </a:rPr>
                <a:t>2</a:t>
              </a:r>
              <a:endParaRPr kumimoji="1" lang="en-US" altLang="zh-CN" sz="2400" b="1" i="0" u="none" strike="noStrike" kern="0" cap="none" spc="0" normalizeH="0" baseline="0" noProof="0">
                <a:ln>
                  <a:noFill/>
                </a:ln>
                <a:solidFill>
                  <a:srgbClr val="000066"/>
                </a:solidFill>
                <a:effectLst/>
                <a:uLnTx/>
                <a:uFillTx/>
                <a:latin typeface="Times New Roman" panose="02020603050405020304" pitchFamily="18" charset="0"/>
                <a:ea typeface="宋体" panose="02010600030101010101" pitchFamily="2" charset="-122"/>
              </a:endParaRPr>
            </a:p>
            <a:p>
              <a:pPr marL="0" marR="0" lvl="0" indent="0" algn="ctr" defTabSz="914400" eaLnBrk="0" fontAlgn="base" latinLnBrk="0" hangingPunct="0">
                <a:lnSpc>
                  <a:spcPct val="100000"/>
                </a:lnSpc>
                <a:spcBef>
                  <a:spcPct val="0"/>
                </a:spcBef>
                <a:spcAft>
                  <a:spcPct val="0"/>
                </a:spcAft>
                <a:buClrTx/>
                <a:buSzTx/>
                <a:buFontTx/>
                <a:buNone/>
                <a:defRPr/>
              </a:pPr>
              <a:r>
                <a:rPr kumimoji="1" lang="en-US" altLang="zh-CN" sz="2400" b="1" i="0" u="none" strike="noStrike" kern="0" cap="none" spc="0" normalizeH="0" baseline="0" noProof="0">
                  <a:ln>
                    <a:noFill/>
                  </a:ln>
                  <a:solidFill>
                    <a:srgbClr val="000066"/>
                  </a:solidFill>
                  <a:effectLst/>
                  <a:uLnTx/>
                  <a:uFillTx/>
                  <a:latin typeface="Times New Roman" panose="02020603050405020304" pitchFamily="18" charset="0"/>
                  <a:ea typeface="宋体" panose="02010600030101010101" pitchFamily="2" charset="-122"/>
                </a:rPr>
                <a:t>(64bits)</a:t>
              </a:r>
              <a:endParaRPr kumimoji="1" lang="en-US" altLang="zh-CN" sz="2400" b="1" i="0" u="none" strike="noStrike" kern="0" cap="none" spc="0" normalizeH="0" baseline="0" noProof="0">
                <a:ln>
                  <a:noFill/>
                </a:ln>
                <a:solidFill>
                  <a:srgbClr val="000066"/>
                </a:solidFill>
                <a:effectLst/>
                <a:uLnTx/>
                <a:uFillTx/>
                <a:latin typeface="Times New Roman" panose="02020603050405020304" pitchFamily="18" charset="0"/>
                <a:ea typeface="宋体" panose="02010600030101010101" pitchFamily="2" charset="-122"/>
              </a:endParaRPr>
            </a:p>
          </p:txBody>
        </p:sp>
        <p:sp>
          <p:nvSpPr>
            <p:cNvPr id="20" name="Line 16"/>
            <p:cNvSpPr>
              <a:spLocks noChangeShapeType="1"/>
            </p:cNvSpPr>
            <p:nvPr/>
          </p:nvSpPr>
          <p:spPr bwMode="ltGray">
            <a:xfrm>
              <a:off x="4062413" y="2057400"/>
              <a:ext cx="0" cy="990600"/>
            </a:xfrm>
            <a:prstGeom prst="line">
              <a:avLst/>
            </a:prstGeom>
            <a:noFill/>
            <a:ln w="9525" cap="rnd">
              <a:solidFill>
                <a:srgbClr val="00CC99"/>
              </a:solidFill>
              <a:round/>
              <a:tailEnd type="triangle" w="med" len="med"/>
            </a:ln>
            <a:extLst>
              <a:ext uri="{909E8E84-426E-40DD-AFC4-6F175D3DCCD1}">
                <a14:hiddenFill xmlns:a14="http://schemas.microsoft.com/office/drawing/2010/main">
                  <a:noFill/>
                </a14:hiddenFill>
              </a:ext>
            </a:extLst>
          </p:spPr>
          <p:txBody>
            <a:bodyPr wrap="none" anchor="ctr"/>
            <a:lstStyle/>
            <a:p>
              <a:pPr marL="0" marR="0" lvl="0" indent="0" defTabSz="914400" eaLnBrk="0" fontAlgn="base" latinLnBrk="0" hangingPunct="0">
                <a:lnSpc>
                  <a:spcPct val="100000"/>
                </a:lnSpc>
                <a:spcBef>
                  <a:spcPct val="0"/>
                </a:spcBef>
                <a:spcAft>
                  <a:spcPct val="0"/>
                </a:spcAft>
                <a:buClrTx/>
                <a:buSzTx/>
                <a:buFontTx/>
                <a:buNone/>
                <a:defRPr/>
              </a:pPr>
              <a:endParaRPr kumimoji="1" lang="zh-CN" altLang="en-US" sz="2400" b="1" i="0" u="none" strike="noStrike" kern="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endParaRPr>
            </a:p>
          </p:txBody>
        </p:sp>
        <p:sp>
          <p:nvSpPr>
            <p:cNvPr id="21" name="Line 17"/>
            <p:cNvSpPr>
              <a:spLocks noChangeShapeType="1"/>
            </p:cNvSpPr>
            <p:nvPr/>
          </p:nvSpPr>
          <p:spPr bwMode="ltGray">
            <a:xfrm>
              <a:off x="4062413" y="3733800"/>
              <a:ext cx="0" cy="1219200"/>
            </a:xfrm>
            <a:prstGeom prst="line">
              <a:avLst/>
            </a:prstGeom>
            <a:noFill/>
            <a:ln w="9525" cap="rnd">
              <a:solidFill>
                <a:srgbClr val="00CC99"/>
              </a:solidFill>
              <a:round/>
              <a:tailEnd type="triangle" w="med" len="med"/>
            </a:ln>
            <a:extLst>
              <a:ext uri="{909E8E84-426E-40DD-AFC4-6F175D3DCCD1}">
                <a14:hiddenFill xmlns:a14="http://schemas.microsoft.com/office/drawing/2010/main">
                  <a:noFill/>
                </a14:hiddenFill>
              </a:ext>
            </a:extLst>
          </p:spPr>
          <p:txBody>
            <a:bodyPr wrap="none" anchor="ctr"/>
            <a:lstStyle/>
            <a:p>
              <a:pPr marL="0" marR="0" lvl="0" indent="0" defTabSz="914400" eaLnBrk="0" fontAlgn="base" latinLnBrk="0" hangingPunct="0">
                <a:lnSpc>
                  <a:spcPct val="100000"/>
                </a:lnSpc>
                <a:spcBef>
                  <a:spcPct val="0"/>
                </a:spcBef>
                <a:spcAft>
                  <a:spcPct val="0"/>
                </a:spcAft>
                <a:buClrTx/>
                <a:buSzTx/>
                <a:buFontTx/>
                <a:buNone/>
                <a:defRPr/>
              </a:pPr>
              <a:endParaRPr kumimoji="1" lang="zh-CN" altLang="en-US" sz="2400" b="1" i="0" u="none" strike="noStrike" kern="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endParaRPr>
            </a:p>
          </p:txBody>
        </p:sp>
        <p:sp>
          <p:nvSpPr>
            <p:cNvPr id="22" name="Line 18"/>
            <p:cNvSpPr>
              <a:spLocks noChangeShapeType="1"/>
            </p:cNvSpPr>
            <p:nvPr/>
          </p:nvSpPr>
          <p:spPr bwMode="ltGray">
            <a:xfrm>
              <a:off x="1952625" y="5410200"/>
              <a:ext cx="350838" cy="0"/>
            </a:xfrm>
            <a:prstGeom prst="line">
              <a:avLst/>
            </a:prstGeom>
            <a:noFill/>
            <a:ln w="9525" cap="rnd">
              <a:solidFill>
                <a:srgbClr val="00CC99"/>
              </a:solidFill>
              <a:round/>
            </a:ln>
            <a:extLst>
              <a:ext uri="{909E8E84-426E-40DD-AFC4-6F175D3DCCD1}">
                <a14:hiddenFill xmlns:a14="http://schemas.microsoft.com/office/drawing/2010/main">
                  <a:noFill/>
                </a14:hiddenFill>
              </a:ext>
            </a:extLst>
          </p:spPr>
          <p:txBody>
            <a:bodyPr wrap="none" anchor="ctr"/>
            <a:lstStyle/>
            <a:p>
              <a:pPr marL="0" marR="0" lvl="0" indent="0" defTabSz="914400" eaLnBrk="0" fontAlgn="base" latinLnBrk="0" hangingPunct="0">
                <a:lnSpc>
                  <a:spcPct val="100000"/>
                </a:lnSpc>
                <a:spcBef>
                  <a:spcPct val="0"/>
                </a:spcBef>
                <a:spcAft>
                  <a:spcPct val="0"/>
                </a:spcAft>
                <a:buClrTx/>
                <a:buSzTx/>
                <a:buFontTx/>
                <a:buNone/>
                <a:defRPr/>
              </a:pPr>
              <a:endParaRPr kumimoji="1" lang="zh-CN" altLang="en-US" sz="2400" b="1" i="0" u="none" strike="noStrike" kern="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endParaRPr>
            </a:p>
          </p:txBody>
        </p:sp>
        <p:sp>
          <p:nvSpPr>
            <p:cNvPr id="23" name="Line 19"/>
            <p:cNvSpPr>
              <a:spLocks noChangeShapeType="1"/>
            </p:cNvSpPr>
            <p:nvPr/>
          </p:nvSpPr>
          <p:spPr bwMode="ltGray">
            <a:xfrm flipV="1">
              <a:off x="2320925" y="2590800"/>
              <a:ext cx="0" cy="2819400"/>
            </a:xfrm>
            <a:prstGeom prst="line">
              <a:avLst/>
            </a:prstGeom>
            <a:noFill/>
            <a:ln w="9525" cap="rnd">
              <a:solidFill>
                <a:srgbClr val="00CC99"/>
              </a:solidFill>
              <a:round/>
            </a:ln>
            <a:extLst>
              <a:ext uri="{909E8E84-426E-40DD-AFC4-6F175D3DCCD1}">
                <a14:hiddenFill xmlns:a14="http://schemas.microsoft.com/office/drawing/2010/main">
                  <a:noFill/>
                </a14:hiddenFill>
              </a:ext>
            </a:extLst>
          </p:spPr>
          <p:txBody>
            <a:bodyPr wrap="none" anchor="ctr"/>
            <a:lstStyle/>
            <a:p>
              <a:pPr marL="0" marR="0" lvl="0" indent="0" defTabSz="914400" eaLnBrk="0" fontAlgn="base" latinLnBrk="0" hangingPunct="0">
                <a:lnSpc>
                  <a:spcPct val="100000"/>
                </a:lnSpc>
                <a:spcBef>
                  <a:spcPct val="0"/>
                </a:spcBef>
                <a:spcAft>
                  <a:spcPct val="0"/>
                </a:spcAft>
                <a:buClrTx/>
                <a:buSzTx/>
                <a:buFontTx/>
                <a:buNone/>
                <a:defRPr/>
              </a:pPr>
              <a:endParaRPr kumimoji="1" lang="zh-CN" altLang="en-US" sz="2400" b="1" i="0" u="none" strike="noStrike" kern="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endParaRPr>
            </a:p>
          </p:txBody>
        </p:sp>
        <p:sp>
          <p:nvSpPr>
            <p:cNvPr id="24" name="Line 20"/>
            <p:cNvSpPr>
              <a:spLocks noChangeShapeType="1"/>
            </p:cNvSpPr>
            <p:nvPr/>
          </p:nvSpPr>
          <p:spPr bwMode="ltGray">
            <a:xfrm>
              <a:off x="2303463" y="2590800"/>
              <a:ext cx="1547812" cy="0"/>
            </a:xfrm>
            <a:prstGeom prst="line">
              <a:avLst/>
            </a:prstGeom>
            <a:noFill/>
            <a:ln w="9525" cap="rnd">
              <a:solidFill>
                <a:srgbClr val="00CC99"/>
              </a:solidFill>
              <a:round/>
              <a:tailEnd type="triangle" w="med" len="med"/>
            </a:ln>
            <a:extLst>
              <a:ext uri="{909E8E84-426E-40DD-AFC4-6F175D3DCCD1}">
                <a14:hiddenFill xmlns:a14="http://schemas.microsoft.com/office/drawing/2010/main">
                  <a:noFill/>
                </a14:hiddenFill>
              </a:ext>
            </a:extLst>
          </p:spPr>
          <p:txBody>
            <a:bodyPr wrap="none" anchor="ctr"/>
            <a:lstStyle/>
            <a:p>
              <a:pPr marL="0" marR="0" lvl="0" indent="0" defTabSz="914400" eaLnBrk="0" fontAlgn="base" latinLnBrk="0" hangingPunct="0">
                <a:lnSpc>
                  <a:spcPct val="100000"/>
                </a:lnSpc>
                <a:spcBef>
                  <a:spcPct val="0"/>
                </a:spcBef>
                <a:spcAft>
                  <a:spcPct val="0"/>
                </a:spcAft>
                <a:buClrTx/>
                <a:buSzTx/>
                <a:buFontTx/>
                <a:buNone/>
                <a:defRPr/>
              </a:pPr>
              <a:endParaRPr kumimoji="1" lang="zh-CN" altLang="en-US" sz="2400" b="1" i="0" u="none" strike="noStrike" kern="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endParaRPr>
            </a:p>
          </p:txBody>
        </p:sp>
        <p:sp>
          <p:nvSpPr>
            <p:cNvPr id="25" name="Oval 21"/>
            <p:cNvSpPr>
              <a:spLocks noChangeArrowheads="1"/>
            </p:cNvSpPr>
            <p:nvPr/>
          </p:nvSpPr>
          <p:spPr bwMode="ltGray">
            <a:xfrm>
              <a:off x="3851275" y="2403475"/>
              <a:ext cx="422275" cy="381000"/>
            </a:xfrm>
            <a:prstGeom prst="ellipse">
              <a:avLst/>
            </a:prstGeom>
            <a:solidFill>
              <a:srgbClr val="B2B2B2"/>
            </a:solidFill>
            <a:ln w="9525" cap="rnd">
              <a:solidFill>
                <a:srgbClr val="000000"/>
              </a:solidFill>
              <a:round/>
            </a:ln>
          </p:spPr>
          <p:txBody>
            <a:bodyPr wrap="none" anchor="ctr"/>
            <a:lstStyle>
              <a:lvl1pPr>
                <a:spcBef>
                  <a:spcPct val="20000"/>
                </a:spcBef>
                <a:buChar char="•"/>
                <a:defRPr kumimoji="1" sz="3200" b="1">
                  <a:solidFill>
                    <a:srgbClr val="000066"/>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b="1">
                  <a:solidFill>
                    <a:srgbClr val="000066"/>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b="1">
                  <a:solidFill>
                    <a:srgbClr val="000066"/>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b="1">
                  <a:solidFill>
                    <a:srgbClr val="000066"/>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b="1">
                  <a:solidFill>
                    <a:srgbClr val="000066"/>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b="1">
                  <a:solidFill>
                    <a:srgbClr val="000066"/>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b="1">
                  <a:solidFill>
                    <a:srgbClr val="000066"/>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b="1">
                  <a:solidFill>
                    <a:srgbClr val="000066"/>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b="1">
                  <a:solidFill>
                    <a:srgbClr val="000066"/>
                  </a:solidFill>
                  <a:latin typeface="Times New Roman" panose="02020603050405020304" pitchFamily="18" charset="0"/>
                  <a:ea typeface="宋体" panose="02010600030101010101" pitchFamily="2" charset="-122"/>
                </a:defRPr>
              </a:lvl9pPr>
            </a:lstStyle>
            <a:p>
              <a:pPr marL="0" marR="0" lvl="0" indent="0" algn="ctr" defTabSz="914400" eaLnBrk="0" fontAlgn="base" latinLnBrk="0" hangingPunct="0">
                <a:lnSpc>
                  <a:spcPct val="100000"/>
                </a:lnSpc>
                <a:spcBef>
                  <a:spcPct val="0"/>
                </a:spcBef>
                <a:spcAft>
                  <a:spcPct val="0"/>
                </a:spcAft>
                <a:buClrTx/>
                <a:buSzTx/>
                <a:buFontTx/>
                <a:buNone/>
                <a:defRPr/>
              </a:pPr>
              <a:r>
                <a:rPr kumimoji="1" lang="en-US" altLang="zh-CN" sz="2800" b="1" i="0" u="none" strike="noStrike" kern="0" cap="none" spc="0" normalizeH="0" baseline="0" noProof="0">
                  <a:ln>
                    <a:noFill/>
                  </a:ln>
                  <a:solidFill>
                    <a:srgbClr val="000066"/>
                  </a:solidFill>
                  <a:effectLst/>
                  <a:uLnTx/>
                  <a:uFillTx/>
                  <a:latin typeface="Times New Roman" panose="02020603050405020304" pitchFamily="18" charset="0"/>
                  <a:ea typeface="宋体" panose="02010600030101010101" pitchFamily="2" charset="-122"/>
                </a:rPr>
                <a:t>+</a:t>
              </a:r>
              <a:endParaRPr kumimoji="1" lang="en-US" altLang="zh-CN" sz="2400" b="1" i="0" u="none" strike="noStrike" kern="0" cap="none" spc="0" normalizeH="0" baseline="0" noProof="0">
                <a:ln>
                  <a:noFill/>
                </a:ln>
                <a:solidFill>
                  <a:srgbClr val="000066"/>
                </a:solidFill>
                <a:effectLst/>
                <a:uLnTx/>
                <a:uFillTx/>
                <a:latin typeface="Times New Roman" panose="02020603050405020304" pitchFamily="18" charset="0"/>
                <a:ea typeface="宋体" panose="02010600030101010101" pitchFamily="2" charset="-122"/>
              </a:endParaRPr>
            </a:p>
          </p:txBody>
        </p:sp>
        <p:sp>
          <p:nvSpPr>
            <p:cNvPr id="26" name="Rectangle 22"/>
            <p:cNvSpPr>
              <a:spLocks noChangeArrowheads="1"/>
            </p:cNvSpPr>
            <p:nvPr/>
          </p:nvSpPr>
          <p:spPr bwMode="ltGray">
            <a:xfrm>
              <a:off x="7259638" y="1219200"/>
              <a:ext cx="1406525" cy="838200"/>
            </a:xfrm>
            <a:prstGeom prst="rect">
              <a:avLst/>
            </a:prstGeom>
            <a:solidFill>
              <a:srgbClr val="B2B2B2"/>
            </a:solidFill>
            <a:ln w="9525" cap="rnd">
              <a:solidFill>
                <a:srgbClr val="000000"/>
              </a:solidFill>
              <a:miter lim="800000"/>
            </a:ln>
          </p:spPr>
          <p:txBody>
            <a:bodyPr wrap="none" anchor="ctr"/>
            <a:lstStyle>
              <a:lvl1pPr>
                <a:spcBef>
                  <a:spcPct val="20000"/>
                </a:spcBef>
                <a:buChar char="•"/>
                <a:defRPr kumimoji="1" sz="3200" b="1">
                  <a:solidFill>
                    <a:srgbClr val="000066"/>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b="1">
                  <a:solidFill>
                    <a:srgbClr val="000066"/>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b="1">
                  <a:solidFill>
                    <a:srgbClr val="000066"/>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b="1">
                  <a:solidFill>
                    <a:srgbClr val="000066"/>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b="1">
                  <a:solidFill>
                    <a:srgbClr val="000066"/>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b="1">
                  <a:solidFill>
                    <a:srgbClr val="000066"/>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b="1">
                  <a:solidFill>
                    <a:srgbClr val="000066"/>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b="1">
                  <a:solidFill>
                    <a:srgbClr val="000066"/>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b="1">
                  <a:solidFill>
                    <a:srgbClr val="000066"/>
                  </a:solidFill>
                  <a:latin typeface="Times New Roman" panose="02020603050405020304" pitchFamily="18" charset="0"/>
                  <a:ea typeface="宋体" panose="02010600030101010101" pitchFamily="2" charset="-122"/>
                </a:defRPr>
              </a:lvl9pPr>
            </a:lstStyle>
            <a:p>
              <a:pPr marL="0" marR="0" lvl="0" indent="0" algn="ctr" defTabSz="914400" eaLnBrk="0" fontAlgn="base" latinLnBrk="0" hangingPunct="0">
                <a:lnSpc>
                  <a:spcPct val="100000"/>
                </a:lnSpc>
                <a:spcBef>
                  <a:spcPct val="0"/>
                </a:spcBef>
                <a:spcAft>
                  <a:spcPct val="0"/>
                </a:spcAft>
                <a:buClrTx/>
                <a:buSzTx/>
                <a:buFontTx/>
                <a:buNone/>
                <a:defRPr/>
              </a:pPr>
              <a:r>
                <a:rPr kumimoji="1" lang="en-US" altLang="zh-CN" sz="2400" b="1" i="0" u="none" strike="noStrike" kern="0" cap="none" spc="0" normalizeH="0" baseline="0" noProof="0">
                  <a:ln>
                    <a:noFill/>
                  </a:ln>
                  <a:solidFill>
                    <a:srgbClr val="000066"/>
                  </a:solidFill>
                  <a:effectLst/>
                  <a:uLnTx/>
                  <a:uFillTx/>
                  <a:latin typeface="Times New Roman" panose="02020603050405020304" pitchFamily="18" charset="0"/>
                  <a:ea typeface="宋体" panose="02010600030101010101" pitchFamily="2" charset="-122"/>
                </a:rPr>
                <a:t>D</a:t>
              </a:r>
              <a:r>
                <a:rPr kumimoji="1" lang="en-US" altLang="zh-CN" sz="1400" b="1" i="0" u="none" strike="noStrike" kern="0" cap="none" spc="0" normalizeH="0" baseline="0" noProof="0">
                  <a:ln>
                    <a:noFill/>
                  </a:ln>
                  <a:solidFill>
                    <a:srgbClr val="000066"/>
                  </a:solidFill>
                  <a:effectLst/>
                  <a:uLnTx/>
                  <a:uFillTx/>
                  <a:latin typeface="Times New Roman" panose="02020603050405020304" pitchFamily="18" charset="0"/>
                  <a:ea typeface="宋体" panose="02010600030101010101" pitchFamily="2" charset="-122"/>
                </a:rPr>
                <a:t>N</a:t>
              </a:r>
              <a:endParaRPr kumimoji="1" lang="en-US" altLang="zh-CN" sz="2400" b="1" i="0" u="none" strike="noStrike" kern="0" cap="none" spc="0" normalizeH="0" baseline="0" noProof="0">
                <a:ln>
                  <a:noFill/>
                </a:ln>
                <a:solidFill>
                  <a:srgbClr val="000066"/>
                </a:solidFill>
                <a:effectLst/>
                <a:uLnTx/>
                <a:uFillTx/>
                <a:latin typeface="Times New Roman" panose="02020603050405020304" pitchFamily="18" charset="0"/>
                <a:ea typeface="宋体" panose="02010600030101010101" pitchFamily="2" charset="-122"/>
              </a:endParaRPr>
            </a:p>
            <a:p>
              <a:pPr marL="0" marR="0" lvl="0" indent="0" algn="ctr" defTabSz="914400" eaLnBrk="0" fontAlgn="base" latinLnBrk="0" hangingPunct="0">
                <a:lnSpc>
                  <a:spcPct val="100000"/>
                </a:lnSpc>
                <a:spcBef>
                  <a:spcPct val="0"/>
                </a:spcBef>
                <a:spcAft>
                  <a:spcPct val="0"/>
                </a:spcAft>
                <a:buClrTx/>
                <a:buSzTx/>
                <a:buFontTx/>
                <a:buNone/>
                <a:defRPr/>
              </a:pPr>
              <a:r>
                <a:rPr kumimoji="1" lang="en-US" altLang="zh-CN" sz="2400" b="1" i="0" u="none" strike="noStrike" kern="0" cap="none" spc="0" normalizeH="0" baseline="0" noProof="0">
                  <a:ln>
                    <a:noFill/>
                  </a:ln>
                  <a:solidFill>
                    <a:srgbClr val="000066"/>
                  </a:solidFill>
                  <a:effectLst/>
                  <a:uLnTx/>
                  <a:uFillTx/>
                  <a:latin typeface="Times New Roman" panose="02020603050405020304" pitchFamily="18" charset="0"/>
                  <a:ea typeface="宋体" panose="02010600030101010101" pitchFamily="2" charset="-122"/>
                </a:rPr>
                <a:t>(64bits)</a:t>
              </a:r>
              <a:endParaRPr kumimoji="1" lang="en-US" altLang="zh-CN" sz="2400" b="1" i="0" u="none" strike="noStrike" kern="0" cap="none" spc="0" normalizeH="0" baseline="0" noProof="0">
                <a:ln>
                  <a:noFill/>
                </a:ln>
                <a:solidFill>
                  <a:srgbClr val="000066"/>
                </a:solidFill>
                <a:effectLst/>
                <a:uLnTx/>
                <a:uFillTx/>
                <a:latin typeface="Times New Roman" panose="02020603050405020304" pitchFamily="18" charset="0"/>
                <a:ea typeface="宋体" panose="02010600030101010101" pitchFamily="2" charset="-122"/>
              </a:endParaRPr>
            </a:p>
          </p:txBody>
        </p:sp>
        <p:sp>
          <p:nvSpPr>
            <p:cNvPr id="27" name="Text Box 23"/>
            <p:cNvSpPr txBox="1">
              <a:spLocks noChangeArrowheads="1"/>
            </p:cNvSpPr>
            <p:nvPr/>
          </p:nvSpPr>
          <p:spPr bwMode="ltGray">
            <a:xfrm>
              <a:off x="7245350" y="727075"/>
              <a:ext cx="1406525"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kumimoji="1" sz="3200" b="1">
                  <a:solidFill>
                    <a:srgbClr val="000066"/>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b="1">
                  <a:solidFill>
                    <a:srgbClr val="000066"/>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b="1">
                  <a:solidFill>
                    <a:srgbClr val="000066"/>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b="1">
                  <a:solidFill>
                    <a:srgbClr val="000066"/>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b="1">
                  <a:solidFill>
                    <a:srgbClr val="000066"/>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b="1">
                  <a:solidFill>
                    <a:srgbClr val="000066"/>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b="1">
                  <a:solidFill>
                    <a:srgbClr val="000066"/>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b="1">
                  <a:solidFill>
                    <a:srgbClr val="000066"/>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b="1">
                  <a:solidFill>
                    <a:srgbClr val="000066"/>
                  </a:solidFill>
                  <a:latin typeface="Times New Roman" panose="02020603050405020304" pitchFamily="18" charset="0"/>
                  <a:ea typeface="宋体" panose="02010600030101010101" pitchFamily="2" charset="-122"/>
                </a:defRPr>
              </a:lvl9pPr>
            </a:lstStyle>
            <a:p>
              <a:pPr marL="0" marR="0" lvl="0" indent="0" defTabSz="914400" eaLnBrk="0" fontAlgn="base" latinLnBrk="0" hangingPunct="0">
                <a:lnSpc>
                  <a:spcPct val="100000"/>
                </a:lnSpc>
                <a:spcBef>
                  <a:spcPct val="0"/>
                </a:spcBef>
                <a:spcAft>
                  <a:spcPct val="0"/>
                </a:spcAft>
                <a:buClrTx/>
                <a:buSzTx/>
                <a:buFontTx/>
                <a:buNone/>
                <a:defRPr/>
              </a:pPr>
              <a:r>
                <a:rPr kumimoji="1" lang="en-US" altLang="zh-CN" sz="2400" b="1" i="0" u="none" strike="noStrike" kern="0" cap="none" spc="0" normalizeH="0" baseline="0" noProof="0">
                  <a:ln>
                    <a:noFill/>
                  </a:ln>
                  <a:solidFill>
                    <a:srgbClr val="000066"/>
                  </a:solidFill>
                  <a:effectLst/>
                  <a:uLnTx/>
                  <a:uFillTx/>
                  <a:latin typeface="Times New Roman" panose="02020603050405020304" pitchFamily="18" charset="0"/>
                  <a:ea typeface="宋体" panose="02010600030101010101" pitchFamily="2" charset="-122"/>
                </a:rPr>
                <a:t>Time = N</a:t>
              </a:r>
              <a:endParaRPr kumimoji="1" lang="en-US" altLang="zh-CN" sz="2400" b="1" i="0" u="none" strike="noStrike" kern="0" cap="none" spc="0" normalizeH="0" baseline="0" noProof="0">
                <a:ln>
                  <a:noFill/>
                </a:ln>
                <a:solidFill>
                  <a:srgbClr val="000066"/>
                </a:solidFill>
                <a:effectLst/>
                <a:uLnTx/>
                <a:uFillTx/>
                <a:latin typeface="Times New Roman" panose="02020603050405020304" pitchFamily="18" charset="0"/>
                <a:ea typeface="宋体" panose="02010600030101010101" pitchFamily="2" charset="-122"/>
              </a:endParaRPr>
            </a:p>
          </p:txBody>
        </p:sp>
        <p:sp>
          <p:nvSpPr>
            <p:cNvPr id="28" name="Oval 24"/>
            <p:cNvSpPr>
              <a:spLocks noChangeArrowheads="1"/>
            </p:cNvSpPr>
            <p:nvPr/>
          </p:nvSpPr>
          <p:spPr bwMode="ltGray">
            <a:xfrm>
              <a:off x="7329488" y="3048000"/>
              <a:ext cx="1266825" cy="685800"/>
            </a:xfrm>
            <a:prstGeom prst="ellipse">
              <a:avLst/>
            </a:prstGeom>
            <a:solidFill>
              <a:srgbClr val="B2B2B2"/>
            </a:solidFill>
            <a:ln w="9525" cap="rnd">
              <a:solidFill>
                <a:srgbClr val="000000"/>
              </a:solidFill>
              <a:round/>
            </a:ln>
          </p:spPr>
          <p:txBody>
            <a:bodyPr wrap="none" anchor="ctr"/>
            <a:lstStyle>
              <a:lvl1pPr>
                <a:spcBef>
                  <a:spcPct val="20000"/>
                </a:spcBef>
                <a:buChar char="•"/>
                <a:defRPr kumimoji="1" sz="3200" b="1">
                  <a:solidFill>
                    <a:srgbClr val="000066"/>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b="1">
                  <a:solidFill>
                    <a:srgbClr val="000066"/>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b="1">
                  <a:solidFill>
                    <a:srgbClr val="000066"/>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b="1">
                  <a:solidFill>
                    <a:srgbClr val="000066"/>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b="1">
                  <a:solidFill>
                    <a:srgbClr val="000066"/>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b="1">
                  <a:solidFill>
                    <a:srgbClr val="000066"/>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b="1">
                  <a:solidFill>
                    <a:srgbClr val="000066"/>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b="1">
                  <a:solidFill>
                    <a:srgbClr val="000066"/>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b="1">
                  <a:solidFill>
                    <a:srgbClr val="000066"/>
                  </a:solidFill>
                  <a:latin typeface="Times New Roman" panose="02020603050405020304" pitchFamily="18" charset="0"/>
                  <a:ea typeface="宋体" panose="02010600030101010101" pitchFamily="2" charset="-122"/>
                </a:defRPr>
              </a:lvl9pPr>
            </a:lstStyle>
            <a:p>
              <a:pPr marL="0" marR="0" lvl="0" indent="0" algn="ctr" defTabSz="914400" eaLnBrk="0" fontAlgn="base" latinLnBrk="0" hangingPunct="0">
                <a:lnSpc>
                  <a:spcPct val="100000"/>
                </a:lnSpc>
                <a:spcBef>
                  <a:spcPct val="0"/>
                </a:spcBef>
                <a:spcAft>
                  <a:spcPct val="0"/>
                </a:spcAft>
                <a:buClrTx/>
                <a:buSzTx/>
                <a:buFontTx/>
                <a:buNone/>
                <a:defRPr/>
              </a:pPr>
              <a:r>
                <a:rPr kumimoji="1" lang="en-US" altLang="zh-CN" sz="2000" b="1" i="0" u="none" strike="noStrike" kern="0" cap="none" spc="0" normalizeH="0" baseline="0" noProof="0">
                  <a:ln>
                    <a:noFill/>
                  </a:ln>
                  <a:solidFill>
                    <a:srgbClr val="000066"/>
                  </a:solidFill>
                  <a:effectLst/>
                  <a:uLnTx/>
                  <a:uFillTx/>
                  <a:latin typeface="Times New Roman" panose="02020603050405020304" pitchFamily="18" charset="0"/>
                  <a:ea typeface="宋体" panose="02010600030101010101" pitchFamily="2" charset="-122"/>
                </a:rPr>
                <a:t>DES</a:t>
              </a:r>
              <a:endParaRPr kumimoji="1" lang="en-US" altLang="zh-CN" sz="2000" b="1" i="0" u="none" strike="noStrike" kern="0" cap="none" spc="0" normalizeH="0" baseline="0" noProof="0">
                <a:ln>
                  <a:noFill/>
                </a:ln>
                <a:solidFill>
                  <a:srgbClr val="000066"/>
                </a:solidFill>
                <a:effectLst/>
                <a:uLnTx/>
                <a:uFillTx/>
                <a:latin typeface="Times New Roman" panose="02020603050405020304" pitchFamily="18" charset="0"/>
                <a:ea typeface="宋体" panose="02010600030101010101" pitchFamily="2" charset="-122"/>
              </a:endParaRPr>
            </a:p>
            <a:p>
              <a:pPr marL="0" marR="0" lvl="0" indent="0" algn="ctr" defTabSz="914400" eaLnBrk="0" fontAlgn="base" latinLnBrk="0" hangingPunct="0">
                <a:lnSpc>
                  <a:spcPct val="100000"/>
                </a:lnSpc>
                <a:spcBef>
                  <a:spcPct val="0"/>
                </a:spcBef>
                <a:spcAft>
                  <a:spcPct val="0"/>
                </a:spcAft>
                <a:buClrTx/>
                <a:buSzTx/>
                <a:buFontTx/>
                <a:buNone/>
                <a:defRPr/>
              </a:pPr>
              <a:r>
                <a:rPr kumimoji="1" lang="en-US" altLang="zh-CN" sz="2000" b="1" i="0" u="none" strike="noStrike" kern="0" cap="none" spc="0" normalizeH="0" baseline="0" noProof="0">
                  <a:ln>
                    <a:noFill/>
                  </a:ln>
                  <a:solidFill>
                    <a:srgbClr val="000066"/>
                  </a:solidFill>
                  <a:effectLst/>
                  <a:uLnTx/>
                  <a:uFillTx/>
                  <a:latin typeface="Times New Roman" panose="02020603050405020304" pitchFamily="18" charset="0"/>
                  <a:ea typeface="宋体" panose="02010600030101010101" pitchFamily="2" charset="-122"/>
                </a:rPr>
                <a:t>encrypt</a:t>
              </a:r>
              <a:endParaRPr kumimoji="1" lang="en-US" altLang="zh-CN" sz="2000" b="1" i="0" u="none" strike="noStrike" kern="0" cap="none" spc="0" normalizeH="0" baseline="0" noProof="0">
                <a:ln>
                  <a:noFill/>
                </a:ln>
                <a:solidFill>
                  <a:srgbClr val="000066"/>
                </a:solidFill>
                <a:effectLst/>
                <a:uLnTx/>
                <a:uFillTx/>
                <a:latin typeface="Times New Roman" panose="02020603050405020304" pitchFamily="18" charset="0"/>
                <a:ea typeface="宋体" panose="02010600030101010101" pitchFamily="2" charset="-122"/>
              </a:endParaRPr>
            </a:p>
          </p:txBody>
        </p:sp>
        <p:sp>
          <p:nvSpPr>
            <p:cNvPr id="29" name="Line 25"/>
            <p:cNvSpPr>
              <a:spLocks noChangeShapeType="1"/>
            </p:cNvSpPr>
            <p:nvPr/>
          </p:nvSpPr>
          <p:spPr bwMode="ltGray">
            <a:xfrm>
              <a:off x="6978650" y="3352800"/>
              <a:ext cx="350838" cy="0"/>
            </a:xfrm>
            <a:prstGeom prst="line">
              <a:avLst/>
            </a:prstGeom>
            <a:noFill/>
            <a:ln w="9525" cap="rnd">
              <a:solidFill>
                <a:srgbClr val="00CC99"/>
              </a:solidFill>
              <a:round/>
              <a:tailEnd type="triangle" w="med" len="med"/>
            </a:ln>
            <a:extLst>
              <a:ext uri="{909E8E84-426E-40DD-AFC4-6F175D3DCCD1}">
                <a14:hiddenFill xmlns:a14="http://schemas.microsoft.com/office/drawing/2010/main">
                  <a:noFill/>
                </a14:hiddenFill>
              </a:ext>
            </a:extLst>
          </p:spPr>
          <p:txBody>
            <a:bodyPr wrap="none" anchor="ctr"/>
            <a:lstStyle/>
            <a:p>
              <a:pPr marL="0" marR="0" lvl="0" indent="0" defTabSz="914400" eaLnBrk="0" fontAlgn="base" latinLnBrk="0" hangingPunct="0">
                <a:lnSpc>
                  <a:spcPct val="100000"/>
                </a:lnSpc>
                <a:spcBef>
                  <a:spcPct val="0"/>
                </a:spcBef>
                <a:spcAft>
                  <a:spcPct val="0"/>
                </a:spcAft>
                <a:buClrTx/>
                <a:buSzTx/>
                <a:buFontTx/>
                <a:buNone/>
                <a:defRPr/>
              </a:pPr>
              <a:endParaRPr kumimoji="1" lang="zh-CN" altLang="en-US" sz="2400" b="1" i="0" u="none" strike="noStrike" kern="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endParaRPr>
            </a:p>
          </p:txBody>
        </p:sp>
        <p:sp>
          <p:nvSpPr>
            <p:cNvPr id="30" name="Text Box 26"/>
            <p:cNvSpPr txBox="1">
              <a:spLocks noChangeArrowheads="1"/>
            </p:cNvSpPr>
            <p:nvPr/>
          </p:nvSpPr>
          <p:spPr bwMode="ltGray">
            <a:xfrm>
              <a:off x="6715125" y="3184525"/>
              <a:ext cx="381000"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kumimoji="1" sz="3200" b="1">
                  <a:solidFill>
                    <a:srgbClr val="000066"/>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b="1">
                  <a:solidFill>
                    <a:srgbClr val="000066"/>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b="1">
                  <a:solidFill>
                    <a:srgbClr val="000066"/>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b="1">
                  <a:solidFill>
                    <a:srgbClr val="000066"/>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b="1">
                  <a:solidFill>
                    <a:srgbClr val="000066"/>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b="1">
                  <a:solidFill>
                    <a:srgbClr val="000066"/>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b="1">
                  <a:solidFill>
                    <a:srgbClr val="000066"/>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b="1">
                  <a:solidFill>
                    <a:srgbClr val="000066"/>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b="1">
                  <a:solidFill>
                    <a:srgbClr val="000066"/>
                  </a:solidFill>
                  <a:latin typeface="Times New Roman" panose="02020603050405020304" pitchFamily="18" charset="0"/>
                  <a:ea typeface="宋体" panose="02010600030101010101" pitchFamily="2" charset="-122"/>
                </a:defRPr>
              </a:lvl9pPr>
            </a:lstStyle>
            <a:p>
              <a:pPr marL="0" marR="0" lvl="0" indent="0" defTabSz="914400" eaLnBrk="0" fontAlgn="base" latinLnBrk="0" hangingPunct="0">
                <a:lnSpc>
                  <a:spcPct val="100000"/>
                </a:lnSpc>
                <a:spcBef>
                  <a:spcPct val="0"/>
                </a:spcBef>
                <a:spcAft>
                  <a:spcPct val="0"/>
                </a:spcAft>
                <a:buClrTx/>
                <a:buSzTx/>
                <a:buFontTx/>
                <a:buNone/>
                <a:defRPr/>
              </a:pPr>
              <a:r>
                <a:rPr kumimoji="1" lang="en-US" altLang="zh-CN" sz="2000" b="1" i="0" u="none" strike="noStrike" kern="0" cap="none" spc="0" normalizeH="0" baseline="0" noProof="0">
                  <a:ln>
                    <a:noFill/>
                  </a:ln>
                  <a:solidFill>
                    <a:srgbClr val="000066"/>
                  </a:solidFill>
                  <a:effectLst/>
                  <a:uLnTx/>
                  <a:uFillTx/>
                  <a:latin typeface="Times New Roman" panose="02020603050405020304" pitchFamily="18" charset="0"/>
                  <a:ea typeface="宋体" panose="02010600030101010101" pitchFamily="2" charset="-122"/>
                </a:rPr>
                <a:t>K</a:t>
              </a:r>
              <a:endParaRPr kumimoji="1" lang="en-US" altLang="zh-CN" sz="2000" b="1" i="0" u="none" strike="noStrike" kern="0" cap="none" spc="0" normalizeH="0" baseline="0" noProof="0">
                <a:ln>
                  <a:noFill/>
                </a:ln>
                <a:solidFill>
                  <a:srgbClr val="000066"/>
                </a:solidFill>
                <a:effectLst/>
                <a:uLnTx/>
                <a:uFillTx/>
                <a:latin typeface="Times New Roman" panose="02020603050405020304" pitchFamily="18" charset="0"/>
                <a:ea typeface="宋体" panose="02010600030101010101" pitchFamily="2" charset="-122"/>
              </a:endParaRPr>
            </a:p>
          </p:txBody>
        </p:sp>
        <p:sp>
          <p:nvSpPr>
            <p:cNvPr id="31" name="Rectangle 27"/>
            <p:cNvSpPr>
              <a:spLocks noChangeArrowheads="1"/>
            </p:cNvSpPr>
            <p:nvPr/>
          </p:nvSpPr>
          <p:spPr bwMode="ltGray">
            <a:xfrm>
              <a:off x="7259638" y="4953000"/>
              <a:ext cx="1406525" cy="838200"/>
            </a:xfrm>
            <a:prstGeom prst="rect">
              <a:avLst/>
            </a:prstGeom>
            <a:solidFill>
              <a:srgbClr val="B2B2B2"/>
            </a:solidFill>
            <a:ln w="9525" cap="rnd">
              <a:solidFill>
                <a:srgbClr val="000000"/>
              </a:solidFill>
              <a:miter lim="800000"/>
            </a:ln>
          </p:spPr>
          <p:txBody>
            <a:bodyPr wrap="none" anchor="ctr"/>
            <a:lstStyle>
              <a:lvl1pPr>
                <a:spcBef>
                  <a:spcPct val="20000"/>
                </a:spcBef>
                <a:buChar char="•"/>
                <a:defRPr kumimoji="1" sz="3200" b="1">
                  <a:solidFill>
                    <a:srgbClr val="000066"/>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b="1">
                  <a:solidFill>
                    <a:srgbClr val="000066"/>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b="1">
                  <a:solidFill>
                    <a:srgbClr val="000066"/>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b="1">
                  <a:solidFill>
                    <a:srgbClr val="000066"/>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b="1">
                  <a:solidFill>
                    <a:srgbClr val="000066"/>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b="1">
                  <a:solidFill>
                    <a:srgbClr val="000066"/>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b="1">
                  <a:solidFill>
                    <a:srgbClr val="000066"/>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b="1">
                  <a:solidFill>
                    <a:srgbClr val="000066"/>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b="1">
                  <a:solidFill>
                    <a:srgbClr val="000066"/>
                  </a:solidFill>
                  <a:latin typeface="Times New Roman" panose="02020603050405020304" pitchFamily="18" charset="0"/>
                  <a:ea typeface="宋体" panose="02010600030101010101" pitchFamily="2" charset="-122"/>
                </a:defRPr>
              </a:lvl9pPr>
            </a:lstStyle>
            <a:p>
              <a:pPr marL="0" marR="0" lvl="0" indent="0" algn="ctr" defTabSz="914400" eaLnBrk="0" fontAlgn="base" latinLnBrk="0" hangingPunct="0">
                <a:lnSpc>
                  <a:spcPct val="100000"/>
                </a:lnSpc>
                <a:spcBef>
                  <a:spcPct val="0"/>
                </a:spcBef>
                <a:spcAft>
                  <a:spcPct val="0"/>
                </a:spcAft>
                <a:buClrTx/>
                <a:buSzTx/>
                <a:buFontTx/>
                <a:buNone/>
                <a:defRPr/>
              </a:pPr>
              <a:r>
                <a:rPr kumimoji="1" lang="en-US" altLang="zh-CN" sz="2400" b="1" i="0" u="none" strike="noStrike" kern="0" cap="none" spc="0" normalizeH="0" baseline="0" noProof="0">
                  <a:ln>
                    <a:noFill/>
                  </a:ln>
                  <a:solidFill>
                    <a:srgbClr val="000066"/>
                  </a:solidFill>
                  <a:effectLst/>
                  <a:uLnTx/>
                  <a:uFillTx/>
                  <a:latin typeface="Times New Roman" panose="02020603050405020304" pitchFamily="18" charset="0"/>
                  <a:ea typeface="宋体" panose="02010600030101010101" pitchFamily="2" charset="-122"/>
                </a:rPr>
                <a:t>O</a:t>
              </a:r>
              <a:r>
                <a:rPr kumimoji="1" lang="en-US" altLang="zh-CN" sz="1400" b="1" i="0" u="none" strike="noStrike" kern="0" cap="none" spc="0" normalizeH="0" baseline="0" noProof="0">
                  <a:ln>
                    <a:noFill/>
                  </a:ln>
                  <a:solidFill>
                    <a:srgbClr val="000066"/>
                  </a:solidFill>
                  <a:effectLst/>
                  <a:uLnTx/>
                  <a:uFillTx/>
                  <a:latin typeface="Times New Roman" panose="02020603050405020304" pitchFamily="18" charset="0"/>
                  <a:ea typeface="宋体" panose="02010600030101010101" pitchFamily="2" charset="-122"/>
                </a:rPr>
                <a:t>N</a:t>
              </a:r>
              <a:endParaRPr kumimoji="1" lang="en-US" altLang="zh-CN" sz="2400" b="1" i="0" u="none" strike="noStrike" kern="0" cap="none" spc="0" normalizeH="0" baseline="0" noProof="0">
                <a:ln>
                  <a:noFill/>
                </a:ln>
                <a:solidFill>
                  <a:srgbClr val="000066"/>
                </a:solidFill>
                <a:effectLst/>
                <a:uLnTx/>
                <a:uFillTx/>
                <a:latin typeface="Times New Roman" panose="02020603050405020304" pitchFamily="18" charset="0"/>
                <a:ea typeface="宋体" panose="02010600030101010101" pitchFamily="2" charset="-122"/>
              </a:endParaRPr>
            </a:p>
            <a:p>
              <a:pPr marL="0" marR="0" lvl="0" indent="0" algn="ctr" defTabSz="914400" eaLnBrk="0" fontAlgn="base" latinLnBrk="0" hangingPunct="0">
                <a:lnSpc>
                  <a:spcPct val="100000"/>
                </a:lnSpc>
                <a:spcBef>
                  <a:spcPct val="0"/>
                </a:spcBef>
                <a:spcAft>
                  <a:spcPct val="0"/>
                </a:spcAft>
                <a:buClrTx/>
                <a:buSzTx/>
                <a:buFontTx/>
                <a:buNone/>
                <a:defRPr/>
              </a:pPr>
              <a:endParaRPr kumimoji="1" lang="en-US" altLang="zh-CN" sz="2400" b="1" i="0" u="none" strike="noStrike" kern="0" cap="none" spc="0" normalizeH="0" baseline="0" noProof="0">
                <a:ln>
                  <a:noFill/>
                </a:ln>
                <a:solidFill>
                  <a:srgbClr val="000066"/>
                </a:solidFill>
                <a:effectLst/>
                <a:uLnTx/>
                <a:uFillTx/>
                <a:latin typeface="Times New Roman" panose="02020603050405020304" pitchFamily="18" charset="0"/>
                <a:ea typeface="宋体" panose="02010600030101010101" pitchFamily="2" charset="-122"/>
              </a:endParaRPr>
            </a:p>
          </p:txBody>
        </p:sp>
        <p:sp>
          <p:nvSpPr>
            <p:cNvPr id="32" name="Line 28"/>
            <p:cNvSpPr>
              <a:spLocks noChangeShapeType="1"/>
            </p:cNvSpPr>
            <p:nvPr/>
          </p:nvSpPr>
          <p:spPr bwMode="ltGray">
            <a:xfrm>
              <a:off x="7962900" y="2057400"/>
              <a:ext cx="0" cy="990600"/>
            </a:xfrm>
            <a:prstGeom prst="line">
              <a:avLst/>
            </a:prstGeom>
            <a:noFill/>
            <a:ln w="9525" cap="rnd">
              <a:solidFill>
                <a:srgbClr val="00CC99"/>
              </a:solidFill>
              <a:round/>
              <a:tailEnd type="triangle" w="med" len="med"/>
            </a:ln>
            <a:extLst>
              <a:ext uri="{909E8E84-426E-40DD-AFC4-6F175D3DCCD1}">
                <a14:hiddenFill xmlns:a14="http://schemas.microsoft.com/office/drawing/2010/main">
                  <a:noFill/>
                </a14:hiddenFill>
              </a:ext>
            </a:extLst>
          </p:spPr>
          <p:txBody>
            <a:bodyPr wrap="none" anchor="ctr"/>
            <a:lstStyle/>
            <a:p>
              <a:pPr marL="0" marR="0" lvl="0" indent="0" defTabSz="914400" eaLnBrk="0" fontAlgn="base" latinLnBrk="0" hangingPunct="0">
                <a:lnSpc>
                  <a:spcPct val="100000"/>
                </a:lnSpc>
                <a:spcBef>
                  <a:spcPct val="0"/>
                </a:spcBef>
                <a:spcAft>
                  <a:spcPct val="0"/>
                </a:spcAft>
                <a:buClrTx/>
                <a:buSzTx/>
                <a:buFontTx/>
                <a:buNone/>
                <a:defRPr/>
              </a:pPr>
              <a:endParaRPr kumimoji="1" lang="zh-CN" altLang="en-US" sz="2400" b="1" i="0" u="none" strike="noStrike" kern="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endParaRPr>
            </a:p>
          </p:txBody>
        </p:sp>
        <p:sp>
          <p:nvSpPr>
            <p:cNvPr id="33" name="Line 29"/>
            <p:cNvSpPr>
              <a:spLocks noChangeShapeType="1"/>
            </p:cNvSpPr>
            <p:nvPr/>
          </p:nvSpPr>
          <p:spPr bwMode="ltGray">
            <a:xfrm>
              <a:off x="7962900" y="3733800"/>
              <a:ext cx="0" cy="1219200"/>
            </a:xfrm>
            <a:prstGeom prst="line">
              <a:avLst/>
            </a:prstGeom>
            <a:noFill/>
            <a:ln w="9525" cap="rnd">
              <a:solidFill>
                <a:srgbClr val="00CC99"/>
              </a:solidFill>
              <a:round/>
              <a:tailEnd type="triangle" w="med" len="med"/>
            </a:ln>
            <a:extLst>
              <a:ext uri="{909E8E84-426E-40DD-AFC4-6F175D3DCCD1}">
                <a14:hiddenFill xmlns:a14="http://schemas.microsoft.com/office/drawing/2010/main">
                  <a:noFill/>
                </a14:hiddenFill>
              </a:ext>
            </a:extLst>
          </p:spPr>
          <p:txBody>
            <a:bodyPr wrap="none" anchor="ctr"/>
            <a:lstStyle/>
            <a:p>
              <a:pPr marL="0" marR="0" lvl="0" indent="0" defTabSz="914400" eaLnBrk="0" fontAlgn="base" latinLnBrk="0" hangingPunct="0">
                <a:lnSpc>
                  <a:spcPct val="100000"/>
                </a:lnSpc>
                <a:spcBef>
                  <a:spcPct val="0"/>
                </a:spcBef>
                <a:spcAft>
                  <a:spcPct val="0"/>
                </a:spcAft>
                <a:buClrTx/>
                <a:buSzTx/>
                <a:buFontTx/>
                <a:buNone/>
                <a:defRPr/>
              </a:pPr>
              <a:endParaRPr kumimoji="1" lang="zh-CN" altLang="en-US" sz="2400" b="1" i="0" u="none" strike="noStrike" kern="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endParaRPr>
            </a:p>
          </p:txBody>
        </p:sp>
        <p:sp>
          <p:nvSpPr>
            <p:cNvPr id="34" name="Line 30"/>
            <p:cNvSpPr>
              <a:spLocks noChangeShapeType="1"/>
            </p:cNvSpPr>
            <p:nvPr/>
          </p:nvSpPr>
          <p:spPr bwMode="ltGray">
            <a:xfrm flipV="1">
              <a:off x="6203950" y="2555875"/>
              <a:ext cx="0" cy="2895600"/>
            </a:xfrm>
            <a:prstGeom prst="line">
              <a:avLst/>
            </a:prstGeom>
            <a:noFill/>
            <a:ln w="9525" cap="rnd">
              <a:solidFill>
                <a:srgbClr val="00CC99"/>
              </a:solidFill>
              <a:round/>
            </a:ln>
            <a:extLst>
              <a:ext uri="{909E8E84-426E-40DD-AFC4-6F175D3DCCD1}">
                <a14:hiddenFill xmlns:a14="http://schemas.microsoft.com/office/drawing/2010/main">
                  <a:noFill/>
                </a14:hiddenFill>
              </a:ext>
            </a:extLst>
          </p:spPr>
          <p:txBody>
            <a:bodyPr wrap="none" anchor="ctr"/>
            <a:lstStyle/>
            <a:p>
              <a:pPr marL="0" marR="0" lvl="0" indent="0" defTabSz="914400" eaLnBrk="0" fontAlgn="base" latinLnBrk="0" hangingPunct="0">
                <a:lnSpc>
                  <a:spcPct val="100000"/>
                </a:lnSpc>
                <a:spcBef>
                  <a:spcPct val="0"/>
                </a:spcBef>
                <a:spcAft>
                  <a:spcPct val="0"/>
                </a:spcAft>
                <a:buClrTx/>
                <a:buSzTx/>
                <a:buFontTx/>
                <a:buNone/>
                <a:defRPr/>
              </a:pPr>
              <a:endParaRPr kumimoji="1" lang="zh-CN" altLang="en-US" sz="2400" b="1" i="0" u="none" strike="noStrike" kern="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endParaRPr>
            </a:p>
          </p:txBody>
        </p:sp>
        <p:sp>
          <p:nvSpPr>
            <p:cNvPr id="35" name="Line 31"/>
            <p:cNvSpPr>
              <a:spLocks noChangeShapeType="1"/>
            </p:cNvSpPr>
            <p:nvPr/>
          </p:nvSpPr>
          <p:spPr bwMode="ltGray">
            <a:xfrm>
              <a:off x="6203950" y="2555875"/>
              <a:ext cx="1547813" cy="0"/>
            </a:xfrm>
            <a:prstGeom prst="line">
              <a:avLst/>
            </a:prstGeom>
            <a:noFill/>
            <a:ln w="9525" cap="rnd">
              <a:solidFill>
                <a:srgbClr val="00CC99"/>
              </a:solidFill>
              <a:round/>
              <a:tailEnd type="triangle" w="med" len="med"/>
            </a:ln>
            <a:extLst>
              <a:ext uri="{909E8E84-426E-40DD-AFC4-6F175D3DCCD1}">
                <a14:hiddenFill xmlns:a14="http://schemas.microsoft.com/office/drawing/2010/main">
                  <a:noFill/>
                </a14:hiddenFill>
              </a:ext>
            </a:extLst>
          </p:spPr>
          <p:txBody>
            <a:bodyPr wrap="none" anchor="ctr"/>
            <a:lstStyle/>
            <a:p>
              <a:pPr marL="0" marR="0" lvl="0" indent="0" defTabSz="914400" eaLnBrk="0" fontAlgn="base" latinLnBrk="0" hangingPunct="0">
                <a:lnSpc>
                  <a:spcPct val="100000"/>
                </a:lnSpc>
                <a:spcBef>
                  <a:spcPct val="0"/>
                </a:spcBef>
                <a:spcAft>
                  <a:spcPct val="0"/>
                </a:spcAft>
                <a:buClrTx/>
                <a:buSzTx/>
                <a:buFontTx/>
                <a:buNone/>
                <a:defRPr/>
              </a:pPr>
              <a:endParaRPr kumimoji="1" lang="zh-CN" altLang="en-US" sz="2400" b="1" i="0" u="none" strike="noStrike" kern="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endParaRPr>
            </a:p>
          </p:txBody>
        </p:sp>
        <p:sp>
          <p:nvSpPr>
            <p:cNvPr id="36" name="Oval 32"/>
            <p:cNvSpPr>
              <a:spLocks noChangeArrowheads="1"/>
            </p:cNvSpPr>
            <p:nvPr/>
          </p:nvSpPr>
          <p:spPr bwMode="ltGray">
            <a:xfrm>
              <a:off x="7751763" y="2403475"/>
              <a:ext cx="422275" cy="381000"/>
            </a:xfrm>
            <a:prstGeom prst="ellipse">
              <a:avLst/>
            </a:prstGeom>
            <a:solidFill>
              <a:srgbClr val="B2B2B2"/>
            </a:solidFill>
            <a:ln w="9525" cap="rnd">
              <a:solidFill>
                <a:srgbClr val="000000"/>
              </a:solidFill>
              <a:round/>
            </a:ln>
          </p:spPr>
          <p:txBody>
            <a:bodyPr wrap="none" anchor="ctr"/>
            <a:lstStyle>
              <a:lvl1pPr>
                <a:spcBef>
                  <a:spcPct val="20000"/>
                </a:spcBef>
                <a:buChar char="•"/>
                <a:defRPr kumimoji="1" sz="3200" b="1">
                  <a:solidFill>
                    <a:srgbClr val="000066"/>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b="1">
                  <a:solidFill>
                    <a:srgbClr val="000066"/>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b="1">
                  <a:solidFill>
                    <a:srgbClr val="000066"/>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b="1">
                  <a:solidFill>
                    <a:srgbClr val="000066"/>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b="1">
                  <a:solidFill>
                    <a:srgbClr val="000066"/>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b="1">
                  <a:solidFill>
                    <a:srgbClr val="000066"/>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b="1">
                  <a:solidFill>
                    <a:srgbClr val="000066"/>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b="1">
                  <a:solidFill>
                    <a:srgbClr val="000066"/>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b="1">
                  <a:solidFill>
                    <a:srgbClr val="000066"/>
                  </a:solidFill>
                  <a:latin typeface="Times New Roman" panose="02020603050405020304" pitchFamily="18" charset="0"/>
                  <a:ea typeface="宋体" panose="02010600030101010101" pitchFamily="2" charset="-122"/>
                </a:defRPr>
              </a:lvl9pPr>
            </a:lstStyle>
            <a:p>
              <a:pPr marL="0" marR="0" lvl="0" indent="0" algn="ctr" defTabSz="914400" eaLnBrk="0" fontAlgn="base" latinLnBrk="0" hangingPunct="0">
                <a:lnSpc>
                  <a:spcPct val="100000"/>
                </a:lnSpc>
                <a:spcBef>
                  <a:spcPct val="0"/>
                </a:spcBef>
                <a:spcAft>
                  <a:spcPct val="0"/>
                </a:spcAft>
                <a:buClrTx/>
                <a:buSzTx/>
                <a:buFontTx/>
                <a:buNone/>
                <a:defRPr/>
              </a:pPr>
              <a:r>
                <a:rPr kumimoji="1" lang="en-US" altLang="zh-CN" sz="2800" b="1" i="0" u="none" strike="noStrike" kern="0" cap="none" spc="0" normalizeH="0" baseline="0" noProof="0">
                  <a:ln>
                    <a:noFill/>
                  </a:ln>
                  <a:solidFill>
                    <a:srgbClr val="000066"/>
                  </a:solidFill>
                  <a:effectLst/>
                  <a:uLnTx/>
                  <a:uFillTx/>
                  <a:latin typeface="Times New Roman" panose="02020603050405020304" pitchFamily="18" charset="0"/>
                  <a:ea typeface="宋体" panose="02010600030101010101" pitchFamily="2" charset="-122"/>
                </a:rPr>
                <a:t>+</a:t>
              </a:r>
              <a:endParaRPr kumimoji="1" lang="en-US" altLang="zh-CN" sz="2400" b="1" i="0" u="none" strike="noStrike" kern="0" cap="none" spc="0" normalizeH="0" baseline="0" noProof="0">
                <a:ln>
                  <a:noFill/>
                </a:ln>
                <a:solidFill>
                  <a:srgbClr val="000066"/>
                </a:solidFill>
                <a:effectLst/>
                <a:uLnTx/>
                <a:uFillTx/>
                <a:latin typeface="Times New Roman" panose="02020603050405020304" pitchFamily="18" charset="0"/>
                <a:ea typeface="宋体" panose="02010600030101010101" pitchFamily="2" charset="-122"/>
              </a:endParaRPr>
            </a:p>
          </p:txBody>
        </p:sp>
        <p:sp>
          <p:nvSpPr>
            <p:cNvPr id="37" name="Line 33"/>
            <p:cNvSpPr>
              <a:spLocks noChangeShapeType="1"/>
            </p:cNvSpPr>
            <p:nvPr/>
          </p:nvSpPr>
          <p:spPr bwMode="ltGray">
            <a:xfrm>
              <a:off x="5838825" y="5451475"/>
              <a:ext cx="350838" cy="0"/>
            </a:xfrm>
            <a:prstGeom prst="line">
              <a:avLst/>
            </a:prstGeom>
            <a:noFill/>
            <a:ln w="9525" cap="rnd">
              <a:solidFill>
                <a:srgbClr val="00CC99"/>
              </a:solidFill>
              <a:round/>
            </a:ln>
            <a:extLst>
              <a:ext uri="{909E8E84-426E-40DD-AFC4-6F175D3DCCD1}">
                <a14:hiddenFill xmlns:a14="http://schemas.microsoft.com/office/drawing/2010/main">
                  <a:noFill/>
                </a14:hiddenFill>
              </a:ext>
            </a:extLst>
          </p:spPr>
          <p:txBody>
            <a:bodyPr wrap="none" anchor="ctr"/>
            <a:lstStyle/>
            <a:p>
              <a:pPr marL="0" marR="0" lvl="0" indent="0" defTabSz="914400" eaLnBrk="0" fontAlgn="base" latinLnBrk="0" hangingPunct="0">
                <a:lnSpc>
                  <a:spcPct val="100000"/>
                </a:lnSpc>
                <a:spcBef>
                  <a:spcPct val="0"/>
                </a:spcBef>
                <a:spcAft>
                  <a:spcPct val="0"/>
                </a:spcAft>
                <a:buClrTx/>
                <a:buSzTx/>
                <a:buFontTx/>
                <a:buNone/>
                <a:defRPr/>
              </a:pPr>
              <a:endParaRPr kumimoji="1" lang="zh-CN" altLang="en-US" sz="2400" b="1" i="0" u="none" strike="noStrike" kern="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endParaRPr>
            </a:p>
          </p:txBody>
        </p:sp>
        <p:sp>
          <p:nvSpPr>
            <p:cNvPr id="38" name="Text Box 34"/>
            <p:cNvSpPr txBox="1">
              <a:spLocks noChangeArrowheads="1"/>
            </p:cNvSpPr>
            <p:nvPr/>
          </p:nvSpPr>
          <p:spPr bwMode="ltGray">
            <a:xfrm>
              <a:off x="7385050" y="6096000"/>
              <a:ext cx="1511300" cy="6413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kumimoji="1" sz="3200" b="1">
                  <a:solidFill>
                    <a:srgbClr val="000066"/>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b="1">
                  <a:solidFill>
                    <a:srgbClr val="000066"/>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b="1">
                  <a:solidFill>
                    <a:srgbClr val="000066"/>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b="1">
                  <a:solidFill>
                    <a:srgbClr val="000066"/>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b="1">
                  <a:solidFill>
                    <a:srgbClr val="000066"/>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b="1">
                  <a:solidFill>
                    <a:srgbClr val="000066"/>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b="1">
                  <a:solidFill>
                    <a:srgbClr val="000066"/>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b="1">
                  <a:solidFill>
                    <a:srgbClr val="000066"/>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b="1">
                  <a:solidFill>
                    <a:srgbClr val="000066"/>
                  </a:solidFill>
                  <a:latin typeface="Times New Roman" panose="02020603050405020304" pitchFamily="18" charset="0"/>
                  <a:ea typeface="宋体" panose="02010600030101010101" pitchFamily="2" charset="-122"/>
                </a:defRPr>
              </a:lvl9pPr>
            </a:lstStyle>
            <a:p>
              <a:pPr marL="0" marR="0" lvl="0" indent="0" defTabSz="914400" eaLnBrk="0" fontAlgn="base" latinLnBrk="0" hangingPunct="0">
                <a:lnSpc>
                  <a:spcPct val="100000"/>
                </a:lnSpc>
                <a:spcBef>
                  <a:spcPct val="0"/>
                </a:spcBef>
                <a:spcAft>
                  <a:spcPct val="0"/>
                </a:spcAft>
                <a:buClrTx/>
                <a:buSzTx/>
                <a:buFontTx/>
                <a:buNone/>
                <a:defRPr/>
              </a:pPr>
              <a:r>
                <a:rPr kumimoji="1" lang="en-US" altLang="zh-CN" sz="1800" b="1" i="0" u="none" strike="noStrike" kern="0" cap="none" spc="0" normalizeH="0" baseline="0" noProof="0">
                  <a:ln>
                    <a:noFill/>
                  </a:ln>
                  <a:solidFill>
                    <a:srgbClr val="000066"/>
                  </a:solidFill>
                  <a:effectLst/>
                  <a:uLnTx/>
                  <a:uFillTx/>
                  <a:latin typeface="Times New Roman" panose="02020603050405020304" pitchFamily="18" charset="0"/>
                  <a:ea typeface="宋体" panose="02010600030101010101" pitchFamily="2" charset="-122"/>
                </a:rPr>
                <a:t>DAC  M-bits</a:t>
              </a:r>
              <a:endParaRPr kumimoji="1" lang="en-US" altLang="zh-CN" sz="1800" b="1" i="0" u="none" strike="noStrike" kern="0" cap="none" spc="0" normalizeH="0" baseline="0" noProof="0">
                <a:ln>
                  <a:noFill/>
                </a:ln>
                <a:solidFill>
                  <a:srgbClr val="000066"/>
                </a:solidFill>
                <a:effectLst/>
                <a:uLnTx/>
                <a:uFillTx/>
                <a:latin typeface="Times New Roman" panose="02020603050405020304" pitchFamily="18" charset="0"/>
                <a:ea typeface="宋体" panose="02010600030101010101" pitchFamily="2" charset="-122"/>
              </a:endParaRPr>
            </a:p>
            <a:p>
              <a:pPr marL="0" marR="0" lvl="0" indent="0" defTabSz="914400" eaLnBrk="0" fontAlgn="base" latinLnBrk="0" hangingPunct="0">
                <a:lnSpc>
                  <a:spcPct val="100000"/>
                </a:lnSpc>
                <a:spcBef>
                  <a:spcPct val="0"/>
                </a:spcBef>
                <a:spcAft>
                  <a:spcPct val="0"/>
                </a:spcAft>
                <a:buClrTx/>
                <a:buSzTx/>
                <a:buFontTx/>
                <a:buNone/>
                <a:defRPr/>
              </a:pPr>
              <a:r>
                <a:rPr kumimoji="1" lang="en-US" altLang="zh-CN" sz="1800" b="1" i="0" u="none" strike="noStrike" kern="0" cap="none" spc="0" normalizeH="0" baseline="0" noProof="0">
                  <a:ln>
                    <a:noFill/>
                  </a:ln>
                  <a:solidFill>
                    <a:srgbClr val="000066"/>
                  </a:solidFill>
                  <a:effectLst/>
                  <a:uLnTx/>
                  <a:uFillTx/>
                  <a:latin typeface="Times New Roman" panose="02020603050405020304" pitchFamily="18" charset="0"/>
                  <a:ea typeface="宋体" panose="02010600030101010101" pitchFamily="2" charset="-122"/>
                </a:rPr>
                <a:t>(16 to 64 bits)</a:t>
              </a:r>
              <a:endParaRPr kumimoji="1" lang="en-US" altLang="zh-CN" sz="2400" b="1" i="0" u="none" strike="noStrike" kern="0" cap="none" spc="0" normalizeH="0" baseline="0" noProof="0">
                <a:ln>
                  <a:noFill/>
                </a:ln>
                <a:solidFill>
                  <a:srgbClr val="000066"/>
                </a:solidFill>
                <a:effectLst/>
                <a:uLnTx/>
                <a:uFillTx/>
                <a:latin typeface="Times New Roman" panose="02020603050405020304" pitchFamily="18" charset="0"/>
                <a:ea typeface="宋体" panose="02010600030101010101" pitchFamily="2" charset="-122"/>
              </a:endParaRPr>
            </a:p>
          </p:txBody>
        </p:sp>
        <p:sp>
          <p:nvSpPr>
            <p:cNvPr id="39" name="Text Box 35"/>
            <p:cNvSpPr txBox="1">
              <a:spLocks noChangeArrowheads="1"/>
            </p:cNvSpPr>
            <p:nvPr/>
          </p:nvSpPr>
          <p:spPr bwMode="ltGray">
            <a:xfrm>
              <a:off x="7281863" y="5821363"/>
              <a:ext cx="549275" cy="920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eaVert" wrap="none">
              <a:spAutoFit/>
            </a:bodyPr>
            <a:lstStyle>
              <a:lvl1pPr>
                <a:spcBef>
                  <a:spcPct val="20000"/>
                </a:spcBef>
                <a:buChar char="•"/>
                <a:defRPr kumimoji="1" sz="3200" b="1">
                  <a:solidFill>
                    <a:srgbClr val="000066"/>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b="1">
                  <a:solidFill>
                    <a:srgbClr val="000066"/>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b="1">
                  <a:solidFill>
                    <a:srgbClr val="000066"/>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b="1">
                  <a:solidFill>
                    <a:srgbClr val="000066"/>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b="1">
                  <a:solidFill>
                    <a:srgbClr val="000066"/>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b="1">
                  <a:solidFill>
                    <a:srgbClr val="000066"/>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b="1">
                  <a:solidFill>
                    <a:srgbClr val="000066"/>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b="1">
                  <a:solidFill>
                    <a:srgbClr val="000066"/>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b="1">
                  <a:solidFill>
                    <a:srgbClr val="000066"/>
                  </a:solidFill>
                  <a:latin typeface="Times New Roman" panose="02020603050405020304" pitchFamily="18" charset="0"/>
                  <a:ea typeface="宋体" panose="02010600030101010101" pitchFamily="2" charset="-122"/>
                </a:defRPr>
              </a:lvl9pPr>
            </a:lstStyle>
            <a:p>
              <a:pPr marL="0" marR="0" lvl="0" indent="0" defTabSz="914400" eaLnBrk="0" fontAlgn="base" latinLnBrk="0" hangingPunct="0">
                <a:lnSpc>
                  <a:spcPct val="100000"/>
                </a:lnSpc>
                <a:spcBef>
                  <a:spcPct val="0"/>
                </a:spcBef>
                <a:spcAft>
                  <a:spcPct val="0"/>
                </a:spcAft>
                <a:buClrTx/>
                <a:buSzTx/>
                <a:buFontTx/>
                <a:buNone/>
                <a:defRPr/>
              </a:pPr>
              <a:endParaRPr kumimoji="1" lang="zh-CN" altLang="zh-CN" sz="2400" b="1" i="0" u="none" strike="noStrike" kern="0" cap="none" spc="0" normalizeH="0" baseline="0" noProof="0">
                <a:ln>
                  <a:noFill/>
                </a:ln>
                <a:solidFill>
                  <a:srgbClr val="000066"/>
                </a:solidFill>
                <a:effectLst/>
                <a:uLnTx/>
                <a:uFillTx/>
                <a:latin typeface="Times New Roman" panose="02020603050405020304" pitchFamily="18" charset="0"/>
                <a:ea typeface="宋体" panose="02010600030101010101" pitchFamily="2" charset="-122"/>
              </a:endParaRPr>
            </a:p>
          </p:txBody>
        </p:sp>
        <p:sp>
          <p:nvSpPr>
            <p:cNvPr id="40" name="Text Box 36"/>
            <p:cNvSpPr txBox="1">
              <a:spLocks noChangeArrowheads="1"/>
            </p:cNvSpPr>
            <p:nvPr/>
          </p:nvSpPr>
          <p:spPr bwMode="ltGray">
            <a:xfrm>
              <a:off x="7153275" y="5715000"/>
              <a:ext cx="1190625" cy="4222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eaVert" wrap="none">
              <a:spAutoFit/>
            </a:bodyPr>
            <a:lstStyle>
              <a:lvl1pPr>
                <a:spcBef>
                  <a:spcPct val="20000"/>
                </a:spcBef>
                <a:buChar char="•"/>
                <a:defRPr kumimoji="1" sz="3200" b="1">
                  <a:solidFill>
                    <a:srgbClr val="000066"/>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b="1">
                  <a:solidFill>
                    <a:srgbClr val="000066"/>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b="1">
                  <a:solidFill>
                    <a:srgbClr val="000066"/>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b="1">
                  <a:solidFill>
                    <a:srgbClr val="000066"/>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b="1">
                  <a:solidFill>
                    <a:srgbClr val="000066"/>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b="1">
                  <a:solidFill>
                    <a:srgbClr val="000066"/>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b="1">
                  <a:solidFill>
                    <a:srgbClr val="000066"/>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b="1">
                  <a:solidFill>
                    <a:srgbClr val="000066"/>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b="1">
                  <a:solidFill>
                    <a:srgbClr val="000066"/>
                  </a:solidFill>
                  <a:latin typeface="Times New Roman" panose="02020603050405020304" pitchFamily="18" charset="0"/>
                  <a:ea typeface="宋体" panose="02010600030101010101" pitchFamily="2" charset="-122"/>
                </a:defRPr>
              </a:lvl9pPr>
            </a:lstStyle>
            <a:p>
              <a:pPr marL="0" marR="0" lvl="0" indent="0" defTabSz="914400" eaLnBrk="0" fontAlgn="base" latinLnBrk="0" hangingPunct="0">
                <a:lnSpc>
                  <a:spcPct val="100000"/>
                </a:lnSpc>
                <a:spcBef>
                  <a:spcPct val="0"/>
                </a:spcBef>
                <a:spcAft>
                  <a:spcPct val="0"/>
                </a:spcAft>
                <a:buClrTx/>
                <a:buSzTx/>
                <a:buFontTx/>
                <a:buNone/>
                <a:defRPr/>
              </a:pPr>
              <a:r>
                <a:rPr kumimoji="1" lang="en-US" altLang="zh-CN" sz="6600" b="1" i="0" u="none" strike="noStrike" kern="0" cap="none" spc="0" normalizeH="0" baseline="0" noProof="0">
                  <a:ln>
                    <a:noFill/>
                  </a:ln>
                  <a:solidFill>
                    <a:srgbClr val="000066"/>
                  </a:solidFill>
                  <a:effectLst/>
                  <a:uLnTx/>
                  <a:uFillTx/>
                  <a:latin typeface="Times New Roman" panose="02020603050405020304" pitchFamily="18" charset="0"/>
                  <a:ea typeface="宋体" panose="02010600030101010101" pitchFamily="2" charset="-122"/>
                </a:rPr>
                <a:t>}</a:t>
              </a:r>
              <a:endParaRPr kumimoji="1" lang="en-US" altLang="zh-CN" sz="2400" b="1" i="0" u="none" strike="noStrike" kern="0" cap="none" spc="0" normalizeH="0" baseline="0" noProof="0">
                <a:ln>
                  <a:noFill/>
                </a:ln>
                <a:solidFill>
                  <a:srgbClr val="000066"/>
                </a:solidFill>
                <a:effectLst/>
                <a:uLnTx/>
                <a:uFillTx/>
                <a:latin typeface="Times New Roman" panose="02020603050405020304" pitchFamily="18" charset="0"/>
                <a:ea typeface="宋体" panose="02010600030101010101" pitchFamily="2" charset="-122"/>
              </a:endParaRPr>
            </a:p>
          </p:txBody>
        </p:sp>
        <p:sp>
          <p:nvSpPr>
            <p:cNvPr id="41" name="Text Box 37"/>
            <p:cNvSpPr txBox="1">
              <a:spLocks noChangeArrowheads="1"/>
            </p:cNvSpPr>
            <p:nvPr/>
          </p:nvSpPr>
          <p:spPr bwMode="ltGray">
            <a:xfrm>
              <a:off x="5119688" y="3165475"/>
              <a:ext cx="412750" cy="457200"/>
            </a:xfrm>
            <a:prstGeom prst="rect">
              <a:avLst/>
            </a:prstGeom>
            <a:noFill/>
            <a:ln w="9525" cap="rnd">
              <a:noFill/>
              <a:miter lim="800000"/>
            </a:ln>
            <a:effectLst/>
          </p:spPr>
          <p:txBody>
            <a:bodyPr wrap="none">
              <a:spAutoFit/>
            </a:bodyPr>
            <a:lstStyle/>
            <a:p>
              <a:pPr marL="0" marR="0" lvl="0" indent="0" defTabSz="914400" eaLnBrk="0" fontAlgn="base" latinLnBrk="0" hangingPunct="0">
                <a:lnSpc>
                  <a:spcPct val="100000"/>
                </a:lnSpc>
                <a:spcBef>
                  <a:spcPct val="0"/>
                </a:spcBef>
                <a:spcAft>
                  <a:spcPct val="0"/>
                </a:spcAft>
                <a:buClrTx/>
                <a:buSzTx/>
                <a:buFontTx/>
                <a:buNone/>
                <a:defRPr/>
              </a:pPr>
              <a:r>
                <a:rPr kumimoji="1" lang="en-US" altLang="zh-CN" sz="2400" b="1" i="0" u="none" strike="noStrike" kern="0" cap="none" spc="0" normalizeH="0" baseline="0" noProof="0">
                  <a:ln>
                    <a:noFill/>
                  </a:ln>
                  <a:solidFill>
                    <a:srgbClr val="000066"/>
                  </a:solidFill>
                  <a:effectLst>
                    <a:outerShdw blurRad="38100" dist="38100" dir="2700000" algn="tl">
                      <a:srgbClr val="C0C0C0"/>
                    </a:outerShdw>
                  </a:effectLst>
                  <a:uLnTx/>
                  <a:uFillTx/>
                  <a:latin typeface="Times New Roman" panose="02020603050405020304" pitchFamily="18" charset="0"/>
                  <a:ea typeface="宋体" panose="02010600030101010101" pitchFamily="2" charset="-122"/>
                </a:rPr>
                <a:t>...</a:t>
              </a:r>
              <a:endParaRPr kumimoji="1" lang="en-US" altLang="zh-CN" sz="2400" b="1" i="0" u="none" strike="noStrike" kern="0" cap="none" spc="0" normalizeH="0" baseline="0" noProof="0">
                <a:ln>
                  <a:noFill/>
                </a:ln>
                <a:solidFill>
                  <a:srgbClr val="000066"/>
                </a:solidFill>
                <a:effectLst/>
                <a:uLnTx/>
                <a:uFillTx/>
                <a:latin typeface="Times New Roman" panose="02020603050405020304" pitchFamily="18" charset="0"/>
                <a:ea typeface="宋体" panose="02010600030101010101" pitchFamily="2" charset="-122"/>
              </a:endParaRPr>
            </a:p>
          </p:txBody>
        </p:sp>
        <p:sp>
          <p:nvSpPr>
            <p:cNvPr id="42" name="Text Box 38"/>
            <p:cNvSpPr txBox="1">
              <a:spLocks noChangeArrowheads="1"/>
            </p:cNvSpPr>
            <p:nvPr/>
          </p:nvSpPr>
          <p:spPr bwMode="ltGray">
            <a:xfrm>
              <a:off x="4557713" y="6289675"/>
              <a:ext cx="1976437"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kumimoji="1" sz="3200" b="1">
                  <a:solidFill>
                    <a:srgbClr val="000066"/>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b="1">
                  <a:solidFill>
                    <a:srgbClr val="000066"/>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b="1">
                  <a:solidFill>
                    <a:srgbClr val="000066"/>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b="1">
                  <a:solidFill>
                    <a:srgbClr val="000066"/>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b="1">
                  <a:solidFill>
                    <a:srgbClr val="000066"/>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b="1">
                  <a:solidFill>
                    <a:srgbClr val="000066"/>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b="1">
                  <a:solidFill>
                    <a:srgbClr val="000066"/>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b="1">
                  <a:solidFill>
                    <a:srgbClr val="000066"/>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b="1">
                  <a:solidFill>
                    <a:srgbClr val="000066"/>
                  </a:solidFill>
                  <a:latin typeface="Times New Roman" panose="02020603050405020304" pitchFamily="18" charset="0"/>
                  <a:ea typeface="宋体" panose="02010600030101010101" pitchFamily="2" charset="-122"/>
                </a:defRPr>
              </a:lvl9pPr>
            </a:lstStyle>
            <a:p>
              <a:pPr marL="0" marR="0" lvl="0" indent="0" defTabSz="914400" eaLnBrk="0" fontAlgn="base" latinLnBrk="0" hangingPunct="0">
                <a:lnSpc>
                  <a:spcPct val="100000"/>
                </a:lnSpc>
                <a:spcBef>
                  <a:spcPct val="0"/>
                </a:spcBef>
                <a:spcAft>
                  <a:spcPct val="0"/>
                </a:spcAft>
                <a:buClrTx/>
                <a:buSzTx/>
                <a:buFontTx/>
                <a:buNone/>
                <a:defRPr/>
              </a:pPr>
              <a:r>
                <a:rPr kumimoji="1" lang="en-US" altLang="zh-CN" sz="2400" b="1" i="0" u="none" strike="noStrike" kern="0" cap="none" spc="0" normalizeH="0" baseline="0" noProof="0">
                  <a:ln>
                    <a:noFill/>
                  </a:ln>
                  <a:solidFill>
                    <a:srgbClr val="000066"/>
                  </a:solidFill>
                  <a:effectLst/>
                  <a:uLnTx/>
                  <a:uFillTx/>
                  <a:latin typeface="Times New Roman" panose="02020603050405020304" pitchFamily="18" charset="0"/>
                  <a:ea typeface="宋体" panose="02010600030101010101" pitchFamily="2" charset="-122"/>
                </a:rPr>
                <a:t>(16&lt;=M&lt;=64)</a:t>
              </a:r>
              <a:endParaRPr kumimoji="1" lang="en-US" altLang="zh-CN" sz="2400" b="1" i="0" u="none" strike="noStrike" kern="0" cap="none" spc="0" normalizeH="0" baseline="0" noProof="0">
                <a:ln>
                  <a:noFill/>
                </a:ln>
                <a:solidFill>
                  <a:srgbClr val="000066"/>
                </a:solidFill>
                <a:effectLst/>
                <a:uLnTx/>
                <a:uFillTx/>
                <a:latin typeface="Times New Roman" panose="02020603050405020304" pitchFamily="18" charset="0"/>
                <a:ea typeface="宋体" panose="02010600030101010101" pitchFamily="2" charset="-122"/>
              </a:endParaRPr>
            </a:p>
          </p:txBody>
        </p:sp>
      </p:grpSp>
      <p:sp>
        <p:nvSpPr>
          <p:cNvPr id="3" name="文本框 2"/>
          <p:cNvSpPr txBox="1"/>
          <p:nvPr/>
        </p:nvSpPr>
        <p:spPr>
          <a:xfrm>
            <a:off x="225425" y="5555615"/>
            <a:ext cx="6096000" cy="1198880"/>
          </a:xfrm>
          <a:prstGeom prst="rect">
            <a:avLst/>
          </a:prstGeom>
          <a:noFill/>
        </p:spPr>
        <p:txBody>
          <a:bodyPr wrap="square" rtlCol="0" anchor="t">
            <a:spAutoFit/>
          </a:bodyPr>
          <a:p>
            <a:r>
              <a:rPr lang="zh-CN" altLang="en-US" dirty="0">
                <a:sym typeface="+mn-ea"/>
              </a:rPr>
              <a:t>直接把第一个明文块 </a:t>
            </a:r>
            <a:r>
              <a:rPr lang="en-US" altLang="zh-CN" dirty="0">
                <a:effectLst/>
                <a:latin typeface="Google Sans Text"/>
                <a:sym typeface="+mn-ea"/>
              </a:rPr>
              <a:t>D1</a:t>
            </a:r>
            <a:r>
              <a:rPr lang="zh-CN" altLang="en-US" dirty="0">
                <a:sym typeface="+mn-ea"/>
              </a:rPr>
              <a:t>送入 </a:t>
            </a:r>
            <a:r>
              <a:rPr lang="en-US" altLang="zh-CN" dirty="0">
                <a:sym typeface="+mn-ea"/>
              </a:rPr>
              <a:t>DES </a:t>
            </a:r>
            <a:r>
              <a:rPr lang="zh-CN" altLang="en-US" dirty="0">
                <a:sym typeface="+mn-ea"/>
              </a:rPr>
              <a:t>加密机，用 </a:t>
            </a:r>
            <a:r>
              <a:rPr lang="en-US" altLang="zh-CN" dirty="0">
                <a:sym typeface="+mn-ea"/>
              </a:rPr>
              <a:t>56-bit </a:t>
            </a:r>
            <a:r>
              <a:rPr lang="zh-CN" altLang="en-US" dirty="0">
                <a:sym typeface="+mn-ea"/>
              </a:rPr>
              <a:t>的密钥 </a:t>
            </a:r>
            <a:r>
              <a:rPr lang="en-US" altLang="zh-CN" dirty="0">
                <a:effectLst/>
                <a:latin typeface="Google Sans Text"/>
                <a:sym typeface="+mn-ea"/>
              </a:rPr>
              <a:t>K</a:t>
            </a:r>
            <a:r>
              <a:rPr lang="zh-CN" altLang="en-US" dirty="0">
                <a:sym typeface="+mn-ea"/>
              </a:rPr>
              <a:t>进行加密，得到 </a:t>
            </a:r>
            <a:r>
              <a:rPr lang="en-US" altLang="zh-CN" dirty="0">
                <a:sym typeface="+mn-ea"/>
              </a:rPr>
              <a:t>64-bit </a:t>
            </a:r>
            <a:r>
              <a:rPr lang="zh-CN" altLang="en-US" dirty="0">
                <a:sym typeface="+mn-ea"/>
              </a:rPr>
              <a:t>的第一步输出 </a:t>
            </a:r>
            <a:r>
              <a:rPr lang="en-US" altLang="zh-CN" dirty="0">
                <a:effectLst/>
                <a:latin typeface="Google Sans Text"/>
                <a:sym typeface="+mn-ea"/>
              </a:rPr>
              <a:t>O_1</a:t>
            </a:r>
            <a:r>
              <a:rPr lang="zh-CN" altLang="en-US" dirty="0">
                <a:sym typeface="+mn-ea"/>
              </a:rPr>
              <a:t>。</a:t>
            </a:r>
            <a:endParaRPr lang="en-US" altLang="zh-CN" dirty="0"/>
          </a:p>
          <a:p>
            <a:r>
              <a:rPr lang="zh-CN" altLang="en-US" dirty="0">
                <a:sym typeface="+mn-ea"/>
              </a:rPr>
              <a:t>之后的异或上一步结果再加密</a:t>
            </a:r>
            <a:endParaRPr lang="en-US" altLang="zh-CN" dirty="0"/>
          </a:p>
          <a:p>
            <a:r>
              <a:rPr lang="zh-CN" altLang="en-US" dirty="0">
                <a:sym typeface="+mn-ea"/>
              </a:rPr>
              <a:t>截取</a:t>
            </a:r>
            <a:r>
              <a:rPr lang="en-US" altLang="zh-CN" dirty="0">
                <a:sym typeface="+mn-ea"/>
              </a:rPr>
              <a:t>On</a:t>
            </a:r>
            <a:r>
              <a:rPr lang="zh-CN" altLang="en-US" dirty="0">
                <a:sym typeface="+mn-ea"/>
              </a:rPr>
              <a:t>一部分作为</a:t>
            </a:r>
            <a:r>
              <a:rPr lang="en-US" altLang="zh-CN" dirty="0">
                <a:sym typeface="+mn-ea"/>
              </a:rPr>
              <a:t>DAC</a:t>
            </a:r>
            <a:r>
              <a:rPr lang="zh-CN" altLang="en-US" dirty="0">
                <a:sym typeface="+mn-ea"/>
              </a:rPr>
              <a:t>（数据鉴别码，</a:t>
            </a:r>
            <a:r>
              <a:rPr lang="en-US" altLang="zh-CN" dirty="0">
                <a:sym typeface="+mn-ea"/>
              </a:rPr>
              <a:t>MAC</a:t>
            </a:r>
            <a:r>
              <a:rPr lang="zh-CN" altLang="en-US" dirty="0">
                <a:sym typeface="+mn-ea"/>
              </a:rPr>
              <a:t>）</a:t>
            </a:r>
            <a:endParaRPr lang="zh-CN" altLang="en-US" dirty="0">
              <a:sym typeface="+mn-ea"/>
            </a:endParaRPr>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a:bodyPr>
          <a:lstStyle/>
          <a:p>
            <a:r>
              <a:rPr lang="en-US" altLang="zh-CN" dirty="0"/>
              <a:t>6.3.2 </a:t>
            </a:r>
            <a:r>
              <a:rPr kumimoji="1" lang="zh-CN" altLang="zh-CN" dirty="0">
                <a:solidFill>
                  <a:prstClr val="black"/>
                </a:solidFill>
              </a:rPr>
              <a:t>基于分组密码的</a:t>
            </a:r>
            <a:r>
              <a:rPr kumimoji="1" lang="en-US" altLang="zh-CN" dirty="0">
                <a:solidFill>
                  <a:prstClr val="black"/>
                </a:solidFill>
              </a:rPr>
              <a:t>MAC</a:t>
            </a:r>
            <a:endParaRPr lang="zh-CN" altLang="en-US" dirty="0"/>
          </a:p>
        </p:txBody>
      </p:sp>
      <p:sp>
        <p:nvSpPr>
          <p:cNvPr id="3" name="内容占位符 2"/>
          <p:cNvSpPr>
            <a:spLocks noGrp="1"/>
          </p:cNvSpPr>
          <p:nvPr>
            <p:ph idx="1"/>
          </p:nvPr>
        </p:nvSpPr>
        <p:spPr/>
        <p:txBody>
          <a:bodyPr>
            <a:normAutofit/>
          </a:bodyPr>
          <a:lstStyle/>
          <a:p>
            <a:r>
              <a:rPr lang="zh-CN" altLang="en-US" dirty="0">
                <a:solidFill>
                  <a:srgbClr val="C00000"/>
                </a:solidFill>
              </a:rPr>
              <a:t>问题</a:t>
            </a:r>
            <a:r>
              <a:rPr lang="zh-CN" altLang="en-US" dirty="0"/>
              <a:t>：若对相当长的文件通过签名认证怎么办？如一个合法文件有数兆字节长。自然按</a:t>
            </a:r>
            <a:r>
              <a:rPr lang="en-US" altLang="zh-CN" dirty="0"/>
              <a:t>64</a:t>
            </a:r>
            <a:r>
              <a:rPr lang="zh-CN" altLang="en-US" dirty="0"/>
              <a:t>比特分划成一块一块，用相同的密钥独立地签每一个块。然而，这样太慢。</a:t>
            </a:r>
            <a:endParaRPr lang="en-US" altLang="zh-CN" dirty="0"/>
          </a:p>
          <a:p>
            <a:endParaRPr lang="en-US" altLang="zh-CN" dirty="0"/>
          </a:p>
          <a:p>
            <a:endParaRPr lang="en-US" altLang="zh-CN" dirty="0"/>
          </a:p>
          <a:p>
            <a:r>
              <a:rPr lang="en-US" altLang="zh-CN" dirty="0"/>
              <a:t>1</a:t>
            </a:r>
            <a:r>
              <a:rPr lang="zh-CN" altLang="en-US" dirty="0"/>
              <a:t>，先压缩后签名</a:t>
            </a:r>
            <a:endParaRPr lang="en-US" altLang="zh-CN" dirty="0"/>
          </a:p>
          <a:p>
            <a:r>
              <a:rPr lang="en-US" altLang="zh-CN" dirty="0"/>
              <a:t>2.</a:t>
            </a:r>
            <a:endParaRPr lang="zh-CN" altLang="en-US" dirty="0"/>
          </a:p>
        </p:txBody>
      </p:sp>
      <p:sp>
        <p:nvSpPr>
          <p:cNvPr id="4" name="灯片编号占位符 3"/>
          <p:cNvSpPr>
            <a:spLocks noGrp="1"/>
          </p:cNvSpPr>
          <p:nvPr>
            <p:ph type="sldNum" sz="quarter" idx="12"/>
          </p:nvPr>
        </p:nvSpPr>
        <p:spPr/>
        <p:txBody>
          <a:bodyPr/>
          <a:lstStyle/>
          <a:p>
            <a:fld id="{8D4D1E41-7A09-AB4A-A4E1-09765ADA2698}" type="slidenum">
              <a:rPr kumimoji="1" lang="zh-CN" altLang="en-US" smtClean="0"/>
            </a:fld>
            <a:endParaRPr kumimoji="1" lang="zh-CN" altLang="en-US" dirty="0"/>
          </a:p>
        </p:txBody>
      </p:sp>
      <p:sp>
        <p:nvSpPr>
          <p:cNvPr id="5" name="Rectangle 1"/>
          <p:cNvSpPr>
            <a:spLocks noChangeArrowheads="1"/>
          </p:cNvSpPr>
          <p:nvPr/>
        </p:nvSpPr>
        <p:spPr bwMode="auto">
          <a:xfrm>
            <a:off x="1461248" y="4616606"/>
            <a:ext cx="9777035" cy="3231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0" rIns="91440" bIns="45720" numCol="1" anchor="ctr" anchorCtr="0" compatLnSpc="1">
            <a:spAutoFit/>
          </a:bodyPr>
          <a:lstStyle/>
          <a:p>
            <a:pPr marL="0" marR="0" lvl="0" indent="0" algn="l" defTabSz="914400" rtl="0" eaLnBrk="0" fontAlgn="base" latinLnBrk="0" hangingPunct="0">
              <a:lnSpc>
                <a:spcPct val="100000"/>
              </a:lnSpc>
              <a:spcBef>
                <a:spcPct val="0"/>
              </a:spcBef>
              <a:spcAft>
                <a:spcPct val="0"/>
              </a:spcAft>
              <a:buClrTx/>
              <a:buSzTx/>
              <a:buFontTx/>
              <a:buNone/>
            </a:pPr>
            <a:r>
              <a:rPr kumimoji="0" lang="zh-CN" altLang="zh-CN" sz="1800" b="0" i="0" u="none" strike="noStrike" cap="none" normalizeH="0" baseline="0" dirty="0">
                <a:ln>
                  <a:noFill/>
                </a:ln>
                <a:solidFill>
                  <a:schemeClr val="tx1"/>
                </a:solidFill>
                <a:effectLst/>
                <a:latin typeface="Arial" panose="020B0604020202020204" pitchFamily="34" charset="0"/>
              </a:rPr>
              <a:t>利用前面提到的机制。让数据块 </a:t>
            </a:r>
            <a:r>
              <a:rPr kumimoji="0" lang="zh-CN" altLang="zh-CN" sz="1800" b="0" i="0" u="none" strike="noStrike" cap="none" normalizeH="0" baseline="0" dirty="0">
                <a:ln>
                  <a:noFill/>
                </a:ln>
                <a:solidFill>
                  <a:schemeClr val="tx1"/>
                </a:solidFill>
                <a:effectLst/>
                <a:latin typeface="Arial" panose="020B0604020202020204" pitchFamily="34" charset="0"/>
                <a:ea typeface="Google Sans Text"/>
              </a:rPr>
              <a:t>D1</a:t>
            </a:r>
            <a:r>
              <a:rPr kumimoji="0" lang="zh-CN" altLang="zh-CN" sz="1800" b="0" i="0" u="none" strike="noStrike" cap="none" normalizeH="0" baseline="0" dirty="0">
                <a:ln>
                  <a:noFill/>
                </a:ln>
                <a:solidFill>
                  <a:schemeClr val="tx1"/>
                </a:solidFill>
                <a:effectLst/>
                <a:latin typeface="Arial" panose="020B0604020202020204" pitchFamily="34" charset="0"/>
              </a:rPr>
              <a:t> 加密后的结果 </a:t>
            </a:r>
            <a:r>
              <a:rPr kumimoji="0" lang="zh-CN" altLang="zh-CN" sz="1800" b="0" i="0" u="none" strike="noStrike" cap="none" normalizeH="0" baseline="0" dirty="0">
                <a:ln>
                  <a:noFill/>
                </a:ln>
                <a:solidFill>
                  <a:schemeClr val="tx1"/>
                </a:solidFill>
                <a:effectLst/>
                <a:latin typeface="Arial" panose="020B0604020202020204" pitchFamily="34" charset="0"/>
                <a:ea typeface="Google Sans Text"/>
              </a:rPr>
              <a:t>O1</a:t>
            </a:r>
            <a:r>
              <a:rPr kumimoji="0" lang="zh-CN" altLang="zh-CN" sz="1800" b="0" i="0" u="none" strike="noStrike" cap="none" normalizeH="0" baseline="0" dirty="0">
                <a:ln>
                  <a:noFill/>
                </a:ln>
                <a:solidFill>
                  <a:schemeClr val="tx1"/>
                </a:solidFill>
                <a:effectLst/>
                <a:latin typeface="Arial" panose="020B0604020202020204" pitchFamily="34" charset="0"/>
              </a:rPr>
              <a:t> 去和 </a:t>
            </a:r>
            <a:r>
              <a:rPr kumimoji="0" lang="zh-CN" altLang="zh-CN" sz="1800" b="0" i="0" u="none" strike="noStrike" cap="none" normalizeH="0" baseline="0" dirty="0">
                <a:ln>
                  <a:noFill/>
                </a:ln>
                <a:solidFill>
                  <a:schemeClr val="tx1"/>
                </a:solidFill>
                <a:effectLst/>
                <a:latin typeface="Arial" panose="020B0604020202020204" pitchFamily="34" charset="0"/>
                <a:ea typeface="Google Sans Text"/>
              </a:rPr>
              <a:t>D2</a:t>
            </a:r>
            <a:r>
              <a:rPr kumimoji="0" lang="zh-CN" altLang="zh-CN" sz="1800" b="0" i="0" u="none" strike="noStrike" cap="none" normalizeH="0" baseline="0" dirty="0">
                <a:ln>
                  <a:noFill/>
                </a:ln>
                <a:solidFill>
                  <a:schemeClr val="tx1"/>
                </a:solidFill>
                <a:effectLst/>
                <a:latin typeface="Arial" panose="020B0604020202020204" pitchFamily="34" charset="0"/>
              </a:rPr>
              <a:t>异或，再送入加密</a:t>
            </a:r>
            <a:r>
              <a:rPr kumimoji="0" lang="zh-CN" altLang="en-US" sz="1800" b="0" i="0" u="none" strike="noStrike" cap="none" normalizeH="0" baseline="0" dirty="0">
                <a:ln>
                  <a:noFill/>
                </a:ln>
                <a:solidFill>
                  <a:schemeClr val="tx1"/>
                </a:solidFill>
                <a:effectLst/>
                <a:latin typeface="Arial" panose="020B0604020202020204" pitchFamily="34" charset="0"/>
              </a:rPr>
              <a:t>，最终输出短</a:t>
            </a:r>
            <a:endParaRPr kumimoji="0" lang="zh-CN" altLang="zh-CN" sz="1800" b="0" i="0" u="none" strike="noStrike" cap="none" normalizeH="0" baseline="0" dirty="0">
              <a:ln>
                <a:noFill/>
              </a:ln>
              <a:solidFill>
                <a:schemeClr val="tx1"/>
              </a:solidFill>
              <a:effectLst/>
              <a:latin typeface="Arial" panose="020B0604020202020204" pitchFamily="34" charset="0"/>
            </a:endParaRPr>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延伸阅读</a:t>
            </a:r>
            <a:r>
              <a:rPr lang="en-US" altLang="zh-CN" dirty="0"/>
              <a:t>——</a:t>
            </a:r>
            <a:r>
              <a:rPr lang="zh-CN" altLang="en-US" dirty="0"/>
              <a:t>国密系列算法</a:t>
            </a:r>
            <a:endParaRPr lang="zh-CN" altLang="en-US" dirty="0"/>
          </a:p>
        </p:txBody>
      </p:sp>
      <p:sp>
        <p:nvSpPr>
          <p:cNvPr id="3" name="内容占位符 2"/>
          <p:cNvSpPr>
            <a:spLocks noGrp="1"/>
          </p:cNvSpPr>
          <p:nvPr>
            <p:ph idx="1"/>
          </p:nvPr>
        </p:nvSpPr>
        <p:spPr>
          <a:xfrm>
            <a:off x="838200" y="1510758"/>
            <a:ext cx="10957560" cy="4586694"/>
          </a:xfrm>
        </p:spPr>
        <p:txBody>
          <a:bodyPr>
            <a:normAutofit/>
          </a:bodyPr>
          <a:lstStyle/>
          <a:p>
            <a:pPr marL="228600" lvl="1">
              <a:buFont typeface="Wingdings" panose="05000000000000000000" pitchFamily="2" charset="2"/>
              <a:buChar char="Ø"/>
            </a:pPr>
            <a:r>
              <a:rPr lang="en-US" altLang="zh-CN" dirty="0"/>
              <a:t>SM3-----256bit</a:t>
            </a:r>
            <a:r>
              <a:rPr lang="zh-CN" altLang="en-US" dirty="0"/>
              <a:t>哈希算法</a:t>
            </a:r>
            <a:endParaRPr lang="en-US" altLang="zh-CN" dirty="0"/>
          </a:p>
        </p:txBody>
      </p:sp>
      <p:sp>
        <p:nvSpPr>
          <p:cNvPr id="4" name="灯片编号占位符 3"/>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defRPr/>
            </a:pPr>
            <a:fld id="{8D4D1E41-7A09-AB4A-A4E1-09765ADA2698}" type="slidenum">
              <a:rPr kumimoji="1" lang="zh-CN" altLang="en-US" sz="1200" b="0" i="0" u="none" strike="noStrike" kern="1200" cap="none" spc="0" normalizeH="0" baseline="0" noProof="0" smtClean="0">
                <a:ln>
                  <a:noFill/>
                </a:ln>
                <a:solidFill>
                  <a:prstClr val="black">
                    <a:tint val="75000"/>
                  </a:prstClr>
                </a:solidFill>
                <a:effectLst/>
                <a:uLnTx/>
                <a:uFillTx/>
                <a:latin typeface="微软雅黑" panose="020B0503020204020204" pitchFamily="34" charset="-122"/>
                <a:ea typeface="微软雅黑" panose="020B0503020204020204" pitchFamily="34" charset="-122"/>
                <a:cs typeface="+mn-cs"/>
              </a:rPr>
            </a:fld>
            <a:endParaRPr kumimoji="1" lang="zh-CN" altLang="en-US" sz="1200" b="0" i="0" u="none" strike="noStrike" kern="1200" cap="none" spc="0" normalizeH="0" baseline="0" noProof="0" dirty="0">
              <a:ln>
                <a:noFill/>
              </a:ln>
              <a:solidFill>
                <a:prstClr val="black">
                  <a:tint val="75000"/>
                </a:prstClr>
              </a:solidFill>
              <a:effectLst/>
              <a:uLnTx/>
              <a:uFillTx/>
              <a:latin typeface="微软雅黑" panose="020B0503020204020204" pitchFamily="34" charset="-122"/>
              <a:ea typeface="微软雅黑" panose="020B0503020204020204" pitchFamily="34" charset="-122"/>
              <a:cs typeface="+mn-cs"/>
            </a:endParaRPr>
          </a:p>
        </p:txBody>
      </p:sp>
      <p:sp>
        <p:nvSpPr>
          <p:cNvPr id="6" name="文本框 457"/>
          <p:cNvSpPr txBox="1"/>
          <p:nvPr/>
        </p:nvSpPr>
        <p:spPr>
          <a:xfrm>
            <a:off x="194088" y="6574644"/>
            <a:ext cx="2873639" cy="276999"/>
          </a:xfrm>
          <a:prstGeom prst="rect">
            <a:avLst/>
          </a:prstGeom>
          <a:noFill/>
        </p:spPr>
        <p:txBody>
          <a:bodyPr wrap="square" rtlCol="0">
            <a:spAutoFit/>
          </a:bodyPr>
          <a:lstStyle/>
          <a:p>
            <a:pPr>
              <a:defRPr/>
            </a:pPr>
            <a:r>
              <a:rPr kumimoji="0" lang="en-US" altLang="zh-CN" sz="1200" b="0" i="0" u="none" strike="noStrike" kern="1200" cap="none" spc="0" normalizeH="0" baseline="0" noProof="0" dirty="0">
                <a:ln>
                  <a:noFill/>
                </a:ln>
                <a:solidFill>
                  <a:prstClr val="white">
                    <a:lumMod val="65000"/>
                  </a:prstClr>
                </a:solidFill>
                <a:effectLst/>
                <a:uLnTx/>
                <a:uFillTx/>
                <a:latin typeface="等线" panose="02010600030101010101" charset="-122"/>
                <a:ea typeface="等线" panose="02010600030101010101" charset="-122"/>
                <a:cs typeface="+mn-cs"/>
              </a:rPr>
              <a:t>8.3 </a:t>
            </a:r>
            <a:r>
              <a:rPr lang="zh-CN" altLang="en-US" sz="1200" dirty="0">
                <a:solidFill>
                  <a:prstClr val="white">
                    <a:lumMod val="65000"/>
                  </a:prstClr>
                </a:solidFill>
                <a:ea typeface="等线" panose="02010600030101010101" charset="-122"/>
              </a:rPr>
              <a:t>安全机制与手段</a:t>
            </a:r>
            <a:r>
              <a:rPr kumimoji="0" lang="en-US" altLang="zh-CN" sz="1200" b="0" i="0" u="none" strike="noStrike" kern="1200" cap="none" spc="0" normalizeH="0" noProof="0" dirty="0">
                <a:ln>
                  <a:noFill/>
                </a:ln>
                <a:solidFill>
                  <a:prstClr val="white">
                    <a:lumMod val="65000"/>
                  </a:prstClr>
                </a:solidFill>
                <a:effectLst/>
                <a:uLnTx/>
                <a:uFillTx/>
                <a:latin typeface="等线" panose="02010600030101010101" charset="-122"/>
                <a:ea typeface="等线" panose="02010600030101010101" charset="-122"/>
                <a:cs typeface="+mn-cs"/>
              </a:rPr>
              <a:t> </a:t>
            </a:r>
            <a:endParaRPr kumimoji="0" lang="zh-CN" altLang="en-US" sz="1200" b="0" i="0" u="none" strike="noStrike" kern="1200" cap="none" spc="0" normalizeH="0" baseline="0" noProof="0" dirty="0">
              <a:ln>
                <a:noFill/>
              </a:ln>
              <a:solidFill>
                <a:prstClr val="white">
                  <a:lumMod val="65000"/>
                </a:prstClr>
              </a:solidFill>
              <a:effectLst/>
              <a:uLnTx/>
              <a:uFillTx/>
              <a:latin typeface="微软雅黑" panose="020B0503020204020204" pitchFamily="34" charset="-122"/>
              <a:ea typeface="微软雅黑" panose="020B0503020204020204" pitchFamily="34" charset="-122"/>
              <a:cs typeface="+mn-cs"/>
            </a:endParaRPr>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延伸阅读</a:t>
            </a:r>
            <a:r>
              <a:rPr lang="en-US" altLang="zh-CN" dirty="0"/>
              <a:t>——</a:t>
            </a:r>
            <a:r>
              <a:rPr lang="zh-CN" altLang="en-US" dirty="0"/>
              <a:t>国密与国际算法对标</a:t>
            </a:r>
            <a:endParaRPr lang="zh-CN" altLang="en-US" dirty="0"/>
          </a:p>
        </p:txBody>
      </p:sp>
      <p:graphicFrame>
        <p:nvGraphicFramePr>
          <p:cNvPr id="5" name="内容占位符 4"/>
          <p:cNvGraphicFramePr>
            <a:graphicFrameLocks noGrp="1"/>
          </p:cNvGraphicFramePr>
          <p:nvPr>
            <p:ph idx="1"/>
          </p:nvPr>
        </p:nvGraphicFramePr>
        <p:xfrm>
          <a:off x="723582" y="1521472"/>
          <a:ext cx="11133138" cy="4279222"/>
        </p:xfrm>
        <a:graphic>
          <a:graphicData uri="http://schemas.openxmlformats.org/drawingml/2006/table">
            <a:tbl>
              <a:tblPr/>
              <a:tblGrid>
                <a:gridCol w="1425258"/>
                <a:gridCol w="7101840"/>
                <a:gridCol w="2606040"/>
              </a:tblGrid>
              <a:tr h="450234">
                <a:tc>
                  <a:txBody>
                    <a:bodyPr/>
                    <a:lstStyle/>
                    <a:p>
                      <a:pPr algn="just">
                        <a:spcAft>
                          <a:spcPts val="0"/>
                        </a:spcAft>
                      </a:pPr>
                      <a:r>
                        <a:rPr lang="zh-CN" sz="2400" kern="100" dirty="0">
                          <a:solidFill>
                            <a:srgbClr val="7030A0"/>
                          </a:solidFill>
                          <a:latin typeface="Calibri" panose="020F0502020204030204"/>
                          <a:ea typeface="宋体" panose="02010600030101010101" pitchFamily="2" charset="-122"/>
                          <a:cs typeface="Times New Roman" panose="02020603050405020304"/>
                        </a:rPr>
                        <a:t>算法名称</a:t>
                      </a:r>
                      <a:endParaRPr lang="zh-CN" sz="2400" kern="100" dirty="0">
                        <a:solidFill>
                          <a:srgbClr val="7030A0"/>
                        </a:solidFill>
                        <a:latin typeface="Calibri" panose="020F0502020204030204"/>
                        <a:ea typeface="宋体" panose="02010600030101010101" pitchFamily="2" charset="-122"/>
                        <a:cs typeface="Times New Roman" panose="02020603050405020304"/>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just">
                        <a:spcAft>
                          <a:spcPts val="0"/>
                        </a:spcAft>
                      </a:pPr>
                      <a:r>
                        <a:rPr lang="zh-CN" sz="2400" kern="100">
                          <a:solidFill>
                            <a:srgbClr val="7030A0"/>
                          </a:solidFill>
                          <a:latin typeface="Calibri" panose="020F0502020204030204"/>
                          <a:ea typeface="宋体" panose="02010600030101010101" pitchFamily="2" charset="-122"/>
                          <a:cs typeface="Times New Roman" panose="02020603050405020304"/>
                        </a:rPr>
                        <a:t>特色</a:t>
                      </a:r>
                      <a:endParaRPr lang="zh-CN" sz="2400" kern="100">
                        <a:solidFill>
                          <a:srgbClr val="7030A0"/>
                        </a:solidFill>
                        <a:latin typeface="Calibri" panose="020F0502020204030204"/>
                        <a:ea typeface="宋体" panose="02010600030101010101" pitchFamily="2" charset="-122"/>
                        <a:cs typeface="Times New Roman" panose="02020603050405020304"/>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just">
                        <a:spcAft>
                          <a:spcPts val="0"/>
                        </a:spcAft>
                      </a:pPr>
                      <a:r>
                        <a:rPr lang="zh-CN" sz="2400" kern="100" dirty="0">
                          <a:solidFill>
                            <a:srgbClr val="7030A0"/>
                          </a:solidFill>
                          <a:latin typeface="Calibri" panose="020F0502020204030204"/>
                          <a:ea typeface="宋体" panose="02010600030101010101" pitchFamily="2" charset="-122"/>
                          <a:cs typeface="Times New Roman" panose="02020603050405020304"/>
                        </a:rPr>
                        <a:t>对标的国际算法</a:t>
                      </a:r>
                      <a:endParaRPr lang="zh-CN" sz="2400" kern="100" dirty="0">
                        <a:solidFill>
                          <a:srgbClr val="7030A0"/>
                        </a:solidFill>
                        <a:latin typeface="Calibri" panose="020F0502020204030204"/>
                        <a:ea typeface="宋体" panose="02010600030101010101" pitchFamily="2" charset="-122"/>
                        <a:cs typeface="Times New Roman" panose="02020603050405020304"/>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r h="756254">
                <a:tc>
                  <a:txBody>
                    <a:bodyPr/>
                    <a:lstStyle/>
                    <a:p>
                      <a:pPr algn="just">
                        <a:spcAft>
                          <a:spcPts val="0"/>
                        </a:spcAft>
                      </a:pPr>
                      <a:r>
                        <a:rPr lang="en-US" sz="2400" kern="100">
                          <a:latin typeface="Calibri" panose="020F0502020204030204"/>
                          <a:ea typeface="宋体" panose="02010600030101010101" pitchFamily="2" charset="-122"/>
                          <a:cs typeface="Times New Roman" panose="02020603050405020304"/>
                        </a:rPr>
                        <a:t>SM1</a:t>
                      </a:r>
                      <a:endParaRPr lang="zh-CN" sz="2400" kern="100">
                        <a:latin typeface="Calibri" panose="020F0502020204030204"/>
                        <a:ea typeface="宋体" panose="02010600030101010101" pitchFamily="2" charset="-122"/>
                        <a:cs typeface="Times New Roman" panose="02020603050405020304"/>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just">
                        <a:spcAft>
                          <a:spcPts val="0"/>
                        </a:spcAft>
                      </a:pPr>
                      <a:r>
                        <a:rPr lang="zh-CN" sz="2400" kern="100" dirty="0">
                          <a:solidFill>
                            <a:srgbClr val="191919"/>
                          </a:solidFill>
                          <a:latin typeface="Arial" panose="020B0604020202020204"/>
                          <a:ea typeface="宋体" panose="02010600030101010101" pitchFamily="2" charset="-122"/>
                          <a:cs typeface="Arial" panose="020B0604020202020204"/>
                        </a:rPr>
                        <a:t>算法不公开，仅以</a:t>
                      </a:r>
                      <a:r>
                        <a:rPr lang="en-US" sz="2400" kern="100" dirty="0">
                          <a:solidFill>
                            <a:srgbClr val="191919"/>
                          </a:solidFill>
                          <a:latin typeface="Arial" panose="020B0604020202020204"/>
                          <a:ea typeface="宋体" panose="02010600030101010101" pitchFamily="2" charset="-122"/>
                          <a:cs typeface="Times New Roman" panose="02020603050405020304"/>
                        </a:rPr>
                        <a:t>IP</a:t>
                      </a:r>
                      <a:r>
                        <a:rPr lang="zh-CN" sz="2400" kern="100" dirty="0">
                          <a:solidFill>
                            <a:srgbClr val="191919"/>
                          </a:solidFill>
                          <a:latin typeface="Arial" panose="020B0604020202020204"/>
                          <a:ea typeface="宋体" panose="02010600030101010101" pitchFamily="2" charset="-122"/>
                          <a:cs typeface="Arial" panose="020B0604020202020204"/>
                        </a:rPr>
                        <a:t>核的形式存在于芯片中</a:t>
                      </a:r>
                      <a:r>
                        <a:rPr lang="zh-CN" sz="2400" kern="100" dirty="0">
                          <a:latin typeface="Calibri" panose="020F0502020204030204"/>
                          <a:ea typeface="宋体" panose="02010600030101010101" pitchFamily="2" charset="-122"/>
                          <a:cs typeface="Times New Roman" panose="02020603050405020304"/>
                        </a:rPr>
                        <a:t>。目前使用范围逐渐萎缩，目前主要在存量市场有所使用</a:t>
                      </a:r>
                      <a:endParaRPr lang="zh-CN" sz="2400" kern="100" dirty="0">
                        <a:latin typeface="Calibri" panose="020F0502020204030204"/>
                        <a:ea typeface="宋体" panose="02010600030101010101" pitchFamily="2" charset="-122"/>
                        <a:cs typeface="Times New Roman" panose="02020603050405020304"/>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just">
                        <a:spcAft>
                          <a:spcPts val="0"/>
                        </a:spcAft>
                      </a:pPr>
                      <a:r>
                        <a:rPr lang="en-US" sz="2400" kern="100">
                          <a:solidFill>
                            <a:srgbClr val="191919"/>
                          </a:solidFill>
                          <a:latin typeface="Arial" panose="020B0604020202020204"/>
                          <a:ea typeface="宋体" panose="02010600030101010101" pitchFamily="2" charset="-122"/>
                          <a:cs typeface="Times New Roman" panose="02020603050405020304"/>
                        </a:rPr>
                        <a:t> AES</a:t>
                      </a:r>
                      <a:endParaRPr lang="zh-CN" sz="2400" kern="100">
                        <a:latin typeface="Calibri" panose="020F0502020204030204"/>
                        <a:ea typeface="宋体" panose="02010600030101010101" pitchFamily="2" charset="-122"/>
                        <a:cs typeface="Times New Roman" panose="02020603050405020304"/>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r h="450234">
                <a:tc>
                  <a:txBody>
                    <a:bodyPr/>
                    <a:lstStyle/>
                    <a:p>
                      <a:pPr algn="just">
                        <a:spcAft>
                          <a:spcPts val="0"/>
                        </a:spcAft>
                      </a:pPr>
                      <a:r>
                        <a:rPr lang="en-US" sz="2400" kern="100">
                          <a:solidFill>
                            <a:srgbClr val="121212"/>
                          </a:solidFill>
                          <a:latin typeface="PingFang SC"/>
                          <a:ea typeface="宋体" panose="02010600030101010101" pitchFamily="2" charset="-122"/>
                          <a:cs typeface="Times New Roman" panose="02020603050405020304"/>
                        </a:rPr>
                        <a:t>SM2</a:t>
                      </a:r>
                      <a:endParaRPr lang="zh-CN" sz="2400" kern="100">
                        <a:latin typeface="Calibri" panose="020F0502020204030204"/>
                        <a:ea typeface="宋体" panose="02010600030101010101" pitchFamily="2" charset="-122"/>
                        <a:cs typeface="Times New Roman" panose="02020603050405020304"/>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just">
                        <a:spcAft>
                          <a:spcPts val="0"/>
                        </a:spcAft>
                      </a:pPr>
                      <a:r>
                        <a:rPr lang="zh-CN" sz="2400" kern="100">
                          <a:latin typeface="Calibri" panose="020F0502020204030204"/>
                          <a:ea typeface="宋体" panose="02010600030101010101" pitchFamily="2" charset="-122"/>
                          <a:cs typeface="Times New Roman" panose="02020603050405020304"/>
                        </a:rPr>
                        <a:t>算法已公开</a:t>
                      </a:r>
                      <a:endParaRPr lang="zh-CN" sz="2400" kern="100">
                        <a:latin typeface="Calibri" panose="020F0502020204030204"/>
                        <a:ea typeface="宋体" panose="02010600030101010101" pitchFamily="2" charset="-122"/>
                        <a:cs typeface="Times New Roman" panose="02020603050405020304"/>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just">
                        <a:spcAft>
                          <a:spcPts val="0"/>
                        </a:spcAft>
                      </a:pPr>
                      <a:r>
                        <a:rPr lang="en-US" sz="2400" kern="100">
                          <a:solidFill>
                            <a:srgbClr val="121212"/>
                          </a:solidFill>
                          <a:latin typeface="PingFang SC"/>
                          <a:ea typeface="宋体" panose="02010600030101010101" pitchFamily="2" charset="-122"/>
                          <a:cs typeface="Times New Roman" panose="02020603050405020304"/>
                        </a:rPr>
                        <a:t>RSA</a:t>
                      </a:r>
                      <a:r>
                        <a:rPr lang="zh-CN" sz="2400" kern="100">
                          <a:solidFill>
                            <a:srgbClr val="121212"/>
                          </a:solidFill>
                          <a:latin typeface="PingFang SC"/>
                          <a:ea typeface="宋体" panose="02010600030101010101" pitchFamily="2" charset="-122"/>
                          <a:cs typeface="Times New Roman" panose="02020603050405020304"/>
                        </a:rPr>
                        <a:t>、</a:t>
                      </a:r>
                      <a:r>
                        <a:rPr lang="en-US" sz="2400" kern="100">
                          <a:solidFill>
                            <a:srgbClr val="121212"/>
                          </a:solidFill>
                          <a:latin typeface="PingFang SC"/>
                          <a:ea typeface="宋体" panose="02010600030101010101" pitchFamily="2" charset="-122"/>
                          <a:cs typeface="Times New Roman" panose="02020603050405020304"/>
                        </a:rPr>
                        <a:t>ECC</a:t>
                      </a:r>
                      <a:endParaRPr lang="zh-CN" sz="2400" kern="100">
                        <a:latin typeface="Calibri" panose="020F0502020204030204"/>
                        <a:ea typeface="宋体" panose="02010600030101010101" pitchFamily="2" charset="-122"/>
                        <a:cs typeface="Times New Roman" panose="02020603050405020304"/>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r h="472745">
                <a:tc>
                  <a:txBody>
                    <a:bodyPr/>
                    <a:lstStyle/>
                    <a:p>
                      <a:pPr algn="just">
                        <a:spcAft>
                          <a:spcPts val="0"/>
                        </a:spcAft>
                      </a:pPr>
                      <a:r>
                        <a:rPr lang="en-US" sz="2400" kern="100">
                          <a:latin typeface="Calibri" panose="020F0502020204030204"/>
                          <a:ea typeface="宋体" panose="02010600030101010101" pitchFamily="2" charset="-122"/>
                          <a:cs typeface="Times New Roman" panose="02020603050405020304"/>
                        </a:rPr>
                        <a:t>SM3</a:t>
                      </a:r>
                      <a:endParaRPr lang="zh-CN" sz="2400" kern="100">
                        <a:latin typeface="Calibri" panose="020F0502020204030204"/>
                        <a:ea typeface="宋体" panose="02010600030101010101" pitchFamily="2" charset="-122"/>
                        <a:cs typeface="Times New Roman" panose="02020603050405020304"/>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just">
                        <a:spcAft>
                          <a:spcPts val="0"/>
                        </a:spcAft>
                      </a:pPr>
                      <a:r>
                        <a:rPr lang="zh-CN" sz="2400" kern="100">
                          <a:latin typeface="Calibri" panose="020F0502020204030204"/>
                          <a:ea typeface="宋体" panose="02010600030101010101" pitchFamily="2" charset="-122"/>
                          <a:cs typeface="Times New Roman" panose="02020603050405020304"/>
                        </a:rPr>
                        <a:t>算法已公开</a:t>
                      </a:r>
                      <a:endParaRPr lang="zh-CN" sz="2400" kern="100">
                        <a:latin typeface="Calibri" panose="020F0502020204030204"/>
                        <a:ea typeface="宋体" panose="02010600030101010101" pitchFamily="2" charset="-122"/>
                        <a:cs typeface="Times New Roman" panose="02020603050405020304"/>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just">
                        <a:spcAft>
                          <a:spcPts val="0"/>
                        </a:spcAft>
                      </a:pPr>
                      <a:r>
                        <a:rPr lang="en-US" sz="2400" kern="100">
                          <a:solidFill>
                            <a:srgbClr val="121212"/>
                          </a:solidFill>
                          <a:latin typeface="PingFang SC"/>
                          <a:ea typeface="宋体" panose="02010600030101010101" pitchFamily="2" charset="-122"/>
                          <a:cs typeface="Times New Roman" panose="02020603050405020304"/>
                        </a:rPr>
                        <a:t>MD5</a:t>
                      </a:r>
                      <a:r>
                        <a:rPr lang="zh-CN" sz="2400" kern="100">
                          <a:solidFill>
                            <a:srgbClr val="121212"/>
                          </a:solidFill>
                          <a:latin typeface="PingFang SC"/>
                          <a:ea typeface="宋体" panose="02010600030101010101" pitchFamily="2" charset="-122"/>
                          <a:cs typeface="Times New Roman" panose="02020603050405020304"/>
                        </a:rPr>
                        <a:t>、</a:t>
                      </a:r>
                      <a:r>
                        <a:rPr lang="en-US" sz="2400" kern="100">
                          <a:solidFill>
                            <a:srgbClr val="121212"/>
                          </a:solidFill>
                          <a:latin typeface="PingFang SC"/>
                          <a:ea typeface="宋体" panose="02010600030101010101" pitchFamily="2" charset="-122"/>
                          <a:cs typeface="Times New Roman" panose="02020603050405020304"/>
                        </a:rPr>
                        <a:t>SHA-256</a:t>
                      </a:r>
                      <a:endParaRPr lang="zh-CN" sz="2400" kern="100">
                        <a:latin typeface="Calibri" panose="020F0502020204030204"/>
                        <a:ea typeface="宋体" panose="02010600030101010101" pitchFamily="2" charset="-122"/>
                        <a:cs typeface="Times New Roman" panose="02020603050405020304"/>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r h="472745">
                <a:tc>
                  <a:txBody>
                    <a:bodyPr/>
                    <a:lstStyle/>
                    <a:p>
                      <a:pPr algn="just">
                        <a:spcAft>
                          <a:spcPts val="0"/>
                        </a:spcAft>
                      </a:pPr>
                      <a:r>
                        <a:rPr lang="en-US" sz="2400" kern="100">
                          <a:solidFill>
                            <a:srgbClr val="121212"/>
                          </a:solidFill>
                          <a:latin typeface="PingFang SC"/>
                          <a:ea typeface="宋体" panose="02010600030101010101" pitchFamily="2" charset="-122"/>
                          <a:cs typeface="Times New Roman" panose="02020603050405020304"/>
                        </a:rPr>
                        <a:t>SM4</a:t>
                      </a:r>
                      <a:endParaRPr lang="zh-CN" sz="2400" kern="100">
                        <a:latin typeface="Calibri" panose="020F0502020204030204"/>
                        <a:ea typeface="宋体" panose="02010600030101010101" pitchFamily="2" charset="-122"/>
                        <a:cs typeface="Times New Roman" panose="02020603050405020304"/>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just">
                        <a:spcAft>
                          <a:spcPts val="0"/>
                        </a:spcAft>
                      </a:pPr>
                      <a:r>
                        <a:rPr lang="zh-CN" sz="2400" kern="100">
                          <a:latin typeface="Calibri" panose="020F0502020204030204"/>
                          <a:ea typeface="宋体" panose="02010600030101010101" pitchFamily="2" charset="-122"/>
                          <a:cs typeface="Times New Roman" panose="02020603050405020304"/>
                        </a:rPr>
                        <a:t>算法已公开</a:t>
                      </a:r>
                      <a:endParaRPr lang="zh-CN" sz="2400" kern="100">
                        <a:latin typeface="Calibri" panose="020F0502020204030204"/>
                        <a:ea typeface="宋体" panose="02010600030101010101" pitchFamily="2" charset="-122"/>
                        <a:cs typeface="Times New Roman" panose="02020603050405020304"/>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just">
                        <a:spcAft>
                          <a:spcPts val="0"/>
                        </a:spcAft>
                      </a:pPr>
                      <a:r>
                        <a:rPr lang="en-US" sz="2400" kern="100">
                          <a:solidFill>
                            <a:srgbClr val="121212"/>
                          </a:solidFill>
                          <a:latin typeface="PingFang SC"/>
                          <a:ea typeface="宋体" panose="02010600030101010101" pitchFamily="2" charset="-122"/>
                          <a:cs typeface="Times New Roman" panose="02020603050405020304"/>
                        </a:rPr>
                        <a:t>AES</a:t>
                      </a:r>
                      <a:r>
                        <a:rPr lang="zh-CN" sz="2400" kern="100">
                          <a:solidFill>
                            <a:srgbClr val="121212"/>
                          </a:solidFill>
                          <a:latin typeface="PingFang SC"/>
                          <a:ea typeface="宋体" panose="02010600030101010101" pitchFamily="2" charset="-122"/>
                          <a:cs typeface="Times New Roman" panose="02020603050405020304"/>
                        </a:rPr>
                        <a:t>，</a:t>
                      </a:r>
                      <a:r>
                        <a:rPr lang="en-US" sz="2400" kern="100">
                          <a:solidFill>
                            <a:srgbClr val="121212"/>
                          </a:solidFill>
                          <a:latin typeface="PingFang SC"/>
                          <a:ea typeface="宋体" panose="02010600030101010101" pitchFamily="2" charset="-122"/>
                          <a:cs typeface="Times New Roman" panose="02020603050405020304"/>
                        </a:rPr>
                        <a:t>3DES</a:t>
                      </a:r>
                      <a:endParaRPr lang="zh-CN" sz="2400" kern="100">
                        <a:latin typeface="Calibri" panose="020F0502020204030204"/>
                        <a:ea typeface="宋体" panose="02010600030101010101" pitchFamily="2" charset="-122"/>
                        <a:cs typeface="Times New Roman" panose="02020603050405020304"/>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r h="472745">
                <a:tc>
                  <a:txBody>
                    <a:bodyPr/>
                    <a:lstStyle/>
                    <a:p>
                      <a:pPr algn="just">
                        <a:spcAft>
                          <a:spcPts val="0"/>
                        </a:spcAft>
                      </a:pPr>
                      <a:r>
                        <a:rPr lang="en-US" sz="2400" kern="100">
                          <a:solidFill>
                            <a:srgbClr val="121212"/>
                          </a:solidFill>
                          <a:latin typeface="PingFang SC"/>
                          <a:ea typeface="宋体" panose="02010600030101010101" pitchFamily="2" charset="-122"/>
                          <a:cs typeface="Times New Roman" panose="02020603050405020304"/>
                        </a:rPr>
                        <a:t>SM9</a:t>
                      </a:r>
                      <a:endParaRPr lang="zh-CN" sz="2400" kern="100">
                        <a:latin typeface="Calibri" panose="020F0502020204030204"/>
                        <a:ea typeface="宋体" panose="02010600030101010101" pitchFamily="2" charset="-122"/>
                        <a:cs typeface="Times New Roman" panose="02020603050405020304"/>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just">
                        <a:spcAft>
                          <a:spcPts val="0"/>
                        </a:spcAft>
                      </a:pPr>
                      <a:r>
                        <a:rPr lang="en-US" sz="2400" kern="100">
                          <a:solidFill>
                            <a:srgbClr val="121212"/>
                          </a:solidFill>
                          <a:latin typeface="PingFang SC"/>
                          <a:ea typeface="宋体" panose="02010600030101010101" pitchFamily="2" charset="-122"/>
                          <a:cs typeface="Times New Roman" panose="02020603050405020304"/>
                        </a:rPr>
                        <a:t>2016</a:t>
                      </a:r>
                      <a:r>
                        <a:rPr lang="zh-CN" sz="2400" kern="100">
                          <a:solidFill>
                            <a:srgbClr val="121212"/>
                          </a:solidFill>
                          <a:latin typeface="PingFang SC"/>
                          <a:ea typeface="宋体" panose="02010600030101010101" pitchFamily="2" charset="-122"/>
                          <a:cs typeface="Times New Roman" panose="02020603050405020304"/>
                        </a:rPr>
                        <a:t>年正式发布，还不是很成熟，需改善</a:t>
                      </a:r>
                      <a:endParaRPr lang="zh-CN" sz="2400" kern="100">
                        <a:latin typeface="Calibri" panose="020F0502020204030204"/>
                        <a:ea typeface="宋体" panose="02010600030101010101" pitchFamily="2" charset="-122"/>
                        <a:cs typeface="Times New Roman" panose="02020603050405020304"/>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just">
                        <a:spcAft>
                          <a:spcPts val="0"/>
                        </a:spcAft>
                      </a:pPr>
                      <a:r>
                        <a:rPr lang="zh-CN" sz="2400" kern="100" dirty="0">
                          <a:solidFill>
                            <a:srgbClr val="121212"/>
                          </a:solidFill>
                          <a:latin typeface="PingFang SC"/>
                          <a:ea typeface="宋体" panose="02010600030101010101" pitchFamily="2" charset="-122"/>
                          <a:cs typeface="Times New Roman" panose="02020603050405020304"/>
                        </a:rPr>
                        <a:t>国际</a:t>
                      </a:r>
                      <a:r>
                        <a:rPr lang="en-US" sz="2400" kern="100" dirty="0">
                          <a:solidFill>
                            <a:srgbClr val="121212"/>
                          </a:solidFill>
                          <a:latin typeface="PingFang SC"/>
                          <a:ea typeface="宋体" panose="02010600030101010101" pitchFamily="2" charset="-122"/>
                          <a:cs typeface="Times New Roman" panose="02020603050405020304"/>
                        </a:rPr>
                        <a:t>IBC</a:t>
                      </a:r>
                      <a:r>
                        <a:rPr lang="zh-CN" sz="2400" kern="100" dirty="0">
                          <a:solidFill>
                            <a:srgbClr val="121212"/>
                          </a:solidFill>
                          <a:latin typeface="PingFang SC"/>
                          <a:ea typeface="宋体" panose="02010600030101010101" pitchFamily="2" charset="-122"/>
                          <a:cs typeface="Times New Roman" panose="02020603050405020304"/>
                        </a:rPr>
                        <a:t>算法</a:t>
                      </a:r>
                      <a:endParaRPr lang="zh-CN" sz="2400" kern="100" dirty="0">
                        <a:latin typeface="Calibri" panose="020F0502020204030204"/>
                        <a:ea typeface="宋体" panose="02010600030101010101" pitchFamily="2" charset="-122"/>
                        <a:cs typeface="Times New Roman" panose="02020603050405020304"/>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r h="472745">
                <a:tc>
                  <a:txBody>
                    <a:bodyPr/>
                    <a:lstStyle/>
                    <a:p>
                      <a:pPr algn="just">
                        <a:spcAft>
                          <a:spcPts val="0"/>
                        </a:spcAft>
                      </a:pPr>
                      <a:r>
                        <a:rPr lang="en-US" sz="2400" kern="100">
                          <a:solidFill>
                            <a:srgbClr val="121212"/>
                          </a:solidFill>
                          <a:latin typeface="PingFang SC"/>
                          <a:ea typeface="宋体" panose="02010600030101010101" pitchFamily="2" charset="-122"/>
                          <a:cs typeface="Times New Roman" panose="02020603050405020304"/>
                        </a:rPr>
                        <a:t>ZUC</a:t>
                      </a:r>
                      <a:endParaRPr lang="zh-CN" sz="2400" kern="100">
                        <a:latin typeface="Calibri" panose="020F0502020204030204"/>
                        <a:ea typeface="宋体" panose="02010600030101010101" pitchFamily="2" charset="-122"/>
                        <a:cs typeface="Times New Roman" panose="02020603050405020304"/>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just">
                        <a:spcAft>
                          <a:spcPts val="0"/>
                        </a:spcAft>
                      </a:pPr>
                      <a:r>
                        <a:rPr lang="zh-CN" sz="2400" kern="100">
                          <a:solidFill>
                            <a:srgbClr val="121212"/>
                          </a:solidFill>
                          <a:latin typeface="PingFang SC"/>
                          <a:ea typeface="宋体" panose="02010600030101010101" pitchFamily="2" charset="-122"/>
                          <a:cs typeface="Times New Roman" panose="02020603050405020304"/>
                        </a:rPr>
                        <a:t>第一个走向国际的国密算法，</a:t>
                      </a:r>
                      <a:endParaRPr lang="zh-CN" sz="2400" kern="100">
                        <a:latin typeface="Calibri" panose="020F0502020204030204"/>
                        <a:ea typeface="宋体" panose="02010600030101010101" pitchFamily="2" charset="-122"/>
                        <a:cs typeface="Times New Roman" panose="02020603050405020304"/>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just">
                        <a:spcAft>
                          <a:spcPts val="0"/>
                        </a:spcAft>
                      </a:pPr>
                      <a:r>
                        <a:rPr lang="en-US" sz="2400" kern="100">
                          <a:solidFill>
                            <a:srgbClr val="121212"/>
                          </a:solidFill>
                          <a:latin typeface="PingFang SC"/>
                          <a:ea typeface="宋体" panose="02010600030101010101" pitchFamily="2" charset="-122"/>
                          <a:cs typeface="Times New Roman" panose="02020603050405020304"/>
                        </a:rPr>
                        <a:t>RC4</a:t>
                      </a:r>
                      <a:r>
                        <a:rPr lang="zh-CN" sz="2400" kern="100">
                          <a:solidFill>
                            <a:srgbClr val="121212"/>
                          </a:solidFill>
                          <a:latin typeface="PingFang SC"/>
                          <a:ea typeface="宋体" panose="02010600030101010101" pitchFamily="2" charset="-122"/>
                          <a:cs typeface="Times New Roman" panose="02020603050405020304"/>
                        </a:rPr>
                        <a:t>算法</a:t>
                      </a:r>
                      <a:endParaRPr lang="zh-CN" sz="2400" kern="100">
                        <a:latin typeface="Calibri" panose="020F0502020204030204"/>
                        <a:ea typeface="宋体" panose="02010600030101010101" pitchFamily="2" charset="-122"/>
                        <a:cs typeface="Times New Roman" panose="02020603050405020304"/>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r h="571988">
                <a:tc>
                  <a:txBody>
                    <a:bodyPr/>
                    <a:lstStyle/>
                    <a:p>
                      <a:pPr algn="just">
                        <a:spcAft>
                          <a:spcPts val="0"/>
                        </a:spcAft>
                      </a:pPr>
                      <a:r>
                        <a:rPr lang="en-US" sz="2400" kern="100">
                          <a:solidFill>
                            <a:srgbClr val="121212"/>
                          </a:solidFill>
                          <a:latin typeface="PingFang SC"/>
                          <a:ea typeface="宋体" panose="02010600030101010101" pitchFamily="2" charset="-122"/>
                          <a:cs typeface="Times New Roman" panose="02020603050405020304"/>
                        </a:rPr>
                        <a:t>SM7</a:t>
                      </a:r>
                      <a:endParaRPr lang="zh-CN" sz="2400" kern="100">
                        <a:latin typeface="Calibri" panose="020F0502020204030204"/>
                        <a:ea typeface="宋体" panose="02010600030101010101" pitchFamily="2" charset="-122"/>
                        <a:cs typeface="Times New Roman" panose="02020603050405020304"/>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indent="0" algn="just" defTabSz="914400" rtl="0" eaLnBrk="1" fontAlgn="auto" latinLnBrk="0" hangingPunct="1">
                        <a:lnSpc>
                          <a:spcPct val="100000"/>
                        </a:lnSpc>
                        <a:spcBef>
                          <a:spcPts val="0"/>
                        </a:spcBef>
                        <a:spcAft>
                          <a:spcPts val="0"/>
                        </a:spcAft>
                        <a:buClrTx/>
                        <a:buSzTx/>
                        <a:buFontTx/>
                        <a:buNone/>
                        <a:defRPr/>
                      </a:pPr>
                      <a:r>
                        <a:rPr lang="zh-CN" sz="2400" kern="100" dirty="0">
                          <a:solidFill>
                            <a:srgbClr val="121212"/>
                          </a:solidFill>
                          <a:latin typeface="PingFang SC"/>
                          <a:ea typeface="宋体" panose="02010600030101010101" pitchFamily="2" charset="-122"/>
                          <a:cs typeface="Times New Roman" panose="02020603050405020304"/>
                        </a:rPr>
                        <a:t>算法已公开</a:t>
                      </a:r>
                      <a:r>
                        <a:rPr lang="zh-CN" altLang="en-US" sz="2400" kern="100" dirty="0">
                          <a:solidFill>
                            <a:srgbClr val="121212"/>
                          </a:solidFill>
                          <a:latin typeface="PingFang SC"/>
                          <a:ea typeface="宋体" panose="02010600030101010101" pitchFamily="2" charset="-122"/>
                          <a:cs typeface="Times New Roman" panose="02020603050405020304"/>
                        </a:rPr>
                        <a:t>，</a:t>
                      </a:r>
                      <a:r>
                        <a:rPr lang="zh-CN" altLang="en-US" sz="2400" kern="100" dirty="0">
                          <a:solidFill>
                            <a:srgbClr val="191919"/>
                          </a:solidFill>
                          <a:latin typeface="PingFang SC"/>
                          <a:ea typeface="宋体" panose="02010600030101010101" pitchFamily="2" charset="-122"/>
                          <a:cs typeface="Times New Roman" panose="02020603050405020304"/>
                        </a:rPr>
                        <a:t>适用于非接触式</a:t>
                      </a:r>
                      <a:r>
                        <a:rPr lang="en-US" sz="2400" kern="100" dirty="0">
                          <a:solidFill>
                            <a:srgbClr val="191919"/>
                          </a:solidFill>
                          <a:latin typeface="PingFang SC"/>
                          <a:ea typeface="宋体" panose="02010600030101010101" pitchFamily="2" charset="-122"/>
                          <a:cs typeface="Times New Roman" panose="02020603050405020304"/>
                        </a:rPr>
                        <a:t>IC</a:t>
                      </a:r>
                      <a:r>
                        <a:rPr lang="zh-CN" altLang="en-US" sz="2400" kern="100" dirty="0">
                          <a:solidFill>
                            <a:srgbClr val="191919"/>
                          </a:solidFill>
                          <a:latin typeface="PingFang SC"/>
                          <a:ea typeface="宋体" panose="02010600030101010101" pitchFamily="2" charset="-122"/>
                          <a:cs typeface="Times New Roman" panose="02020603050405020304"/>
                        </a:rPr>
                        <a:t>卡</a:t>
                      </a:r>
                      <a:endParaRPr lang="zh-CN" altLang="en-US" sz="2400" kern="100" dirty="0">
                        <a:latin typeface="Calibri" panose="020F0502020204030204"/>
                        <a:ea typeface="宋体" panose="02010600030101010101" pitchFamily="2" charset="-122"/>
                        <a:cs typeface="Times New Roman" panose="02020603050405020304"/>
                      </a:endParaRPr>
                    </a:p>
                    <a:p>
                      <a:pPr algn="just">
                        <a:spcAft>
                          <a:spcPts val="0"/>
                        </a:spcAft>
                      </a:pPr>
                      <a:endParaRPr lang="zh-CN" sz="2400" kern="100" dirty="0">
                        <a:latin typeface="Calibri" panose="020F0502020204030204"/>
                        <a:ea typeface="宋体" panose="02010600030101010101" pitchFamily="2" charset="-122"/>
                        <a:cs typeface="Times New Roman" panose="02020603050405020304"/>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just">
                        <a:spcAft>
                          <a:spcPts val="0"/>
                        </a:spcAft>
                      </a:pPr>
                      <a:endParaRPr lang="zh-CN" sz="2400" kern="100" dirty="0">
                        <a:latin typeface="Calibri" panose="020F0502020204030204"/>
                        <a:ea typeface="宋体" panose="02010600030101010101" pitchFamily="2" charset="-122"/>
                        <a:cs typeface="Times New Roman" panose="02020603050405020304"/>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bl>
          </a:graphicData>
        </a:graphic>
      </p:graphicFrame>
      <p:sp>
        <p:nvSpPr>
          <p:cNvPr id="4" name="灯片编号占位符 3"/>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defRPr/>
            </a:pPr>
            <a:fld id="{8D4D1E41-7A09-AB4A-A4E1-09765ADA2698}" type="slidenum">
              <a:rPr kumimoji="1" lang="zh-CN" altLang="en-US" sz="1200" b="0" i="0" u="none" strike="noStrike" kern="1200" cap="none" spc="0" normalizeH="0" baseline="0" noProof="0" smtClean="0">
                <a:ln>
                  <a:noFill/>
                </a:ln>
                <a:solidFill>
                  <a:prstClr val="black">
                    <a:tint val="75000"/>
                  </a:prstClr>
                </a:solidFill>
                <a:effectLst/>
                <a:uLnTx/>
                <a:uFillTx/>
                <a:latin typeface="微软雅黑" panose="020B0503020204020204" pitchFamily="34" charset="-122"/>
                <a:ea typeface="微软雅黑" panose="020B0503020204020204" pitchFamily="34" charset="-122"/>
                <a:cs typeface="+mn-cs"/>
              </a:rPr>
            </a:fld>
            <a:endParaRPr kumimoji="1" lang="zh-CN" altLang="en-US" sz="1200" b="0" i="0" u="none" strike="noStrike" kern="1200" cap="none" spc="0" normalizeH="0" baseline="0" noProof="0" dirty="0">
              <a:ln>
                <a:noFill/>
              </a:ln>
              <a:solidFill>
                <a:prstClr val="black">
                  <a:tint val="75000"/>
                </a:prstClr>
              </a:solidFill>
              <a:effectLst/>
              <a:uLnTx/>
              <a:uFillTx/>
              <a:latin typeface="微软雅黑" panose="020B0503020204020204" pitchFamily="34" charset="-122"/>
              <a:ea typeface="微软雅黑" panose="020B0503020204020204" pitchFamily="34" charset="-122"/>
              <a:cs typeface="+mn-cs"/>
            </a:endParaRPr>
          </a:p>
        </p:txBody>
      </p:sp>
      <p:sp>
        <p:nvSpPr>
          <p:cNvPr id="7" name="文本框 457"/>
          <p:cNvSpPr txBox="1"/>
          <p:nvPr/>
        </p:nvSpPr>
        <p:spPr>
          <a:xfrm>
            <a:off x="194088" y="6574644"/>
            <a:ext cx="2873639" cy="276999"/>
          </a:xfrm>
          <a:prstGeom prst="rect">
            <a:avLst/>
          </a:prstGeom>
          <a:noFill/>
        </p:spPr>
        <p:txBody>
          <a:bodyPr wrap="square" rtlCol="0">
            <a:spAutoFit/>
          </a:bodyPr>
          <a:lstStyle/>
          <a:p>
            <a:pPr>
              <a:defRPr/>
            </a:pPr>
            <a:r>
              <a:rPr kumimoji="0" lang="en-US" altLang="zh-CN" sz="1200" b="0" i="0" u="none" strike="noStrike" kern="1200" cap="none" spc="0" normalizeH="0" baseline="0" noProof="0" dirty="0">
                <a:ln>
                  <a:noFill/>
                </a:ln>
                <a:solidFill>
                  <a:prstClr val="white">
                    <a:lumMod val="65000"/>
                  </a:prstClr>
                </a:solidFill>
                <a:effectLst/>
                <a:uLnTx/>
                <a:uFillTx/>
                <a:latin typeface="等线" panose="02010600030101010101" charset="-122"/>
                <a:ea typeface="等线" panose="02010600030101010101" charset="-122"/>
                <a:cs typeface="+mn-cs"/>
              </a:rPr>
              <a:t>8.3 </a:t>
            </a:r>
            <a:r>
              <a:rPr lang="zh-CN" altLang="en-US" sz="1200" dirty="0">
                <a:solidFill>
                  <a:prstClr val="white">
                    <a:lumMod val="65000"/>
                  </a:prstClr>
                </a:solidFill>
                <a:ea typeface="等线" panose="02010600030101010101" charset="-122"/>
              </a:rPr>
              <a:t>安全机制与手段</a:t>
            </a:r>
            <a:r>
              <a:rPr kumimoji="0" lang="en-US" altLang="zh-CN" sz="1200" b="0" i="0" u="none" strike="noStrike" kern="1200" cap="none" spc="0" normalizeH="0" noProof="0" dirty="0">
                <a:ln>
                  <a:noFill/>
                </a:ln>
                <a:solidFill>
                  <a:prstClr val="white">
                    <a:lumMod val="65000"/>
                  </a:prstClr>
                </a:solidFill>
                <a:effectLst/>
                <a:uLnTx/>
                <a:uFillTx/>
                <a:latin typeface="等线" panose="02010600030101010101" charset="-122"/>
                <a:ea typeface="等线" panose="02010600030101010101" charset="-122"/>
                <a:cs typeface="+mn-cs"/>
              </a:rPr>
              <a:t> </a:t>
            </a:r>
            <a:endParaRPr kumimoji="0" lang="zh-CN" altLang="en-US" sz="1200" b="0" i="0" u="none" strike="noStrike" kern="1200" cap="none" spc="0" normalizeH="0" baseline="0" noProof="0" dirty="0">
              <a:ln>
                <a:noFill/>
              </a:ln>
              <a:solidFill>
                <a:prstClr val="white">
                  <a:lumMod val="65000"/>
                </a:prstClr>
              </a:solidFill>
              <a:effectLst/>
              <a:uLnTx/>
              <a:uFillTx/>
              <a:latin typeface="微软雅黑" panose="020B0503020204020204" pitchFamily="34" charset="-122"/>
              <a:ea typeface="微软雅黑" panose="020B0503020204020204" pitchFamily="34" charset="-122"/>
              <a:cs typeface="+mn-cs"/>
            </a:endParaRPr>
          </a:p>
        </p:txBody>
      </p:sp>
    </p:spTree>
  </p:cSld>
  <p:clrMapOvr>
    <a:masterClrMapping/>
  </p:clrMapOvr>
</p:sld>
</file>

<file path=ppt/theme/theme1.xml><?xml version="1.0" encoding="utf-8"?>
<a:theme xmlns:a="http://schemas.openxmlformats.org/drawingml/2006/main" name="Office 主题​​">
  <a:themeElements>
    <a:clrScheme name="蓝色 II">
      <a:dk1>
        <a:sysClr val="windowText" lastClr="000000"/>
      </a:dk1>
      <a:lt1>
        <a:sysClr val="window" lastClr="FFFFFF"/>
      </a:lt1>
      <a:dk2>
        <a:srgbClr val="335B74"/>
      </a:dk2>
      <a:lt2>
        <a:srgbClr val="DFE3E5"/>
      </a:lt2>
      <a:accent1>
        <a:srgbClr val="1CADE4"/>
      </a:accent1>
      <a:accent2>
        <a:srgbClr val="2683C6"/>
      </a:accent2>
      <a:accent3>
        <a:srgbClr val="27CED7"/>
      </a:accent3>
      <a:accent4>
        <a:srgbClr val="42BA97"/>
      </a:accent4>
      <a:accent5>
        <a:srgbClr val="3E8853"/>
      </a:accent5>
      <a:accent6>
        <a:srgbClr val="62A39F"/>
      </a:accent6>
      <a:hlink>
        <a:srgbClr val="6EAC1C"/>
      </a:hlink>
      <a:folHlink>
        <a:srgbClr val="B26B02"/>
      </a:folHlink>
    </a:clrScheme>
    <a:fontScheme name="Office">
      <a:majorFont>
        <a:latin typeface="等线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等线"/>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等线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等线"/>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8197</Words>
  <Application>WPS 演示</Application>
  <PresentationFormat>宽屏</PresentationFormat>
  <Paragraphs>845</Paragraphs>
  <Slides>47</Slides>
  <Notes>8</Notes>
  <HiddenSlides>0</HiddenSlides>
  <MMClips>0</MMClips>
  <ScaleCrop>false</ScaleCrop>
  <HeadingPairs>
    <vt:vector size="6" baseType="variant">
      <vt:variant>
        <vt:lpstr>已用的字体</vt:lpstr>
      </vt:variant>
      <vt:variant>
        <vt:i4>23</vt:i4>
      </vt:variant>
      <vt:variant>
        <vt:lpstr>主题</vt:lpstr>
      </vt:variant>
      <vt:variant>
        <vt:i4>1</vt:i4>
      </vt:variant>
      <vt:variant>
        <vt:lpstr>幻灯片标题</vt:lpstr>
      </vt:variant>
      <vt:variant>
        <vt:i4>47</vt:i4>
      </vt:variant>
    </vt:vector>
  </HeadingPairs>
  <TitlesOfParts>
    <vt:vector size="71" baseType="lpstr">
      <vt:lpstr>Arial</vt:lpstr>
      <vt:lpstr>宋体</vt:lpstr>
      <vt:lpstr>Wingdings</vt:lpstr>
      <vt:lpstr>微软雅黑</vt:lpstr>
      <vt:lpstr>方正公文小标宋</vt:lpstr>
      <vt:lpstr>Google Sans Text</vt:lpstr>
      <vt:lpstr>JetBrains Mono</vt:lpstr>
      <vt:lpstr>Helvetica</vt:lpstr>
      <vt:lpstr>Arial Unicode MS</vt:lpstr>
      <vt:lpstr>等线</vt:lpstr>
      <vt:lpstr>Times New Roman</vt:lpstr>
      <vt:lpstr>Symbol</vt:lpstr>
      <vt:lpstr>Cambria Math</vt:lpstr>
      <vt:lpstr>华文新魏</vt:lpstr>
      <vt:lpstr>楷体_GB2312</vt:lpstr>
      <vt:lpstr>新宋体</vt:lpstr>
      <vt:lpstr>Wingdings 3</vt:lpstr>
      <vt:lpstr>Courier New</vt:lpstr>
      <vt:lpstr>Calibri</vt:lpstr>
      <vt:lpstr>Times New Roman</vt:lpstr>
      <vt:lpstr>Arial</vt:lpstr>
      <vt:lpstr>PingFang SC</vt:lpstr>
      <vt:lpstr>等线 Light</vt:lpstr>
      <vt:lpstr>Office 主题​​</vt:lpstr>
      <vt:lpstr>第六章 Hash和消息认证</vt:lpstr>
      <vt:lpstr>本章内容</vt:lpstr>
      <vt:lpstr>6.1 消息认证方法</vt:lpstr>
      <vt:lpstr>6.1.1 利用常规加密的消息认证</vt:lpstr>
      <vt:lpstr>6.1.1 利用常规加密的消息认证</vt:lpstr>
      <vt:lpstr>6.1.1 利用常规加密的消息认证</vt:lpstr>
      <vt:lpstr>6.1.1 利用常规加密的消息认证</vt:lpstr>
      <vt:lpstr>6.1.1 利用常规加密的消息认证</vt:lpstr>
      <vt:lpstr>6.1.2 非加密的消息认证</vt:lpstr>
      <vt:lpstr>6.1.2 非加密的消息认证</vt:lpstr>
      <vt:lpstr>6.1.2 非加密的消息认证</vt:lpstr>
      <vt:lpstr>6.1.2 非加密的消息认证</vt:lpstr>
      <vt:lpstr>6.1.2 非加密的消息认证</vt:lpstr>
      <vt:lpstr>6.1.2 非加密的消息认证</vt:lpstr>
      <vt:lpstr>6.1.2 非加密的消息认证</vt:lpstr>
      <vt:lpstr>6.1.2 非加密的消息认证</vt:lpstr>
      <vt:lpstr>6.1.2 非加密的消息认证</vt:lpstr>
      <vt:lpstr>6.1.2 非加密的消息认证</vt:lpstr>
      <vt:lpstr>本章内容</vt:lpstr>
      <vt:lpstr>6.2.1 散列函数的要求</vt:lpstr>
      <vt:lpstr>6.2.1 散列函数的要求</vt:lpstr>
      <vt:lpstr>6.2.1 散列函数的要求</vt:lpstr>
      <vt:lpstr>6.2.2 散列函数的安全性</vt:lpstr>
      <vt:lpstr>6.2.2 散列函数的安全性</vt:lpstr>
      <vt:lpstr>6.2.2 散列函数的安全性</vt:lpstr>
      <vt:lpstr>6.2.3 简单散列函数</vt:lpstr>
      <vt:lpstr>6.2.4 SHA安全散列函数</vt:lpstr>
      <vt:lpstr>6.2.4 SHA安全散列函数</vt:lpstr>
      <vt:lpstr>6.2.4 SHA安全散列函数</vt:lpstr>
      <vt:lpstr>6.2.4 SHA安全散列函数</vt:lpstr>
      <vt:lpstr>6.24 SHA安全散列函数</vt:lpstr>
      <vt:lpstr>6.2.4 SHA安全散列函数</vt:lpstr>
      <vt:lpstr>6.2.4 SHA安全散列函数</vt:lpstr>
      <vt:lpstr>6.2.4 SHA安全散列函数</vt:lpstr>
      <vt:lpstr>6.2.4 SHA安全散列函数</vt:lpstr>
      <vt:lpstr>本章内容</vt:lpstr>
      <vt:lpstr>6.3.1 HMAC</vt:lpstr>
      <vt:lpstr>6.3.1 HMAC</vt:lpstr>
      <vt:lpstr>6.3.1 HMAC</vt:lpstr>
      <vt:lpstr>6.3.1 HMAC</vt:lpstr>
      <vt:lpstr>6.3.1 HMAC</vt:lpstr>
      <vt:lpstr>6.3.2 基于分组密码的MAC</vt:lpstr>
      <vt:lpstr>6.3.2 基于分组密码的MAC</vt:lpstr>
      <vt:lpstr>6.3.2 基于分组密码的MAC</vt:lpstr>
      <vt:lpstr>6.3.2 基于分组密码的MAC</vt:lpstr>
      <vt:lpstr>延伸阅读——国密系列算法</vt:lpstr>
      <vt:lpstr>延伸阅读——国密与国际算法对标</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演示文稿</dc:title>
  <dc:creator>Yong Cui</dc:creator>
  <cp:lastModifiedBy>郑慧琳</cp:lastModifiedBy>
  <cp:revision>473</cp:revision>
  <dcterms:created xsi:type="dcterms:W3CDTF">2021-01-06T05:35:00Z</dcterms:created>
  <dcterms:modified xsi:type="dcterms:W3CDTF">2026-06-05T13:13:00Z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3CEBA285439F49D6A1CA7CFDA841AC0B_12</vt:lpwstr>
  </property>
  <property fmtid="{D5CDD505-2E9C-101B-9397-08002B2CF9AE}" pid="3" name="KSOProductBuildVer">
    <vt:lpwstr>2052-12.1.0.23542</vt:lpwstr>
  </property>
</Properties>
</file>