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1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7DFEA2-2BB0-81BB-5DD7-B69243B94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E03800-9D15-8BDA-CA40-ED896071F9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76EB0F-891D-ED07-53CA-F9554916F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5C67-79FB-4E43-BD80-15F79B4D4D48}" type="datetimeFigureOut">
              <a:rPr lang="zh-CN" altLang="en-US" smtClean="0"/>
              <a:t>2025/4/5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FE5A00-46B6-FBC4-45ED-DDCE3CC41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851224-6736-DB1B-7216-D7744C66A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13C8B-0AD5-4D18-8185-C4B9AC662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76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DC41A2-90AE-6301-301F-9AB16E2BA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9FD08F-068E-32AA-969B-12076BCD6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979EDB-6DE8-C39D-8CCF-92583BCBD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5C67-79FB-4E43-BD80-15F79B4D4D48}" type="datetimeFigureOut">
              <a:rPr lang="zh-CN" altLang="en-US" smtClean="0"/>
              <a:t>2025/4/5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7BC1D6-1454-BBE8-DBFF-5454623F1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D8D291-1AC9-E6A2-386E-C1F3571D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13C8B-0AD5-4D18-8185-C4B9AC662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705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21FC7E-87F7-E550-FAE6-2793126AF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22657C-0336-408B-8387-4095D5074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1AF5FD-8DB9-2A24-0CFF-913BAD540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5C67-79FB-4E43-BD80-15F79B4D4D48}" type="datetimeFigureOut">
              <a:rPr lang="zh-CN" altLang="en-US" smtClean="0"/>
              <a:t>2025/4/5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25D56D-D7C2-A1CE-B339-E707AD53E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E2397F-304F-7F39-1561-B49CF1EDA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13C8B-0AD5-4D18-8185-C4B9AC662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669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39A76C-D7EF-33C6-B9F0-3373D2DA7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94F2C4-2205-7921-8288-34B331711C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070CE8-6D70-CEF0-B15B-78521DAF4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9E8AB7-2468-784B-6721-425966B36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5C67-79FB-4E43-BD80-15F79B4D4D48}" type="datetimeFigureOut">
              <a:rPr lang="zh-CN" altLang="en-US" smtClean="0"/>
              <a:t>2025/4/5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F2575A-6CF0-5834-487C-3FC02A68C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0EF868-05F5-EDC2-D053-841E5CB2C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13C8B-0AD5-4D18-8185-C4B9AC662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070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F962C0-5DA3-E9EB-BB06-BCE7C8D00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D56C10-B418-14DF-B337-121E72A49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35F07FB-CF28-E92C-2512-1754A9972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43824E-9AA9-2786-4583-17536C4572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E7BB320-2941-39FC-B583-5275903B54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C8F87D-9EA0-4503-2970-0AB450151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5C67-79FB-4E43-BD80-15F79B4D4D48}" type="datetimeFigureOut">
              <a:rPr lang="zh-CN" altLang="en-US" smtClean="0"/>
              <a:t>2025/4/5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220E5B-31DD-0B62-4035-1B47D41D9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7440076-1911-EB99-FD66-FFBFF706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13C8B-0AD5-4D18-8185-C4B9AC662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638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DEC9F4-C992-66E0-0E36-289568BF2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F084AD-E562-F5E1-F4B2-EACCE30B6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5C67-79FB-4E43-BD80-15F79B4D4D48}" type="datetimeFigureOut">
              <a:rPr lang="zh-CN" altLang="en-US" smtClean="0"/>
              <a:t>2025/4/5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568A67-C893-ECED-6249-0DFF2C08B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F56DCD9-CEDA-4BEC-DFEF-84358C4DB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13C8B-0AD5-4D18-8185-C4B9AC662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655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17690A-852D-D937-E12C-63ED65E8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5C67-79FB-4E43-BD80-15F79B4D4D48}" type="datetimeFigureOut">
              <a:rPr lang="zh-CN" altLang="en-US" smtClean="0"/>
              <a:t>2025/4/5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C97A3D-6632-F52A-E0BD-C1A6684E7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D8331A-1EF5-D926-D0C7-DA6A7DD7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13C8B-0AD5-4D18-8185-C4B9AC662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276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081ED5-1A00-C3E0-C9D3-3742702FE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048B9A-0BD1-C42D-0A41-540779ECC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1269C5-9BFC-FD98-44A1-A04FD96A4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0A7DAB-FE2A-283E-AE47-08A399F81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5C67-79FB-4E43-BD80-15F79B4D4D48}" type="datetimeFigureOut">
              <a:rPr lang="zh-CN" altLang="en-US" smtClean="0"/>
              <a:t>2025/4/5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D470F1-7B39-FC78-F81F-4A3221102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CCFB43D-2E8A-5AD9-BCEF-8E382AEB7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13C8B-0AD5-4D18-8185-C4B9AC662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096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0AA31-CD74-319D-4419-DFC5BDF7E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393D81E-8094-E913-4CA4-19E379ED39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5B7055-0D62-AD22-36D5-C38684397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F28FB0-2F3D-10BE-C90D-417791A17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5C67-79FB-4E43-BD80-15F79B4D4D48}" type="datetimeFigureOut">
              <a:rPr lang="zh-CN" altLang="en-US" smtClean="0"/>
              <a:t>2025/4/5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A113AB-E3D1-1CBB-8CBA-91A9C371E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1D150D-544B-F203-C334-FF0F2889E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13C8B-0AD5-4D18-8185-C4B9AC662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298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B5FACF-1819-586E-6734-719B5876F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2AC671-299A-84D8-EE71-62117B9A4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F02695-0CA9-56C3-09EC-2B3094F9C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5C67-79FB-4E43-BD80-15F79B4D4D48}" type="datetimeFigureOut">
              <a:rPr lang="zh-CN" altLang="en-US" smtClean="0"/>
              <a:t>2025/4/5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A38479-C61B-6A00-196A-75D73F463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FE7F92-DE69-9552-4971-AA61633D9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13C8B-0AD5-4D18-8185-C4B9AC662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0081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81FFA22-B7D8-6D55-BEF5-C74C930ABF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8486728-6304-C4D5-78DA-1328AB2F1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87DE9-E243-DBF6-A058-C70290AA9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5C67-79FB-4E43-BD80-15F79B4D4D48}" type="datetimeFigureOut">
              <a:rPr lang="zh-CN" altLang="en-US" smtClean="0"/>
              <a:t>2025/4/5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A51DD2-AACC-85BF-CCC6-D914C87A2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FB0596-F799-D8C3-E85A-53F716048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13C8B-0AD5-4D18-8185-C4B9AC662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37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6F04C9-2985-D603-17B8-5C2598A82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B2DD60-5AE7-FC8E-9745-66B313A0D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8367EE-807E-536B-6C88-463FF280B2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B5C67-79FB-4E43-BD80-15F79B4D4D48}" type="datetimeFigureOut">
              <a:rPr lang="zh-CN" altLang="en-US" smtClean="0"/>
              <a:t>2025/4/5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518796-4202-F421-AC2F-AA4BC5EA06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0CEBBF-35E6-ECB1-64A1-F2B244C68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013C8B-0AD5-4D18-8185-C4B9AC6625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77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60E89D8-7369-CB4D-299E-1D53F8C5FF00}"/>
              </a:ext>
            </a:extLst>
          </p:cNvPr>
          <p:cNvSpPr txBox="1"/>
          <p:nvPr/>
        </p:nvSpPr>
        <p:spPr>
          <a:xfrm>
            <a:off x="4442790" y="618784"/>
            <a:ext cx="715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8A9EDC-4159-A15B-0358-0FF983CA3542}"/>
              </a:ext>
            </a:extLst>
          </p:cNvPr>
          <p:cNvSpPr txBox="1"/>
          <p:nvPr/>
        </p:nvSpPr>
        <p:spPr>
          <a:xfrm>
            <a:off x="4442790" y="1346933"/>
            <a:ext cx="715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start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D6360A-FB77-071F-707B-9830D21D28C7}"/>
              </a:ext>
            </a:extLst>
          </p:cNvPr>
          <p:cNvSpPr txBox="1"/>
          <p:nvPr/>
        </p:nvSpPr>
        <p:spPr>
          <a:xfrm>
            <a:off x="4080012" y="2075082"/>
            <a:ext cx="144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expression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BD2F64-C03A-2AC7-8A09-08372CD72FC0}"/>
              </a:ext>
            </a:extLst>
          </p:cNvPr>
          <p:cNvSpPr txBox="1"/>
          <p:nvPr/>
        </p:nvSpPr>
        <p:spPr>
          <a:xfrm>
            <a:off x="4442790" y="2803231"/>
            <a:ext cx="715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e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17862B-DB3F-9178-4805-DE7879795FFD}"/>
              </a:ext>
            </a:extLst>
          </p:cNvPr>
          <p:cNvSpPr txBox="1"/>
          <p:nvPr/>
        </p:nvSpPr>
        <p:spPr>
          <a:xfrm>
            <a:off x="4442790" y="3531380"/>
            <a:ext cx="715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e1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C7B519-053C-83CE-7F32-ADC2270FE52E}"/>
              </a:ext>
            </a:extLst>
          </p:cNvPr>
          <p:cNvSpPr txBox="1"/>
          <p:nvPr/>
        </p:nvSpPr>
        <p:spPr>
          <a:xfrm>
            <a:off x="4442790" y="4259529"/>
            <a:ext cx="715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t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D15ABC9-15B6-9FDD-AAFB-86A8E2B5025E}"/>
              </a:ext>
            </a:extLst>
          </p:cNvPr>
          <p:cNvSpPr txBox="1"/>
          <p:nvPr/>
        </p:nvSpPr>
        <p:spPr>
          <a:xfrm>
            <a:off x="4442790" y="4987678"/>
            <a:ext cx="715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t1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72A263-B600-77D5-494F-3B9E1D1CDFDA}"/>
              </a:ext>
            </a:extLst>
          </p:cNvPr>
          <p:cNvSpPr txBox="1"/>
          <p:nvPr/>
        </p:nvSpPr>
        <p:spPr>
          <a:xfrm>
            <a:off x="4442790" y="5715827"/>
            <a:ext cx="715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</a:rPr>
              <a:t>f</a:t>
            </a:r>
            <a:endParaRPr lang="zh-CN" altLang="en-US" dirty="0">
              <a:latin typeface="Cambria Math" panose="02040503050406030204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6173804-C1EB-DBF2-F066-BDA6AB19DA50}"/>
              </a:ext>
            </a:extLst>
          </p:cNvPr>
          <p:cNvCxnSpPr/>
          <p:nvPr/>
        </p:nvCxnSpPr>
        <p:spPr>
          <a:xfrm>
            <a:off x="4080012" y="193813"/>
            <a:ext cx="526775" cy="424971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95F5162-F957-D013-7630-7354D66415CC}"/>
              </a:ext>
            </a:extLst>
          </p:cNvPr>
          <p:cNvCxnSpPr>
            <a:cxnSpLocks/>
          </p:cNvCxnSpPr>
          <p:nvPr/>
        </p:nvCxnSpPr>
        <p:spPr>
          <a:xfrm flipV="1">
            <a:off x="4875143" y="193813"/>
            <a:ext cx="506896" cy="445981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9FA0C50B-0E64-1BB0-92EC-E39A056CEC7A}"/>
              </a:ext>
            </a:extLst>
          </p:cNvPr>
          <p:cNvSpPr txBox="1"/>
          <p:nvPr/>
        </p:nvSpPr>
        <p:spPr>
          <a:xfrm>
            <a:off x="3657599" y="11008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Sitka Display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lst</a:t>
            </a:r>
            <a:endParaRPr lang="zh-CN" altLang="en-US" dirty="0">
              <a:solidFill>
                <a:schemeClr val="accent2">
                  <a:lumMod val="50000"/>
                </a:schemeClr>
              </a:solidFill>
              <a:latin typeface="Sitka Display" pitchFamily="2" charset="0"/>
              <a:cs typeface="Microsoft Sans Serif" panose="020B0604020202020204" pitchFamily="34" charset="0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F95B866A-D059-2FC1-5087-901A413AC2AA}"/>
              </a:ext>
            </a:extLst>
          </p:cNvPr>
          <p:cNvCxnSpPr>
            <a:cxnSpLocks/>
          </p:cNvCxnSpPr>
          <p:nvPr/>
        </p:nvCxnSpPr>
        <p:spPr>
          <a:xfrm>
            <a:off x="4709492" y="983146"/>
            <a:ext cx="0" cy="45440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66C603C-7D68-21B6-6D74-B6F927AF84BE}"/>
              </a:ext>
            </a:extLst>
          </p:cNvPr>
          <p:cNvSpPr txBox="1"/>
          <p:nvPr/>
        </p:nvSpPr>
        <p:spPr>
          <a:xfrm>
            <a:off x="5438363" y="110088"/>
            <a:ext cx="506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Sitka Display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ast</a:t>
            </a:r>
            <a:endParaRPr lang="zh-CN" altLang="en-US" dirty="0">
              <a:solidFill>
                <a:schemeClr val="accent2">
                  <a:lumMod val="50000"/>
                </a:schemeClr>
              </a:solidFill>
              <a:latin typeface="Sitka Display" pitchFamily="2" charset="0"/>
              <a:cs typeface="Microsoft Sans Serif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C78A315-4A63-F5C7-7009-514DFE1F80EE}"/>
              </a:ext>
            </a:extLst>
          </p:cNvPr>
          <p:cNvSpPr txBox="1"/>
          <p:nvPr/>
        </p:nvSpPr>
        <p:spPr>
          <a:xfrm>
            <a:off x="4298676" y="967096"/>
            <a:ext cx="576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Sitka Display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lst</a:t>
            </a:r>
            <a:endParaRPr lang="zh-CN" altLang="en-US" dirty="0">
              <a:solidFill>
                <a:schemeClr val="accent2">
                  <a:lumMod val="50000"/>
                </a:schemeClr>
              </a:solidFill>
              <a:latin typeface="Sitka Display" pitchFamily="2" charset="0"/>
              <a:cs typeface="Microsoft Sans Serif" panose="020B0604020202020204" pitchFamily="34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A7816150-CEE5-7B22-39F4-9F2941421191}"/>
              </a:ext>
            </a:extLst>
          </p:cNvPr>
          <p:cNvCxnSpPr>
            <a:cxnSpLocks/>
          </p:cNvCxnSpPr>
          <p:nvPr/>
        </p:nvCxnSpPr>
        <p:spPr>
          <a:xfrm>
            <a:off x="4709492" y="1679780"/>
            <a:ext cx="0" cy="45440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3884538B-216C-3D1B-8B14-6F31FB1515D0}"/>
              </a:ext>
            </a:extLst>
          </p:cNvPr>
          <p:cNvSpPr txBox="1"/>
          <p:nvPr/>
        </p:nvSpPr>
        <p:spPr>
          <a:xfrm>
            <a:off x="4298676" y="1663730"/>
            <a:ext cx="576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Sitka Display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lst</a:t>
            </a:r>
            <a:endParaRPr lang="zh-CN" altLang="en-US" dirty="0">
              <a:solidFill>
                <a:schemeClr val="accent2">
                  <a:lumMod val="50000"/>
                </a:schemeClr>
              </a:solidFill>
              <a:latin typeface="Sitka Display" pitchFamily="2" charset="0"/>
              <a:cs typeface="Microsoft Sans Serif" panose="020B0604020202020204" pitchFamily="34" charset="0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0D80CA5-C009-500D-898A-F7DB029FD953}"/>
              </a:ext>
            </a:extLst>
          </p:cNvPr>
          <p:cNvCxnSpPr>
            <a:cxnSpLocks/>
          </p:cNvCxnSpPr>
          <p:nvPr/>
        </p:nvCxnSpPr>
        <p:spPr>
          <a:xfrm>
            <a:off x="4709492" y="2439444"/>
            <a:ext cx="0" cy="45440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406242B9-F2FB-17EE-9F4F-29D22D9B459B}"/>
              </a:ext>
            </a:extLst>
          </p:cNvPr>
          <p:cNvSpPr txBox="1"/>
          <p:nvPr/>
        </p:nvSpPr>
        <p:spPr>
          <a:xfrm>
            <a:off x="4298676" y="2423394"/>
            <a:ext cx="576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Sitka Display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lst</a:t>
            </a:r>
            <a:endParaRPr lang="zh-CN" altLang="en-US" dirty="0">
              <a:solidFill>
                <a:schemeClr val="accent2">
                  <a:lumMod val="50000"/>
                </a:schemeClr>
              </a:solidFill>
              <a:latin typeface="Sitka Display" pitchFamily="2" charset="0"/>
              <a:cs typeface="Microsoft Sans Serif" panose="020B0604020202020204" pitchFamily="34" charset="0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A7D158EC-CA66-B01D-E2EF-36F291B0C182}"/>
              </a:ext>
            </a:extLst>
          </p:cNvPr>
          <p:cNvCxnSpPr>
            <a:cxnSpLocks/>
          </p:cNvCxnSpPr>
          <p:nvPr/>
        </p:nvCxnSpPr>
        <p:spPr>
          <a:xfrm>
            <a:off x="4709492" y="3150342"/>
            <a:ext cx="0" cy="45440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772C59F-4C39-3832-E570-A9B13184596C}"/>
              </a:ext>
            </a:extLst>
          </p:cNvPr>
          <p:cNvSpPr txBox="1"/>
          <p:nvPr/>
        </p:nvSpPr>
        <p:spPr>
          <a:xfrm>
            <a:off x="4030321" y="3189029"/>
            <a:ext cx="91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Sitka Display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lst,ast</a:t>
            </a:r>
            <a:endParaRPr lang="zh-CN" altLang="en-US" dirty="0">
              <a:solidFill>
                <a:schemeClr val="accent2">
                  <a:lumMod val="50000"/>
                </a:schemeClr>
              </a:solidFill>
              <a:latin typeface="Sitka Display" pitchFamily="2" charset="0"/>
              <a:cs typeface="Microsoft Sans Serif" panose="020B0604020202020204" pitchFamily="34" charset="0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E0574643-8D3D-0F2D-14CB-5E0228D0C713}"/>
              </a:ext>
            </a:extLst>
          </p:cNvPr>
          <p:cNvCxnSpPr>
            <a:cxnSpLocks/>
          </p:cNvCxnSpPr>
          <p:nvPr/>
        </p:nvCxnSpPr>
        <p:spPr>
          <a:xfrm>
            <a:off x="4709492" y="3867986"/>
            <a:ext cx="0" cy="45440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226AC61D-60B8-29D9-B713-5AC6C8262973}"/>
              </a:ext>
            </a:extLst>
          </p:cNvPr>
          <p:cNvSpPr txBox="1"/>
          <p:nvPr/>
        </p:nvSpPr>
        <p:spPr>
          <a:xfrm>
            <a:off x="4298676" y="3867986"/>
            <a:ext cx="49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Sitka Display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lst</a:t>
            </a:r>
            <a:endParaRPr lang="zh-CN" altLang="en-US" dirty="0">
              <a:solidFill>
                <a:schemeClr val="accent2">
                  <a:lumMod val="50000"/>
                </a:schemeClr>
              </a:solidFill>
              <a:latin typeface="Sitka Display" pitchFamily="2" charset="0"/>
              <a:cs typeface="Microsoft Sans Serif" panose="020B0604020202020204" pitchFamily="34" charset="0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59FF37F4-0437-6444-9744-56FDF6F69B89}"/>
              </a:ext>
            </a:extLst>
          </p:cNvPr>
          <p:cNvCxnSpPr>
            <a:cxnSpLocks/>
          </p:cNvCxnSpPr>
          <p:nvPr/>
        </p:nvCxnSpPr>
        <p:spPr>
          <a:xfrm>
            <a:off x="4709492" y="4579659"/>
            <a:ext cx="0" cy="45440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09D776FB-C147-325B-789D-6A8125F4E9DA}"/>
              </a:ext>
            </a:extLst>
          </p:cNvPr>
          <p:cNvSpPr txBox="1"/>
          <p:nvPr/>
        </p:nvSpPr>
        <p:spPr>
          <a:xfrm>
            <a:off x="4030321" y="4618346"/>
            <a:ext cx="91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Sitka Display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lst,ast</a:t>
            </a:r>
            <a:endParaRPr lang="zh-CN" altLang="en-US" dirty="0">
              <a:solidFill>
                <a:schemeClr val="accent2">
                  <a:lumMod val="50000"/>
                </a:schemeClr>
              </a:solidFill>
              <a:latin typeface="Sitka Display" pitchFamily="2" charset="0"/>
              <a:cs typeface="Microsoft Sans Serif" panose="020B0604020202020204" pitchFamily="34" charset="0"/>
            </a:endParaRP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5ABAB03F-6E6D-F23B-C2D5-6F7718ABEA49}"/>
              </a:ext>
            </a:extLst>
          </p:cNvPr>
          <p:cNvCxnSpPr>
            <a:cxnSpLocks/>
          </p:cNvCxnSpPr>
          <p:nvPr/>
        </p:nvCxnSpPr>
        <p:spPr>
          <a:xfrm>
            <a:off x="4709492" y="5304902"/>
            <a:ext cx="0" cy="45440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EC1EB345-0273-296B-D41A-8ECE7A85CBCD}"/>
              </a:ext>
            </a:extLst>
          </p:cNvPr>
          <p:cNvSpPr txBox="1"/>
          <p:nvPr/>
        </p:nvSpPr>
        <p:spPr>
          <a:xfrm>
            <a:off x="4290390" y="5336970"/>
            <a:ext cx="91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Sitka Display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lst</a:t>
            </a:r>
            <a:endParaRPr lang="zh-CN" altLang="en-US" dirty="0">
              <a:solidFill>
                <a:schemeClr val="accent2">
                  <a:lumMod val="50000"/>
                </a:schemeClr>
              </a:solidFill>
              <a:latin typeface="Sitka Display" pitchFamily="2" charset="0"/>
              <a:cs typeface="Microsoft Sans Serif" panose="020B0604020202020204" pitchFamily="34" charset="0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E9592E75-3029-43F8-527F-15713A094440}"/>
              </a:ext>
            </a:extLst>
          </p:cNvPr>
          <p:cNvCxnSpPr>
            <a:cxnSpLocks/>
          </p:cNvCxnSpPr>
          <p:nvPr/>
        </p:nvCxnSpPr>
        <p:spPr>
          <a:xfrm flipV="1">
            <a:off x="4876113" y="985071"/>
            <a:ext cx="0" cy="452481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02571ED8-8757-E8BA-862C-EB5C2A0E4932}"/>
              </a:ext>
            </a:extLst>
          </p:cNvPr>
          <p:cNvCxnSpPr>
            <a:cxnSpLocks/>
          </p:cNvCxnSpPr>
          <p:nvPr/>
        </p:nvCxnSpPr>
        <p:spPr>
          <a:xfrm flipV="1">
            <a:off x="4880806" y="1679780"/>
            <a:ext cx="0" cy="452481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C955B917-935D-F2DE-753F-0C90243626A4}"/>
              </a:ext>
            </a:extLst>
          </p:cNvPr>
          <p:cNvCxnSpPr>
            <a:cxnSpLocks/>
          </p:cNvCxnSpPr>
          <p:nvPr/>
        </p:nvCxnSpPr>
        <p:spPr>
          <a:xfrm flipV="1">
            <a:off x="4891987" y="2423394"/>
            <a:ext cx="0" cy="486494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4F19D6F0-856C-D67A-90C7-1C2FA7142A1A}"/>
              </a:ext>
            </a:extLst>
          </p:cNvPr>
          <p:cNvCxnSpPr>
            <a:cxnSpLocks/>
          </p:cNvCxnSpPr>
          <p:nvPr/>
        </p:nvCxnSpPr>
        <p:spPr>
          <a:xfrm flipV="1">
            <a:off x="4891987" y="3144015"/>
            <a:ext cx="0" cy="459359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491E40DD-A007-9F1E-44A2-52E22905B5D6}"/>
              </a:ext>
            </a:extLst>
          </p:cNvPr>
          <p:cNvCxnSpPr>
            <a:cxnSpLocks/>
          </p:cNvCxnSpPr>
          <p:nvPr/>
        </p:nvCxnSpPr>
        <p:spPr>
          <a:xfrm flipV="1">
            <a:off x="4891847" y="3851942"/>
            <a:ext cx="0" cy="486494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C7D6C66D-DAF3-807B-10AE-B1B57A5FC645}"/>
              </a:ext>
            </a:extLst>
          </p:cNvPr>
          <p:cNvCxnSpPr>
            <a:cxnSpLocks/>
          </p:cNvCxnSpPr>
          <p:nvPr/>
        </p:nvCxnSpPr>
        <p:spPr>
          <a:xfrm flipV="1">
            <a:off x="4891847" y="4559765"/>
            <a:ext cx="0" cy="486494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9A11A381-1C56-41EB-7143-B8EF4B68AFC0}"/>
              </a:ext>
            </a:extLst>
          </p:cNvPr>
          <p:cNvCxnSpPr>
            <a:cxnSpLocks/>
          </p:cNvCxnSpPr>
          <p:nvPr/>
        </p:nvCxnSpPr>
        <p:spPr>
          <a:xfrm flipV="1">
            <a:off x="4891847" y="5288858"/>
            <a:ext cx="0" cy="486494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5F704EDA-C411-1F97-7566-92D1D9EF2F96}"/>
              </a:ext>
            </a:extLst>
          </p:cNvPr>
          <p:cNvSpPr txBox="1"/>
          <p:nvPr/>
        </p:nvSpPr>
        <p:spPr>
          <a:xfrm>
            <a:off x="4891847" y="5336970"/>
            <a:ext cx="91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Sitka Display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lst,ast</a:t>
            </a:r>
            <a:endParaRPr lang="zh-CN" altLang="en-US" dirty="0">
              <a:solidFill>
                <a:schemeClr val="accent2">
                  <a:lumMod val="50000"/>
                </a:schemeClr>
              </a:solidFill>
              <a:latin typeface="Sitka Display" pitchFamily="2" charset="0"/>
              <a:cs typeface="Microsoft Sans Serif" panose="020B0604020202020204" pitchFamily="34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4AC9D00-926A-FE89-8256-E3D71A17A4EF}"/>
              </a:ext>
            </a:extLst>
          </p:cNvPr>
          <p:cNvSpPr txBox="1"/>
          <p:nvPr/>
        </p:nvSpPr>
        <p:spPr>
          <a:xfrm>
            <a:off x="4902472" y="4622196"/>
            <a:ext cx="91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Sitka Display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lst,ast</a:t>
            </a:r>
            <a:endParaRPr lang="zh-CN" altLang="en-US" dirty="0">
              <a:solidFill>
                <a:schemeClr val="accent2">
                  <a:lumMod val="50000"/>
                </a:schemeClr>
              </a:solidFill>
              <a:latin typeface="Sitka Display" pitchFamily="2" charset="0"/>
              <a:cs typeface="Microsoft Sans Serif" panose="020B0604020202020204" pitchFamily="34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4885CA5-0FAD-D86F-733C-1A238E35C680}"/>
              </a:ext>
            </a:extLst>
          </p:cNvPr>
          <p:cNvSpPr txBox="1"/>
          <p:nvPr/>
        </p:nvSpPr>
        <p:spPr>
          <a:xfrm>
            <a:off x="4891847" y="3909016"/>
            <a:ext cx="91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Sitka Display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lst,ast</a:t>
            </a:r>
            <a:endParaRPr lang="zh-CN" altLang="en-US" dirty="0">
              <a:solidFill>
                <a:schemeClr val="accent2">
                  <a:lumMod val="50000"/>
                </a:schemeClr>
              </a:solidFill>
              <a:latin typeface="Sitka Display" pitchFamily="2" charset="0"/>
              <a:cs typeface="Microsoft Sans Serif" panose="020B0604020202020204" pitchFamily="34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6B27070B-4510-E8D6-6054-E79722982600}"/>
              </a:ext>
            </a:extLst>
          </p:cNvPr>
          <p:cNvSpPr txBox="1"/>
          <p:nvPr/>
        </p:nvSpPr>
        <p:spPr>
          <a:xfrm>
            <a:off x="4891847" y="3210039"/>
            <a:ext cx="91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Sitka Display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lst,ast</a:t>
            </a:r>
            <a:endParaRPr lang="zh-CN" altLang="en-US" dirty="0">
              <a:solidFill>
                <a:schemeClr val="accent2">
                  <a:lumMod val="50000"/>
                </a:schemeClr>
              </a:solidFill>
              <a:latin typeface="Sitka Display" pitchFamily="2" charset="0"/>
              <a:cs typeface="Microsoft Sans Serif" panose="020B0604020202020204" pitchFamily="34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5B638C26-0CE7-9585-6694-2074A0FC6AEA}"/>
              </a:ext>
            </a:extLst>
          </p:cNvPr>
          <p:cNvSpPr txBox="1"/>
          <p:nvPr/>
        </p:nvSpPr>
        <p:spPr>
          <a:xfrm>
            <a:off x="4875143" y="2432601"/>
            <a:ext cx="91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Sitka Display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lst,ast</a:t>
            </a:r>
            <a:endParaRPr lang="zh-CN" altLang="en-US" dirty="0">
              <a:solidFill>
                <a:schemeClr val="accent2">
                  <a:lumMod val="50000"/>
                </a:schemeClr>
              </a:solidFill>
              <a:latin typeface="Sitka Display" pitchFamily="2" charset="0"/>
              <a:cs typeface="Microsoft Sans Serif" panose="020B0604020202020204" pitchFamily="34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B9FF76F-1AD7-D9FE-4B96-2A3E59516B41}"/>
              </a:ext>
            </a:extLst>
          </p:cNvPr>
          <p:cNvSpPr txBox="1"/>
          <p:nvPr/>
        </p:nvSpPr>
        <p:spPr>
          <a:xfrm>
            <a:off x="4899438" y="1681802"/>
            <a:ext cx="91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Sitka Display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lst,ast</a:t>
            </a:r>
            <a:endParaRPr lang="zh-CN" altLang="en-US" dirty="0">
              <a:solidFill>
                <a:schemeClr val="accent2">
                  <a:lumMod val="50000"/>
                </a:schemeClr>
              </a:solidFill>
              <a:latin typeface="Sitka Display" pitchFamily="2" charset="0"/>
              <a:cs typeface="Microsoft Sans Serif" panose="020B0604020202020204" pitchFamily="34" charset="0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F212EEA5-6606-259C-6268-5D1C05AC1BE8}"/>
              </a:ext>
            </a:extLst>
          </p:cNvPr>
          <p:cNvSpPr txBox="1"/>
          <p:nvPr/>
        </p:nvSpPr>
        <p:spPr>
          <a:xfrm>
            <a:off x="4875143" y="995486"/>
            <a:ext cx="919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50000"/>
                  </a:schemeClr>
                </a:solidFill>
                <a:latin typeface="Sitka Display" pitchFamily="2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lst,ast</a:t>
            </a:r>
            <a:endParaRPr lang="zh-CN" altLang="en-US" dirty="0">
              <a:solidFill>
                <a:schemeClr val="accent2">
                  <a:lumMod val="50000"/>
                </a:schemeClr>
              </a:solidFill>
              <a:latin typeface="Sitka Display" pitchFamily="2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189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42</Words>
  <Application>Microsoft Office PowerPoint</Application>
  <PresentationFormat>宽屏</PresentationFormat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Sitka Display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dk liu</dc:creator>
  <cp:lastModifiedBy>dk liu</cp:lastModifiedBy>
  <cp:revision>1</cp:revision>
  <dcterms:created xsi:type="dcterms:W3CDTF">2025-04-05T01:58:56Z</dcterms:created>
  <dcterms:modified xsi:type="dcterms:W3CDTF">2025-04-05T03:16:54Z</dcterms:modified>
</cp:coreProperties>
</file>