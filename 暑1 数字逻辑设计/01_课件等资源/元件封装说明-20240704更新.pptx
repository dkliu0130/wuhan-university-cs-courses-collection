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24" r:id="rId3"/>
    <p:sldId id="759" r:id="rId5"/>
    <p:sldId id="790" r:id="rId6"/>
    <p:sldId id="791" r:id="rId7"/>
    <p:sldId id="794" r:id="rId8"/>
    <p:sldId id="792" r:id="rId9"/>
    <p:sldId id="793" r:id="rId10"/>
    <p:sldId id="798" r:id="rId11"/>
    <p:sldId id="279" r:id="rId12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00FF"/>
    <a:srgbClr val="1F4E79"/>
    <a:srgbClr val="170A8E"/>
    <a:srgbClr val="3CB871"/>
    <a:srgbClr val="2B56F5"/>
    <a:srgbClr val="CC9900"/>
    <a:srgbClr val="3D74A7"/>
    <a:srgbClr val="5B9BD5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45" autoAdjust="0"/>
    <p:restoredTop sz="96279" autoAdjust="0"/>
  </p:normalViewPr>
  <p:slideViewPr>
    <p:cSldViewPr snapToGrid="0" showGuides="1">
      <p:cViewPr varScale="1">
        <p:scale>
          <a:sx n="65" d="100"/>
          <a:sy n="65" d="100"/>
        </p:scale>
        <p:origin x="1368" y="6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435167" y="96797"/>
            <a:ext cx="7032541" cy="49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一、拨码开关封装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4" y="1251997"/>
            <a:ext cx="8406580" cy="43540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92593" y="5869858"/>
            <a:ext cx="44271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封装库中的名称：</a:t>
            </a:r>
            <a:r>
              <a:rPr lang="en-US" altLang="zh-CN" sz="2400" b="1" dirty="0"/>
              <a:t>SW-DP_5P_W</a:t>
            </a:r>
            <a:endParaRPr lang="en-US" altLang="zh-CN" sz="2400" b="1" dirty="0"/>
          </a:p>
          <a:p>
            <a:r>
              <a:rPr lang="zh-CN" altLang="en-US" sz="2400" b="1" dirty="0"/>
              <a:t>说明：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脚是公共端。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435167" y="96797"/>
            <a:ext cx="7032541" cy="49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二、电阻电容封装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92593" y="5869858"/>
            <a:ext cx="388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封装库中的名称：</a:t>
            </a:r>
            <a:r>
              <a:rPr lang="en-US" altLang="zh-CN" sz="2400" b="1" dirty="0"/>
              <a:t>AXIAL-0.5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4" y="1106564"/>
            <a:ext cx="8062452" cy="36223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435167" y="96797"/>
            <a:ext cx="7032541" cy="49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三、核心板和底板连接的扩展口封装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92593" y="5869858"/>
            <a:ext cx="5390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封装库中的名称：</a:t>
            </a:r>
            <a:r>
              <a:rPr lang="en-US" altLang="zh-CN" sz="2400" b="1" dirty="0" err="1"/>
              <a:t>coreboard_connector</a:t>
            </a:r>
            <a:endParaRPr lang="zh-CN" altLang="en-US" sz="24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27" y="921076"/>
            <a:ext cx="7492181" cy="49288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435167" y="96797"/>
            <a:ext cx="7032541" cy="49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四、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位数码管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92593" y="5869858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封装库中的名称：</a:t>
            </a:r>
            <a:r>
              <a:rPr lang="en-US" altLang="zh-CN" sz="2400" b="1" dirty="0"/>
              <a:t>DIG-4</a:t>
            </a:r>
            <a:endParaRPr lang="en-US" altLang="zh-CN" sz="2400" b="1" dirty="0"/>
          </a:p>
          <a:p>
            <a:r>
              <a:rPr lang="zh-CN" altLang="en-US" sz="2400" b="1" dirty="0"/>
              <a:t>说明：数码管采用共阳极数码管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7" y="1128674"/>
            <a:ext cx="8731045" cy="43543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435167" y="96797"/>
            <a:ext cx="7032541" cy="49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四、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位数码管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07" y="735629"/>
            <a:ext cx="6380019" cy="60255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435167" y="96797"/>
            <a:ext cx="7032541" cy="49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五、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LED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发光二极管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92593" y="5869858"/>
            <a:ext cx="5153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封装库中的名称：</a:t>
            </a:r>
            <a:r>
              <a:rPr lang="en-US" altLang="zh-CN" sz="2400" b="1" dirty="0"/>
              <a:t>LED_TH_HLMP4700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67" y="953297"/>
            <a:ext cx="6331275" cy="45785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435167" y="96797"/>
            <a:ext cx="7032541" cy="49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六、按键封装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18100" y="5220122"/>
            <a:ext cx="58737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封装库中的名称：</a:t>
            </a:r>
            <a:r>
              <a:rPr lang="en-US" altLang="zh-CN" sz="2400" b="1" dirty="0"/>
              <a:t>TS665CJ</a:t>
            </a:r>
            <a:endParaRPr lang="en-US" altLang="zh-CN" sz="2400" b="1" dirty="0"/>
          </a:p>
          <a:p>
            <a:r>
              <a:rPr lang="zh-CN" altLang="en-US" sz="2400" b="1" dirty="0"/>
              <a:t>说明：</a:t>
            </a:r>
            <a:r>
              <a:rPr lang="en-US" altLang="zh-CN" sz="2400" b="1" dirty="0"/>
              <a:t>A1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C1</a:t>
            </a:r>
            <a:r>
              <a:rPr lang="zh-CN" altLang="en-US" sz="2400" b="1" dirty="0"/>
              <a:t>常连接，</a:t>
            </a:r>
            <a:r>
              <a:rPr lang="en-US" altLang="zh-CN" sz="2400" b="1" dirty="0"/>
              <a:t>B1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D1</a:t>
            </a:r>
            <a:r>
              <a:rPr lang="zh-CN" altLang="en-US" sz="2400" b="1" dirty="0"/>
              <a:t>常连接。</a:t>
            </a:r>
            <a:endParaRPr lang="en-US" altLang="zh-CN" sz="2400" b="1" dirty="0"/>
          </a:p>
          <a:p>
            <a:r>
              <a:rPr lang="en-US" altLang="zh-CN" sz="2400" b="1" dirty="0"/>
              <a:t>              A1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B1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C1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D1</a:t>
            </a:r>
            <a:r>
              <a:rPr lang="zh-CN" altLang="en-US" sz="2400" b="1" dirty="0"/>
              <a:t>按键按下时连接。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578" y="692226"/>
            <a:ext cx="3990208" cy="4312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435167" y="96797"/>
            <a:ext cx="7032541" cy="49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七、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S8550 PNP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三极管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4790" y="4985807"/>
            <a:ext cx="3372485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封装库中的名称：</a:t>
            </a:r>
            <a:r>
              <a:rPr lang="en-US" altLang="zh-CN" sz="2400" b="1" dirty="0"/>
              <a:t>TO-92</a:t>
            </a:r>
            <a:endParaRPr lang="en-US" altLang="zh-CN" sz="2400" b="1" dirty="0"/>
          </a:p>
          <a:p>
            <a:r>
              <a:rPr lang="zh-CN" altLang="en-US" sz="2400" b="1" dirty="0"/>
              <a:t>说明：</a:t>
            </a:r>
            <a:r>
              <a:rPr lang="en-US" sz="2400" b="1" dirty="0"/>
              <a:t>1</a:t>
            </a:r>
            <a:r>
              <a:rPr lang="zh-CN" altLang="en-US" sz="2400" b="1" dirty="0"/>
              <a:t>脚是发射极。</a:t>
            </a:r>
            <a:endParaRPr lang="en-US" altLang="zh-CN" sz="2400" b="1" dirty="0"/>
          </a:p>
          <a:p>
            <a:r>
              <a:rPr lang="en-US" altLang="zh-CN" sz="2400" b="1" dirty="0"/>
              <a:t>             </a:t>
            </a:r>
            <a:r>
              <a:rPr lang="en-US" sz="2400" b="1" dirty="0"/>
              <a:t>2</a:t>
            </a:r>
            <a:r>
              <a:rPr lang="zh-CN" altLang="en-US" sz="2400" b="1" dirty="0"/>
              <a:t>脚是基极。</a:t>
            </a:r>
            <a:endParaRPr lang="zh-CN" altLang="en-US" sz="2400" b="1" dirty="0"/>
          </a:p>
          <a:p>
            <a:r>
              <a:rPr lang="en-US" altLang="zh-CN" sz="2400" b="1" dirty="0"/>
              <a:t>             3</a:t>
            </a:r>
            <a:r>
              <a:rPr lang="zh-CN" altLang="en-US" sz="2400" b="1" dirty="0"/>
              <a:t>脚是集电极。</a:t>
            </a:r>
            <a:endParaRPr lang="zh-CN" altLang="en-US" sz="24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15" y="875030"/>
            <a:ext cx="3109595" cy="3851275"/>
          </a:xfrm>
          <a:prstGeom prst="rect">
            <a:avLst/>
          </a:prstGeom>
        </p:spPr>
      </p:pic>
      <p:graphicFrame>
        <p:nvGraphicFramePr>
          <p:cNvPr id="8" name="对象 7"/>
          <p:cNvGraphicFramePr/>
          <p:nvPr/>
        </p:nvGraphicFramePr>
        <p:xfrm>
          <a:off x="4255770" y="741680"/>
          <a:ext cx="3012440" cy="371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" imgW="3009900" imgH="3981450" progId="Paint.Picture">
                  <p:embed/>
                </p:oleObj>
              </mc:Choice>
              <mc:Fallback>
                <p:oleObj name="" r:id="rId3" imgW="3009900" imgH="3981450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55770" y="741680"/>
                        <a:ext cx="3012440" cy="3710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4384675" y="4391660"/>
          <a:ext cx="2491105" cy="2326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5" imgW="2489200" imgH="2324100" progId="Paint.Picture">
                  <p:embed/>
                </p:oleObj>
              </mc:Choice>
              <mc:Fallback>
                <p:oleObj name="" r:id="rId5" imgW="2489200" imgH="2324100" progId="Paint.Picture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84675" y="4391660"/>
                        <a:ext cx="2491105" cy="2326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640592" y="4194740"/>
            <a:ext cx="58135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www.1ppt.com/moban/     </a:t>
            </a:r>
            <a:r>
              <a:rPr lang="zh-CN" altLang="en-US" sz="100" kern="0" dirty="0">
                <a:solidFill>
                  <a:prstClr val="white"/>
                </a:solidFill>
              </a:rPr>
              <a:t>行业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www.1ppt.com/hangye/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节日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www.1ppt.com/jieri/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素材下载：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www.1ppt.com/sucai/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背景图片：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www.1ppt.com/beijing/      PPT</a:t>
            </a:r>
            <a:r>
              <a:rPr lang="zh-CN" altLang="en-US" sz="100" kern="0" dirty="0">
                <a:solidFill>
                  <a:prstClr val="white"/>
                </a:solidFill>
              </a:rPr>
              <a:t>图表下载：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www.1ppt.com/tubiao/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优秀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www.1ppt.com/xiazai/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www.1ppt.com/powerpoint/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Word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www.1ppt.com/word/              Excel</a:t>
            </a:r>
            <a:r>
              <a:rPr lang="zh-CN" altLang="en-US" sz="100" kern="0" dirty="0">
                <a:solidFill>
                  <a:prstClr val="white"/>
                </a:solidFill>
              </a:rPr>
              <a:t>教程：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www.1ppt.com/excel/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资料下载：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www.1ppt.com/ziliao/     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课件下载：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www.1ppt.com/kejian/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范文下载：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www.1ppt.com/fanwen/             </a:t>
            </a:r>
            <a:r>
              <a:rPr lang="zh-CN" altLang="en-US" sz="100" kern="0" dirty="0">
                <a:solidFill>
                  <a:prstClr val="white"/>
                </a:solidFill>
              </a:rPr>
              <a:t>试卷下载：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www.1ppt.com/shiti/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教案下载：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www.1ppt.com/jiaoan/  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字体下载：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www.1ppt.com/ziti/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 </a:t>
            </a:r>
            <a:endParaRPr lang="zh-CN" altLang="en-US" sz="100" kern="0" dirty="0">
              <a:solidFill>
                <a:prstClr val="white"/>
              </a:solidFill>
            </a:endParaRPr>
          </a:p>
        </p:txBody>
      </p:sp>
      <p:sp>
        <p:nvSpPr>
          <p:cNvPr id="4" name="淘宝网chenying0907出品 3"/>
          <p:cNvSpPr/>
          <p:nvPr/>
        </p:nvSpPr>
        <p:spPr>
          <a:xfrm>
            <a:off x="0" y="2836881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淘宝网chenying0907出品 4"/>
          <p:cNvSpPr/>
          <p:nvPr/>
        </p:nvSpPr>
        <p:spPr>
          <a:xfrm>
            <a:off x="5791596" y="2836881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淘宝网chenying0907出品 7"/>
          <p:cNvSpPr/>
          <p:nvPr/>
        </p:nvSpPr>
        <p:spPr>
          <a:xfrm>
            <a:off x="6046708" y="3246665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>
            <a:off x="6024911" y="4745807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10"/>
          <p:cNvSpPr/>
          <p:nvPr/>
        </p:nvSpPr>
        <p:spPr>
          <a:xfrm>
            <a:off x="6350719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淘宝网chenying0907出品 11"/>
          <p:cNvSpPr/>
          <p:nvPr/>
        </p:nvSpPr>
        <p:spPr>
          <a:xfrm>
            <a:off x="6676531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淘宝网chenying0907出品 12"/>
          <p:cNvSpPr/>
          <p:nvPr/>
        </p:nvSpPr>
        <p:spPr>
          <a:xfrm>
            <a:off x="6980542" y="3327665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淘宝网chenying0907出品 13"/>
          <p:cNvSpPr/>
          <p:nvPr/>
        </p:nvSpPr>
        <p:spPr>
          <a:xfrm>
            <a:off x="7284553" y="3354665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淘宝网chenying0907出品 14"/>
          <p:cNvSpPr/>
          <p:nvPr/>
        </p:nvSpPr>
        <p:spPr>
          <a:xfrm>
            <a:off x="7601500" y="3381665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淘宝网chenying0907出品 15"/>
          <p:cNvSpPr/>
          <p:nvPr/>
        </p:nvSpPr>
        <p:spPr>
          <a:xfrm rot="20959521">
            <a:off x="8008894" y="3420032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淘宝网chenying0907出品 16"/>
          <p:cNvSpPr/>
          <p:nvPr/>
        </p:nvSpPr>
        <p:spPr>
          <a:xfrm rot="19779136">
            <a:off x="8519314" y="3451229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/>
        </p:nvCxnSpPr>
        <p:spPr>
          <a:xfrm>
            <a:off x="233316" y="474580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33316" y="285101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33315" y="419551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淘宝网chenying0907出品 21"/>
          <p:cNvSpPr txBox="1"/>
          <p:nvPr/>
        </p:nvSpPr>
        <p:spPr>
          <a:xfrm>
            <a:off x="1550958" y="3076801"/>
            <a:ext cx="2882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淘宝网chenying0907出品 22"/>
          <p:cNvSpPr txBox="1"/>
          <p:nvPr/>
        </p:nvSpPr>
        <p:spPr>
          <a:xfrm>
            <a:off x="651868" y="4297539"/>
            <a:ext cx="182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淘宝网chenying0907出品 23"/>
          <p:cNvSpPr txBox="1"/>
          <p:nvPr/>
        </p:nvSpPr>
        <p:spPr>
          <a:xfrm>
            <a:off x="2871046" y="4297540"/>
            <a:ext cx="271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1-Jul-24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1178593" y="1147731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58" y="881843"/>
            <a:ext cx="920433" cy="92043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3"/>
  <p:tag name="COMMONDATA" val="eyJoZGlkIjoiNDg3NzM1Mjc0YTM1YzBmZTFmNzkyMmIyZjRlNzBlMDQifQ=="/>
</p:tagLst>
</file>

<file path=ppt/theme/theme1.xml><?xml version="1.0" encoding="utf-8"?>
<a:theme xmlns:a="http://schemas.openxmlformats.org/drawingml/2006/main" name="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893</Words>
  <Application>WPS 演示</Application>
  <PresentationFormat>全屏显示(4:3)</PresentationFormat>
  <Paragraphs>57</Paragraphs>
  <Slides>9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宋体</vt:lpstr>
      <vt:lpstr>Wingdings</vt:lpstr>
      <vt:lpstr>Times New Roman</vt:lpstr>
      <vt:lpstr>黑体</vt:lpstr>
      <vt:lpstr>Tahoma</vt:lpstr>
      <vt:lpstr>华文新魏</vt:lpstr>
      <vt:lpstr>微软雅黑</vt:lpstr>
      <vt:lpstr>华文行楷</vt:lpstr>
      <vt:lpstr>等线</vt:lpstr>
      <vt:lpstr>Calibri</vt:lpstr>
      <vt:lpstr>Arial Unicode MS</vt:lpstr>
      <vt:lpstr>Calibri Light</vt:lpstr>
      <vt:lpstr>等线 Light</vt:lpstr>
      <vt:lpstr>第一PPT，www.1ppt.com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公开课开题报告</dc:title>
  <dc:creator>第一PPT模板网-WWW.1PPT.COM</dc:creator>
  <cp:keywords>第一PPT模板网-WWW.1PPT.COM</cp:keywords>
  <cp:lastModifiedBy>刘树波</cp:lastModifiedBy>
  <cp:revision>3416</cp:revision>
  <dcterms:created xsi:type="dcterms:W3CDTF">2016-04-09T13:02:00Z</dcterms:created>
  <dcterms:modified xsi:type="dcterms:W3CDTF">2024-07-04T09:56:30Z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1DED5545EC4543FFAF6BC3DB2B3260D2_12</vt:lpwstr>
  </property>
</Properties>
</file>