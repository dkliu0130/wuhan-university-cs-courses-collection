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7174-933C-EF12-3C0B-EA4C6517E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725AC1-7A9E-42F2-57E2-E52C8FCC4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32C39-8A56-0985-D475-EF5D78E9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D0C222-F9DE-CFB3-E609-0CBD5BD9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E2FF1-AA86-7DD5-EF0A-D14AAFB6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90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ABEBD-79F8-5DCD-7B3C-32F5AD09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F08B2B-6577-7A25-7815-8C7EF0F1E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4ABAB-BEB0-A79E-C509-B38E551B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01256E-4FD6-6496-D193-C8FCA16C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5AAAA-4B9F-52BB-A503-4054ED1F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4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7A28F-9327-CC1F-229F-A3DDE2F5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1BFF7F-759C-BFCF-A9C5-46FB077C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759BFC-B865-3072-3561-BD47FF4A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87AFF-C6F4-FFC9-9BAD-84C01E41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904A1-A928-E974-D10D-E0BAB123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73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F7C9F-E379-5298-7185-45C396AF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E1384-835F-FAEF-DE26-DB83FE65A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F71EE8-A18A-B3D3-F0CD-EFFE84CE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19294B-EE23-EB16-6E6C-B78C5B6A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96F21-CE9D-9028-04FB-2E663694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4276B5-B6A8-18A6-28E4-4A616C7D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18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58209-7B7B-790B-D2CC-916DD607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E1DD7B-FEBA-2A81-27D6-AD7E75F17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532CA8-7851-8C9A-5BDA-4AB20F756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3D345C-A8DF-528E-763E-A4A6DEA5A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C17A62-0FCB-E1A5-0B40-4FA13641C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0A4BFF-E61B-6E1B-A9F5-5A86BFE8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01264-8205-DCCE-7D50-8D74DAE7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DF2D32-EB02-0C5C-FD28-B5155FB4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64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F51DF-FEC1-C799-903B-7DA779EF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6865B4-776B-E0E0-ACA0-1D39B8DB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8CE13C-E23A-1A4B-1FC2-79C5FFF5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769A7D-EFEF-4E36-BE9C-6A2F3402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24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6DC8BE-77DA-542E-1E24-FD276139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5B7822-740E-2285-6641-ECECB1BA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86F93-95DB-C937-1D33-C7357B2D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3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C63E6-947F-2390-61B9-39C6A179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58FB4-544B-065F-0C74-BFF206272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77B4CF-925E-648E-0B2E-07CDB2E1F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D9C9E-BA42-F851-C020-06A9F716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9A4CF-2D07-7713-8CC0-5F329DC7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D001D5-CB3D-677F-BBA0-EABAEAE3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98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B471D-E3DF-38FC-8CF6-9DD7245A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DD4970-96C7-B786-92BA-AE0F38A35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B1FF63-48A7-3397-4ED1-14BD5F1CC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A0F150-D2CC-29C4-63BB-B77D9D12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6A191D-698C-DC62-BCC5-7CEC1BF1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284F-6F0C-ADB0-466A-1139CE70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7611E-A933-C690-3674-F6A79B09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F12E46-3011-35D4-DEE1-7B99F84E7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E245A-259B-9E36-105A-6075450E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E17BB-3888-CD41-8825-213484CE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97E6FC-C839-44D0-1020-0D7A064E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3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16E46A-3A95-5D8D-C5CE-FAE07A09D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492860-55D2-FDEE-BCC6-1279C19B8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0DB97-C042-3500-1822-35FE612A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F9CD0-6968-E7C8-7333-A79E866F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82F9F-1892-E926-F300-9D6CEDA4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9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1A5403-CEF2-E2BC-5582-9FF99A9D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09890-5A4C-07F2-712B-DF9DBC78C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BCA1D-D32D-2C9D-953B-D63CC0A13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09CA8-8098-46A2-A3F2-A16412CCA69E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67616-DEF0-F483-36D0-FD5EFE0B5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F6555-2504-71D4-402A-AC2DE7997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2661A-FC72-407B-AF5D-1CE4F59963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69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>
            <a:extLst>
              <a:ext uri="{FF2B5EF4-FFF2-40B4-BE49-F238E27FC236}">
                <a16:creationId xmlns:a16="http://schemas.microsoft.com/office/drawing/2014/main" id="{C763CDCC-C339-5DAA-F277-474FE5AEB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89" y="21407"/>
            <a:ext cx="11425321" cy="6643736"/>
          </a:xfrm>
          <a:prstGeom prst="rect">
            <a:avLst/>
          </a:pr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D59CBDB-7756-104F-0A85-3F33B3ACBCD5}"/>
              </a:ext>
            </a:extLst>
          </p:cNvPr>
          <p:cNvSpPr/>
          <p:nvPr/>
        </p:nvSpPr>
        <p:spPr>
          <a:xfrm>
            <a:off x="228186" y="1021246"/>
            <a:ext cx="3220918" cy="3876261"/>
          </a:xfrm>
          <a:custGeom>
            <a:avLst/>
            <a:gdLst>
              <a:gd name="csX0" fmla="*/ 859735 w 3220918"/>
              <a:gd name="csY0" fmla="*/ 34787 h 3876261"/>
              <a:gd name="csX1" fmla="*/ 859735 w 3220918"/>
              <a:gd name="csY1" fmla="*/ 34787 h 3876261"/>
              <a:gd name="csX2" fmla="*/ 770282 w 3220918"/>
              <a:gd name="csY2" fmla="*/ 54665 h 3876261"/>
              <a:gd name="csX3" fmla="*/ 596348 w 3220918"/>
              <a:gd name="csY3" fmla="*/ 208721 h 3876261"/>
              <a:gd name="csX4" fmla="*/ 417443 w 3220918"/>
              <a:gd name="csY4" fmla="*/ 501926 h 3876261"/>
              <a:gd name="csX5" fmla="*/ 178904 w 3220918"/>
              <a:gd name="csY5" fmla="*/ 1068456 h 3876261"/>
              <a:gd name="csX6" fmla="*/ 74543 w 3220918"/>
              <a:gd name="csY6" fmla="*/ 1470991 h 3876261"/>
              <a:gd name="csX7" fmla="*/ 24848 w 3220918"/>
              <a:gd name="csY7" fmla="*/ 1873526 h 3876261"/>
              <a:gd name="csX8" fmla="*/ 0 w 3220918"/>
              <a:gd name="csY8" fmla="*/ 2360543 h 3876261"/>
              <a:gd name="csX9" fmla="*/ 9939 w 3220918"/>
              <a:gd name="csY9" fmla="*/ 2698474 h 3876261"/>
              <a:gd name="csX10" fmla="*/ 59635 w 3220918"/>
              <a:gd name="csY10" fmla="*/ 3120887 h 3876261"/>
              <a:gd name="csX11" fmla="*/ 149087 w 3220918"/>
              <a:gd name="csY11" fmla="*/ 3429000 h 3876261"/>
              <a:gd name="csX12" fmla="*/ 253448 w 3220918"/>
              <a:gd name="csY12" fmla="*/ 3617843 h 3876261"/>
              <a:gd name="csX13" fmla="*/ 362778 w 3220918"/>
              <a:gd name="csY13" fmla="*/ 3776869 h 3876261"/>
              <a:gd name="csX14" fmla="*/ 506896 w 3220918"/>
              <a:gd name="csY14" fmla="*/ 3856382 h 3876261"/>
              <a:gd name="csX15" fmla="*/ 596348 w 3220918"/>
              <a:gd name="csY15" fmla="*/ 3876261 h 3876261"/>
              <a:gd name="csX16" fmla="*/ 1128091 w 3220918"/>
              <a:gd name="csY16" fmla="*/ 3856382 h 3876261"/>
              <a:gd name="csX17" fmla="*/ 1232452 w 3220918"/>
              <a:gd name="csY17" fmla="*/ 3816626 h 3876261"/>
              <a:gd name="csX18" fmla="*/ 1480930 w 3220918"/>
              <a:gd name="csY18" fmla="*/ 3742082 h 3876261"/>
              <a:gd name="csX19" fmla="*/ 1545535 w 3220918"/>
              <a:gd name="csY19" fmla="*/ 3697356 h 3876261"/>
              <a:gd name="csX20" fmla="*/ 1634987 w 3220918"/>
              <a:gd name="csY20" fmla="*/ 3642691 h 3876261"/>
              <a:gd name="csX21" fmla="*/ 1709530 w 3220918"/>
              <a:gd name="csY21" fmla="*/ 3588026 h 3876261"/>
              <a:gd name="csX22" fmla="*/ 1774135 w 3220918"/>
              <a:gd name="csY22" fmla="*/ 3563178 h 3876261"/>
              <a:gd name="csX23" fmla="*/ 1903343 w 3220918"/>
              <a:gd name="csY23" fmla="*/ 3473726 h 3876261"/>
              <a:gd name="csX24" fmla="*/ 2007704 w 3220918"/>
              <a:gd name="csY24" fmla="*/ 3389243 h 3876261"/>
              <a:gd name="csX25" fmla="*/ 2052430 w 3220918"/>
              <a:gd name="csY25" fmla="*/ 3359426 h 3876261"/>
              <a:gd name="csX26" fmla="*/ 2151822 w 3220918"/>
              <a:gd name="csY26" fmla="*/ 3269974 h 3876261"/>
              <a:gd name="csX27" fmla="*/ 2221396 w 3220918"/>
              <a:gd name="csY27" fmla="*/ 3200400 h 3876261"/>
              <a:gd name="csX28" fmla="*/ 2310848 w 3220918"/>
              <a:gd name="csY28" fmla="*/ 3135795 h 3876261"/>
              <a:gd name="csX29" fmla="*/ 2340665 w 3220918"/>
              <a:gd name="csY29" fmla="*/ 3081130 h 3876261"/>
              <a:gd name="csX30" fmla="*/ 2375452 w 3220918"/>
              <a:gd name="csY30" fmla="*/ 3041374 h 3876261"/>
              <a:gd name="csX31" fmla="*/ 2435087 w 3220918"/>
              <a:gd name="csY31" fmla="*/ 2937013 h 3876261"/>
              <a:gd name="csX32" fmla="*/ 2464904 w 3220918"/>
              <a:gd name="csY32" fmla="*/ 2912165 h 3876261"/>
              <a:gd name="csX33" fmla="*/ 2504661 w 3220918"/>
              <a:gd name="csY33" fmla="*/ 2837621 h 3876261"/>
              <a:gd name="csX34" fmla="*/ 2534478 w 3220918"/>
              <a:gd name="csY34" fmla="*/ 2807804 h 3876261"/>
              <a:gd name="csX35" fmla="*/ 2559326 w 3220918"/>
              <a:gd name="csY35" fmla="*/ 2748169 h 3876261"/>
              <a:gd name="csX36" fmla="*/ 2584174 w 3220918"/>
              <a:gd name="csY36" fmla="*/ 2713382 h 3876261"/>
              <a:gd name="csX37" fmla="*/ 2604052 w 3220918"/>
              <a:gd name="csY37" fmla="*/ 2688534 h 3876261"/>
              <a:gd name="csX38" fmla="*/ 2623930 w 3220918"/>
              <a:gd name="csY38" fmla="*/ 2638839 h 3876261"/>
              <a:gd name="csX39" fmla="*/ 2653748 w 3220918"/>
              <a:gd name="csY39" fmla="*/ 2604052 h 3876261"/>
              <a:gd name="csX40" fmla="*/ 2713382 w 3220918"/>
              <a:gd name="csY40" fmla="*/ 2499691 h 3876261"/>
              <a:gd name="csX41" fmla="*/ 2777987 w 3220918"/>
              <a:gd name="csY41" fmla="*/ 2445026 h 3876261"/>
              <a:gd name="csX42" fmla="*/ 2832652 w 3220918"/>
              <a:gd name="csY42" fmla="*/ 2385391 h 3876261"/>
              <a:gd name="csX43" fmla="*/ 2877378 w 3220918"/>
              <a:gd name="csY43" fmla="*/ 2360543 h 3876261"/>
              <a:gd name="csX44" fmla="*/ 2907196 w 3220918"/>
              <a:gd name="csY44" fmla="*/ 2335695 h 3876261"/>
              <a:gd name="csX45" fmla="*/ 2937013 w 3220918"/>
              <a:gd name="csY45" fmla="*/ 2320787 h 3876261"/>
              <a:gd name="csX46" fmla="*/ 3026465 w 3220918"/>
              <a:gd name="csY46" fmla="*/ 2246243 h 3876261"/>
              <a:gd name="csX47" fmla="*/ 3071191 w 3220918"/>
              <a:gd name="csY47" fmla="*/ 2196547 h 3876261"/>
              <a:gd name="csX48" fmla="*/ 3110948 w 3220918"/>
              <a:gd name="csY48" fmla="*/ 2156791 h 3876261"/>
              <a:gd name="csX49" fmla="*/ 3160643 w 3220918"/>
              <a:gd name="csY49" fmla="*/ 2032552 h 3876261"/>
              <a:gd name="csX50" fmla="*/ 3195430 w 3220918"/>
              <a:gd name="csY50" fmla="*/ 1923221 h 3876261"/>
              <a:gd name="csX51" fmla="*/ 3200400 w 3220918"/>
              <a:gd name="csY51" fmla="*/ 1848678 h 3876261"/>
              <a:gd name="csX52" fmla="*/ 3220278 w 3220918"/>
              <a:gd name="csY52" fmla="*/ 1798982 h 3876261"/>
              <a:gd name="csX53" fmla="*/ 3215309 w 3220918"/>
              <a:gd name="csY53" fmla="*/ 1749287 h 3876261"/>
              <a:gd name="csX54" fmla="*/ 3195430 w 3220918"/>
              <a:gd name="csY54" fmla="*/ 1605169 h 3876261"/>
              <a:gd name="csX55" fmla="*/ 3185491 w 3220918"/>
              <a:gd name="csY55" fmla="*/ 1520687 h 3876261"/>
              <a:gd name="csX56" fmla="*/ 3021496 w 3220918"/>
              <a:gd name="csY56" fmla="*/ 1282147 h 3876261"/>
              <a:gd name="csX57" fmla="*/ 2932043 w 3220918"/>
              <a:gd name="csY57" fmla="*/ 1098274 h 3876261"/>
              <a:gd name="csX58" fmla="*/ 2862469 w 3220918"/>
              <a:gd name="csY58" fmla="*/ 1023730 h 3876261"/>
              <a:gd name="csX59" fmla="*/ 2832652 w 3220918"/>
              <a:gd name="csY59" fmla="*/ 974034 h 3876261"/>
              <a:gd name="csX60" fmla="*/ 2708413 w 3220918"/>
              <a:gd name="csY60" fmla="*/ 834887 h 3876261"/>
              <a:gd name="csX61" fmla="*/ 2643809 w 3220918"/>
              <a:gd name="csY61" fmla="*/ 750404 h 3876261"/>
              <a:gd name="csX62" fmla="*/ 2440056 w 3220918"/>
              <a:gd name="csY62" fmla="*/ 611256 h 3876261"/>
              <a:gd name="csX63" fmla="*/ 2206487 w 3220918"/>
              <a:gd name="csY63" fmla="*/ 442291 h 3876261"/>
              <a:gd name="csX64" fmla="*/ 2067339 w 3220918"/>
              <a:gd name="csY64" fmla="*/ 392595 h 3876261"/>
              <a:gd name="csX65" fmla="*/ 1958009 w 3220918"/>
              <a:gd name="csY65" fmla="*/ 332961 h 3876261"/>
              <a:gd name="csX66" fmla="*/ 1853648 w 3220918"/>
              <a:gd name="csY66" fmla="*/ 283265 h 3876261"/>
              <a:gd name="csX67" fmla="*/ 1664804 w 3220918"/>
              <a:gd name="csY67" fmla="*/ 228600 h 3876261"/>
              <a:gd name="csX68" fmla="*/ 1585291 w 3220918"/>
              <a:gd name="csY68" fmla="*/ 188843 h 3876261"/>
              <a:gd name="csX69" fmla="*/ 1376569 w 3220918"/>
              <a:gd name="csY69" fmla="*/ 124239 h 3876261"/>
              <a:gd name="csX70" fmla="*/ 1217543 w 3220918"/>
              <a:gd name="csY70" fmla="*/ 84482 h 3876261"/>
              <a:gd name="csX71" fmla="*/ 1157909 w 3220918"/>
              <a:gd name="csY71" fmla="*/ 69574 h 3876261"/>
              <a:gd name="csX72" fmla="*/ 1123122 w 3220918"/>
              <a:gd name="csY72" fmla="*/ 59634 h 3876261"/>
              <a:gd name="csX73" fmla="*/ 1078396 w 3220918"/>
              <a:gd name="csY73" fmla="*/ 49695 h 3876261"/>
              <a:gd name="csX74" fmla="*/ 1043609 w 3220918"/>
              <a:gd name="csY74" fmla="*/ 39756 h 3876261"/>
              <a:gd name="csX75" fmla="*/ 998882 w 3220918"/>
              <a:gd name="csY75" fmla="*/ 34787 h 3876261"/>
              <a:gd name="csX76" fmla="*/ 949187 w 3220918"/>
              <a:gd name="csY76" fmla="*/ 14908 h 3876261"/>
              <a:gd name="csX77" fmla="*/ 874643 w 3220918"/>
              <a:gd name="csY77" fmla="*/ 0 h 3876261"/>
              <a:gd name="csX78" fmla="*/ 844826 w 3220918"/>
              <a:gd name="csY78" fmla="*/ 24847 h 3876261"/>
              <a:gd name="csX79" fmla="*/ 859735 w 3220918"/>
              <a:gd name="csY79" fmla="*/ 34787 h 38762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3220918" h="3876261">
                <a:moveTo>
                  <a:pt x="859735" y="34787"/>
                </a:moveTo>
                <a:lnTo>
                  <a:pt x="859735" y="34787"/>
                </a:lnTo>
                <a:cubicBezTo>
                  <a:pt x="829917" y="41413"/>
                  <a:pt x="797602" y="41005"/>
                  <a:pt x="770282" y="54665"/>
                </a:cubicBezTo>
                <a:cubicBezTo>
                  <a:pt x="692586" y="93513"/>
                  <a:pt x="641376" y="138784"/>
                  <a:pt x="596348" y="208721"/>
                </a:cubicBezTo>
                <a:cubicBezTo>
                  <a:pt x="534369" y="304987"/>
                  <a:pt x="464427" y="397518"/>
                  <a:pt x="417443" y="501926"/>
                </a:cubicBezTo>
                <a:cubicBezTo>
                  <a:pt x="359204" y="631345"/>
                  <a:pt x="199655" y="979226"/>
                  <a:pt x="178904" y="1068456"/>
                </a:cubicBezTo>
                <a:cubicBezTo>
                  <a:pt x="114365" y="1345976"/>
                  <a:pt x="149544" y="1211900"/>
                  <a:pt x="74543" y="1470991"/>
                </a:cubicBezTo>
                <a:cubicBezTo>
                  <a:pt x="57978" y="1605169"/>
                  <a:pt x="32489" y="1738545"/>
                  <a:pt x="24848" y="1873526"/>
                </a:cubicBezTo>
                <a:cubicBezTo>
                  <a:pt x="5722" y="2211411"/>
                  <a:pt x="13843" y="2049064"/>
                  <a:pt x="0" y="2360543"/>
                </a:cubicBezTo>
                <a:cubicBezTo>
                  <a:pt x="3313" y="2473187"/>
                  <a:pt x="1127" y="2586127"/>
                  <a:pt x="9939" y="2698474"/>
                </a:cubicBezTo>
                <a:cubicBezTo>
                  <a:pt x="21025" y="2839815"/>
                  <a:pt x="37642" y="2980828"/>
                  <a:pt x="59635" y="3120887"/>
                </a:cubicBezTo>
                <a:cubicBezTo>
                  <a:pt x="72473" y="3202647"/>
                  <a:pt x="116093" y="3346514"/>
                  <a:pt x="149087" y="3429000"/>
                </a:cubicBezTo>
                <a:cubicBezTo>
                  <a:pt x="189725" y="3530596"/>
                  <a:pt x="196619" y="3522267"/>
                  <a:pt x="253448" y="3617843"/>
                </a:cubicBezTo>
                <a:cubicBezTo>
                  <a:pt x="298087" y="3692918"/>
                  <a:pt x="298756" y="3718182"/>
                  <a:pt x="362778" y="3776869"/>
                </a:cubicBezTo>
                <a:cubicBezTo>
                  <a:pt x="392917" y="3804496"/>
                  <a:pt x="472957" y="3844746"/>
                  <a:pt x="506896" y="3856382"/>
                </a:cubicBezTo>
                <a:cubicBezTo>
                  <a:pt x="535790" y="3866288"/>
                  <a:pt x="566531" y="3869635"/>
                  <a:pt x="596348" y="3876261"/>
                </a:cubicBezTo>
                <a:cubicBezTo>
                  <a:pt x="773596" y="3869635"/>
                  <a:pt x="951494" y="3872938"/>
                  <a:pt x="1128091" y="3856382"/>
                </a:cubicBezTo>
                <a:cubicBezTo>
                  <a:pt x="1165154" y="3852907"/>
                  <a:pt x="1196907" y="3827684"/>
                  <a:pt x="1232452" y="3816626"/>
                </a:cubicBezTo>
                <a:cubicBezTo>
                  <a:pt x="1346529" y="3781135"/>
                  <a:pt x="1367947" y="3794228"/>
                  <a:pt x="1480930" y="3742082"/>
                </a:cubicBezTo>
                <a:cubicBezTo>
                  <a:pt x="1504711" y="3731106"/>
                  <a:pt x="1523526" y="3711555"/>
                  <a:pt x="1545535" y="3697356"/>
                </a:cubicBezTo>
                <a:cubicBezTo>
                  <a:pt x="1574899" y="3678412"/>
                  <a:pt x="1605912" y="3662075"/>
                  <a:pt x="1634987" y="3642691"/>
                </a:cubicBezTo>
                <a:cubicBezTo>
                  <a:pt x="1660625" y="3625599"/>
                  <a:pt x="1682777" y="3603313"/>
                  <a:pt x="1709530" y="3588026"/>
                </a:cubicBezTo>
                <a:cubicBezTo>
                  <a:pt x="1729563" y="3576579"/>
                  <a:pt x="1752600" y="3571461"/>
                  <a:pt x="1774135" y="3563178"/>
                </a:cubicBezTo>
                <a:cubicBezTo>
                  <a:pt x="1956298" y="3417446"/>
                  <a:pt x="1761116" y="3566482"/>
                  <a:pt x="1903343" y="3473726"/>
                </a:cubicBezTo>
                <a:cubicBezTo>
                  <a:pt x="1989817" y="3417330"/>
                  <a:pt x="1935672" y="3445268"/>
                  <a:pt x="2007704" y="3389243"/>
                </a:cubicBezTo>
                <a:cubicBezTo>
                  <a:pt x="2021848" y="3378242"/>
                  <a:pt x="2038626" y="3370850"/>
                  <a:pt x="2052430" y="3359426"/>
                </a:cubicBezTo>
                <a:cubicBezTo>
                  <a:pt x="2086769" y="3331008"/>
                  <a:pt x="2120304" y="3301492"/>
                  <a:pt x="2151822" y="3269974"/>
                </a:cubicBezTo>
                <a:cubicBezTo>
                  <a:pt x="2175013" y="3246783"/>
                  <a:pt x="2196329" y="3221550"/>
                  <a:pt x="2221396" y="3200400"/>
                </a:cubicBezTo>
                <a:cubicBezTo>
                  <a:pt x="2249507" y="3176681"/>
                  <a:pt x="2281031" y="3157330"/>
                  <a:pt x="2310848" y="3135795"/>
                </a:cubicBezTo>
                <a:cubicBezTo>
                  <a:pt x="2320787" y="3117573"/>
                  <a:pt x="2328944" y="3098260"/>
                  <a:pt x="2340665" y="3081130"/>
                </a:cubicBezTo>
                <a:cubicBezTo>
                  <a:pt x="2350609" y="3066597"/>
                  <a:pt x="2365998" y="3056230"/>
                  <a:pt x="2375452" y="3041374"/>
                </a:cubicBezTo>
                <a:cubicBezTo>
                  <a:pt x="2406603" y="2992423"/>
                  <a:pt x="2400669" y="2974560"/>
                  <a:pt x="2435087" y="2937013"/>
                </a:cubicBezTo>
                <a:cubicBezTo>
                  <a:pt x="2443829" y="2927476"/>
                  <a:pt x="2456547" y="2922042"/>
                  <a:pt x="2464904" y="2912165"/>
                </a:cubicBezTo>
                <a:cubicBezTo>
                  <a:pt x="2534546" y="2829860"/>
                  <a:pt x="2452833" y="2912484"/>
                  <a:pt x="2504661" y="2837621"/>
                </a:cubicBezTo>
                <a:cubicBezTo>
                  <a:pt x="2512662" y="2826064"/>
                  <a:pt x="2524539" y="2817743"/>
                  <a:pt x="2534478" y="2807804"/>
                </a:cubicBezTo>
                <a:cubicBezTo>
                  <a:pt x="2539825" y="2793545"/>
                  <a:pt x="2549424" y="2763730"/>
                  <a:pt x="2559326" y="2748169"/>
                </a:cubicBezTo>
                <a:cubicBezTo>
                  <a:pt x="2566976" y="2736147"/>
                  <a:pt x="2575624" y="2724782"/>
                  <a:pt x="2584174" y="2713382"/>
                </a:cubicBezTo>
                <a:cubicBezTo>
                  <a:pt x="2590538" y="2704896"/>
                  <a:pt x="2599061" y="2697893"/>
                  <a:pt x="2604052" y="2688534"/>
                </a:cubicBezTo>
                <a:cubicBezTo>
                  <a:pt x="2612448" y="2672792"/>
                  <a:pt x="2614884" y="2654217"/>
                  <a:pt x="2623930" y="2638839"/>
                </a:cubicBezTo>
                <a:cubicBezTo>
                  <a:pt x="2631674" y="2625675"/>
                  <a:pt x="2645451" y="2616874"/>
                  <a:pt x="2653748" y="2604052"/>
                </a:cubicBezTo>
                <a:cubicBezTo>
                  <a:pt x="2682872" y="2559043"/>
                  <a:pt x="2674931" y="2541988"/>
                  <a:pt x="2713382" y="2499691"/>
                </a:cubicBezTo>
                <a:cubicBezTo>
                  <a:pt x="2732358" y="2478818"/>
                  <a:pt x="2757478" y="2464395"/>
                  <a:pt x="2777987" y="2445026"/>
                </a:cubicBezTo>
                <a:cubicBezTo>
                  <a:pt x="2807503" y="2417150"/>
                  <a:pt x="2798391" y="2410516"/>
                  <a:pt x="2832652" y="2385391"/>
                </a:cubicBezTo>
                <a:cubicBezTo>
                  <a:pt x="2846405" y="2375305"/>
                  <a:pt x="2863187" y="2370003"/>
                  <a:pt x="2877378" y="2360543"/>
                </a:cubicBezTo>
                <a:cubicBezTo>
                  <a:pt x="2888143" y="2353366"/>
                  <a:pt x="2896431" y="2342872"/>
                  <a:pt x="2907196" y="2335695"/>
                </a:cubicBezTo>
                <a:cubicBezTo>
                  <a:pt x="2916442" y="2329531"/>
                  <a:pt x="2927549" y="2326611"/>
                  <a:pt x="2937013" y="2320787"/>
                </a:cubicBezTo>
                <a:cubicBezTo>
                  <a:pt x="2968822" y="2301213"/>
                  <a:pt x="3001033" y="2271675"/>
                  <a:pt x="3026465" y="2246243"/>
                </a:cubicBezTo>
                <a:cubicBezTo>
                  <a:pt x="3042224" y="2230484"/>
                  <a:pt x="3055889" y="2212749"/>
                  <a:pt x="3071191" y="2196547"/>
                </a:cubicBezTo>
                <a:cubicBezTo>
                  <a:pt x="3084059" y="2182922"/>
                  <a:pt x="3099563" y="2171678"/>
                  <a:pt x="3110948" y="2156791"/>
                </a:cubicBezTo>
                <a:cubicBezTo>
                  <a:pt x="3140304" y="2118404"/>
                  <a:pt x="3145327" y="2078502"/>
                  <a:pt x="3160643" y="2032552"/>
                </a:cubicBezTo>
                <a:cubicBezTo>
                  <a:pt x="3195975" y="1926554"/>
                  <a:pt x="3176251" y="1999937"/>
                  <a:pt x="3195430" y="1923221"/>
                </a:cubicBezTo>
                <a:cubicBezTo>
                  <a:pt x="3197087" y="1898373"/>
                  <a:pt x="3195516" y="1873097"/>
                  <a:pt x="3200400" y="1848678"/>
                </a:cubicBezTo>
                <a:cubicBezTo>
                  <a:pt x="3203899" y="1831183"/>
                  <a:pt x="3217631" y="1816626"/>
                  <a:pt x="3220278" y="1798982"/>
                </a:cubicBezTo>
                <a:cubicBezTo>
                  <a:pt x="3222748" y="1782519"/>
                  <a:pt x="3217426" y="1765799"/>
                  <a:pt x="3215309" y="1749287"/>
                </a:cubicBezTo>
                <a:cubicBezTo>
                  <a:pt x="3209142" y="1701187"/>
                  <a:pt x="3201702" y="1653256"/>
                  <a:pt x="3195430" y="1605169"/>
                </a:cubicBezTo>
                <a:cubicBezTo>
                  <a:pt x="3191763" y="1577052"/>
                  <a:pt x="3196593" y="1546778"/>
                  <a:pt x="3185491" y="1520687"/>
                </a:cubicBezTo>
                <a:cubicBezTo>
                  <a:pt x="3085032" y="1284608"/>
                  <a:pt x="3127138" y="1452093"/>
                  <a:pt x="3021496" y="1282147"/>
                </a:cubicBezTo>
                <a:cubicBezTo>
                  <a:pt x="2915419" y="1111502"/>
                  <a:pt x="3051344" y="1262313"/>
                  <a:pt x="2932043" y="1098274"/>
                </a:cubicBezTo>
                <a:cubicBezTo>
                  <a:pt x="2912052" y="1070786"/>
                  <a:pt x="2883702" y="1050271"/>
                  <a:pt x="2862469" y="1023730"/>
                </a:cubicBezTo>
                <a:cubicBezTo>
                  <a:pt x="2850401" y="1008645"/>
                  <a:pt x="2844864" y="989003"/>
                  <a:pt x="2832652" y="974034"/>
                </a:cubicBezTo>
                <a:cubicBezTo>
                  <a:pt x="2793346" y="925853"/>
                  <a:pt x="2746184" y="884280"/>
                  <a:pt x="2708413" y="834887"/>
                </a:cubicBezTo>
                <a:cubicBezTo>
                  <a:pt x="2686878" y="806726"/>
                  <a:pt x="2668877" y="775472"/>
                  <a:pt x="2643809" y="750404"/>
                </a:cubicBezTo>
                <a:cubicBezTo>
                  <a:pt x="2589002" y="695597"/>
                  <a:pt x="2500891" y="653970"/>
                  <a:pt x="2440056" y="611256"/>
                </a:cubicBezTo>
                <a:cubicBezTo>
                  <a:pt x="2360825" y="555626"/>
                  <a:pt x="2294215" y="486155"/>
                  <a:pt x="2206487" y="442291"/>
                </a:cubicBezTo>
                <a:cubicBezTo>
                  <a:pt x="2162435" y="420265"/>
                  <a:pt x="2112420" y="412431"/>
                  <a:pt x="2067339" y="392595"/>
                </a:cubicBezTo>
                <a:cubicBezTo>
                  <a:pt x="2029342" y="375877"/>
                  <a:pt x="1994965" y="351869"/>
                  <a:pt x="1958009" y="332961"/>
                </a:cubicBezTo>
                <a:cubicBezTo>
                  <a:pt x="1923708" y="315412"/>
                  <a:pt x="1889214" y="298084"/>
                  <a:pt x="1853648" y="283265"/>
                </a:cubicBezTo>
                <a:cubicBezTo>
                  <a:pt x="1745418" y="238169"/>
                  <a:pt x="1798933" y="276749"/>
                  <a:pt x="1664804" y="228600"/>
                </a:cubicBezTo>
                <a:cubicBezTo>
                  <a:pt x="1636914" y="218588"/>
                  <a:pt x="1613154" y="198931"/>
                  <a:pt x="1585291" y="188843"/>
                </a:cubicBezTo>
                <a:cubicBezTo>
                  <a:pt x="1516811" y="164048"/>
                  <a:pt x="1447225" y="141903"/>
                  <a:pt x="1376569" y="124239"/>
                </a:cubicBezTo>
                <a:lnTo>
                  <a:pt x="1217543" y="84482"/>
                </a:lnTo>
                <a:cubicBezTo>
                  <a:pt x="1197665" y="79513"/>
                  <a:pt x="1177610" y="75203"/>
                  <a:pt x="1157909" y="69574"/>
                </a:cubicBezTo>
                <a:cubicBezTo>
                  <a:pt x="1146313" y="66261"/>
                  <a:pt x="1134822" y="62559"/>
                  <a:pt x="1123122" y="59634"/>
                </a:cubicBezTo>
                <a:cubicBezTo>
                  <a:pt x="1108306" y="55930"/>
                  <a:pt x="1093212" y="53399"/>
                  <a:pt x="1078396" y="49695"/>
                </a:cubicBezTo>
                <a:cubicBezTo>
                  <a:pt x="1066696" y="46770"/>
                  <a:pt x="1055462" y="41978"/>
                  <a:pt x="1043609" y="39756"/>
                </a:cubicBezTo>
                <a:cubicBezTo>
                  <a:pt x="1028865" y="36992"/>
                  <a:pt x="1013791" y="36443"/>
                  <a:pt x="998882" y="34787"/>
                </a:cubicBezTo>
                <a:cubicBezTo>
                  <a:pt x="969762" y="20227"/>
                  <a:pt x="975662" y="20482"/>
                  <a:pt x="949187" y="14908"/>
                </a:cubicBezTo>
                <a:cubicBezTo>
                  <a:pt x="924390" y="9688"/>
                  <a:pt x="874643" y="0"/>
                  <a:pt x="874643" y="0"/>
                </a:cubicBezTo>
                <a:cubicBezTo>
                  <a:pt x="850122" y="8173"/>
                  <a:pt x="865654" y="-147"/>
                  <a:pt x="844826" y="24847"/>
                </a:cubicBezTo>
                <a:cubicBezTo>
                  <a:pt x="841826" y="28447"/>
                  <a:pt x="857250" y="33130"/>
                  <a:pt x="859735" y="34787"/>
                </a:cubicBezTo>
                <a:close/>
              </a:path>
            </a:pathLst>
          </a:custGeom>
          <a:solidFill>
            <a:schemeClr val="accent1">
              <a:alpha val="4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EA501FF-D3F0-DDC9-0E00-1FDDF3C05E88}"/>
              </a:ext>
            </a:extLst>
          </p:cNvPr>
          <p:cNvSpPr/>
          <p:nvPr/>
        </p:nvSpPr>
        <p:spPr>
          <a:xfrm>
            <a:off x="5162774" y="2612636"/>
            <a:ext cx="4504152" cy="3032222"/>
          </a:xfrm>
          <a:custGeom>
            <a:avLst/>
            <a:gdLst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661359 w 4492246"/>
              <a:gd name="csY15" fmla="*/ 655608 h 3014745"/>
              <a:gd name="csX16" fmla="*/ 707366 w 4492246"/>
              <a:gd name="csY16" fmla="*/ 690114 h 3014745"/>
              <a:gd name="csX17" fmla="*/ 718868 w 4492246"/>
              <a:gd name="csY17" fmla="*/ 707366 h 3014745"/>
              <a:gd name="csX18" fmla="*/ 741872 w 4492246"/>
              <a:gd name="csY18" fmla="*/ 73037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661359 w 4492246"/>
              <a:gd name="csY15" fmla="*/ 655608 h 3014745"/>
              <a:gd name="csX16" fmla="*/ 707366 w 4492246"/>
              <a:gd name="csY16" fmla="*/ 690114 h 3014745"/>
              <a:gd name="csX17" fmla="*/ 718868 w 4492246"/>
              <a:gd name="csY17" fmla="*/ 707366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661359 w 4492246"/>
              <a:gd name="csY15" fmla="*/ 655608 h 3014745"/>
              <a:gd name="csX16" fmla="*/ 707366 w 4492246"/>
              <a:gd name="csY16" fmla="*/ 690114 h 3014745"/>
              <a:gd name="csX17" fmla="*/ 69029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661359 w 4492246"/>
              <a:gd name="csY15" fmla="*/ 655608 h 3014745"/>
              <a:gd name="csX16" fmla="*/ 707366 w 4492246"/>
              <a:gd name="csY16" fmla="*/ 690114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661359 w 4492246"/>
              <a:gd name="csY15" fmla="*/ 655608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69344 w 4492246"/>
              <a:gd name="csY13" fmla="*/ 638355 h 3014745"/>
              <a:gd name="csX14" fmla="*/ 603849 w 4492246"/>
              <a:gd name="csY14" fmla="*/ 649857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24100 w 4492246"/>
              <a:gd name="csY13" fmla="*/ 681218 h 3014745"/>
              <a:gd name="csX14" fmla="*/ 603849 w 4492246"/>
              <a:gd name="csY14" fmla="*/ 649857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24100 w 4492246"/>
              <a:gd name="csY13" fmla="*/ 681218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19338 w 4492246"/>
              <a:gd name="csY13" fmla="*/ 669312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03517 w 4492246"/>
              <a:gd name="csY5" fmla="*/ 327804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92015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63261 w 4492246"/>
              <a:gd name="csY3" fmla="*/ 264544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46008 w 4492246"/>
              <a:gd name="csY2" fmla="*/ 195532 h 3014745"/>
              <a:gd name="csX3" fmla="*/ 91836 w 4492246"/>
              <a:gd name="csY3" fmla="*/ 24073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67439 w 4492246"/>
              <a:gd name="csY2" fmla="*/ 169338 h 3014745"/>
              <a:gd name="csX3" fmla="*/ 91836 w 4492246"/>
              <a:gd name="csY3" fmla="*/ 24073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53152 w 4492246"/>
              <a:gd name="csY2" fmla="*/ 181245 h 3014745"/>
              <a:gd name="csX3" fmla="*/ 91836 w 4492246"/>
              <a:gd name="csY3" fmla="*/ 24073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91836 w 4492246"/>
              <a:gd name="csY3" fmla="*/ 24073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91836 w 4492246"/>
              <a:gd name="csY3" fmla="*/ 24073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206136 w 4492246"/>
              <a:gd name="csY3" fmla="*/ 221681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25352 w 4492246"/>
              <a:gd name="csY4" fmla="*/ 293298 h 3014745"/>
              <a:gd name="csX5" fmla="*/ 124949 w 4492246"/>
              <a:gd name="csY5" fmla="*/ 299229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25352 w 4492246"/>
              <a:gd name="csY4" fmla="*/ 293298 h 3014745"/>
              <a:gd name="csX5" fmla="*/ 203531 w 4492246"/>
              <a:gd name="csY5" fmla="*/ 311135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12785 w 4492246"/>
              <a:gd name="csY6" fmla="*/ 379563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47291 w 4492246"/>
              <a:gd name="csY7" fmla="*/ 396815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33555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09813 w 4492246"/>
              <a:gd name="csY13" fmla="*/ 64073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80036 w 4492246"/>
              <a:gd name="csY14" fmla="*/ 676051 h 3014745"/>
              <a:gd name="csX15" fmla="*/ 599446 w 4492246"/>
              <a:gd name="csY15" fmla="*/ 684183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80036 w 4492246"/>
              <a:gd name="csY14" fmla="*/ 676051 h 3014745"/>
              <a:gd name="csX15" fmla="*/ 635165 w 4492246"/>
              <a:gd name="csY15" fmla="*/ 660370 h 3014745"/>
              <a:gd name="csX16" fmla="*/ 621641 w 4492246"/>
              <a:gd name="csY16" fmla="*/ 716307 h 3014745"/>
              <a:gd name="csX17" fmla="*/ 661718 w 4492246"/>
              <a:gd name="csY17" fmla="*/ 735941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80036 w 4492246"/>
              <a:gd name="csY14" fmla="*/ 676051 h 3014745"/>
              <a:gd name="csX15" fmla="*/ 635165 w 4492246"/>
              <a:gd name="csY15" fmla="*/ 660370 h 3014745"/>
              <a:gd name="csX16" fmla="*/ 621641 w 4492246"/>
              <a:gd name="csY16" fmla="*/ 716307 h 3014745"/>
              <a:gd name="csX17" fmla="*/ 70934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99086 w 4492246"/>
              <a:gd name="csY14" fmla="*/ 649857 h 3014745"/>
              <a:gd name="csX15" fmla="*/ 635165 w 4492246"/>
              <a:gd name="csY15" fmla="*/ 660370 h 3014745"/>
              <a:gd name="csX16" fmla="*/ 621641 w 4492246"/>
              <a:gd name="csY16" fmla="*/ 716307 h 3014745"/>
              <a:gd name="csX17" fmla="*/ 70934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99086 w 4492246"/>
              <a:gd name="csY14" fmla="*/ 649857 h 3014745"/>
              <a:gd name="csX15" fmla="*/ 635165 w 4492246"/>
              <a:gd name="csY15" fmla="*/ 660370 h 3014745"/>
              <a:gd name="csX16" fmla="*/ 674029 w 4492246"/>
              <a:gd name="csY16" fmla="*/ 694876 h 3014745"/>
              <a:gd name="csX17" fmla="*/ 70934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36121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99086 w 4492246"/>
              <a:gd name="csY14" fmla="*/ 649857 h 3014745"/>
              <a:gd name="csX15" fmla="*/ 635165 w 4492246"/>
              <a:gd name="csY15" fmla="*/ 660370 h 3014745"/>
              <a:gd name="csX16" fmla="*/ 674029 w 4492246"/>
              <a:gd name="csY16" fmla="*/ 694876 h 3014745"/>
              <a:gd name="csX17" fmla="*/ 70934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78984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0 w 4492246"/>
              <a:gd name="csY80" fmla="*/ 23004 h 3014745"/>
              <a:gd name="csX0" fmla="*/ 19050 w 4492246"/>
              <a:gd name="csY0" fmla="*/ 23004 h 3014745"/>
              <a:gd name="csX1" fmla="*/ 0 w 4492246"/>
              <a:gd name="csY1" fmla="*/ 23004 h 3014745"/>
              <a:gd name="csX2" fmla="*/ 100777 w 4492246"/>
              <a:gd name="csY2" fmla="*/ 152670 h 3014745"/>
              <a:gd name="csX3" fmla="*/ 151367 w 4492246"/>
              <a:gd name="csY3" fmla="*/ 269306 h 3014745"/>
              <a:gd name="csX4" fmla="*/ 182502 w 4492246"/>
              <a:gd name="csY4" fmla="*/ 293298 h 3014745"/>
              <a:gd name="csX5" fmla="*/ 203531 w 4492246"/>
              <a:gd name="csY5" fmla="*/ 311135 h 3014745"/>
              <a:gd name="csX6" fmla="*/ 246123 w 4492246"/>
              <a:gd name="csY6" fmla="*/ 372419 h 3014745"/>
              <a:gd name="csX7" fmla="*/ 273484 w 4492246"/>
              <a:gd name="csY7" fmla="*/ 403958 h 3014745"/>
              <a:gd name="csX8" fmla="*/ 340699 w 4492246"/>
              <a:gd name="csY8" fmla="*/ 465827 h 3014745"/>
              <a:gd name="csX9" fmla="*/ 362310 w 4492246"/>
              <a:gd name="csY9" fmla="*/ 494581 h 3014745"/>
              <a:gd name="csX10" fmla="*/ 396815 w 4492246"/>
              <a:gd name="csY10" fmla="*/ 500332 h 3014745"/>
              <a:gd name="csX11" fmla="*/ 425570 w 4492246"/>
              <a:gd name="csY11" fmla="*/ 529087 h 3014745"/>
              <a:gd name="csX12" fmla="*/ 465827 w 4492246"/>
              <a:gd name="csY12" fmla="*/ 575095 h 3014745"/>
              <a:gd name="csX13" fmla="*/ 538388 w 4492246"/>
              <a:gd name="csY13" fmla="*/ 621687 h 3014745"/>
              <a:gd name="csX14" fmla="*/ 599086 w 4492246"/>
              <a:gd name="csY14" fmla="*/ 649857 h 3014745"/>
              <a:gd name="csX15" fmla="*/ 635165 w 4492246"/>
              <a:gd name="csY15" fmla="*/ 660370 h 3014745"/>
              <a:gd name="csX16" fmla="*/ 674029 w 4492246"/>
              <a:gd name="csY16" fmla="*/ 694876 h 3014745"/>
              <a:gd name="csX17" fmla="*/ 709343 w 4492246"/>
              <a:gd name="csY17" fmla="*/ 719272 h 3014745"/>
              <a:gd name="csX18" fmla="*/ 722822 w 4492246"/>
              <a:gd name="csY18" fmla="*/ 749420 h 3014745"/>
              <a:gd name="csX19" fmla="*/ 713117 w 4492246"/>
              <a:gd name="csY19" fmla="*/ 776378 h 3014745"/>
              <a:gd name="csX20" fmla="*/ 778984 w 4492246"/>
              <a:gd name="csY20" fmla="*/ 782129 h 3014745"/>
              <a:gd name="csX21" fmla="*/ 776378 w 4492246"/>
              <a:gd name="csY21" fmla="*/ 816634 h 3014745"/>
              <a:gd name="csX22" fmla="*/ 822385 w 4492246"/>
              <a:gd name="csY22" fmla="*/ 874144 h 3014745"/>
              <a:gd name="csX23" fmla="*/ 839638 w 4492246"/>
              <a:gd name="csY23" fmla="*/ 897148 h 3014745"/>
              <a:gd name="csX24" fmla="*/ 862642 w 4492246"/>
              <a:gd name="csY24" fmla="*/ 908649 h 3014745"/>
              <a:gd name="csX25" fmla="*/ 874144 w 4492246"/>
              <a:gd name="csY25" fmla="*/ 925902 h 3014745"/>
              <a:gd name="csX26" fmla="*/ 897148 w 4492246"/>
              <a:gd name="csY26" fmla="*/ 931653 h 3014745"/>
              <a:gd name="csX27" fmla="*/ 914400 w 4492246"/>
              <a:gd name="csY27" fmla="*/ 937404 h 3014745"/>
              <a:gd name="csX28" fmla="*/ 943155 w 4492246"/>
              <a:gd name="csY28" fmla="*/ 960408 h 3014745"/>
              <a:gd name="csX29" fmla="*/ 994914 w 4492246"/>
              <a:gd name="csY29" fmla="*/ 989163 h 3014745"/>
              <a:gd name="csX30" fmla="*/ 1000665 w 4492246"/>
              <a:gd name="csY30" fmla="*/ 1023668 h 3014745"/>
              <a:gd name="csX31" fmla="*/ 1012166 w 4492246"/>
              <a:gd name="csY31" fmla="*/ 1121434 h 3014745"/>
              <a:gd name="csX32" fmla="*/ 1035170 w 4492246"/>
              <a:gd name="csY32" fmla="*/ 1196197 h 3014745"/>
              <a:gd name="csX33" fmla="*/ 1052423 w 4492246"/>
              <a:gd name="csY33" fmla="*/ 1259457 h 3014745"/>
              <a:gd name="csX34" fmla="*/ 1086929 w 4492246"/>
              <a:gd name="csY34" fmla="*/ 2024332 h 3014745"/>
              <a:gd name="csX35" fmla="*/ 1115683 w 4492246"/>
              <a:gd name="csY35" fmla="*/ 2225615 h 3014745"/>
              <a:gd name="csX36" fmla="*/ 1144438 w 4492246"/>
              <a:gd name="csY36" fmla="*/ 2271623 h 3014745"/>
              <a:gd name="csX37" fmla="*/ 1167442 w 4492246"/>
              <a:gd name="csY37" fmla="*/ 2380891 h 3014745"/>
              <a:gd name="csX38" fmla="*/ 1178944 w 4492246"/>
              <a:gd name="csY38" fmla="*/ 2444151 h 3014745"/>
              <a:gd name="csX39" fmla="*/ 1265208 w 4492246"/>
              <a:gd name="csY39" fmla="*/ 2651185 h 3014745"/>
              <a:gd name="csX40" fmla="*/ 1339970 w 4492246"/>
              <a:gd name="csY40" fmla="*/ 2806461 h 3014745"/>
              <a:gd name="csX41" fmla="*/ 1466491 w 4492246"/>
              <a:gd name="csY41" fmla="*/ 2886974 h 3014745"/>
              <a:gd name="csX42" fmla="*/ 1633268 w 4492246"/>
              <a:gd name="csY42" fmla="*/ 2978989 h 3014745"/>
              <a:gd name="csX43" fmla="*/ 2196861 w 4492246"/>
              <a:gd name="csY43" fmla="*/ 3007744 h 3014745"/>
              <a:gd name="csX44" fmla="*/ 2927231 w 4492246"/>
              <a:gd name="csY44" fmla="*/ 3001993 h 3014745"/>
              <a:gd name="csX45" fmla="*/ 3266536 w 4492246"/>
              <a:gd name="csY45" fmla="*/ 2892725 h 3014745"/>
              <a:gd name="csX46" fmla="*/ 3772619 w 4492246"/>
              <a:gd name="csY46" fmla="*/ 2748951 h 3014745"/>
              <a:gd name="csX47" fmla="*/ 4065917 w 4492246"/>
              <a:gd name="csY47" fmla="*/ 2559170 h 3014745"/>
              <a:gd name="csX48" fmla="*/ 4192438 w 4492246"/>
              <a:gd name="csY48" fmla="*/ 2398144 h 3014745"/>
              <a:gd name="csX49" fmla="*/ 4405223 w 4492246"/>
              <a:gd name="csY49" fmla="*/ 2093344 h 3014745"/>
              <a:gd name="csX50" fmla="*/ 4485736 w 4492246"/>
              <a:gd name="csY50" fmla="*/ 1834551 h 3014745"/>
              <a:gd name="csX51" fmla="*/ 4491487 w 4492246"/>
              <a:gd name="csY51" fmla="*/ 1719532 h 3014745"/>
              <a:gd name="csX52" fmla="*/ 4479985 w 4492246"/>
              <a:gd name="csY52" fmla="*/ 1512498 h 3014745"/>
              <a:gd name="csX53" fmla="*/ 4451231 w 4492246"/>
              <a:gd name="csY53" fmla="*/ 1339970 h 3014745"/>
              <a:gd name="csX54" fmla="*/ 4353465 w 4492246"/>
              <a:gd name="csY54" fmla="*/ 1127185 h 3014745"/>
              <a:gd name="csX55" fmla="*/ 4244197 w 4492246"/>
              <a:gd name="csY55" fmla="*/ 1098431 h 3014745"/>
              <a:gd name="csX56" fmla="*/ 4083170 w 4492246"/>
              <a:gd name="csY56" fmla="*/ 989163 h 3014745"/>
              <a:gd name="csX57" fmla="*/ 3715110 w 4492246"/>
              <a:gd name="csY57" fmla="*/ 874144 h 3014745"/>
              <a:gd name="csX58" fmla="*/ 3502325 w 4492246"/>
              <a:gd name="csY58" fmla="*/ 828136 h 3014745"/>
              <a:gd name="csX59" fmla="*/ 3186023 w 4492246"/>
              <a:gd name="csY59" fmla="*/ 816634 h 3014745"/>
              <a:gd name="csX60" fmla="*/ 3048000 w 4492246"/>
              <a:gd name="csY60" fmla="*/ 782129 h 3014745"/>
              <a:gd name="csX61" fmla="*/ 2806461 w 4492246"/>
              <a:gd name="csY61" fmla="*/ 759125 h 3014745"/>
              <a:gd name="csX62" fmla="*/ 2237117 w 4492246"/>
              <a:gd name="csY62" fmla="*/ 753374 h 3014745"/>
              <a:gd name="csX63" fmla="*/ 1938068 w 4492246"/>
              <a:gd name="csY63" fmla="*/ 695864 h 3014745"/>
              <a:gd name="csX64" fmla="*/ 1805797 w 4492246"/>
              <a:gd name="csY64" fmla="*/ 649857 h 3014745"/>
              <a:gd name="csX65" fmla="*/ 1541253 w 4492246"/>
              <a:gd name="csY65" fmla="*/ 586597 h 3014745"/>
              <a:gd name="csX66" fmla="*/ 1385978 w 4492246"/>
              <a:gd name="csY66" fmla="*/ 540589 h 3014745"/>
              <a:gd name="csX67" fmla="*/ 1196197 w 4492246"/>
              <a:gd name="csY67" fmla="*/ 494581 h 3014745"/>
              <a:gd name="csX68" fmla="*/ 1017917 w 4492246"/>
              <a:gd name="csY68" fmla="*/ 442823 h 3014745"/>
              <a:gd name="csX69" fmla="*/ 764876 w 4492246"/>
              <a:gd name="csY69" fmla="*/ 345057 h 3014745"/>
              <a:gd name="csX70" fmla="*/ 667110 w 4492246"/>
              <a:gd name="csY70" fmla="*/ 304800 h 3014745"/>
              <a:gd name="csX71" fmla="*/ 506083 w 4492246"/>
              <a:gd name="csY71" fmla="*/ 201283 h 3014745"/>
              <a:gd name="csX72" fmla="*/ 465827 w 4492246"/>
              <a:gd name="csY72" fmla="*/ 189781 h 3014745"/>
              <a:gd name="csX73" fmla="*/ 425570 w 4492246"/>
              <a:gd name="csY73" fmla="*/ 166778 h 3014745"/>
              <a:gd name="csX74" fmla="*/ 368061 w 4492246"/>
              <a:gd name="csY74" fmla="*/ 138023 h 3014745"/>
              <a:gd name="csX75" fmla="*/ 316302 w 4492246"/>
              <a:gd name="csY75" fmla="*/ 103517 h 3014745"/>
              <a:gd name="csX76" fmla="*/ 195532 w 4492246"/>
              <a:gd name="csY76" fmla="*/ 51759 h 3014745"/>
              <a:gd name="csX77" fmla="*/ 161027 w 4492246"/>
              <a:gd name="csY77" fmla="*/ 34506 h 3014745"/>
              <a:gd name="csX78" fmla="*/ 103517 w 4492246"/>
              <a:gd name="csY78" fmla="*/ 23004 h 3014745"/>
              <a:gd name="csX79" fmla="*/ 17253 w 4492246"/>
              <a:gd name="csY79" fmla="*/ 0 h 3014745"/>
              <a:gd name="csX80" fmla="*/ 19050 w 4492246"/>
              <a:gd name="csY80" fmla="*/ 23004 h 3014745"/>
              <a:gd name="csX0" fmla="*/ 0 w 4504152"/>
              <a:gd name="csY0" fmla="*/ 0 h 3032222"/>
              <a:gd name="csX1" fmla="*/ 11906 w 4504152"/>
              <a:gd name="csY1" fmla="*/ 40481 h 3032222"/>
              <a:gd name="csX2" fmla="*/ 112683 w 4504152"/>
              <a:gd name="csY2" fmla="*/ 170147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788284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874548 w 4504152"/>
              <a:gd name="csY24" fmla="*/ 926126 h 3032222"/>
              <a:gd name="csX25" fmla="*/ 886050 w 4504152"/>
              <a:gd name="csY25" fmla="*/ 943379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112683 w 4504152"/>
              <a:gd name="csY2" fmla="*/ 170147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788284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874548 w 4504152"/>
              <a:gd name="csY24" fmla="*/ 926126 h 3032222"/>
              <a:gd name="csX25" fmla="*/ 886050 w 4504152"/>
              <a:gd name="csY25" fmla="*/ 943379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788284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874548 w 4504152"/>
              <a:gd name="csY24" fmla="*/ 926126 h 3032222"/>
              <a:gd name="csX25" fmla="*/ 886050 w 4504152"/>
              <a:gd name="csY25" fmla="*/ 943379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874548 w 4504152"/>
              <a:gd name="csY24" fmla="*/ 926126 h 3032222"/>
              <a:gd name="csX25" fmla="*/ 886050 w 4504152"/>
              <a:gd name="csY25" fmla="*/ 943379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874548 w 4504152"/>
              <a:gd name="csY24" fmla="*/ 926126 h 3032222"/>
              <a:gd name="csX25" fmla="*/ 924150 w 4504152"/>
              <a:gd name="csY25" fmla="*/ 926710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34291 w 4504152"/>
              <a:gd name="csY22" fmla="*/ 891621 h 3032222"/>
              <a:gd name="csX23" fmla="*/ 851544 w 4504152"/>
              <a:gd name="csY23" fmla="*/ 914625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34291 w 4504152"/>
              <a:gd name="csY22" fmla="*/ 891621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09054 w 4504152"/>
              <a:gd name="csY26" fmla="*/ 949130 h 3032222"/>
              <a:gd name="csX27" fmla="*/ 926306 w 4504152"/>
              <a:gd name="csY27" fmla="*/ 954881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09054 w 4504152"/>
              <a:gd name="csY26" fmla="*/ 949130 h 3032222"/>
              <a:gd name="csX27" fmla="*/ 952500 w 4504152"/>
              <a:gd name="csY27" fmla="*/ 952500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40010 w 4504152"/>
              <a:gd name="csY26" fmla="*/ 939605 h 3032222"/>
              <a:gd name="csX27" fmla="*/ 952500 w 4504152"/>
              <a:gd name="csY27" fmla="*/ 952500 h 3032222"/>
              <a:gd name="csX28" fmla="*/ 95506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40010 w 4504152"/>
              <a:gd name="csY26" fmla="*/ 939605 h 3032222"/>
              <a:gd name="csX27" fmla="*/ 952500 w 4504152"/>
              <a:gd name="csY27" fmla="*/ 952500 h 3032222"/>
              <a:gd name="csX28" fmla="*/ 97411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24072 w 4504152"/>
              <a:gd name="csY31" fmla="*/ 1138911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40010 w 4504152"/>
              <a:gd name="csY26" fmla="*/ 939605 h 3032222"/>
              <a:gd name="csX27" fmla="*/ 952500 w 4504152"/>
              <a:gd name="csY27" fmla="*/ 952500 h 3032222"/>
              <a:gd name="csX28" fmla="*/ 97411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43122 w 4504152"/>
              <a:gd name="csY31" fmla="*/ 1131767 h 3032222"/>
              <a:gd name="csX32" fmla="*/ 1047076 w 4504152"/>
              <a:gd name="csY32" fmla="*/ 1213674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  <a:gd name="csX0" fmla="*/ 0 w 4504152"/>
              <a:gd name="csY0" fmla="*/ 0 h 3032222"/>
              <a:gd name="csX1" fmla="*/ 11906 w 4504152"/>
              <a:gd name="csY1" fmla="*/ 40481 h 3032222"/>
              <a:gd name="csX2" fmla="*/ 93633 w 4504152"/>
              <a:gd name="csY2" fmla="*/ 210628 h 3032222"/>
              <a:gd name="csX3" fmla="*/ 163273 w 4504152"/>
              <a:gd name="csY3" fmla="*/ 286783 h 3032222"/>
              <a:gd name="csX4" fmla="*/ 194408 w 4504152"/>
              <a:gd name="csY4" fmla="*/ 310775 h 3032222"/>
              <a:gd name="csX5" fmla="*/ 215437 w 4504152"/>
              <a:gd name="csY5" fmla="*/ 328612 h 3032222"/>
              <a:gd name="csX6" fmla="*/ 258029 w 4504152"/>
              <a:gd name="csY6" fmla="*/ 389896 h 3032222"/>
              <a:gd name="csX7" fmla="*/ 285390 w 4504152"/>
              <a:gd name="csY7" fmla="*/ 421435 h 3032222"/>
              <a:gd name="csX8" fmla="*/ 352605 w 4504152"/>
              <a:gd name="csY8" fmla="*/ 483304 h 3032222"/>
              <a:gd name="csX9" fmla="*/ 374216 w 4504152"/>
              <a:gd name="csY9" fmla="*/ 512058 h 3032222"/>
              <a:gd name="csX10" fmla="*/ 408721 w 4504152"/>
              <a:gd name="csY10" fmla="*/ 517809 h 3032222"/>
              <a:gd name="csX11" fmla="*/ 437476 w 4504152"/>
              <a:gd name="csY11" fmla="*/ 546564 h 3032222"/>
              <a:gd name="csX12" fmla="*/ 477733 w 4504152"/>
              <a:gd name="csY12" fmla="*/ 592572 h 3032222"/>
              <a:gd name="csX13" fmla="*/ 550294 w 4504152"/>
              <a:gd name="csY13" fmla="*/ 639164 h 3032222"/>
              <a:gd name="csX14" fmla="*/ 610992 w 4504152"/>
              <a:gd name="csY14" fmla="*/ 667334 h 3032222"/>
              <a:gd name="csX15" fmla="*/ 647071 w 4504152"/>
              <a:gd name="csY15" fmla="*/ 677847 h 3032222"/>
              <a:gd name="csX16" fmla="*/ 685935 w 4504152"/>
              <a:gd name="csY16" fmla="*/ 712353 h 3032222"/>
              <a:gd name="csX17" fmla="*/ 721249 w 4504152"/>
              <a:gd name="csY17" fmla="*/ 736749 h 3032222"/>
              <a:gd name="csX18" fmla="*/ 734728 w 4504152"/>
              <a:gd name="csY18" fmla="*/ 766897 h 3032222"/>
              <a:gd name="csX19" fmla="*/ 725023 w 4504152"/>
              <a:gd name="csY19" fmla="*/ 793855 h 3032222"/>
              <a:gd name="csX20" fmla="*/ 790890 w 4504152"/>
              <a:gd name="csY20" fmla="*/ 799606 h 3032222"/>
              <a:gd name="csX21" fmla="*/ 819240 w 4504152"/>
              <a:gd name="csY21" fmla="*/ 834111 h 3032222"/>
              <a:gd name="csX22" fmla="*/ 870010 w 4504152"/>
              <a:gd name="csY22" fmla="*/ 865427 h 3032222"/>
              <a:gd name="csX23" fmla="*/ 892025 w 4504152"/>
              <a:gd name="csY23" fmla="*/ 890812 h 3032222"/>
              <a:gd name="csX24" fmla="*/ 907886 w 4504152"/>
              <a:gd name="csY24" fmla="*/ 916601 h 3032222"/>
              <a:gd name="csX25" fmla="*/ 924150 w 4504152"/>
              <a:gd name="csY25" fmla="*/ 926710 h 3032222"/>
              <a:gd name="csX26" fmla="*/ 940010 w 4504152"/>
              <a:gd name="csY26" fmla="*/ 939605 h 3032222"/>
              <a:gd name="csX27" fmla="*/ 952500 w 4504152"/>
              <a:gd name="csY27" fmla="*/ 952500 h 3032222"/>
              <a:gd name="csX28" fmla="*/ 974111 w 4504152"/>
              <a:gd name="csY28" fmla="*/ 977885 h 3032222"/>
              <a:gd name="csX29" fmla="*/ 1006820 w 4504152"/>
              <a:gd name="csY29" fmla="*/ 1006640 h 3032222"/>
              <a:gd name="csX30" fmla="*/ 1012571 w 4504152"/>
              <a:gd name="csY30" fmla="*/ 1041145 h 3032222"/>
              <a:gd name="csX31" fmla="*/ 1043122 w 4504152"/>
              <a:gd name="csY31" fmla="*/ 1131767 h 3032222"/>
              <a:gd name="csX32" fmla="*/ 1073270 w 4504152"/>
              <a:gd name="csY32" fmla="*/ 1206531 h 3032222"/>
              <a:gd name="csX33" fmla="*/ 1064329 w 4504152"/>
              <a:gd name="csY33" fmla="*/ 1276934 h 3032222"/>
              <a:gd name="csX34" fmla="*/ 1098835 w 4504152"/>
              <a:gd name="csY34" fmla="*/ 2041809 h 3032222"/>
              <a:gd name="csX35" fmla="*/ 1127589 w 4504152"/>
              <a:gd name="csY35" fmla="*/ 2243092 h 3032222"/>
              <a:gd name="csX36" fmla="*/ 1156344 w 4504152"/>
              <a:gd name="csY36" fmla="*/ 2289100 h 3032222"/>
              <a:gd name="csX37" fmla="*/ 1179348 w 4504152"/>
              <a:gd name="csY37" fmla="*/ 2398368 h 3032222"/>
              <a:gd name="csX38" fmla="*/ 1190850 w 4504152"/>
              <a:gd name="csY38" fmla="*/ 2461628 h 3032222"/>
              <a:gd name="csX39" fmla="*/ 1277114 w 4504152"/>
              <a:gd name="csY39" fmla="*/ 2668662 h 3032222"/>
              <a:gd name="csX40" fmla="*/ 1351876 w 4504152"/>
              <a:gd name="csY40" fmla="*/ 2823938 h 3032222"/>
              <a:gd name="csX41" fmla="*/ 1478397 w 4504152"/>
              <a:gd name="csY41" fmla="*/ 2904451 h 3032222"/>
              <a:gd name="csX42" fmla="*/ 1645174 w 4504152"/>
              <a:gd name="csY42" fmla="*/ 2996466 h 3032222"/>
              <a:gd name="csX43" fmla="*/ 2208767 w 4504152"/>
              <a:gd name="csY43" fmla="*/ 3025221 h 3032222"/>
              <a:gd name="csX44" fmla="*/ 2939137 w 4504152"/>
              <a:gd name="csY44" fmla="*/ 3019470 h 3032222"/>
              <a:gd name="csX45" fmla="*/ 3278442 w 4504152"/>
              <a:gd name="csY45" fmla="*/ 2910202 h 3032222"/>
              <a:gd name="csX46" fmla="*/ 3784525 w 4504152"/>
              <a:gd name="csY46" fmla="*/ 2766428 h 3032222"/>
              <a:gd name="csX47" fmla="*/ 4077823 w 4504152"/>
              <a:gd name="csY47" fmla="*/ 2576647 h 3032222"/>
              <a:gd name="csX48" fmla="*/ 4204344 w 4504152"/>
              <a:gd name="csY48" fmla="*/ 2415621 h 3032222"/>
              <a:gd name="csX49" fmla="*/ 4417129 w 4504152"/>
              <a:gd name="csY49" fmla="*/ 2110821 h 3032222"/>
              <a:gd name="csX50" fmla="*/ 4497642 w 4504152"/>
              <a:gd name="csY50" fmla="*/ 1852028 h 3032222"/>
              <a:gd name="csX51" fmla="*/ 4503393 w 4504152"/>
              <a:gd name="csY51" fmla="*/ 1737009 h 3032222"/>
              <a:gd name="csX52" fmla="*/ 4491891 w 4504152"/>
              <a:gd name="csY52" fmla="*/ 1529975 h 3032222"/>
              <a:gd name="csX53" fmla="*/ 4463137 w 4504152"/>
              <a:gd name="csY53" fmla="*/ 1357447 h 3032222"/>
              <a:gd name="csX54" fmla="*/ 4365371 w 4504152"/>
              <a:gd name="csY54" fmla="*/ 1144662 h 3032222"/>
              <a:gd name="csX55" fmla="*/ 4256103 w 4504152"/>
              <a:gd name="csY55" fmla="*/ 1115908 h 3032222"/>
              <a:gd name="csX56" fmla="*/ 4095076 w 4504152"/>
              <a:gd name="csY56" fmla="*/ 1006640 h 3032222"/>
              <a:gd name="csX57" fmla="*/ 3727016 w 4504152"/>
              <a:gd name="csY57" fmla="*/ 891621 h 3032222"/>
              <a:gd name="csX58" fmla="*/ 3514231 w 4504152"/>
              <a:gd name="csY58" fmla="*/ 845613 h 3032222"/>
              <a:gd name="csX59" fmla="*/ 3197929 w 4504152"/>
              <a:gd name="csY59" fmla="*/ 834111 h 3032222"/>
              <a:gd name="csX60" fmla="*/ 3059906 w 4504152"/>
              <a:gd name="csY60" fmla="*/ 799606 h 3032222"/>
              <a:gd name="csX61" fmla="*/ 2818367 w 4504152"/>
              <a:gd name="csY61" fmla="*/ 776602 h 3032222"/>
              <a:gd name="csX62" fmla="*/ 2249023 w 4504152"/>
              <a:gd name="csY62" fmla="*/ 770851 h 3032222"/>
              <a:gd name="csX63" fmla="*/ 1949974 w 4504152"/>
              <a:gd name="csY63" fmla="*/ 713341 h 3032222"/>
              <a:gd name="csX64" fmla="*/ 1817703 w 4504152"/>
              <a:gd name="csY64" fmla="*/ 667334 h 3032222"/>
              <a:gd name="csX65" fmla="*/ 1553159 w 4504152"/>
              <a:gd name="csY65" fmla="*/ 604074 h 3032222"/>
              <a:gd name="csX66" fmla="*/ 1397884 w 4504152"/>
              <a:gd name="csY66" fmla="*/ 558066 h 3032222"/>
              <a:gd name="csX67" fmla="*/ 1208103 w 4504152"/>
              <a:gd name="csY67" fmla="*/ 512058 h 3032222"/>
              <a:gd name="csX68" fmla="*/ 1029823 w 4504152"/>
              <a:gd name="csY68" fmla="*/ 460300 h 3032222"/>
              <a:gd name="csX69" fmla="*/ 776782 w 4504152"/>
              <a:gd name="csY69" fmla="*/ 362534 h 3032222"/>
              <a:gd name="csX70" fmla="*/ 679016 w 4504152"/>
              <a:gd name="csY70" fmla="*/ 322277 h 3032222"/>
              <a:gd name="csX71" fmla="*/ 517989 w 4504152"/>
              <a:gd name="csY71" fmla="*/ 218760 h 3032222"/>
              <a:gd name="csX72" fmla="*/ 477733 w 4504152"/>
              <a:gd name="csY72" fmla="*/ 207258 h 3032222"/>
              <a:gd name="csX73" fmla="*/ 437476 w 4504152"/>
              <a:gd name="csY73" fmla="*/ 184255 h 3032222"/>
              <a:gd name="csX74" fmla="*/ 379967 w 4504152"/>
              <a:gd name="csY74" fmla="*/ 155500 h 3032222"/>
              <a:gd name="csX75" fmla="*/ 328208 w 4504152"/>
              <a:gd name="csY75" fmla="*/ 120994 h 3032222"/>
              <a:gd name="csX76" fmla="*/ 207438 w 4504152"/>
              <a:gd name="csY76" fmla="*/ 69236 h 3032222"/>
              <a:gd name="csX77" fmla="*/ 172933 w 4504152"/>
              <a:gd name="csY77" fmla="*/ 51983 h 3032222"/>
              <a:gd name="csX78" fmla="*/ 115423 w 4504152"/>
              <a:gd name="csY78" fmla="*/ 40481 h 3032222"/>
              <a:gd name="csX79" fmla="*/ 29159 w 4504152"/>
              <a:gd name="csY79" fmla="*/ 17477 h 3032222"/>
              <a:gd name="csX80" fmla="*/ 0 w 4504152"/>
              <a:gd name="csY80" fmla="*/ 0 h 30322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</a:cxnLst>
            <a:rect l="l" t="t" r="r" b="b"/>
            <a:pathLst>
              <a:path w="4504152" h="3032222">
                <a:moveTo>
                  <a:pt x="0" y="0"/>
                </a:moveTo>
                <a:lnTo>
                  <a:pt x="11906" y="40481"/>
                </a:lnTo>
                <a:cubicBezTo>
                  <a:pt x="45106" y="239681"/>
                  <a:pt x="63674" y="172892"/>
                  <a:pt x="93633" y="210628"/>
                </a:cubicBezTo>
                <a:cubicBezTo>
                  <a:pt x="154580" y="287396"/>
                  <a:pt x="146477" y="270092"/>
                  <a:pt x="163273" y="286783"/>
                </a:cubicBezTo>
                <a:cubicBezTo>
                  <a:pt x="180069" y="303474"/>
                  <a:pt x="184823" y="301190"/>
                  <a:pt x="194408" y="310775"/>
                </a:cubicBezTo>
                <a:cubicBezTo>
                  <a:pt x="198242" y="322277"/>
                  <a:pt x="204833" y="315425"/>
                  <a:pt x="215437" y="328612"/>
                </a:cubicBezTo>
                <a:cubicBezTo>
                  <a:pt x="226041" y="341799"/>
                  <a:pt x="263621" y="380992"/>
                  <a:pt x="258029" y="389896"/>
                </a:cubicBezTo>
                <a:cubicBezTo>
                  <a:pt x="269531" y="395647"/>
                  <a:pt x="269627" y="405867"/>
                  <a:pt x="285390" y="421435"/>
                </a:cubicBezTo>
                <a:cubicBezTo>
                  <a:pt x="301153" y="437003"/>
                  <a:pt x="337801" y="468200"/>
                  <a:pt x="352605" y="483304"/>
                </a:cubicBezTo>
                <a:cubicBezTo>
                  <a:pt x="367409" y="498408"/>
                  <a:pt x="364863" y="506307"/>
                  <a:pt x="374216" y="512058"/>
                </a:cubicBezTo>
                <a:cubicBezTo>
                  <a:pt x="383569" y="517809"/>
                  <a:pt x="397219" y="515892"/>
                  <a:pt x="408721" y="517809"/>
                </a:cubicBezTo>
                <a:cubicBezTo>
                  <a:pt x="418306" y="527394"/>
                  <a:pt x="428282" y="536604"/>
                  <a:pt x="437476" y="546564"/>
                </a:cubicBezTo>
                <a:cubicBezTo>
                  <a:pt x="451298" y="561538"/>
                  <a:pt x="458930" y="577139"/>
                  <a:pt x="477733" y="592572"/>
                </a:cubicBezTo>
                <a:cubicBezTo>
                  <a:pt x="496536" y="608005"/>
                  <a:pt x="528084" y="626704"/>
                  <a:pt x="550294" y="639164"/>
                </a:cubicBezTo>
                <a:cubicBezTo>
                  <a:pt x="572504" y="651624"/>
                  <a:pt x="594863" y="660887"/>
                  <a:pt x="610992" y="667334"/>
                </a:cubicBezTo>
                <a:cubicBezTo>
                  <a:pt x="627121" y="673781"/>
                  <a:pt x="627901" y="675930"/>
                  <a:pt x="647071" y="677847"/>
                </a:cubicBezTo>
                <a:cubicBezTo>
                  <a:pt x="688266" y="732774"/>
                  <a:pt x="673572" y="702536"/>
                  <a:pt x="685935" y="712353"/>
                </a:cubicBezTo>
                <a:cubicBezTo>
                  <a:pt x="698298" y="722170"/>
                  <a:pt x="713117" y="727658"/>
                  <a:pt x="721249" y="736749"/>
                </a:cubicBezTo>
                <a:cubicBezTo>
                  <a:pt x="729381" y="745840"/>
                  <a:pt x="727060" y="759229"/>
                  <a:pt x="734728" y="766897"/>
                </a:cubicBezTo>
                <a:cubicBezTo>
                  <a:pt x="725143" y="782233"/>
                  <a:pt x="715663" y="788404"/>
                  <a:pt x="725023" y="793855"/>
                </a:cubicBezTo>
                <a:cubicBezTo>
                  <a:pt x="734383" y="799307"/>
                  <a:pt x="775187" y="792897"/>
                  <a:pt x="790890" y="799606"/>
                </a:cubicBezTo>
                <a:cubicBezTo>
                  <a:pt x="806593" y="806315"/>
                  <a:pt x="729786" y="789384"/>
                  <a:pt x="819240" y="834111"/>
                </a:cubicBezTo>
                <a:cubicBezTo>
                  <a:pt x="864972" y="902710"/>
                  <a:pt x="857879" y="855977"/>
                  <a:pt x="870010" y="865427"/>
                </a:cubicBezTo>
                <a:cubicBezTo>
                  <a:pt x="882141" y="874877"/>
                  <a:pt x="885712" y="882283"/>
                  <a:pt x="892025" y="890812"/>
                </a:cubicBezTo>
                <a:cubicBezTo>
                  <a:pt x="898338" y="899341"/>
                  <a:pt x="900218" y="912767"/>
                  <a:pt x="907886" y="916601"/>
                </a:cubicBezTo>
                <a:cubicBezTo>
                  <a:pt x="911720" y="922352"/>
                  <a:pt x="918796" y="922876"/>
                  <a:pt x="924150" y="926710"/>
                </a:cubicBezTo>
                <a:cubicBezTo>
                  <a:pt x="929504" y="930544"/>
                  <a:pt x="935285" y="935307"/>
                  <a:pt x="940010" y="939605"/>
                </a:cubicBezTo>
                <a:cubicBezTo>
                  <a:pt x="944735" y="943903"/>
                  <a:pt x="946749" y="950583"/>
                  <a:pt x="952500" y="952500"/>
                </a:cubicBezTo>
                <a:cubicBezTo>
                  <a:pt x="974326" y="985238"/>
                  <a:pt x="965058" y="968862"/>
                  <a:pt x="974111" y="977885"/>
                </a:cubicBezTo>
                <a:cubicBezTo>
                  <a:pt x="983164" y="986908"/>
                  <a:pt x="934092" y="977549"/>
                  <a:pt x="1006820" y="1006640"/>
                </a:cubicBezTo>
                <a:cubicBezTo>
                  <a:pt x="1008737" y="1018142"/>
                  <a:pt x="1006521" y="1020291"/>
                  <a:pt x="1012571" y="1041145"/>
                </a:cubicBezTo>
                <a:cubicBezTo>
                  <a:pt x="1018621" y="1062000"/>
                  <a:pt x="1033005" y="1104203"/>
                  <a:pt x="1043122" y="1131767"/>
                </a:cubicBezTo>
                <a:cubicBezTo>
                  <a:pt x="1053239" y="1159331"/>
                  <a:pt x="1069736" y="1182337"/>
                  <a:pt x="1073270" y="1206531"/>
                </a:cubicBezTo>
                <a:cubicBezTo>
                  <a:pt x="1076804" y="1230725"/>
                  <a:pt x="1048604" y="1229760"/>
                  <a:pt x="1064329" y="1276934"/>
                </a:cubicBezTo>
                <a:cubicBezTo>
                  <a:pt x="1082879" y="2158074"/>
                  <a:pt x="1054548" y="1536939"/>
                  <a:pt x="1098835" y="2041809"/>
                </a:cubicBezTo>
                <a:cubicBezTo>
                  <a:pt x="1107089" y="2135898"/>
                  <a:pt x="1095011" y="2156217"/>
                  <a:pt x="1127589" y="2243092"/>
                </a:cubicBezTo>
                <a:cubicBezTo>
                  <a:pt x="1133939" y="2260025"/>
                  <a:pt x="1146759" y="2273764"/>
                  <a:pt x="1156344" y="2289100"/>
                </a:cubicBezTo>
                <a:cubicBezTo>
                  <a:pt x="1167877" y="2381363"/>
                  <a:pt x="1153686" y="2285455"/>
                  <a:pt x="1179348" y="2398368"/>
                </a:cubicBezTo>
                <a:cubicBezTo>
                  <a:pt x="1184098" y="2419267"/>
                  <a:pt x="1184424" y="2441182"/>
                  <a:pt x="1190850" y="2461628"/>
                </a:cubicBezTo>
                <a:cubicBezTo>
                  <a:pt x="1249566" y="2648453"/>
                  <a:pt x="1221718" y="2542763"/>
                  <a:pt x="1277114" y="2668662"/>
                </a:cubicBezTo>
                <a:cubicBezTo>
                  <a:pt x="1295493" y="2710433"/>
                  <a:pt x="1317479" y="2791834"/>
                  <a:pt x="1351876" y="2823938"/>
                </a:cubicBezTo>
                <a:cubicBezTo>
                  <a:pt x="1388421" y="2858046"/>
                  <a:pt x="1438406" y="2874458"/>
                  <a:pt x="1478397" y="2904451"/>
                </a:cubicBezTo>
                <a:cubicBezTo>
                  <a:pt x="1531621" y="2944369"/>
                  <a:pt x="1573279" y="2980352"/>
                  <a:pt x="1645174" y="2996466"/>
                </a:cubicBezTo>
                <a:cubicBezTo>
                  <a:pt x="1728311" y="3015100"/>
                  <a:pt x="2191729" y="3024662"/>
                  <a:pt x="2208767" y="3025221"/>
                </a:cubicBezTo>
                <a:cubicBezTo>
                  <a:pt x="2452224" y="3023304"/>
                  <a:pt x="2697068" y="3045499"/>
                  <a:pt x="2939137" y="3019470"/>
                </a:cubicBezTo>
                <a:cubicBezTo>
                  <a:pt x="3057278" y="3006767"/>
                  <a:pt x="3164150" y="2942697"/>
                  <a:pt x="3278442" y="2910202"/>
                </a:cubicBezTo>
                <a:cubicBezTo>
                  <a:pt x="3451028" y="2861133"/>
                  <a:pt x="3620872" y="2848254"/>
                  <a:pt x="3784525" y="2766428"/>
                </a:cubicBezTo>
                <a:cubicBezTo>
                  <a:pt x="3888679" y="2714351"/>
                  <a:pt x="3988466" y="2651315"/>
                  <a:pt x="4077823" y="2576647"/>
                </a:cubicBezTo>
                <a:cubicBezTo>
                  <a:pt x="4130204" y="2532876"/>
                  <a:pt x="4164154" y="2470797"/>
                  <a:pt x="4204344" y="2415621"/>
                </a:cubicBezTo>
                <a:cubicBezTo>
                  <a:pt x="4277297" y="2315465"/>
                  <a:pt x="4346201" y="2212421"/>
                  <a:pt x="4417129" y="2110821"/>
                </a:cubicBezTo>
                <a:cubicBezTo>
                  <a:pt x="4443967" y="2024557"/>
                  <a:pt x="4477328" y="1940057"/>
                  <a:pt x="4497642" y="1852028"/>
                </a:cubicBezTo>
                <a:cubicBezTo>
                  <a:pt x="4506274" y="1814623"/>
                  <a:pt x="4504078" y="1775390"/>
                  <a:pt x="4503393" y="1737009"/>
                </a:cubicBezTo>
                <a:cubicBezTo>
                  <a:pt x="4502159" y="1667902"/>
                  <a:pt x="4497192" y="1598889"/>
                  <a:pt x="4491891" y="1529975"/>
                </a:cubicBezTo>
                <a:cubicBezTo>
                  <a:pt x="4488248" y="1482617"/>
                  <a:pt x="4476864" y="1404347"/>
                  <a:pt x="4463137" y="1357447"/>
                </a:cubicBezTo>
                <a:cubicBezTo>
                  <a:pt x="4455486" y="1331308"/>
                  <a:pt x="4422119" y="1176189"/>
                  <a:pt x="4365371" y="1144662"/>
                </a:cubicBezTo>
                <a:cubicBezTo>
                  <a:pt x="4332448" y="1126371"/>
                  <a:pt x="4292526" y="1125493"/>
                  <a:pt x="4256103" y="1115908"/>
                </a:cubicBezTo>
                <a:cubicBezTo>
                  <a:pt x="4202427" y="1079485"/>
                  <a:pt x="4155148" y="1031114"/>
                  <a:pt x="4095076" y="1006640"/>
                </a:cubicBezTo>
                <a:cubicBezTo>
                  <a:pt x="3887750" y="922173"/>
                  <a:pt x="3973797" y="948314"/>
                  <a:pt x="3727016" y="891621"/>
                </a:cubicBezTo>
                <a:cubicBezTo>
                  <a:pt x="3656291" y="875373"/>
                  <a:pt x="3586373" y="853455"/>
                  <a:pt x="3514231" y="845613"/>
                </a:cubicBezTo>
                <a:cubicBezTo>
                  <a:pt x="3409345" y="834212"/>
                  <a:pt x="3303363" y="837945"/>
                  <a:pt x="3197929" y="834111"/>
                </a:cubicBezTo>
                <a:cubicBezTo>
                  <a:pt x="3151921" y="822609"/>
                  <a:pt x="3106452" y="808688"/>
                  <a:pt x="3059906" y="799606"/>
                </a:cubicBezTo>
                <a:cubicBezTo>
                  <a:pt x="3019673" y="791756"/>
                  <a:pt x="2840594" y="777140"/>
                  <a:pt x="2818367" y="776602"/>
                </a:cubicBezTo>
                <a:cubicBezTo>
                  <a:pt x="2628632" y="772012"/>
                  <a:pt x="2438804" y="772768"/>
                  <a:pt x="2249023" y="770851"/>
                </a:cubicBezTo>
                <a:cubicBezTo>
                  <a:pt x="2124570" y="751405"/>
                  <a:pt x="2062452" y="747346"/>
                  <a:pt x="1949974" y="713341"/>
                </a:cubicBezTo>
                <a:cubicBezTo>
                  <a:pt x="1905290" y="699832"/>
                  <a:pt x="1862709" y="679727"/>
                  <a:pt x="1817703" y="667334"/>
                </a:cubicBezTo>
                <a:cubicBezTo>
                  <a:pt x="1730289" y="643264"/>
                  <a:pt x="1640091" y="629832"/>
                  <a:pt x="1553159" y="604074"/>
                </a:cubicBezTo>
                <a:cubicBezTo>
                  <a:pt x="1501401" y="588738"/>
                  <a:pt x="1450044" y="571975"/>
                  <a:pt x="1397884" y="558066"/>
                </a:cubicBezTo>
                <a:cubicBezTo>
                  <a:pt x="1038644" y="462268"/>
                  <a:pt x="1519360" y="600021"/>
                  <a:pt x="1208103" y="512058"/>
                </a:cubicBezTo>
                <a:cubicBezTo>
                  <a:pt x="1148555" y="495229"/>
                  <a:pt x="1085692" y="486904"/>
                  <a:pt x="1029823" y="460300"/>
                </a:cubicBezTo>
                <a:cubicBezTo>
                  <a:pt x="806216" y="353821"/>
                  <a:pt x="1014996" y="445910"/>
                  <a:pt x="776782" y="362534"/>
                </a:cubicBezTo>
                <a:cubicBezTo>
                  <a:pt x="743517" y="350891"/>
                  <a:pt x="709733" y="339555"/>
                  <a:pt x="679016" y="322277"/>
                </a:cubicBezTo>
                <a:cubicBezTo>
                  <a:pt x="509434" y="226887"/>
                  <a:pt x="672165" y="288140"/>
                  <a:pt x="517989" y="218760"/>
                </a:cubicBezTo>
                <a:cubicBezTo>
                  <a:pt x="505263" y="213033"/>
                  <a:pt x="490560" y="212755"/>
                  <a:pt x="477733" y="207258"/>
                </a:cubicBezTo>
                <a:cubicBezTo>
                  <a:pt x="463527" y="201170"/>
                  <a:pt x="451135" y="191486"/>
                  <a:pt x="437476" y="184255"/>
                </a:cubicBezTo>
                <a:cubicBezTo>
                  <a:pt x="418534" y="174227"/>
                  <a:pt x="398515" y="166238"/>
                  <a:pt x="379967" y="155500"/>
                </a:cubicBezTo>
                <a:cubicBezTo>
                  <a:pt x="362022" y="145111"/>
                  <a:pt x="346153" y="131383"/>
                  <a:pt x="328208" y="120994"/>
                </a:cubicBezTo>
                <a:cubicBezTo>
                  <a:pt x="264331" y="84013"/>
                  <a:pt x="276497" y="97672"/>
                  <a:pt x="207438" y="69236"/>
                </a:cubicBezTo>
                <a:cubicBezTo>
                  <a:pt x="195547" y="64340"/>
                  <a:pt x="185207" y="55819"/>
                  <a:pt x="172933" y="51983"/>
                </a:cubicBezTo>
                <a:cubicBezTo>
                  <a:pt x="154273" y="46152"/>
                  <a:pt x="134507" y="44722"/>
                  <a:pt x="115423" y="40481"/>
                </a:cubicBezTo>
                <a:cubicBezTo>
                  <a:pt x="81932" y="33039"/>
                  <a:pt x="61612" y="26749"/>
                  <a:pt x="29159" y="1747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AB3E1E7-2BCE-D6A7-A72D-2FB43EE4B315}"/>
              </a:ext>
            </a:extLst>
          </p:cNvPr>
          <p:cNvSpPr/>
          <p:nvPr/>
        </p:nvSpPr>
        <p:spPr>
          <a:xfrm>
            <a:off x="2637395" y="2527180"/>
            <a:ext cx="3496885" cy="2608403"/>
          </a:xfrm>
          <a:custGeom>
            <a:avLst/>
            <a:gdLst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21413 w 3496885"/>
              <a:gd name="csY10" fmla="*/ 684362 h 2608403"/>
              <a:gd name="csX11" fmla="*/ 535149 w 3496885"/>
              <a:gd name="csY11" fmla="*/ 741872 h 2608403"/>
              <a:gd name="csX12" fmla="*/ 454636 w 3496885"/>
              <a:gd name="csY12" fmla="*/ 816634 h 2608403"/>
              <a:gd name="csX13" fmla="*/ 437383 w 3496885"/>
              <a:gd name="csY13" fmla="*/ 845389 h 2608403"/>
              <a:gd name="csX14" fmla="*/ 402877 w 3496885"/>
              <a:gd name="csY14" fmla="*/ 885645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21413 w 3496885"/>
              <a:gd name="csY10" fmla="*/ 684362 h 2608403"/>
              <a:gd name="csX11" fmla="*/ 535149 w 3496885"/>
              <a:gd name="csY11" fmla="*/ 741872 h 2608403"/>
              <a:gd name="csX12" fmla="*/ 497498 w 3496885"/>
              <a:gd name="csY12" fmla="*/ 845209 h 2608403"/>
              <a:gd name="csX13" fmla="*/ 437383 w 3496885"/>
              <a:gd name="csY13" fmla="*/ 845389 h 2608403"/>
              <a:gd name="csX14" fmla="*/ 402877 w 3496885"/>
              <a:gd name="csY14" fmla="*/ 885645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21413 w 3496885"/>
              <a:gd name="csY10" fmla="*/ 684362 h 2608403"/>
              <a:gd name="csX11" fmla="*/ 535149 w 3496885"/>
              <a:gd name="csY11" fmla="*/ 741872 h 2608403"/>
              <a:gd name="csX12" fmla="*/ 497498 w 3496885"/>
              <a:gd name="csY12" fmla="*/ 845209 h 2608403"/>
              <a:gd name="csX13" fmla="*/ 437383 w 3496885"/>
              <a:gd name="csY13" fmla="*/ 845389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21413 w 3496885"/>
              <a:gd name="csY10" fmla="*/ 684362 h 2608403"/>
              <a:gd name="csX11" fmla="*/ 535149 w 3496885"/>
              <a:gd name="csY11" fmla="*/ 741872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21413 w 3496885"/>
              <a:gd name="csY10" fmla="*/ 684362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61670 w 3496885"/>
              <a:gd name="csY9" fmla="*/ 649857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692626 w 3496885"/>
              <a:gd name="csY9" fmla="*/ 65700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07677 w 3496885"/>
              <a:gd name="csY8" fmla="*/ 621102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770938 w 3496885"/>
              <a:gd name="csY6" fmla="*/ 580845 h 2608403"/>
              <a:gd name="csX7" fmla="*/ 730681 w 3496885"/>
              <a:gd name="csY7" fmla="*/ 603849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793941 w 3496885"/>
              <a:gd name="csY5" fmla="*/ 546340 h 2608403"/>
              <a:gd name="csX6" fmla="*/ 813800 w 3496885"/>
              <a:gd name="csY6" fmla="*/ 590370 h 2608403"/>
              <a:gd name="csX7" fmla="*/ 730681 w 3496885"/>
              <a:gd name="csY7" fmla="*/ 603849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30681 w 3496885"/>
              <a:gd name="csY7" fmla="*/ 603849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73812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92990 w 3496885"/>
              <a:gd name="csY0" fmla="*/ 333555 h 2608403"/>
              <a:gd name="csX1" fmla="*/ 1092990 w 3496885"/>
              <a:gd name="csY1" fmla="*/ 333555 h 2608403"/>
              <a:gd name="csX2" fmla="*/ 989473 w 3496885"/>
              <a:gd name="csY2" fmla="*/ 380956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92990 w 3496885"/>
              <a:gd name="csY121" fmla="*/ 333555 h 2608403"/>
              <a:gd name="csX0" fmla="*/ 1057271 w 3496885"/>
              <a:gd name="csY0" fmla="*/ 352605 h 2608403"/>
              <a:gd name="csX1" fmla="*/ 1092990 w 3496885"/>
              <a:gd name="csY1" fmla="*/ 333555 h 2608403"/>
              <a:gd name="csX2" fmla="*/ 989473 w 3496885"/>
              <a:gd name="csY2" fmla="*/ 380956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110243 w 3496885"/>
              <a:gd name="csY120" fmla="*/ 350808 h 2608403"/>
              <a:gd name="csX121" fmla="*/ 1057271 w 3496885"/>
              <a:gd name="csY121" fmla="*/ 352605 h 2608403"/>
              <a:gd name="csX0" fmla="*/ 1057271 w 3496885"/>
              <a:gd name="csY0" fmla="*/ 352605 h 2608403"/>
              <a:gd name="csX1" fmla="*/ 1092990 w 3496885"/>
              <a:gd name="csY1" fmla="*/ 333555 h 2608403"/>
              <a:gd name="csX2" fmla="*/ 989473 w 3496885"/>
              <a:gd name="csY2" fmla="*/ 380956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084499 w 3496885"/>
              <a:gd name="csY120" fmla="*/ 354133 h 2608403"/>
              <a:gd name="csX121" fmla="*/ 1057271 w 3496885"/>
              <a:gd name="csY121" fmla="*/ 352605 h 2608403"/>
              <a:gd name="csX0" fmla="*/ 1065449 w 3496885"/>
              <a:gd name="csY0" fmla="*/ 346989 h 2608403"/>
              <a:gd name="csX1" fmla="*/ 1092990 w 3496885"/>
              <a:gd name="csY1" fmla="*/ 333555 h 2608403"/>
              <a:gd name="csX2" fmla="*/ 989473 w 3496885"/>
              <a:gd name="csY2" fmla="*/ 380956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084499 w 3496885"/>
              <a:gd name="csY120" fmla="*/ 354133 h 2608403"/>
              <a:gd name="csX121" fmla="*/ 1065449 w 3496885"/>
              <a:gd name="csY121" fmla="*/ 346989 h 2608403"/>
              <a:gd name="csX0" fmla="*/ 1065449 w 3496885"/>
              <a:gd name="csY0" fmla="*/ 346989 h 2608403"/>
              <a:gd name="csX1" fmla="*/ 1092990 w 3496885"/>
              <a:gd name="csY1" fmla="*/ 333555 h 2608403"/>
              <a:gd name="csX2" fmla="*/ 989473 w 3496885"/>
              <a:gd name="csY2" fmla="*/ 380956 h 2608403"/>
              <a:gd name="csX3" fmla="*/ 920462 w 3496885"/>
              <a:gd name="csY3" fmla="*/ 437072 h 2608403"/>
              <a:gd name="csX4" fmla="*/ 862953 w 3496885"/>
              <a:gd name="csY4" fmla="*/ 477328 h 2608403"/>
              <a:gd name="csX5" fmla="*/ 839184 w 3496885"/>
              <a:gd name="csY5" fmla="*/ 553483 h 2608403"/>
              <a:gd name="csX6" fmla="*/ 813800 w 3496885"/>
              <a:gd name="csY6" fmla="*/ 590370 h 2608403"/>
              <a:gd name="csX7" fmla="*/ 785450 w 3496885"/>
              <a:gd name="csY7" fmla="*/ 632424 h 2608403"/>
              <a:gd name="csX8" fmla="*/ 741014 w 3496885"/>
              <a:gd name="csY8" fmla="*/ 630627 h 2608403"/>
              <a:gd name="csX9" fmla="*/ 728345 w 3496885"/>
              <a:gd name="csY9" fmla="*/ 676051 h 2608403"/>
              <a:gd name="csX10" fmla="*/ 659513 w 3496885"/>
              <a:gd name="csY10" fmla="*/ 705793 h 2608403"/>
              <a:gd name="csX11" fmla="*/ 599443 w 3496885"/>
              <a:gd name="csY11" fmla="*/ 756159 h 2608403"/>
              <a:gd name="csX12" fmla="*/ 497498 w 3496885"/>
              <a:gd name="csY12" fmla="*/ 845209 h 2608403"/>
              <a:gd name="csX13" fmla="*/ 454052 w 3496885"/>
              <a:gd name="csY13" fmla="*/ 873964 h 2608403"/>
              <a:gd name="csX14" fmla="*/ 419546 w 3496885"/>
              <a:gd name="csY14" fmla="*/ 907076 h 2608403"/>
              <a:gd name="csX15" fmla="*/ 379873 w 3496885"/>
              <a:gd name="csY15" fmla="*/ 931653 h 2608403"/>
              <a:gd name="csX16" fmla="*/ 345368 w 3496885"/>
              <a:gd name="csY16" fmla="*/ 977661 h 2608403"/>
              <a:gd name="csX17" fmla="*/ 305111 w 3496885"/>
              <a:gd name="csY17" fmla="*/ 1040921 h 2608403"/>
              <a:gd name="csX18" fmla="*/ 282107 w 3496885"/>
              <a:gd name="csY18" fmla="*/ 1092679 h 2608403"/>
              <a:gd name="csX19" fmla="*/ 241851 w 3496885"/>
              <a:gd name="csY19" fmla="*/ 1132936 h 2608403"/>
              <a:gd name="csX20" fmla="*/ 236100 w 3496885"/>
              <a:gd name="csY20" fmla="*/ 1155940 h 2608403"/>
              <a:gd name="csX21" fmla="*/ 201594 w 3496885"/>
              <a:gd name="csY21" fmla="*/ 1219200 h 2608403"/>
              <a:gd name="csX22" fmla="*/ 178590 w 3496885"/>
              <a:gd name="csY22" fmla="*/ 1242204 h 2608403"/>
              <a:gd name="csX23" fmla="*/ 161338 w 3496885"/>
              <a:gd name="csY23" fmla="*/ 1293962 h 2608403"/>
              <a:gd name="csX24" fmla="*/ 80824 w 3496885"/>
              <a:gd name="csY24" fmla="*/ 1408981 h 2608403"/>
              <a:gd name="csX25" fmla="*/ 69322 w 3496885"/>
              <a:gd name="csY25" fmla="*/ 1472242 h 2608403"/>
              <a:gd name="csX26" fmla="*/ 29066 w 3496885"/>
              <a:gd name="csY26" fmla="*/ 1541253 h 2608403"/>
              <a:gd name="csX27" fmla="*/ 311 w 3496885"/>
              <a:gd name="csY27" fmla="*/ 1782793 h 2608403"/>
              <a:gd name="csX28" fmla="*/ 17564 w 3496885"/>
              <a:gd name="csY28" fmla="*/ 2173857 h 2608403"/>
              <a:gd name="csX29" fmla="*/ 46319 w 3496885"/>
              <a:gd name="csY29" fmla="*/ 2300378 h 2608403"/>
              <a:gd name="csX30" fmla="*/ 69322 w 3496885"/>
              <a:gd name="csY30" fmla="*/ 2334883 h 2608403"/>
              <a:gd name="csX31" fmla="*/ 126832 w 3496885"/>
              <a:gd name="csY31" fmla="*/ 2426898 h 2608403"/>
              <a:gd name="csX32" fmla="*/ 149836 w 3496885"/>
              <a:gd name="csY32" fmla="*/ 2472906 h 2608403"/>
              <a:gd name="csX33" fmla="*/ 172839 w 3496885"/>
              <a:gd name="csY33" fmla="*/ 2507412 h 2608403"/>
              <a:gd name="csX34" fmla="*/ 213096 w 3496885"/>
              <a:gd name="csY34" fmla="*/ 2513162 h 2608403"/>
              <a:gd name="csX35" fmla="*/ 247602 w 3496885"/>
              <a:gd name="csY35" fmla="*/ 2541917 h 2608403"/>
              <a:gd name="csX36" fmla="*/ 293609 w 3496885"/>
              <a:gd name="csY36" fmla="*/ 2564921 h 2608403"/>
              <a:gd name="csX37" fmla="*/ 379873 w 3496885"/>
              <a:gd name="csY37" fmla="*/ 2582174 h 2608403"/>
              <a:gd name="csX38" fmla="*/ 546651 w 3496885"/>
              <a:gd name="csY38" fmla="*/ 2587925 h 2608403"/>
              <a:gd name="csX39" fmla="*/ 678922 w 3496885"/>
              <a:gd name="csY39" fmla="*/ 2536166 h 2608403"/>
              <a:gd name="csX40" fmla="*/ 805443 w 3496885"/>
              <a:gd name="csY40" fmla="*/ 2507412 h 2608403"/>
              <a:gd name="csX41" fmla="*/ 903209 w 3496885"/>
              <a:gd name="csY41" fmla="*/ 2478657 h 2608403"/>
              <a:gd name="csX42" fmla="*/ 954968 w 3496885"/>
              <a:gd name="csY42" fmla="*/ 2444151 h 2608403"/>
              <a:gd name="csX43" fmla="*/ 1018228 w 3496885"/>
              <a:gd name="csY43" fmla="*/ 2409645 h 2608403"/>
              <a:gd name="csX44" fmla="*/ 1115994 w 3496885"/>
              <a:gd name="csY44" fmla="*/ 2329132 h 2608403"/>
              <a:gd name="csX45" fmla="*/ 1185005 w 3496885"/>
              <a:gd name="csY45" fmla="*/ 2225615 h 2608403"/>
              <a:gd name="csX46" fmla="*/ 1225262 w 3496885"/>
              <a:gd name="csY46" fmla="*/ 2168106 h 2608403"/>
              <a:gd name="csX47" fmla="*/ 1277021 w 3496885"/>
              <a:gd name="csY47" fmla="*/ 2093344 h 2608403"/>
              <a:gd name="csX48" fmla="*/ 1288522 w 3496885"/>
              <a:gd name="csY48" fmla="*/ 2053087 h 2608403"/>
              <a:gd name="csX49" fmla="*/ 1317277 w 3496885"/>
              <a:gd name="csY49" fmla="*/ 2024332 h 2608403"/>
              <a:gd name="csX50" fmla="*/ 1328779 w 3496885"/>
              <a:gd name="csY50" fmla="*/ 2007079 h 2608403"/>
              <a:gd name="csX51" fmla="*/ 1351783 w 3496885"/>
              <a:gd name="csY51" fmla="*/ 1966823 h 2608403"/>
              <a:gd name="csX52" fmla="*/ 1374787 w 3496885"/>
              <a:gd name="csY52" fmla="*/ 1920815 h 2608403"/>
              <a:gd name="csX53" fmla="*/ 1403541 w 3496885"/>
              <a:gd name="csY53" fmla="*/ 1903562 h 2608403"/>
              <a:gd name="csX54" fmla="*/ 1420794 w 3496885"/>
              <a:gd name="csY54" fmla="*/ 1851804 h 2608403"/>
              <a:gd name="csX55" fmla="*/ 1472553 w 3496885"/>
              <a:gd name="csY55" fmla="*/ 1794295 h 2608403"/>
              <a:gd name="csX56" fmla="*/ 1478304 w 3496885"/>
              <a:gd name="csY56" fmla="*/ 1777042 h 2608403"/>
              <a:gd name="csX57" fmla="*/ 1524311 w 3496885"/>
              <a:gd name="csY57" fmla="*/ 1708030 h 2608403"/>
              <a:gd name="csX58" fmla="*/ 1558817 w 3496885"/>
              <a:gd name="csY58" fmla="*/ 1656272 h 2608403"/>
              <a:gd name="csX59" fmla="*/ 1581821 w 3496885"/>
              <a:gd name="csY59" fmla="*/ 1593012 h 2608403"/>
              <a:gd name="csX60" fmla="*/ 1599073 w 3496885"/>
              <a:gd name="csY60" fmla="*/ 1581510 h 2608403"/>
              <a:gd name="csX61" fmla="*/ 1604824 w 3496885"/>
              <a:gd name="csY61" fmla="*/ 1558506 h 2608403"/>
              <a:gd name="csX62" fmla="*/ 1622077 w 3496885"/>
              <a:gd name="csY62" fmla="*/ 1541253 h 2608403"/>
              <a:gd name="csX63" fmla="*/ 1645081 w 3496885"/>
              <a:gd name="csY63" fmla="*/ 1512498 h 2608403"/>
              <a:gd name="csX64" fmla="*/ 1656583 w 3496885"/>
              <a:gd name="csY64" fmla="*/ 1483744 h 2608403"/>
              <a:gd name="csX65" fmla="*/ 1662334 w 3496885"/>
              <a:gd name="csY65" fmla="*/ 1466491 h 2608403"/>
              <a:gd name="csX66" fmla="*/ 1708341 w 3496885"/>
              <a:gd name="csY66" fmla="*/ 1431985 h 2608403"/>
              <a:gd name="csX67" fmla="*/ 1725594 w 3496885"/>
              <a:gd name="csY67" fmla="*/ 1408981 h 2608403"/>
              <a:gd name="csX68" fmla="*/ 1765851 w 3496885"/>
              <a:gd name="csY68" fmla="*/ 1380227 h 2608403"/>
              <a:gd name="csX69" fmla="*/ 1794605 w 3496885"/>
              <a:gd name="csY69" fmla="*/ 1351472 h 2608403"/>
              <a:gd name="csX70" fmla="*/ 1834862 w 3496885"/>
              <a:gd name="csY70" fmla="*/ 1305464 h 2608403"/>
              <a:gd name="csX71" fmla="*/ 1857866 w 3496885"/>
              <a:gd name="csY71" fmla="*/ 1299713 h 2608403"/>
              <a:gd name="csX72" fmla="*/ 1886621 w 3496885"/>
              <a:gd name="csY72" fmla="*/ 1276710 h 2608403"/>
              <a:gd name="csX73" fmla="*/ 1944130 w 3496885"/>
              <a:gd name="csY73" fmla="*/ 1265208 h 2608403"/>
              <a:gd name="csX74" fmla="*/ 1972885 w 3496885"/>
              <a:gd name="csY74" fmla="*/ 1253706 h 2608403"/>
              <a:gd name="csX75" fmla="*/ 2271934 w 3496885"/>
              <a:gd name="csY75" fmla="*/ 1270959 h 2608403"/>
              <a:gd name="csX76" fmla="*/ 2317941 w 3496885"/>
              <a:gd name="csY76" fmla="*/ 1282461 h 2608403"/>
              <a:gd name="csX77" fmla="*/ 2375451 w 3496885"/>
              <a:gd name="csY77" fmla="*/ 1293962 h 2608403"/>
              <a:gd name="csX78" fmla="*/ 2944794 w 3496885"/>
              <a:gd name="csY78" fmla="*/ 1288212 h 2608403"/>
              <a:gd name="csX79" fmla="*/ 3025307 w 3496885"/>
              <a:gd name="csY79" fmla="*/ 1265208 h 2608403"/>
              <a:gd name="csX80" fmla="*/ 3059813 w 3496885"/>
              <a:gd name="csY80" fmla="*/ 1259457 h 2608403"/>
              <a:gd name="csX81" fmla="*/ 3169081 w 3496885"/>
              <a:gd name="csY81" fmla="*/ 1224951 h 2608403"/>
              <a:gd name="csX82" fmla="*/ 3238092 w 3496885"/>
              <a:gd name="csY82" fmla="*/ 1201947 h 2608403"/>
              <a:gd name="csX83" fmla="*/ 3272598 w 3496885"/>
              <a:gd name="csY83" fmla="*/ 1196196 h 2608403"/>
              <a:gd name="csX84" fmla="*/ 3404870 w 3496885"/>
              <a:gd name="csY84" fmla="*/ 1167442 h 2608403"/>
              <a:gd name="csX85" fmla="*/ 3427873 w 3496885"/>
              <a:gd name="csY85" fmla="*/ 1155940 h 2608403"/>
              <a:gd name="csX86" fmla="*/ 3473881 w 3496885"/>
              <a:gd name="csY86" fmla="*/ 1138687 h 2608403"/>
              <a:gd name="csX87" fmla="*/ 3496885 w 3496885"/>
              <a:gd name="csY87" fmla="*/ 1121434 h 2608403"/>
              <a:gd name="csX88" fmla="*/ 3491134 w 3496885"/>
              <a:gd name="csY88" fmla="*/ 1052423 h 2608403"/>
              <a:gd name="csX89" fmla="*/ 3422122 w 3496885"/>
              <a:gd name="csY89" fmla="*/ 971910 h 2608403"/>
              <a:gd name="csX90" fmla="*/ 3358862 w 3496885"/>
              <a:gd name="csY90" fmla="*/ 931653 h 2608403"/>
              <a:gd name="csX91" fmla="*/ 3318605 w 3496885"/>
              <a:gd name="csY91" fmla="*/ 902898 h 2608403"/>
              <a:gd name="csX92" fmla="*/ 3226590 w 3496885"/>
              <a:gd name="csY92" fmla="*/ 856891 h 2608403"/>
              <a:gd name="csX93" fmla="*/ 3180583 w 3496885"/>
              <a:gd name="csY93" fmla="*/ 828136 h 2608403"/>
              <a:gd name="csX94" fmla="*/ 3036809 w 3496885"/>
              <a:gd name="csY94" fmla="*/ 753374 h 2608403"/>
              <a:gd name="csX95" fmla="*/ 2950545 w 3496885"/>
              <a:gd name="csY95" fmla="*/ 695864 h 2608403"/>
              <a:gd name="csX96" fmla="*/ 2881534 w 3496885"/>
              <a:gd name="csY96" fmla="*/ 649857 h 2608403"/>
              <a:gd name="csX97" fmla="*/ 2772266 w 3496885"/>
              <a:gd name="csY97" fmla="*/ 569344 h 2608403"/>
              <a:gd name="csX98" fmla="*/ 2737760 w 3496885"/>
              <a:gd name="csY98" fmla="*/ 511834 h 2608403"/>
              <a:gd name="csX99" fmla="*/ 2703255 w 3496885"/>
              <a:gd name="csY99" fmla="*/ 477328 h 2608403"/>
              <a:gd name="csX100" fmla="*/ 2645745 w 3496885"/>
              <a:gd name="csY100" fmla="*/ 356559 h 2608403"/>
              <a:gd name="csX101" fmla="*/ 2616990 w 3496885"/>
              <a:gd name="csY101" fmla="*/ 299049 h 2608403"/>
              <a:gd name="csX102" fmla="*/ 2593987 w 3496885"/>
              <a:gd name="csY102" fmla="*/ 258793 h 2608403"/>
              <a:gd name="csX103" fmla="*/ 2547979 w 3496885"/>
              <a:gd name="csY103" fmla="*/ 189781 h 2608403"/>
              <a:gd name="csX104" fmla="*/ 2536477 w 3496885"/>
              <a:gd name="csY104" fmla="*/ 161027 h 2608403"/>
              <a:gd name="csX105" fmla="*/ 2513473 w 3496885"/>
              <a:gd name="csY105" fmla="*/ 138023 h 2608403"/>
              <a:gd name="csX106" fmla="*/ 2438711 w 3496885"/>
              <a:gd name="csY106" fmla="*/ 80513 h 2608403"/>
              <a:gd name="csX107" fmla="*/ 2329443 w 3496885"/>
              <a:gd name="csY107" fmla="*/ 57510 h 2608403"/>
              <a:gd name="csX108" fmla="*/ 2105156 w 3496885"/>
              <a:gd name="csY108" fmla="*/ 0 h 2608403"/>
              <a:gd name="csX109" fmla="*/ 1685338 w 3496885"/>
              <a:gd name="csY109" fmla="*/ 23004 h 2608403"/>
              <a:gd name="csX110" fmla="*/ 1622077 w 3496885"/>
              <a:gd name="csY110" fmla="*/ 40257 h 2608403"/>
              <a:gd name="csX111" fmla="*/ 1576070 w 3496885"/>
              <a:gd name="csY111" fmla="*/ 46008 h 2608403"/>
              <a:gd name="csX112" fmla="*/ 1518560 w 3496885"/>
              <a:gd name="csY112" fmla="*/ 74762 h 2608403"/>
              <a:gd name="csX113" fmla="*/ 1489805 w 3496885"/>
              <a:gd name="csY113" fmla="*/ 80513 h 2608403"/>
              <a:gd name="csX114" fmla="*/ 1426545 w 3496885"/>
              <a:gd name="csY114" fmla="*/ 103517 h 2608403"/>
              <a:gd name="csX115" fmla="*/ 1386288 w 3496885"/>
              <a:gd name="csY115" fmla="*/ 115019 h 2608403"/>
              <a:gd name="csX116" fmla="*/ 1305775 w 3496885"/>
              <a:gd name="csY116" fmla="*/ 161027 h 2608403"/>
              <a:gd name="csX117" fmla="*/ 1248266 w 3496885"/>
              <a:gd name="csY117" fmla="*/ 195532 h 2608403"/>
              <a:gd name="csX118" fmla="*/ 1179255 w 3496885"/>
              <a:gd name="csY118" fmla="*/ 258793 h 2608403"/>
              <a:gd name="csX119" fmla="*/ 1138998 w 3496885"/>
              <a:gd name="csY119" fmla="*/ 304800 h 2608403"/>
              <a:gd name="csX120" fmla="*/ 1091643 w 3496885"/>
              <a:gd name="csY120" fmla="*/ 327939 h 2608403"/>
              <a:gd name="csX121" fmla="*/ 1065449 w 3496885"/>
              <a:gd name="csY121" fmla="*/ 346989 h 2608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</a:cxnLst>
            <a:rect l="l" t="t" r="r" b="b"/>
            <a:pathLst>
              <a:path w="3496885" h="2608403">
                <a:moveTo>
                  <a:pt x="1065449" y="346989"/>
                </a:moveTo>
                <a:lnTo>
                  <a:pt x="1092990" y="333555"/>
                </a:lnTo>
                <a:cubicBezTo>
                  <a:pt x="1058484" y="346974"/>
                  <a:pt x="1021220" y="361908"/>
                  <a:pt x="989473" y="380956"/>
                </a:cubicBezTo>
                <a:cubicBezTo>
                  <a:pt x="962714" y="397011"/>
                  <a:pt x="941549" y="421010"/>
                  <a:pt x="920462" y="437072"/>
                </a:cubicBezTo>
                <a:cubicBezTo>
                  <a:pt x="899375" y="453134"/>
                  <a:pt x="882123" y="463909"/>
                  <a:pt x="862953" y="477328"/>
                </a:cubicBezTo>
                <a:cubicBezTo>
                  <a:pt x="840766" y="554984"/>
                  <a:pt x="847376" y="534643"/>
                  <a:pt x="839184" y="553483"/>
                </a:cubicBezTo>
                <a:cubicBezTo>
                  <a:pt x="830992" y="572323"/>
                  <a:pt x="822756" y="577213"/>
                  <a:pt x="813800" y="590370"/>
                </a:cubicBezTo>
                <a:cubicBezTo>
                  <a:pt x="804844" y="603527"/>
                  <a:pt x="797581" y="625715"/>
                  <a:pt x="785450" y="632424"/>
                </a:cubicBezTo>
                <a:cubicBezTo>
                  <a:pt x="773319" y="639134"/>
                  <a:pt x="750531" y="623356"/>
                  <a:pt x="741014" y="630627"/>
                </a:cubicBezTo>
                <a:cubicBezTo>
                  <a:pt x="731497" y="637898"/>
                  <a:pt x="741928" y="663523"/>
                  <a:pt x="728345" y="676051"/>
                </a:cubicBezTo>
                <a:cubicBezTo>
                  <a:pt x="714762" y="688579"/>
                  <a:pt x="680997" y="692442"/>
                  <a:pt x="659513" y="705793"/>
                </a:cubicBezTo>
                <a:cubicBezTo>
                  <a:pt x="638029" y="719144"/>
                  <a:pt x="626446" y="732923"/>
                  <a:pt x="599443" y="756159"/>
                </a:cubicBezTo>
                <a:cubicBezTo>
                  <a:pt x="572441" y="779395"/>
                  <a:pt x="629363" y="746308"/>
                  <a:pt x="497498" y="845209"/>
                </a:cubicBezTo>
                <a:cubicBezTo>
                  <a:pt x="491747" y="854794"/>
                  <a:pt x="467044" y="863653"/>
                  <a:pt x="454052" y="873964"/>
                </a:cubicBezTo>
                <a:cubicBezTo>
                  <a:pt x="441060" y="884275"/>
                  <a:pt x="431909" y="897461"/>
                  <a:pt x="419546" y="907076"/>
                </a:cubicBezTo>
                <a:cubicBezTo>
                  <a:pt x="407183" y="916691"/>
                  <a:pt x="392236" y="919889"/>
                  <a:pt x="379873" y="931653"/>
                </a:cubicBezTo>
                <a:cubicBezTo>
                  <a:pt x="367510" y="943417"/>
                  <a:pt x="356193" y="961840"/>
                  <a:pt x="345368" y="977661"/>
                </a:cubicBezTo>
                <a:cubicBezTo>
                  <a:pt x="331254" y="998289"/>
                  <a:pt x="317156" y="1019021"/>
                  <a:pt x="305111" y="1040921"/>
                </a:cubicBezTo>
                <a:cubicBezTo>
                  <a:pt x="296012" y="1057464"/>
                  <a:pt x="292803" y="1077121"/>
                  <a:pt x="282107" y="1092679"/>
                </a:cubicBezTo>
                <a:cubicBezTo>
                  <a:pt x="271356" y="1108317"/>
                  <a:pt x="255270" y="1119517"/>
                  <a:pt x="241851" y="1132936"/>
                </a:cubicBezTo>
                <a:cubicBezTo>
                  <a:pt x="239934" y="1140604"/>
                  <a:pt x="238875" y="1148539"/>
                  <a:pt x="236100" y="1155940"/>
                </a:cubicBezTo>
                <a:cubicBezTo>
                  <a:pt x="231579" y="1167995"/>
                  <a:pt x="203806" y="1216159"/>
                  <a:pt x="201594" y="1219200"/>
                </a:cubicBezTo>
                <a:cubicBezTo>
                  <a:pt x="195216" y="1227970"/>
                  <a:pt x="186258" y="1234536"/>
                  <a:pt x="178590" y="1242204"/>
                </a:cubicBezTo>
                <a:cubicBezTo>
                  <a:pt x="172839" y="1259457"/>
                  <a:pt x="170535" y="1278273"/>
                  <a:pt x="161338" y="1293962"/>
                </a:cubicBezTo>
                <a:cubicBezTo>
                  <a:pt x="137670" y="1334336"/>
                  <a:pt x="80824" y="1408981"/>
                  <a:pt x="80824" y="1408981"/>
                </a:cubicBezTo>
                <a:cubicBezTo>
                  <a:pt x="76990" y="1430068"/>
                  <a:pt x="77132" y="1452283"/>
                  <a:pt x="69322" y="1472242"/>
                </a:cubicBezTo>
                <a:cubicBezTo>
                  <a:pt x="59618" y="1497042"/>
                  <a:pt x="36789" y="1515766"/>
                  <a:pt x="29066" y="1541253"/>
                </a:cubicBezTo>
                <a:cubicBezTo>
                  <a:pt x="17899" y="1578104"/>
                  <a:pt x="3929" y="1744801"/>
                  <a:pt x="311" y="1782793"/>
                </a:cubicBezTo>
                <a:cubicBezTo>
                  <a:pt x="5382" y="1942517"/>
                  <a:pt x="-11338" y="2043797"/>
                  <a:pt x="17564" y="2173857"/>
                </a:cubicBezTo>
                <a:cubicBezTo>
                  <a:pt x="26946" y="2216076"/>
                  <a:pt x="22329" y="2264392"/>
                  <a:pt x="46319" y="2300378"/>
                </a:cubicBezTo>
                <a:cubicBezTo>
                  <a:pt x="53987" y="2311880"/>
                  <a:pt x="62609" y="2322799"/>
                  <a:pt x="69322" y="2334883"/>
                </a:cubicBezTo>
                <a:cubicBezTo>
                  <a:pt x="118515" y="2423431"/>
                  <a:pt x="81494" y="2381562"/>
                  <a:pt x="126832" y="2426898"/>
                </a:cubicBezTo>
                <a:cubicBezTo>
                  <a:pt x="134500" y="2442234"/>
                  <a:pt x="141329" y="2458019"/>
                  <a:pt x="149836" y="2472906"/>
                </a:cubicBezTo>
                <a:cubicBezTo>
                  <a:pt x="156694" y="2484908"/>
                  <a:pt x="159154" y="2505457"/>
                  <a:pt x="172839" y="2507412"/>
                </a:cubicBezTo>
                <a:lnTo>
                  <a:pt x="213096" y="2513162"/>
                </a:lnTo>
                <a:cubicBezTo>
                  <a:pt x="230738" y="2539625"/>
                  <a:pt x="216699" y="2524748"/>
                  <a:pt x="247602" y="2541917"/>
                </a:cubicBezTo>
                <a:cubicBezTo>
                  <a:pt x="268961" y="2553783"/>
                  <a:pt x="272582" y="2560248"/>
                  <a:pt x="293609" y="2564921"/>
                </a:cubicBezTo>
                <a:cubicBezTo>
                  <a:pt x="322235" y="2571282"/>
                  <a:pt x="379873" y="2582174"/>
                  <a:pt x="379873" y="2582174"/>
                </a:cubicBezTo>
                <a:cubicBezTo>
                  <a:pt x="434504" y="2618595"/>
                  <a:pt x="419974" y="2613778"/>
                  <a:pt x="546651" y="2587925"/>
                </a:cubicBezTo>
                <a:cubicBezTo>
                  <a:pt x="593041" y="2578458"/>
                  <a:pt x="634135" y="2551522"/>
                  <a:pt x="678922" y="2536166"/>
                </a:cubicBezTo>
                <a:cubicBezTo>
                  <a:pt x="738627" y="2515695"/>
                  <a:pt x="747992" y="2522307"/>
                  <a:pt x="805443" y="2507412"/>
                </a:cubicBezTo>
                <a:cubicBezTo>
                  <a:pt x="838325" y="2498887"/>
                  <a:pt x="870620" y="2488242"/>
                  <a:pt x="903209" y="2478657"/>
                </a:cubicBezTo>
                <a:cubicBezTo>
                  <a:pt x="920462" y="2467155"/>
                  <a:pt x="937187" y="2454819"/>
                  <a:pt x="954968" y="2444151"/>
                </a:cubicBezTo>
                <a:cubicBezTo>
                  <a:pt x="975565" y="2431793"/>
                  <a:pt x="997805" y="2422288"/>
                  <a:pt x="1018228" y="2409645"/>
                </a:cubicBezTo>
                <a:cubicBezTo>
                  <a:pt x="1060898" y="2383231"/>
                  <a:pt x="1083836" y="2365884"/>
                  <a:pt x="1115994" y="2329132"/>
                </a:cubicBezTo>
                <a:cubicBezTo>
                  <a:pt x="1172836" y="2264170"/>
                  <a:pt x="1141602" y="2294336"/>
                  <a:pt x="1185005" y="2225615"/>
                </a:cubicBezTo>
                <a:cubicBezTo>
                  <a:pt x="1197500" y="2205831"/>
                  <a:pt x="1213223" y="2188171"/>
                  <a:pt x="1225262" y="2168106"/>
                </a:cubicBezTo>
                <a:cubicBezTo>
                  <a:pt x="1270319" y="2093012"/>
                  <a:pt x="1231497" y="2127485"/>
                  <a:pt x="1277021" y="2093344"/>
                </a:cubicBezTo>
                <a:cubicBezTo>
                  <a:pt x="1280855" y="2079925"/>
                  <a:pt x="1281490" y="2065142"/>
                  <a:pt x="1288522" y="2053087"/>
                </a:cubicBezTo>
                <a:cubicBezTo>
                  <a:pt x="1295352" y="2041378"/>
                  <a:pt x="1308351" y="2034533"/>
                  <a:pt x="1317277" y="2024332"/>
                </a:cubicBezTo>
                <a:cubicBezTo>
                  <a:pt x="1321828" y="2019130"/>
                  <a:pt x="1325223" y="2013006"/>
                  <a:pt x="1328779" y="2007079"/>
                </a:cubicBezTo>
                <a:cubicBezTo>
                  <a:pt x="1336731" y="1993826"/>
                  <a:pt x="1344510" y="1980460"/>
                  <a:pt x="1351783" y="1966823"/>
                </a:cubicBezTo>
                <a:cubicBezTo>
                  <a:pt x="1359852" y="1951694"/>
                  <a:pt x="1363930" y="1934086"/>
                  <a:pt x="1374787" y="1920815"/>
                </a:cubicBezTo>
                <a:cubicBezTo>
                  <a:pt x="1381865" y="1912164"/>
                  <a:pt x="1393956" y="1909313"/>
                  <a:pt x="1403541" y="1903562"/>
                </a:cubicBezTo>
                <a:cubicBezTo>
                  <a:pt x="1409292" y="1886309"/>
                  <a:pt x="1413173" y="1868316"/>
                  <a:pt x="1420794" y="1851804"/>
                </a:cubicBezTo>
                <a:cubicBezTo>
                  <a:pt x="1428513" y="1835081"/>
                  <a:pt x="1464012" y="1802836"/>
                  <a:pt x="1472553" y="1794295"/>
                </a:cubicBezTo>
                <a:cubicBezTo>
                  <a:pt x="1474470" y="1788544"/>
                  <a:pt x="1475401" y="1782364"/>
                  <a:pt x="1478304" y="1777042"/>
                </a:cubicBezTo>
                <a:cubicBezTo>
                  <a:pt x="1514962" y="1709834"/>
                  <a:pt x="1494710" y="1752430"/>
                  <a:pt x="1524311" y="1708030"/>
                </a:cubicBezTo>
                <a:cubicBezTo>
                  <a:pt x="1568680" y="1641478"/>
                  <a:pt x="1515834" y="1713583"/>
                  <a:pt x="1558817" y="1656272"/>
                </a:cubicBezTo>
                <a:cubicBezTo>
                  <a:pt x="1564434" y="1633806"/>
                  <a:pt x="1568243" y="1613380"/>
                  <a:pt x="1581821" y="1593012"/>
                </a:cubicBezTo>
                <a:cubicBezTo>
                  <a:pt x="1585655" y="1587261"/>
                  <a:pt x="1593322" y="1585344"/>
                  <a:pt x="1599073" y="1581510"/>
                </a:cubicBezTo>
                <a:cubicBezTo>
                  <a:pt x="1600990" y="1573842"/>
                  <a:pt x="1600903" y="1565369"/>
                  <a:pt x="1604824" y="1558506"/>
                </a:cubicBezTo>
                <a:cubicBezTo>
                  <a:pt x="1608859" y="1551444"/>
                  <a:pt x="1616721" y="1547374"/>
                  <a:pt x="1622077" y="1541253"/>
                </a:cubicBezTo>
                <a:cubicBezTo>
                  <a:pt x="1630160" y="1532015"/>
                  <a:pt x="1638766" y="1523023"/>
                  <a:pt x="1645081" y="1512498"/>
                </a:cubicBezTo>
                <a:cubicBezTo>
                  <a:pt x="1650392" y="1503646"/>
                  <a:pt x="1652958" y="1493410"/>
                  <a:pt x="1656583" y="1483744"/>
                </a:cubicBezTo>
                <a:cubicBezTo>
                  <a:pt x="1658712" y="1478068"/>
                  <a:pt x="1658389" y="1471094"/>
                  <a:pt x="1662334" y="1466491"/>
                </a:cubicBezTo>
                <a:cubicBezTo>
                  <a:pt x="1718899" y="1400497"/>
                  <a:pt x="1668254" y="1472072"/>
                  <a:pt x="1708341" y="1431985"/>
                </a:cubicBezTo>
                <a:cubicBezTo>
                  <a:pt x="1715119" y="1425207"/>
                  <a:pt x="1718469" y="1415393"/>
                  <a:pt x="1725594" y="1408981"/>
                </a:cubicBezTo>
                <a:cubicBezTo>
                  <a:pt x="1737851" y="1397950"/>
                  <a:pt x="1753183" y="1390784"/>
                  <a:pt x="1765851" y="1380227"/>
                </a:cubicBezTo>
                <a:cubicBezTo>
                  <a:pt x="1776264" y="1371549"/>
                  <a:pt x="1785600" y="1361603"/>
                  <a:pt x="1794605" y="1351472"/>
                </a:cubicBezTo>
                <a:cubicBezTo>
                  <a:pt x="1808521" y="1335816"/>
                  <a:pt x="1816217" y="1317117"/>
                  <a:pt x="1834862" y="1305464"/>
                </a:cubicBezTo>
                <a:cubicBezTo>
                  <a:pt x="1841565" y="1301275"/>
                  <a:pt x="1850198" y="1301630"/>
                  <a:pt x="1857866" y="1299713"/>
                </a:cubicBezTo>
                <a:cubicBezTo>
                  <a:pt x="1867451" y="1292045"/>
                  <a:pt x="1875224" y="1281269"/>
                  <a:pt x="1886621" y="1276710"/>
                </a:cubicBezTo>
                <a:cubicBezTo>
                  <a:pt x="1904772" y="1269450"/>
                  <a:pt x="1925241" y="1270245"/>
                  <a:pt x="1944130" y="1265208"/>
                </a:cubicBezTo>
                <a:cubicBezTo>
                  <a:pt x="1954105" y="1262548"/>
                  <a:pt x="1963300" y="1257540"/>
                  <a:pt x="1972885" y="1253706"/>
                </a:cubicBezTo>
                <a:cubicBezTo>
                  <a:pt x="2072568" y="1259457"/>
                  <a:pt x="2172430" y="1262667"/>
                  <a:pt x="2271934" y="1270959"/>
                </a:cubicBezTo>
                <a:cubicBezTo>
                  <a:pt x="2287687" y="1272272"/>
                  <a:pt x="2302348" y="1279862"/>
                  <a:pt x="2317941" y="1282461"/>
                </a:cubicBezTo>
                <a:cubicBezTo>
                  <a:pt x="2360243" y="1289511"/>
                  <a:pt x="2341134" y="1285384"/>
                  <a:pt x="2375451" y="1293962"/>
                </a:cubicBezTo>
                <a:lnTo>
                  <a:pt x="2944794" y="1288212"/>
                </a:lnTo>
                <a:cubicBezTo>
                  <a:pt x="2972678" y="1286978"/>
                  <a:pt x="2998229" y="1271978"/>
                  <a:pt x="3025307" y="1265208"/>
                </a:cubicBezTo>
                <a:cubicBezTo>
                  <a:pt x="3036619" y="1262380"/>
                  <a:pt x="3048311" y="1261374"/>
                  <a:pt x="3059813" y="1259457"/>
                </a:cubicBezTo>
                <a:cubicBezTo>
                  <a:pt x="3152804" y="1224585"/>
                  <a:pt x="3054632" y="1259784"/>
                  <a:pt x="3169081" y="1224951"/>
                </a:cubicBezTo>
                <a:cubicBezTo>
                  <a:pt x="3192278" y="1217891"/>
                  <a:pt x="3214729" y="1208437"/>
                  <a:pt x="3238092" y="1201947"/>
                </a:cubicBezTo>
                <a:cubicBezTo>
                  <a:pt x="3249327" y="1198826"/>
                  <a:pt x="3261203" y="1198673"/>
                  <a:pt x="3272598" y="1196196"/>
                </a:cubicBezTo>
                <a:cubicBezTo>
                  <a:pt x="3420227" y="1164104"/>
                  <a:pt x="3323927" y="1180932"/>
                  <a:pt x="3404870" y="1167442"/>
                </a:cubicBezTo>
                <a:cubicBezTo>
                  <a:pt x="3412538" y="1163608"/>
                  <a:pt x="3419960" y="1159237"/>
                  <a:pt x="3427873" y="1155940"/>
                </a:cubicBezTo>
                <a:cubicBezTo>
                  <a:pt x="3442992" y="1149640"/>
                  <a:pt x="3459231" y="1146012"/>
                  <a:pt x="3473881" y="1138687"/>
                </a:cubicBezTo>
                <a:cubicBezTo>
                  <a:pt x="3482454" y="1134400"/>
                  <a:pt x="3489217" y="1127185"/>
                  <a:pt x="3496885" y="1121434"/>
                </a:cubicBezTo>
                <a:cubicBezTo>
                  <a:pt x="3494968" y="1098430"/>
                  <a:pt x="3495388" y="1075111"/>
                  <a:pt x="3491134" y="1052423"/>
                </a:cubicBezTo>
                <a:cubicBezTo>
                  <a:pt x="3485767" y="1023798"/>
                  <a:pt x="3427955" y="976577"/>
                  <a:pt x="3422122" y="971910"/>
                </a:cubicBezTo>
                <a:cubicBezTo>
                  <a:pt x="3356196" y="919167"/>
                  <a:pt x="3432770" y="977135"/>
                  <a:pt x="3358862" y="931653"/>
                </a:cubicBezTo>
                <a:cubicBezTo>
                  <a:pt x="3344818" y="923010"/>
                  <a:pt x="3332961" y="911012"/>
                  <a:pt x="3318605" y="902898"/>
                </a:cubicBezTo>
                <a:cubicBezTo>
                  <a:pt x="3288752" y="886025"/>
                  <a:pt x="3256743" y="873224"/>
                  <a:pt x="3226590" y="856891"/>
                </a:cubicBezTo>
                <a:cubicBezTo>
                  <a:pt x="3210688" y="848278"/>
                  <a:pt x="3196459" y="836796"/>
                  <a:pt x="3180583" y="828136"/>
                </a:cubicBezTo>
                <a:cubicBezTo>
                  <a:pt x="3133162" y="802270"/>
                  <a:pt x="3081754" y="783337"/>
                  <a:pt x="3036809" y="753374"/>
                </a:cubicBezTo>
                <a:lnTo>
                  <a:pt x="2950545" y="695864"/>
                </a:lnTo>
                <a:cubicBezTo>
                  <a:pt x="2927541" y="680528"/>
                  <a:pt x="2903357" y="666831"/>
                  <a:pt x="2881534" y="649857"/>
                </a:cubicBezTo>
                <a:cubicBezTo>
                  <a:pt x="2811305" y="595234"/>
                  <a:pt x="2847681" y="622134"/>
                  <a:pt x="2772266" y="569344"/>
                </a:cubicBezTo>
                <a:cubicBezTo>
                  <a:pt x="2760764" y="550174"/>
                  <a:pt x="2751173" y="529719"/>
                  <a:pt x="2737760" y="511834"/>
                </a:cubicBezTo>
                <a:cubicBezTo>
                  <a:pt x="2728000" y="498821"/>
                  <a:pt x="2711547" y="491322"/>
                  <a:pt x="2703255" y="477328"/>
                </a:cubicBezTo>
                <a:cubicBezTo>
                  <a:pt x="2680524" y="438970"/>
                  <a:pt x="2665166" y="396695"/>
                  <a:pt x="2645745" y="356559"/>
                </a:cubicBezTo>
                <a:cubicBezTo>
                  <a:pt x="2636410" y="337266"/>
                  <a:pt x="2627623" y="317658"/>
                  <a:pt x="2616990" y="299049"/>
                </a:cubicBezTo>
                <a:cubicBezTo>
                  <a:pt x="2609322" y="285630"/>
                  <a:pt x="2600523" y="272798"/>
                  <a:pt x="2593987" y="258793"/>
                </a:cubicBezTo>
                <a:cubicBezTo>
                  <a:pt x="2564014" y="194563"/>
                  <a:pt x="2595827" y="228059"/>
                  <a:pt x="2547979" y="189781"/>
                </a:cubicBezTo>
                <a:cubicBezTo>
                  <a:pt x="2544145" y="180196"/>
                  <a:pt x="2542203" y="169616"/>
                  <a:pt x="2536477" y="161027"/>
                </a:cubicBezTo>
                <a:cubicBezTo>
                  <a:pt x="2530462" y="152004"/>
                  <a:pt x="2520530" y="146257"/>
                  <a:pt x="2513473" y="138023"/>
                </a:cubicBezTo>
                <a:cubicBezTo>
                  <a:pt x="2487772" y="108038"/>
                  <a:pt x="2509018" y="95314"/>
                  <a:pt x="2438711" y="80513"/>
                </a:cubicBezTo>
                <a:cubicBezTo>
                  <a:pt x="2402288" y="72845"/>
                  <a:pt x="2365553" y="66537"/>
                  <a:pt x="2329443" y="57510"/>
                </a:cubicBezTo>
                <a:cubicBezTo>
                  <a:pt x="2016241" y="-20790"/>
                  <a:pt x="2313198" y="44580"/>
                  <a:pt x="2105156" y="0"/>
                </a:cubicBezTo>
                <a:cubicBezTo>
                  <a:pt x="1965217" y="7668"/>
                  <a:pt x="1825003" y="11365"/>
                  <a:pt x="1685338" y="23004"/>
                </a:cubicBezTo>
                <a:cubicBezTo>
                  <a:pt x="1663556" y="24819"/>
                  <a:pt x="1643465" y="35754"/>
                  <a:pt x="1622077" y="40257"/>
                </a:cubicBezTo>
                <a:cubicBezTo>
                  <a:pt x="1606954" y="43441"/>
                  <a:pt x="1591406" y="44091"/>
                  <a:pt x="1576070" y="46008"/>
                </a:cubicBezTo>
                <a:cubicBezTo>
                  <a:pt x="1556900" y="55593"/>
                  <a:pt x="1538460" y="66802"/>
                  <a:pt x="1518560" y="74762"/>
                </a:cubicBezTo>
                <a:cubicBezTo>
                  <a:pt x="1509484" y="78392"/>
                  <a:pt x="1499135" y="77597"/>
                  <a:pt x="1489805" y="80513"/>
                </a:cubicBezTo>
                <a:cubicBezTo>
                  <a:pt x="1468389" y="87206"/>
                  <a:pt x="1447831" y="96422"/>
                  <a:pt x="1426545" y="103517"/>
                </a:cubicBezTo>
                <a:cubicBezTo>
                  <a:pt x="1413305" y="107930"/>
                  <a:pt x="1399246" y="109836"/>
                  <a:pt x="1386288" y="115019"/>
                </a:cubicBezTo>
                <a:cubicBezTo>
                  <a:pt x="1336938" y="134759"/>
                  <a:pt x="1347274" y="136128"/>
                  <a:pt x="1305775" y="161027"/>
                </a:cubicBezTo>
                <a:cubicBezTo>
                  <a:pt x="1217354" y="214079"/>
                  <a:pt x="1375455" y="110739"/>
                  <a:pt x="1248266" y="195532"/>
                </a:cubicBezTo>
                <a:cubicBezTo>
                  <a:pt x="1211683" y="256503"/>
                  <a:pt x="1256380" y="191308"/>
                  <a:pt x="1179255" y="258793"/>
                </a:cubicBezTo>
                <a:cubicBezTo>
                  <a:pt x="1163919" y="272212"/>
                  <a:pt x="1151225" y="288498"/>
                  <a:pt x="1138998" y="304800"/>
                </a:cubicBezTo>
                <a:cubicBezTo>
                  <a:pt x="1128147" y="319268"/>
                  <a:pt x="1103658" y="314422"/>
                  <a:pt x="1091643" y="327939"/>
                </a:cubicBezTo>
                <a:cubicBezTo>
                  <a:pt x="1087616" y="332470"/>
                  <a:pt x="1068324" y="349864"/>
                  <a:pt x="1065449" y="346989"/>
                </a:cubicBezTo>
                <a:close/>
              </a:path>
            </a:pathLst>
          </a:custGeom>
          <a:solidFill>
            <a:schemeClr val="accent1">
              <a:alpha val="4000"/>
            </a:schemeClr>
          </a:solidFill>
          <a:ln>
            <a:solidFill>
              <a:schemeClr val="accent4"/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9E2D42A-8677-A2DC-DEAC-939EAA23F191}"/>
              </a:ext>
            </a:extLst>
          </p:cNvPr>
          <p:cNvSpPr/>
          <p:nvPr/>
        </p:nvSpPr>
        <p:spPr>
          <a:xfrm>
            <a:off x="4375944" y="3812349"/>
            <a:ext cx="1547643" cy="2871577"/>
          </a:xfrm>
          <a:custGeom>
            <a:avLst/>
            <a:gdLst>
              <a:gd name="csX0" fmla="*/ 255111 w 1547643"/>
              <a:gd name="csY0" fmla="*/ 5271 h 2230311"/>
              <a:gd name="csX1" fmla="*/ 255111 w 1547643"/>
              <a:gd name="csY1" fmla="*/ 5271 h 2230311"/>
              <a:gd name="csX2" fmla="*/ 156051 w 1547643"/>
              <a:gd name="csY2" fmla="*/ 9081 h 2230311"/>
              <a:gd name="csX3" fmla="*/ 125571 w 1547643"/>
              <a:gd name="csY3" fmla="*/ 20511 h 2230311"/>
              <a:gd name="csX4" fmla="*/ 79851 w 1547643"/>
              <a:gd name="csY4" fmla="*/ 89091 h 2230311"/>
              <a:gd name="csX5" fmla="*/ 22701 w 1547643"/>
              <a:gd name="csY5" fmla="*/ 237681 h 2230311"/>
              <a:gd name="csX6" fmla="*/ 3651 w 1547643"/>
              <a:gd name="csY6" fmla="*/ 721551 h 2230311"/>
              <a:gd name="csX7" fmla="*/ 22701 w 1547643"/>
              <a:gd name="csY7" fmla="*/ 790131 h 2230311"/>
              <a:gd name="csX8" fmla="*/ 79851 w 1547643"/>
              <a:gd name="csY8" fmla="*/ 1113981 h 2230311"/>
              <a:gd name="csX9" fmla="*/ 129381 w 1547643"/>
              <a:gd name="csY9" fmla="*/ 1350201 h 2230311"/>
              <a:gd name="csX10" fmla="*/ 171291 w 1547643"/>
              <a:gd name="csY10" fmla="*/ 1514031 h 2230311"/>
              <a:gd name="csX11" fmla="*/ 213201 w 1547643"/>
              <a:gd name="csY11" fmla="*/ 1670241 h 2230311"/>
              <a:gd name="csX12" fmla="*/ 220821 w 1547643"/>
              <a:gd name="csY12" fmla="*/ 1708341 h 2230311"/>
              <a:gd name="csX13" fmla="*/ 243681 w 1547643"/>
              <a:gd name="csY13" fmla="*/ 1746441 h 2230311"/>
              <a:gd name="csX14" fmla="*/ 342741 w 1547643"/>
              <a:gd name="csY14" fmla="*/ 1902651 h 2230311"/>
              <a:gd name="csX15" fmla="*/ 399891 w 1547643"/>
              <a:gd name="csY15" fmla="*/ 2005521 h 2230311"/>
              <a:gd name="csX16" fmla="*/ 453231 w 1547643"/>
              <a:gd name="csY16" fmla="*/ 2066481 h 2230311"/>
              <a:gd name="csX17" fmla="*/ 495141 w 1547643"/>
              <a:gd name="csY17" fmla="*/ 2131251 h 2230311"/>
              <a:gd name="csX18" fmla="*/ 666591 w 1547643"/>
              <a:gd name="csY18" fmla="*/ 2218881 h 2230311"/>
              <a:gd name="csX19" fmla="*/ 758031 w 1547643"/>
              <a:gd name="csY19" fmla="*/ 2230311 h 2230311"/>
              <a:gd name="csX20" fmla="*/ 1097121 w 1547643"/>
              <a:gd name="csY20" fmla="*/ 2199831 h 2230311"/>
              <a:gd name="csX21" fmla="*/ 1215231 w 1547643"/>
              <a:gd name="csY21" fmla="*/ 2146491 h 2230311"/>
              <a:gd name="csX22" fmla="*/ 1257141 w 1547643"/>
              <a:gd name="csY22" fmla="*/ 2119821 h 2230311"/>
              <a:gd name="csX23" fmla="*/ 1367631 w 1547643"/>
              <a:gd name="csY23" fmla="*/ 1990281 h 2230311"/>
              <a:gd name="csX24" fmla="*/ 1417161 w 1547643"/>
              <a:gd name="csY24" fmla="*/ 1910271 h 2230311"/>
              <a:gd name="csX25" fmla="*/ 1455261 w 1547643"/>
              <a:gd name="csY25" fmla="*/ 1799781 h 2230311"/>
              <a:gd name="csX26" fmla="*/ 1504791 w 1547643"/>
              <a:gd name="csY26" fmla="*/ 1647381 h 2230311"/>
              <a:gd name="csX27" fmla="*/ 1523841 w 1547643"/>
              <a:gd name="csY27" fmla="*/ 1525461 h 2230311"/>
              <a:gd name="csX28" fmla="*/ 1539081 w 1547643"/>
              <a:gd name="csY28" fmla="*/ 1453071 h 2230311"/>
              <a:gd name="csX29" fmla="*/ 1531461 w 1547643"/>
              <a:gd name="csY29" fmla="*/ 1163511 h 2230311"/>
              <a:gd name="csX30" fmla="*/ 1462881 w 1547643"/>
              <a:gd name="csY30" fmla="*/ 866331 h 2230311"/>
              <a:gd name="csX31" fmla="*/ 1420971 w 1547643"/>
              <a:gd name="csY31" fmla="*/ 641541 h 2230311"/>
              <a:gd name="csX32" fmla="*/ 1394301 w 1547643"/>
              <a:gd name="csY32" fmla="*/ 512001 h 2230311"/>
              <a:gd name="csX33" fmla="*/ 1382871 w 1547643"/>
              <a:gd name="csY33" fmla="*/ 466281 h 2230311"/>
              <a:gd name="csX34" fmla="*/ 1360011 w 1547643"/>
              <a:gd name="csY34" fmla="*/ 431991 h 2230311"/>
              <a:gd name="csX35" fmla="*/ 1295241 w 1547643"/>
              <a:gd name="csY35" fmla="*/ 367221 h 2230311"/>
              <a:gd name="csX36" fmla="*/ 1257141 w 1547643"/>
              <a:gd name="csY36" fmla="*/ 351981 h 2230311"/>
              <a:gd name="csX37" fmla="*/ 1165701 w 1547643"/>
              <a:gd name="csY37" fmla="*/ 294831 h 2230311"/>
              <a:gd name="csX38" fmla="*/ 1043781 w 1547643"/>
              <a:gd name="csY38" fmla="*/ 230061 h 2230311"/>
              <a:gd name="csX39" fmla="*/ 990441 w 1547643"/>
              <a:gd name="csY39" fmla="*/ 203391 h 2230311"/>
              <a:gd name="csX40" fmla="*/ 876141 w 1547643"/>
              <a:gd name="csY40" fmla="*/ 165291 h 2230311"/>
              <a:gd name="csX41" fmla="*/ 750411 w 1547643"/>
              <a:gd name="csY41" fmla="*/ 127191 h 2230311"/>
              <a:gd name="csX42" fmla="*/ 712311 w 1547643"/>
              <a:gd name="csY42" fmla="*/ 119571 h 2230311"/>
              <a:gd name="csX43" fmla="*/ 666591 w 1547643"/>
              <a:gd name="csY43" fmla="*/ 108141 h 2230311"/>
              <a:gd name="csX44" fmla="*/ 624681 w 1547643"/>
              <a:gd name="csY44" fmla="*/ 89091 h 2230311"/>
              <a:gd name="csX45" fmla="*/ 594201 w 1547643"/>
              <a:gd name="csY45" fmla="*/ 81471 h 2230311"/>
              <a:gd name="csX46" fmla="*/ 540861 w 1547643"/>
              <a:gd name="csY46" fmla="*/ 66231 h 2230311"/>
              <a:gd name="csX47" fmla="*/ 521811 w 1547643"/>
              <a:gd name="csY47" fmla="*/ 62421 h 2230311"/>
              <a:gd name="csX48" fmla="*/ 434181 w 1547643"/>
              <a:gd name="csY48" fmla="*/ 43371 h 2230311"/>
              <a:gd name="csX49" fmla="*/ 373221 w 1547643"/>
              <a:gd name="csY49" fmla="*/ 24321 h 2230311"/>
              <a:gd name="csX50" fmla="*/ 350361 w 1547643"/>
              <a:gd name="csY50" fmla="*/ 16701 h 2230311"/>
              <a:gd name="csX51" fmla="*/ 335121 w 1547643"/>
              <a:gd name="csY51" fmla="*/ 12891 h 2230311"/>
              <a:gd name="csX52" fmla="*/ 316071 w 1547643"/>
              <a:gd name="csY52" fmla="*/ 5271 h 2230311"/>
              <a:gd name="csX53" fmla="*/ 255111 w 1547643"/>
              <a:gd name="csY53" fmla="*/ 5271 h 22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547643" h="2230311">
                <a:moveTo>
                  <a:pt x="255111" y="5271"/>
                </a:moveTo>
                <a:lnTo>
                  <a:pt x="255111" y="5271"/>
                </a:lnTo>
                <a:cubicBezTo>
                  <a:pt x="222091" y="6541"/>
                  <a:pt x="188869" y="5220"/>
                  <a:pt x="156051" y="9081"/>
                </a:cubicBezTo>
                <a:cubicBezTo>
                  <a:pt x="145274" y="10349"/>
                  <a:pt x="134321" y="14094"/>
                  <a:pt x="125571" y="20511"/>
                </a:cubicBezTo>
                <a:cubicBezTo>
                  <a:pt x="103443" y="36738"/>
                  <a:pt x="90327" y="65146"/>
                  <a:pt x="79851" y="89091"/>
                </a:cubicBezTo>
                <a:cubicBezTo>
                  <a:pt x="49344" y="158821"/>
                  <a:pt x="46164" y="171202"/>
                  <a:pt x="22701" y="237681"/>
                </a:cubicBezTo>
                <a:cubicBezTo>
                  <a:pt x="3394" y="435583"/>
                  <a:pt x="-5582" y="481500"/>
                  <a:pt x="3651" y="721551"/>
                </a:cubicBezTo>
                <a:cubicBezTo>
                  <a:pt x="4563" y="745259"/>
                  <a:pt x="16351" y="767271"/>
                  <a:pt x="22701" y="790131"/>
                </a:cubicBezTo>
                <a:cubicBezTo>
                  <a:pt x="54026" y="1051177"/>
                  <a:pt x="27483" y="900767"/>
                  <a:pt x="79851" y="1113981"/>
                </a:cubicBezTo>
                <a:cubicBezTo>
                  <a:pt x="119063" y="1273629"/>
                  <a:pt x="77587" y="1123941"/>
                  <a:pt x="129381" y="1350201"/>
                </a:cubicBezTo>
                <a:cubicBezTo>
                  <a:pt x="141959" y="1405148"/>
                  <a:pt x="158616" y="1459106"/>
                  <a:pt x="171291" y="1514031"/>
                </a:cubicBezTo>
                <a:cubicBezTo>
                  <a:pt x="230383" y="1770097"/>
                  <a:pt x="141169" y="1438139"/>
                  <a:pt x="213201" y="1670241"/>
                </a:cubicBezTo>
                <a:cubicBezTo>
                  <a:pt x="217040" y="1682611"/>
                  <a:pt x="216011" y="1696316"/>
                  <a:pt x="220821" y="1708341"/>
                </a:cubicBezTo>
                <a:cubicBezTo>
                  <a:pt x="226322" y="1722092"/>
                  <a:pt x="236444" y="1733519"/>
                  <a:pt x="243681" y="1746441"/>
                </a:cubicBezTo>
                <a:cubicBezTo>
                  <a:pt x="356711" y="1948279"/>
                  <a:pt x="143472" y="1582613"/>
                  <a:pt x="342741" y="1902651"/>
                </a:cubicBezTo>
                <a:cubicBezTo>
                  <a:pt x="363474" y="1935950"/>
                  <a:pt x="379709" y="1971885"/>
                  <a:pt x="399891" y="2005521"/>
                </a:cubicBezTo>
                <a:cubicBezTo>
                  <a:pt x="432855" y="2060462"/>
                  <a:pt x="412092" y="2012351"/>
                  <a:pt x="453231" y="2066481"/>
                </a:cubicBezTo>
                <a:cubicBezTo>
                  <a:pt x="468791" y="2086955"/>
                  <a:pt x="475103" y="2115134"/>
                  <a:pt x="495141" y="2131251"/>
                </a:cubicBezTo>
                <a:cubicBezTo>
                  <a:pt x="520072" y="2151304"/>
                  <a:pt x="610516" y="2208985"/>
                  <a:pt x="666591" y="2218881"/>
                </a:cubicBezTo>
                <a:cubicBezTo>
                  <a:pt x="696841" y="2224219"/>
                  <a:pt x="727551" y="2226501"/>
                  <a:pt x="758031" y="2230311"/>
                </a:cubicBezTo>
                <a:cubicBezTo>
                  <a:pt x="845236" y="2225466"/>
                  <a:pt x="993884" y="2233231"/>
                  <a:pt x="1097121" y="2199831"/>
                </a:cubicBezTo>
                <a:cubicBezTo>
                  <a:pt x="1127125" y="2190124"/>
                  <a:pt x="1186256" y="2162717"/>
                  <a:pt x="1215231" y="2146491"/>
                </a:cubicBezTo>
                <a:cubicBezTo>
                  <a:pt x="1229679" y="2138400"/>
                  <a:pt x="1244420" y="2130422"/>
                  <a:pt x="1257141" y="2119821"/>
                </a:cubicBezTo>
                <a:cubicBezTo>
                  <a:pt x="1298981" y="2084954"/>
                  <a:pt x="1337609" y="2033761"/>
                  <a:pt x="1367631" y="1990281"/>
                </a:cubicBezTo>
                <a:cubicBezTo>
                  <a:pt x="1385453" y="1964469"/>
                  <a:pt x="1404053" y="1938767"/>
                  <a:pt x="1417161" y="1910271"/>
                </a:cubicBezTo>
                <a:cubicBezTo>
                  <a:pt x="1433442" y="1874878"/>
                  <a:pt x="1441756" y="1836324"/>
                  <a:pt x="1455261" y="1799781"/>
                </a:cubicBezTo>
                <a:cubicBezTo>
                  <a:pt x="1486728" y="1714634"/>
                  <a:pt x="1484695" y="1747859"/>
                  <a:pt x="1504791" y="1647381"/>
                </a:cubicBezTo>
                <a:cubicBezTo>
                  <a:pt x="1512858" y="1607047"/>
                  <a:pt x="1516693" y="1565968"/>
                  <a:pt x="1523841" y="1525461"/>
                </a:cubicBezTo>
                <a:cubicBezTo>
                  <a:pt x="1528126" y="1501177"/>
                  <a:pt x="1534001" y="1477201"/>
                  <a:pt x="1539081" y="1453071"/>
                </a:cubicBezTo>
                <a:cubicBezTo>
                  <a:pt x="1547975" y="1333003"/>
                  <a:pt x="1555561" y="1302632"/>
                  <a:pt x="1531461" y="1163511"/>
                </a:cubicBezTo>
                <a:cubicBezTo>
                  <a:pt x="1514108" y="1063339"/>
                  <a:pt x="1483934" y="965791"/>
                  <a:pt x="1462881" y="866331"/>
                </a:cubicBezTo>
                <a:cubicBezTo>
                  <a:pt x="1447096" y="791762"/>
                  <a:pt x="1434370" y="716575"/>
                  <a:pt x="1420971" y="641541"/>
                </a:cubicBezTo>
                <a:cubicBezTo>
                  <a:pt x="1384797" y="438969"/>
                  <a:pt x="1423030" y="612551"/>
                  <a:pt x="1394301" y="512001"/>
                </a:cubicBezTo>
                <a:cubicBezTo>
                  <a:pt x="1389985" y="496896"/>
                  <a:pt x="1389059" y="480720"/>
                  <a:pt x="1382871" y="466281"/>
                </a:cubicBezTo>
                <a:cubicBezTo>
                  <a:pt x="1377460" y="453655"/>
                  <a:pt x="1368054" y="443127"/>
                  <a:pt x="1360011" y="431991"/>
                </a:cubicBezTo>
                <a:cubicBezTo>
                  <a:pt x="1339189" y="403161"/>
                  <a:pt x="1326865" y="386195"/>
                  <a:pt x="1295241" y="367221"/>
                </a:cubicBezTo>
                <a:cubicBezTo>
                  <a:pt x="1283512" y="360184"/>
                  <a:pt x="1269081" y="358654"/>
                  <a:pt x="1257141" y="351981"/>
                </a:cubicBezTo>
                <a:cubicBezTo>
                  <a:pt x="1225764" y="334447"/>
                  <a:pt x="1197195" y="312153"/>
                  <a:pt x="1165701" y="294831"/>
                </a:cubicBezTo>
                <a:cubicBezTo>
                  <a:pt x="1074571" y="244710"/>
                  <a:pt x="1115429" y="265885"/>
                  <a:pt x="1043781" y="230061"/>
                </a:cubicBezTo>
                <a:cubicBezTo>
                  <a:pt x="1026001" y="221171"/>
                  <a:pt x="1009811" y="207861"/>
                  <a:pt x="990441" y="203391"/>
                </a:cubicBezTo>
                <a:cubicBezTo>
                  <a:pt x="879809" y="177861"/>
                  <a:pt x="1009426" y="210608"/>
                  <a:pt x="876141" y="165291"/>
                </a:cubicBezTo>
                <a:cubicBezTo>
                  <a:pt x="834680" y="151194"/>
                  <a:pt x="793353" y="135779"/>
                  <a:pt x="750411" y="127191"/>
                </a:cubicBezTo>
                <a:cubicBezTo>
                  <a:pt x="737711" y="124651"/>
                  <a:pt x="724825" y="122908"/>
                  <a:pt x="712311" y="119571"/>
                </a:cubicBezTo>
                <a:cubicBezTo>
                  <a:pt x="655428" y="104402"/>
                  <a:pt x="738760" y="118451"/>
                  <a:pt x="666591" y="108141"/>
                </a:cubicBezTo>
                <a:cubicBezTo>
                  <a:pt x="652621" y="101791"/>
                  <a:pt x="639080" y="94396"/>
                  <a:pt x="624681" y="89091"/>
                </a:cubicBezTo>
                <a:cubicBezTo>
                  <a:pt x="614854" y="85471"/>
                  <a:pt x="604305" y="84227"/>
                  <a:pt x="594201" y="81471"/>
                </a:cubicBezTo>
                <a:cubicBezTo>
                  <a:pt x="576361" y="76606"/>
                  <a:pt x="558744" y="70937"/>
                  <a:pt x="540861" y="66231"/>
                </a:cubicBezTo>
                <a:cubicBezTo>
                  <a:pt x="534598" y="64583"/>
                  <a:pt x="528024" y="64248"/>
                  <a:pt x="521811" y="62421"/>
                </a:cubicBezTo>
                <a:cubicBezTo>
                  <a:pt x="451392" y="41710"/>
                  <a:pt x="502036" y="49540"/>
                  <a:pt x="434181" y="43371"/>
                </a:cubicBezTo>
                <a:cubicBezTo>
                  <a:pt x="375291" y="13926"/>
                  <a:pt x="456838" y="52193"/>
                  <a:pt x="373221" y="24321"/>
                </a:cubicBezTo>
                <a:cubicBezTo>
                  <a:pt x="365601" y="21781"/>
                  <a:pt x="358054" y="19009"/>
                  <a:pt x="350361" y="16701"/>
                </a:cubicBezTo>
                <a:cubicBezTo>
                  <a:pt x="345345" y="15196"/>
                  <a:pt x="340089" y="14547"/>
                  <a:pt x="335121" y="12891"/>
                </a:cubicBezTo>
                <a:cubicBezTo>
                  <a:pt x="328633" y="10728"/>
                  <a:pt x="322728" y="6837"/>
                  <a:pt x="316071" y="5271"/>
                </a:cubicBezTo>
                <a:cubicBezTo>
                  <a:pt x="265663" y="-6590"/>
                  <a:pt x="265271" y="5271"/>
                  <a:pt x="255111" y="5271"/>
                </a:cubicBezTo>
                <a:close/>
              </a:path>
            </a:pathLst>
          </a:custGeom>
          <a:solidFill>
            <a:schemeClr val="accent1">
              <a:alpha val="4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A84B2F-DE76-9AE7-DC96-93B7D749672C}"/>
              </a:ext>
            </a:extLst>
          </p:cNvPr>
          <p:cNvSpPr txBox="1"/>
          <p:nvPr/>
        </p:nvSpPr>
        <p:spPr>
          <a:xfrm>
            <a:off x="7900128" y="5054600"/>
            <a:ext cx="7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0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A92569-D80E-A802-CA6F-894E6204842D}"/>
              </a:ext>
            </a:extLst>
          </p:cNvPr>
          <p:cNvSpPr txBox="1"/>
          <p:nvPr/>
        </p:nvSpPr>
        <p:spPr>
          <a:xfrm>
            <a:off x="1857375" y="1612900"/>
            <a:ext cx="7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0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29411E-9CA4-C2F4-ABE9-D52A777C4960}"/>
              </a:ext>
            </a:extLst>
          </p:cNvPr>
          <p:cNvSpPr txBox="1"/>
          <p:nvPr/>
        </p:nvSpPr>
        <p:spPr>
          <a:xfrm>
            <a:off x="4315179" y="4608084"/>
            <a:ext cx="7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2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7154D1-46E1-2E20-33D0-FD13F4FDE651}"/>
              </a:ext>
            </a:extLst>
          </p:cNvPr>
          <p:cNvSpPr txBox="1"/>
          <p:nvPr/>
        </p:nvSpPr>
        <p:spPr>
          <a:xfrm>
            <a:off x="3858742" y="2763596"/>
            <a:ext cx="76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1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31621F-B9B0-80A4-DF70-84612EE8D756}"/>
              </a:ext>
            </a:extLst>
          </p:cNvPr>
          <p:cNvSpPr txBox="1"/>
          <p:nvPr/>
        </p:nvSpPr>
        <p:spPr>
          <a:xfrm>
            <a:off x="970203" y="5546728"/>
            <a:ext cx="339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公司总部的多个部门（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OSPF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35C378-9106-8FF0-31D8-3FDF94AB48F2}"/>
              </a:ext>
            </a:extLst>
          </p:cNvPr>
          <p:cNvSpPr txBox="1"/>
          <p:nvPr/>
        </p:nvSpPr>
        <p:spPr>
          <a:xfrm>
            <a:off x="10331005" y="5054600"/>
            <a:ext cx="1931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公司分部（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RIP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E2E1B5-4B6E-D4E1-0E33-61C0A50173AC}"/>
              </a:ext>
            </a:extLst>
          </p:cNvPr>
          <p:cNvSpPr txBox="1"/>
          <p:nvPr/>
        </p:nvSpPr>
        <p:spPr>
          <a:xfrm>
            <a:off x="2561713" y="120006"/>
            <a:ext cx="1814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IPv6</a:t>
            </a:r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</a:t>
            </a:r>
            <a:r>
              <a:rPr lang="en-US" altLang="zh-CN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14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RIPng</a:t>
            </a:r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3A1CFA-5645-2BF5-E7CD-3890D652C319}"/>
              </a:ext>
            </a:extLst>
          </p:cNvPr>
          <p:cNvSpPr txBox="1"/>
          <p:nvPr/>
        </p:nvSpPr>
        <p:spPr>
          <a:xfrm>
            <a:off x="9317576" y="1168676"/>
            <a:ext cx="1814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IPv6</a:t>
            </a:r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</a:t>
            </a:r>
            <a:r>
              <a:rPr lang="en-US" altLang="zh-CN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endParaRPr lang="zh-CN" altLang="en-US" sz="1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877D850-73F6-0D77-696A-0E458D5E0694}"/>
              </a:ext>
            </a:extLst>
          </p:cNvPr>
          <p:cNvSpPr txBox="1"/>
          <p:nvPr/>
        </p:nvSpPr>
        <p:spPr>
          <a:xfrm>
            <a:off x="7203552" y="2669411"/>
            <a:ext cx="2028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静态路由充当</a:t>
            </a:r>
            <a:r>
              <a:rPr lang="en-US" altLang="zh-CN" sz="11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BGP</a:t>
            </a:r>
          </a:p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隧道地址</a:t>
            </a:r>
            <a:r>
              <a:rPr lang="en-US" altLang="zh-CN" sz="1050" dirty="0">
                <a:solidFill>
                  <a:srgbClr val="FF0000"/>
                </a:solidFill>
                <a:latin typeface="Courier New" panose="02070309020205020404" pitchFamily="49" charset="0"/>
              </a:rPr>
              <a:t>172.31.80.0/30</a:t>
            </a:r>
            <a:endParaRPr lang="zh-CN" altLang="en-US" sz="105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C061E4-6B08-5CA9-7071-C00B0FDCDA33}"/>
              </a:ext>
            </a:extLst>
          </p:cNvPr>
          <p:cNvSpPr txBox="1"/>
          <p:nvPr/>
        </p:nvSpPr>
        <p:spPr>
          <a:xfrm>
            <a:off x="551396" y="1520567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96679F-16BD-2996-3F28-DFADCBDC9B06}"/>
              </a:ext>
            </a:extLst>
          </p:cNvPr>
          <p:cNvSpPr txBox="1"/>
          <p:nvPr/>
        </p:nvSpPr>
        <p:spPr>
          <a:xfrm>
            <a:off x="388947" y="3209037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51F0C2-EC74-9D62-BD5A-560FD75A042A}"/>
              </a:ext>
            </a:extLst>
          </p:cNvPr>
          <p:cNvSpPr txBox="1"/>
          <p:nvPr/>
        </p:nvSpPr>
        <p:spPr>
          <a:xfrm>
            <a:off x="538139" y="4160879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9F0AC0-C942-4D39-6BA0-B3C7500FDFA1}"/>
              </a:ext>
            </a:extLst>
          </p:cNvPr>
          <p:cNvSpPr txBox="1"/>
          <p:nvPr/>
        </p:nvSpPr>
        <p:spPr>
          <a:xfrm>
            <a:off x="369282" y="2501986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69D6E9-1116-9455-8569-2E0B491B7589}"/>
              </a:ext>
            </a:extLst>
          </p:cNvPr>
          <p:cNvSpPr txBox="1"/>
          <p:nvPr/>
        </p:nvSpPr>
        <p:spPr>
          <a:xfrm>
            <a:off x="7356763" y="5126591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7849036-4D78-16F3-EE63-7401D401AEE3}"/>
              </a:ext>
            </a:extLst>
          </p:cNvPr>
          <p:cNvSpPr txBox="1"/>
          <p:nvPr/>
        </p:nvSpPr>
        <p:spPr>
          <a:xfrm>
            <a:off x="9103885" y="4078841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36DC43D-0899-B64D-BF6B-FFAC345CC0F3}"/>
              </a:ext>
            </a:extLst>
          </p:cNvPr>
          <p:cNvSpPr txBox="1"/>
          <p:nvPr/>
        </p:nvSpPr>
        <p:spPr>
          <a:xfrm>
            <a:off x="6954604" y="5378295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9C4BD1-CBF5-FF7A-0B5E-E816F27DB285}"/>
              </a:ext>
            </a:extLst>
          </p:cNvPr>
          <p:cNvSpPr txBox="1"/>
          <p:nvPr/>
        </p:nvSpPr>
        <p:spPr>
          <a:xfrm>
            <a:off x="8518357" y="4541286"/>
            <a:ext cx="96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7AFBCA55-8603-01C3-2B81-38718ABBE25D}"/>
              </a:ext>
            </a:extLst>
          </p:cNvPr>
          <p:cNvSpPr/>
          <p:nvPr/>
        </p:nvSpPr>
        <p:spPr>
          <a:xfrm>
            <a:off x="9496425" y="1689100"/>
            <a:ext cx="2649705" cy="3359150"/>
          </a:xfrm>
          <a:custGeom>
            <a:avLst/>
            <a:gdLst>
              <a:gd name="csX0" fmla="*/ 0 w 2713205"/>
              <a:gd name="csY0" fmla="*/ 927100 h 3359150"/>
              <a:gd name="csX1" fmla="*/ 0 w 2713205"/>
              <a:gd name="csY1" fmla="*/ 927100 h 3359150"/>
              <a:gd name="csX2" fmla="*/ 38100 w 2713205"/>
              <a:gd name="csY2" fmla="*/ 97155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6200 w 2713205"/>
              <a:gd name="csY71" fmla="*/ 1092200 h 3359150"/>
              <a:gd name="csX72" fmla="*/ 0 w 2713205"/>
              <a:gd name="csY72" fmla="*/ 927100 h 3359150"/>
              <a:gd name="csX0" fmla="*/ 111125 w 2713205"/>
              <a:gd name="csY0" fmla="*/ 1073150 h 3359150"/>
              <a:gd name="csX1" fmla="*/ 0 w 2713205"/>
              <a:gd name="csY1" fmla="*/ 927100 h 3359150"/>
              <a:gd name="csX2" fmla="*/ 38100 w 2713205"/>
              <a:gd name="csY2" fmla="*/ 97155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6200 w 2713205"/>
              <a:gd name="csY71" fmla="*/ 1092200 h 3359150"/>
              <a:gd name="csX72" fmla="*/ 111125 w 2713205"/>
              <a:gd name="csY72" fmla="*/ 1073150 h 3359150"/>
              <a:gd name="csX0" fmla="*/ 111125 w 2713205"/>
              <a:gd name="csY0" fmla="*/ 1073150 h 3359150"/>
              <a:gd name="csX1" fmla="*/ 0 w 2713205"/>
              <a:gd name="csY1" fmla="*/ 927100 h 3359150"/>
              <a:gd name="csX2" fmla="*/ 104775 w 2713205"/>
              <a:gd name="csY2" fmla="*/ 94615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6200 w 2713205"/>
              <a:gd name="csY71" fmla="*/ 1092200 h 3359150"/>
              <a:gd name="csX72" fmla="*/ 111125 w 2713205"/>
              <a:gd name="csY72" fmla="*/ 1073150 h 3359150"/>
              <a:gd name="csX0" fmla="*/ 111125 w 2713205"/>
              <a:gd name="csY0" fmla="*/ 1073150 h 3359150"/>
              <a:gd name="csX1" fmla="*/ 0 w 2713205"/>
              <a:gd name="csY1" fmla="*/ 927100 h 3359150"/>
              <a:gd name="csX2" fmla="*/ 73025 w 2713205"/>
              <a:gd name="csY2" fmla="*/ 120650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6200 w 2713205"/>
              <a:gd name="csY71" fmla="*/ 1092200 h 3359150"/>
              <a:gd name="csX72" fmla="*/ 111125 w 2713205"/>
              <a:gd name="csY72" fmla="*/ 1073150 h 3359150"/>
              <a:gd name="csX0" fmla="*/ 63500 w 2713205"/>
              <a:gd name="csY0" fmla="*/ 974725 h 3359150"/>
              <a:gd name="csX1" fmla="*/ 0 w 2713205"/>
              <a:gd name="csY1" fmla="*/ 927100 h 3359150"/>
              <a:gd name="csX2" fmla="*/ 73025 w 2713205"/>
              <a:gd name="csY2" fmla="*/ 120650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6200 w 2713205"/>
              <a:gd name="csY71" fmla="*/ 1092200 h 3359150"/>
              <a:gd name="csX72" fmla="*/ 63500 w 2713205"/>
              <a:gd name="csY72" fmla="*/ 974725 h 3359150"/>
              <a:gd name="csX0" fmla="*/ 63500 w 2713205"/>
              <a:gd name="csY0" fmla="*/ 974725 h 3359150"/>
              <a:gd name="csX1" fmla="*/ 0 w 2713205"/>
              <a:gd name="csY1" fmla="*/ 927100 h 3359150"/>
              <a:gd name="csX2" fmla="*/ 73025 w 2713205"/>
              <a:gd name="csY2" fmla="*/ 1206500 h 3359150"/>
              <a:gd name="csX3" fmla="*/ 69850 w 2713205"/>
              <a:gd name="csY3" fmla="*/ 1092200 h 3359150"/>
              <a:gd name="csX4" fmla="*/ 88900 w 2713205"/>
              <a:gd name="csY4" fmla="*/ 1155700 h 3359150"/>
              <a:gd name="csX5" fmla="*/ 101600 w 2713205"/>
              <a:gd name="csY5" fmla="*/ 1257300 h 3359150"/>
              <a:gd name="csX6" fmla="*/ 107950 w 2713205"/>
              <a:gd name="csY6" fmla="*/ 1295400 h 3359150"/>
              <a:gd name="csX7" fmla="*/ 133350 w 2713205"/>
              <a:gd name="csY7" fmla="*/ 1390650 h 3359150"/>
              <a:gd name="csX8" fmla="*/ 139700 w 2713205"/>
              <a:gd name="csY8" fmla="*/ 1498600 h 3359150"/>
              <a:gd name="csX9" fmla="*/ 158750 w 2713205"/>
              <a:gd name="csY9" fmla="*/ 1676400 h 3359150"/>
              <a:gd name="csX10" fmla="*/ 165100 w 2713205"/>
              <a:gd name="csY10" fmla="*/ 1962150 h 3359150"/>
              <a:gd name="csX11" fmla="*/ 184150 w 2713205"/>
              <a:gd name="csY11" fmla="*/ 2076450 h 3359150"/>
              <a:gd name="csX12" fmla="*/ 196850 w 2713205"/>
              <a:gd name="csY12" fmla="*/ 2209800 h 3359150"/>
              <a:gd name="csX13" fmla="*/ 215900 w 2713205"/>
              <a:gd name="csY13" fmla="*/ 2273300 h 3359150"/>
              <a:gd name="csX14" fmla="*/ 254000 w 2713205"/>
              <a:gd name="csY14" fmla="*/ 2489200 h 3359150"/>
              <a:gd name="csX15" fmla="*/ 260350 w 2713205"/>
              <a:gd name="csY15" fmla="*/ 2559050 h 3359150"/>
              <a:gd name="csX16" fmla="*/ 266700 w 2713205"/>
              <a:gd name="csY16" fmla="*/ 2597150 h 3359150"/>
              <a:gd name="csX17" fmla="*/ 292100 w 2713205"/>
              <a:gd name="csY17" fmla="*/ 2628900 h 3359150"/>
              <a:gd name="csX18" fmla="*/ 400050 w 2713205"/>
              <a:gd name="csY18" fmla="*/ 2787650 h 3359150"/>
              <a:gd name="csX19" fmla="*/ 438150 w 2713205"/>
              <a:gd name="csY19" fmla="*/ 2825750 h 3359150"/>
              <a:gd name="csX20" fmla="*/ 488950 w 2713205"/>
              <a:gd name="csY20" fmla="*/ 2901950 h 3359150"/>
              <a:gd name="csX21" fmla="*/ 609600 w 2713205"/>
              <a:gd name="csY21" fmla="*/ 2984500 h 3359150"/>
              <a:gd name="csX22" fmla="*/ 825500 w 2713205"/>
              <a:gd name="csY22" fmla="*/ 3117850 h 3359150"/>
              <a:gd name="csX23" fmla="*/ 1022350 w 2713205"/>
              <a:gd name="csY23" fmla="*/ 3232150 h 3359150"/>
              <a:gd name="csX24" fmla="*/ 1358900 w 2713205"/>
              <a:gd name="csY24" fmla="*/ 3321050 h 3359150"/>
              <a:gd name="csX25" fmla="*/ 1511300 w 2713205"/>
              <a:gd name="csY25" fmla="*/ 3359150 h 3359150"/>
              <a:gd name="csX26" fmla="*/ 1695450 w 2713205"/>
              <a:gd name="csY26" fmla="*/ 3352800 h 3359150"/>
              <a:gd name="csX27" fmla="*/ 1898650 w 2713205"/>
              <a:gd name="csY27" fmla="*/ 3270250 h 3359150"/>
              <a:gd name="csX28" fmla="*/ 2184400 w 2713205"/>
              <a:gd name="csY28" fmla="*/ 3067050 h 3359150"/>
              <a:gd name="csX29" fmla="*/ 2495550 w 2713205"/>
              <a:gd name="csY29" fmla="*/ 2546350 h 3359150"/>
              <a:gd name="csX30" fmla="*/ 2520950 w 2713205"/>
              <a:gd name="csY30" fmla="*/ 2489200 h 3359150"/>
              <a:gd name="csX31" fmla="*/ 2565400 w 2713205"/>
              <a:gd name="csY31" fmla="*/ 2336800 h 3359150"/>
              <a:gd name="csX32" fmla="*/ 2578100 w 2713205"/>
              <a:gd name="csY32" fmla="*/ 2286000 h 3359150"/>
              <a:gd name="csX33" fmla="*/ 2603500 w 2713205"/>
              <a:gd name="csY33" fmla="*/ 2222500 h 3359150"/>
              <a:gd name="csX34" fmla="*/ 2622550 w 2713205"/>
              <a:gd name="csY34" fmla="*/ 2139950 h 3359150"/>
              <a:gd name="csX35" fmla="*/ 2654300 w 2713205"/>
              <a:gd name="csY35" fmla="*/ 2038350 h 3359150"/>
              <a:gd name="csX36" fmla="*/ 2667000 w 2713205"/>
              <a:gd name="csY36" fmla="*/ 1936750 h 3359150"/>
              <a:gd name="csX37" fmla="*/ 2660650 w 2713205"/>
              <a:gd name="csY37" fmla="*/ 1847850 h 3359150"/>
              <a:gd name="csX38" fmla="*/ 2679700 w 2713205"/>
              <a:gd name="csY38" fmla="*/ 1225550 h 3359150"/>
              <a:gd name="csX39" fmla="*/ 2686050 w 2713205"/>
              <a:gd name="csY39" fmla="*/ 1181100 h 3359150"/>
              <a:gd name="csX40" fmla="*/ 2705100 w 2713205"/>
              <a:gd name="csY40" fmla="*/ 1136650 h 3359150"/>
              <a:gd name="csX41" fmla="*/ 2698750 w 2713205"/>
              <a:gd name="csY41" fmla="*/ 495300 h 3359150"/>
              <a:gd name="csX42" fmla="*/ 2686050 w 2713205"/>
              <a:gd name="csY42" fmla="*/ 444500 h 3359150"/>
              <a:gd name="csX43" fmla="*/ 2590800 w 2713205"/>
              <a:gd name="csY43" fmla="*/ 317500 h 3359150"/>
              <a:gd name="csX44" fmla="*/ 2565400 w 2713205"/>
              <a:gd name="csY44" fmla="*/ 279400 h 3359150"/>
              <a:gd name="csX45" fmla="*/ 2546350 w 2713205"/>
              <a:gd name="csY45" fmla="*/ 234950 h 3359150"/>
              <a:gd name="csX46" fmla="*/ 2482850 w 2713205"/>
              <a:gd name="csY46" fmla="*/ 165100 h 3359150"/>
              <a:gd name="csX47" fmla="*/ 2457450 w 2713205"/>
              <a:gd name="csY47" fmla="*/ 158750 h 3359150"/>
              <a:gd name="csX48" fmla="*/ 2425700 w 2713205"/>
              <a:gd name="csY48" fmla="*/ 139700 h 3359150"/>
              <a:gd name="csX49" fmla="*/ 2228850 w 2713205"/>
              <a:gd name="csY49" fmla="*/ 82550 h 3359150"/>
              <a:gd name="csX50" fmla="*/ 1860550 w 2713205"/>
              <a:gd name="csY50" fmla="*/ 0 h 3359150"/>
              <a:gd name="csX51" fmla="*/ 1409700 w 2713205"/>
              <a:gd name="csY51" fmla="*/ 6350 h 3359150"/>
              <a:gd name="csX52" fmla="*/ 1187450 w 2713205"/>
              <a:gd name="csY52" fmla="*/ 82550 h 3359150"/>
              <a:gd name="csX53" fmla="*/ 1085850 w 2713205"/>
              <a:gd name="csY53" fmla="*/ 127000 h 3359150"/>
              <a:gd name="csX54" fmla="*/ 1028700 w 2713205"/>
              <a:gd name="csY54" fmla="*/ 146050 h 3359150"/>
              <a:gd name="csX55" fmla="*/ 990600 w 2713205"/>
              <a:gd name="csY55" fmla="*/ 171450 h 3359150"/>
              <a:gd name="csX56" fmla="*/ 939800 w 2713205"/>
              <a:gd name="csY56" fmla="*/ 196850 h 3359150"/>
              <a:gd name="csX57" fmla="*/ 876300 w 2713205"/>
              <a:gd name="csY57" fmla="*/ 247650 h 3359150"/>
              <a:gd name="csX58" fmla="*/ 781050 w 2713205"/>
              <a:gd name="csY58" fmla="*/ 311150 h 3359150"/>
              <a:gd name="csX59" fmla="*/ 736600 w 2713205"/>
              <a:gd name="csY59" fmla="*/ 349250 h 3359150"/>
              <a:gd name="csX60" fmla="*/ 654050 w 2713205"/>
              <a:gd name="csY60" fmla="*/ 381000 h 3359150"/>
              <a:gd name="csX61" fmla="*/ 514350 w 2713205"/>
              <a:gd name="csY61" fmla="*/ 476250 h 3359150"/>
              <a:gd name="csX62" fmla="*/ 412750 w 2713205"/>
              <a:gd name="csY62" fmla="*/ 552450 h 3359150"/>
              <a:gd name="csX63" fmla="*/ 361950 w 2713205"/>
              <a:gd name="csY63" fmla="*/ 584200 h 3359150"/>
              <a:gd name="csX64" fmla="*/ 317500 w 2713205"/>
              <a:gd name="csY64" fmla="*/ 622300 h 3359150"/>
              <a:gd name="csX65" fmla="*/ 247650 w 2713205"/>
              <a:gd name="csY65" fmla="*/ 666750 h 3359150"/>
              <a:gd name="csX66" fmla="*/ 158750 w 2713205"/>
              <a:gd name="csY66" fmla="*/ 730250 h 3359150"/>
              <a:gd name="csX67" fmla="*/ 127000 w 2713205"/>
              <a:gd name="csY67" fmla="*/ 762000 h 3359150"/>
              <a:gd name="csX68" fmla="*/ 101600 w 2713205"/>
              <a:gd name="csY68" fmla="*/ 806450 h 3359150"/>
              <a:gd name="csX69" fmla="*/ 95250 w 2713205"/>
              <a:gd name="csY69" fmla="*/ 831850 h 3359150"/>
              <a:gd name="csX70" fmla="*/ 82550 w 2713205"/>
              <a:gd name="csY70" fmla="*/ 876300 h 3359150"/>
              <a:gd name="csX71" fmla="*/ 79375 w 2713205"/>
              <a:gd name="csY71" fmla="*/ 892175 h 3359150"/>
              <a:gd name="csX72" fmla="*/ 63500 w 27132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01600 w 2649705"/>
              <a:gd name="csY10" fmla="*/ 1962150 h 3359150"/>
              <a:gd name="csX11" fmla="*/ 120650 w 2649705"/>
              <a:gd name="csY11" fmla="*/ 2076450 h 3359150"/>
              <a:gd name="csX12" fmla="*/ 133350 w 2649705"/>
              <a:gd name="csY12" fmla="*/ 2209800 h 3359150"/>
              <a:gd name="csX13" fmla="*/ 152400 w 2649705"/>
              <a:gd name="csY13" fmla="*/ 2273300 h 3359150"/>
              <a:gd name="csX14" fmla="*/ 1905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01600 w 2649705"/>
              <a:gd name="csY10" fmla="*/ 1962150 h 3359150"/>
              <a:gd name="csX11" fmla="*/ 196850 w 2649705"/>
              <a:gd name="csY11" fmla="*/ 2060575 h 3359150"/>
              <a:gd name="csX12" fmla="*/ 133350 w 2649705"/>
              <a:gd name="csY12" fmla="*/ 2209800 h 3359150"/>
              <a:gd name="csX13" fmla="*/ 152400 w 2649705"/>
              <a:gd name="csY13" fmla="*/ 2273300 h 3359150"/>
              <a:gd name="csX14" fmla="*/ 1905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133350 w 2649705"/>
              <a:gd name="csY12" fmla="*/ 2209800 h 3359150"/>
              <a:gd name="csX13" fmla="*/ 152400 w 2649705"/>
              <a:gd name="csY13" fmla="*/ 2273300 h 3359150"/>
              <a:gd name="csX14" fmla="*/ 1905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152400 w 2649705"/>
              <a:gd name="csY13" fmla="*/ 2273300 h 3359150"/>
              <a:gd name="csX14" fmla="*/ 1905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266700 w 2649705"/>
              <a:gd name="csY13" fmla="*/ 2333625 h 3359150"/>
              <a:gd name="csX14" fmla="*/ 1905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266700 w 2649705"/>
              <a:gd name="csY13" fmla="*/ 2333625 h 3359150"/>
              <a:gd name="csX14" fmla="*/ 292100 w 2649705"/>
              <a:gd name="csY14" fmla="*/ 2489200 h 3359150"/>
              <a:gd name="csX15" fmla="*/ 196850 w 2649705"/>
              <a:gd name="csY15" fmla="*/ 2559050 h 3359150"/>
              <a:gd name="csX16" fmla="*/ 20320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266700 w 2649705"/>
              <a:gd name="csY13" fmla="*/ 2333625 h 3359150"/>
              <a:gd name="csX14" fmla="*/ 292100 w 2649705"/>
              <a:gd name="csY14" fmla="*/ 2489200 h 3359150"/>
              <a:gd name="csX15" fmla="*/ 196850 w 2649705"/>
              <a:gd name="csY15" fmla="*/ 2559050 h 3359150"/>
              <a:gd name="csX16" fmla="*/ 29845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266700 w 2649705"/>
              <a:gd name="csY13" fmla="*/ 2333625 h 3359150"/>
              <a:gd name="csX14" fmla="*/ 292100 w 2649705"/>
              <a:gd name="csY14" fmla="*/ 2489200 h 3359150"/>
              <a:gd name="csX15" fmla="*/ 295275 w 2649705"/>
              <a:gd name="csY15" fmla="*/ 2552700 h 3359150"/>
              <a:gd name="csX16" fmla="*/ 298450 w 2649705"/>
              <a:gd name="csY16" fmla="*/ 2597150 h 3359150"/>
              <a:gd name="csX17" fmla="*/ 228600 w 2649705"/>
              <a:gd name="csY17" fmla="*/ 2628900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  <a:gd name="csX0" fmla="*/ 0 w 2649705"/>
              <a:gd name="csY0" fmla="*/ 974725 h 3359150"/>
              <a:gd name="csX1" fmla="*/ 6350 w 2649705"/>
              <a:gd name="csY1" fmla="*/ 1054100 h 3359150"/>
              <a:gd name="csX2" fmla="*/ 9525 w 2649705"/>
              <a:gd name="csY2" fmla="*/ 1206500 h 3359150"/>
              <a:gd name="csX3" fmla="*/ 6350 w 2649705"/>
              <a:gd name="csY3" fmla="*/ 1092200 h 3359150"/>
              <a:gd name="csX4" fmla="*/ 25400 w 2649705"/>
              <a:gd name="csY4" fmla="*/ 1155700 h 3359150"/>
              <a:gd name="csX5" fmla="*/ 38100 w 2649705"/>
              <a:gd name="csY5" fmla="*/ 1257300 h 3359150"/>
              <a:gd name="csX6" fmla="*/ 44450 w 2649705"/>
              <a:gd name="csY6" fmla="*/ 1295400 h 3359150"/>
              <a:gd name="csX7" fmla="*/ 69850 w 2649705"/>
              <a:gd name="csY7" fmla="*/ 1390650 h 3359150"/>
              <a:gd name="csX8" fmla="*/ 76200 w 2649705"/>
              <a:gd name="csY8" fmla="*/ 1498600 h 3359150"/>
              <a:gd name="csX9" fmla="*/ 95250 w 2649705"/>
              <a:gd name="csY9" fmla="*/ 1676400 h 3359150"/>
              <a:gd name="csX10" fmla="*/ 161925 w 2649705"/>
              <a:gd name="csY10" fmla="*/ 1958975 h 3359150"/>
              <a:gd name="csX11" fmla="*/ 196850 w 2649705"/>
              <a:gd name="csY11" fmla="*/ 2060575 h 3359150"/>
              <a:gd name="csX12" fmla="*/ 222250 w 2649705"/>
              <a:gd name="csY12" fmla="*/ 2203450 h 3359150"/>
              <a:gd name="csX13" fmla="*/ 266700 w 2649705"/>
              <a:gd name="csY13" fmla="*/ 2333625 h 3359150"/>
              <a:gd name="csX14" fmla="*/ 292100 w 2649705"/>
              <a:gd name="csY14" fmla="*/ 2489200 h 3359150"/>
              <a:gd name="csX15" fmla="*/ 295275 w 2649705"/>
              <a:gd name="csY15" fmla="*/ 2552700 h 3359150"/>
              <a:gd name="csX16" fmla="*/ 298450 w 2649705"/>
              <a:gd name="csY16" fmla="*/ 2597150 h 3359150"/>
              <a:gd name="csX17" fmla="*/ 317500 w 2649705"/>
              <a:gd name="csY17" fmla="*/ 2644775 h 3359150"/>
              <a:gd name="csX18" fmla="*/ 336550 w 2649705"/>
              <a:gd name="csY18" fmla="*/ 2787650 h 3359150"/>
              <a:gd name="csX19" fmla="*/ 374650 w 2649705"/>
              <a:gd name="csY19" fmla="*/ 2825750 h 3359150"/>
              <a:gd name="csX20" fmla="*/ 425450 w 2649705"/>
              <a:gd name="csY20" fmla="*/ 2901950 h 3359150"/>
              <a:gd name="csX21" fmla="*/ 546100 w 2649705"/>
              <a:gd name="csY21" fmla="*/ 2984500 h 3359150"/>
              <a:gd name="csX22" fmla="*/ 762000 w 2649705"/>
              <a:gd name="csY22" fmla="*/ 3117850 h 3359150"/>
              <a:gd name="csX23" fmla="*/ 958850 w 2649705"/>
              <a:gd name="csY23" fmla="*/ 3232150 h 3359150"/>
              <a:gd name="csX24" fmla="*/ 1295400 w 2649705"/>
              <a:gd name="csY24" fmla="*/ 3321050 h 3359150"/>
              <a:gd name="csX25" fmla="*/ 1447800 w 2649705"/>
              <a:gd name="csY25" fmla="*/ 3359150 h 3359150"/>
              <a:gd name="csX26" fmla="*/ 1631950 w 2649705"/>
              <a:gd name="csY26" fmla="*/ 3352800 h 3359150"/>
              <a:gd name="csX27" fmla="*/ 1835150 w 2649705"/>
              <a:gd name="csY27" fmla="*/ 3270250 h 3359150"/>
              <a:gd name="csX28" fmla="*/ 2120900 w 2649705"/>
              <a:gd name="csY28" fmla="*/ 3067050 h 3359150"/>
              <a:gd name="csX29" fmla="*/ 2432050 w 2649705"/>
              <a:gd name="csY29" fmla="*/ 2546350 h 3359150"/>
              <a:gd name="csX30" fmla="*/ 2457450 w 2649705"/>
              <a:gd name="csY30" fmla="*/ 2489200 h 3359150"/>
              <a:gd name="csX31" fmla="*/ 2501900 w 2649705"/>
              <a:gd name="csY31" fmla="*/ 2336800 h 3359150"/>
              <a:gd name="csX32" fmla="*/ 2514600 w 2649705"/>
              <a:gd name="csY32" fmla="*/ 2286000 h 3359150"/>
              <a:gd name="csX33" fmla="*/ 2540000 w 2649705"/>
              <a:gd name="csY33" fmla="*/ 2222500 h 3359150"/>
              <a:gd name="csX34" fmla="*/ 2559050 w 2649705"/>
              <a:gd name="csY34" fmla="*/ 2139950 h 3359150"/>
              <a:gd name="csX35" fmla="*/ 2590800 w 2649705"/>
              <a:gd name="csY35" fmla="*/ 2038350 h 3359150"/>
              <a:gd name="csX36" fmla="*/ 2603500 w 2649705"/>
              <a:gd name="csY36" fmla="*/ 1936750 h 3359150"/>
              <a:gd name="csX37" fmla="*/ 2597150 w 2649705"/>
              <a:gd name="csY37" fmla="*/ 1847850 h 3359150"/>
              <a:gd name="csX38" fmla="*/ 2616200 w 2649705"/>
              <a:gd name="csY38" fmla="*/ 1225550 h 3359150"/>
              <a:gd name="csX39" fmla="*/ 2622550 w 2649705"/>
              <a:gd name="csY39" fmla="*/ 1181100 h 3359150"/>
              <a:gd name="csX40" fmla="*/ 2641600 w 2649705"/>
              <a:gd name="csY40" fmla="*/ 1136650 h 3359150"/>
              <a:gd name="csX41" fmla="*/ 2635250 w 2649705"/>
              <a:gd name="csY41" fmla="*/ 495300 h 3359150"/>
              <a:gd name="csX42" fmla="*/ 2622550 w 2649705"/>
              <a:gd name="csY42" fmla="*/ 444500 h 3359150"/>
              <a:gd name="csX43" fmla="*/ 2527300 w 2649705"/>
              <a:gd name="csY43" fmla="*/ 317500 h 3359150"/>
              <a:gd name="csX44" fmla="*/ 2501900 w 2649705"/>
              <a:gd name="csY44" fmla="*/ 279400 h 3359150"/>
              <a:gd name="csX45" fmla="*/ 2482850 w 2649705"/>
              <a:gd name="csY45" fmla="*/ 234950 h 3359150"/>
              <a:gd name="csX46" fmla="*/ 2419350 w 2649705"/>
              <a:gd name="csY46" fmla="*/ 165100 h 3359150"/>
              <a:gd name="csX47" fmla="*/ 2393950 w 2649705"/>
              <a:gd name="csY47" fmla="*/ 158750 h 3359150"/>
              <a:gd name="csX48" fmla="*/ 2362200 w 2649705"/>
              <a:gd name="csY48" fmla="*/ 139700 h 3359150"/>
              <a:gd name="csX49" fmla="*/ 2165350 w 2649705"/>
              <a:gd name="csY49" fmla="*/ 82550 h 3359150"/>
              <a:gd name="csX50" fmla="*/ 1797050 w 2649705"/>
              <a:gd name="csY50" fmla="*/ 0 h 3359150"/>
              <a:gd name="csX51" fmla="*/ 1346200 w 2649705"/>
              <a:gd name="csY51" fmla="*/ 6350 h 3359150"/>
              <a:gd name="csX52" fmla="*/ 1123950 w 2649705"/>
              <a:gd name="csY52" fmla="*/ 82550 h 3359150"/>
              <a:gd name="csX53" fmla="*/ 1022350 w 2649705"/>
              <a:gd name="csY53" fmla="*/ 127000 h 3359150"/>
              <a:gd name="csX54" fmla="*/ 965200 w 2649705"/>
              <a:gd name="csY54" fmla="*/ 146050 h 3359150"/>
              <a:gd name="csX55" fmla="*/ 927100 w 2649705"/>
              <a:gd name="csY55" fmla="*/ 171450 h 3359150"/>
              <a:gd name="csX56" fmla="*/ 876300 w 2649705"/>
              <a:gd name="csY56" fmla="*/ 196850 h 3359150"/>
              <a:gd name="csX57" fmla="*/ 812800 w 2649705"/>
              <a:gd name="csY57" fmla="*/ 247650 h 3359150"/>
              <a:gd name="csX58" fmla="*/ 717550 w 2649705"/>
              <a:gd name="csY58" fmla="*/ 311150 h 3359150"/>
              <a:gd name="csX59" fmla="*/ 673100 w 2649705"/>
              <a:gd name="csY59" fmla="*/ 349250 h 3359150"/>
              <a:gd name="csX60" fmla="*/ 590550 w 2649705"/>
              <a:gd name="csY60" fmla="*/ 381000 h 3359150"/>
              <a:gd name="csX61" fmla="*/ 450850 w 2649705"/>
              <a:gd name="csY61" fmla="*/ 476250 h 3359150"/>
              <a:gd name="csX62" fmla="*/ 349250 w 2649705"/>
              <a:gd name="csY62" fmla="*/ 552450 h 3359150"/>
              <a:gd name="csX63" fmla="*/ 298450 w 2649705"/>
              <a:gd name="csY63" fmla="*/ 584200 h 3359150"/>
              <a:gd name="csX64" fmla="*/ 254000 w 2649705"/>
              <a:gd name="csY64" fmla="*/ 622300 h 3359150"/>
              <a:gd name="csX65" fmla="*/ 184150 w 2649705"/>
              <a:gd name="csY65" fmla="*/ 666750 h 3359150"/>
              <a:gd name="csX66" fmla="*/ 95250 w 2649705"/>
              <a:gd name="csY66" fmla="*/ 730250 h 3359150"/>
              <a:gd name="csX67" fmla="*/ 63500 w 2649705"/>
              <a:gd name="csY67" fmla="*/ 762000 h 3359150"/>
              <a:gd name="csX68" fmla="*/ 38100 w 2649705"/>
              <a:gd name="csY68" fmla="*/ 806450 h 3359150"/>
              <a:gd name="csX69" fmla="*/ 31750 w 2649705"/>
              <a:gd name="csY69" fmla="*/ 831850 h 3359150"/>
              <a:gd name="csX70" fmla="*/ 19050 w 2649705"/>
              <a:gd name="csY70" fmla="*/ 876300 h 3359150"/>
              <a:gd name="csX71" fmla="*/ 15875 w 2649705"/>
              <a:gd name="csY71" fmla="*/ 892175 h 3359150"/>
              <a:gd name="csX72" fmla="*/ 0 w 2649705"/>
              <a:gd name="csY72" fmla="*/ 974725 h 3359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2649705" h="3359150">
                <a:moveTo>
                  <a:pt x="0" y="974725"/>
                </a:moveTo>
                <a:lnTo>
                  <a:pt x="6350" y="1054100"/>
                </a:lnTo>
                <a:cubicBezTo>
                  <a:pt x="19050" y="1068917"/>
                  <a:pt x="9525" y="1200150"/>
                  <a:pt x="9525" y="1206500"/>
                </a:cubicBezTo>
                <a:cubicBezTo>
                  <a:pt x="9525" y="1212850"/>
                  <a:pt x="-5600" y="1052368"/>
                  <a:pt x="6350" y="1092200"/>
                </a:cubicBezTo>
                <a:lnTo>
                  <a:pt x="25400" y="1155700"/>
                </a:lnTo>
                <a:cubicBezTo>
                  <a:pt x="29633" y="1189567"/>
                  <a:pt x="33489" y="1223483"/>
                  <a:pt x="38100" y="1257300"/>
                </a:cubicBezTo>
                <a:cubicBezTo>
                  <a:pt x="39840" y="1270057"/>
                  <a:pt x="41468" y="1282875"/>
                  <a:pt x="44450" y="1295400"/>
                </a:cubicBezTo>
                <a:cubicBezTo>
                  <a:pt x="52061" y="1327366"/>
                  <a:pt x="69850" y="1390650"/>
                  <a:pt x="69850" y="1390650"/>
                </a:cubicBezTo>
                <a:cubicBezTo>
                  <a:pt x="71967" y="1426633"/>
                  <a:pt x="73009" y="1462696"/>
                  <a:pt x="76200" y="1498600"/>
                </a:cubicBezTo>
                <a:cubicBezTo>
                  <a:pt x="81477" y="1557972"/>
                  <a:pt x="80963" y="1599671"/>
                  <a:pt x="95250" y="1676400"/>
                </a:cubicBezTo>
                <a:cubicBezTo>
                  <a:pt x="109537" y="1753129"/>
                  <a:pt x="144992" y="1894946"/>
                  <a:pt x="161925" y="1958975"/>
                </a:cubicBezTo>
                <a:cubicBezTo>
                  <a:pt x="178858" y="2023004"/>
                  <a:pt x="186796" y="2019829"/>
                  <a:pt x="196850" y="2060575"/>
                </a:cubicBezTo>
                <a:cubicBezTo>
                  <a:pt x="206904" y="2101321"/>
                  <a:pt x="210608" y="2157942"/>
                  <a:pt x="222250" y="2203450"/>
                </a:cubicBezTo>
                <a:cubicBezTo>
                  <a:pt x="233892" y="2248958"/>
                  <a:pt x="255058" y="2286000"/>
                  <a:pt x="266700" y="2333625"/>
                </a:cubicBezTo>
                <a:cubicBezTo>
                  <a:pt x="278342" y="2381250"/>
                  <a:pt x="287338" y="2452688"/>
                  <a:pt x="292100" y="2489200"/>
                </a:cubicBezTo>
                <a:cubicBezTo>
                  <a:pt x="296863" y="2525713"/>
                  <a:pt x="294217" y="2534709"/>
                  <a:pt x="295275" y="2552700"/>
                </a:cubicBezTo>
                <a:cubicBezTo>
                  <a:pt x="296333" y="2570691"/>
                  <a:pt x="294746" y="2581804"/>
                  <a:pt x="298450" y="2597150"/>
                </a:cubicBezTo>
                <a:cubicBezTo>
                  <a:pt x="302154" y="2612496"/>
                  <a:pt x="311150" y="2613025"/>
                  <a:pt x="317500" y="2644775"/>
                </a:cubicBezTo>
                <a:cubicBezTo>
                  <a:pt x="323850" y="2676525"/>
                  <a:pt x="327025" y="2757488"/>
                  <a:pt x="336550" y="2787650"/>
                </a:cubicBezTo>
                <a:cubicBezTo>
                  <a:pt x="346075" y="2817812"/>
                  <a:pt x="363623" y="2811573"/>
                  <a:pt x="374650" y="2825750"/>
                </a:cubicBezTo>
                <a:cubicBezTo>
                  <a:pt x="393392" y="2849847"/>
                  <a:pt x="403050" y="2881210"/>
                  <a:pt x="425450" y="2901950"/>
                </a:cubicBezTo>
                <a:cubicBezTo>
                  <a:pt x="461206" y="2935057"/>
                  <a:pt x="506756" y="2955749"/>
                  <a:pt x="546100" y="2984500"/>
                </a:cubicBezTo>
                <a:cubicBezTo>
                  <a:pt x="718337" y="3110366"/>
                  <a:pt x="311680" y="2861633"/>
                  <a:pt x="762000" y="3117850"/>
                </a:cubicBezTo>
                <a:cubicBezTo>
                  <a:pt x="827949" y="3155372"/>
                  <a:pt x="885490" y="3212772"/>
                  <a:pt x="958850" y="3232150"/>
                </a:cubicBezTo>
                <a:cubicBezTo>
                  <a:pt x="1071033" y="3261783"/>
                  <a:pt x="1183970" y="3288699"/>
                  <a:pt x="1295400" y="3321050"/>
                </a:cubicBezTo>
                <a:cubicBezTo>
                  <a:pt x="1466662" y="3370771"/>
                  <a:pt x="1201527" y="3326314"/>
                  <a:pt x="1447800" y="3359150"/>
                </a:cubicBezTo>
                <a:lnTo>
                  <a:pt x="1631950" y="3352800"/>
                </a:lnTo>
                <a:cubicBezTo>
                  <a:pt x="1660499" y="3348042"/>
                  <a:pt x="1798919" y="3290836"/>
                  <a:pt x="1835150" y="3270250"/>
                </a:cubicBezTo>
                <a:cubicBezTo>
                  <a:pt x="1910429" y="3227478"/>
                  <a:pt x="2057600" y="3149943"/>
                  <a:pt x="2120900" y="3067050"/>
                </a:cubicBezTo>
                <a:cubicBezTo>
                  <a:pt x="2229926" y="2924278"/>
                  <a:pt x="2358062" y="2712824"/>
                  <a:pt x="2432050" y="2546350"/>
                </a:cubicBezTo>
                <a:lnTo>
                  <a:pt x="2457450" y="2489200"/>
                </a:lnTo>
                <a:cubicBezTo>
                  <a:pt x="2495895" y="2309789"/>
                  <a:pt x="2454248" y="2479756"/>
                  <a:pt x="2501900" y="2336800"/>
                </a:cubicBezTo>
                <a:cubicBezTo>
                  <a:pt x="2507420" y="2320241"/>
                  <a:pt x="2509080" y="2302559"/>
                  <a:pt x="2514600" y="2286000"/>
                </a:cubicBezTo>
                <a:cubicBezTo>
                  <a:pt x="2521809" y="2264373"/>
                  <a:pt x="2533362" y="2244309"/>
                  <a:pt x="2540000" y="2222500"/>
                </a:cubicBezTo>
                <a:cubicBezTo>
                  <a:pt x="2548222" y="2195484"/>
                  <a:pt x="2551540" y="2167173"/>
                  <a:pt x="2559050" y="2139950"/>
                </a:cubicBezTo>
                <a:cubicBezTo>
                  <a:pt x="2568486" y="2105746"/>
                  <a:pt x="2580217" y="2072217"/>
                  <a:pt x="2590800" y="2038350"/>
                </a:cubicBezTo>
                <a:cubicBezTo>
                  <a:pt x="2595033" y="2004483"/>
                  <a:pt x="2602363" y="1970861"/>
                  <a:pt x="2603500" y="1936750"/>
                </a:cubicBezTo>
                <a:cubicBezTo>
                  <a:pt x="2604490" y="1907058"/>
                  <a:pt x="2596620" y="1877554"/>
                  <a:pt x="2597150" y="1847850"/>
                </a:cubicBezTo>
                <a:cubicBezTo>
                  <a:pt x="2600855" y="1640353"/>
                  <a:pt x="2608300" y="1432930"/>
                  <a:pt x="2616200" y="1225550"/>
                </a:cubicBezTo>
                <a:cubicBezTo>
                  <a:pt x="2616770" y="1210594"/>
                  <a:pt x="2618438" y="1195491"/>
                  <a:pt x="2622550" y="1181100"/>
                </a:cubicBezTo>
                <a:cubicBezTo>
                  <a:pt x="2626979" y="1165600"/>
                  <a:pt x="2635250" y="1151467"/>
                  <a:pt x="2641600" y="1136650"/>
                </a:cubicBezTo>
                <a:cubicBezTo>
                  <a:pt x="2652293" y="858633"/>
                  <a:pt x="2654494" y="894621"/>
                  <a:pt x="2635250" y="495300"/>
                </a:cubicBezTo>
                <a:cubicBezTo>
                  <a:pt x="2634410" y="477866"/>
                  <a:pt x="2631608" y="459420"/>
                  <a:pt x="2622550" y="444500"/>
                </a:cubicBezTo>
                <a:cubicBezTo>
                  <a:pt x="2595087" y="399267"/>
                  <a:pt x="2558522" y="360224"/>
                  <a:pt x="2527300" y="317500"/>
                </a:cubicBezTo>
                <a:cubicBezTo>
                  <a:pt x="2518294" y="305176"/>
                  <a:pt x="2509136" y="292839"/>
                  <a:pt x="2501900" y="279400"/>
                </a:cubicBezTo>
                <a:cubicBezTo>
                  <a:pt x="2494257" y="265207"/>
                  <a:pt x="2491394" y="248620"/>
                  <a:pt x="2482850" y="234950"/>
                </a:cubicBezTo>
                <a:cubicBezTo>
                  <a:pt x="2472048" y="217667"/>
                  <a:pt x="2446358" y="176675"/>
                  <a:pt x="2419350" y="165100"/>
                </a:cubicBezTo>
                <a:cubicBezTo>
                  <a:pt x="2411328" y="161662"/>
                  <a:pt x="2402417" y="160867"/>
                  <a:pt x="2393950" y="158750"/>
                </a:cubicBezTo>
                <a:cubicBezTo>
                  <a:pt x="2383367" y="152400"/>
                  <a:pt x="2373613" y="144399"/>
                  <a:pt x="2362200" y="139700"/>
                </a:cubicBezTo>
                <a:cubicBezTo>
                  <a:pt x="2311163" y="118685"/>
                  <a:pt x="2211531" y="93877"/>
                  <a:pt x="2165350" y="82550"/>
                </a:cubicBezTo>
                <a:cubicBezTo>
                  <a:pt x="1970960" y="34869"/>
                  <a:pt x="1971278" y="36298"/>
                  <a:pt x="1797050" y="0"/>
                </a:cubicBezTo>
                <a:lnTo>
                  <a:pt x="1346200" y="6350"/>
                </a:lnTo>
                <a:cubicBezTo>
                  <a:pt x="1232460" y="15828"/>
                  <a:pt x="1207403" y="44033"/>
                  <a:pt x="1123950" y="82550"/>
                </a:cubicBezTo>
                <a:cubicBezTo>
                  <a:pt x="1090386" y="98041"/>
                  <a:pt x="1056672" y="113271"/>
                  <a:pt x="1022350" y="127000"/>
                </a:cubicBezTo>
                <a:cubicBezTo>
                  <a:pt x="1003706" y="134458"/>
                  <a:pt x="983397" y="137558"/>
                  <a:pt x="965200" y="146050"/>
                </a:cubicBezTo>
                <a:cubicBezTo>
                  <a:pt x="951368" y="152505"/>
                  <a:pt x="940352" y="163877"/>
                  <a:pt x="927100" y="171450"/>
                </a:cubicBezTo>
                <a:cubicBezTo>
                  <a:pt x="910662" y="180843"/>
                  <a:pt x="892052" y="186348"/>
                  <a:pt x="876300" y="196850"/>
                </a:cubicBezTo>
                <a:cubicBezTo>
                  <a:pt x="853746" y="211886"/>
                  <a:pt x="834775" y="231779"/>
                  <a:pt x="812800" y="247650"/>
                </a:cubicBezTo>
                <a:cubicBezTo>
                  <a:pt x="720017" y="314660"/>
                  <a:pt x="802452" y="244441"/>
                  <a:pt x="717550" y="311150"/>
                </a:cubicBezTo>
                <a:cubicBezTo>
                  <a:pt x="702205" y="323207"/>
                  <a:pt x="690199" y="339845"/>
                  <a:pt x="673100" y="349250"/>
                </a:cubicBezTo>
                <a:cubicBezTo>
                  <a:pt x="647268" y="363458"/>
                  <a:pt x="618067" y="370417"/>
                  <a:pt x="590550" y="381000"/>
                </a:cubicBezTo>
                <a:cubicBezTo>
                  <a:pt x="501245" y="470305"/>
                  <a:pt x="649898" y="326964"/>
                  <a:pt x="450850" y="476250"/>
                </a:cubicBezTo>
                <a:cubicBezTo>
                  <a:pt x="416983" y="501650"/>
                  <a:pt x="385149" y="530013"/>
                  <a:pt x="349250" y="552450"/>
                </a:cubicBezTo>
                <a:cubicBezTo>
                  <a:pt x="332317" y="563033"/>
                  <a:pt x="314553" y="572391"/>
                  <a:pt x="298450" y="584200"/>
                </a:cubicBezTo>
                <a:cubicBezTo>
                  <a:pt x="282713" y="595740"/>
                  <a:pt x="269820" y="610874"/>
                  <a:pt x="254000" y="622300"/>
                </a:cubicBezTo>
                <a:cubicBezTo>
                  <a:pt x="231627" y="638458"/>
                  <a:pt x="184150" y="666750"/>
                  <a:pt x="184150" y="666750"/>
                </a:cubicBezTo>
                <a:cubicBezTo>
                  <a:pt x="151823" y="715241"/>
                  <a:pt x="190819" y="662790"/>
                  <a:pt x="95250" y="730250"/>
                </a:cubicBezTo>
                <a:cubicBezTo>
                  <a:pt x="83022" y="738881"/>
                  <a:pt x="74083" y="751417"/>
                  <a:pt x="63500" y="762000"/>
                </a:cubicBezTo>
                <a:cubicBezTo>
                  <a:pt x="46802" y="828793"/>
                  <a:pt x="71728" y="747601"/>
                  <a:pt x="38100" y="806450"/>
                </a:cubicBezTo>
                <a:cubicBezTo>
                  <a:pt x="33770" y="814027"/>
                  <a:pt x="34046" y="823430"/>
                  <a:pt x="31750" y="831850"/>
                </a:cubicBezTo>
                <a:cubicBezTo>
                  <a:pt x="27695" y="846717"/>
                  <a:pt x="23283" y="861483"/>
                  <a:pt x="19050" y="876300"/>
                </a:cubicBezTo>
                <a:cubicBezTo>
                  <a:pt x="7645" y="990348"/>
                  <a:pt x="15875" y="718503"/>
                  <a:pt x="15875" y="892175"/>
                </a:cubicBezTo>
                <a:lnTo>
                  <a:pt x="0" y="974725"/>
                </a:lnTo>
                <a:close/>
              </a:path>
            </a:pathLst>
          </a:custGeom>
          <a:solidFill>
            <a:srgbClr val="FFFF00">
              <a:alpha val="4000"/>
            </a:srgb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3E9BE14-46DC-6F14-3899-9F94EEDB86B2}"/>
              </a:ext>
            </a:extLst>
          </p:cNvPr>
          <p:cNvSpPr txBox="1"/>
          <p:nvPr/>
        </p:nvSpPr>
        <p:spPr>
          <a:xfrm>
            <a:off x="3706871" y="3085535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10.9.11.0/24</a:t>
            </a:r>
            <a:endParaRPr lang="zh-CN" altLang="en-US" sz="9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84B2112-8091-7787-3B01-65AF8715DBE6}"/>
              </a:ext>
            </a:extLst>
          </p:cNvPr>
          <p:cNvSpPr txBox="1"/>
          <p:nvPr/>
        </p:nvSpPr>
        <p:spPr>
          <a:xfrm>
            <a:off x="4326706" y="3230042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10.9.12.0/24</a:t>
            </a:r>
            <a:endParaRPr lang="zh-CN" altLang="en-US" sz="9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5FFDF83-120A-6874-92E6-D979414A0A61}"/>
              </a:ext>
            </a:extLst>
          </p:cNvPr>
          <p:cNvSpPr txBox="1"/>
          <p:nvPr/>
        </p:nvSpPr>
        <p:spPr>
          <a:xfrm>
            <a:off x="4760615" y="3455588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10.9.13.0/24</a:t>
            </a:r>
            <a:endParaRPr lang="zh-CN" altLang="en-US" sz="9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06AD491-3BBE-91AF-A70A-55D38B5C7067}"/>
              </a:ext>
            </a:extLst>
          </p:cNvPr>
          <p:cNvSpPr txBox="1"/>
          <p:nvPr/>
        </p:nvSpPr>
        <p:spPr>
          <a:xfrm>
            <a:off x="5684357" y="3119749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10.9.14.0/24</a:t>
            </a:r>
            <a:endParaRPr lang="zh-CN" altLang="en-US" sz="9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D071C48-67D2-EFDD-7A6D-AF45A6FF9E9C}"/>
              </a:ext>
            </a:extLst>
          </p:cNvPr>
          <p:cNvSpPr txBox="1"/>
          <p:nvPr/>
        </p:nvSpPr>
        <p:spPr>
          <a:xfrm>
            <a:off x="8437942" y="4886381"/>
            <a:ext cx="1611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Vlan10:10.9.15.0/24</a:t>
            </a:r>
          </a:p>
          <a:p>
            <a:r>
              <a:rPr lang="en-US" altLang="zh-CN" sz="900" dirty="0">
                <a:latin typeface="Courier New" panose="02070309020205020404" pitchFamily="49" charset="0"/>
              </a:rPr>
              <a:t>Vlan20:10.9.20.0/24</a:t>
            </a:r>
            <a:endParaRPr lang="zh-CN" altLang="en-US" sz="9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59301B2-7AD4-FABE-F08D-637C0B123605}"/>
              </a:ext>
            </a:extLst>
          </p:cNvPr>
          <p:cNvSpPr txBox="1"/>
          <p:nvPr/>
        </p:nvSpPr>
        <p:spPr>
          <a:xfrm>
            <a:off x="4752180" y="4159319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10.9.16.0/24</a:t>
            </a:r>
            <a:endParaRPr lang="zh-CN" altLang="en-US" sz="9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5DF633A-E970-285C-2BEE-65C7FA6B3FAA}"/>
              </a:ext>
            </a:extLst>
          </p:cNvPr>
          <p:cNvSpPr txBox="1"/>
          <p:nvPr/>
        </p:nvSpPr>
        <p:spPr>
          <a:xfrm>
            <a:off x="4295268" y="5193100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10.9.17.0/24</a:t>
            </a:r>
            <a:endParaRPr lang="zh-CN" altLang="en-US" sz="9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E14FCA1-820A-6CF8-023C-0DF5BDF5C188}"/>
              </a:ext>
            </a:extLst>
          </p:cNvPr>
          <p:cNvSpPr txBox="1"/>
          <p:nvPr/>
        </p:nvSpPr>
        <p:spPr>
          <a:xfrm>
            <a:off x="3232517" y="4208225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10.9.18.0/24</a:t>
            </a:r>
            <a:endParaRPr lang="zh-CN" altLang="en-US" sz="9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E072FFD-D8B1-7AD6-B42A-0C9A04FD5F4E}"/>
              </a:ext>
            </a:extLst>
          </p:cNvPr>
          <p:cNvSpPr txBox="1"/>
          <p:nvPr/>
        </p:nvSpPr>
        <p:spPr>
          <a:xfrm>
            <a:off x="3216779" y="3566248"/>
            <a:ext cx="11842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urier New" panose="02070309020205020404" pitchFamily="49" charset="0"/>
              </a:rPr>
              <a:t>10.9.19.0/24</a:t>
            </a:r>
            <a:endParaRPr lang="zh-CN" altLang="en-US" sz="9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FB2A040-03DA-C719-6DF1-CC44DAD18316}"/>
              </a:ext>
            </a:extLst>
          </p:cNvPr>
          <p:cNvSpPr txBox="1"/>
          <p:nvPr/>
        </p:nvSpPr>
        <p:spPr>
          <a:xfrm>
            <a:off x="9408854" y="2109805"/>
            <a:ext cx="11842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202.9.1.0/28</a:t>
            </a:r>
            <a:endParaRPr lang="zh-CN" altLang="en-US" sz="105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629FB0A-5FEB-A4C4-C1C5-3F329560CEF9}"/>
              </a:ext>
            </a:extLst>
          </p:cNvPr>
          <p:cNvSpPr txBox="1"/>
          <p:nvPr/>
        </p:nvSpPr>
        <p:spPr>
          <a:xfrm>
            <a:off x="10813174" y="1834352"/>
            <a:ext cx="11842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202.9.2.0/28</a:t>
            </a:r>
            <a:endParaRPr lang="zh-CN" altLang="en-US" sz="105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FEF48C8-3B08-932F-CA2A-61EEB890FCA4}"/>
              </a:ext>
            </a:extLst>
          </p:cNvPr>
          <p:cNvSpPr txBox="1"/>
          <p:nvPr/>
        </p:nvSpPr>
        <p:spPr>
          <a:xfrm>
            <a:off x="10736762" y="3241717"/>
            <a:ext cx="11842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202.9.3.0/28</a:t>
            </a:r>
            <a:endParaRPr lang="zh-CN" altLang="en-US" sz="105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4924E92-A20C-3563-4787-64FC81C59214}"/>
              </a:ext>
            </a:extLst>
          </p:cNvPr>
          <p:cNvSpPr txBox="1"/>
          <p:nvPr/>
        </p:nvSpPr>
        <p:spPr>
          <a:xfrm>
            <a:off x="83032" y="701051"/>
            <a:ext cx="17743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Vlan10:10.9.9.0/24</a:t>
            </a:r>
          </a:p>
          <a:p>
            <a:r>
              <a:rPr lang="en-US" altLang="zh-CN" sz="1050" dirty="0">
                <a:latin typeface="Courier New" panose="02070309020205020404" pitchFamily="49" charset="0"/>
              </a:rPr>
              <a:t>Vlan20:10.9.10.0/24</a:t>
            </a:r>
            <a:endParaRPr lang="zh-CN" altLang="en-US" sz="105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FB664A2-F2AC-D6AA-819F-0572A999AD6D}"/>
              </a:ext>
            </a:extLst>
          </p:cNvPr>
          <p:cNvSpPr txBox="1"/>
          <p:nvPr/>
        </p:nvSpPr>
        <p:spPr>
          <a:xfrm>
            <a:off x="3736047" y="785417"/>
            <a:ext cx="13801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2001:DB8:1::/64</a:t>
            </a:r>
            <a:endParaRPr lang="zh-CN" altLang="en-US" sz="105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FA46091-735E-2F36-A6C6-16B307EED208}"/>
              </a:ext>
            </a:extLst>
          </p:cNvPr>
          <p:cNvSpPr txBox="1"/>
          <p:nvPr/>
        </p:nvSpPr>
        <p:spPr>
          <a:xfrm>
            <a:off x="8718756" y="1582924"/>
            <a:ext cx="13801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2001:DB8:3::/64</a:t>
            </a:r>
            <a:endParaRPr lang="zh-CN" altLang="en-US" sz="105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E49791-4817-009E-8D49-6AFD2B0C0D0E}"/>
              </a:ext>
            </a:extLst>
          </p:cNvPr>
          <p:cNvSpPr txBox="1"/>
          <p:nvPr/>
        </p:nvSpPr>
        <p:spPr>
          <a:xfrm>
            <a:off x="6620363" y="1299078"/>
            <a:ext cx="981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NAT</a:t>
            </a:r>
            <a:r>
              <a:rPr lang="zh-CN" altLang="en-US" sz="12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路由器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423C966-8179-3A35-AB1A-AF8B14E96307}"/>
              </a:ext>
            </a:extLst>
          </p:cNvPr>
          <p:cNvSpPr txBox="1"/>
          <p:nvPr/>
        </p:nvSpPr>
        <p:spPr>
          <a:xfrm>
            <a:off x="1450977" y="2946531"/>
            <a:ext cx="981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聚合路由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7AD891F-F99E-886A-A324-36E1547CC2BC}"/>
              </a:ext>
            </a:extLst>
          </p:cNvPr>
          <p:cNvSpPr txBox="1"/>
          <p:nvPr/>
        </p:nvSpPr>
        <p:spPr>
          <a:xfrm>
            <a:off x="6396805" y="413307"/>
            <a:ext cx="13801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192.168.1.0/24</a:t>
            </a:r>
            <a:endParaRPr lang="zh-CN" altLang="en-US" sz="105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97139DF-3D68-C20C-C540-682BD9020359}"/>
              </a:ext>
            </a:extLst>
          </p:cNvPr>
          <p:cNvSpPr txBox="1"/>
          <p:nvPr/>
        </p:nvSpPr>
        <p:spPr>
          <a:xfrm>
            <a:off x="4630042" y="2036547"/>
            <a:ext cx="11364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1.1.1.0/24</a:t>
            </a:r>
            <a:endParaRPr lang="zh-CN" altLang="en-US" sz="105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AD0169A-D2ED-BA1A-FDAA-5013A0B2D27C}"/>
              </a:ext>
            </a:extLst>
          </p:cNvPr>
          <p:cNvSpPr txBox="1"/>
          <p:nvPr/>
        </p:nvSpPr>
        <p:spPr>
          <a:xfrm>
            <a:off x="5693546" y="2614418"/>
            <a:ext cx="11364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1.1.2.0/24</a:t>
            </a:r>
            <a:endParaRPr lang="zh-CN" altLang="en-US" sz="105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6597579-05E9-9471-8B61-A90F0DB1BA8C}"/>
              </a:ext>
            </a:extLst>
          </p:cNvPr>
          <p:cNvSpPr txBox="1"/>
          <p:nvPr/>
        </p:nvSpPr>
        <p:spPr>
          <a:xfrm>
            <a:off x="5880757" y="2002383"/>
            <a:ext cx="11364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1.1.3.0/24</a:t>
            </a:r>
            <a:endParaRPr lang="zh-CN" altLang="en-US" sz="105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5EE9920-CE6E-87FC-3588-7497E95C926D}"/>
              </a:ext>
            </a:extLst>
          </p:cNvPr>
          <p:cNvSpPr txBox="1"/>
          <p:nvPr/>
        </p:nvSpPr>
        <p:spPr>
          <a:xfrm>
            <a:off x="6958470" y="2044525"/>
            <a:ext cx="11364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1.1.4.0/24</a:t>
            </a:r>
            <a:endParaRPr lang="zh-CN" altLang="en-US" sz="105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9BE85B9-679A-0B14-CC43-5BA13939EF60}"/>
              </a:ext>
            </a:extLst>
          </p:cNvPr>
          <p:cNvSpPr txBox="1"/>
          <p:nvPr/>
        </p:nvSpPr>
        <p:spPr>
          <a:xfrm>
            <a:off x="7672368" y="2315083"/>
            <a:ext cx="11364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1.1.5.0/24</a:t>
            </a:r>
            <a:endParaRPr lang="zh-CN" altLang="en-US" sz="105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A44292F-5C01-79E9-A656-98C552BA2364}"/>
              </a:ext>
            </a:extLst>
          </p:cNvPr>
          <p:cNvSpPr txBox="1"/>
          <p:nvPr/>
        </p:nvSpPr>
        <p:spPr>
          <a:xfrm>
            <a:off x="1051903" y="45631"/>
            <a:ext cx="13801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Courier New" panose="02070309020205020404" pitchFamily="49" charset="0"/>
              </a:rPr>
              <a:t>2001:DB8:2::/64</a:t>
            </a:r>
            <a:endParaRPr lang="zh-CN" altLang="en-US" sz="105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7523340-693B-A5CD-6E1A-695B2B1A6A59}"/>
              </a:ext>
            </a:extLst>
          </p:cNvPr>
          <p:cNvSpPr txBox="1"/>
          <p:nvPr/>
        </p:nvSpPr>
        <p:spPr>
          <a:xfrm>
            <a:off x="9630287" y="119232"/>
            <a:ext cx="20773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latin typeface="Courier New" panose="02070309020205020404" pitchFamily="49" charset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</a:rPr>
              <a:t>Tunnel 0: 2000:11::/64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05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100</Words>
  <Application>Microsoft Office PowerPoint</Application>
  <PresentationFormat>宽屏</PresentationFormat>
  <Paragraphs>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华文中宋</vt:lpstr>
      <vt:lpstr>Arial</vt:lpstr>
      <vt:lpstr>Courier New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dk liu</dc:creator>
  <cp:lastModifiedBy>dk liu</cp:lastModifiedBy>
  <cp:revision>7</cp:revision>
  <dcterms:created xsi:type="dcterms:W3CDTF">2026-04-24T04:08:31Z</dcterms:created>
  <dcterms:modified xsi:type="dcterms:W3CDTF">2026-04-24T14:15:04Z</dcterms:modified>
</cp:coreProperties>
</file>